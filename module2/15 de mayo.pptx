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7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47" autoAdjust="0"/>
    <p:restoredTop sz="94660"/>
  </p:normalViewPr>
  <p:slideViewPr>
    <p:cSldViewPr snapToGrid="0">
      <p:cViewPr varScale="1">
        <p:scale>
          <a:sx n="72" d="100"/>
          <a:sy n="72" d="100"/>
        </p:scale>
        <p:origin x="9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5:00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425 108 6081,'0'0'788,"0"0"1162,0 0 841,0 0-851,0 0-324,1-12-94,0-35-294,-1 45-1160,-1 1-1,1-1 1,-1 1 0,1-1 0,-1 1 0,0 0-1,1-1 1,-1 1 0,0 0 0,0 0 0,0-1-1,0 1 1,0 0 0,0 0 0,0 0 0,0 0-1,-1 0 1,1 0 0,0 1 0,-1-1-1,1 0 1,-2 0-68,-31-8 1010,28 8-797,-13-3 88,1 1 0,0 1 0,-1 0 0,0 2 0,1 0 0,-1 1 0,1 1 0,-1 1-301,9-1 40,1 0 1,-1 1 0,1 0 0,0 1 0,0-1 0,1 2 0,-1-1 0,1 1 0,0 1-1,0 0 1,0 0 0,1 0 0,0 1 0,0 0 0,1 0 0,-1 2-41,-1 4 24,0 0 1,1 0-1,1 1 1,0 0 0,1 0-1,1 0 1,0 1-1,1-1 1,0 1-1,1 0 1,1 0-1,0 0 1,2 0-1,-1 0 1,2 0 0,0 0-1,1 3-24,-1-12 1,0 0 0,1 0-1,-1 0 1,1 0 0,1-1 0,-1 1-1,1-1 1,0 0 0,0 0 0,1 0-1,-1-1 1,1 1 0,0-1 0,0 0-1,0-1 1,1 1 0,-1-1 0,1 0-1,0 0 1,0-1 0,0 0 0,0 0-1,6 1 0,-5-1 3,0 0 0,0-1-1,0 0 1,1 0 0,-1-1-1,0 0 1,0 0 0,0 0-1,0-1 1,0 0 0,0-1-1,0 1 1,0-1 0,0-1-1,0 1 1,-1-1 0,1-1 0,-1 1-1,0-1 1,0 0 0,2-2-3,2-5 3,0 0 0,0-1 0,-1-1 0,-1 1 0,0-2 0,-1 1 0,0-1 0,-1 0 0,0 0 0,-2-1 0,4-11-3,2-24 64,-1-1 0,1-42-64,-6 85 68,3 20-57,4 22 26,13 128 833,-15-88-683,8 23-187,-17-96-45,0 1 0,1-1 0,-1 1 0,1-1 0,-1 1 0,1-1 0,0 1 0,0-1 0,-1 1 0,1-1 0,0 0 0,0 0 0,0 1 0,2 0 45,-3-2-196,1 0-1,0 1 1,-1-1-1,1 0 1,0 0-1,0 1 0,-1-1 1,1 0-1,0 0 1,0 0-1,0 0 1,-1 0-1,1 0 1,0 0-1,0 0 1,0 0-1,-1-1 1,1 1-1,0 0 1,0 0-1,-1-1 1,1 1-1,0 0 1,-1-1-1,1 1 1,0-1-1,-1 1 1,1-1-1,-1 1 1,1-1-1,-1 0 1,1 1 196,10-14-6132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5:00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10882,'0'0'3857,"0"0"-3337,0 0 2345,0 0-881,132 191-575,-99-119-233,-8-1-312,-9-1-280,-10-6-240,-6-2-232,0-5-40,-14 2-72,-11 0 0,-5 3-544,-8 20-1024,5-15-3113,5-15-5777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5:35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67 9234,'0'0'2183,"0"0"314,0 0-418,0 0-1046,0 0-86,1 29 299,-1-13-1039,2 64 1941,9 56-2148,13 94 3149,-7 206-3149,-17-436 192,-15-32 719,2 10-823,2-10-72,0-1 0,3-1 0,0 0 1,2 0-1,1-16-16,0-24-19,4 1 1,3-6 18,0 54-9,1 0 0,1 0 1,2 0-1,0 1 1,2 0-1,0 0 1,2 1-1,1 0 0,2-2 9,2-4-16,2 1 0,2 2 0,0-1-1,1 2 1,2 1 0,22-19 16,-37 36-9,1 1 1,0 0-1,0 1 1,0 0-1,1 0 1,0 1-1,0 0 1,0 0 8,-6 3-6,-1 0 0,1 0 0,0 0 0,0 1 1,-1-1-1,1 1 0,0-1 0,0 1 0,0 0 0,-1 0 1,1 0-1,0 1 0,0-1 0,0 1 0,-1-1 0,1 1 1,0 0-1,-1 0 0,1 0 0,-1 1 0,1-1 0,-1 0 0,1 1 1,-1 0-1,0-1 0,0 1 0,0 0 0,0 0 0,2 2 6,2 7 5,0 0-1,-1 1 0,0-1 0,-1 1 0,0 0 0,-1 0 0,0 0 0,-1 1 0,0-1 0,-1 1 0,-1-1 0,0 1 0,0 0 0,-1-1 0,-1 1 0,0-1 1,-1 0-1,0 0 0,-1 0 0,0 0 0,-2 3-4,-14 16 36,0 0 1,-2-2-1,-12 12-36,3-2 1,27-33 5,36-4-76,-14-2 63,0 2-1,1 1 0,-1 0 1,0 1-1,0 1 0,-1 0 1,0 2-1,0 0 0,0 1 1,-1 0-1,9 7 8,-16-9 0,0-1 1,-1 1 0,0 1-1,0-1 1,0 1-1,-1 1 1,0-1-1,-1 1 1,1 0-1,-2 1 1,1-1-1,-1 1 1,0 1-1,-1-1 1,0 0-1,-1 1 1,0 0 0,0 0-1,-1 0 1,0 0-1,-1 2 0,0-5 11,-1 0 0,0 0 0,-1 0 0,0 0 0,0-1 0,0 1 0,-1 0 0,0-1 0,0 1 0,-1-1 0,0 0 0,0 0 0,0 0-1,-1 0 1,0 0-11,-1 1 38,-1-1 0,0 0-1,-1-1 1,1 1-1,-1-1 1,0-1-1,0 1 1,0-1-1,-1 0 1,0-1-1,0 0 1,-2 1-38,-16 4 98,-2-1-1,1-1 1,-1-1 0,1-1-1,-6-2-97,-143 2 57,124-5-9,134-38-8003,-36 19 2605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5:35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11378,'0'0'3357,"0"0"-1420,0 0 966,0 0-1056,0 0-484,0 0-271,6 25-305,30 125-40,-36-147-724,2 6-20,0 1 0,1-1 0,0 0 1,1 0-1,-1 0 0,2-1 0,3 7-3,-6-14-278,-1 0 0,0-1 1,1 1-1,-1-1 0,1 0 0,-1 1 0,1-1 1,-1 0-1,1 0 0,-1 0 0,1 0 0,-1 0 0,1 0 1,-1 0-1,0-1 0,1 1 0,-1-1 0,1 1 0,-1-1 1,1 1-1,-1-1 0,0 0 0,0 1 0,1-1 1,-1 0-1,0 0 0,0 0 0,0 0 0,0 0 0,0 0 1,0-1 277,14-16-6594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5:36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11146,'0'0'2067,"0"0"75,0 0 986,5 22-1493,11 37-162,3 0 1,6 8-1474,-7-28 487,-8-19-288,-2 0 1,0 0 0,3 16-200,-13-60 195,0-1 0,2 1 0,1-1 0,1-3-195,0-13 41,-1 32-47,0 1 0,0-1-1,1 0 1,0 1 0,1-1 0,0 1-1,0-1 1,1 1 0,0 0 0,0 0-1,1 1 1,0-1 0,0 1 0,0 0-1,1 1 7,-1 1-7,-1 1-1,1-1 1,-1 1-1,1 0 0,0 1 1,0 0-1,1-1 1,-1 1-1,1 1 0,0-1 1,-1 1-1,1 0 0,0 1 1,0-1-1,1 1 1,-1 0-1,0 1 0,0-1 1,0 1-1,1 1 1,2 0 7,-5 0-1,-1 0 1,0 0-1,0 1 1,0-1-1,0 1 1,0 0-1,0 0 1,0 0-1,-1 1 1,1-1-1,-1 0 1,1 1-1,-1 0 1,0 0-1,0-1 1,0 1-1,-1 0 1,1 1-1,-1-1 1,1 0-1,-1 0 1,0 1-1,0-1 1,-1 0-1,1 1 1,-1 0 0,4 17 29,0 1 1,-2-1 0,-1 16-30,0-31 13,-1 15-57,3 38 188,-3-56-194,0 0 0,1 0 1,0 0-1,-1 0 0,1 0 0,0-1 0,1 1 1,-1 0-1,0 0 0,1-1 0,0 1 1,-1 0-1,1-1 0,0 0 0,2 3 50,-1-4-386,-1 0-1,1 0 1,0 0 0,-1 0-1,1 0 1,-1-1 0,1 1-1,0-1 1,0 0-1,-1 0 1,1 0 0,0 0-1,0 0 1,2-1 386,7 0-3051,7 1-3496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5:36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12003,'0'0'1955,"0"0"396,0 0-399,0 0-1148,0 0-315,-5 22 285,-2 0-536,4-11-127,-1 1-1,1 0 0,1 0 0,0 0 1,0 0-1,1 0 0,1 0 0,0 0 1,1 0-1,0 0 0,1 3-110,1-4 75,1 1 0,0-1 0,0 0 0,1 0 0,0 0 0,1-1 0,0 1 0,1-2 0,0 1 0,1-1 0,8 9-75,-10-12 16,1 0 1,0 0-1,1 0 1,-1-1-1,1 0 1,0 0-1,0-1 1,1 0-1,-1-1 1,1 0-1,0 0 1,0-1-1,0 0 1,0 0 0,6-1-17,-7 0 8,0-1 1,-1 0 0,1 0 0,0-1 0,0 0 0,-1 0 0,1-1 0,-1 0-1,1-1 1,-1 1 0,0-1 0,3-2-9,-6 2 10,0 0 0,0 0 1,0 0-1,0-1 0,0 0 0,-1 0 1,1 0-1,-1 0 0,0 0 0,-1-1 1,1 1-1,-1-1 0,0 1 0,0-1 1,0 0-1,0 0 0,-1 0 0,1-5-10,0 2 84,-1-1-1,0 1 0,0 0 1,0-1-1,-1 1 0,-1-1 1,1 1-1,-1 0 1,-1-1-1,1 1 0,-1 0 1,-1 0-1,0 0 0,0 0 1,0 0-1,-1 1 1,0-1-1,-2 0-83,-1-1 78,0 1 1,-1 0-1,0 0 1,0 1-1,-1 0 1,0 1-1,0 0 1,-1 0-1,1 1 0,-1 0 1,0 0-1,-1 1 1,-7-1-79,4 0-81,0 1 0,0 0 1,0 1-1,0 1 0,-1 1 1,-4-1 80,18 3-313,1 0 1,0-1 0,-1 1 0,1-1-1,0 1 1,-1 0 0,1-1-1,0 1 1,0-1 0,0 1 0,0 0-1,0-1 1,0 1 0,0 0-1,0 0 1,0-1 0,0 1 0,0 0-1,0-1 1,0 1 0,0-1-1,0 1 1,1 0 0,-1-1-1,0 1 1,1 0 0,-1-1 0,0 1-1,1-1 1,0 1 312,11 14-9809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5:36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13139,'0'0'1831,"0"0"-87,0 0 1233,11 26-1483,90 180 778,-99-203-2218,6 11 91,-1 1-1,-1-1 1,0 1-1,1 7-144,-4-99 426,-4 12-440,-1 24-10,3 1 0,4-33 24,-5 67-6,1 0-1,1 1 0,-1-1 1,1 1-1,0-1 1,1 1-1,-1 0 1,1 0-1,0 0 0,0 0 1,0 0-1,1 1 1,0-1-1,0 1 1,0 0-1,0 0 0,1 1 1,0-2 6,-2 3-4,0 1 0,0-1 0,1 1 0,-1 0 0,0-1 0,0 2 0,1-1 0,-1 0 0,1 0 0,-1 1 0,0 0 0,1 0 0,-1 0 0,1 0 0,-1 0 0,1 1 0,-1 0 0,0-1 0,1 1 0,-1 0 0,0 1 0,0-1 0,1 1 0,-1-1 0,-1 1 0,1 0 0,0 0 0,0 0 0,-1 0 0,3 3 4,10 10 4,-2 0 0,0 1 0,-1 0 0,0 1 0,-2 0 0,0 1 0,7 16-4,-5-6 15,-1 1 0,-1 0 0,-1 0 0,4 29-15,-9-36 78,-4-32 118,-1-19-168,-2-40-25,1 48-6,1 0-1,0 0 1,2 1-1,0-1 1,1 0-1,1 1 1,2-5 3,-4 22 4,0 0 1,0 0-1,0 0 1,1 1-1,-1-1 1,1 0-1,0 0 1,-1 1-1,1-1 1,0 1-1,1-1 1,-1 1-1,0 0 1,1 0-1,-1 0 1,1 0-1,-1 1 1,1-1-1,0 1 1,0-1-1,0 1 1,0 0-1,0 0 1,0 0-1,0 1 1,0-1-1,0 1 1,0-1-1,1 1 1,-1 0-1,0 0 1,0 1-1,0-1 1,0 1-1,0-1 1,0 1-1,0 0 1,0 0-1,0 1 1,0-1-1,0 0 1,0 1-1,-1 0 1,1 0-1,-1 0 1,1 0-1,-1 0 1,0 0-1,1 0 1,-1 1-1,0-1 1,-1 1-1,1 0 1,1 1-5,10 21 130,0 0 1,-2 1 0,2 8-131,-4-10 103,1 0 0,1-1 1,1 0-1,8 10-103,-15-26-469,1 0 0,-1-1-1,1 1 1,1-1 0,-1-1 0,6 5 469,-6-6-815,1 0 1,-1 0-1,1-1 0,0 0 1,0 0-1,1-1 0,-1 0 0,4 1 815,17-1-7617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5:37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138 292 10746,'0'0'5545,"0"0"-4024,0 0 631,0 0-751,0 0-409,0 0-288,0 0-416,17 101-160,-14-86-128,-1-5 0,1-5-472,-3-5-1192,0 0-2137,0-2-1784</inkml:trace>
  <inkml:trace contextRef="#ctx0" brushRef="#br0" timeOffset="1">1 7 14483,'0'0'2089,"0"0"967,0 0-1664,0 0-1055,0 0-337,0 0-465,0 0-1351,124-7-2569,-83 7-5673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5:37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0 14107,'0'0'2563,"0"0"762,0 0-1705,0 0-1045,-26 13-91,-83 46-37,102-54-394,0 1 0,0 0-1,1 0 1,0 0 0,0 1 0,1 0 0,0 0-1,0 1 1,0 0 0,1-1 0,0 1 0,1 1-1,0-1 1,0 0 0,1 1 0,0-1 0,0 1-1,0 6-52,0-2 61,-1-3-36,1 1 1,1-1 0,0 1-1,0 0 1,1-1-1,0 1 1,1 0 0,0-1-1,1 4-25,-1-10 2,1-1-1,-1 1 0,0-1 0,1 0 1,0 0-1,-1 0 0,1 1 1,1-2-1,-1 1 0,0 0 1,1 0-1,-1-1 0,1 1 0,0-1 1,0 0-1,0 0 0,0 0 1,0 0-1,0 0 0,1-1 0,-1 0 1,0 1-1,1-1 0,-1 0 1,1-1-1,0 1 0,-1-1 1,2 1-2,4 0-43,0 1 1,0-2 0,0 1 0,0-1 0,1-1 0,-1 1 0,0-1 0,0-1 0,0 0-1,0 0 1,0-1 0,-1 0 0,1-1 0,-1 0 0,0 0 0,0 0 0,0-1-1,0 0 1,-1-1 0,0 0 0,0 0 0,-1-1 0,1 1 0,-1-1 0,-1-1 0,0 1-1,0-1 1,0 0 0,-1 0 0,0 0 0,0-1 0,-1 1 0,0-1 0,-1 0 0,0 0-1,0 0 1,-1 0 0,0-5 42,3-21 414,-2-1 0,-2 1-1,-1-1 1,-2-3-414,4 85 1353,-2-30-1279,1 0 1,1 0-1,1 0 0,0 0 1,2 5-75,-2-12-53,5 14 167,0 0 0,1-1 1,1 0-1,3 2-114,-10-19-148,1 0 1,-1 0-1,1 0 0,1-1 1,-1 1-1,1-1 1,0 0-1,-1 0 0,2 0 1,-1-1-1,0 1 0,1-1 1,0 0-1,0 0 0,0-1 1,0 1-1,0-1 0,0 0 1,0-1-1,4 1 148,50 0-5001,-40-2 795,15 0-8896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5:37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12579,'0'0'2499,"0"0"-117,0 0-479,1 32-28,20 229 1150,0 63-782,-9-107-1343,-8-203-2216,-1-9-100,-2-8-301,-1-6-3052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5:46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37 145 3929,'0'0'1321,"0"0"322,0 0 366,0 0-145,0 0-91,-4-19-169,-12-58 38,9 28 6507,7 200-7515,-8 513 769,8-609-1303,0-53-80,0-2 53,0-15 165,-1-20-179,1-17 0,2-1-1,6-37-58,-6 75-1,1-1 0,1 1 0,0 0 0,1 1 0,0-1 0,1 1 0,1 0 0,1 0 0,0 1 0,0 0 0,5-5 1,-10 14-2,1 0-1,-1 0 1,0 1 0,1 0-1,0 0 1,-1 0 0,1 0-1,0 0 1,1 1-1,-1 0 1,0 0 0,1 0-1,-1 0 1,1 1 0,0 0-1,-1 0 1,1 0 0,0 0-1,0 1 1,-1 0 0,1 0-1,0 0 1,0 0 0,0 1-1,-1 0 1,1 0-1,0 0 1,-1 1 0,1-1-1,-1 1 1,1 0 0,-1 0-1,2 2 3,3 2-5,0-1 0,-1 2 0,0-1 0,0 1 0,-1 0 0,1 1 0,-2-1 0,1 1 0,-1 1 0,0-1 0,-1 1 0,0 0 0,0 1 0,-1-1 0,0 4 5,0-4 10,-2 1 1,0 0-1,0 0 1,0-1-1,-1 1 0,-1 1 1,0-1-1,0 0 1,-1 0-1,0 0 1,-1-1-1,0 1 1,-2 6-11,2-9 9,-1-1 1,0 1 0,0-1-1,-1 0 1,0 0 0,0-1-1,0 1 1,0-1 0,-1 0 0,0 0-1,0 0 1,-1-1 0,1 1-1,-1-1 1,0-1 0,0 1-1,0-1 1,0 0 0,-7 2-10,-2-1 24,0 0-1,0-1 1,-1 0 0,0-1 0,1-1 0,-1-1 0,0 0 0,1-1 0,-1-1-1,-10-2-23,25 4-22,1 0-1,0 0 0,-1 0 0,1 0 0,0 0 0,-1 0 0,1 0 1,0 0-1,-1 0 0,1-1 0,0 1 0,-1 0 0,1 0 0,0 0 1,0 0-1,-1-1 0,1 1 0,0 0 0,0 0 0,-1-1 0,1 1 1,0 0-1,0 0 0,0-1 0,-1 1 0,1 0 0,0-1 1,0 1-1,0 0 0,0-1 0,0 1 0,0 0 0,-1-1 0,1 1 1,0 0-1,0-1 0,0 1 0,0 0 0,0-1 0,1 1 0,-1 0 1,0-1-1,0 1 0,0 0 0,0-1 0,0 1 0,0 0 0,0-1 1,1 1-1,-1 0 0,0-1 0,0 1 0,0 0 0,1 0 0,-1-1 1,0 1-1,0 0 0,1 0 0,-1 0 0,0-1 0,1 1 23,17-14-1525,9-2-1423,0-1-2826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5:47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9754,'0'0'2077,"0"0"-541,0 0 183,0 0-331,0 0-26,21 23-18,67 82-160,-81-93-965,1 0 0,-2 0 0,1 1 0,-2 0 0,0 1-1,0-1 1,-1 1 0,-1 0 0,0 0 0,-1 0 0,-1 0-1,0 8-217,3 17 462,5 31 245,-4 0-1,-3 0 1,-2 0-1,-6 26-707,3-82 77,1 1-1,-2-1 0,0 1 0,-1-1 1,0 0-1,-1-1 0,0 1 0,-8 10-76,-8 9-277,-2 0-1,-17 17 278,30-41-5748,6-8 552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9:26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535 53 7298,'0'0'1745,"0"0"680,0 0-314,0 0-585,0 0-101,-4-7-217,2 4-1073,0-1 0,-1 1 0,1 0 0,-1 0 0,1 0 0,-1 1 0,0-1 0,0 1 0,0-1 0,0 1-1,-1 0 1,1 0 0,-1 0 0,1 1 0,-1-1 0,0 1 0,1 0 0,-1 0 0,0 0 0,0 1 0,0-1-1,0 1 1,1 0 0,-1 0 0,0 0-135,-11-1 127,1 1 0,0 1-1,0 0 1,-1 1 0,1 0 0,0 2-1,1-1 1,-1 1 0,-9 5-127,14-5 11,1 0 1,1 1 0,-1 0-1,1 0 1,0 1 0,0-1-1,0 1 1,1 1 0,0-1-1,0 1 1,0 1 0,1-1-1,1 1 1,-1-1 0,1 1-1,-1 2-11,2-4 1,1 0 0,-1 1 0,1-1 0,0 1 0,1-1 0,0 1 0,0 0 0,0-1 0,1 1 0,0 0 0,0-1 0,0 1 0,1 0 0,0-1 0,2 6-1,-2-9 1,1 1 0,0-1-1,-1 0 1,1 1 0,1-1-1,-1 0 1,1 0-1,-1-1 1,1 1 0,0 0-1,0-1 1,0 0 0,0 1-1,0-1 1,0 0-1,1-1 1,-1 1 0,1-1-1,-1 1 1,1-1-1,0 0 1,-1 0 0,1-1-1,0 1 1,0-1 0,0 0-1,1 0 0,1 1 4,0 0 0,0-1 0,1 0-1,-1 0 1,0-1 0,0 0 0,1 0-1,-1 0 1,0-1 0,0 0 0,0 0 0,-1 0-1,1-1 1,0 1 0,-1-2 0,0 1 0,0-1-1,0 1 1,0-1 0,0-1 0,-1 1 0,1-1-1,-1 1 1,-1-1 0,1 0 0,-1-1 0,1 1-1,-1-1 1,-1 1 0,1-1 0,-1 0 0,1-5-5,2-4 14,-1 0 1,-1 0-1,0-1 0,-1 1 0,-1-1 0,0 0 0,-1 0 0,-2-4-13,24 193-84,-10-97 203,-4 0-1,-2 1 1,-6 73-119,-1-139 95,-1 1 0,0-1 1,-1 0-1,0 0 1,-1-1-1,0 1 0,-1-1 1,0 1-1,0-1 1,-1-1-1,-1 1 0,1-1 1,-2 0-1,1-1 1,-1 1-1,0-2 0,-7 6-95,4-5 137,0 0-1,-1 0 1,1-1-1,-2-1 1,1 0-1,-1 0 1,0-2-1,0 1 1,0-2-1,0 0 1,-1 0-1,0-1 1,1-1-1,-7 0-136,12-1 15,1 0-1,-1 0 1,1-1-1,-1 0 0,1 0 1,0 0-1,0-1 0,-1-1 1,1 1-1,0-1 1,1 0-1,-1-1 0,1 1 1,-1-1-1,1-1 1,0 1-1,1-1 0,-1 0 1,1 0-1,0-1 1,0 1-1,0-1 0,1 0 1,-2-3-15,2 1-111,-1 1 0,1-1 0,1 0 0,-1 0 0,1 0 1,1 0-1,0 0 0,0-1 0,0 1 0,1-1 0,0 1 0,1-1 0,0 0 1,0 1-1,1-2 111,0 1-581,0 1 0,1-1 0,0 1 0,1 0 0,0 0 1,0 0-1,0 0 0,1 1 0,4-6 581,22-28-7400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9:2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11931,'0'0'1564,"0"0"307,23-1 7,-20 1-1833,194-14 1799,-182 12-1735,-1 0-1,1-1 0,0-1 0,-1-1 1,0 0-1,5-3-108,-15 7 37,-1-1 0,1 0 0,-1 1 0,1-2 0,-1 1 0,0 0 0,0-1 0,0 0 0,0 1 0,0-1 0,-1 0 0,1 0 0,-1-1 0,0 1 0,0 0 0,0-1 0,0 0 0,-1 1 0,1-1 0,-1 0 0,0 0 0,0 0 0,0 1 0,-1-1 0,1-3-37,-1 5 29,-1 0 0,1 0 0,-1 0-1,1 0 1,-1 0 0,0 1-1,1-1 1,-1 0 0,0 0 0,0 1-1,0-1 1,0 0 0,-1 1 0,1-1-1,0 1 1,-1 0 0,1-1-1,-1 1 1,1 0 0,-1 0 0,0 0-1,1 0 1,-1 0 0,0 0 0,0 1-1,1-1 1,-1 0 0,0 1-1,0 0 1,0-1 0,0 1 0,0 0-29,-12-2 123,0 0 0,0 1 0,1 1 0,-5 0-123,7 0 107,-10 0 40,5 0 47,0 0-1,0 0 0,1 2 0,-1 0 0,0 1 0,0 0-193,10-1 40,1 0 0,0 1 0,0-1 0,0 1-1,0 0 1,0 0 0,0 0 0,1 1-1,0 0 1,0 0 0,0 0 0,0 0 0,0 1-1,1-1 1,0 1 0,0 0 0,0 0-1,1 0 1,-1 1-40,-2 9 34,0 1 0,1 1 1,0-1-1,1 0 0,1 1 0,1-1 0,1 1 0,0 0 0,1-1 1,1 4-35,-2-14-8,1 0 1,-1-1-1,1 1 1,1-1 0,-1 1-1,1-1 1,0 1 0,0-1-1,1 0 1,-1 0 0,1 0-1,0 0 1,1 0-1,-1-1 1,1 0 0,0 1-1,0-1 1,2 1 7,2 1 33,0-1 0,0 0 0,1 0 0,-1-1 0,1 0 0,0-1 0,0 0 0,0 0 0,0-1 0,8 1-33,4 0-418,0-1 1,0-1 0,-1-1-1,19-2 418,-16-1-2043,-1 0-1,1-1 1,13-6 2043,30-12-9554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9:27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53 12875,'0'0'2254,"0"0"394,0 0-948,-10 26-523,-30 84-386,38-105-758,0 1 1,0 0 0,1 0-1,0 0 1,0 0 0,1 0 0,0 0-1,0 0 1,0 0 0,0 0-1,1 0 1,0 0 0,1 0 0,-1 0-1,1 0 1,0-1 0,1 1-1,-1 0 1,1-1 0,0 0-1,0 0 1,1 0 0,0 0 0,-1 0-1,2-1 1,-1 0 0,0 0-1,1 0 1,0 0 0,5 3-34,3 0 20,0 0 1,1 0-1,0-1 1,0-1-1,1-1 1,-1 0-1,1 0 1,0-2-1,0 0 1,12 0-21,-9-1 9,1 0 1,-1-2-1,1 0 0,-1-1 1,1-1-1,9-3-9,-23 5 5,0-1 0,0 0 0,0 0 0,0 0 0,0-1 0,0 1 0,-1-1 0,1 0 0,-1-1 0,0 1 1,0-1-1,0 0 0,0 1 0,-1-2 0,1 1 0,-1 0 0,0-1 0,-1 0 0,1 1 0,-1-1 0,0 0 0,0 0 0,0 0 0,0-5-5,0 1 79,0-1 1,0 0-1,-2 1 0,1-1 0,-1 0 1,0 1-1,-1-1 0,0 0 0,-1 1 1,0-1-1,0 1 0,-1 0 0,0-1 0,-1 1 1,0 1-1,0-1 0,-1 0 0,0 1 1,-1 0-1,-1-2-79,-2 0 111,0 1-1,-1 0 1,0 0 0,0 1 0,-1 1-1,0 0 1,-1 0 0,1 1 0,-1 0 0,0 1-1,-1 1 1,1 0 0,-1 0 0,-10-1-111,-47-1-115,69 6 53,0 0 0,0 0 1,0 0-1,0 0 0,0 0 0,0 0 1,0 0-1,1 1 0,-1-1 0,0 0 1,0 1-1,0-1 0,0 0 1,1 1-1,-1-1 0,0 1 0,0-1 1,1 1-1,-1 0 0,0-1 0,1 1 1,-1 0-1,1-1 0,-1 1 0,1 0 1,-1 0-1,1-1 0,-1 1 1,1 0-1,0 0 0,-1 0 0,1 0 1,0 0-1,0-1 0,0 1 0,0 0 62,5 24-7362,11-7-6624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9:27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1 210 12259,'0'0'1828,"0"0"743,0 0-737,3 25-911,29 140 673,-32-181-1253,0 1 0,2 0-1,0-1 1,0 1 0,2 0-1,2-9-342,1-3 131,-6 23-130,8-37 10,1 0 0,6-7-11,-13 39 1,0 0-1,1 0 1,0 0-1,0 1 1,1 0-1,1-1 1,-1 2 0,1-1-1,0 1 1,1-1-1,0 2 1,4-4-1,-9 8-5,1 0 0,-1 1 1,1-1-1,-1 1 0,1 0 1,0-1-1,0 1 1,-1 0-1,1 1 0,0-1 1,0 0-1,0 1 0,0 0 1,0 0-1,0 0 1,0 0-1,0 0 0,0 0 1,0 1-1,-1-1 0,1 1 1,0 0-1,0 0 1,0 0-1,-1 0 0,1 1 1,0-1-1,-1 1 0,1-1 1,-1 1-1,0 0 0,0 0 1,0 0-1,0 0 1,0 0-1,0 1 0,0-1 1,0 1-1,-1-1 0,2 3 5,4 9-7,0-1-1,0 1 1,-1 1 0,-1-1-1,0 1 1,-1 0-1,0 3 8,2 21 38,-3-1 0,0 1 1,-3 25-39,0-51 55,0-13 50,0-23 192,1 10-272,1 1-1,0-1 0,1 1 0,0 0 1,1 0-1,0 0 0,1 1 1,1 0-1,-1-1 0,2 2 0,-1-1 1,2 1-1,-1 0 0,1 0 0,9-7-24,-16 16 4,1 0 0,-1-1-1,1 1 1,-1 0 0,1 0-1,0 0 1,-1 0 0,1 0-1,0 0 1,0 1 0,0-1-1,0 1 1,-1-1-1,1 1 1,0-1 0,0 1-1,0 0 1,0 0 0,0 0-1,0 0 1,0 1 0,0-1-1,0 0 1,0 1 0,0-1-1,0 1 1,0 0-1,-1 0 1,1 0 0,0-1-1,-1 2 1,1-1 0,0 0-1,-1 0 1,1 0 0,-1 1-1,0-1 1,1 1 0,-1-1-1,0 1 1,0 0-1,0-1 1,0 1-4,6 11 6,-1-1 0,0 0 0,-1 1 0,0 0-1,2 12-5,-3-12 22,1 7-305,-1-5 365,1-1 0,0 0 0,1 0 0,3 5-82,-7-15-457,1 0 1,0 0 0,-1 0-1,1 0 1,1-1-1,-1 1 1,1-1 0,-1 0-1,1 0 1,0 0 456,17 6-9101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9:2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37 144 12939,'0'0'1412,"0"0"-557,0 0-116,27-7-403,179-47 480,-198 51-508,1-1 1,-1 1-1,0-2 1,0 1-1,2-3-308,-8 7 86,-1-1 0,0 0 0,0 0 0,0 0 0,1 0 0,-1 0 0,0 0 0,0-1 0,-1 1 0,1 0 0,0 0 0,0-1 0,0 1 0,-1 0 0,1-1 0,-1 0-86,0 2 36,0-1-1,0 0 0,0 0 0,0 0 1,-1 0-1,1 0 0,0 1 0,-1-1 0,1 0 1,-1 0-1,1 0 0,-1 1 0,1-1 1,-1 0-1,1 1 0,-1-1 0,0 0 1,1 1-1,-1-1 0,0 1 0,0-1 1,1 1-1,-1-1 0,0 1 0,0 0 1,0-1-1,1 1 0,-1 0 0,0 0 1,0-1-36,-9-2 81,0-1 0,1 1 1,-1 1-1,-1 0 0,1 0 1,0 1-1,0 1 0,-1-1 1,1 2-1,0-1 0,0 1 1,-1 1-1,1 0 0,0 1 1,0-1-1,1 2 0,-1-1 1,1 2-1,-1-1 1,1 1-1,0 0 0,1 1 1,0 0-1,-1 1 0,-3 4-81,5-3 43,0 0-1,1 1 1,0 0 0,0 1-1,1-1 1,0 1 0,1 0-1,0 0 1,1 1-1,0-1 1,0 1 0,1 0-1,0-1 1,1 1-1,0 0 1,1 0 0,1 0-1,-1 0 1,3 10-43,-2-18-1,1 1 1,-1-1-1,1 1 1,0-1-1,0 1 1,0-1-1,1 0 1,-1 0-1,1 0 1,-1 0-1,1 0 1,0-1-1,0 1 1,1-1-1,-1 0 1,0 0-1,1 0 1,-1 0-1,1-1 1,-1 1-1,1-1 1,0 0-1,0 0 1,0 0-1,0-1 1,-1 1-1,1-1 1,0 0-1,1 0 1,8 0-230,1 0-1,0 0 1,0-2-1,0 1 1,0-2-1,-1 0 0,7-2 231,-10 1-1119,0 0-1,0-1 1,0 0-1,8-5 1120,31-26-9887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9:28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10610,'0'0'5481,"0"0"-3864,0 0 703,0 0-1512,0 0-391,0 0-273,0 0-56,44 138-88,-8-106-489,-3-9-3703,-3-9-6323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9:2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15891,'0'0'1833,"0"0"-473,0 0 464,0 0-503,-8 181-249,5-104-168,3 2-296,-3-7-336,3-6-160,0-9-104,0-7 0,0-11-8,11-11 0,-3-11-672,9-17-992,-3-5-2905,-1-20-4865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9:29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0 219 13539,'0'0'1964,"0"0"-175,0 0-653,28-8-695,8-2-403,-9 1-66,0 2 0,0 1 0,1 1 0,0 1 0,3 2 28,14-2-1780,0 2 0,1 3 0,-1 1 0,30 7 1780,-59-7-336,0 1 0,0 1 1,0 1-1,-1 0 1,0 1-1,0 1 0,-1 0 1,1 1-1,-2 1 1,1 0-1,-1 0 0,-1 2 1,1-1-1,5 9 336,-13-14 89,-1 1 1,1 0-1,-2 0 0,1 0 0,-1 0 1,0 1-1,0-1 0,0 1 0,-1-1 1,0 1-1,0 1-89,1 47 4925,-4-54-4751,1 0-1,0-1 1,0 1 0,0 0 0,0-1 0,-1 1-1,1 0 1,0-1 0,-1 1 0,1-1 0,0 1-1,-1-1 1,1 1 0,-1-1 0,1 1 0,-1-1-1,1 1 1,-1-1 0,1 0 0,-1 1 0,0-1 0,1 0-1,-1 0 1,1 1 0,-1-1 0,0 0 0,1 0-1,-1 0 1,0 0 0,1 1 0,-1-1 0,0 0-1,1 0 1,-1 0 0,0-1 0,1 1 0,-1 0-1,1 0 1,-1 0 0,0 0 0,1-1 0,-1 1-1,0 0 1,1 0 0,-1-1 0,1 1 0,-1-1-1,1 1 1,-1 0 0,1-1 0,-1 1 0,1-1 0,-1 1-1,1-1 1,0 1 0,-1-1 0,1 0 0,0 1-174,-4-15 397,2 1 0,0 0 0,0-1 0,1 1 0,1-1 0,0 1 0,3-11-397,-2-20 304,0 32-325,0-1-1,1 1 1,1 0 0,0 0 0,1 0-1,0 1 1,0-1 0,2 1-1,-1 0 1,2 1 0,0-1 0,0 1-1,1 0 1,0 1 0,1 0 0,0 0-1,0 1 1,1 0 0,2-1 21,-8 8-232,0-1 0,1 1 0,-1-1 0,1 1 1,0 0-1,-1 1 0,1-1 0,0 1 0,0 0 0,0 0 0,3 0 232,34 1-4768,-23 0 1162,15 0-6123</inkml:trace>
  <inkml:trace contextRef="#ctx0" brushRef="#br0" timeOffset="1">1048 172 8130,'0'0'2768,"0"0"377,0 0-1297,0 0-575,0 0-577,0 0-400,0 141-200,0-126-96,0-6-272,0-4-2377,0-5-5681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9:29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14051,'0'0'1968,"0"0"-287,0 0 223,0 0-1488,0 0-416,0 0-376,176-22-1848,-137 29-4786</inkml:trace>
  <inkml:trace contextRef="#ctx0" brushRef="#br0" timeOffset="1">655 144 12051,'0'0'2213,"0"0"-399,0 0 141,0 0-841,-24 8-574,-74 28-84,91-31-401,1-1 0,-1 1 1,1 0-1,0 1 0,0-1 0,1 1 0,0 1 1,0-1-1,0 1 0,1-1 0,0 1 0,0 1 1,1-1-1,0 0 0,0 1 0,0 0 0,0 4-55,-1 0 77,1-3-41,0-1 0,1 0 1,0 1-1,0 0 0,1-1 1,0 1-1,0 0 0,1 0 0,0-1 1,1 1-1,0 0 0,0 0 1,2 1-37,-2-5 0,1-1 1,0-1 0,0 1 0,0 0 0,0 0-1,0-1 1,1 1 0,0-1 0,0 0 0,0 0-1,0 0 1,0 0 0,1-1 0,-1 1 0,1-1-1,0 0 1,-1 0 0,1 0 0,0 0 0,0-1-1,0 0 1,1 1 0,-1-1 0,0-1 0,0 1 0,1-1-1,1 0 0,38 4-1804,44-2 1804,0-5-4702,-81 3 4132,71-7-7564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9:2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31 12635,'0'0'1975,"0"0"325,0 0-431,0 0-938,-25-7-505,-2-1-241,0 2 0,-22-3-185,46 9 30,-1 0 0,0 0 0,0 0 0,1 0 0,-1 1 0,0 0 0,1 0 0,-1 0 1,1 0-1,-1 1 0,1-1 0,-1 1 0,1 0 0,0 0 0,0 0 0,0 0 0,0 0 0,0 1 1,0 0-1,1-1 0,-1 1 0,1 0 0,0 0 0,0 0 0,0 2-30,-5 3 108,0 1-14,1 0 0,0 1 0,0-1-1,1 1 1,0 1 0,1-1 0,0 0 0,1 1 0,0 0 0,-1 8-94,3-15 10,1 0-1,-1 1 1,1-1 0,0 0 0,0 0-1,0 0 1,1 0 0,-1 1 0,1-1-1,0 0 1,0 0 0,1 0 0,-1 0-1,1 0 1,0-1 0,0 1 0,0 0-1,0-1 1,1 0 0,-1 1 0,1-1-1,0 0 1,0 0 0,0 0 0,0-1-1,1 1 1,-1-1 0,1 0 0,0 0-11,5 3-112,1-1-1,0 0 0,0 0 0,0-1 0,1-1 0,-1 0 0,1 0 0,-1-1 0,1 0 0,0-1 0,-1 0 0,1-1 0,0 0 0,3-1 114,-7 0-125,0 1-1,-1-1 1,1-1 0,0 1-1,-1-1 1,0 0 0,0-1-1,0 1 1,0-1 0,0 0-1,-1-1 1,1 0 0,-1 1-1,-1-2 1,1 1 0,-1 0-1,1-1 1,-2 0 0,1 0-1,-1 0 1,2-5 125,7-26 610,-7 26 2438,-4 42-1498,-1-23-1391,0 1 1,0-1 0,1 1 0,0-1 0,1 1-1,0-1 1,0 1 0,2 2-160,-2-7-212,0-1 0,0 1 0,0-1 0,1 1 1,-1-1-1,1 0 0,-1 0 0,1 0 0,0 0 0,0 0 0,1-1 0,0 1 212,7 3-5932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9:33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 3121,'0'0'860,"0"0"391,0 0 128,0 0-99,0 0 351,-1 6 72,0-1-1412,0-4-188,1 0 0,0 0 1,0 0-1,-1 1 0,1-1 0,0 0 0,0 0 1,0 1-1,0-1 0,0 0 0,1 0 0,-1 1 0,0-1 1,1 0-1,-1 0 0,1 0 0,-1 1-103,1-2 237,0 1 0,-1 0 0,1-1 0,0 1 0,0-1 0,0 1 0,-1-1 0,1 1 0,0-1 0,0 0 0,0 1 0,0-1 0,0 0 0,0 0-1,0 0 1,0 0 0,0 0 0,0 0 0,0 0 0,0 0-237,0 0 1202,-1 0-235,0 0-235,0 0-43,-55 11 2328,45-8-2995,-1 0 0,1 1 0,1 1 0,-1-1 1,1 2-1,0-1 0,0 1 0,0 1 0,1-1 0,0 1 0,0 1 1,1 0-1,0 0 0,0 0 0,1 1 0,-4 6-22,3-2-2,1 0-1,1 1 1,0-1-1,0 1 1,2 0-1,0 0 1,0 1-1,1-1 1,1 0-1,1 1 1,0 13 2,1-23-1,0 0 1,0 1 0,0-1-1,1 0 1,0 0 0,0-1-1,0 1 1,0 0 0,1-1-1,0 1 1,0-1-1,0 0 1,1 0 0,-1 0-1,1 0 1,0-1 0,0 1-1,0-1 1,0 0 0,1 0-1,-1-1 1,1 1 0,0-1-1,0 0 1,0 0 0,0-1-1,0 1 1,0-1 0,1 0 0,3 1 1,-1 0 0,2 0 0,-1-1 1,0 0-1,0-1 0,0 0 1,0 0-1,0-1 0,0 0 1,0-1-1,0 0 0,0 0 0,0-1 1,0 0-1,-1-1 0,7-3-1,1-5-459,0 0-1,-1 0 0,0-2 0,3-4 460,28-35-4113,-21 19-1021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09:33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10122,'0'0'1460,"0"0"256,0 0 160,12 25-330,2-1-1183,-4-7-110,-1 1-1,0 0 1,-1 0-1,-1 0 0,-1 1 1,-1 0-1,0 1 1,-1 3-253,3 41 1753,-4 0-1,-3 45-1752,0-44 737,-4-22-606,-1 0-1,-1 0 1,-3-1 0,-2 0 0,-11 30-131,10-32-797,11-36 342,-4 10-2085,-1-5-2973,-1-4-5532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0:2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141 102 2833,'0'0'1919,"0"0"-223,0 0 359,0 0-320,0 0-408,-5-2 129,-12-7-474,9 8 6430,7 36-6682,-4 14-507,-2 0 0,-2-1 0,-2 0 0,-17 43-223,23-174-3241,5 43 1694,2 25 1179,-2 0 0,0 0 0,0 0 1,-1 0-1,-1 0 0,-1 1 0,0-1 0,-1 0 1,0 1-1,-1 0 0,-5-9 368,7 18 382,1 0-1,0 0 1,0 0 0,1 0-1,-1-1 1,1 1-1,0 0 1,1-1 0,-1 1-1,1-1 1,0 1 0,1-1-382,25-3 466,-22 8-439,37-7-12,0 1-1,1 3 1,-1 1-1,12 3-14,166 9 54,488 24-29,-468-19-26,56 1 9,603-15-96,-872-1 91,0-2-1,1-1 1,4-2-3,60-7-49,201 6 917,-290 7-821,-1 0-1,1 1 1,-1-1 0,0 1 0,1-1-1,-1 1 1,0 0 0,1 0 0,-1-1-1,0 1 1,0 0 0,0 0 0,1 0-1,-1 0 1,0 0 0,-1 1 0,1-1-1,0 0 1,0 1-47,19 33 287,-9-16-175,-6-8 209,2 2-1223,-5-9-4661,-2-4-3946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0:30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11859,'0'0'2267,"0"0"415,0 0-442,0 0-1130,0 0-314,0 0-32,-1 13 218,-38 247 1115,-13 85-620,39-232-4095,3 91 2618,11-241-5158,2 0 0,3-5 5158,-3 16-3298,3-27-6480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0:30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8994,'0'0'1808,"0"0"434,0 0 12,0 0-590,29-21-70,95-63-272,-116 79-1197,1 1 0,-1-1 0,0 2 1,1-1-1,0 1 0,0 1 0,0-1 0,0 2 1,1-1-1,-1 1 0,0 0 0,1 1 1,-1 0-1,0 1 0,1 0 0,5 1-125,5 1 120,-12-2-91,-1 1 1,1 0-1,0 1 1,-1-1-1,1 1 1,-1 1-1,0-1 1,0 2-1,0-1 1,0 0-1,-1 1 1,0 1-1,0-1 1,0 1-1,-1 0 1,1 0-1,-2 0 1,1 1-1,-1 0 1,0 0-1,0 0 1,0 0-1,-1 1 1,-1-1-1,1 2-29,3 8 149,-1-1-1,-1 2 1,0-1-1,-1 0 1,-1 1-1,-1-1 1,0 1-1,-2 0 1,0-1-1,-1 1 1,-1 3-149,0-9 75,-1-1 0,-1 1 0,0-1-1,0 0 1,-1 0 0,0-1 0,-1 0 0,0 0 0,-1-1 0,0 1 0,-1-2 0,0 1 0,0-1 0,-2 1-75,-5 3 110,0 0 0,0-1 1,-1-1-1,0-1 1,-1 0-1,0-1 1,0-1-1,-9 2-110,17-7-11,1 0-1,-1-1 1,1 0-1,-1 0 1,-4-1 11,14 0-491,24-1-2783,8-8-2906,6-3-5737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0:3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12139,'0'0'1696,"0"0"256,-8 22 25,-1-2-1579,1-1-77,0 1 0,2-1 0,0 1-1,1 0 1,1 1 0,-1 17-321,2-9 224,1 1 0,1-1 0,2 0-1,1 1 1,1-1 0,2 6-224,-3-28 21,0 0-1,0 0 1,0 0 0,1-1-1,0 1 1,0-1-1,0 1 1,1-1-1,0 0 1,1 0-1,-1-1 1,1 1 0,0-1-1,0 0 1,1 0-1,-1-1 1,1 0-1,0 0 1,0 0 0,1-1-1,-1 1 1,1-2-1,0 1 1,-1-1-1,1 0 1,0 0-1,1-1 1,0 0-21,4 2 32,0-1 1,0-1-1,1 0 0,-1-1 1,0-1-1,1 0 0,-1 0 1,0-1-1,0 0 0,0-2 0,0 1 1,0-1-1,-1-1 0,1 0 1,-1 0-1,-1-1 0,1-1 1,-1 0-1,0 0 0,0-1 1,-1 0-1,0-1 0,-1 0 0,0 0 1,0-1-1,-1 0 0,0 0 1,-1-1-1,0 0 0,0 0 1,2-8-33,-1-1 256,0 0 0,-1 0 1,-1 0-1,-1 0 1,-1-1-1,-1 0 1,0 0-1,-2 0 0,-1 1 1,0-1-1,-2-8-256,1 25 17,0-1 0,0 0 0,0 1 0,0-1 0,-1 1 0,0 0 0,0-1 0,0 1 0,0 1 0,-1-1 0,1 0 0,-1 1-1,0 0 1,0 0 0,0 0 0,-1 0 0,1 1 0,-1 0 0,1 0 0,-1 0 0,0 0 0,0 1 0,0-1 0,0 1 0,-3 0-17,-18-3-4,0 0-1,0 2 1,-1 1 0,-6 1 4,29 0 3,-2 0-57,-3-1 46,0 1 0,0 1 1,0 0-1,0 0 0,0 0 1,-6 3 7,13-3-89,0-1 1,1 1 0,-1 0 0,1 0 0,-1 0 0,1-1 0,-1 2 0,1-1 0,0 0 0,-1 0 0,1 0 0,0 1 0,0-1 0,0 0 0,0 1 0,0-1 0,0 1 0,0-1 0,0 1 0,1 0 0,-1-1 0,1 1 0,-1 0 0,1 0 0,-1-1 0,1 1 0,0 0 0,0 0 0,0-1 0,0 1 0,0 0 0,1 0 0,-1-1 0,0 1 0,1 0 0,0 1 88,10 19-4440,12-1-2879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0:3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70 12483,'0'0'2968,"0"0"-1951,0 0 1903,8 126-1119,-5-61-585,-3 1-296,0-1-456,0-8-256,0-13-128,0-12-72,0-12 0,0-10-8,0-10-184,11-10-688,-3-20-1441,0-7-4144</inkml:trace>
  <inkml:trace contextRef="#ctx0" brushRef="#br0" timeOffset="1">0 78 3089,'0'0'10570,"0"0"-9330,0 0 240,0 0-1480,0 0-160,140-77-4176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0:32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13291,'0'0'1551,"0"0"-344,0 0-78,0 0-627,0 0-292,0 0-96,-11 17 5,-35 52 123,45-68-217,1 0 0,-1 0 0,0 1 0,0-1 0,1 0 0,-1 1 0,1-1 0,0 0 0,-1 1-1,1-1 1,0 1 0,0-1 0,-1 0 0,1 1 0,1-1 0,-1 1 0,0-1 0,0 1 0,0-1 0,1 1 0,-1-1 0,1 0-1,-1 1 1,1-1 0,-1 0 0,1 1 0,0-1 0,0 0 0,0 0 0,0 0-25,2 2 56,0 0-1,1 0 1,-1 0-1,1-1 1,-1 0 0,1 0-1,0 0 1,1 0-56,5 3 93,33 19 97,-24-15-182,-1 1 1,0 1-1,-1 0 1,1 2-9,-14-10-3,-1 0-1,1 1 1,-1-1 0,0 0-1,0 1 1,0 0-1,0 0 1,-1 0 0,1 0-1,-1 0 1,0 0 0,0 1-1,-1-1 1,1 1-1,-1-1 1,0 1 0,0 0-1,-1-1 1,1 4 3,-2-6 59,1 0 0,-1-1 1,0 1-1,1 0 0,-1-1 0,0 1 0,0-1 1,0 1-1,0-1 0,-1 0 0,1 1 0,0-1 1,-1 0-1,1 0 0,-1 0 0,1 0 1,-1 0-1,1 0 0,-1 0 0,0 0 0,1-1 1,-1 1-1,0-1 0,0 1 0,1-1 1,-1 0-60,-57 13 1918,49-11-1615,-21 2 149,0-1 1,-21-2-453,-32 3-122,78-2-1530,14-1-790,15-1-2625,9 0-3846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0:32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0 11466,'0'0'1510,"0"0"173,0 0 122,0 0-983,0 0-502,0 0-36,-13 14 170,-37 44-9,49-56-422,0 0-1,0-1 1,0 1-1,0 0 0,1 1 1,-1-1-1,0 0 1,1 0-1,0 0 1,-1 0-1,1 0 0,0 1 1,0-1-1,0 0 1,1 0-1,-1 0 1,0 0-1,1 1 1,0-1-1,-1 0 0,1 0 1,0 0-1,0 0 1,0 0-1,0-1 1,0 1-1,1 0 0,-1 0 1,0-1-1,1 1 1,-1-1-1,1 1 1,0-1-1,0 1 0,0-1-22,3 4 76,14 13 105,1-1 1,0-1 0,11 6-182,-15-11 8,0 0 0,-1 1 0,0 0 1,-1 1-1,-1 1 0,0 0 0,1 4-8,-13-17 25,1 1-1,-1 0 1,0 0-1,0 0 1,0-1 0,0 1-1,0 0 1,0 0-1,-1 1 1,1-1-1,-1 0 1,1 0-1,-1 0 1,0 0-1,0 0 1,0 1-1,0-1 1,0 0-1,-1 0 1,1 0 0,0 0-1,-1 0 1,0 1-25,0 0 115,-1 0 0,0-1-1,0 1 1,0-1 0,0 0 0,0 1 0,-1-1 0,1 0 0,-1 0 0,1 0 0,-1-1 0,0 1 0,1-1 0,-3 1-115,-11 5 423,-1-2-1,0 0 1,0-1-1,0 0 1,-5-1-423,-50 5 346,46-6-350,-1 2 1,0 0 0,-13 5 3,33-5-1775,16-3-851,16-2-2615,8-7-3119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0:33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14459,'0'0'2058,"0"0"-439,0 0 168,-24 16-714,-74 57-150,93-69-857,0 2 0,1-1-1,0 0 1,0 1 0,0 0-1,1 0 1,0 0-1,0 0 1,1 1 0,-1-1-1,1 1 1,1-1 0,-1 1-1,1 0 1,0 0 0,1 0-1,0-1 1,0 1 0,0 0-1,1 0 1,0 0-1,0 0 1,1 0-66,-2-4 11,1 1-4,0 0 0,0 0 0,0 0 0,0 0 1,0-1-1,1 1 0,0 0 0,0-1 0,0 1 0,0-1 1,0 0-1,1 1 0,0-1 0,-1 0 0,1-1 0,0 1 1,0 0-1,2 0-7,2 1 5,-1 0 0,1-1 0,-1 1 0,1-2-1,0 1 1,0-1 0,0 0 0,1 0 0,-1-1 0,3 0-5,-2 1-52,1-2-1,-1 1 1,0-1-1,0 0 1,1-1-1,-1 0 1,0 0-1,0-1 1,0 0-1,0 0 1,0-1-1,-1 0 1,1-1-1,-1 1 1,0-1-1,0-1 1,0 1-1,0-1 1,1-2 52,3-7-64,-2-1 1,0 0 0,-1 0-1,0-1 1,-1 0-1,-1 0 1,0-1 0,-2 1-1,0-1 1,0 0-1,-2-1 1,0 1 0,-1-13 63,2 21 452,2 22-392,1 24-94,-3 169 525,-3-205-419,0-17 170,0 3-220,2 0 1,0-1-1,0 1 1,1 0-1,1 0 1,0 0-1,1 1 1,1-1-1,0 1 1,0 0-1,1 1 1,6-8-23,-8 11-4,1 0 0,0 1 1,0 0-1,1 0 0,-1 1 0,2 0 1,-1 0-1,1 0 0,-1 1 0,1 0 1,1 1-1,-1 0 0,1 0 0,0 1 1,0 0-1,0 0 0,0 1 0,9-1 4,-15 3-3,0 0-1,0 0 1,0 0 0,0 1-1,0-1 1,0 1-1,0-1 1,0 1-1,0 0 1,0 1-1,0-1 1,0 0 0,0 1-1,-1 0 1,1-1-1,0 1 1,-1 0-1,0 0 1,1 1-1,-1-1 1,0 0 0,0 1-1,0-1 1,-1 1-1,1 0 1,-1-1-1,1 1 1,-1 0-1,0 0 1,0 0 0,0 0-1,0 0 1,-1 0-1,1 1 4,2 16 53,0 0-1,-1 0 0,-1 0 0,-1 0 1,0 3-53,-1-2 85,1 18-81,0 48-2562,0-85-3005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1:39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2336,'0'0'1594,"0"0"-258,0 0-303,0 0 564,0 0 376,6-35 3655,-7 34-5553,1 1 1,0-1-1,0 0 1,0 1 0,0-1-1,0 0 1,0 1-1,0-1 1,0 0 0,0 1-1,0-1 1,0 0-1,0 1 1,0-1 0,1 0-1,-1 1 1,0-1-1,1 1 1,-1-1 0,0 0-1,1 1 1,-1-1-1,0 1 1,1-1 0,-1 1-1,1-1 1,0 1-76,10 7 290,2 1-296,-12-8 76,-1 0 91,0 0 302,0 0 433,0-33 1143,0 24-2127,1-25 88,7 14-3279,-1 12-3371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1:42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400 564 2681,'0'0'6985,"0"0"-4620,0 0-973,0 0-529,0 0-353,0 0 489,-3-11 452,2 7-1304,1 0 0,-1 1-1,-1-1 1,1 0 0,-1 0-1,1 0 1,-1 1-1,0-1 1,0 1 0,0 0-1,-1-1 1,1 1 0,-1 0-1,0 0 1,0 1 0,0-1-1,0 0 1,0 1 0,-1 0-1,1 0 1,-1 0-1,0 0 1,1 1 0,-5-2-147,-17-4 345,-1 1 1,-1 1-1,1 1 0,-1 2 1,1 1-1,-18 1-345,39 0 6,0 0-1,1 0 0,-1 1 1,0-1-1,0 1 0,0 0 1,1 1-1,-1-1 1,1 1-1,-1 0 0,1 0 1,0 0-1,-1 1 0,1-1 1,0 1-1,1 0 0,-1 0 1,0 1-1,1-1 1,0 1-1,0 0 0,0-1 1,0 1-1,0 1 0,1-1 1,0 0-1,0 1 1,0-1-1,1 1 0,-2 3-5,-2 14-7,1 0 0,0 0 0,2 1 0,1-1 0,0 1 0,2 0 7,-1-23 0,0 7 0,0 0 0,1 1 1,0-1-1,0 0 0,1-1 0,0 1 0,0 0 1,1 0-1,-1-1 0,2 1 0,-1-1 0,0 0 1,1 0-1,0 0 0,1-1 0,-1 1 0,1-1 1,0 0-1,1 0 0,-1-1 0,1 0 0,0 0 1,0 0-1,0 0 0,0-1 0,1 0 0,-1-1 1,1 1-1,0-1 0,0 0 0,0-1 1,0 0-1,0 0 0,0 0 0,0-1 0,0 0 1,0-1-1,0 1 0,0-1 0,0-1 0,0 1 1,0-1-1,0 0 0,-1-1 0,5-1 0,0-3 6,0 0 0,0-1 1,0 0-1,-1 0 0,-1-1 0,1-1 0,-1 1 0,-1-2 0,0 1 0,0-1 0,-1 0 0,-1-1 0,1-1-6,1-3 11,-1-1 0,0 0-1,-1 1 1,-1-2 0,-1 1-1,0-1 1,-2 1-1,0-1 1,0-12-11,-3 11 3,-1-1 0,-1 1 0,-1 0-1,0 0 1,-2 0 0,0 1 0,-1 0 0,-1 0 0,0 0 0,-2 1-1,-9-13-2,-14-18 8,-2 2 0,-2 1 0,-16-12-8,41 43 21,1 1 33,-1 1 1,0 0 0,-1 1 0,0 0-1,0 1 1,-5-2-55,18 12 67,-3-1 263,4 9-167,8 14-145,1-1 1,1 0-1,1 0 0,1-2 0,14 18-18,15 25 51,0 6-32,-9-12-9,40 51-10,-69-102-185,1 1 1,-1-1 0,1 0-1,0 0 1,0-1-1,0 1 1,1-1-1,-1 0 1,1-1 0,0 1-1,0-1 1,0-1-1,1 1 1,-1-1-1,1 0 1,-1 0 0,5 0 184,20 0-5002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1:42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11146,'0'0'2609,"0"0"-1417,0 0 665,0 0-737,168 161-104,-113-72 112,-9 5-176,-10 5-239,-14 0-233,-11-5-232,-5-10-152,-6 3-32,0-15-56,0-1-8,0 6-112,2-23-2129,7-9-4872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1:59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13531,'0'0'2760,"0"0"-28,0 0-947,4 24-1104,11 87 681,2 99-1362,-10 130 1138,1 18-232,-4-268-708,-1-2 122,7 32-320,-6-108 91,-1-19 275,2-21 155,3-58-180,16-123-108,-18 174-227,2-1 0,1 1 1,2 0-1,10-21-6,-20 54-4,-1 0 1,1 0 0,0 0-1,0 0 1,1 0 0,-1 0-1,0 0 1,1 0 0,-1 1-1,1-1 1,-1 0 0,1 1-1,0-1 1,0 1 0,0 0-1,-1 0 1,1 0 0,1 0-1,-1 0 1,0 0 0,2-1 3,-2 2-6,0 0 0,0 0 1,0 1-1,-1-1 1,1 0-1,0 1 1,0-1-1,0 1 0,0-1 1,-1 1-1,1 0 1,0 0-1,-1 0 1,1 0-1,-1 0 0,1 0 1,-1 0-1,1 0 1,-1 1-1,0-1 1,0 1-1,1-1 1,-1 1-1,0-1 0,0 1 6,18 31-7,-1 0-1,-2 1 0,-1 0 0,-1 1 1,2 18 7,24 58-368,-39-109 266,-1-1 0,1 1 0,0-1-1,0 1 1,0-1 0,0 1 0,0-1 0,0 0 0,0 1 0,0-1 0,0 0 0,1 0 0,-1 0 0,0 0 0,1 0 0,-1 0 0,1 0 0,0 0 0,-1-1 0,2 1 102,23 2-4555,-4-3-1580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0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14 399 8106,'0'0'4417,"0"0"-2425,0 0 841,0 0-1521,0 159-736,0-125-240,0-2-216,0-4-120,6-11 0,2-12-1848,-2-5-2521,-4 0-5289</inkml:trace>
  <inkml:trace contextRef="#ctx0" brushRef="#br0" timeOffset="1">1 23 1384,'0'0'13803,"0"0"-11986,0 0 503,0 0-1832,0 0-488,0 0-1464,0 0-1689,74-22-4896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0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4537,'0'0'4680,"8"23"-1780,46 134 4791,2 40-7691,-30-74 786,17 70 645,-34-161-1250,2-1 0,1 0 0,1-1 0,15 25-181,-15-41-25,-10-26-33,-7-30-55,-5-2-48,-3 0-1,-8-19 162,-17-64-391,28 77 365,2 0 1,2-1-1,2 0 0,2 0 0,4-10 26,-3 53 0,1 0-1,1 0 1,-1 0-1,1 0 1,1 1-1,-1-1 1,1 1-1,1-1 1,-1 1-1,1 0 1,0 0-1,1 0 1,0 1-1,0 0 1,0 0-1,1 0 1,0 0-1,0 1 1,-1 1 1,0 0 0,1 1-1,-1 0 1,1 0-1,0 0 1,0 1 0,0 0-1,0 0 1,0 0-1,0 1 1,1 0 0,-1 0-1,0 0 1,1 1 0,-1 0-1,0 0 1,1 1-1,-1 0 1,0 0 0,1 0-1,-1 1 1,0 0-1,0 0 0,1 1 13,-1 1 1,1-1-1,-1 1 0,0 0 0,-1 1 0,1 0 0,-1 0 0,1 0 0,-2 0 0,1 1 0,0 0 1,-1 0-1,0 0 0,-1 0 0,1 1 0,-1 0 0,-1-1 0,1 1 0,-1 0 0,0 0 0,-1 1 1,1 0-14,3 22 260,-1 0 0,-1 1 0,-2-1 0,-1 22-260,-1-41 78,0 0 0,-1 0 0,0-1 0,-1 1 0,0 0 0,-1-1 0,0 0 0,0 0 0,-1 0 0,-1 0-1,1-1 1,-2 0 0,0 2-78,4-7 27,-1 0 0,1 0-1,0 0 1,-1-1 0,0 1-1,0-1 1,0 0-1,0 0 1,-1 0 0,1-1-1,-1 0 1,0 0-1,1 0 1,-1 0 0,0 0-1,0-1 1,0 0 0,0 0-1,0-1 1,-1 1-1,1-1 1,0 0 0,0-1-1,0 1 1,0-1-1,0 0 1,0 0 0,0 0-1,-1-1-26,1-1-77,0 1-1,0-1 0,1 0 0,-1 0 0,1-1 1,0 1-1,0-1 0,0 0 0,0 0 0,1 0 1,0-1-1,0 1 0,0-1 0,0 1 0,0-4 78,-4-5-622,2 0 0,0 0 0,0 0-1,1-1 1,0-6 622,-1-21-5132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11562,'0'0'1829,"0"0"97,24-10-351,159-65-569,-150 52-949,-32 22 18,0 0 0,0 0 0,0 0 0,0 0 1,0 0-1,0-1 0,-1 1 0,1 0 0,0 0 1,-1-1-1,1 1 0,-1-1 0,0 1 1,1-1-1,-1 1 0,0 0 0,0-1 0,0 1 1,0-1-1,0 1 0,0-1 0,0 1 0,-1-1 1,1 1-1,-1-1-75,0 1 49,1 0-1,-1 1 1,0-1-1,0 0 1,0 1 0,-1-1-1,1 1 1,0-1 0,0 1-1,0-1 1,0 1 0,0 0-1,-1 0 1,1 0-1,0-1 1,0 1 0,0 0-1,-1 0 1,1 1 0,0-1-1,-1 0-48,-28 3 197,23-1-176,0 0 1,0 0 0,1 1 0,-1 0-1,0 0 1,1 1 0,0 0 0,0 0-1,0 0 1,0 1 0,1 0 0,0 0-1,0 0 1,0 1 0,0-1 0,1 1-1,0 0 1,0 1 0,1-1 0,0 1 0,-1 0-22,-2 7 16,0 1 1,1 0-1,1-1 1,0 2-1,1-1 0,0 0 1,1 1-1,1-1 1,1 9-17,0-19 4,0 0-1,1 0 1,0 0 0,0 0 0,1 0-1,-1-1 1,1 1 0,0 0-1,0 0 1,0-1 0,1 0 0,0 1-1,0-1 1,0 0 0,0 0 0,1 0-4,3 2 3,0 1 0,1-1 0,-1 0 1,1-1-1,1 0 0,-1 0 1,1-1-1,4 2-3,11 2 6,0 0-1,0-2 1,0-1 0,1 0-1,0-2 1,10-1-6,-26-1-5,0 0-1,-1-1 1,1-1 0,0 1 0,0-1-1,0-1 1,-1 0 0,8-2 5,-12 2-2,0 0 0,0 0 0,0-1 0,0 1 0,-1-1 0,1 0 0,-1 0 0,0 0-1,0 0 1,0-1 0,0 1 0,-1-1 0,0 0 0,1 0 0,-1 0 0,0 0 0,-1 0 0,1-2 2,3-9 170,-1 1 0,-1-1 1,0 0-1,-1 0 0,0-12-170,-1 11 251,1 0 0,0 0 0,1 1 0,1-1 0,1-1-251,-3 11-146,1 1 1,0-1-1,0 1 1,0 0-1,0 0 0,1 0 1,0 1-1,0-1 1,1 1-1,1-2 146,30-21-4310,-3 6-2847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1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4233,'0'0'8224,"0"0"-4619,0 0-1268,0 0-917,-19 31-569,-13 24-99,-11 27-752,39-73 66,1 0 1,-1 0-1,2 0 0,-1 0 1,1 0-1,1 1 1,-1-1-1,2 1 0,-1-1 1,1 1-1,1 0 0,0-1 1,0 1-1,1-1-66,-1 1 36,1-1-18,0-1-1,0 0 1,1 0-1,-1 0 0,2-1 1,-1 1-1,1-1 0,1 0 1,-1 0-1,1 0 0,0 0 1,1-1-1,-1 0 1,1 0-1,5 4-17,-6-7-27,-1 1-1,1-1 1,0 0 0,-1 0-1,1 0 1,1-1 0,-1 0-1,0 0 1,0 0 0,1-1 0,-1 1-1,1-1 1,-1-1 0,1 1-1,0-1 1,-1 0 0,1 0-1,0-1 1,-1 1 0,1-1 0,-1-1-1,1 1 1,-1-1 0,2 0 27,-2-1-126,0 0 1,0-1 0,0 1-1,0-1 1,0 0-1,-1-1 1,0 1 0,0-1-1,0 1 1,-1-1 0,1 0-1,-1-1 1,0 1 0,-1-1-1,1 1 1,-1-1-1,0 0 1,0 0 0,-1 1-1,0-1 1,0-3 125,4-21-405,-2-1-1,-1 1 1,-2-23 405,0 38 27,0-25 180,0 25 421,0 18 822,3 24-1218,0-1-1,2 0 1,0 0-1,9 20-231,3 19 404,-5-16 4,-3 1-1,-2 1 1,-2-1 0,-2 1-1,-2 0 1,-4 12-408,3-57 30,-1 0 1,-1 0-1,1 1 1,-1-1-1,0 0 1,0-1-1,-1 1 1,1 0-1,-2-1 1,1 1-1,0-1 1,-1 0-1,0 0 1,0 0-1,-1-1 1,1 1-1,-1-1 1,0 0-1,0-1 1,0 1-1,0-1 1,-5 2-31,6-3 18,-1 0 0,1 0 0,-1-1-1,0 0 1,0 1 0,0-2 0,0 1 0,1 0 0,-1-1 0,0 0 0,0 0 0,0-1 0,0 0 0,0 1 0,0-1 0,0-1 0,1 1 0,-1-1 0,0 0 0,1 0 0,-1 0 0,1-1 0,0 1 0,0-1 0,0 0 0,0 0-1,0-1 1,-1-1-18,-2-2-165,1 0-1,-1 0 1,2 0-1,-1-1 0,1 0 1,0 0-1,1 0 1,-1-1-1,2 0 1,-1 0-1,1 0 0,1 0 1,0 0-1,0 0 1,0-1-1,1 1 0,1 0 1,0-1 165,0-43-5455,3 5-5026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1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97 13067,'0'0'2072,"0"0"-269,0 0-518,0 0-769,0 0-356,0 0-99,17-15-13,51-46 16,-57 45 352,-21 12-91,-18 10 248,23-1-498,0-1 1,0 1-1,1 0 0,0 1 1,0-1-1,0 1 1,1-1-1,0 1 0,0 0 1,0 1-1,1-1 1,0 0-1,0 1 0,1-1 1,-1 1-1,1 4-75,-3 20 475,1 0-1,2 30-474,1-54 42,-1 10 41,1 0 0,1 0 0,1 0 0,0-1 1,1 1-1,1 0 0,1 4-83,-3-17-9,0 1 0,1 0 1,-1-1-1,1 0 0,0 1 0,0-1 1,0 0-1,1 0 0,0-1 0,-1 1 1,1-1-1,0 0 0,1 0 1,-1 0-1,0 0 0,1-1 0,0 0 1,-1 0-1,1 0 0,0 0 0,0-1 1,0 0-1,0 0 0,0 0 0,1-1 1,-1 0-1,2 0 9,21 2-925,-1-1 1,1-2-1,0-1 1,8-3 924,35-16-4872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2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18 359 6833,'0'0'6446,"0"0"-3642,-3 28 300,-10 89-1372,13-111-1618,-1-1-1,1 1 0,0-1 1,0 1-1,1 0 0,0-1 1,0 1-1,0-1 1,0 1-1,1-1 0,1 3-113,-1-5 44,0 0 0,-1 0 0,1 0 0,0-1 0,0 1 0,0-1 0,1 0 0,-1 1 0,1-1 0,-1 0 0,1 0 0,0-1 0,-1 1 0,4 1-44,3 0 56,1 0 0,-1-1 0,1 0 0,0-1 1,-1 0-1,1 0 0,0-1 0,0 0 1,8-2-57,-12 2 12,0-1 1,0 0 0,0 0-1,0-1 1,0 0 0,0 0 0,0 0-1,0-1 1,-1 0 0,1 0-1,-1 0 1,0-1 0,0 0-1,0 0 1,-1 0 0,1 0-1,-1-1 1,0 0 0,0 1 0,0-2-1,-1 1 1,0 0 0,0-1-1,1-3-12,1-1 17,-1-1-1,-1 1 0,0-1 1,0 0-1,-1 0 1,-1-1-1,0 1 0,0 0 1,-1 0-1,0-1 0,-1 1 1,0 0-1,-2-6-16,0 9-238,-1 0 0,0 0 0,0 0 0,0 0 0,-1 1 0,0-1 0,-1 1 0,0 1 0,0-1 0,0 1 0,-1 0 0,-6-4 238,4 2-933,0 0 0,0-1 0,1 0 0,0-1 0,0 0 0,-3-6 933,0-11-10086</inkml:trace>
  <inkml:trace contextRef="#ctx0" brushRef="#br0" timeOffset="1">167 0 14131,'0'0'1792,"0"0"-167,0 0 327,0 0-1360,0 0-592,25 159-568,-6-130-3801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2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1 444 11306,'0'0'2670,"0"0"588,0 0-1269,0 0-629,0 0-241,0 0-476,5-22-410,50-253-86,-54 268-150,0 1 1,1 0-1,0 0 0,0 0 1,0 0-1,1 0 0,0 0 1,3-4 2,-6 9-4,1 0 0,0 0-1,0 0 1,0 0 0,0 0 0,0 1 0,0-1 0,0 0 0,0 0-1,0 1 1,0-1 0,0 1 0,0-1 0,0 1 0,0-1 0,1 1-1,-1 0 1,0 0 0,2-1 4,-1 2-6,0-1 0,0 0 0,0 1 0,-1-1 0,1 1 0,0 0 0,0 0 0,0-1 0,0 1 0,-1 1 0,1-1 0,0 0 0,-1 0 0,1 0 0,-1 1 0,2 0 6,7 11 68,0 1-1,0 0 1,-2 0 0,0 1-1,0 0 1,-1 0 0,-1 1-1,-1-1 1,0 1 0,-1 1 0,0-1-1,-2 1 1,1 12-68,-5-90 230,1-56-129,2 106-100,0 1 0,0 0-1,1-1 1,1 1 0,0 0 0,0 0 0,1 0 0,0 1 0,2-4-1,-5 10 2,0 1-1,0 0 1,1 0 0,-1 0 0,0 0 0,1 0-1,-1 0 1,1 1 0,0-1 0,-1 0 0,1 1-1,0-1 1,0 1 0,0 0 0,0 0 0,0-1-1,0 1 1,1 1 0,-1-1 0,0 0 0,1 1-1,-1-1 1,0 1-2,1 0 2,-1 0 1,1 1-1,-1 0 0,1-1 0,-1 1 0,0 0 1,0 0-1,1 0 0,-1 1 0,0-1 0,0 1 1,0-1-1,0 1 0,0-1 0,-1 1 0,1 0 1,0 0-1,-1 0-2,9 12 26,0 0 0,-2 1 0,1 0 1,-2 0-1,3 8-26,13 47-67,-18-49 30,2 0 1,1 0-1,4 8 37,-9-24-708,0 1 0,0-1 0,1 0 0,-1 0 0,1 0 0,0-1 0,1 1 0,2 1 708,7 1-10597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2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70 209 13291,'0'0'2207,"0"0"-371,0 0-117,0 0-881,0 0-517,0 0-117,22-24-58,68-75-17,-87 96-115,-1 0 0,1 0 0,-1 0 0,0 0 1,0 0-1,-1 0 0,1-1 0,-1 1 0,1-1 0,-1 1 0,0-1 0,0 1 0,0-3-14,-1 5 5,0 0 1,0 0-1,-1 0 0,1-1 0,0 1 0,0 0 0,-1 0 0,1 0 0,-1 0 0,1-1 0,-1 1 0,1 0 0,-1 0 1,0 0-1,1 0 0,-1 0 0,0 1 0,0-1 0,0 0 0,0 0 0,1 0 0,-1 1 0,0-1 0,-1 0-5,-3-1 22,0 0 0,0 0 0,0 1 0,0-1 0,0 1 0,-1 0 0,1 1 0,0-1 1,-1 1-1,0 0-22,2 0 36,-1 0 1,1 0 0,0 1-1,0-1 1,0 1 0,0 0-1,0 0 1,-1 0 0,2 0-1,-1 1 1,0 0 0,0 0-1,0 0 1,1 0 0,-2 1-37,1 2 62,-1 0 0,1 0 0,0 0 0,0 0 0,0 1 0,1 0 0,0-1 0,0 1 0,-1 4-62,-3 8 158,2 0 0,0 0 0,1 0 1,1 0-1,0 1 0,1-1 0,2 1 0,0 15-158,0-30 14,1 1 0,-1-1-1,1 1 1,0-1 0,0 0-1,1 0 1,-1 0 0,1 0 0,0 0-1,0 0 1,0 0 0,0 0-1,1 0 1,-1-1 0,1 0-1,0 1 1,0-1 0,1 0-1,-1 0 1,0-1 0,1 1-1,0-1 1,0 0 0,0 0 0,0 0-1,0 0 1,0-1 0,4 2-14,-1-1-264,-1 0 1,1-1-1,0 1 1,0-2-1,0 1 1,0-1-1,0 0 1,0 0-1,0-1 1,0 1-1,0-2 1,0 1-1,0-1 1,0 0-1,-1-1 1,1 1-1,-1-1 1,2-1 263,21-18-5676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3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14243,'0'0'2096,"0"0"1009,0 0-1497,0 0-1111,25 148-497,10-101-40,-7-10-1737,-3-10-3688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3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14835,'0'0'2641,"0"0"1688,-3 132-2793,3-66-376,0 4-320,0 1-311,0-6-337,3-1-96,2-5-80,-2-2-8,0-7-8,2-3-8,-2-15-232,2-10-353,4-9-471,4-13-1096,1-23-2169,-6-9-3889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6249,'0'0'5832,"0"0"-3246,0 0-1432,0 0-634,30-7-343,98-19-117,-117 23-71,0 2 0,0-1-1,0 1 1,0 1-1,0 0 1,0 0 0,0 2-1,0-1 1,0 1 0,0 1-1,0-1 1,-1 2 0,9 3 11,-3 2-54,-2 1 0,1 0 0,-1 1 0,-1 0 0,0 1 0,9 11 54,-2-2 20,-8-10 206,26 27-398,-1 0 1,28 41 171,-55-64 267,0 1 0,0 0 0,-2 0 0,4 11-267,-8-17 666,0 1 1,-1 0-1,0 1 1,-1-1-1,0 0 1,-1 1-1,0 8-666,-1-87 1312,4 1 0,4-17-1312,-5 60-32,1 0-1,2 0 0,0 1 0,1 0 0,1 0 1,1 0-1,1 1 0,4-5 33,-14 25-3,0 0 0,1 0-1,-1 0 1,0 0 0,1 0 0,-1 0 0,1 1-1,-1-1 1,1 0 0,-1 0 0,1 0-1,0 1 1,-1-1 0,1 0 0,0 1-1,0-1 1,-1 1 0,1-1 0,0 1-1,0-1 1,0 1 0,0-1 0,0 1 0,0 0-1,0-1 1,0 1 0,0 0 0,0 0-1,0 0 1,0 0 0,0 0 0,0 0-1,0 0 1,-1 0 0,1 0 0,0 0 0,0 1-1,0-1 1,0 0 0,0 1 0,0-1-1,0 1 1,0-1 0,0 1 0,-1-1-1,1 1 1,0-1 0,0 1 0,-1 0 0,1 0-1,0-1 1,-1 1 0,1 0 0,0 0 3,4 7-45,0 0 1,-1 0 0,0 0-1,0 0 1,1 6 44,-2-7 3,30 96-57,-27-79-400,1 0 0,1 0 0,1-1 0,1 0 1,2 1 453,5-1-3181,2-11-2832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4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39 139 11402,'0'0'1549,"0"0"-562,0 0-441,0 0-298,0 0-125,1 10-68,6 42 202,-8-60 298,0 0 0,0 1-1,-1-1 1,0 1 0,0 0 0,-1 0-1,0-1 1,0 2 0,-2-4-555,1 3 378,1 0 0,0-1 0,0 1 0,0-1 0,1 0 0,0 0 0,1 0 0,-1 0 0,1-4-378,1-30 451,0 41-434,3 14-82,12 63-1397,-12-53-948,1 0 0,2 0 0,7 23 2410,-7-35-10016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4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7522,'0'0'2051,"0"0"385,0 0-199,0 0-596,0 0-126,0 0-193,-26 5-354,-79 22-173,102-26-746,1 0-1,-1 0 1,1 1 0,-1-1-1,1 1 1,0-1 0,-1 1-1,1 0 1,0 0 0,0 0-1,0 0 1,0 0 0,1 0-1,-1 0 1,0 1 0,1-1-1,0 0 1,0 1 0,-1 0-1,1-1 1,1 1 0,-1 0-1,0-1 1,1 1 0,-1 0-1,1 0 1,0-1 0,0 1-1,0 1-48,-1 10 248,-6 35 578,2 1 1,3 0-1,2 34-826,0-78 6,1 0-1,0 0 0,0 0 0,0 0 0,1 0 1,-1-1-1,1 1 0,1-1 0,-1 1 1,1-1-1,0 0 0,0 0 0,1 0 1,-1 0-1,1-1 0,0 1 0,0-1 1,1 0-1,-1 0 0,1 0 0,0-1 1,0 0-1,0 0 0,0 0 0,1 0 0,-1-1 1,1 0-1,0 0 0,-1-1 0,1 1 1,0-1-1,3 0-5,5 1-291,-1-1 0,0 0 1,1-1-1,-1 0 0,1-1 0,9-2 291,-10 1-939,-1 0-1,0-2 1,0 1 0,0-1-1,0-1 1,7-4 939,23-16-4561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5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62 13067,'0'0'2650,"0"0"82,0 0-595,0 0-933,0 0-475,-24-12-128,-81-33-188,103 44-398,0 0-1,0 0 1,0 1-1,0-1 1,-1 1-1,1-1 1,0 1-1,-1 0 1,1 0-1,0 0 1,0 0-1,-1 1 1,1-1-1,0 1 1,0-1-1,-1 1 1,1 0-1,0-1 1,0 1-1,0 0 1,0 1-1,0-1 1,0 0-1,0 0 1,0 1-1,1-1 1,-1 1-1,0 0 1,1 0-1,0-1 1,-1 1-1,1 0 1,0 0-1,0 0 1,0 0-1,0 0 1,0 1-1,0-1-14,-3 6 88,-3 7 29,0 0 1,1 0 0,1 1-1,0 0 1,1 0-1,1 0 1,1 0-1,0 0 1,1 0 0,0 1-1,2-1 1,0 2-118,-1-13 5,1 0 1,-1 0-1,1 0 1,1 0-1,-1 0 1,1 0-1,0 0 1,0 0-1,0-1 1,1 1-1,-1-1 1,1 1-1,0-1 1,0 0-1,1 0 0,-1-1 1,1 1-1,0-1 1,0 1-1,0-1 1,1 0-1,-1-1 1,1 1-1,1 0-5,5 2-20,1-1 0,0 0 0,1 0 0,-1-1 0,1-1 0,-1 0 0,1-1 0,0 0-1,5-1 21,-14 0-46,0 0 0,0 0 0,-1-1 0,1 1 0,0-1 0,0 0 0,-1 0 0,1-1 0,-1 1 0,1-1-1,-1 1 1,1-1 0,-1 0 0,0-1 0,0 1 0,0 0 0,0-1 0,0 0 0,0 0 46,1-3-57,1 0 0,-1-1 0,0 1 0,-1-1 0,1 0 0,-1 0 0,-1 0 0,1-1 0,0-4 57,3-17-27,-2-1 0,-1 0 0,-1 0 0,-2-17 27,0 46 3,0-31-14,1-5 955,-2 37-556,0 21-317,-1 30 61,-1 8 327,3 30-459,1-72-148,0-1 0,1 1 0,1-1 1,1 0-1,0 0 0,1 0 0,6 10 148,-1-6-2156,-1-9-3272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7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68 10898,'0'0'1599,"0"0"-129,0 0 592,0 28-342,3 176 413,-6-120-1165,1-39-343,2 1 1,5 39-626,-7-123 1304,2-1 1,5-32-1305,-3 34 198,0 3-143,2-1 0,1 1-1,3-8-54,-5 29 10,1 1 0,0 0 0,1-1 0,0 2 0,0-1 0,2 1 0,-1 0 0,1 0 0,1 0 0,2-1-10,-9 10-4,0 1 1,1-1-1,-1 1 0,0-1 1,1 1-1,-1 0 1,1 0-1,0 0 0,-1 0 1,1 0-1,0 0 0,0 1 1,-1-1-1,1 0 0,0 1 1,0 0-1,0-1 1,0 1-1,0 0 0,0 0 1,-1 0-1,1 0 0,1 0 4,0 1-4,0 0 0,0 0 0,0 0 0,-1 1 0,1-1 0,0 1-1,0-1 1,-1 1 0,1 0 0,-1 0 0,0 0 0,1 1 0,0 0 4,7 10-11,0 1 0,0 0 1,-1 0-1,6 16 11,-11-23-1,45 100 7,-38-79-3,1 0 0,1-1 0,1-1 0,1 0 0,2-1 0,17 21-3,-33-45 2,0 1 1,0-1 0,0 1 0,1-1 0,-1 1-1,0-1 1,1 0 0,-1 1 0,1-1-1,0 0 1,-1 0 0,1 0 0,0 0 0,0-1-1,0 1 1,-1 0 0,1-1 0,0 1-1,0-1 1,0 0 0,0 0 0,0 0 0,0 0-1,0 0 1,0 0 0,0 0 0,0 0-1,0-1 1,0 1 0,0-1 0,-1 0 0,1 1-1,0-1 1,0 0 0,0 0 0,-1 0-1,1 0 1,-1 0 0,1-1 0,-1 1 0,1 0-1,-1-1 1,0 1 0,1-1 0,-1 1-1,0-1 1,1-1-3,4-7 25,-1 0 0,1 0 0,-2-1-1,1 1 1,-1-1 0,-1 0 0,2-10-25,0-13 88,-1-1 1,-1 0-1,-2 0 1,-2 0 0,-3-23-89,1 46 51,0 0 1,-1 0 0,0 0 0,-1 0-1,-1 0 1,0 1 0,0 0 0,-1 0 0,-1 1-1,0 0 1,-8-8-52,-7-13 51,23 31-83,-1 0 0,1 0 0,0 0 0,0 0 1,0 0-1,-1 0 0,1 0 0,0-1 1,0 1-1,0 0 0,0 0 0,0 0 0,0 0 1,-1-1-1,1 1 0,0 0 0,0 0 0,0 0 1,0 0-1,0-1 0,0 1 0,0 0 1,0 0-1,0 0 0,0-1 0,0 1 0,0 0 1,0 0-1,0 0 0,0-1 0,0 1 0,0 0 1,0 0-1,0 0 0,0-1 0,0 1 0,0 0 1,0 0-1,0 0 0,1 0 0,-1-1 1,0 1-1,0 0 0,0 0 0,0 0 0,0 0 1,0-1-1,1 1 0,-1 0 0,0 0 0,0 0 1,0 0-1,1 0 0,-1 0 0,0 0 1,0 0-1,0 0 0,0 0 0,1 0 0,-1 0 1,0-1 31,14 3-4374,-11-2 3041,16 4-4536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9722,'0'0'2385,"0"0"-161,0 0-440,0 0-1127,0 0-457,0 0-120,0 0-80,143 0-480,-115 0-1633,-9-3-4712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08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8666,'0'0'1656,"0"0"617,0 0-641,0 0-1128,0 0-360,167-25-144,-123 25-856,-11 0-3801,-5 0-3049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10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6145,'0'0'5343,"0"0"-2536,0 0-170,0 0-581,0 0-740,0-2 666,0 7-1710,4 89 1718,-5 44-1990,-1-44 499,7 50-499,-4-134 6,-1-4 5,1 0-1,-1 0 0,1 0 1,0 0-1,1 0 0,0-1 0,0 2-10,-2-6-45,0-1-287,0 0-504,0-12-5834,0 2-706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1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60 10850,'0'0'2428,"0"0"61,0 0-367,0 0-992,0 0-551,0 0-246,-1 0-300,1 0 0,-1 0 1,1 0-1,-1 0 0,0 0 1,1 0-1,-1 0 0,0 0 0,1 1 1,-1-1-1,0 0 0,1 0 1,-1 0-1,1 1 0,-1-1 0,1 0 1,-1 1-1,1-1 0,-1 0 1,1 1-1,-1-1 0,1 1 0,-1 0-33,-2 6 202,0 0-1,1 0 0,0 0 0,1 0 0,-1 0 0,1 1 0,1-1 0,-1 1 0,1-1 0,0 0 0,1 4-201,0 1 146,-2 22 157,0-4-160,2 1-1,0-1 0,2 1 0,1-1 0,3 4-142,-5-26 13,0-1-1,0 1 0,1-1 1,0 0-1,0 0 0,1 0 1,0 0-1,0-1 0,0 1 1,1-1-1,0 0 0,1 0 1,-1-1-1,1 0 0,0 0 1,0 0-1,1 0 1,-1-1-1,1 0 0,0-1 1,0 0-1,4 2-12,-6-3 9,0 0 1,0-1-1,0 1 1,0-1 0,0 0-1,1-1 1,-1 1-1,0-1 1,0 0-1,1 0 1,-1-1-1,0 1 1,0-1-1,0 0 1,1-1 0,-1 1-1,-1-1 1,1 0-1,2-1-9,-2-1 24,1 0-1,-1 0 1,-1 0-1,1-1 1,-1 1-1,1-1 1,-1 0-1,-1-1 1,1 1-1,-1-1 1,0 1-1,0-1 1,0 0-1,-1 0-23,6-19 161,-1 0 1,-2 0-1,0 0 0,-2-1 0,0 0 1,-2 1-1,-1-7-161,0 24 31,0 1-1,0-1 1,-1 1 0,0-1-1,-1 1 1,0 0 0,0 0-1,0-1 1,-1 1 0,0 0-1,0 1 1,-1-1 0,0 1-1,0-1 1,0 1 0,-1 1-1,0-1 1,0 0 0,-1 1-1,1 0 1,-1 1 0,-4-3-31,8 5-91,-72-52 631,32 35-1365,-2 12-3824,44 8-978,0 3-3670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11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8162,'0'0'2427,"0"0"-665,0 0-595,0 0-242,0 0 241,4 30 93,-1 6-851,0-5 24,1 1 1,2-1-1,0 0 0,10 26-432,-7-31 283,0 0 0,2-1 0,0 0 0,2 0 0,1-1 0,1-1 0,0-1 0,6 5-283,-16-20 50,1 0 0,1-1 0,-1 1 0,1-1 0,0-1 0,1 1 0,-1-1 0,1-1 0,0 1 0,1-1 0,-1 0 0,0-1 0,1 0 0,0-1 0,0 0 0,0 0 0,0 0 0,0-1 0,0-1 0,0 0 0,0 0 0,0 0 0,1-1 0,-1-1 0,0 0 0,3-1-50,-5 1 35,1-1 0,-1-1 0,0 1 0,-1-1 0,1 0 1,-1 0-1,1-1 0,-1 0 0,0 0 0,-1-1 0,0 1 0,1-1 0,-2 0 1,1-1-1,-1 1 0,0-1 0,0 0 0,-1 0 0,0 0 0,0 0 0,1-4-35,1-8 223,0 0 0,-1-1 0,0 1-1,-2-1 1,-1 0 0,0 1-1,-2-20-222,0 32 19,0 1 0,0-1 0,-1 1 0,0-1 0,0 1 0,0 0 0,-1 0-1,0 0 1,0 0 0,-1 0 0,1 1 0,-1-1 0,-1 1 0,1 0 0,-1 0 0,1 1-1,-1-1 1,-1 1 0,1 0 0,-1 1 0,1-1 0,-1 1 0,0 0 0,0 1 0,0-1-1,-3 0-18,-12-4-570,0 1 0,-1 1 0,0 1 0,0 1 0,0 1 0,0 0 0,-6 2 570,-8 3-5805,7 9-4547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13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11763,'0'0'2315,"0"0"467,0 0-827,0 0-1255,0 0-475,0 22 15,0-9-235,0 75 1484,3-1 1,13 70-1490,-11-147 473,1-24-227,0-24-117,-4 6-111,3 1 0,0 0 0,2 0 0,9-24-18,-12 44-1,0 0 0,1 0 0,0 0 0,1 1 0,0 0 0,1 0 0,0 0 0,0 1 0,1 0 0,0 0 0,1 1 0,0 0 0,0 1 0,5-3 1,-13 9-1,1-1-1,0 1 1,0 0-1,0 0 0,0 0 1,1 0-1,-1 1 0,0-1 1,0 1-1,0-1 0,1 1 1,-1 0-1,0 0 1,0-1-1,1 2 0,-1-1 1,0 0-1,0 0 0,1 1 1,-1-1-1,0 1 0,0 0 1,0 0-1,0 0 1,0 0-1,0 0 0,0 0 1,0 0-1,0 1 0,0-1 1,0 1-1,-1-1 0,1 1 1,-1 0-1,1-1 1,-1 1-1,0 0 0,0 0 1,0 0-1,1 2 2,6 11-14,-2 0-1,0 0 1,0 0 0,-2 0 0,2 8 14,-4-16-1,5 31-1850,-1 1-1,-2 0 1,-2-1-1,-1 1 1,-4 32 1851,1 21-3534,2-87-2047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14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6425,'0'0'3009,"0"0"-632,0 0-1065,0 0-632,0 0-88,0 0-224,0 0-232,71 0-88,-54 0 8,-3 3-56,2-1-8,1 1-160,-4-1-216,7 1-408,-4-3-1513,-5 2-2464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14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4681,'0'0'1088,"0"0"1145,0 0-345,0 0-952,0 0-472,145 0-200,-112 0-216,-2-8-48,-9 6-936,-9 2-5097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18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8858,'0'0'3585,"0"0"-1114,0 0 195,0 0-532,0 0-575,4-6-393,14-17-344,-18 23-805,0-1 1,1 1 0,-1 0-1,0-1 1,0 1-1,1 0 1,-1 0-1,0 0 1,0-1-1,1 1 1,-1 0-1,0 0 1,1 0-1,-1 0 1,0 0-1,1-1 1,-1 1 0,0 0-1,1 0 1,-1 0-1,0 0 1,1 0-1,-1 0 1,0 0-1,1 0 1,-1 0-1,0 0 1,1 0-1,-1 0 1,0 1-1,1-1 1,-1 0-1,0 0 1,1 0 0,-1 0-1,0 0 1,0 1-1,1-1 1,-1 0-1,0 0 1,0 1-1,1-1 1,-1 0-1,0 0 1,0 1-1,0-1 1,1 0-1,-1 1 1,0-1-18,7 17 327,-6-14-189,9 34 267,-1 1-1,-2 1 1,-1-1 0,-3 1-1,0 37-404,-2-26 4,3 1-1,2 0 1,3 4-4,-15-76-11136,-5 1 1294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2:19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76 9210,'0'0'3913,"0"0"-1958,0 0-531,0 0-480,0 0 91,-2 28 19,-1 11-700,-3 118 1039,5-148-1332,1 0 0,0-1 0,1 1 0,0-1 0,1 1 0,-1-1 0,1 1 0,1-1 0,0 0 0,0 0 0,0 0 0,1 0 1,1-1-1,-1 0 0,1 0 0,0 0 0,1 0 0,-1-1 0,1 1 0,1-2 0,-1 1 0,1-1 0,0 0 0,0 0 0,0 0 0,1-1 0,0-1 0,0 1 0,0-1 0,0 0 0,0-1 1,1 0-1,-1-1 0,1 1 0,-1-1 0,7-1-61,-3 1 18,1-1 1,-1-1 0,0 0-1,0 0 1,1-1 0,-1-1-1,-1 0 1,1-1-1,0 0 1,-1-1 0,0 0-1,4-3-18,-8 4 69,-1 0-1,0-1 0,0 0 1,0 0-1,0 0 0,-1-1 0,0 1 1,0-1-1,-1-1 0,0 1 1,0-1-1,0 1 0,-1-1 1,1 0-1,-2 0 0,1-1 0,-1 1 1,0-1-1,-1 1 0,1-5-68,0-8 175,0 0-1,-1 0 1,-1 0-1,-1 0 0,0 0 1,-2 0-1,0 1 0,-1-1 1,-3-3-175,5 15-1,-1 1 0,-1-1 1,1 1-1,-1-1 0,-1 1 0,1 0 1,-1 1-1,-1-1 0,1 1 0,-1 0 1,0 0-1,0 1 0,-1 0 0,1 0 1,-1 0-1,0 1 0,-1 0 0,1 0 1,-1 1-1,0 0 0,0 0 0,0 1 1,-1 0 0,-11-2-332,0 0 1,-1 2-1,0 0 1,-5 2 331,-45 5-4276,45 3-1533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3:0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0 211 12755,'0'0'1381,"0"0"-202,0 0 154,0 0-571,16-25-233,54-78 291,-64 94-614,1 1 0,-1-1 0,2 2 1,-1-1-1,1 1 0,0 0 1,8-4-207,-12 8 92,0 1-1,0 0 1,1 0 0,-1 1 0,1-1 0,-1 1 0,1 0 0,-1 0 0,1 0 0,0 1 0,0 0 0,-1-1 0,4 2-92,-6-1 20,0 1 0,0-1 0,0 1 0,0 0 0,0 0 0,0 0 0,0 0 0,-1 0-1,1 0 1,0 0 0,0 0 0,-1 1 0,1-1 0,-1 1 0,0-1 0,1 1 0,-1 0 0,0 0 0,0-1 0,0 1 0,0 0 0,0 1-20,18 48 462,-18-46-415,12 50 286,-3 0 0,-2 0 0,-1 46-333,-3-45 68,1 0-1,4 0 1,11 40-68,-19-90 5,1-1 0,0 1 0,0 0 0,1-1 0,0 1 1,0-1-1,0 0 0,1 0 0,-1 0 0,5 4-5,-6-8-44,0 1 1,0-1-1,0 1 0,0-1 0,0 0 0,0 0 1,0 0-1,0 0 0,1 0 0,-1 0 0,0 0 1,1-1-1,-1 1 0,0-1 0,1 0 0,-1 0 1,1 0-1,-1 0 0,0 0 0,1 0 0,-1-1 1,1 1-1,-1-1 0,0 1 0,0-1 0,1 0 1,-1 0-1,2-1 44,-1 0-145,0-1 0,0 1 1,0 0-1,0-1 0,0 0 0,0 0 1,-1 0-1,1 0 0,-1 0 0,0 0 1,0-1-1,0 1 0,-1-1 0,1 1 1,-1-1 144,20-62-3268,-17 49 1657,8-30-3614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3:0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0 12603,'0'0'1952,"0"0"-888,0 0 1457,-141 164-1209,84-78-440,-7-2 89,-2 3-169,6-5-344,5-13-192,14-10-176,10-17-72,15-15-8,13-14-480,9-13-1209,21 0-1279,6-10-3154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3:06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11346,'0'0'1865,"0"0"-1361,0 0 840,0 0-808,0 0-384,154 0-32,-119 3-112,1-1 40,-6 1-48,-5 2-152,-6 5-872,-5-3-2201,-8 0-4232</inkml:trace>
  <inkml:trace contextRef="#ctx0" brushRef="#br0" timeOffset="1">210 201 14443,'0'0'2089,"0"0"367,0 0-552,0 0-1343,0 0-401,0 0-160,0 0-689,167 0-631,-117 2-1600,-6 1-2954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3:0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11803,'0'0'2483,"0"0"-990,0 0 232,0 0-749,0 0-543,23-2-61,75-4-19,-93 6-325,-1 1 1,0-1-1,1 1 1,-1 0-1,0 0 1,0 0 0,1 0-1,-1 1 1,0-1-1,-1 1 1,1 0-1,0 1 1,0-1 0,-1 1-1,0-1 1,1 1-1,-1 0 1,0 0-1,0 0 1,0 2-29,3 4 87,0 0 0,-1 0 0,-1 0 0,1 1 0,-2 0 0,2 5-87,-1-5 49,18 77 195,-17-62-459,2 0 0,0-1 0,1 1 215,2-8-2151,-9-17 1960,-1 1 1,0-1 0,1 0 0,-1 1 0,0-1 0,1 0 0,-1 0 0,1 1 0,-1-1 0,0 0 0,1 0 0,-1 1-1,1-1 1,-1 0 0,1 0 0,-1 0 0,0 0 0,1 0 0,-1 0 0,1 0 0,-1 0 0,1 0 0,-1 0 0,1 0-1,-1 0 1,1 0 0,-1 0 0,1 0 0,-1 0 0,1 0 0,-1-1 0,0 1 0,1 0 0,-1 0 0,1-1 0,-1 1-1,0 0 1,1-1 0,-1 1 190,6-10-6237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3:07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12123,'0'0'1432,"0"0"-48,0 0-40,0 0-543,-112 134 143,73-87-208,-2-3-456,-3-2-168,5-2-112,-2 4-416,11-9-1584,11-10-2841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3:29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96 13003,'0'0'1767,"0"0"-318,0 0 245,0 0-164,1 27-95,6 176 891,-4-92-1290,-1-41-605,-2 0-1,-5 19-430,2-84 764,-2-16-354,-3-16-150,3 4-211,0 0 0,2 0-1,1-1 1,0 0 0,2 1 0,1-1 0,2-11-49,0 19 3,0 0 0,1 0 1,0 0-1,2 0 1,0 1-1,0-1 1,1 2-1,1-1 1,1 1-1,10-13-3,6-5-51,1 1 1,2 2-1,0 0 0,2 2 1,2 2-1,0 0 0,23-11 51,-49 33-201,0 0 0,0 0 0,0 1 0,0 0 0,1 0 0,-1 1 0,0 0 0,1 0 0,4 0 201,-7 1-509,-1 0 0,0 0 0,0 1 0,0-1 0,0 1 0,0-1 0,0 1 0,0 0 0,0 0 0,0 0 0,0 1 1,-1-1-1,2 1 509,13 16-7353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3:29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12019,'0'0'2432,"0"0"-1432,0 0 825,0 0-1265,0 0-384,0 0-80,0 0-24,116 0-24,-86 0-40,3-7-8,-5 2-16,-6 0-1168,-6 2-1097,-8 1-4424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3:3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14187,'0'0'1688,"0"0"-247,0 0 103,0 0-800,0 0-376,0 0-96,0 0-200,162 0-24,-129 0-48,3 0-568,-9-5-1672,-8 0-3145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3:3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6145,'0'0'3937,"0"0"-2505,0 0 977,0 0-1017,0 0-816,162 0-184,-131 0-79,-1 0-177,-5 0-64,-9 0-56,-2 0-16,-6 0-64,-8 0-272,0 0-809,0 0-367,-27 0-905,-1 0-1871,1 0 1143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3:3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21 5009,'20'-17'2316,"-48"14"1959,23 3-4115,1 1 1,-1 0-1,0 0 0,1 1 1,-1-1-1,1 1 1,0 0-1,0 0 0,-1 0 1,1 1-1,1-1 0,-1 1 1,0 0-1,1 0 1,-1 0-1,1 1 0,0-1 1,0 1-1,0 0 1,1 0-1,-1 0 0,1 0 1,0 0-1,0 1-160,-2 3 188,0 1 0,0 0 0,1 0 0,0 0-1,1 0 1,0 0 0,1 1 0,-1-1 0,2 1 0,-1-1 0,2 7-188,-1-14 12,1-1 0,-1 1 0,1-1 0,0 0 0,0 1 0,-1-1 1,1 1-1,0-1 0,0 0 0,0 0 0,0 0 0,1 0 0,-1 1 0,0-1 0,0-1 1,1 1-1,-1 0 0,0 0 0,1 0 0,-1-1 0,1 1 0,-1-1 0,1 1 1,-1-1-1,1 0 0,0 1 0,-1-1 0,1 0 0,1 0-12,58 1 289,-44-2-256,15 0-10,-23 0-29,-1 1 0,1 0 0,0 0 0,0 1 0,0 0 0,0 0 6,-6 0-4,0 0 0,0 1-1,0-1 1,0 0 0,0 1 0,-1 0-1,1-1 1,0 1 0,-1 0 0,1 0 0,-1 1-1,0-1 1,1 0 0,-1 1 0,-1 0-1,1-1 1,0 1 0,0 2 4,4 6 87,-1 2-1,0-1 1,-1 0 0,-1 1-1,0 0 1,-1 0 0,0 0-1,-1 0 1,0 0 0,-1 0-1,-2 8-86,2-13 128,0 0-1,-1 0 1,0-1 0,-1 1-1,0 0 1,0 0 0,-1-1-1,0 1 1,0-1-1,0 0 1,-1 0 0,0 0-1,-1 0 1,0-1-1,0 0 1,0 0 0,0 0-1,-1 0 1,-2 0-128,4-4 137,0 0 0,0 0 1,0 0-1,-1-1 0,1 0 0,-1 1 0,1-2 1,-1 1-1,1 0 0,-1-1 0,1 0 0,-1 0 0,1 0 1,-1-1-1,0 0 0,-2 0-137,-2-1 166,0 0 0,0-1-1,0 0 1,1-1 0,-1 0 0,1 0-1,-4-3-165,-5-4 134,1 2-128,0-1-1,1-1 0,0-1 0,1 0 0,-11-12-5,25 24-165,-1-1 0,0 0 0,0 1 0,1-1 0,-1 1 0,0 0-1,0-1 1,0 1 0,0 0 0,1-1 0,-1 1 0,0 0 0,0 0-1,0 0 1,0-1 0,0 1 0,0 0 0,0 0 0,0 1 0,1-1 0,-2 0 165,-4 0-2020,-5 0-3691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3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5961,'0'0'7224,"0"0"-4972,0 0-1023,0 0 110,4 24 107,7 69 326,-5 1-1,-3 7-1771,-6 248 2050,-18 34-2050,18-350-17,3-31-127,0-6-316,1-18-690,2 0 0,1 0 0,0 0 0,1 1 0,3-4 1150,11-50-4905,-5 6-2086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30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8794,'0'0'1307,"0"0"-7,0 0 308,0 0-342,0 0-232,0 0-29,28-19-6,91-55-60,-115 71-879,0 0 1,1 1-1,0 0 1,-1 0-1,1 0 1,0 0-1,0 1 1,0 0-1,0 0 1,1 0-1,-1 0 1,0 1-1,0 0 1,0 0-1,0 0 1,1 1-1,-1 0-60,9 1 153,-8-1-96,0 0 0,1 0 0,-1 1 0,0 0 0,0 0 0,0 1 0,0 0 0,-1 0 0,1 0 0,-1 1 0,0-1 0,0 1 0,0 1 0,0-1 0,-1 1 0,0-1 0,0 1 0,0 1 0,0-1 0,-1 0 0,0 1 0,0 0 0,0 0 0,-1-1 0,0 2 0,1 2-57,3 14 271,0 0 0,-1 1 0,-2-1 0,0 1 0,-2 0 0,0 12-271,-2-29 87,-1 1 0,1 0 0,-1 0 0,-1-1 0,0 0 0,0 1 0,0-1-1,-1 0 1,0 0 0,0-1 0,0 1 0,-1-1 0,0 0 0,-1 0 0,1 0 0,-1-1 0,0 0 0,0 0 0,-1-1 0,0 0 0,-3 2-87,2 0 20,-1-1 1,0 0 0,0-1-1,-1 0 1,1 0-1,-1-1 1,0 0-1,0-1 1,0 0 0,0 0-1,0-1 1,0-1-1,0 0 1,-1 0-1,1-1 1,-8-1-21,17 1-55,0 1 1,-1-1-1,1 1 1,0-1-1,-1 0 1,1 1-1,0-1 1,0 0-1,0 0 0,0 0 1,0 0-1,0 0 1,0 0-1,0 0 1,0 0-1,0 0 1,0-1-1,1 1 1,-1 0-1,0-1 0,1 1 1,-1-1 54,0-20-6428,3 16 922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31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10338,'0'0'1272,"0"0"-383,0 0 615,0 0-112,0 0-247,0 0-249,0 0-256,91 42-72,-66-39-296,-3-3-176,0 0-48,-6 0-48,1 0-80,-3 0-1144,-3 0-1297,-6 0-3872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31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3513,'0'0'4801,"0"0"-3905,0 0 1376,0 0-623,0 0-257,0 0-104,0 0 113,99 40-225,-80-40-392,3 0-400,0-5-232,0-2-152,5-3-232,-5 2-1960,-5 1-3161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39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9778,'0'0'1731,"0"0"-21,0 0-293,0 0-735,0 0-290,-10 17 87,-33 53 104,40-61-450,-1 0 1,2-1 0,-1 1 0,1 0-1,1 0 1,-1 0 0,2 1 0,-1-1-1,1 0 1,0 0 0,1 0 0,1 6-134,1 18 294,-3-18-246,1 0 1,1 0-1,0 0 0,1-1 1,1 1-1,0-1 1,1 0-1,1 0 1,0 0-1,1-1 1,3 6-49,-6-13 6,1 1 1,0-1 0,0 0 0,0 0 0,1 0-1,0-1 1,0 0 0,0 0 0,1 0 0,0-1 0,0 0-1,0-1 1,0 1 0,0-1 0,1 0 0,-1-1-1,1 0 1,0 0 0,0-1 0,0 0 0,-1 0-1,2-1-6,-2 0 77,1 0 0,0 0 0,-1-1-1,1 0 1,0-1 0,-1 0 0,0 0-1,1 0 1,-1-1 0,0 0 0,0-1-1,-1 1 1,1-1 0,-1-1 0,1 1-1,-1-1 1,-1 0 0,1 0 0,-1-1 0,0 0-1,0 0 1,0 0 0,-1 0 0,0-1-1,0 1 1,-1-1 0,0 0 0,0-1-1,1-5-76,1 0 175,0-1-1,-2 0 0,0 0 1,0 0-1,-1 0 1,-1 0-1,0-1 0,-1 1 1,-1-12-175,0 20 73,0-1 0,0 1 1,0 0-1,-1-1 0,0 1 1,0 0-1,-1 0 1,0 0-1,0 0 0,0 1 1,-1-1-1,1 1 0,-1 0 1,-1 0-1,1 0 0,-1 1 1,1-1-1,-1 1 1,-1 0-1,1 0 0,0 1 1,-2-1-74,-13-4 33,1 0 0,-1 2 1,-1 0-1,1 1 0,-1 1 1,0 1-1,0 1 0,0 1 1,-18 1-34,38 0-29,1 0 0,-1 0 0,0 0 0,1 1 0,-1-1 0,0 0 0,1 0 0,-1 0 0,0 1 0,1-1 1,-1 0-1,1 0 0,-1 1 0,1-1 0,-1 1 0,1-1 0,-1 1 0,1-1 0,-1 0 0,1 1 0,-1 0 0,1-1 0,-1 1 0,1-1 1,0 1-1,-1-1 0,1 1 0,0 0 0,0-1 0,0 1 0,-1 0 0,1-1 0,0 1 0,0 0 29,0 28-2025,1-15 197,-1 15-3563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3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11626,'0'0'2153,"0"0"295,0 0-903,0 0-945,0 0-136,0 0-104,-107 141-256,93-124-56,0-2-48,3-7-304,-5-6-1080,2 1-1169,3-3-4736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40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58 158 8530,'0'0'2455,"0"0"-224,0 0-277,0 0-534,0 0-241,0 0-188,0-20-160,0-118 2216,0 138-2708,0 7-159,0 421-5,0-425-169,0 0 1,-1 0 0,1 0 0,-1 0-1,1 0 1,-1 0 0,0 0 0,0 0-1,-1 0 1,1 0 0,-1 0 0,1 0-1,-1-1 1,0 1 0,0-1 0,0 1-1,0-1 1,0 0 0,-1 0 0,-2 2-7,-7 2-3193,-2-4-3426,13-2 846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40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1112,'0'0'7010,"0"0"-5274,0 0 72,0 0-551,0 0-257,0 0 56,0 0-376,168-33-304,-135 29-136,0 1-168,11 3-72,-6 0-72,-5 0-2696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44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2 137 7154,'0'0'2725,"0"0"40,0 0-10,0 0-390,0 0-458,-1-7-479,1 4-1339,-1 1-1,1-1 1,0 0 0,0 1-1,0-1 1,1 0 0,-1 1-1,1-1 1,-1 1-1,1-1 1,0 1 0,0-1-1,0 1 1,0-1 0,1 0-89,1-1 75,0 1 1,0-1 0,1 0 0,-1 1-1,1 0 1,0 0 0,0 0 0,0 0 0,0 1-1,1-1-75,10-5 19,0 0-1,1 2 0,0-1 1,0 2-1,0 0 1,0 1-1,1 1 0,0 0 1,5 1-19,-13 1 3,0 1 0,0 0 0,0 0 0,0 1-1,0 0 1,-1 1 0,1 0 0,0 0 0,-1 1 0,1 0 0,-1 0 0,0 1 0,0 0 0,-1 1 0,1 0 0,-1 0 0,0 0 0,2 3-3,2 4 2,0 1 0,-1 0 1,0 1-1,-1 0 0,-1 1 0,0-1 0,-1 2 1,-1-1-1,3 8-2,8 34 15,-2 1 1,-2 2-16,0 0 5,-2-12 1,-3-6 5,2-1 1,1 0 0,3-1-1,1-1 1,12 22-12,-27-61-136,0-1 0,0 1 0,0 0 0,0 0 1,0 0-1,0-1 0,0 1 0,0 0 0,0 0 0,0 0 0,1 0 0,-1-1 0,0 1 1,0 0-1,0 0 0,0 0 0,0 0 0,0 0 0,1-1 0,-1 1 0,0 0 0,0 0 1,0 0-1,0 0 0,1 0 0,-1 0 0,0 0 0,0 0 0,0-1 0,0 1 0,1 0 1,-1 0-1,0 0 0,0 0 0,0 0 0,1 0 0,-1 0 0,0 0 0,0 0 0,0 0 1,1 0-1,-1 0 0,0 0 0,0 1 0,0-1 0,0 0 0,1 0 0,-1 0 0,0 0 1,0 0-1,0 0 0,0 0 0,1 1 0,-1-1 0,0 0 0,0 0 0,0 0 0,0 0 136,0-11-5825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45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598 0 10842,'0'0'2229,"0"0"27,0 0-413,0 0-1001,0 0-289,0 0 458,0 15 75,0-8-1013,1 12 364,-1 0 0,-1 0-1,-1 0 1,-1 0 0,0 0 0,-1-1-1,-1 1 1,-6 12-437,-93 163 3313,-118 163-3313,54-92 580,154-241-538,7-11-7,0 0 0,-1-1 0,-1 0 0,0-1 0,-8 9-35,16-24-288,-1 0 0,2-1-1,-1 1 1,1-1-1,-1 1 1,1 0 0,0-1-1,1-3 289,12-11-2971,10 0-3422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45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10354,'0'0'1730,"0"0"406,0 0-398,0 0-962,20-21-422,67-70 94,-78 82-218,0 0 0,1 1 0,0 1 0,0 0 0,1 0 0,0 1 0,0 0 0,8-2-230,-12 5 95,0 1 0,0 1 0,0-1 1,0 1-1,0 0 0,0 1 0,0-1 0,0 2 0,1-1 0,-1 1 1,0 0-1,3 1-95,-2 1 7,0 0 0,0 1 0,-1-1 0,1 2 0,-1-1 0,0 1 0,-1 0 0,1 0 0,-1 1 0,0 0 0,0 0 0,-1 0 1,0 1-1,1 2-7,11 15 20,0 2 1,-2 0 0,3 9-21,19 54 79,-24-54 35,1-1-1,19 31-113,-28-56 80,0-1 1,1 0-1,0 0 0,0 0 0,1-1 0,0 0 0,0 0 1,0-1-1,1 0 0,0 0 0,0-1 0,1 0 0,1 0-80,-5-2 52,0-1-1,1 0 1,-1 0-1,0 0 1,1-1-1,0 0 1,-1 0-1,1-1 1,0 1-1,-1-1 0,1 0 1,0 0-1,-1-1 1,1 0-1,-1 0 1,1 0-1,-1-1 1,1 0-1,-1 0 1,0 0-1,0-1 1,0 1-1,0-1 1,0-1-1,0 1 0,-1 0 1,0-1-1,0 0 1,0 0-1,0-1 1,0 1-1,-1-1 1,0 1-1,1-3-51,4-6 146,0-1 1,-1-1-1,-1 1 0,0-1 1,-1 0-1,0 0 0,-2-1 1,1 1-1,-2-1 0,0 0 1,-1-13-147,-1 26-60,0-5 228,0 0 0,0 0 0,-1 0 0,0 0 0,0 0 1,-2-3-169,2 10-123,1-1 1,-1 0 0,0 1 0,1-1-1,-1 1 1,0-1 0,0 1 0,0-1-1,-1 1 1,1 0 0,0-1-1,0 1 1,-1 0 0,1 0 0,-1 0-1,1 0 1,-1 0 0,1 0 0,-1 1-1,0-1 1,1 1 0,-1-1-1,0 1 1,1-1 0,-1 1 0,0 0-1,0 0 1,1-1 0,-1 2 0,-1-1 122,0 0-5352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46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13299,'0'0'1746,"0"0"-457,0 22 428,19 314 2373,-4-207-3343,-5-42 77,-1 35-824,-20-477 789,9 310-784,1-1 0,2 0 0,3 1-1,4-22-4,-5 52 0,0 1 0,2 0-1,-1 0 1,1 0 0,1 1 0,1 0-1,0 0 1,0 0 0,1 1-1,1 0 1,0 1 0,1-1-1,0 2 1,0 0 0,12-9 0,-15 14-4,1-1 0,0 1 0,0 1 0,0-1 0,1 1 0,0 1 1,0 0-1,0 0 0,0 1 0,0 0 0,0 0 0,8 0 4,-12 2-3,0 0-1,0 0 1,0 0-1,0 1 1,0 0-1,0 0 1,0 0 0,0 0-1,-1 1 1,1 0-1,-1 0 1,1 0-1,-1 1 1,0-1-1,0 1 1,0 0 0,0 0-1,0 1 1,-1-1-1,1 1 1,-1 0-1,0-1 1,0 2 0,1 1 3,3 7 3,-1 0 0,0 0 1,-1 1-1,0-1 0,-1 1 1,-1 0-1,0 0 0,-1 1 1,0-1-1,-2 0 0,1 1 1,-2-1-1,0 1 1,0-1-1,-2 0 0,1 0 1,-2 0-1,0 0 0,-1 0 1,0-1-1,-1 0 0,0 0 1,-1 0-1,-1-1 0,0 0 1,-1 0-1,0-1 0,0 0 1,-1-1-1,-1 0 1,-5 4-4,11-9 54,-1 0 1,1 0-1,-1-1 1,-1 0-1,1 0 1,-1 0 0,1-1-1,-1 1 1,0-2-1,0 1 1,-1-1 0,1 0-1,0-1 1,-6 1-55,13-2 7,0 0 1,-1 0 0,1-1-1,-1 1 1,1 0-1,-1 0 1,1-1-1,0 1 1,-1 0 0,1-1-1,0 1 1,-1 0-1,1-1 1,0 1 0,-1-1-1,1 1 1,0 0-1,0-1 1,0 1 0,-1-1-1,1 1 1,0-1-1,0 1 1,0-1 0,0 1-1,0-1 1,0 1-1,0-1 1,0 1-1,0-1 1,0 1 0,0-1-1,0 1 1,0-1-1,0 1-7,4-21 4,-1 16-7,0-1-1,0 1 1,1 0 0,-1 0-1,1 1 1,0-1 0,1 1-1,-1-1 1,1 1-1,0 1 1,-1-1 0,2 1-1,-1 0 1,0 0 0,1 0-1,-1 1 1,1 0-1,0 0 1,6-1 3,3-1-20,0 0 1,1 1-1,0 1 1,0 1-1,-1 0 0,1 1 1,5 1 19,-13 1-11,1-1 0,0 2 1,-1-1-1,1 1 0,-1 0 0,0 1 1,0 0-1,0 0 0,0 1 1,-1 0-1,0 0 0,0 1 1,0 0-1,-1 0 0,1 0 0,-2 1 1,1 0-1,-1 0 0,0 1 11,3 4-4,-1 0-1,0 0 1,-1 0 0,0 1-1,-1 0 1,-1 0-1,0 0 1,0 1 0,-2-1-1,1 1 1,-1 12 4,-2-14 4,-1 0 0,0 0-1,0-1 1,-1 1 0,-1-1 0,0 1 0,-1-1 0,0 0 0,0 0 0,-1-1 0,-1 1 0,0-1 0,0 0 0,-5 4-5,1-1 24,0-1 0,-1-1-1,-1 1 1,0-2-1,-1 0 1,0 0-1,0-1 1,-1-1-1,0 0 1,-7 2-23,9-6 2,-1 0 0,1-1 0,-1-1 0,0 0 0,0 0 1,1-1-1,-1-1 0,0 0 0,0-1 0,0-1 0,0 1 0,1-2 0,-1 0 1,1-1-1,0 0 0,0 0 0,0-2 0,0 1 0,1-2 0,0 1 1,0-1-1,1-1 0,0 0 0,0-1 0,-1-1-2,10 8-172,0 1 0,-1-1 0,1 0 0,0 0 0,0 0 0,1 0 1,-1 0-1,0 0 0,1 0 0,-1 0 0,1-1 0,-1 1 0,1 0 0,0 0 0,0 0 0,0 0 0,0-1 0,1 1 0,-1 0 0,1 0 0,-1 0 1,1 0-1,-1 0 0,1 0 0,0 0 0,1-1 172,17-15-5995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47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12963,'0'0'1968,"0"0"-520,0 0 2265,22 127-2600,-16-78 15,-1-4-360,-2-3-400,0-5-184,0-8-88,-3-9-88,2-7 8,1-8-16,0-3-16,0-2-720,5-10-880,-3-15-3073,1-2-4513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4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12203,'0'0'1519,"0"0"-19,0 0 411,17 24-457,56 78-427,-64-87-799,0 0 1,-1 0 0,0 0 0,-1 1-1,-1 0 1,-1 1 0,0-1 0,-1 1 0,-1 0-1,-1 0 1,0 0 0,-1 1-229,7 48 414,-4-55-338,1-13 50,3-17 25,5-76-105,-9 53-25,2 1 0,7-22-21,-10 52 2,0 0-1,1 0 0,0 0 1,1 0-1,0 1 0,1 0 1,0 0-1,1 0 0,0 1 1,0 0-1,2-1-1,-7 7-2,1 1 1,0-1-1,0 1 0,-1-1 1,1 1-1,1 0 0,-1 0 0,0 0 1,0 1-1,1-1 0,-1 1 1,1 0-1,-1 0 0,1 0 1,0 0-1,-1 1 0,1-1 0,0 1 1,-1 0-1,1 0 0,0 1 1,-1-1-1,1 1 0,0-1 1,-1 1-1,4 1 2,-1 1-3,-1 0 0,1 0 0,0 1-1,-1-1 1,0 1 0,0 1 0,0-1 0,0 1 0,-1-1 0,1 1-1,-1 1 1,-1-1 0,1 1 0,1 2 3,3 7-290,-1 1 0,0 0 0,-1 0 1,0 1-1,-2-1 0,0 1 0,1 11 290,0 16-2598,-2-1 1,-3 20 2597,0-48-7723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47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 11690,'0'0'2137,"0"0"-633,0 0-247,0 0-193,-63 156 496,43-75 8,1 13-103,5-2-281,6-6-464,8-12-432,0-7-208,14-7-64,16-8-8,0-5-8,1-5-336,7 2-680,-8-12-1657,-2-7-3752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4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8738,'0'0'1448,"0"0"-145,0 27 782,0 212 1973,0-153-1696,0-71 1876,0-61-3712,2 1 0,4-12-526,-4 39 4,2 1 0,0-1-1,1 1 1,1 0-1,1 0 1,0 0-1,3-3-3,-5 10 1,1 0 0,0 1 0,1 0-1,-1 0 1,4-3-1,-8 10-3,-1 1-1,0-1 1,0 1-1,1 0 1,-1-1-1,1 1 1,-1 0 0,1 0-1,0 0 1,-1 0-1,1 0 1,0 0-1,0 1 1,0-1 0,0 1-1,-1-1 1,1 1-1,0-1 1,0 1-1,0 0 1,0 0-1,0 0 1,0 0 0,0 1-1,0-1 1,0 0-1,0 1 1,0-1-1,-1 1 1,1 0 0,0-1-1,0 1 1,0 0-1,-1 0 1,1 0-1,0 1 4,4 4-1,-1 0-1,1 1 1,-1 0-1,0 0 0,0 0 1,-1 1-1,0 0 1,0-1-1,-1 1 1,0 1-1,0 1 2,25 98 3,-24-75 4,0 1 0,-2 22-7,0-5-158,-2-49 79,0-1 0,0 0 0,0 1 0,0-1 0,1 0 0,-1 1 0,0-1 0,1 0 0,-1 0 1,1 1-1,-1-1 0,1 0 0,0 0 0,-1 0 0,1 0 0,0 0 0,0 0 0,0 0 0,0 0 0,0 0 0,0 0 0,0 0 1,0 0 78,21 4-5563,-1-4-2248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5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11322,'0'0'1769,"0"0"-193,0 0 761,0 0-1489,0 0-504,0 0-240,0 0-96,168 18-8,-129-18-232,-9 0-1985,-8 0-4552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5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7009,'0'0'4129,"0"0"-2992,0 0 1479,0 0-447,0 0-921,0 0-592,0 0-408,176-7-200,-121-1-48,-14 3-2048,-8 3-4754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54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24 6529,'0'0'2537,"0"0"19,0 0-180,0 0-569,0 0-115,0 0-86,-6-22 3271,-1 21-4834,-1 1 1,1 0-1,0 0 1,-1 1-1,1-1 1,0 2-1,-1-1 1,1 1-1,0 0 1,0 0-1,0 1 0,1 0 1,-1 0-1,1 1 1,-1 0-1,1 0 1,0 0-1,1 1 1,-1 0-1,-4 5-43,-6 7 51,1 1 0,1 0-1,0 1 1,2 1 0,0 0-1,1 1 1,1 0-1,1 0 1,1 1 0,-2 9-51,2-3 8,2 1 0,1 0 0,1 0 1,2 0-1,1 0 0,1 0 0,1 1 0,2 1-8,-2-21 1,1 0 0,0 0 0,1 0 0,0-1 0,0 1 0,1-1 0,0 1 0,1-1 0,0-1 0,0 1 0,1-1 0,0 0 0,0 0 0,1-1 0,0 1-1,1-2 1,-1 1 0,1-1 0,1 0 0,-1-1 0,1 1 0,0-2 0,0 1 0,0-2 0,1 1 0,-1-1 0,1 0 0,0-1 0,0 0 0,0-1 0,0 0 0,0-1-1,0 0 1,5 0-1,-13 0 2,1-1-1,0 1 0,-1-1 0,1 1 0,-1-1 0,1 0 0,-1 0 0,1 0 0,-1 0 0,0 0 1,1-1-1,-1 1 0,0-1 0,0 1 0,0-1 0,0 0 0,0 0 0,-1 0 0,1 0 0,0 0 1,-1 0-1,1 0 0,-1-1 0,0 1 0,0 0 0,0-1 0,0 1 0,0-1 0,-1 1 0,1-1 1,-1 0-1,1 1 0,-1-1 0,0 1 0,0-1 0,0 0 0,-1 1 0,1-1 0,-1 0 0,1 1 1,-1-1-1,0 1 0,0-1 0,0 1 0,0 0 0,0-1 0,-1 1 0,1 0 0,-1 0 0,1 0 1,-1 0-1,0 0 0,0 0 0,0 0 0,0 0 0,0 1 0,-2-2-1,-5-1-115,-1 1 1,0 0-1,0 0 0,0 1 0,0 0 0,0 1 0,0 0 1,-1 0-1,1 1 0,-3 1 115,-26 3-3080,5 6-3532,9 2-6848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8:5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74 5129,'0'0'1027,"0"0"816,0 0 28,0 0-275,0 0 149,0 0 47,3-2 1763,2-9-2403,-5 8-1115,1 1 0,-1-1 0,1 0 0,-1 0 0,1 1 1,0-1-1,0 0 0,0 1 0,0-1 0,1 1 1,-1-1-1,1 1 0,-1 0 0,1 0 0,0 0 0,0 0 1,0 0-1,0 0 0,0 0 0,1 0 0,-1 1 1,0-1-1,1 1 0,-1 0 0,1 0 0,0 0 0,-1 0 1,1 0-1,0 0 0,-1 1 0,1 0 0,0-1 1,0 1-1,0 0 0,-1 0 0,1 0 0,0 1 0,0-1 1,0 1-1,-1-1 0,1 1 0,0 0-37,-2 1 7,1-1 0,-1 1 0,0-1-1,0 1 1,0 0 0,0-1 0,0 1 0,-1 0 0,1 0-1,0 0 1,-1-1 0,1 1 0,-1 0 0,0 0-1,0 0 1,0 0 0,0 0 0,0 0 0,0 0 0,0 0-1,-1 0 1,1 0-7,-1 3 77,1 1-1,-1-1 0,0 0 1,-1 0-1,1 0 1,-1-1-1,0 1 1,-2 3-77,-12 11 174,-1-1-1,0-1 1,-2 0 0,0-1 0,-18 11-174,-8 8-253,-3 5-2045,6-4-3946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01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12363,'0'0'1860,"2"21"435,48 358 3397,-27-207-4418,-8 0-1,-6 76-1273,-36-344-3814,0-34-148,8 43 3668,3-1 0,4-1 0,0-67 294,13 141 221,0 1 0,0-1 0,1 0 0,1 1 0,1-1 0,0 1 0,1 0 0,0 0 0,1 0 0,0 1 0,2 0 0,6-10-221,-8 15 97,-1 0 0,2 1 0,-1 0 1,1 0-1,0 0 0,0 1 0,1 0 0,0 1 0,0 0 0,0 0 0,1 0 0,-1 1 0,1 1 0,0-1 0,1 1 0,-1 1 0,0 0 0,1 0 0,-1 1 0,3 0-97,-7 1 18,1-1 0,-1 2 0,1-1 0,-1 1 0,0 0 0,1 0-1,-1 0 1,0 1 0,0 0 0,0 0 0,0 0 0,0 0 0,0 1 0,0 0-1,-1 0 1,4 3-18,-2 0 8,0 0 0,-1 0 0,1 0 0,-2 1 0,1 0 0,-1 0 0,1 0 1,-2 1-1,1-1 0,0 6-8,2 4 111,-1 0 0,-2 1 0,1-1 0,-2 1 0,0 0 0,-1-1 1,-1 1-1,-1 0 0,-1 0 0,-1 4-111,1-11 125,-1-1 0,-1 0 0,0-1 1,0 1-1,-1 0 0,0-1 0,-1 0 0,0-1 0,0 1 0,-1-1 0,0 0 0,0-1 1,-1 1-1,-1-1-125,-8 7 136,0-1 0,0-1 0,-2 0 0,1-1 0,-1-1 1,-9 2-137,19-9 27,0 0 0,0-1 0,0 0 0,0 0 0,-1-1 0,1-1 0,-7 0-27,15 1-52,-1-1 1,1 0-1,0 0 0,-1 0 1,1 0-1,0 0 1,-1 0-1,1 0 0,0 0 1,-1-1-1,1 1 1,0 0-1,0-1 0,-1 1 1,1-1-1,0 0 0,0 1 1,0-1-1,0 0 1,0 0-1,0 0 0,0 1 1,0-1-1,0 0 1,0 0-1,0 0 0,0-1 1,1 1-1,-1 0 1,0 0-1,1 0 0,-1-1 1,1 1-1,-1 0 0,1 0 1,0-1-1,0 1 1,-1 0-1,1-1 0,0 1 1,0 0-1,0-1 1,1 1-1,-1 0 0,0-1 1,0 1-1,1 0 0,-1 0 1,1-1-1,-1 1 1,1 0-1,-1 0 0,1-1 1,0 1-1,-1 0 1,1 0-1,0 0 52,4-5-1115,0-1 1,0 1-1,0 0 1,1 0-1,0 1 1,0 0-1,0 0 0,7-4 1115,25-16-10869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02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11322,'0'0'4185,"0"0"-2832,0 0 687,0 0-792,0 0-640,185 0-440,-133-5-48,-5 0-120,-9 3-48,-8 2-1136,-8 0-2905,-11 0-7113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02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12563,'0'0'2096,"0"0"-752,0 0 1425,0 0-1265,0 0-920,0 0-319,140-30-265,-58-5-345,-13 3-1751,-11 0-3281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02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28 10426,'0'0'2379,"0"0"-509,-6 27 539,-17 91-441,20-108-1765,2-1-1,0 0 1,0 0-1,0 1 1,1-1-1,1 0 1,-1 1-1,1-1 0,1 0 1,0 0-1,0 0 1,1 0-1,4 8-202,-4-12 63,0-1-1,0 0 1,0 0-1,1 0 1,0 0-1,0-1 1,0 1-1,0-1 1,0 0-1,1 0 1,-1-1-1,1 1 1,0-1-1,0 0 1,0 0-1,0-1 1,0 0-1,0 1 1,0-2-1,0 1 1,4 0-63,2 0 40,0 0 0,1 0 0,-1-1 0,0-1 0,0 0-1,0 0 1,0-1 0,-1-1 0,1 1 0,0-2 0,-1 1 0,0-2 0,8-3-40,-12 4 14,-1 0-1,1 0 1,-1 0 0,0-1 0,0 1 0,0-1-1,-1-1 1,0 1 0,0-1 0,0 1 0,-1-1-1,0 0 1,0 0 0,0-1 0,-1 1 0,1 0-1,-2-1 1,1 0 0,-1 1 0,0-1 0,0 0-1,-1 0 1,0 0-14,0-2 48,-1 0-1,0 0 0,-1 0 1,0 0-1,0 0 1,-1 0-1,0 1 1,-1 0-1,0-1 0,0 1 1,0 0-1,-1 1 1,0-1-1,-1 1 0,0 0 1,0 0-1,0 1 1,-1 0-1,0 0 1,0 1-1,-1-1 0,1 1 1,-1 1-1,0 0 1,-1 0-1,1 0 1,-1 1-1,1 1 0,-1-1 1,0 1-1,0 1 1,-5-1-48,13 2-78,0 0 0,0 0 0,0 0 0,0 0 1,1 0-1,-1 0 0,0 0 0,0 0 0,0 1 0,1-1 0,-1 0 1,0 0-1,0 1 0,1-1 0,-1 0 0,0 1 0,0-1 1,1 1-1,-1-1 0,1 1 0,-1-1 0,0 1 0,1 0 0,-1-1 1,1 1-1,-1 0 0,1 0 78,-3 22-6663,3-21 6230,0 20-10055</inkml:trace>
  <inkml:trace contextRef="#ctx0" brushRef="#br0" timeOffset="1">526 295 9946,'0'0'1616,"0"0"-175,0 0 415,0 0-1256,0 0-432,0 0-80,0 0-72,-25 87 32,11-57-40,1-3-8,7-5-208,3-5-936,3-9-1841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03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97 8786,'0'0'2092,"0"0"-287,0 0 98,0 0-472,0 0-264,0 0-36,0-20-81,-1-20-588,1 4 385,2 81-557,1 16-214,0-27-67,-2 0-1,-1 0 1,-4 26-9,4-56-24,-1 0 1,0-1 0,0 0-1,0 1 1,-1-1-1,1 0 1,-1 1 0,0-1-1,0 0 1,0 0 0,0 0-1,0-1 1,-1 1-1,1 0 1,-1-1 0,0 0-1,0 1 1,0-1-1,0 0 1,0-1 0,0 1-1,0 0 1,-1-1-1,1 0 1,0 0 0,-1 0 23,-9 3 11,-1-1 1,0-1 0,0 0 0,1-1 0,-1-1-1,-2 0-11,15 0 222,26 0 40,-1 0-165,-1 1-81,0-1 0,0-2-1,0 0 1,-1-1-1,17-5-15,88-32-2592,-73 20-1872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03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12291,'0'0'1592,"0"0"336,72 153 425,-42-61-393,-5 6-327,-6 1-665,-3-5-448,-5-9-328,-2-9-88,-9-7-104,0 16-656,0-21-3065,-17-10-4689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19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13067,'0'0'2732,"0"0"-714,0 0-205,4 33-577,13 94-211,31 276 1520,-34-73-74,-16 18-2471,1-110 387,0-226-516,1 0 1,1 0-1,0 1 1,1-1-1,2 9 129,2-12-862,-6-9 826,0 0 0,1 0 0,-1 0 0,1 0 0,-1 0 1,0-1-1,1 1 0,-1 0 0,0 0 0,1-1 0,-1 1 0,0 0 1,0 0-1,1-1 0,-1 1 0,0 0 0,0-1 0,1 1 1,-1 0-1,0-1 0,0 1 0,0 0 0,0-1 0,1 1 1,-1-1-1,0 1 0,0 0 0,0-1 0,0 1 0,0-1 0,0 1 1,0 0-1,0-1 0,0 1 0,0-1 0,0 1 0,-1 0 1,1-1 35,6-57-6885,-1-31 6885,-2 1-7596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19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8786,'0'0'2902,"16"-23"-1112,-3 2-1270,-5 8-191,0 0 0,1 0 0,1 1 0,0 0 0,0 0 0,1 1 0,0 1 0,1 0 0,0 0 0,11-5-329,-12 9 220,0 0 0,1 1 0,0 0 1,0 1-1,0 1 0,0 0 0,1 0 1,-1 1-1,1 1 0,-1 0 0,13 1-219,-17 0 89,-1 1 0,1 0 0,0 1 0,-1 0 0,1 0 0,-1 0 0,1 1 0,-1 0 0,0 1 0,0 0 0,-1 0 0,1 0 0,-1 1 0,0-1 0,0 2 0,0-1 0,-1 1 0,1 0 0,1 3-90,2 4 191,-1 1 0,0 0 1,-1 0-1,0 1 1,-1-1-1,-1 2 0,0-1 1,-1 1-1,1 6-191,0 17 415,-1 0-1,-2 0 1,-1 12-415,-2-32 67,0 0 1,-1-1-1,-1 1 1,-1-1-1,-1 1 1,0-1 0,-2 0-1,0-1 1,0 1-1,-2-1 1,0-1-1,-1 0 1,-1 0 0,0-1-1,-1 0 1,-1-1-1,0-1 1,-1 0-1,0 0 1,-1-2 0,-12 8-68,22-15 5,0-2 1,0 1 0,0 0 0,0-1-1,-1 0 1,1 0 0,-1 0 0,1-1-1,-1 0 1,0 0 0,0 0 0,1-1-1,-5 0-5,8 0-28,0 0-1,0-1 1,1 1-1,-1-1 0,0 1 1,1-1-1,-1 0 0,1 1 1,-1-1-1,0 0 1,1 0-1,0 0 0,-1 0 1,1 0-1,0 0 1,-1-1-1,1 1 0,-1-2 29,1 1-114,-1-1 0,1 0-1,0 1 1,0-1 0,0 0 0,1 0-1,-1 0 1,1 0 0,-1 0-1,1 0 1,0 0 0,0 0-1,0 0 1,1-2 114,0-4-581,1 1 0,-1-1 0,1 1 0,1 0 0,0 0 1,1-3 580,19-27-5521,17-8-7638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19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12019,'0'0'2556,"0"0"-486,0 0-428,0 0-406,-23 31 103,-3 2-925,7-10-124,1 0 1,1 2 0,1 0-1,1 1 1,2 1 0,0 0-1,1 3-290,-2 8 285,2 0 0,1 0 0,2 1 1,2 1-1,2-1 0,1 1 0,2 0 0,3 37-285,1-62 5,0-1 1,1-1 0,0 1-1,1 0 1,1-1-1,0 0 1,1 0-1,0 0 1,1-1 0,0 0-1,1 0 1,0 0-1,1-1 1,1-1-1,0 1 1,0-2-1,1 1 1,6 3-6,-7-6-198,0 0-1,1-1 1,-1 0-1,1-1 1,0-1-1,0 1 1,1-2-1,-1 1 1,1-2-1,2 1 199,-4-2-541,0 0 0,0-1 0,0 0 0,0-1 0,-1 0 0,1 0-1,0-1 1,0 0 0,-1-1 0,0 0 0,1 0 0,7-5 541,32-22-5466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2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4641,'0'0'8794,"0"0"-7026,0 0 2001,113 127-2457,-64-66-287,3 6-169,-2-2-280,-6-4-264,-3-1-104,-5-8-160,-9-3-40,-5-4-8,-5-8 0,-6-5-256,-6-10-704,-5-22-1057,0 0-2272,0 0-1424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2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1 9618,'0'0'1936,"0"0"161,0 0 720,-58 193-1153,23-109-248,-9 7 80,-6-4-399,-2-3-497,2-17-360,9-8-144,11-19-96,8-8 0,8-17-656,6-5-1745,2-8-3304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44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40 7522,'0'0'2824,"0"0"-393,0 0 206,0 0-503,0 0-354,-1-5-108,0 5-1599,1-1 0,0 0 0,-1 0-1,1 1 1,0-1 0,0 0 0,-1 0-1,1 1 1,0-1 0,0 0-1,0 0 1,0 0 0,0 1 0,0-1-1,0 0 1,0 0 0,0 0-1,1 1 1,-1-1 0,0 0 0,0 0-1,1 1 1,-1-1 0,0 0-1,1 0 1,-1 1 0,1-1 0,-1 0-1,1 1 1,-1-1 0,1 1-1,0-1 1,0 0-73,33-4 1099,-26 4-1286,28-1 242,0 1 0,1 1 0,19 4-55,-40-2 10,-1 1 1,1 1 0,-1 0 0,0 1-1,0 1 1,-1 0 0,0 1 0,0 1-1,6 4-10,-15-10 16,-1 1-1,1 0 1,-1 1-1,0-1 1,0 1-1,0 0 1,0 0-1,-1 0 1,1 0 0,-1 1-1,0-1 1,0 2-16,-2-4 11,-1 1 1,1-1-1,-1 1 1,1-1-1,-1 1 1,0-1 0,0 1-1,0 0 1,0-1-1,0 1 1,-1-1-1,1 1 1,-1-1-1,0 1 1,0-1-1,0 1 1,0-1 0,0 0-1,0 0 1,0 1-1,-1-1 1,1 0-1,-1 0 1,0 0-1,0 0 1,0 0-12,-32 34 310,-1-2 1,-13 8-311,4-4-361,44-27-7455,0-6-1286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4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12043,'0'0'2344,"0"0"-1048,0 0 1241,0 0-1521,0 0-728,0 0-160,165-24-128,-129 11-96,10-14-1216,-4 5-2425,-4-5-4481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4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11202,'0'0'1983,"0"0"-183,0 0 141,0 0-839,0 0-493,0 0-167,23-14-210,74-39-116,-95 52-114,-1 0 1,1 0 0,-1 0-1,1 0 1,0 0 0,0 1-1,-1-1 1,1 1 0,0 0-1,0-1 1,0 1-1,0 0 1,-1 0 0,1 0-1,0 0 1,0 0 0,0 0-1,0 1 1,-1-1 0,1 1-1,1 0-2,-2-1 5,0 1 0,0 0 0,0 0-1,0 1 1,-1-1 0,1 0 0,0 0 0,-1 0 0,1 0-1,0 1 1,-1-1 0,1 0 0,-1 0 0,0 1-1,0-1 1,1 1-5,0 4 32,5 20 208,-1 1 1,-1 0-1,-2-1 1,-1 1-1,-1 0 0,-1 0 1,-2 7-241,2-17 68,-2 0 0,0 0 0,0 0 0,-6 12-68,7-22 7,0 0 0,-1 0 0,0 0 0,0-1 0,0 0 0,-1 1 0,0-1 0,0-1 0,-1 1 0,0-1 0,0 1 0,-3 2-7,4-6 40,1-1 0,0 0 0,0 1 0,0-1 1,-1 0-1,1-1 0,0 1 0,-1 0 0,1-1 0,-2 0-40,4 0 13,1 1-1,-1-1 1,0 0-1,1 0 1,-1 0-1,0 0 1,1 0 0,-1 0-1,0 0 1,1 0-1,-1 0 1,1 0-1,-1 0 1,0 0-1,1 0 1,-1-1 0,1 1-1,-1 0 1,0 0-1,1-1 1,-1 1-1,1 0 1,-1-1 0,1 1-1,-1-1 1,1 1-1,-1 0 1,1-1-1,-1 1 1,1-1-1,0 1 1,-1-1 0,1 0-1,0 1 1,0-1-1,-1 1 1,1-1-1,0 0 1,0 1 0,0-1-1,0 1 1,0-1-1,-1 0 1,1 1-1,0-1 1,1 0-1,-1 1 1,0-1 0,0 0-1,0 1 1,0-1-1,0 1 1,1-1-13,0 0-2,1 0 0,-1 0 1,1 0-1,0 0 0,-1 0 0,1 0 1,0 0-1,0 1 0,-1-1 0,1 1 1,0-1-1,0 1 0,0 0 0,0 0 1,0 0-1,0 0 0,-1 0 0,1 0 1,1 1 1,40 4 5,-36-2 11,0 1 0,0 0-1,0 1 1,-1 0 0,0 0 0,0 0 0,0 1 0,0 0-1,-1 0 1,0 0 0,0 0 0,-1 1 0,0 0 0,3 7-16,-1-5 10,-1 0 1,1 0-1,1 0 0,0-1 1,0 0-1,1 0 1,-1 0-1,2-1-10,-7-6-10,-1 1 0,1-1 0,-1 0 0,1 0 0,-1-1 0,1 1 0,0 0 0,-1 0 0,1-1 0,0 1 0,0-1 0,-1 1 0,1-1 0,0 0 0,0 0 0,0 0 0,-1 0 0,1 0 0,0 0 0,0 0 0,0-1 0,-1 1 0,1-1 0,0 1 0,0-1-1,-1 0 1,1 0 0,-1 1 0,1-1 0,0 0 0,-1-1 0,1 1 10,3-4-699,0 0 1,-1-1-1,1 0 0,-1 0 0,0 0 0,0 0 0,0-2 699,-4 7-152,12-20-5903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4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12083,'0'0'1912,"0"0"-592,63 126 1601,-41-42-1481,-3 10-200,-5 0-223,-6 0-337,-5-15-384,-3-10-112,0-7-176,0-8-8,-8-4-48,-17 14-608,3-12-1257,0-7-3128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58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48 1504,'0'0'9329,"0"0"-5608,0 0-1018,0 0-397,0 0-727,-5-2-175,5 2-1372,-1-1-1,1 1 1,0 0-1,-1 0 1,1 0-1,-1 0 1,1 0-1,-1 0 1,1-1-1,-1 1 1,1 0-1,0 0 0,-1-1 1,1 1-1,-1 0 1,1-1-1,0 1 1,0 0-1,-1-1 1,1 1-1,0-1 1,-1 1-1,1 0 1,0-1-1,0 1 1,0-1-1,-1 1 1,1-1-1,0 1 1,0-1-1,0 1 1,0-1-1,0 1 1,0 0-1,0-1 1,0 1-1,0-1 1,0 1-1,0-1 1,0 1-1,1-1 1,-1 1-1,0-1 1,0 1-1,0-1 1,1 1-1,-1 0 1,0-1-1,0 1 1,1-1-1,-1 1 0,0 0 1,1-1-1,-1 1 1,0 0-1,1 0 1,-1-1-1,1 1 1,-1 0-1,0 0 1,1-1-32,42-10 1102,-37 10-1090,40-5 156,-1 2 0,1 2 0,45 4-168,-10 0-869,-79-2 681,36 4-2096,-37-4 1758,0 0 1,0 1 0,1-1 0,-1 1 0,0 0 0,0-1 0,0 1 0,0 0 0,0 0-1,0 0 1,0 0 0,0-1 0,0 1 0,0 0 0,-1 1 0,1-1 525,1 9-10517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19:59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14251,'0'0'4241,"0"0"-2377,0 0 745,0 0-1793,0 0-568,0 0-176,149-59-16,-108 41-56,19-1-432,-7 6-1360,-9-2-3834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0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1 263 10546,'0'0'2752,"0"0"219,0 0-271,0 0-894,0 0-351,-1-1 1930,10-4-3189,21-5-9,-1-2 1,-1 0 0,-1-3-1,12-7-187,-24 13 25,-1-2 0,0 0 0,-1 0 0,0-1 0,-1-1 1,0 0-1,-1 0 0,7-12-25,-9 12 35,-6 9-5,0 0 1,0 0-1,0 0 0,-1 0 0,1 0 1,-1 0-1,0-1 0,-1 1 0,1-1 1,-1 1-1,1-4-30,-2 7 61,3 11-66,6 38 72,-1 0 0,-3 0-1,-2 0 1,-2 46-67,0-12 300,2 144 761,-2-224-1197,2-11-816,16-29-7175,-1 21-4398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0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13235,'0'0'2576,"0"0"226,0 0-615,0 0-976,0 0-488,0 0-195,16-3-58,-2 0-373,33-6 719,41-3-816,11 4 273,37-9-273,-101 11-2468,0-3 0,0 0 0,11-7 2468,-12 2-6016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05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4585,'0'0'7550,"0"0"-3750,0 0-352,0 0-1562,0 0-1040,0 0-283,-1 21 61,0 480 1876,4-383-2471,-3-89-113,-1-7-54,2 0 0,0 0 0,1 0-1,1 0 1,1-1 0,1 1 0,2 2 138,-3-22-3052,-1-12 809,0-9-1936,0-8-3989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06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1 287 5089,'0'0'7095,"0"0"-4109,17-26-503,-4 5-1996,-3 4-206,1 1 0,1 0 1,0 0-1,1 1 0,0 0 0,1 2 1,1-1-1,0 2 0,17-11-281,-8 8 454,1 2 0,0 0 0,1 2 1,1 0-455,-14 7 114,1 0 0,0 0 0,-1 2 1,1-1-1,0 2 0,1 0 0,-1 0 0,0 2 1,0 0-115,-9-1 7,0 1 0,0 1 0,-1-1-1,1 1 1,-1-1 0,0 1 0,1 0 0,-1 1 0,0-1 0,0 1 0,0 0 0,0 0 0,-1 0 0,1 0 0,-1 1 0,0-1 0,0 1 0,0 0 0,-1 0 0,1 0 0,-1 0 0,0 1-1,0-1 1,0 1 0,-1-1 0,1 1 0,-1 2-7,3 9 73,-1-1-1,-1 1 0,0 0 0,-1 0 1,-1 0-1,0 0 0,-3 14-72,1-19 50,-1 0 1,-1 1-1,0-2 0,0 1 0,-1 0 1,-1-1-1,1 0 0,-2 0 0,1-1 1,-1 0-1,-1 0 0,0 0 0,0-1 1,-1 1-51,-7 5 18,0 0 1,-1 0 0,-1-2 0,0 0-1,-1-1 1,0-1 0,-6 2-19,17-9-72,-1 0-1,0 0 1,0-1 0,0 0-1,0-1 1,0 0 0,0 0 0,0-1-1,-9-1 73,18 1-87,-1 0-1,1 0 1,-1 0-1,1 0 1,-1 0-1,1 0 1,-1 0-1,1 0 0,-1 0 1,1 0-1,0-1 1,-1 1-1,1 0 1,-1 0-1,1-1 1,-1 1-1,1 0 1,0-1-1,-1 1 1,1 0-1,0-1 1,-1 1-1,1 0 1,0-1-1,0 1 1,-1-1-1,1 1 0,0-1 1,0 1-1,0-1 1,-1 1-1,1-1 1,0 1-1,0 0 1,0-1-1,0 1 1,0-1-1,0 0 88,0-8-4992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06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12723,'0'0'2674,"0"0"38,0 0-315,0 0-945,0 0-552,0 0-338,-17 9-176,7-5-321,4-1-22,0-1-1,1 1 0,-1-1 0,1 2 1,-1-1-1,1 1 0,0-1 0,0 1 1,1 1-1,-1-1 0,1 1 0,0 0 1,0 0-1,0 0 0,1 0 0,0 0 1,0 1-1,0 0 0,1-1 0,0 1 1,-1 5-43,-8 49 386,3 1 1,2 0 0,3 1 0,3 7-387,0-54 29,1 0-1,1-1 1,0 1 0,1 0 0,1-1 0,0 1 0,1-1 0,1 0 0,0-1 0,6 11-29,-8-16-72,1-1 0,0 1 0,0-1 0,1 0 0,0-1 0,0 1 0,0-1 0,1 0 0,0-1 1,0 0-1,1 0 0,-1 0 0,1-1 0,0 0 0,0-1 0,1 0 0,-1 0 0,8 1 72,20-1-2385,-13-4-4684,-13-1-2960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09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11859,'0'0'2275,"0"0"-412,0 0-226,0 0-911,0 0-494,25 17-75,-2-2-90,-11-8-5,0 1 0,0 0 0,-1 0 0,0 1 0,0 1-1,-1 0 1,-1 0 0,0 1 0,0 0 0,-1 1 0,0 0 0,3 8-62,29 67 1823,0 13-1823,4 9 516,-34-92-462,-6-16-4389,-4-5-247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0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0 6617,'0'0'5760,"0"0"-3831,0 0-638,0 0-310,0 0-179,-17 23 255,-140 187 1831,114-154-1824,-2-3 1,-53 48-1065,98-101 14,0 0 8,0-2-143,2 1-1,-1-1 0,0 0 1,0 1-1,0-1 0,1 1 1,-1-1-1,1 1 0,-1 0 1,1 0-1,-1 0 0,1 0 1,0 0-1,0 0 0,0 0 122,2-2-604,26-18-3535,1-1-2245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0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 9378,'0'0'3589,"0"0"-1378,0 0-433,0 0-598,0 0-243,0 0 146,-7 10 2,-12 13-423,-1-2 0,0 0 0,-2-1 0,0-1 0,-22 14-662,31-25 130,1 1 1,1 1-1,-1 0 1,1 0-1,-2 5-130,9-11 33,0 1 0,1 0 0,-1-1 0,1 1 0,1 0 0,-1 1 0,1-1 0,0 0 1,0 1-1,0-1 0,1 1 0,0 0 0,0 0 0,0-1 0,1 2-33,0-4 13,0-1-1,0 1 1,1-1 0,-1 1 0,1-1 0,0 0-1,0 1 1,0-1 0,0 0 0,0 0 0,0 1-1,1-1 1,-1 0 0,1 0 0,-1 0 0,1 0 0,0-1-1,1 2-12,2 1 34,1 1 1,0-2-1,-1 1 0,2-1 0,-1 1 0,0-2 1,3 2-35,9 2 97,1-1 1,0 0 0,0-2 0,16 2-98,20 0-7,65 5-1509,-42-13-7340,-50-3 445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1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4545,'0'0'8921,"0"0"-5429,0 0-1273,0 0-941,25-11-701,76-36-158,-98 46-385,1-1-1,0 1 0,0 0 0,-1 0 1,1 0-1,0 0 0,0 0 0,0 1 1,0 0-1,0 0 0,0 0 1,0 0-1,1 1-33,-4-1 13,1 1 0,0-1 0,-1 1 0,1 0 0,-1 0 0,1-1 0,-1 1 0,0 0 0,1 0 0,-1 0 1,0 1-1,0-1 0,0 0 0,0 0 0,0 1 0,0-1 0,0 1 0,0-1 0,0 0 0,0 2-13,1 5 33,0 1-1,0-1 1,-1 0-1,0 0 1,-1 1 0,0-1-1,0 1 1,-2 7-33,1 6 76,1-10-22,-1 0 0,-1 0 0,0 0 0,0 0 0,-1 0 1,-1-1-1,0 1 0,0-1 0,-3 5-54,-10 15 261,-2 0 0,-11 13-261,-23 39 777,52-80-674,-1 1-1,1 0 1,0-1-1,0 1 1,0 0 0,0 0-1,1 0 1,-1 0 0,1-1-1,0 1 1,0 3-103,0-3 219,4-3-98,1 0 1,-1 0-1,0-1 0,0 1 0,0-1 1,1 0-1,-1 0 0,2-1-121,-1 1 145,22-1 127,-1-1 1,0-2-1,0 0 1,8-4-273,8 5-1077,-37 3 366,1 0 1,-1 0-1,1-1 1,-1 1 0,1-1-1,-1-1 1,0 1 0,4-2 710,8-4-6498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9234,'0'0'4977,"0"0"-3007,0 0-203,19 32-560,1-1-932,-6-12-60,-1 1 0,-1 0 1,-1 1-1,-1 0 0,0 1 0,-2 0 0,-1 0 0,5 23-215,-2 32 880,-2 0 0,-4 0 0,-3 0 0,-4 7-880,-6 4 362,8-81-339,-1 0 0,0 0 0,0 0 0,0-1 0,-1 1 0,0-1 0,0 0 0,0 1 0,-1-1-1,0-1 1,-2 3-23,6-8-8,0 0 0,0 1 0,-1-1 0,1 0-1,0 1 1,0-1 0,-1 0 0,1 1-1,0-1 1,-1 0 0,1 1 0,-1-1 0,1 0-1,0 0 1,-1 0 0,1 1 0,-1-1 0,1 0-1,0 0 1,-1 0 0,1 0 0,-1 0 0,1 0-1,-1 0 1,1 0 0,-1 0 0,1 0-1,0 0 1,-1 0 0,1 0 0,-1 0 0,1 0-1,-1 0 1,1-1 0,0 1 0,-1 0 0,1 0-1,-1 0 1,1-1 0,0 1 0,-1 0-1,1 0 1,0-1 0,-1 1 0,1 0 0,0-1-1,0 1 1,-1-1 0,1 1 0,0 0 0,0-1-1,-1 1 1,1-1 0,0 1 0,0 0 0,0-1-1,0 1 1,0-1 0,0 1 0,0-1-1,0 1 1,0-1 0,0 1 0,0 0 0,0-1-1,0 1 1,0-1 0,0 1 0,1-1 8,-2-37-2290,1 34 1576,1-15-4149,1-3-3523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1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13779,'0'0'1840,"0"0"369,0 0-521,0 0-944,0 0-448,0 0-296,160 15-272,-133-12-1048,-7-1-1409,-7 1-3224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2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7706,'0'0'6801,"0"0"-4072,0 0-177,0 0-1792,0 0-712,190-84-48,-130 57-2048,-13 4-3321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24 204 9434,'0'0'3702,"0"0"-1315,0 0-28,0 0-777,-4-25-514,-2-3-574,-8-52 27,16 10 3204,-2 74-3677,0 0 1,1 1-1,-1-1 1,1 0-1,0 0 1,0 1-1,1-1 0,-1 0 1,2 2-49,4 13 17,12 63 93,-4 1-1,-3 0 0,-4 4-109,3 253-1592,-7-342-2726,3-14-1158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2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9706,'0'0'6017,"0"0"-4072,0 0 247,0 0-1376,0 0-456,0 0 153,0 0 167,179 0 160,-135-2-56,-3-1-528,-5 1-160,-3-3-96,-3 5-504,11-3-1160,-10 3-2865,-1 0-4097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15755,'0'0'2153,"0"0"407,0 0-447,11 169-1137,8-93-168,1 6-248,2 0-296,-3-6-192,-5-9-72,-3-8-16,-6-9-440,1-16-248,-6-19-1064,0-10-3073,0-5-1729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3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0 352 1816,'0'0'8214,"2"-22"-4985,-1 9-2853,-1 1-145,1 1 0,0 0 0,1 0 1,0 0-1,0 0 0,1 0 0,1 0 0,0 1 0,0-1 0,1 1 0,1 0 0,-1 1 1,2-2-232,5-3 217,0 0 1,0 1 0,1 0-1,1 1 1,0 0 0,0 1-1,1 1 1,1 0 0,0 1-1,0 1 1,1 1-1,0 0 1,0 1 0,0 1-1,1 0 1,0 1 0,0 1-1,0 1 1,11 1-218,-25 0 56,0 2 0,-1-1 0,1 0 1,0 1-1,-1-1 0,1 1 0,-1 0 0,1 0 0,-1 1 0,1-1 0,-1 1 0,0 0 0,0 0 1,0 0-1,0 0 0,0 0 0,0 0 0,-1 1 0,1 0 0,-1-1 0,1 1 0,-1 0 0,0 0 1,0 0-1,0 1 0,-1-1 0,1 0 0,-1 1 0,0-1 0,0 1 0,0-1 0,0 1 0,-1-1 1,1 1-1,-1 0 0,0-1 0,0 4-56,0 3 92,0-1 1,-1 1-1,0-1 0,-1 1 1,1-1-1,-2 0 0,1 0 1,-2 0-1,1 0 0,-1 0 1,0-1-1,-1 0 0,0 0 1,-3 4-93,0-2 12,-2 1-1,1-2 1,-1 1 0,-1-2 0,0 1-1,0-1 1,-1-1 0,1 0-1,-2-1 1,1 0 0,-1-1 0,0 0-1,0-1 1,0 0 0,0-1 0,-1-1-1,1 0 1,-1-1 0,0 0 0,-2-1-12,16 0-73,-1 0 1,1 0 0,-1 0-1,0 0 1,1 0 0,-1 0-1,1 0 1,-1-1 0,0 1-1,1 0 1,-1 0 0,1 0-1,-1-1 1,1 1 0,-1 0-1,1-1 1,-1 1 0,1 0-1,-1-1 1,1 1 0,-1-1-1,1 1 1,0-1 0,-1 1-1,1-1 1,0 1 0,-1-1 0,1 1-1,0-1 1,-1 1 0,1-1-1,0 0 1,0 1 0,0-1-1,0 1 1,0-1 0,0 0 72,3-17-6110,9 0-5418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14003,'0'0'1752,"0"0"1185,-38 126-681,24-54-895,6 4-217,5 3-336,3-7-464,0-8-200,17-12-136,7-10-8,1-12-192,5-13-464,20-17-1072,-6 0-3529,-6-12-4401</inkml:trace>
  <inkml:trace contextRef="#ctx0" brushRef="#br0" timeOffset="1">506 6 12963,'0'0'3152,"0"0"-775,0 0 119,0 0-1103,168 178-529,-124-116-96,-8-6-208,-6-4-264,-5-7-152,-3-5-128,-6-8-16,-2-3 0,0-9-264,-6-3-360,-5-7-640,-3-10-1017,0 0-1607,0 0-145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4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0 6729,'0'0'7510,"0"0"-4680,0 0-578,-15 29-526,-3 7-1273,-18 31 1444,-28 41-1897,20-47 679,-3-1-1,-3-3 0,-30 26-678,18-18-121,51-49-3926,32-28-1003,6-11-1178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0 14091,'0'0'1895,"0"0"158,0 0-420,0 0-518,-18 23-76,-150 164 1351,152-169-2189,1 0 1,0 0-1,-9 18-201,20-29 30,0-1 0,1 1 0,0-1 1,0 1-1,1 0 0,0 0 0,0 0 0,1 0 0,-1 0 0,2 1 0,-1-1 0,1 0 0,0 0 0,1 4-30,-1-10 14,0 0 0,1-1 0,0 1-1,-1 0 1,1 0 0,-1 0 0,1-1 0,0 1-1,0 0 1,-1-1 0,1 1 0,0 0-1,0-1 1,0 1 0,0-1 0,0 0 0,-1 1-1,1-1 1,0 0 0,0 1 0,0-1-1,0 0 1,0 0 0,0 0 0,0 0 0,0 0-1,1 0-13,36 0 112,-28 0-83,32-1-118,29 1-971,-26 3-4432,-27 0-1602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4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7090,'0'0'6633,"0"0"-4553,0 0 985,0 0-953,0 0-831,0 0-433,0 0-192,77 13-248,-53-13-88,-2 0-200,0 0-120,3-5-80,0-3-760,11-4-1056,-6 2-2705,-5-2-3369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5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12275,'0'0'3136,"0"0"-335,0 0-865,0 0-647,0 0-1,0 149-368,0-95-240,0-2-296,0-8-240,0-1-144,0-9-24,0-7-432,0-2-704,0-10-2609,11-5-3576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5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7922,'0'0'6129,"0"0"-4409,0 0 721,0 0-713,121 178-383,-97-94-161,-7 5-96,-14-5-192,-3-5-392,0-7-240,-9-10-200,-10-5-64,0-8-432,-22 11-584,8-11-1320,0-14-4090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7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1 360,'0'0'0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2633,'-41'9'761,"-6"2"-296,25-5 3320,-8 3 3398,70-9 1973,37 16-9880,-43-7 1291,70 7-2309,-36-13-6963,-56-3 1799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7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5657,'0'0'6698,"0"0"-5450,0 0 1577,0 0-321,0 0-1192,0 0-279,0 0-257,151 7-464,-123-7-216,-1 0-96,1 0-288,5 0-1521,-6 0-3224,-5 0-8626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19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13915,'0'0'3217,"0"0"-2081,0 0 96,0 0-760,0 0-328,0 0-144,146 0-272,-113 0-1144,-8 5-1361,-9 0-4944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0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3409,'0'0'12506,"0"0"-10433,0 0 679,0 0-1415,0 0-1289,157-62-48,-85 30-1657,-6 9-3728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9514,'0'0'3985,"0"0"-1633,0 0 193,0 0-910,0 0-960,0 0-240,8 19 125,-4-11-489,6 15 128,0 1 0,-2 0 0,-1 0 0,-1 1 1,1 9-200,6 118 847,-10-94-910,3 1 0,9 38 63,0-46-4349,-9-38-1188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0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15107,'0'0'1897,"0"0"-369,0 0-40,0 0-984,0 0-336,195 0-88,-145-3-80,-6-2-88,3 0-1024,-12 5-1272,-7 0-3354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2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4233,'0'0'9445,"0"0"-5257,0 0-1454,0 0-923,0 0-874,0 0-460,15-1-233,-6 0-209,-4 0-13,0 1 0,0-1 0,0 1-1,0 0 1,0 1 0,0-1 0,0 1 0,2 1-22,-5-2 14,1 1 0,-1 0 1,0 0-1,0 1 0,-1-1 1,1 0-1,0 1 0,0-1 1,-1 1-1,1-1 0,0 1 1,-1 0-1,0-1 0,1 1 1,-1 0-1,0 0 0,0 0 1,0 0-1,0 0 1,0 0-1,-1 1 0,1-1 1,-1 0-1,1 0 0,-1 1-14,6 42 350,-1 1 0,-3-1 0,-2 30-350,-1-33-227,2 0 0,2-1 0,1 0 0,7 26 227,-2-47-2042,5-16-5812,-4-4-924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2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12259,'0'0'3064,"0"0"-1655,0 0 127,0 0-944,176-27-280,-118 20-160,-3-1-152,2-4-568,-10 2-2297,-11 0-9273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3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13483,'0'0'2600,"0"0"105,0 0-296,0 173-1289,11-96-480,5 0-72,4-6-240,-4-6-248,1-9-80,-6-9-48,0-9-408,-6-9-544,3-6-1065,-2-16-2600,-3-5-2944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3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10522,'0'0'1538,"0"0"-40,0 0-185,0 0-486,33-22 37,110-72 320,-132 87-940,0 1 0,0 0 0,1 1 0,-1 0 0,1 1-1,0 0 1,1 1 0,-1 0 0,1 1 0,-1 1-1,1 0 1,0 0 0,-1 1 0,2 1-244,9-1 438,-19 0-405,0 0-1,0 0 1,0 0 0,0 0-1,0 1 1,0-1 0,0 1-1,0 0 1,0 0 0,-1 1 0,1-1-1,0 1 1,-1 0 0,1 0-1,-1 0 1,1 0 0,-1 1-1,0-1 1,0 1 0,0 0-1,0 0 1,-1 0 0,1 0 0,-1 0-1,0 1 1,0-1 0,0 1-1,0 0 1,-1-1 0,1 1-1,-1 0 1,0 0 0,0 0-1,-1 0 1,1 0 0,-1 0-1,0 0 1,0 0 0,0 2-33,1 3 46,-1-1 0,0 1 1,-1 0-1,0 0 0,0-1 1,-1 1-1,0 0 0,-1-1 0,0 0 1,0 1-1,-1-1 0,0-1 1,0 1-1,-2 2-46,-4 3 8,0-1 1,-1 1 0,0-2-1,-1 0 1,0 0-1,-1-1 1,-6 4-9,9-7-325,1-1-1,-2 1 1,1-2 0,-1 0 0,0 0-1,0-1 1,-7 2 325,7-3-1665,-1-1 1,0-1-1,1 0 1,-11 0 1664,2-1-5292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4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10842,'0'0'2817,"0"0"-537,0 0 33,-60 166-1169,51-89-632,9-1-144,0-4-96,11-8-40,20-7 0,4-7-87,7-11-145,-1-6-24,-5-11-633,8-7-1063,-11-10-2129,-9-5-5185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4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10058,'0'0'4808,"0"0"-2405,23 12-249,0-1-1627,-5-3-197,-1 0-1,-1 2 0,1-1 1,-2 2-1,0 0 0,0 1 0,12 13-329,2 8 589,-1 1-1,-1 1 1,8 18-589,50 65-185,-73-96-22,-7-11-1786,0-3-5944,-5-8 2088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4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0 6065,'0'0'6754,"0"0"-5098,0 0 1233,0 166-1257,-16-97-576,-9 3-200,-3-5 41,1-10-361,2-10-272,6-8-136,5-9-120,9-8-8,5-9-616,0-13-1361,5 0-2120,14 0 1033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5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10418,'0'0'2681,"0"0"-257,0 0-71,0 0-1361,168 0-552,-130 0-392,-5 0-48,-3 0-1248,-10 0-1329,-7 3-3856</inkml:trace>
  <inkml:trace contextRef="#ctx0" brushRef="#br0" timeOffset="1">75 213 8890,'0'0'4313,"0"0"-1993,0 0 633,0 0-1633,0 0-800,0 0-376,187 5-144,-115-30-480,-12 3-1624,-5 2-3817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87 12339,'0'0'2221,"0"0"633,-2 23-597,0 76-881,2-96-1313,1 0 0,-1 0 0,1 0 0,-1 0 0,1 0 0,0 0 0,0-1 0,0 1 0,0 0 0,1-1 0,-1 1 0,1 0 0,-1-1 0,1 0 0,0 1 0,0-1 0,0 0 0,0 0 0,0 0 0,1 0 0,-1-1 0,1 1 0,-1-1 0,1 1 0,-1-1 0,1 0 0,0 0 0,1 0-63,5 2 160,1-1-1,0-1 1,-1 0-1,1 0 1,0-1 0,9-1-160,-10 0 69,-3 1-60,0 0-1,0-1 0,0 0 0,0 0 0,-1-1 0,1 1 1,0-1-1,0 0 0,-1-1 0,0 0 0,1 0 0,-1 0 1,0 0-1,0-1 0,-1 0 0,1 0 0,-1 0 0,0 0 1,0-1-1,0 0 0,0 1 0,-1-1 0,0-1 0,0 1 1,0 0-1,-1-1 0,0 0 0,0 1 0,0-1 0,-1 0 1,0 0-1,0 0 0,0 0 0,-1 0 0,0 0 0,0 0 0,0 0 1,-1 0-1,0 0 0,0 0 0,-1-2-8,-1 2-3,0 1 0,0-1 0,0 1-1,0 0 1,-1 0 0,0 0 0,0 0 0,0 1 0,-1-1-1,1 1 1,-1 0 0,0 1 0,0-1 0,-2 0 3,1 0-28,-1 0 0,0 0 0,1 1 0,-2 0 1,1 0-1,0 0 0,-1 1 0,1 0 0,-1 1 0,0-1 0,-1 1 28,7 1-917,2 0-1304,3 0-2144,8 0-1880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5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13419,'0'0'1800,"0"0"921,57 136-673,-40-61-871,-3 1-329,-9 1-168,-2-10-192,-3-5-280,0-13-120,0-9-80,0-8-16,0-10-360,0-2-832,0-8-2825,5-7-2265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6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0 201 13811,'0'0'2080,"0"0"209,0 0-1033,185-5-856,-125 3-400,42-3-672,-14 2-2056,-11 1 1015</inkml:trace>
  <inkml:trace contextRef="#ctx0" brushRef="#br0" timeOffset="1">674 1 8602,'0'0'7273,"0"0"-5232,0 0 527,0 126-1071,6-59-593,2 4-328,3 1 8,-3-5-224,3-5-240,-3-10-64,1-13-56,-1-9-96,-3-10-520,1-10-1128,-1-10-2785,-5 0-1609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6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1 194 9898,'0'0'2427,"0"0"-557,22-25-491,75-79-674,-90 98-607,0-1 0,1 1 0,-1 1-1,1-1 1,0 1 0,0 1-1,1 0 1,0 0 0,-1 0-1,1 1 1,0 0 0,1 1-1,-1 0 1,0 1 0,1 0 0,-1 0-1,1 1 1,6 0-98,-10 0 153,-2 0-66,-1 0 0,1 0 0,0 0 1,-1 1-1,1-1 0,-1 1 1,1 0-1,-1 0 0,1 0 1,-1 0-1,1 1 0,-1 0 0,0-1 1,0 1-1,0 0 0,0 1 1,0-1-1,-1 0 0,1 1 0,0 0 1,0 1-88,1 1 103,-1 1 0,0 0 1,0 0-1,0 0 0,-1 0 1,0 0-1,0 1 0,0-1 1,-1 0-1,0 1 0,0 5-103,0 1 120,-1 0 0,0 0 0,-1 1 0,0-1 0,-1 0 0,-1-1 1,0 1-1,-1 0 0,0-1 0,-1 1 0,0-1 0,-3 4-120,-1-2-6,-1-1 1,0 0 0,-1 0-1,0-1 1,-1 0-1,0-1 1,-1-1-1,0 0 1,0 0 0,-1-1-1,-1-1 1,0-1-1,0 0 1,0-1-1,-4 1 6,18-6-90,0-1-1,0 0 1,0 1-1,1-1 1,-1 0-1,0 1 1,0-1-1,0 0 1,0 0-1,0 0 1,0 0-1,0 0 1,0 0-1,0 0 1,0 0-1,1 0 0,-1 0 1,0-1-1,0 1 1,0 0-1,0-1 1,0 1-1,0-1 1,1 1-1,-1-1 1,0 1-1,0-1 1,1 1-1,-1-1 1,0 0-1,1 1 1,-1-1-1,1 0 1,-1 1-1,1-1 0,-1 0 1,1 0-1,-1 0 1,1 0-1,0 1 1,-1-1-1,1 0 1,0 0-1,0 0 1,0 0-1,0 0 1,0 0-1,0 0 91,0-4-833,1 0-1,0 0 1,0 0-1,0 0 1,0 0-1,1 0 1,0 0-1,2-3 834,14-22-8849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4185,'0'0'9922,"0"0"-8554,-31 128 1809,26-56-1217,2 5-719,3-6-353,0-6-304,19-8-368,12-15-120,2-10-96,8-12-216,14-20-648,-6 0-1569,-10 0-4072</inkml:trace>
  <inkml:trace contextRef="#ctx0" brushRef="#br0" timeOffset="1">374 134 11739,'0'0'4096,"0"0"-2063,0 0 31,0 0-671,0 0-689,138 149-120,-105-98 0,-3-1-224,-5-1-120,-1-14-144,-4-5-96,-7-10-376,4-11-1232,-6-4-2945,-3-5-7578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7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13299,'0'0'2536,"0"0"489,0 0-456,-99 161-1249,68-109-400,4-8-496,8-4-280,5-13-144,6-5-144,8-7-648,0-10-1320,13-5-3226,7 0-5208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7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15155,'0'0'1929,"0"0"-953,0 0-192,157-5-784,-113 2 0,0-2-1040,-14 3-2025,-10-1-6017</inkml:trace>
  <inkml:trace contextRef="#ctx0" brushRef="#br0" timeOffset="1">141 139 2841,'0'0'10986,"0"0"-9066,0 0 633,0 0-1225,0 0-1328,0 0-440,162 20-3497,-113-23-6009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7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93 13435,'0'0'2138,"0"0"306,0 0-331,0 0-998,0 0-498,0 0-54,0-20-103,0-44-164,0 55-72,0 57-35,0 287-1127,0-333 754,0 0 1,0 1 0,-1-1 0,1 0-1,-1 0 1,1 1 0,-1-1 0,0 0 0,0 0-1,0 0 1,0 0 0,0 0 0,0 0 0,-1 0-1,1 0 1,-1-1 0,1 1 0,-1-1 0,0 1-1,0-1 1,1 1 0,-1-1 0,0 0 0,0 0-1,0 0 1,-1 0 0,1 0 0,0 0 0,0-1-1,0 1 1,-1-1 0,1 1 0,0-1 0,-1 0 183,-13 2-650,-1-1 0,1-1 0,-1 0 0,-12-2 650,-5 0 1550,11 6 60,33 4-343,38 4-549,-46-12-714,23 2-378,1-1 0,0-1 1,0-2-1,0 0 1,-1-2-1,5-2 374,23-12-2283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28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11618,'0'0'2793,"0"0"-520,0 0 119,44 200-800,-44-101-423,0 5-57,-9-3-376,-13-12-736,-13 10-72,2-22-1312,0-25-4994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31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3977,'0'0'6960,"0"0"-3983,0 0-902,0 0-492,0 0-528,0 5 3762,-6 28-4208,-9 36-375,3 1 0,3 0 0,2 1 1,4 0-1,4-1 0,2 1 0,7 35-234,23 109 785,46 154-785,-75-352 37,29 113 136,-8-30-8,12 98-165,-36-192-13,-1-5-156,-2-66-4742,-5 31-1597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32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30 3529,'0'0'5441,"0"0"-3051,0 0-527,0 0-284,0 0-159,0 0 184,-1-4-57,1 3-1448,-1-1 0,0 0 0,0 1 0,0-1 0,0 1 0,0 0 0,0-1 0,-1 1 0,1 0 0,0-1-1,-1 1 1,1 0 0,-1 0 0,1 0 0,-1 1 0,0-1 0,1 0 0,-1 0 0,0 1 0,1-1-1,-1 1 1,0 0 0,0-1 0,1 1 0,-1 0 0,0 0 0,0 0 0,0 0 0,0 0 0,1 1 0,-1-1-1,0 0 1,0 1 0,1 0 0,-1-1 0,0 1 0,1 0 0,-1 0 0,1 0 0,-1 0 0,1 0-1,-1 0 1,0 1-99,-3 4 21,1 0 0,-1 0 0,1 0 0,1 1 0,-1-1 0,1 1 0,0 0 0,1 0 0,-1 0 0,2 0 0,-1 0 0,0 6-21,-2 17 35,1 0 0,1 14-35,2-28 9,-1 0 1,2 0 0,0 0 0,1 0-1,1-1 1,0 1 0,1 1-10,-2-12 4,0-1 1,0 1-1,0-1 1,0 0-1,1 1 1,-1-1-1,1 0 1,0-1-1,1 1 1,-1 0-1,1-1 1,-1 0-1,1 0 0,0 0 1,0 0-1,0-1 1,1 1-1,-1-1 1,1 0-1,-1-1 1,1 1-1,-1-1 1,1 0-1,0 0 1,2 0-5,0 1 3,0-1-1,0-1 1,0 1 0,0-1-1,0 0 1,0-1 0,-1 0 0,1 0-1,0 0 1,0-1 0,0 0-1,4-2-2,-8 3 1,-1-1-1,0 1 1,1-1-1,-1 0 0,0 0 1,0 0-1,0 0 1,0 0-1,0 0 0,-1 0 1,1-1-1,-1 1 1,1-1-1,-1 1 0,0-1 1,0 1-1,0-1 1,0 0-1,-1 0 0,1 1 1,-1-1-1,1 0 1,-1 0-1,0 0 0,0 1 1,0-1-1,-1 0 1,1 0-1,-1 0 0,1 1 1,-1-1-1,-1-1 0,1 2-1,0 0-1,0-1 1,0 1-1,-1 0 0,1 0 1,-1 0-1,1 0 1,-1 0-1,0 0 1,0 1-1,0-1 1,0 0-1,0 1 1,0 0-1,0-1 1,0 1-1,-1 0 1,1 0-1,0 0 0,-1 1 1,1-1-1,-1 0 1,-2 1 1,-2-2-37,0 1 0,0 0 0,0 0 0,-1 1 0,1 0 0,0 0 0,0 1 0,-1 0 37,7-1-78,0 1 0,0-1 0,0 1 0,0-1 0,0 1 0,0-1-1,1 1 1,-1 0 0,0 0 0,0-1 0,1 1 0,-1 0 0,1 0-1,-1 0 1,0-1 0,1 1 0,0 0 0,-1 0 0,1 0-1,-1 0 1,1 0 0,0 0 0,0 0 0,-1 1 78,-2 31-3099,2-22 848,-2 18-4140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32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9946,'0'0'1947,"0"0"4,0 0-364,-6 22-425,-4 16-423,3 1 0,1 0 0,2 0 1,1 11-740,3-43 93,0 0 1,0 0 0,1 1-1,0-1 1,1 0 0,0 0 0,0 0-1,0 0 1,1 0-94,-2-4 17,1-1 0,-1 1 0,1-1 0,-1 1 0,1-1 0,0 0 0,0 0 0,0 1 0,0-1 0,1-1 0,-1 1 0,1 0 0,-1-1 0,1 1 0,-1-1 0,1 0 0,0 0 0,0 0 0,-1 0 0,1 0 0,0 0 0,0-1 0,1 1-17,4-1 49,-1 1-1,1-1 0,-1 0 0,1 0 0,-1-1 0,1 0 0,-1 0 0,0-1 0,0 0 1,0-1-1,0 1 0,0-1 0,0 0 0,0-1 0,-1 0 0,0 0 0,0 0 1,0-1-1,3-2-48,-3 0 37,-1 1 0,0-1 0,0 1 0,0-1 0,-1-1 0,0 1 0,0-1 0,-1 1 0,0-1 0,0 0 0,-1-1 0,0 1 1,0 0-1,-1 0 0,0-1 0,-1 1 0,1-5-37,-1 9 76,0 1 0,-1-1 0,1 0 0,-1 1 0,1-1 0,-1 1 0,0-1 0,0 1 0,-1 0 0,1-1 1,-1 1-1,0 0 0,1 0 0,-1 0 0,-1 0 0,1 0 0,0 1 0,-1-1 0,1 1 0,-1-1 0,0 1 0,0 0 0,0 0 0,-3-2-76,-5-1 26,-1 0-1,0 1 0,0 0 0,0 1 0,-1 0 0,-7 0-25,17-1-1902,10 0-1481,10 0-1762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33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3241,'0'0'6629,"0"0"-3840,0 0-1302,0 0-662,0 0 23,0 0 270,18 26 97,-2-6-943,7 10 185,-1 2 0,-2 0-1,-1 0 1,11 30-457,-1 6 374,-3 2 0,-3 1 0,-4 0 0,-2 2 0,-4 0-1,-3 1 1,-3 0 0,-2 41-374,-5-99 66,-6 230 619,2-197-635,-3 0 0,-1 0 0,-15 44-50,-14 17 97,33-100-173,-1 1 0,-1 0 1,1-1-1,-2 0 0,1 0 1,-2-1-1,1 0 0,-6 5 76,9-11-527,-1 0-1,1 0 0,-1-1 1,0 0-1,1 0 1,-1 0-1,0 0 0,-1-1 1,1 0-1,-1 0 528,-6 2-2693,-7 1-3658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44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9 1408,'0'0'7982,"0"0"-4877,0 0-1346,0 0-628,0 0-425,-5 23-147,-15 73-67,20-94-459,-1 0 0,1-1 0,0 1 0,0 0 1,0 0-1,0 0 0,0-1 0,0 1 0,0 0 0,1 0 0,-1-1 0,0 1 0,1 0 0,0-1 0,-1 1 0,1 0 0,0-1 0,0 1 0,0-1 0,0 1 0,0-1 0,0 1 0,0-1 0,1 0 0,-1 0 0,0 0 0,1 1 0,-1-1 0,1 0 0,-1-1 1,1 1-1,0 0-33,3 1 156,1-1 1,-1 0 0,0-1 0,0 1 0,1-1-1,-1 0 1,0-1 0,4 0-157,4 1 381,-4-1-140,-1 0 0,1 0 0,-1-1 0,0 0 0,1 0 0,-1-1 0,0 0 0,-1-1 0,7-3-241,-9 5 124,0-1 0,-1 0 0,1 0-1,-1 0 1,0-1 0,1 1 0,-2-1 0,1 0 0,0 0 0,-1 0 0,0-1 0,0 1 0,0-1 0,0 0-1,1-4-123,-3 7 80,-1 1-1,0-1 0,1 1 1,-1-1-1,0 1 1,0-1-1,0 0 0,0 1 1,0-1-1,0 1 0,-1-1 1,1 1-1,0-1 0,-1 1 1,1 0-1,-1-1 0,0 1 1,1-1-1,-1 1 0,0 0 1,0-1-1,0 1 1,0 0-81,-2-2 86,0 0-1,0 0 0,-1 1 0,1-1 0,0 1 0,-1 0 0,0 0 0,1 1 0,-3-2-84,-10-2 76,-1 0 0,0 0 1,-17-1-77,31 6 21,-6-3-611,-14-2 998,18 6-3932,3 2-3637,2 6-5217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4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6409,'0'0'5137,"0"0"-3192,0 0 303,-19 161-1391,8-122-529,-3-1-104,3-11-112,3-10-112,5-9-776,3-8-3825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45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142 210 6041,'0'0'7008,"0"0"-4219,0 0-631,0-21-823,0-103-192,0 59 2763,2 98-3875,1-1 0,2 1 0,2-1 0,7 22-31,-5-21-251,-1 0 0,-2 0 0,-2 1 0,1 25 251,-5-57-93,0 1 0,-1-1 0,1 0 0,0 0 0,-1 0 0,0 0 0,1 0 0,-1 0 0,0 0 0,0 0 0,0-1 0,0 1 0,0 0 0,-1 0 0,1-1 0,0 1 0,-1-1 0,1 1 0,-2 0 93,-2 1-118,0 1 0,0-1 1,0 0-1,-1 0 0,1-1 0,-1 0 1,-3 1 117,-6 1-42,0 0 0,0-1 0,-1-1 0,1 0 0,-9-1 42,-13-1 607,34 0 299,25 0-487,42 1-334,56-1-679,-45-10-5429,-44 1-1402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46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2777,'0'0'313,"0"0"27,0 0 666,0 0 690,0 0 691,0 0 132,5-2-207,-5 2-2179,1-1 1,-1 1 0,1 0 0,0-1 0,-1 1 0,1-1 0,-1 1 0,1 0 0,0 0 0,-1-1 0,1 1 0,0 0 0,-1 0 0,1 0 0,0 0 0,0 0 0,-1 0 0,1 0 0,0 0 0,-1 0 0,1 0 0,0 0 0,-1 0 0,1 1 0,0-1 0,-1 0-1,1 0 1,0 1 0,-1-1 0,1 1-134,2 26 2486,-3-20-2859,0 2 440,0-1-1,1 1 0,0 0 0,1-1 1,-1 1-1,2-1 0,-1 0 0,1 1 1,1-1-1,-1 0 0,1-1 0,1 1 0,1 2-66,-3-6 33,0 0 0,1-1 0,-1 1 0,1-1 0,-1 0 0,1 0 0,0 0 0,0-1 0,0 1 0,0-1 0,1 0 0,-1 0 0,1-1 0,-1 1-1,1-1 1,-1 0 0,1 0 0,0 0 0,0-1 0,-1 0 0,1 0 0,0 0 0,0 0 0,-1-1 0,2 0-33,-2 0 25,-1 0 1,0 0 0,1-1-1,-1 1 1,0-1-1,1 0 1,-1 0-1,0 0 1,-1-1-1,1 1 1,0-1 0,-1 1-1,1-1 1,-1 0-1,0 0 1,0 0-1,0 0 1,0 0-1,0 0 1,-1-1 0,1 1-1,-1-3-25,2 0 133,-1 0 1,0 0-1,-1 0 1,0 0-1,0 0 1,0-1-1,-1 1 0,0 0 1,0-1-1,0 1 1,-1 0-1,0-1 0,-1-1-133,1 5 21,-1 0-1,0 0 0,0 1 0,-1-1 0,1 0 1,0 1-1,-1 0 0,0-1 0,1 1 1,-1 0-1,0 0 0,0 0 0,0 1 0,-1-1 1,1 1-1,0 0 0,-1 0 0,1 0 1,0 0-1,-1 0 0,1 1 0,-1 0 0,1 0 1,-3 0-21,-10-2-617,0 2 0,0 0 0,-1 0 1,-8 3 616,-14 8-5031,8 3-4377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4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2841,'0'0'633,"0"0"1090,0 0-15,0 0-138,0 0 143,0 0-164,-1 15 10967,-9 57-12510,3-30 2,2 0 1,2 0-1,2 1 1,1-1-1,4 15-8,-4-53-67,1-1-1,0 0 1,-1 0-1,2 0 1,-1 0-1,0-1 1,0 1 0,1 0-1,0 0 1,-1-1-1,1 1 1,0-1-1,0 0 1,1 1-1,-1-1 1,0 0-1,1 0 1,-1 0 0,1-1-1,0 1 1,-1-1-1,1 1 1,0-1-1,0 0 1,0 0-1,0 0 1,0 0 0,0-1-1,1 1 68,11 1-962,1-1-1,0 0 1,0-1-1,0 0 1,5-2 962,0 1-1483,5-1-6605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49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3745,'0'0'5698,"0"0"-3314,0 0-553,0 0-452,0 0-545,0 0-187,-13 19-89,-40 66-204,50-80-317,0 1 0,1-1-1,0 1 1,0-1 0,1 1 0,-1 0-1,1 0 1,0 0 0,1 4-37,0-7 14,0 0 1,0-1-1,0 1 1,1 0-1,-1 0 1,1-1-1,0 1 1,0-1-1,0 1 1,0-1 0,0 1-1,1-1 1,-1 1-1,1-1 1,0 0-15,1 2 27,1-1 0,0 0 1,-1-1-1,1 1 0,0-1 1,0 1-1,1-1 0,-1 0 1,0-1-1,1 1 0,-1-1 1,1 0-1,-1 0 0,1 0 1,0-1-1,0 1 0,-1-1 1,3-1-28,3 1 126,-1 0 1,0-1-1,1 0 1,-1-1-1,0 0 1,0 0 0,0-1-1,0 0 1,6-4-127,-13 6 84,1 0 0,-1-1 1,1 1-1,-1-1 0,0 0 1,0 1-1,0-1 0,0 0 0,0-1 1,0 1-1,0 0 0,-1 0 1,1-1-1,-1 1 0,0-1 1,0 1-1,1-1 0,-2 0 1,1 1-1,0-1 0,0 0 1,-1 0-1,0 1 0,0-1 1,1 0-1,-1 0 0,-1 0 1,1 1-1,0-1 0,-1 0 1,0 0-1,1 1 0,-1-1 0,0 0 1,0 0-85,-3-2-1,1-1-1,0 1 1,-1 0 0,0-1-1,0 2 1,-1-1 0,1 0 0,-1 1-1,0 0 1,0 0 0,-1 1-1,1-1 1,-1 1 0,1 0 0,-1 1-1,0-1 1,0 1 0,0 0 0,-1 1-1,1-1 1,0 1 0,-1 1-1,1-1 1,-4 1 1,8 19-7812,2-1-1777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50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4841,'0'0'4409,"0"0"-3193,0 0 1497,0 141-1081,-3-94-568,-2-8 65,-3 1-409,2-3-328,1-15-272,2 0-120,3-22-136,0 0-2073,0 0-5456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50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3873,'0'0'6859,"0"0"-4221,0 0-937,0 0-469,0 0-367,-26 5-10,-82 20-67,103-25-698,1 1 0,0 1 0,0-1-1,-1 1 1,1-1 0,0 1 0,0 0 0,0 1 0,1-1 0,-1 1 0,1-1 0,-1 1 0,1 0 0,-2 3-90,4-4 72,-1 1 0,1 0 0,0 0 0,0 0 0,0 0 0,0 0 0,0 0 0,1 0 0,0 0 0,-1 0 0,1 0 0,0 0 0,1 2-72,-1-5 18,0 1 0,1 0 0,-1-1-1,1 1 1,0-1 0,-1 1 0,1-1 0,-1 1 0,1-1 0,0 1 0,-1-1 0,1 0-1,0 1 1,-1-1 0,1 0 0,0 0 0,0 0 0,-1 1 0,1-1 0,0 0 0,0 0 0,0 0-1,-1 0 1,1 0 0,0 0 0,0-1-18,28 2 210,-23-1-125,7 0-28,-1-1 0,1 1 0,0-2 0,-1 0 0,1-1 0,-1 0 0,6-2-57,-14 4 0,-1-1 0,0 1-1,1-1 1,-1 0 0,0 0-1,0 0 1,0 0 0,0 0 0,-1-1-1,1 1 1,-1-1 0,1 0-1,-1 1 1,0-1 0,0-1-1,0 1 1,0 0 0,-1 0-1,1-1 1,-1 1 0,0 0 0,0-1-1,0 1 1,0-1 0,-1 0-1,1 1 1,-1-1 0,0-1 0,1 161 2786,0-6-4547,0-56-8597,-1-90 2311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51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12323,'0'0'1905,"0"0"-631,14 24 113,4 7-978,1 2 148,-1 1 0,-1 0-1,4 18-556,-9-18 409,-2 0 0,-2 0 0,0 1-1,-3 0 1,-1 1 0,-1-1 0,-2 1 0,-2-1 0,-3 20-409,2-40 383,-1 0 0,-1-1 0,0 1 0,-1-1 0,0 1 0,-1-2 0,-1 1 0,0-1 0,0 0-383,6-12 40,1-1 1,0 0-1,0 0 0,0 0 1,0 1-1,0-1 0,0 0 1,0 0-1,0 1 0,0-1 1,0 0-1,0 0 1,-1 0-1,1 1 0,0-1 1,0 0-1,0 0 0,0 0 1,-1 0-1,1 0 0,0 1 1,0-1-1,0 0 1,-1 0-1,1 0 0,0 0 1,0 0-1,0 0 0,-1 0 1,1 0-1,0 0 0,0 0 1,-1 0-1,1 0 0,0 0 1,0 0-1,-1 0 1,1 0-1,0 0 0,0 0 1,0 0-1,-1 0 0,1 0 1,0 0-1,0 0-40,-5-12-3239,3 5 2139,-3-12-5620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54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2921,'0'0'3696,"0"0"-1158,0 0-604,0 0-342,0 0-345,0 0-72,-3 0 48,-4 0-636,0 0 0,0 0 0,0 1 1,0 0-1,0 1 0,0 0 0,1 0 0,-4 1-587,5 0 91,-1 0 0,1 0 0,0 1 0,0 0 0,0 0 0,1 0 0,-1 0 0,1 1 0,0-1 1,1 1-1,-1 0 0,1 0 0,0 1 0,0-1 0,-2 5-91,-1 7 32,0 0 0,1 0-1,0 1 1,2 0 0,0 0 0,1 0 0,1 0 0,0 0 0,2 0 0,0 4-32,-1-17 3,1 0 1,-1 0 0,1 0 0,0 0 0,1 0 0,-1 0 0,1 0-1,0-1 1,0 1 0,0-1 0,1 1 0,0-1 0,0 0 0,0 0-1,0 0 1,0 0 0,1-1 0,0 1 0,0-1 0,0 0 0,0 0 0,0 0-1,0-1 1,1 1 0,1 0-4,3 0-17,0 1-1,1-1 0,-1-1 1,1 1-1,-1-2 0,1 1 1,0-1-1,0-1 1,0 0-1,0 0 0,0-1 1,7-2 17,-15 3-8,-1 0-1,0 0 1,1-1 0,-1 1 0,0-1 0,1 1 0,-1-1-1,0 1 1,0-1 0,0 0 0,1 0 0,-1 1 0,0-1-1,0 0 1,0 0 0,0 0 0,-1 0 0,1 0 0,0-1-1,0 1 1,-1 0 0,1 0 0,0 0 0,-1-1 0,1 1-1,-1 0 1,0 0 0,1-1 0,-1 1 0,0-1 0,0 1-1,0 0 1,0-1 0,0 1 0,0 0 0,0-1 0,0 0 8,-1 0-1,1 0 0,-1-1 0,1 1 0,-1 0 0,0-1 0,0 1 0,0 0 0,0 0 0,0 0 0,0 0 0,-1 0 0,1 0 0,-1 0 0,1 0 0,-1 0 0,0 1 0,0-1 0,0 1 0,0-1 0,0 1 1,-4-1-312,-1 0 0,1 0-1,-1 1 1,1-1 0,-1 2-1,0-1 1,0 1-1,0 0 1,1 0 0,-5 1 312,-1 0-1651,-16 1-4492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0:56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9858,'0'0'4218,"0"0"-1936,0 0-57,0 0-733,0 0-414,0-5-129,0 4-882,0 0-1,0 0 0,0 1 1,0-1-1,0 0 1,0 0-1,0 0 1,0 0-1,0 0 1,0 0-1,1 0 1,-1 0-1,0 0 1,1 1-1,-1-1 1,0 0-1,1 0 1,-1 0-1,1 0 0,-1 1 1,1-1-1,0 0 1,-1 1-1,2-1-66,30-2 711,-32 3-726,43-3 106,0-1 0,-1-2 0,22-7-91,-13 3-6,0 2-1,11 1 7,54 3-739,-68 4-7045,-44 0-1304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0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8 7826,'0'0'3638,"0"0"-1372,0 0-110,0 0-266,0 0-497,0 0-304,0-1-1035,0 1 1,0-1-1,-1 1 1,1 0-1,0-1 1,-1 1-1,1-1 1,0 1-1,-1 0 1,1-1 0,0 1-1,-1 0 1,1 0-1,-1-1 1,1 1-1,-1 0 1,1 0-1,0 0 1,-1-1-1,1 1 1,-1 0-1,1 0 1,-1 0 0,1 0-1,-1 0 1,1 0-1,-1 0 1,1 0-1,-1 0 1,1 0-1,-1 0 1,1 0-1,-1 1 1,1-1-1,-1 0 1,1 0 0,-1 0-1,1 1-54,-13 45 367,2 1-1,3 1 1,1-1-1,2 1 0,3 23-366,-2 2 138,4-1-1,3 1 1,3 0-1,3-1 0,6 13-137,-13-79 23,155 634 664,-157-639-712,0 0-1,0-1 1,1 1 0,-1 0 0,0 0 0,0 0-1,0 0 1,1 0 0,-1 0 0,0 0 0,1 0 0,-1-1-1,1 1 1,-1 0 0,1 0 0,-1-1 0,1 1-1,0 0 1,-1-1 0,1 1 0,0 0 0,-1-1-1,1 1 1,0-1 0,0 1 0,0-1 0,0 0 0,-1 1-1,1-1 1,0 0 0,0 1 0,0-1 0,0 0 25,1-1-219,-1 0 0,1 0 0,-1 0 0,0 0 0,1 0 0,-1-1 0,0 1 0,0 0 0,0-1 0,0 1 0,0-1 0,0 1 1,0-1-1,-1 1 0,1-1 0,0 1 0,-1-2 219,7-17-5283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2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20 1144,'0'0'7851,"0"0"-4837,0 0-1231,0 0-520,0 0-577,0 0-125,-6-20 1922,2 20-2340,0 1 0,0-1-1,1 1 1,-1-1-1,0 1 1,0 1-1,1-1 1,-1 0 0,0 1-1,1 0 1,-1-1-1,1 1 1,0 1 0,0-1-1,0 0 1,-2 2-143,0 2 66,0 0 1,0 0 0,0 0-1,1 0 1,-1 1 0,2 0-1,-1 0 1,0 3-67,-3 7 34,1 0-1,1 0 1,1 0-1,0 1 1,2 0 0,0 0-1,0 4-33,2-11 13,-1 0-1,2 0 0,0 0 1,0 0-1,1 0 1,0 0-1,1 0 0,0 0 1,0 0-1,2 1-12,-2-7 4,0 0 0,1 0 0,-1 0 0,1-1 0,0 1 0,0-1 0,0 0 0,0 0 0,1 0 0,0-1-1,-1 0 1,1 0 0,1 0 0,-1 0 0,0-1 0,1 0 0,-1 0 0,1 0 0,0-1 0,1 0-4,1 1 11,0 0 0,0-1 0,1 0 0,-1 0 1,0-1-1,0 0 0,1-1 0,-1 1 0,1-2-11,-7 2 1,1-1 0,-1 0 0,0 0-1,0 0 1,1 0 0,-1 0 0,0 0 0,0 0 0,0-1-1,0 1 1,-1 0 0,1-1 0,0 0 0,-1 0 0,1 1-1,-1-1 1,1 0 0,-1 0 0,0 0 0,0 0 0,0-1-1,0 1 1,0 0 0,0 0 0,-1-1 0,1 1 0,-1 0-1,1-1 1,-1 1 0,0 0 0,0-1 0,0-1-1,-1 2-12,1 0-1,0 0 1,-1 0 0,0 0 0,1 0 0,-1 0 0,0 0 0,0 0 0,0 1-1,0-1 1,0 0 0,0 1 0,-1-1 0,1 1 0,-1-1 0,1 1 0,-1-1-1,1 1 1,-1 0 0,0 0 0,1 0 0,-1 0 0,0 0 0,0 0 0,0 1-1,0-1 1,0 0 0,0 1 0,0 0 0,0-1 0,0 1 0,0 0-1,0 0 1,0 0 0,0 0 0,-1 1 12,-4-2-634,0 2-1,0-1 1,0 1-1,1 0 1,-1 0-1,0 1 1,0-1-1,0 2 1,1-1-1,-1 1 0,0 0 635,-19 18-7018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2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8066,'0'0'4151,"0"0"-1938,0 0-292,0 0-471,0 0-531,0 0-351,11-12-260,-7 7-271,6-5 129,-1 0 0,-1-1 1,1 0-1,-2-1 0,0 1 1,0-1-1,-1-1 1,0 1-1,0-6-166,-4 18 718,-1 11-295,1 39-183,-1 66-221,-1 123-338,-11-238-5659,3-1-381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2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10842,'0'0'3929,"0"0"-2921,0 0-159,0 0-609,0 0-176,0 0-64,140-59-665,-96 46-679,-8 4-1640,-1-9-5618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3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1224,'0'0'8403,"0"0"-4893,0 0-1076,0 0-456,0 0-856,0 0-608,12 11 52,5 13-195,-2 0 0,-1 1 0,-1 1 0,-1 0-1,1 9-370,16 46 958,-1 13-958,-11-26 279,-2-1 0,-4 2 0,-3 0-1,-2 0 1,-5 62-279,-4-99 151,-2 1 0,-1-1 1,-1 0-1,-2-1 0,-1 0 0,-2 0 0,-1-1 0,-6 9-151,-3 11-623,2 1 0,-4 20 623,24-83-6772,0-9-2526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9882,'0'0'2841,"0"0"-789,0 0-521,0 0-568,0 0-112,-7 24 24,-21 78-120,27-99-720,0 1 0,0-1 0,0 1 0,1 0 1,-1 0-1,1-1 0,0 1 0,0 0 0,0 0 1,0 0-1,1-1 0,-1 1 0,1 0 0,0 0 1,0-1-1,1 1 0,-1-1 0,1 1 0,0-1 1,-1 0-1,2 0 0,-1 1 0,0-1 0,0-1 1,1 1-1,0 0 0,0-1 0,-1 1 1,2-1-1,-1 0 0,0 0 0,0 0 0,1 0 1,-1 0-1,0-1 0,3 1-35,6 1 113,1 0 0,0 0 0,0-1 0,0-1 1,0 0-1,0-1 0,0 0 0,11-2-113,-16 0 41,0 1 1,-1-1-1,1-1 0,-1 1 1,1-1-1,-1 0 0,0-1 1,0 0-1,0 0 0,0 0 1,-1-1-1,6-5-41,-9 7 16,0 1 0,0-1 0,-1 0 0,1 0 0,-1 0 1,1-1-1,-1 1 0,0 0 0,0-1 0,0 1 0,-1-1 0,1 0 0,-1 0 0,0 0 1,0 0-1,0 1 0,-1-1 0,0 0 0,1 0 0,-1 0 0,0 0 0,-1 0 1,1 0-1,-1 0 0,0 0 0,0-3-16,-2 3 51,1 0 0,0 1 1,-1-1-1,0 0 0,0 1 0,0 0 0,0 0 1,0 0-1,-1 0 0,1 0 0,-1 0 1,0 1-1,0 0 0,0 0 0,0 0 1,0 0-1,0 1 0,-2-1-51,-17-5 111,1 1 1,-23-3-112,39 7-2,-40-2-48,34 3-6868,31 1 1540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5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5417,'0'0'8098,"0"0"-6578,0 0 1089,0 0-1225,0 129-944,0-99-296,0-3-136,0 0-8,0-5-1416,0-14-2857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5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74 157 7842,'0'0'5862,"0"0"-3219,0 0-763,0 0-671,0 0-330,4-24 68,2-5-595,-2 14 22,-1 0 1,-1-1 0,0 1 0,-1-1 0,-1-9-375,0 24 357,0 1-216,6 24-106,8 35-26,-8-42-53,-1 0 1,-1 0 0,-1 0-1,0 1 1,-1-1-1,-1 1 1,-1-1 0,0 1-1,-2 0 1,0 0 43,1-14-131,-1-1 0,0 1 0,0 0 0,-1-1 0,1 1 0,-1-1 0,0 0 0,1 0 0,-1 0 0,-1 0 0,1-1 0,0 1 0,-1-1 0,1 0 0,-1 0 0,0 0 0,1 0 0,-3 0 131,-2 2-128,0-1 0,-1 0 0,1-1 0,-1 1 0,0-2 0,0 1 0,1-1 0,-2 0 128,9-1 486,1 0-33,39-1 767,-24 0-988,-1-2 0,0 1 0,0-2 1,0 0-1,0-1 0,-1 0 0,0-1 1,6-3-233,42-26-814,-6-1-4516,-35 23-3459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6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72 1280,'0'0'7803,"0"0"-3874,0 0-2012,0 0-1011,0 0-474,0 0-238,0 15-87,0 77 1825,3-270 1455,-3 177-3008,0 30-198,1 3-697,-3 62 1525,-9-50-2763,10-40 1040,-1 1 1,0-1 0,0 0 0,0 0 0,-1-1 0,0 1 0,1 0 0,-2 0 713,-15 7-9965,-4-6 5574,4-1 5831,3 4 5570,24-9-3247,16 3-2351,-6-1-643,47-1-87,-21 0-3411,-19 0-4014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8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13619,'0'0'2264,"0"0"-535,0 0-265,0 0-848,0 0-128,-44 171-8,44-132-176,3-2-240,16-10-7,1-9-57,4-11-321,20-7-1591,-5 0-1217,-3-7-5977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8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 11042,'0'0'2508,"0"0"-621,-2 22-586,-6 75-534,7-93-711,1 0 0,0 0 0,0-1 0,0 1-1,1 0 1,0 0 0,-1 0 0,1-1 0,0 1 0,1 0 0,-1-1 0,1 1 0,-1-1-1,1 1 1,0-1 0,0 0 0,1 0 0,-1 0 0,1 0 0,-1 0 0,1 0 0,0-1-1,0 1 1,0-1 0,1 0 0,-1 0 0,0 0 0,1-1 0,-1 1 0,1-1-1,0 1 1,-1-1 0,1-1 0,2 1-56,1 1 117,0-1 0,0 0 0,0-1-1,0 0 1,0 0 0,0-1 0,0 1-1,0-2 1,0 1 0,0-1 0,-1 0 0,1 0-1,0-1 1,-1 0 0,0 0 0,4-2-117,-4 0 32,0-1 0,0 0 0,0 0 0,-1 0 1,0-1-1,0 1 0,0-1 0,-1 0 0,0-1 0,-1 1 0,1-1 0,-1 1 1,-1-2-33,-1 6 39,0 0 0,0 0 0,0 0 0,0 0 0,-1 0 0,0 0 0,1 0 0,-1 0 0,0 0 0,-1 0 0,1 0 0,0 0 0,-1 0 0,0 0 0,0 0 0,1 0 0,-2 1 0,1-1 0,0 0 0,-1 0 0,1 1 0,-1-1 0,0 1 0,0 0 0,0-1 0,0 1 0,0 0 0,0 0 0,-1 0 0,1 0 0,0 1 0,-1-1 0,0 0 0,1 1 0,-2 0-39,-3-2-137,0 0 1,0 1-1,0 0 0,0 1 0,-1 0 1,1 0-1,0 0 0,-4 1 137,10 0-3270,1 0-4037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8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11723,'0'0'4440,"0"0"-2415,0 0-9,0 0-1224,11 133-535,-9-111-161,-2 1-96,0-11 0,0 3-505,0-3-1511,0-7-3321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9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1 616,'0'0'10184,"0"0"-6468,0 0-1587,-23 4-198,-74 18-811,94-21-1074,0 0-1,0 1 1,0-1-1,0 1 1,0-1-1,0 1 1,1 0-1,-1 0 1,0 0-1,1 1 1,0-1-1,-1 0 1,1 1-1,0 0 1,0-1-1,1 1 1,-1 0-1,1 0 1,-1 0 0,1 0-1,0 0 1,0 1-1,0 0-45,0-2 18,1 0 0,-1 1 0,1-1 0,-1 0 0,1 0 0,0 1 0,0-1 0,0 0 0,1 1 0,-1-1 0,0 0 0,1 0-1,-1 0 1,1 1 0,0-1 0,0 0 0,0 0 0,0 0 0,0 0 0,0 0 0,1 0 0,-1-1 0,0 1 0,1 0 0,0-1 0,1 2-18,6 1 18,1 0 0,0-1 0,-1 0 0,1-1 0,0 0 1,0-1-1,0 0 0,1-1 0,-1 0 0,1 0-18,-3 0-66,1 0 0,-1-1 0,0 0 0,0 0-1,0-1 1,0 0 0,0 0 0,0-1 0,0 0 0,-1 0 0,1-1 0,5-4 66,-9 5 21,-1-1 0,0 0-1,0 0 1,0 0 0,0-1 0,-1 1 0,0-1 0,0 1 0,0-1 0,0 0 0,-1 0-1,0 0 1,0 0 0,0 0 0,0 0 0,-1 0 0,0 0 0,0 0 0,0 0 0,-1-3-21,1 1 479,0 6 331,0 30 230,-1 43-416,2 86-125,-1-157-518,0 1 1,0-1 0,0 1-1,0-1 1,1 1-1,-1-1 1,0 1-1,1-1 1,-1 1-1,1-1 1,0 1 0,-1-1-1,1 0 1,0 0-1,0 1 1,0-1-1,0 0 1,0 0-1,0 0 1,0 0 0,0 0-1,0 0 1,1 0-1,-1 0 19,2 0-463,1 0 1,-1 0-1,1 0 0,-1 0 0,1-1 1,-1 1-1,1-1 0,-1 0 0,4 0 463,15 0-5305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0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0 576,'0'0'11645,"0"0"-7492,0 0-1722,11 21-681,12 21-393,14 40-1357,-28-61 285,-2 0-1,0 1 0,-2 0 1,0 0-1,-1 1 0,-1 11-284,-1-10 144,-2 0 0,0 0 0,-2-1 1,-1 1-1,-1 0 0,-1-1 0,0 1 0,-2-1 0,-8 18-144,10-31-322,-7 20 638,9-9-5029,3-20-304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11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1096,'0'0'890,"0"0"59,0 0-279,0 0 1630,0 0 502,0 0 222,18-6-332,55-21-750,-63 25-1553,-1-1-1,1 1 1,-1 0 0,1 1-1,-1 0 1,1 1 0,0 0 0,-1 0-1,10 3-388,16-1 327,14-2 760,-49 0-1078,0 0-45,-36 0-1899,13 0 1634,4-1 208,0 1 1,0 1 0,0 1-1,0 0 1,-10 4 92,24-5 9,-1 1-1,1 0 1,0 0-1,0 1 1,0-1-1,1 1 1,-1 0-1,0 0 1,1 0-1,0 1 1,0 0-1,0 0 1,0 0-1,1 0 1,0 0-1,-1 1 1,2-1-1,-1 1 1,0 0-1,1 0 1,-1 4-9,1-4 40,1-1 0,-1 1 1,2 0-1,-1 0 0,0 0 0,1 0 1,0-1-1,0 1 0,1 2-40,-1-6 8,0 0-1,0 0 1,0 1 0,0-1-1,0 0 1,1 0-1,-1 1 1,0-1-1,1 0 1,-1 0 0,1 0-1,0 0 1,-1 0-1,1 0 1,0 0 0,-1 0-1,1 0 1,0 0-1,0 0 1,0 0 0,0 0-1,0-1 1,0 1-1,0 0 1,0-1 0,0 1-1,1-1 1,-1 1-1,0-1 1,0 1-1,0-1 1,1 0 0,-1 0-1,0 0 1,1 1-8,176-6 301,-175 5-301,0 1 0,0-1 0,0 1 0,0 0-1,0 0 1,0 1 0,0-1 0,-1 0 0,1 1 0,0 0-1,-1 0 1,0 0 0,1 0 0,-1 0 0,0 0 0,0 0-1,0 1 1,0-1 0,0 1 0,-1-1 0,1 1 0,-1 0-1,0 0 1,0 0 0,1 2 0,2 4-3,-1 0 0,0 0 0,-1 1 0,0-1 0,0 1 0,-1 0 0,0 5 3,-1-13-3,0 1 1,0-1-1,0 1 1,0-1-1,0 1 1,0-1-1,-1 0 0,1 1 1,-1-1-1,0 0 1,0 1-1,1-1 1,-2 0-1,1 0 0,0 0 1,0 0-1,-1 0 1,1 0-1,-1 0 1,0 0 2,-1 0-34,0 0 0,0-1 1,-1 0-1,1 1 1,-1-1-1,1 0 0,-1-1 1,0 1-1,1-1 1,-1 1-1,1-1 0,-1 0 1,-2-1 33,-111 1-4413,86 0-647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13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6329,'0'0'7722,"0"0"-6010,0 0 457,0 0-481,0 0-992,0 0 65,58-10 135,-31 5-352,3 2-216,3-7-136,6 6-144,-3-1-48,-3 2-48,-6 3-648,-2 0-985,-11 0-2263,-6 0-2618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1:13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11442,'0'0'2817,"0"0"-1401,0 0-55,0 0-817,0 0-496,182 0-48,-144 0-1000,-7 0-2233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1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15987,'0'0'2417,"0"0"-473,0 0 289,0 0-877,4 23-816,52 244 584,45 232 738,-79-367-1477,67 334-435,-70-407-1818,-19-59 1826,0 0 1,0 0 0,0 0 0,0 0 0,0 0 0,0 1 0,0-1 0,0 0-1,0 0 1,0 0 0,0 0 0,0 0 0,0 0 0,0 0 0,1 0-1,-1 0 1,0 0 0,0 0 0,0 0 0,0 0 0,0 0 0,0 0 0,0 0-1,0 0 1,0 0 0,1 0 0,-1 0 0,0 0 0,0 0 0,0 0 0,0 0-1,0 0 1,0 0 0,0 0 0,0 0 0,0 0 0,1 0 0,-1 0-1,0 0 1,0 0 0,0 0 0,0 0 0,0 0 0,0 0 0,0 0 0,0 0-1,0 0 1,0 0 0,0-1 0,0 1 0,1 0 0,-1 0 0,0 0 0,0 0-1,0 0 1,0 0 0,0 0 0,0 0 0,0 0 0,0 0 0,0-1 0,0 1-1,0 0 1,0 0 0,0 0 0,0 0 0,0 0 0,0 0 0,0 0 41,3-14-2035,1-16-1924,-4-11-3241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8 307 8850,'0'0'4574,"-1"-26"-2151,-1 7-1831,0 10-353,1 0 0,0 0 0,0 0 0,1 0 0,0-1 0,1 1 0,0 0 0,1 0 0,-1 0 0,2 0 0,-1 1 0,1-1 0,1 0 0,-1 1 0,1 0 0,1 0 0,5-7-239,-2 6 217,0 1 0,0 1 0,1 0 1,0 0-1,1 0 0,-1 1 1,1 1-1,1 0 0,-1 0 0,1 1 1,-1 0-1,1 1 0,1 0-217,15-3 257,1 2 1,0 0-1,0 2 1,21 2-258,-28 1 42,-1 1 1,1 0-1,-1 2 1,0 1-1,0 0 1,0 2-1,0 0 1,-1 1-1,-1 1 1,1 0-1,-2 2 0,1 0 1,-1 1-1,6 6-42,-9-6 11,0 0 0,-1 1 0,-1 0 0,0 1 0,0 0 0,-1 1 0,-1 1 0,-1-1 0,0 2 0,-1-1 0,-1 1 0,0 0 0,-1 0 0,-1 1-1,-1 0 1,1 9-11,-4-18 17,-1-1 0,0 1 0,0 0 0,0-1-1,-1 1 1,-1-1 0,0 1 0,0-1-1,0 1 1,-1-1 0,0 0 0,-1 0 0,-3 5-17,1-2 21,-2 0 0,0-1 0,0 0 0,0-1 0,-1 1 0,-1-2 0,0 1 1,-8 4-22,-14 8 31,-1-3 0,-1 0 1,0-2-1,-2-2 0,-27 8-31,42-14-16,0-1 0,-1-1 0,0-1 0,0-1 0,0-1 0,0-1 0,0-1 0,-23-1 16,45 0-17,-1 0-1,1 0 0,-1 0 0,1 0 1,-1 0-1,1 0 0,0 0 0,-1-1 0,1 1 1,-1 0-1,1 0 0,-1 0 0,1-1 0,0 1 1,-1 0-1,1 0 0,0-1 0,-1 1 1,1 0-1,0-1 0,-1 1 0,1 0 0,0-1 1,-1 1-1,1-1 0,0 1 0,0 0 0,0-1 1,-1 1-1,1-1 0,0 1 0,0-1 1,0 1-1,0 0 0,0-1 0,0 1 0,0-1 18,10-19-890,9 5-451,0 0 0,0 2 1,1 0-1,1 1 0,10-4 1341,50-24-5358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2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7802,'0'0'5914,"0"0"-3054,0 0-561,-4 22-696,-6 26-934,-60 328 3275,64-320-3578,2 0 1,3 1 0,5 40-367,-3-86 9,0 1 1,2-1-1,-1 0 0,1 0 1,1 0-1,0 0 1,1-1-1,0 1 0,0-1 1,1 0-1,3 4-9,-4-8-71,0 1 0,0-1 0,1 0 0,0-1 0,0 0 0,0 1 0,1-2 0,-1 1 0,1-1 0,0 0 1,0 0-1,1-1 0,-1 0 0,1 0 0,0-1 0,7 1 71,59 2-2654,-21-8-2643,3-3-5246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2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9394,'0'0'4713,"0"0"-2569,0 0 753,0 0-984,189 99-689,-134-38-488,-8 4-416,-3 4-144,-5-5-64,-4-7-56,-4-5-56,-1-5 0,-8-5 0,0-7 0,-6-3-608,-2-7-1256,-3-10-3386,-3-8-5808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2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0 1856,'0'0'11187,"0"0"-8851,0 0-975,0 0 983,-31 161-480,1-74-479,-14 4-169,-8-2-320,0-7-512,5-13-192,11-14-144,9-11-48,7-12 0,15-12-200,5-8-568,3-12-1296,21-5-2849,4-14-3865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3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13115,'0'0'2300,"0"0"42,0 0-847,0 0-632,0 0-22,-22 27 121,-66 85-80,83-107-782,1 1 0,-1 0 0,1 1 1,0-1-1,1 1 0,-1 0 0,2 0 1,-1 0-1,1 0 0,0 0 0,0 0 1,1 1-1,-1-1 0,2 1 0,-1-1 1,1 1-1,1-1 0,0 8-100,0 4 144,0-16-133,-1 1 0,1 0 0,0-1 0,0 1 0,0-1 0,1 1 0,-1-1 0,1 0 0,0 0-1,0 1 1,0-1 0,0 0 0,0-1 0,1 1 0,-1 0 0,1-1 0,0 1 0,0-1 0,0 0 0,0 0 0,0 0 0,0 0 0,1 0 0,-1-1 0,0 0 0,1 0 0,-1 0 0,1 0 0,0 0 0,2 0-11,16 3 42,1-2 0,0 0 0,-1-1 1,16-2-43,-15 1 29,61-7 268,2-1-3395,-85 9-1395,-1 1-2958</inkml:trace>
  <inkml:trace contextRef="#ctx0" brushRef="#br0" timeOffset="1">28 710 12547,'0'0'2280,"0"0"-39,0 0 519,0 0-1367,0 0-881,162-34-360,-115 19-152,2 0-192,9-5-1321,-9 5-3016,-7 0-5417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3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12291,'0'0'2608,"0"0"-119,0 0 487,0 0-1415,0 0-929,0 0 248,3 136 32,2-64-376,1 2-88,-1-10-296,1-7-152,2-10 0,0-7-120,1-11-360,-1-7-512,11-12-1312,-2-5-3346,-1-5-5432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3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10962,'0'0'2561,"0"0"-457,0 0 193,127 161-473,-78-50-471,-16 0-41,-11 3-208,-13 0-304,-9-25-384,0 0-296,-6-10-48,-13-12-72,-3-8-192,-8 8-704,2-18-1488,6-14-3922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4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6177,'0'0'5505,"0"0"-3712,0 0 1063,0 0-807,0 0-817,0 0-352,0 0 161,88-10 7,-33 5-232,6-2-288,-4-3-376,-4-2-152,-12 2-128,-11 5-768,-16 2-1377,-9 3-3120,-5 0-2408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4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8618,'0'0'2400,"0"0"-71,0 0 103,0 0-1279,146 0-681,-91-10-312,-5 0-160,2 0-408,-16 3-2593,-12 0-9250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50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359 128 1112,'0'0'5791,"0"0"-2855,0 0-1040,0 0-567,0 0-421,0 0-130,-7-16 39,0-5-461,3 8 187,0 0 0,-1 1 1,-1 0-1,-5-9-543,9 19 151,0 0-1,1 0 1,-1 1 0,0-1 0,0 1-1,0 0 1,0-1 0,0 1 0,0 0 0,-1 0-1,1 0 1,0 1 0,0-1 0,-1 0-1,1 1 1,0-1 0,-1 1 0,1 0 0,-1 0-1,1 0 1,0 0 0,-1 1 0,1-1-1,0 0 1,-1 1 0,1 0 0,-1 0-151,-5 0 31,1 1 0,0 1 0,-1-1 1,1 1-1,0 0 0,1 1 1,-1 0-1,0 0-31,-9 10 131,1 0 1,0 1-1,1 0 0,1 1 1,1 0-1,0 2 0,1-1 1,1 1-1,0 1 1,2-1-1,0 2 0,1-1 1,-1 9-132,-1 3 72,2 1 0,2 1 0,1-1 0,1 1 0,2 0 0,1-1 0,2 1 0,1 3-72,-2-30 4,0 1 0,0-1-1,1 0 1,0 1-1,0-1 1,0 0 0,1 0-1,0 0 1,0 0 0,0-1-1,1 1 1,0-1 0,0 0-1,1 0 1,-1 0-1,1 0 1,0-1 0,0 0-1,0 0 1,4 2-4,-1-2 3,0-1 0,0 1 0,0-1 0,0-1 0,0 1 0,0-1 0,1-1 0,-1 0 1,1 0-1,-1 0 0,1-1 0,-1-1 0,1 1 0,-1-1 0,6-2-3,-11 2 2,-1 0-1,1 1 1,-1-2-1,0 1 1,0 0 0,0 0-1,1-1 1,-1 1 0,-1-1-1,1 1 1,0-1-1,0 0 1,0 0 0,-1 0-1,1 0 1,-1 0-1,0 0 1,0-1 0,1 1-1,-1 0 1,-1 0 0,1-1-1,0 1 1,-1-1-1,1-2-1,1-1 73,-1-1-1,-1 1 0,1-1 0,-1 1 1,0-1-1,-1 1 0,1-1 1,-1 0-1,-2-4-72,2 9 7,0 0 1,0 0-1,-1 0 1,1 1 0,-1-1-1,1 0 1,-1 1-1,1-1 1,-1 1-1,0-1 1,0 1-1,0 0 1,0-1 0,0 1-1,0 0 1,0 1-1,0-1 1,0 0-1,-1 0 1,1 1-1,0 0 1,0-1 0,-1 1-1,1 0 1,0 0-1,-1 0-7,-64 2-71,63-2 66,1 0-48,-1 1 1,0-1-1,1 1 1,-1 0 0,0 0-1,1 0 1,-1 1-1,1-1 1,0 1-1,-1 0 1,1 0-1,0 0 1,0 0-1,0 0 1,1 1-1,-1 0 1,0-1 0,-1 4 52,3-5-622,0 1 1,0 1 0,0-1 0,0 0-1,0 0 1,0 0 0,1 0 0,-1 0-1,1 1 1,0-1 0,-1 0 0,1 2 621,0 2-7838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51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0 9858,'0'0'3249,"0"0"-321,0 0 137,0 0-592,0 0-833,0 0-704,0 0-368,6 65-208,-31-36-248,-8 6-112,-36 22-592,9-10-1376,-1-5-4442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5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7 9738,'0'0'2895,"0"0"-934,0 0-125,0 0-537,0 0-512,-8 22-47,1-5-559,-1 2 38,0 2 0,2-1-1,0 1 1,2-1 0,0 1 0,0 10-219,2-9 217,-2 15 60,2-1 0,1 1 0,1-1 0,6 35-277,-5-67 29,-1-1-1,1 0 1,0 0-1,0 1 1,0-1-1,1 0 1,-1 0-1,1 0 1,0 0-1,-1 0 0,1 0 1,0-1-1,1 1 1,-1-1-1,0 1 1,1-1-1,0 0 1,-1 0-1,1 0 1,0 0-1,0 0 1,0-1-1,0 0 0,0 1 1,1-1-1,-1 0 1,0 0-1,0-1 1,1 1-1,-1-1 1,1 1-1,-1-1 1,0 0-1,1 0 0,-1-1 1,0 1-1,1-1 1,0 0-29,7-1 57,-1 0 0,0-1-1,0 0 1,0-1 0,-1 0 0,1-1 0,-1 0 0,0 0 0,0-1 0,-1 0-1,8-7-56,-8 5 112,0-1 0,0-1 0,-1 0 0,0 0 0,0 0-1,-1-1 1,-1 0 0,0 0 0,-1 0 0,0-1 0,0 1-1,-1-1 1,-1 0 0,0 0 0,0 0 0,-2 0 0,1-1-1,-1 1 1,-1 0 0,0 0 0,-1 0 0,-1 0-112,2 2 50,-2 0 1,0 1-1,0 0 1,0 0-1,-1 0 1,-1 0-1,0 0 1,0 1-1,0 0 1,-1 0-1,0 0 1,-1 1-1,1 0 1,-2 0-1,1 1 1,-1 0-1,0 0 1,0 0-1,0 1 1,-1 1-1,0-1 0,0 1 1,0 1-1,0 0 1,0 0-1,-1 1 1,-4-1-51,-1 1-85,1 0 0,0 1 0,0 0 0,-1 1 0,-1 1 85,13-1-88,1 1 0,-1-1 0,0 1-1,1-1 1,-1 1 0,1 0-1,0 0 1,-1 0 0,1 0-1,0 1 1,-1-1 0,1 1-1,-2 1 89,3-2-107,0 0 0,0 1 0,0-1 0,1 0 0,-1 1 0,0-1 0,1 1 0,-1-1 0,1 1 0,-1-1 0,1 1 0,0 0 0,0-1 0,-1 1 0,1-1 0,0 1 0,1 0 0,-1-1 0,0 1 0,0-1 0,1 1 0,-1-1 0,1 1 0,-1 0 107,16 26-3957,10-1-2556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5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15643,'0'0'4369,"0"0"-1936,0 0-529,0 0-864,0 0-655,0 0-385,0 0-385,22-49-903,0 19-2593,0 3-5209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55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67 238 12683,'0'0'2484,"0"0"3,-2-27-447,1 12-1621,-3-90 376,2 15 2682,2 90-3055,0 2-262,3 36-116,1-1 0,2 0 0,1-1 0,10 29-44,-7-28-179,-1 1-1,-2 0 1,-1 0-1,0 33 180,-7-67-48,0-1 0,1 1 0,-1-1 0,-1 0-1,1 1 1,0-1 0,-1 0 0,0 0 0,1 0 0,-1 0-1,0 0 1,-1 0 0,1 0 0,0-1 0,-1 1-1,0-1 1,1 1 0,-1-1 0,0 0 0,0 0 0,0-1-1,-3 2 49,-1 1 5,0-1 0,0 1 0,-1-2-1,1 1 1,-1-1 0,0 0-1,0 0 1,1-1 0,-9 0-5,16-1 170,0 0-54,26 3 340,1-4-389,1-1-1,-1-1 0,0-2 1,0 0-1,12-5-66,76-28-6451,-74 23 263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56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12427,'0'0'3240,"0"0"-559,0 0-697,0 0-423,130 168-569,-86-84-296,-9 5-280,-7-2-200,-6-3-120,-14-5-96,-8-2-320,0-5-544,-25 24-792,-13-17-2681,-3-12-4713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0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7154,'0'0'6673,"0"0"-5433,0 0 8,0 0 369,0 0-777,0 0-408,121 0-296,-77 0 0,0 0-64,0 0-16,3 0-56,-6 0-128,-5 5-864,-19 17-1008,-15 0-1993,-2 3-3713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0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8330,'0'0'6177,"0"0"-4393,0 0 505,0 0-961,0 0-664,0 0-376,187-49-264,-138 39-24,42-3-752,-14 3-1792,-3 0-3113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1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127 192 13139,'0'0'5105,"0"0"-4217,0 0 512,0 0 9,11 173-449,9-81-296,2 7-112,2 0-48,4-3-264,-6-9-136,3-15-56,-9-11 16,1-14-64,-6-12-176,0-15-488,-9-20-1216,1 0-3057,-3-5-3993</inkml:trace>
  <inkml:trace contextRef="#ctx0" brushRef="#br0" timeOffset="1">1 383 6833,'0'0'6138,"3"-29"-3815,-1 9-1957,-2 6-127,1 1 0,0-1 0,1 1 0,1 0 0,0 0 0,1 0 0,0 0 0,1 1 0,1-1 0,-1 1 0,2 0 0,0 1-1,0 0 1,4-4-239,3 1 255,1 0-1,0 1 1,1 0-1,0 1 1,1 1-1,0 1 1,0 1-1,17-7-254,-21 10 103,0 1 0,0 1 0,1 0 0,0 1 0,-1 0 0,1 1 0,0 1 0,1 0 0,-1 1 0,0 0 0,0 1 0,13 3-103,-20-2 7,0 1 0,0-1 0,-1 1 0,1 1 0,-1-1 0,0 1 0,0 0 0,0 1 0,0-1-1,-1 1 1,0 0 0,0 1 0,0-1 0,-1 1 0,0 0 0,0 0 0,0 1 0,-1-1 0,0 1 0,0-1 0,0 1 0,1 6-7,1 4 33,-1-1 0,-1 1-1,0 0 1,-1 0 0,-1 0 0,0 0-1,-1 0 1,-1 1 0,-2 5-33,1-13 69,-1 1 0,-1-1 0,0 1 1,0-1-1,-1 0 0,0-1 0,0 1 0,-1-1 1,-1 0-1,0-1 0,0 1 0,0-1 0,-1-1 1,-3 3-70,-5 4 69,-1-1 0,-1 0 0,0-1 0,-1 0 0,0-2 0,-15 6-69,27-13-44,1-1 0,-1 0 0,0-1 0,0 1 0,0-1 0,1-1 0,-1 1 0,0-1 1,-4 0 43,7 0-67,3-1 3,1 1 0,-1 0-1,0 0 1,0-1-1,0 1 1,1-1 0,-1 1-1,0-1 1,0 1 0,1-1-1,-1 1 1,0-1-1,1 1 1,-1-1 0,1 0-1,-1 1 1,1-1 0,-1 0-1,1 0 1,-1 1-1,1-1 1,0 0 0,-1 0-1,1 0 1,0 0 0,0 1-1,0-1 1,-1 0-1,1 0 1,0 0 0,0 0-1,0 0 1,1 0 64,-2-3-571,1 1 0,0-1 0,1 1 0,-1 0-1,1-1 1,-1 1 0,1-1 0,0 1 0,1-3 571,19-21-7580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1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8490,'0'0'6225,"0"0"-5409,0 0 1161,-44 159-241,36-68-200,5 13-439,3 0-369,0-7-192,0-13-256,27-18-128,6-14-88,3-17-56,5-18-8,1-17-56,15-22-1152,-7-20-3185,-12-5-5049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1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13411,'0'0'3121,"0"0"-865,0 0-272,0 0-671,179 76-617,-129-29-200,-6 5 96,-6 0-136,-5-2-152,-5-6-184,-6-7-104,-6-7-16,-2-8-144,-6-9-576,0-13-1072,1-3-2489,-7-19-1464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2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 10938,'0'0'2825,"0"0"-705,0 0-703,0 0-305,-28 128 216,9-53-408,-9 6-15,-5 1 95,-5-5-272,-1-8-184,4-10-280,4-9-96,12-11-160,8-9-8,8-15-352,9-15-992,21-5-1409,6-22-2328</inkml:trace>
  <inkml:trace contextRef="#ctx0" brushRef="#br0" timeOffset="1">619 265 5193,'0'0'8738,"0"0"-6562,0 0-7,0 0-505,0 0-904,0 0-464,168-2-215,-135-3-81,-3 0-177,-8 3-647,-5-1-944,-9 3-1065,-5 0-3880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2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10442,'0'0'3249,"0"0"592,0 0-1425,0 0-559,0 0-497,0 0-576,0 0-464,146 15-320,-83-37-128,39-18-1056,-12 6-3249,-7-1-5449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2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10218,'0'0'2882,"0"0"-889,0 0 144,1 22-379,8 69-376,-8-87-1324,0-1 1,0 0-1,0-1 1,0 1-1,0 0 1,1 0-1,-1 0 1,1-1-1,0 1 1,0-1 0,0 1-1,0-1 1,1 0-1,-1 0 1,0 0-1,1 0 1,-1 0-1,1-1 1,0 1-1,0-1 1,0 0-1,-1 1 1,1-1-1,0 0 1,1-1 0,-1 1-1,0-1 1,0 1-1,0-1-58,5 2 143,13 2 144,1 0-1,0-2 0,0 0 1,0-1-1,6-2-286,-20 1 22,0 0 0,0-1 0,1 0 0,-1 0 0,0-1 0,0 0-1,-1-1 1,1 0 0,0 0 0,-1 0 0,0-1 0,0 0 0,0-1 0,0 1-1,3-4-21,-7 5-14,0 0 0,-1 0-1,1-1 1,-1 1-1,1-1 1,-1 1 0,0-1-1,0 0 1,-1 0-1,1 0 1,-1 0 0,0 0-1,0 0 1,0 0-1,-1 0 1,1-1 0,-1 1-1,0 0 1,0 0-1,-1 0 1,1-1 0,-1 1-1,0 0 1,0 0 0,0 0-1,-1 0 1,1 0 14,-3-4-26,0 1 0,0 0 0,0 0 0,-1 0 0,0 1 0,-1-1 0,1 1 0,-1 0 1,0 1-1,-1-1 0,1 1 0,-1 1 0,-2-2 26,-10-3-626,-1 0 1,0 2 0,0 0-1,0 1 1,-1 2-1,0 0 1,0 1-1,0 0 1,0 2-1,-13 1 626,56 0-7932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3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13363,'0'0'3185,"0"0"-857,0 0-488,157 175-703,-119-93-1,-10 2-288,-12 0-488,-10-10-160,-6-4-96,-3-11-96,-22-5-8,-2-4-32,-1-6-472,4-7-872,13 1-1041,8-14-2160,3-11-4201</inkml:trace>
  <inkml:trace contextRef="#ctx0" brushRef="#br0" timeOffset="1">1012 104 14243,'0'0'2080,"0"0"1,0 0 247,19 132-791,-10-71-681,-7 6-240,-2 0-232,0-5-192,0-5-104,6-10-88,-3-13-224,-3-11-1056,0-13-2905,0-10-3705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0 196 10986,'0'0'6138,"0"0"-3426,0 0-567,0 0-1001,141-37-584,-73 19-376,7-1-184,-1-4-144,14-14-1056,-17 5-3249,-10 2-5785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3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11258,'0'0'4369,"0"0"-2031,0 0-451,0 0-548,0 0-567,0 0-453,-1 21 75,7 348 2646,0-220-4409,-3-4-4905,-3-143-397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4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9498,'0'0'3145,"0"0"-390,25-11-280,80-34-754,-99 42-1619,1 1 0,-1 0 0,1 1 1,0-1-1,0 1 0,-1 0 1,1 1-1,0-1 0,0 2 1,0-1-1,-1 1 0,1 0 1,0 0-1,0 0 0,-1 1 1,7 3-103,-8-2 34,1 0 1,-1 0-1,0 1 1,0 0 0,0 0-1,-1 1 1,1-1-1,-1 1 1,0 0 0,-1 0-1,1 0 1,-1 0-1,0 1 1,0-1 0,0 2-35,4 13 26,-1 1 0,0-1 0,-1 1 1,-2 0-1,0 0 0,-1 1 0,-1-1 1,-1 0-1,-1 1-26,0-12 61,0 0 0,-1 1 0,0-1 0,-1 0 0,0-1 1,0 1-1,-1 0 0,0-1 0,-1 0 0,0 0 0,-1 0 0,1-1 0,-2 0 0,1 0 0,-1 0 0,0-1 1,-5 4-62,0-1-202,0 0 0,-1-1 0,0-1 1,-1 0-1,-1 1 202,-2-2-1563,0 1 1,0-2-1,0 0 1,-5-1 1562,-11 1-9101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13099,'0'0'2008,"0"0"-711,0 0 407,-74 171-352,57-87-344,12 5-552,5-7-87,5-10-113,23-13-120,7-12-80,-2-15-56,17-17-664,-9-8-1513,-5-7-2400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4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1872,'0'0'13483,"0"0"-11114,0 0 311,168 72-991,-107-25-593,-6 5-376,-9-3-384,-4-2-264,-9-7-72,-6-8-72,-8-10-552,-5-9-1120,-8-9-2489,-4-4-2617</inkml:trace>
  <inkml:trace contextRef="#ctx0" brushRef="#br0" timeOffset="1">471 0 11570,'0'0'4617,"0"0"-3936,0 0 1495,0 0-408,-108 193-439,59-109-249,-1 3-200,4-8-368,7-10-320,12-12-184,7-12-8,12-16 0,5-9-416,3-20-944,20 0-3361,7-15-4809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5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10786,'0'0'3217,"0"0"-1521,0 0 33,154-32-825,-110 30-832,-6 2-72,-8 0-1024,-13 2-1009,-12 8-3432</inkml:trace>
  <inkml:trace contextRef="#ctx0" brushRef="#br0" timeOffset="1">201 214 11931,'0'0'4577,"0"0"-1585,0 0-527,0 0-801,0 0-688,0 0-504,0 0-472,141-30-144,-86 10-656,13-2-1584,-15 7-3474,-7 3-4752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5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156 182 10762,'0'0'2447,"0"0"-169,0-21-149,1-5-1413,0 0 399,0 1 0,-2-1 1,-1 1-1,-2-7-1115,11 162 1404,13-25-1421,-8-48-547,-3 1 0,-2 0-1,-1 28 565,-6-86-37,-1 1-1,1 0 0,-1 0 0,1 0 0,-1-1 1,1 1-1,-1 0 0,0 0 0,0-1 0,1 1 0,-1-1 1,0 1-1,0-1 0,0 1 0,0-1 0,1 1 1,-1-1-1,0 0 0,0 1 0,0-1 0,0 0 0,0 0 1,0 0-1,0 0 0,0 0 0,0 0 0,0 0 0,0 0 1,-1 0 37,-41 0-438,31-1 232,-104 1 342,115 0-127,0 0-1,1 1 1,-1-1-1,0 0 1,1 0-1,-1 0 1,1 0 0,-1 0-1,0 1 1,1-1-1,-1 0 1,1 0-1,-1 1 1,0-1-1,1 1 1,-1-1 0,1 0-1,-1 1 1,1-1-1,0 1 1,-1-1-1,1 1 1,-1-1-1,1 1 1,0-1-1,-1 1 1,1 0 0,0-1-1,0 1 1,0 0-1,-1-1 1,1 1-1,0-1 1,0 1-1,0 0 1,0-1 0,0 1-1,0 0 1,0-1-1,0 1 1,0 0-1,1 0-8,-1 0 5,0 0 0,1 0-1,-1 1 1,1-1-1,-1 0 1,1 0-1,0 0 1,-1 0 0,1 0-1,0 0 1,0 0-1,0 0 1,0 0 0,0 0-1,0 0 1,0 0-1,0-1 1,0 1-1,0 0 1,0-1 0,0 1-1,1-1-4,11 3-110,1 0 0,0-1 1,0-1-1,0 0 0,0-1 0,0-1 0,0 0 0,-1-1 0,1 0 0,1-1 110,3-2-1448,-1 1-1,1-2 0,-1-1 1,8-4 1448,27-18-8905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6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12515,'0'0'2240,"0"0"57,85 143-737,-49-61-288,-9 7-160,-8 0 41,-8 0-425,-11-10-384,0-7-200,-5-10-144,-25 7-632,-1-17-3137,4-12-6857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12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4417,'0'0'8234,"0"0"-6218,0 0-239,0 0-17,0 0-784,0 0-472,171 0-248,-135 0-128,-9 0-128,-5 0-200,-3 0-1112,-8 0-1593,-5 0-5016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12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12259,'0'0'2680,"0"0"-1456,0 0-31,0 0-481,0 0-456,157-5-256,-102-5-376,8 0-1313,-13 3-2359,-14 2-3842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16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471 621 4121,'0'0'4729,"0"0"-2169,0 0-739,0 0-70,0 0-221,0 0-29,0-4 1360,-6-19-1893,0 16-829,1 1-1,-1 0 1,-1 0-1,1 0 1,-1 1 0,0 0-1,0 0 1,0 1-1,-1-1 1,0 2 0,0-1-1,0 1 1,0 1 0,0-1-1,-1 1 1,-1 0-139,-7-1 37,1 1-1,-1 0 1,0 1 0,1 0 0,-1 2-1,0 0 1,-15 3-37,23-1 7,0 0-1,1 0 1,0 1 0,0 0-1,0 0 1,0 1-1,0 0 1,1 0-1,0 1 1,0 0 0,0 0-1,1 1 1,0 0-1,0 0 1,1 0-1,-4 7-6,0 0 26,1 1-1,0 0 1,1 0 0,1 0-1,0 1 1,1 0-1,1 0 1,-2 14-26,4-18 17,0 1 0,1-1 0,1 1 0,0-1 0,1 1 1,0-1-1,1 0 0,2 12-17,-2-18 2,1-1 1,-1 1 0,1 0 0,0-1-1,0 0 1,0 0 0,1 0-1,0 0 1,0 0 0,0-1-1,0 0 1,1 1 0,0-2-1,0 1 1,0-1 0,0 1-1,1-1 1,-1-1 0,1 1-3,19 6-5,-1-1 1,1-2 0,0 0 0,1-2-1,-1 0 1,1-2 0,0-1-1,0-1 1,0-1 0,12-3 4,-33 3-119,1 0-1,-1 0 1,1 0 0,-1 0-1,0-1 1,0 0 0,1 0-1,-1-1 1,-1 1-1,1-1 1,0 0 0,-1 0-1,1-1 1,-1 1 0,0-1-1,0 0 1,-1 0 0,1-1-1,-1 1 1,0-1 0,0 1-1,0-1 1,-1 0 0,1 0-1,-1 0 1,-1-1-1,1 1 1,-1 0 0,1-4 119,3-19-1362,-1 0 0,-1-1 0,-2 0 0,-1 1 0,-2-12 1362,1-7-1441,-10-227-400,0 1 5812,10 218-2187,0-17 3774,1 72-5405,0 0 1,0 0 0,0 0-1,0 0 1,0 0-1,1 0 1,-1 0 0,0 0-1,0 0 1,0 0 0,0 0-1,0 0 1,0 0-154,4 45 208,7 160 514,-6-75-583,6 1 0,8 19-139,-18-147-92,17 71-167,-1-42-1590,11-8-3772,-9-17-3285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17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14947,'0'0'2346,"0"0"271,0 0-737,0 0-1115,7 29-235,28 135 1722,7 106-2252,-32-100 607,-8 13-607,-2-183 71,-4-45 240,1 0-1,2 0 1,6-40-311,-4 74 2,1 0 0,0 0 0,1 1 0,0-1 0,1 1 0,0-1 0,1 1 0,0 1-1,0-1 1,1 1 0,0-1 0,1 2 0,0-1 0,0 1 0,1 0 0,0 0 0,1 1 0,-1 0 0,1 1 0,8-4-2,0 0-1,0 1 0,1 1 0,0 1 0,0 0 1,1 2-1,0 0 0,0 1 0,0 0 0,0 2 0,0 0 0,9 2 1,-23 0-3,0 0 0,0 0 0,0 1 0,0 0 0,0 0 0,0 0 0,0 1-1,0 0 1,0 0 0,-1 0 0,1 0 0,-1 1 0,0 0 0,1 0 0,-1 0 0,-1 0-1,1 1 1,0-1 0,-1 1 0,0 0 0,0 0 0,0 0 0,0 1 0,0-1-1,-1 1 1,0-1 0,0 1 0,0 1 3,2 6-7,-1 0-1,0 0 0,-1 0 1,0 0-1,-1 0 1,0 0-1,-1 0 0,0 1 1,-1-1-1,0 0 1,-3 8 7,2-12 13,-1-1 0,-1 1 1,1-1-1,-1 0 0,0 1 1,-1-2-1,1 1 0,-1 0 1,-1-1-1,1 0 0,-1 0 1,0-1-1,-1 0 0,1 0 1,-1 0-1,0-1 0,-3 2-13,-12 7 69,-2-2 0,1 0-1,-1-1 1,-22 5-69,34-11 24,-1-1 0,1 0 1,-1 0-1,0-2 0,0 1 0,0-2 0,0 1 0,1-2 1,-8-1-25,18 2-26,1-1 1,0 0 0,-1 1-1,1-1 1,0 0 0,0 0-1,0 0 1,-1 0 0,1 0-1,0 0 1,0 0 0,0-1-1,0 1 1,1 0 0,-1 0-1,0-1 1,1 1 0,-1 0-1,0-1 1,1 1 0,0-1-1,-1 1 1,1-1 0,0 1-1,0-1 1,0 1 0,0-1-1,0 1 1,0-2 25,0-2-438,0 1-1,0-1 1,1 0-1,-1 1 1,1-1-1,0 1 1,1-1-1,-1 1 1,2-3 438,11-13-5952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17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14739,'0'0'2009,"0"0"351,0 0-239,0 0-705,83 126-688,-69-84-320,-6-5-120,-3-2-168,4-6-120,-4-6-80,9-4-928,-3-6-1977,3-8-3128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1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6129,'0'0'3858,"0"0"-1541,4 21-17,16 62-513,-2-11 58,-2 0-1,-4 0 1,3 64-1845,-14-163 86,1-1 0,2 1 1,0-1-1,2 1 0,1 1 1,9-23-87,-10 34 22,-1 1 0,2 0 0,-1 0 0,2 0 0,0 1 0,1 0 1,0 1-1,1 0 0,0 1 0,1 0 0,0 0 0,1 1 0,9-7-22,-18 15 43,0 0 0,0 0 0,0 1 0,1-1 0,-1 1 0,0-1 1,1 1-1,-1 0 0,1 0 0,-1 0 0,1 1 0,0-1 0,-1 1 0,1 0 0,0 0 0,-1 0 0,1 1 0,0-1 0,-1 1 0,1 0 0,-1 0 0,1 0 0,-1 1-43,1 0 46,0 1 1,0-1-1,-1 1 0,0 0 0,1 1 0,-1-1 0,0 1 0,-1-1 0,1 1 1,-1 0-1,1 0 0,-1 0 0,0 0 0,-1 0 0,1 0 0,-1 1 0,1-1 1,-1 1-47,15 84 492,-1-9-1741,1-31-3974,-8-33-617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18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13 126 10338,'0'0'4665,"0"0"-2399,0 0-715,0 0-471,-3 22-156,2-14-872,-3 24 239,1 0 0,2 0 0,1 2-291,1-21 77,0-1-1,0 0 0,1 0 1,1 0-1,0-1 1,0 1-1,1-1 1,1 1-1,0-1 1,0-1-1,5 7-76,-4-9 30,0-1-1,0 0 1,1 0-1,0-1 1,0 0 0,0 0-1,1 0 1,0-1-1,0 0 1,1-1-1,-1 0 1,1 0 0,0-1-1,0 0 1,0 0-1,0-1 1,1-1-1,-1 1 1,0-1-1,7-1-29,-9 0 10,0 0-1,0 0 1,0-1-1,0 0 1,-1 0-1,1-1 0,0 0 1,-1 0-1,1 0 1,-1-1-1,0 0 0,0-1 1,0 1-1,0-1 1,-1 0-1,1 0 0,-1-1 1,0 1-1,0-1 1,-1-1-1,0 1 1,0 0-1,0-1 0,0 0 1,-1 0-1,0 0 1,0 0-1,1-4-9,0-4 108,0 0 1,-1 0-1,-1 0 0,0 0 0,-1-1 1,0 1-1,-1-1 0,-1 1 0,0-1 1,-1 1-1,-1 0 0,0 0 0,-1 0 1,0 0-1,-1 0 0,-1 1 0,0 0 1,-1 0-1,0 1 0,-1-1 0,0 2 1,-1-1-1,-9-8-108,3 4 173,0 2 1,-1 0 0,-5-3-174,-11-3-2364,34 20-1857,12 0-3591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18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4705,'0'0'7156,"0"0"-4385,10 25-498,84 199 1574,-81-203-3713,-13-21-131,0 0 1,0 0 0,1 0-1,-1 0 1,0 0 0,0 0-1,0 0 1,1 0 0,-1 0-1,0 0 1,0 0 0,0 0-1,0 0 1,1 0 0,-1 0-1,0 0 1,0 0-1,0 0 1,0 0 0,1 0-1,-1 0 1,0-1 0,0 1-1,0 0 1,0 0 0,1 0-1,-1 0 1,0 0 0,0 0-1,0-1 1,0 1 0,0 0-1,0 0 1,0 0 0,0 0-1,1-1 1,-1 1 0,0 0-1,0 0 1,0 0-1,0 0 1,0-1 0,0 1-1,0 0 1,0 0 0,0 0-1,0-1 1,0 1 0,0 0-1,0 0 1,0 0 0,0 0-1,0-1-3,-1-47 302,0 26-328,1-5 331,-1 3-65,1 0 1,1-1 0,1 1-1,1 0 1,1 0 0,5-15-241,-7 34 13,0 0 1,0 0 0,0 0 0,1 0 0,0 1 0,-1-1-1,2 1 1,-1-1 0,0 1 0,1 0 0,0 1 0,0-1-1,0 1 1,0-1 0,1 1 0,-1 1 0,1-1 0,0 0-1,-1 1 1,1 0 0,0 0 0,1 1 0,-1-1 0,0 1-1,0 0 1,1 1 0,-1-1 0,0 1 0,1 0 0,-1 1 0,0-1-1,5 2-13,-2-1 44,0 1-1,-1 0 1,1 1-1,-1 0 1,0 0-1,1 0 1,-2 1-1,1 0 1,0 1-1,-1 0 1,0 0-1,0 0 1,0 0-1,0 1 1,-1 0-1,0 0 1,0 1-1,-1-1 1,0 1-1,0 0 1,0 3-44,4 4 97,-1 0 0,-1 1 0,0 0 0,-1 0 0,-1 1 0,0-1 0,-1 1 0,-1 0 0,0 11-97,-1-51 11,0-1 0,2 0 0,0 1 0,2 0 0,3-9-11,-5 22 4,1 0 1,0 0 0,0 0 0,1 0-1,1 1 1,0 0 0,0 0-1,1 0 1,0 1 0,1 0-1,0 0 1,5-4-5,-10 11-2,0-1 1,0 1-1,0-1 0,0 1 1,1 0-1,-1 0 0,1 0 1,-1 1-1,1-1 1,0 1-1,0 0 0,-1 0 1,1 0-1,0 1 0,0-1 1,0 1-1,0 0 0,0 0 1,0 0-1,0 1 0,3 0 2,-2 1-2,0 0-1,0 0 0,-1 1 0,1 0 0,0 0 1,-1 0-1,0 0 0,0 1 0,0-1 0,0 1 1,0 0-1,-1 0 0,0 1 0,2 1 3,5 12-5,0 0-1,-1 0 1,0 1-1,-2 0 1,0 0 0,-1 1-1,2 15 6,-5-12-334,0 0 0,-2 1-1,-1 21 335,0-18-1588,0 7-3549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19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4489,'0'0'2682,"0"0"2310,0 0-1741,0 0-916,0 0-807,0 0-711,0 12-176,0 485 2426,-2-458-3035,-2 1-1,-2-1 0,-1 0 0,-9 23-31,-6 35-282,21-85-361,-2 18-667,-2-21-6639,2-9-49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1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9722,'0'0'2714,"0"0"-1040,0 0 45,11 21-364,19 39-716,-2 2 1,-3 2-1,-3 0 1,-2 3-640,-2 38 336,-13-69-277,1 0 1,2-1-1,12 34-59,-19-66 2,0 1-1,1-1 1,0 0-1,-1 0 1,1 0-1,0 0 0,1 0 1,-1 0-1,0 0 1,1-1-1,0 1 1,-1-1-1,1 0 1,0 0-1,0 0 0,1 0 1,-1 0-1,3 1-1,0-1 4,0-1 0,0 0-1,-1 0 1,1 0 0,0 0-1,0-1 1,0 0 0,0-1-1,0 1 1,0-1 0,1 0-4,10-3-17,0-1 0,0-1 0,0 0 0,-1-1 0,0-1 0,0 0 0,7-7 17,65-53-3019,-56 40-1651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0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13035,'0'0'2096,"0"0"-319,27 164 743,-2-68-1096,0 8-399,-6 2-137,-2-7-296,-1-10-432,-2-12-32,-3-15-112,-3-15-16,-2-17-80,-4-13-584,-2-17-1241,0-10-1791,0-15-2578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0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9 471 5193,'0'0'5297,"-1"-25"-3510,-2-3-1385,1 12-106,1-1 0,0 1 0,1-1 0,0 1-1,2 0 1,0-1 0,1 1 0,4-15-296,-1 15 194,1 1-1,1-1 1,0 2 0,0-1 0,2 1-1,0 0 1,0 1 0,1 0 0,1 1-1,0 1 1,1-1 0,0 2 0,1 0-1,0 0 1,0 2 0,1-1 0,0 2-1,0 0 1,1 1 0,0 0 0,0 2-1,1 0 1,-1 0 0,1 2 0,10-1-194,-20 3 63,1 1 1,-1-1-1,1 1 1,-1 1 0,1 0-1,-1 0 1,0 0 0,0 1-1,0 0 1,0 0-1,-1 1 1,1 0 0,-1 0-1,2 2-63,1 1 57,0 1 0,-1 1 0,0-1 0,0 1 0,-1 1-1,0-1 1,-1 1 0,0 1 0,-1-1-57,4 9 90,-1 0-1,0 1 1,-2-1 0,-1 1-1,0 1 1,-1-1 0,-2 1-1,0-1 1,-1 1 0,-1 11-90,-1-25 76,0 1 0,0-1 0,-1 0 0,0 0 0,0 0 0,-1 0 0,0 0 0,0 0 0,-1-1 0,0 1 0,0-1 0,0 0 0,-1 0 0,0-1 0,0 1 0,0-1 0,-1 0 0,1 0 0,-1-1 0,-4 2-76,2-1 42,0 0 0,-1 0 0,1-1 0,-1-1 0,0 0 0,0 0 0,0 0-1,0-1 1,0-1 0,-1 1 0,1-2 0,-1 1 0,1-1 0,0-1 0,-1 0 0,0 0-42,7 0-66,0 1-1,0-1 1,0 0-1,0-1 1,0 1 0,0-1-1,0 1 1,0-1 0,1 0-1,-1 0 1,1 0 0,-1 0-1,1-1 1,0 1-1,0-1 1,0 1 0,0-1-1,0 0 1,0 1 0,1-1-1,0 0 1,-1 0 0,1 0-1,0-1 67,1 2-457,-1 0-1,1-1 0,-1 1 1,1-1-1,0 1 1,0-1-1,0 1 0,0-1 1,1 1-1,-1 0 1,1-1-1,-1 1 0,1 0 1,0-1-1,0 1 0,0 0 1,0 0-1,0 0 1,1-1-1,-1 1 0,2-1 458,17-16-12289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12523,'0'0'1920,"0"0"-28,12 25 206,46 80-675,-52-94-1328,1-2 0,0 1 0,1-1-1,0 1 1,0-2 0,0 0 0,1 0 0,1 0-1,-1-1 1,1 0 0,1-1 0,-1 0 0,1-1-1,0 0 1,0-1 0,0 0 0,1-1 0,0 0-1,-1-1 1,1 0 0,0 0 0,0-2 0,0 1-1,4-2-94,-13 1-14,0 0-1,0 0 0,0 0 0,0-1 0,0 0 1,0 1-1,0-1 0,0 0 0,0 0 0,0-1 1,0 1-1,0 0 0,-1-1 0,1 0 0,0 0 1,-1 0-1,0 0 0,1 0 0,1-3 15,-1 1-67,0-1 1,0 0-1,0 0 0,0 0 0,-1-1 0,0 1 0,0-1 1,-1 1-1,1-1 0,-1-4 67,2-13-207,-2 0 0,0 0 0,-2 0 0,0 0 0,-2-4 207,-1 5-50,-1 0 0,0 0 0,-2 0 0,-5-11 50,-16-54 1783,34 105-1574,1-1 1,1 1-1,0-1 1,1-1-1,9 13-209,14 27 111,-15-22-135,35 75 249,-47-96-330,-1 0 0,0 0 0,0 1 0,-1-1 0,-1 1 0,-1 0 0,1 6 105,-14-36-752,1-3 877,1 0 0,1-1 0,1 0-1,1 0 1,0-1 0,2 0 0,0 0 0,2 0 0,0-1 0,1 0 0,1 1 0,2-1-1,0 0 1,3-15-125,-3 33-2,0 0 1,0 0-1,0 0 0,0 0 0,1 0 0,0 0 0,0 1 0,0-1 0,0 1 0,1-1 0,-1 1 1,1 0-1,0 0 0,-1 0 0,2 1 0,-1-1 0,0 0 0,0 1 0,1 0 0,-1 0 0,1 0 1,0 0-1,0 1 0,-1 0 0,1-1 0,0 1 0,0 0 0,0 1 0,1-1 0,-1 1 0,0 0 1,0 0-1,0 0 0,0 1 0,0-1 0,0 1 0,0 0 0,0 0 0,0 0 0,0 1 0,0-1 1,-1 1-1,1 0 0,-1 0 0,1 0 0,-1 1 0,3 2 2,5 6-4,-1 1 0,-1 0 1,0 1-1,-1 0 0,0 1 0,-1-1 0,0 2 0,-2-1 1,3 8 3,11 38-70,7 43 70,-26-100-5,14 67-2857,-13-51-1801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1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12019,'0'0'1640,"0"0"-696,0 0 1153,0 0-1025,0 0-360,97 193 104,-81-99 104,-5 0-264,-3-7-231,-2-13-153,2-17-160,0-15-112,3-20-384,-2-12-2313,-1-10-4553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1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1 245 3273,'0'0'8193,"0"0"-5560,0 0-1675,0 0-414,23-13-324,-23 13-220,29-15 70,0 0 1,14-3-71,-39 16 24,0 1 1,-1 1-1,1-1 0,0 0 1,0 1-1,-1 0 0,1 0 1,0 0-1,0 0 0,-1 0 1,1 1-1,0 0 0,0 0 1,-1 0-1,1 0 0,-1 0 1,1 1-1,-1 0 0,0 0 1,1 0-1,-1 0 0,0 0 1,0 0-1,0 1 0,-1-1 1,1 1-1,-1 0 0,1 0 1,-1 1-25,6 3 102,8 13 347,0-1 1,-1 2-1,5 9-449,-10-13 243,1 0 0,1-1 0,1 0 0,0-1 0,16 13-243,-27-25 7,1-1 0,0 0 0,0 0 0,0 0-1,0 0 1,0-1 0,0 1 0,1-1-1,-1 0 1,1 0 0,-1 0 0,1 0-1,-1 0 1,1-1 0,-1 0 0,1 0 0,-1 0-1,1 0 1,0 0 0,-1-1 0,1 1-1,-1-1 1,1 0 0,-1 0 0,0-1-1,1 1 1,-1-1 0,0 1 0,0-1 0,0 0-1,0 0 1,0 0 0,0-1 0,-1 1-1,1-1 1,-1 1 0,0-1 0,0 0-1,2-2-6,3-5 83,0 0-1,0 0 0,-1-1 1,-1 0-1,0 0 0,0-1 1,-1 0-1,-1 1 0,0-1 0,2-12-82,-3 3 239,0 0 1,-1 0-1,-2 0 0,0 0 0,-1 0 0,-1 0 0,-1 0 0,-1 1 0,0-1 1,-5-8-240,2 9-2062,7 6-2565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2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84 145 11042,'0'0'5747,"0"0"-3496,0 0-832,-15 27-197,-44 90-454,58-114-752,-1 1-1,1-1 1,-1 1 0,1 0 0,0 0 0,1-1 0,-1 1-1,1 0 1,-1 0 0,1 0 0,0 0 0,1 0 0,-1 0-1,1-1 1,-1 1 0,1 0 0,0 0 0,1 0 0,-1-1-1,1 1 1,-1-1 0,1 1 0,0-1 0,0 0-1,1 0 1,-1 0 0,1 0 0,-1 0 0,1 0 0,2 1-16,5 3 15,0 0 0,0-1 0,0 0 0,1-1 0,0 0 0,0 0 0,10 1-15,-11-2-18,1-1-1,0 0 1,0-1 0,0 0-1,0-1 1,0 0 0,1-1-1,-1 0 1,9-2 18,-15 1-45,0 0 1,0 0-1,0 0 1,-1-1-1,1 0 1,0 0-1,-1 0 1,0-1-1,1 1 1,-1-1-1,0 0 1,0 0-1,0 0 1,-1-1-1,1 1 1,-1-1-1,0 0 1,0 0-1,0 0 1,-1 0-1,1-1 1,0-2 44,3-8-59,-1 1-1,-1-1 1,0 0 0,-1 0 0,-1-1 0,0 1 0,-1-2 59,-2-114 183,0 62 280,1-1 1341,-5 170-417,1-46-976,3 43-411,2-82 26,1 0-1,0 0 1,0 0 0,2 0-1,0 0 1,0-1 0,1 0-1,5 8-25,-10-20-84,1-1 0,0 1-1,0 0 1,0-1 0,0 1 0,0-1 0,0 0-1,0 1 1,0-1 0,1 0 0,-1 1-1,0-1 1,1 0 0,-1 0 0,1 0-1,0-1 1,-1 1 0,1 0 0,-1 0-1,1-1 1,0 1 0,0-1 0,-1 0-1,1 1 1,0-1 0,0 0 0,-1 0-1,1 0 1,0 0 0,0 0 0,0-1 0,-1 1-1,1 0 1,0-1 0,-1 0 0,2 0 84,14-7-5456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16860,'0'0'3152,"0"0"-1903,38 136 863,-21-40-712,-1 13-616,1-3-279,-3-7-257,2-12-248,-2-15-408,-3-8-1009,-6-22-3120,1-20-7537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11963,'0'0'3535,"0"0"-2491,0 26-576,0-17-418,-1 52 313,-2 1-1,-4 13-362,-8 47 2994,2 83-2994,11-318 12,0 30 21,3-1 1,8-52-34,-7 126 63,6-37 267,-8 46-241,0-1 0,1 0 0,-1 0 0,1 1 0,-1-1 0,1 0-1,0 1 1,0-1 0,-1 0 0,1 1 0,0-1 0,1 1 0,-1 0 0,0-1 0,0 1-1,1 0 1,-1 0 0,0 0 0,1-1 0,1 1-89,-2 1 31,1 0 1,-1 1-1,1-1 1,-1 1 0,0-1-1,1 1 1,-1-1-1,1 1 1,-1 0-1,0 0 1,0 0-1,1 0 1,-1 0-1,0 0 1,0 0-1,0 0 1,0 0-1,0 0 1,0 0-1,-1 1 1,1-1-1,0 0 1,-1 1-1,1-1 1,-1 1-1,1-1 1,-1 1-32,21 53 313,-17-43-122,87 283 1095,-57-175-2371,-33-117 664,2 7-572,-3-2-4546,0-8-1179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3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0 205 4977,'0'0'12667,"0"0"-8962,0 0-1969,0 0-976,0 0-472,187-71-288,-113 46-32,42-17-1032,-17 7-3137,-11 3-6969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3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13171,'0'0'5105,"0"0"-3153,0 0 73,0 0-705,-72 153-616,67-106-272,5-3-160,0-6-112,8-6-40,14-12-64,5-8-56,4-10-200,-1-2-400,3-17-944,-11-15-2721,-6-3-2761</inkml:trace>
  <inkml:trace contextRef="#ctx0" brushRef="#br0" timeOffset="1">201 156 11322,'0'0'2941,"0"0"-1074,0 0 227,5 26-352,17 79-615,-20-101-1064,-1 0 0,1 1 0,-1-1 1,1 0-1,1 0 0,-1 0 0,0 0 1,1-1-1,0 1 0,0-1 1,0 1-1,0-1 0,1 0 0,-1 0 1,1-1-1,0 1 0,0-1 0,0 0 1,0 0-1,0 0 0,0 0 1,0-1-1,4 2-63,0-2 55,1 1 0,-1-1 1,1 0-1,-1-1 0,1 0 1,-1 0-1,1-1 0,-1 0 1,1-1-1,-1 0-55,-2 0 6,-1 0 1,0 0-1,0 0 0,-1-1 0,1 0 1,0 0-1,-1 0 0,0-1 1,1 0-1,-1 0 0,-1 0 1,1 0-1,-1 0 0,1-1 0,-1 1 1,-1-1-1,1 0 0,-1 0 1,1 0-1,-1 0 0,-1 0 1,1-1-1,-1 1 0,0-1 1,0 0-7,1-2-94,-1 0 0,0 0 0,0 0 0,-1 0 0,0-1 0,-1 1 0,1 0 1,-2 0-1,1 0 0,-1 0 0,0 0 0,-1 0 0,0 1 0,0-1 1,0 1-1,-4-5 94,2 5-521,0 0 0,0-1 0,0 1 0,1-1 1,-3-7 520,2-25-9132,5 34 2560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4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4745,'0'0'3777,"0"0"-795,0 0-102,0 0-208,0 0-464,0 0-600,14 23-429,106 178 474,-113-191-1607,0 1 0,1-1 0,0 0 0,0-1 0,1 0 1,8 6-47,-12-12 10,-1 1 0,1-1 0,0-1 0,0 1 1,0-1-1,0 1 0,0-2 0,1 1 0,-1 0 1,1-1-1,-1 0 0,1 0 0,-1-1 0,1 0 1,0 0-1,-1 0-10,-2-1-1,-1 0 0,0 0 0,0 0 0,1 0 0,-1 0 0,0-1 0,0 1 0,0-1 0,0 1 0,-1-1 0,1 0 0,0 0 0,-1 0 0,1 0 0,-1 0-1,0 0 1,0 0 0,1 0 0,-1 0 0,-1-1 0,1 1 0,0 0 0,-1-1 0,1 1 0,-1-1 0,1 1 0,-1-1 1,9-77-75,-8 73 79,1-41-37,-2 24 55,1 0-1,1 0 1,2 0-1,0 1 1,6-17-22,-10 39 11,0 0-1,0 0 1,0 0 0,1 0-1,-1 0 1,0 0 0,1 0 0,-1 0-1,1 0 1,-1 0 0,1 0-1,-1 0 1,1 0 0,0 1 0,-1-1-1,1 0 1,0 0 0,0 1-1,-1-1 1,1 0 0,0 1 0,0-1-1,0 1 1,0-1 0,0 1 0,0 0-1,0-1 1,0 1 0,0 0-1,0 0 1,0 0 0,0-1 0,0 1-1,0 0 1,0 0 0,0 1-1,0-1 1,0 0 0,0 0 0,0 0-1,0 1 1,0-1 0,0 0 0,0 1-1,0-1 1,0 1 0,0-1-1,0 1-10,3 2 29,0 1-1,0-1 0,0 1 1,0-1-1,-1 1 0,0 0 1,0 0-1,0 1 0,1 0-28,10 21 146,0 0 0,-2 1 0,0 0 0,-2 1-1,-1 0 1,2 15-146,-11-128-3049,1 25 3248,-2 59-184,1 1 0,0-1 1,0 1-1,0-1 0,0 0 0,0 1 0,0-1 0,0 0 0,0 1 0,0-1 0,0 1 0,0-1 0,0 0 1,1 1-1,-1-1 0,0 1 0,0-1 0,1 1 0,-1-1 0,0 1 0,1-1 0,-1 1 0,0-1 0,1 1 1,-1-1-1,1 1 0,-1-1 0,1 1 0,-1 0 0,1-1 0,-1 1 0,1 0 0,-1 0 0,1-1-15,18 11 387,14 29 184,-5 14 117,-22-39-560,1 1 0,1-1 0,0-1 0,1 1 0,0-2 1,6 7-129,-14-18-32,0 0 1,-1-1 0,1 1 0,0 0-1,0 0 1,0 0 0,-1 0 0,1-1 0,0 1-1,0 0 1,0-1 0,0 1 0,1-1-1,-1 1 1,0-1 0,0 0 0,0 1 0,0-1-1,0 0 1,0 0 0,1 0 0,-1 0 0,0 0-1,0 0 1,0 0 0,0 0 0,1 0-1,-1 0 1,0-1 0,0 1 0,0 0 0,0-1-1,0 1 1,0-1 0,0 0 0,0 1 31,2-3-561,-1 1 0,0 0 1,0-1-1,-1 0 0,1 0 0,0 1 1,-1-1-1,1 0 0,-1 0 1,0 0-1,0 0 0,0-1 561,7-25-7675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4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1 282 8618,'0'0'4733,"0"0"-2389,0 0-523,6 25-213,24 76-554,-29-97-999,0 0 1,1-1 0,-1 1-1,1-1 1,0 0 0,0 1-1,0-1 1,1 0 0,-1 0-1,1 0 1,-1-1 0,1 1-1,0-1 1,0 1 0,0-1-1,1 0 1,-1 0 0,0 0-1,1-1 1,-1 1 0,3 0-56,2-1 95,0 1 1,0-1-1,1-1 1,-1 1 0,0-1-1,0-1 1,6-1-96,0 1 87,-3 0-103,-1 0 0,0-1 0,0-1 0,1 0 0,-1 0-1,-1-1 1,1 0 0,-1 0 0,1-1 0,-1-1-1,-1 0 1,6-4 16,-6 4-319,0-1-1,0-1 0,0 0 1,-1 0-1,-1 0 0,1-1 1,-1 0-1,-1 0 0,0 0 1,0-1-1,0 0 0,-2 0 1,1 0-1,-1 0 0,-1 0 1,1-1-1,-2 1 0,1-12 320,-2-17 503,-1 0 0,-5-24-503,-11-29 6735,25 214-4288,-4-103-2422,0-1 1,0 0-1,2 0 0,0-1 1,1 1-1,1-2 0,1 1 1,1 0-26,-8-15-186,0 0 0,0 0 0,0 0 0,0 0 1,0-1-1,0 1 0,1-1 0,-1 1 0,1-1 1,-1 0-1,1 0 0,-1 0 0,1-1 0,0 1 0,-1-1 1,1 1-1,0-1 0,0 0 0,-1 0 0,1 0 1,0 0-1,-1 0 0,1-1 0,1 0 186,13 1-3826,13 0-7569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5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1512,'0'0'11659,"0"0"-7386,-10 23-2485,-33 78-44,39-91-1445,0 1-1,1-1 1,1 1-1,0 0 1,0 0-1,1 0 1,1 0-1,0 0 1,0 0-1,1 0 1,2 11-299,-3-19 29,1-1-1,0 0 1,-1 1 0,1-1-1,0 0 1,0 0 0,0 0-1,1 0 1,-1 0 0,0 0-1,1 0 1,-1 0 0,1 0-1,0 0 1,0-1 0,-1 1-1,1-1 1,0 0 0,0 1-1,1-1 1,-1 0 0,0 0 0,0 0-1,0 0 1,1-1 0,-1 1-1,0-1 1,1 1 0,-1-1-1,1 0 1,-1 0 0,0 0-1,1 0 1,-1 0 0,1 0-1,-1-1 1,0 1 0,2-1-29,1 0-94,1 0 1,0 0 0,0-1-1,0 0 1,-1 0-1,1 0 1,-1-1 0,0 1-1,1-1 1,-1 0 0,0-1-1,-1 1 1,1-1-1,-1 0 1,2-2 93,1-6-429,0 0-1,-1-1 1,0 0-1,-1 0 1,0 0 0,-1-1-1,1-8 430,1-18 4268,-7 55-4028,1 30 45,0-43-322,0-1 1,1 1 0,-1 0-1,1-1 1,-1 1 0,1-1-1,-1 1 1,1-1-1,0 1 1,0-1 0,0 0-1,0 1 1,0-1 0,0 0-1,0 0 1,0 0 0,0 0-1,0 0 1,1 0-1,-1 0 1,0 0 0,1 0-1,-1 0 1,1-1 0,0 1 36,14 2-1745,0-1 1,-1 0 0,1-2 0,11 0 1744,-22 0-734,49 0-7788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5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164 260 5313,'0'0'9994,"0"0"-5662,0 0-2122,0 0-751,-25 1-669,-76 9-247,99-10-513,0 1 0,1-1 0,-1 1 0,0-1 0,0 1 0,1 0 0,-1 0 0,0 0 0,1 0 0,-1 0 0,1 0 0,-1 0 0,1 0 0,0 0 0,-1 1 0,1-1 0,0 1 0,0-1 1,0 1-1,0-1 0,0 1 0,0 0 0,1-1 0,-1 1 0,0 1-30,0 2 116,1 0 0,-1 0 0,1-1 0,0 1 0,0 0 0,1 0 1,0 3-117,0 6 302,-1-12-267,0 0-1,0 0 1,1 0-1,-1-1 1,0 1 0,1 0-1,-1 0 1,1 0-1,0 0 1,0 0-1,0 0 1,0-1 0,0 1-1,0 0 1,0-1-1,0 1 1,1-1 0,-1 0-1,1 1 1,-1-1-1,1 0 1,-1 0-1,3 1-33,0 1 34,1-1 1,0 0 0,0 0 0,0-1 0,1 1 0,-1-1 0,0 0 0,0-1 0,5 1-36,1-1-27,-1 0 0,1 0 0,-1-1 0,1 0 1,-1-1-1,1-1 0,-1 1 0,0-1 1,9-5 26,-13 4-98,1 0 0,-1-1 1,0 0-1,0-1 1,-1 0-1,1 1 1,-1-2-1,0 1 1,-1 0-1,0-1 0,0 0 1,0 0-1,-1 0 1,0-1-1,0 1 1,-1-1-1,0 0 1,0 1-1,0-5 98,3-23-323,-2 0 0,-1 0 0,-3-32 323,1 30 2,-1-12 961,1 47-365,0 5-85,1 26-197,0-17-246,0 0 0,1 0 1,1 0-1,-1 0 0,2-1 1,1 4-71,-4-11-44,1 0-1,-1 0 1,1 0 0,0 0 0,1 0-1,-1 0 1,1-1 0,-1 1 0,1-1-1,0 1 1,1-1 0,-1 0-1,0-1 1,1 1 0,0 0 0,-1-1-1,1 0 1,0 0 0,1 0 44,43 5-2187,-11-6-2546,-32-1 3779,44 0-11938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5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10922,'0'0'7029,"0"0"-4237,-18 24-831,-56 78-246,71-97-1602,-1 0 0,1 0 0,1 1 0,-1-1 0,1 1 0,-1 0 0,2 0 1,-1-1-1,1 1 0,-1 0 0,2 1 0,-1-1 0,1 0 0,0 0 0,0 1-113,0 5 180,0-10-148,0 0 0,0-1 1,1 1-1,-1 0 0,0 0 0,1 0 0,-1 0 1,1 0-1,-1-1 0,1 1 0,0 0 0,0 0 1,0-1-1,0 1 0,0-1 0,0 1 0,0-1 1,1 1-1,-1-1 0,1 0 0,-1 1 0,1-1-32,1 1 32,1 0 0,-1-1-1,0 1 1,1-1 0,-1 0 0,1 0-1,-1 0 1,1-1 0,-1 1-1,1-1 1,3 0-32,1 0 5,0 0 0,0-1 0,0 0 0,0 0 0,0-1-1,0 0 1,0-1 0,0 1 0,-1-2 0,1 1 0,0-2-5,1-1-79,-1 0 1,0-1 0,0 0-1,0 0 1,-1-1-1,0 0 1,-1 0 0,0-1-1,3-5 79,7-15-221,-2-1-1,4-12 222,-2 5 135,-15 35 65,-1 193 287,0-67-4477,0-92-2655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5401,'0'0'6580,"0"0"-3300,0 0-643,0 0-495,0 0-596,-6 3-597,2-1-901,1 1 0,-1 0 0,1 0 0,0 0 0,0 0-1,0 1 1,1-1 0,-1 1 0,1-1 0,-1 1 0,1 0-1,1 0 1,-1 0 0,0 0 0,1 1 0,0-1 0,0 2-48,-18 94 466,12-56-139,-8 43 12,4 0-1,3 0 0,5 1 0,3 8-338,1-79-11,1 0 0,0 0 0,1 0 0,1 0 0,0-1 0,1 1 0,1-1 0,1 0 0,0-1 0,1 0 0,1 0 0,0 0 0,1-1 0,0-1 0,1 0 0,1 0 0,0-1 0,12 9 11,-10-11-459,0 0-1,1-1 1,0 0 0,0-1 0,1-1-1,0 0 1,7 1 459,35 8-6872,-11-8-6314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28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56 6265,'0'0'6383,"0"0"-2812,0 0-1025,0 0-723,0 0-626,0 0-396,-4 3 2181,-11 16-2447,11-4-494,1 0 0,1 0-1,0 1 1,1-1 0,1 1 0,0-1 0,2 6-41,-1 19 87,-1-30-67,0 15 31,0 0 0,2 0 1,1 0-1,2 7-51,-3-24 5,1 1 0,0 0 0,0 0 0,1-1 0,0 0 0,0 0 0,1 0 0,0 0 0,1-1 0,0 0 0,0 0 0,0 0 0,4 2-5,-3-3 8,0-1 1,0 0-1,0 0 0,1-1 1,0 1-1,0-2 1,0 1-1,0-1 0,0 0 1,1-1-1,-1 0 1,1-1-1,-1 1 0,5-1-8,-8-1 4,-1 0-1,0 0 1,0 0-1,0-1 1,0 0-1,0 1 1,0-1-1,0-1 1,0 1 0,0 0-1,-1-1 1,1 0-1,0 0 1,-1 0-1,0 0 1,1-1-1,-1 0 1,0 1-1,0-1 1,0 0-1,-1 0 1,1 0-1,-1-1 1,1 1-1,-1-1 1,0 1-1,-1-1 1,1 0-1,-1 0 1,1 0-1,-1-1-3,2-16 95,0 0 1,-2 0-1,0 0 0,-2 0 0,0 0 0,-2 0 0,0 0 0,-5-18-95,7 33-10,-5-20 121,0 1 0,-1 0 0,-1 0 0,-11-22-111,15 39-53,0 0 1,0 1-1,0-1 0,-1 1 1,0-1-1,-1 1 1,1 1-1,-2-1 1,1 1-1,0 0 1,-1 1-1,0-1 1,-1 1-1,1 1 0,-1-1 1,-3 0 52,4 2-332,-1 1 0,1 1 0,-1-1 0,0 1 0,1 1 0,-1-1-1,0 1 1,0 1 332,-37 4-6108,6 7-6024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8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6785,'0'0'7923,"0"0"-3398,0 0-1863,0 0-955,0 0-950,0 0-471,6 32-63,-2-15-187,12 69 407,5 72-443,-13-42 157,17 156 102,-17-220-307,3 1-1,1-1 1,3-1-1,5 5 49,-11-32-582,5 12-481,-10-11-6684,-4-23 1516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8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0 312 9514,'0'0'2290,"0"0"-420,9-27 306,-2 1-1651,-4 14-352,-1 1 0,2-1 0,0 1 0,0 0 0,1 0 0,0 0 0,1 0 0,0 1 0,1 0 0,0 0 0,1 1 0,0 0 0,0 1 0,5-5-173,4 0 376,0 0-1,2 1 1,-1 1-1,1 1 0,1 0 1,6-1-376,-16 7 88,-1 1 0,1 0 0,0 0 0,0 1-1,1 0 1,-1 1 0,0 0 0,0 0 0,1 1 0,-1 1 0,0 0 0,1 0 0,-1 1 0,3 1-88,-7 0 15,0 0 0,0 0 0,0 0 1,-1 1-1,1 0 0,-1 0 0,0 0 0,-1 1 1,1 0-1,-1 0 0,0 0 0,0 0 1,0 1-1,-1-1 0,1 1 0,-2 0 0,1 0 1,-1 0-1,1 0 0,-1 4-15,4 11 76,-1 0-1,-1 1 1,0-1 0,-2 1 0,-1 14-76,0-19 71,-1 1 0,-1-1 0,-1 1 1,-1-1-1,0 1 0,-1-1 1,-1 0-1,-4 10-71,5-19 38,0 1 0,-1-1 0,0 1 0,0-1 0,-1-1 0,0 1 0,0-1 0,-1 0 0,0 0 0,0-1 0,0 0 0,-1 0 0,0-1 0,0 0 0,-1 0 1,-5 2-40,3-3-24,0 0-1,0-1 1,0-1-1,0 0 1,0 0-1,-1-1 1,1-1-1,-12 0 26,23 0-67,-1 0-1,0 0 0,0 0 0,1 0 1,-1 0-1,0 0 0,0 0 0,1 0 1,-1 0-1,0 0 0,0-1 0,1 1 1,-1 0-1,0-1 0,1 1 0,-1 0 0,0-1 1,1 1-1,-1-1 0,1 1 0,-1-1 1,0 1-1,1-1 0,-1 1 0,1-1 1,0 0-1,-1 1 0,1-1 0,-1 0 1,1 1-1,0-1 0,0 0 0,-1 0 0,1 1 1,0-1-1,0 0 0,0 0 0,0 1 1,0-1-1,0 0 0,0 0 0,0 1 1,0-1-1,0 0 0,0 0 0,1 1 1,-1-1-1,0 0 0,1 0 0,-1 1 1,0-1-1,1 0 0,-1 1 0,1-1 0,-1 0 68,3-4-866,-1 1-1,1-1 1,0 0-1,0 1 1,0 0-1,0 0 1,3-3 866,24-20-7921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12899,'0'0'2972,"0"0"-434,0 0-644,-10 26-746,8-20-1076,-12 29 401,2 1 0,1 0-1,2 1 1,-4 35-473,1 52 1726,5 81-1726,7-195 42,0 1-1,1-1 1,1 0 0,0 1-1,0-1 1,1 0-1,1 0 1,-1 0 0,2-1-1,-1 0 1,1 1 0,4 4-42,-6-10-89,1 1 1,-1-1 0,1-1-1,-1 1 1,1 0 0,0-1-1,1 0 1,-1 0 0,1 0-1,-1 0 1,4 1 88,-3-3-358,-1 1-1,1-1 1,0 0-1,-1 0 1,1-1-1,0 1 1,0-1-1,0 0 1,-1 0-1,1 0 1,0-1-1,0 0 1,-1 0 0,3 0 358,18-13-5630,-3-5-3845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9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13595,'0'0'3785,"0"0"-1489,0 0-889,0 0-552,29 12-312,99 43-106,-115-48-353,0 1-1,0 1 0,-1-1 1,0 2-1,-1 0 0,0 0 0,0 1 1,-1 0-1,0 1 0,5 9-83,6 7 146,19 28 55,-31-41-227,1-1-1,0 0 1,0 0 0,2-1 0,0-1 0,0 0 0,1-1 0,6 5 26,5-9-2283,-23-7 1927,-1 0-1,1 0 1,0 0-1,-1-1 1,1 1 0,0 0-1,-1 0 1,1 0 0,0-1-1,-1 1 1,1 0-1,0 0 1,-1-1 0,1 1-1,-1-1 1,1 1 0,0-1-1,-1 1 1,0-1-1,1 1 1,-1-1 0,1 0 356,5-14-10989</inkml:trace>
  <inkml:trace contextRef="#ctx0" brushRef="#br0" timeOffset="1">468 0 9946,'0'0'2673,"0"0"-633,0 0-47,-33 181-601,8-104-368,-5-3 80,0-5-103,-3-12-217,5-10-200,6-12-296,9-13-168,4-10-120,9-7-96,0-5-792,11-12-705,14-18-1335,0 1-3826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1 280,'0'0'15243,"0"0"-12962,0 0-521,0 0-87,0 0-753,0 0-528,0 0-208,143 12-64,-110-12-120,-5 0-256,-6 2-944,-6-2-1777,-10 3-3216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09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11346,'0'0'4265,"0"0"-1136,0 0-632,0 0-969,0 0-448,0 0-272,0 0-384,102 29-232,-58-43-192,3-1-112,0 0-488,24-12-1072,-13 2-3441,0 0-7882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10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71 366 9690,'0'0'4846,"0"0"-2126,0 0-643,0 0-443,-11 31-416,-35 104-362,42-121-701,1 0-1,0 1 1,1-1-1,1 1 1,0-1 0,1 1-1,1 4-154,0-11 60,0-1 0,0 1 0,1 0 0,0 0 0,1-1 0,0 1 0,0-1 0,0 0 0,1 0 0,4 6-60,-3-6 19,1-1 1,0 0-1,0 0 0,1 0 0,0-1 0,0 0 0,0 0 0,0 0 0,1-1 0,0-1 0,0 1 0,0-1 0,0 0 0,0-1 0,1 0 0,-1 0 0,1-1 0,-1 0 0,1-1 0,8 0-19,-8 0-33,0 0 0,0 0-1,0-1 1,-1 0 0,1-1 0,0 0 0,-1-1-1,1 0 1,-1 0 0,0 0 0,8-5 33,-11 5-20,-1 0 1,0 0-1,1-1 1,-1 0 0,-1 1-1,1-2 1,0 1-1,-1 0 1,0 0 0,0-1-1,0 0 1,-1 0-1,1 0 1,-1 0 0,0 0-1,-1 0 1,1 0-1,-1-1 1,0 1 0,0-2 19,0-2 22,0-1 1,-1 0 0,0 1 0,0-1-1,-1 0 1,-1 1 0,1-1 0,-2 1-1,1 0 1,-1-1 0,-1 1 0,1 0 0,-2 1-1,1-1 1,-1 1 0,0 0 0,-6-6-23,3 4 47,-1 0 0,-1 1 1,0 0-1,0 1 0,0 0 1,-1 1-1,-1 0 0,1 0 0,-1 1 1,0 1-1,0 0 0,-12-2-47,-8-1-163,16 7-5075,16 1-1183</inkml:trace>
  <inkml:trace contextRef="#ctx0" brushRef="#br0" timeOffset="1">613 0 16,'0'0'11042,"0"0"-8465,99 213 472,-66-104-649,-11 5-560,-8-6-447,-14-26-553,0-3-456,0-14-280,0-16-104,-25-7-792,-3-12-2905,4-13-8586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30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2833,'0'0'2123,"0"0"367,0 0-1051,0 0-662,0 0-390,0 0-240,0 14-81,3 42-79,1-50-356,2-15 114,3-17 80,-5-15-342,-5-18 5333,1 53-2500,1 21-864,1 13-1324,25 289 486,-27-282-5406,0-24-1073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30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6633,'0'0'3917,"0"0"-1715,0 0-452,0 0-617,0 0-634,0 0-344,1-5-105,-1 5-42,0 0-1,0 0 1,0-1-1,0 1 0,0 0 1,0 0-1,0 0 1,0-1-1,0 1 0,0 0 1,0 0-1,0 0 1,0-1-1,1 1 0,-1 0 1,0 0-1,0 0 1,0-1-1,0 1 0,0 0 1,1 0-1,-1 0 1,0 0-1,0 0 0,0-1 1,0 1-1,1 0 1,-1 0-1,0 0 0,0 0 1,0 0-1,1 0 1,-1 0-1,0 0 0,0 0 1,0 0-1,1 0 1,-1 0-1,0 0 0,0 0 1,1 0-1,-1 0 1,0 0-1,0 0 0,0 0 1,1 0-8,10 12 326,20 44 222,-23-40-488,0 0 0,1 0 0,1 0-1,1-2 1,2 3-60,-12-16 1,-1-1-1,1 1 0,0-1 1,-1 0-1,1 1 0,0-1 1,-1 0-1,1 1 1,0-1-1,0 0 0,0 0 1,-1 0-1,1 1 1,0-1-1,0 0 0,-1 0 1,1 0-1,0 0 1,0-1-1,0 1 0,-1 0 1,1 0-1,0 0 0,0-1 1,-1 1-1,1 0 1,0-1-1,-1 1 0,1 0 1,0-1-1,-1 1 1,1-1-1,0 0 0,17-18 8,-16 16-8,14-17-399,0-2-1,11-21 400,1-20-5842,-22 39-2622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32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1 224,'0'0'10322,"0"0"-6098,0 0-1932,0 0-622,0 0-743,0 0-538,2 0 4137,7 8-3797,-5 0-725,-1 1 0,0-1 1,0 0-1,-1 1 1,0-1-1,-1 1 0,0 0 1,0 0-1,-1-1 1,0 1-1,0 0 0,-1 0 1,0-1-1,-1 1 0,0 0 1,0-1-1,-1 0 1,0 1-1,0-1 0,-1 0 1,0-1-1,0 1 0,-1-1 1,0 1-1,-1-1 1,1-1-5,-19 21-351,0-1 0,-2-1 1,-1-1-1,0-2 1,-16 9 350,-60 42-4380,6-12-5014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34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1528,'0'0'5599,"0"0"-443,0 0-2824,0 0-1298,0 0-453,0 0 22,6 7 268,2 4-504,0 1 0,-1 0-1,0 0 1,-1 1 0,0-1 0,-1 2 0,-1-1 0,0 0 0,-1 1 0,2 13-367,0 14 246,-3-25-212,0 1 0,1-1 1,0 0-1,2-1 1,-1 1-1,2-1 0,4 8-34,-6-89 1002,-9-2-964,3 50-26,1 0-1,0-1 1,1 1-1,1-1 1,2-8-12,-2 23-1,1 1 0,-1 0 0,1 0 0,0 0 0,0 0 0,0 0 0,0 0 1,0 0-1,1 1 0,-1-1 0,1 1 0,0 0 0,0 0 0,2-2 1,48-28-18,-41 25 17,-11 6-1,1 0 0,-1 0 0,0 0 0,0 1 0,1-1 0,-1 0 0,0 1 0,1-1 0,-1 1 0,1-1 0,-1 1 0,1 0 0,-1 0 0,1-1 1,-1 1-1,1 0 0,-1 0 0,1 1 0,-1-1 0,0 0 0,1 0 0,-1 1 0,1-1 0,-1 1 0,1-1 0,-1 1 0,0 0 0,1-1 0,-1 1 0,0 0 0,0 0 0,0 0 0,0 0 0,1 0 0,-1 0 0,-1 0 0,1 0 0,0 0 0,0 1 1,0-1-1,0 1 2,3 6-20,-1 1 1,0 1 0,0-1 0,-1 0 0,0 1 0,0 3 19,3 9-13,2 26-600,-6-36-83,1 1 1,0-1-1,1 0 1,4 12 695,-6-21-208,1 0 0,-1 1 0,1-1 0,0 0 0,0 0 0,0-1 0,0 1 0,0 0 1,1-1-1,-1 1 0,1-1 0,0 0 0,0 1 0,0-1 0,0-1 0,0 1 0,0 0 0,0-1 0,2 1 208,16 4-6585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34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3745,'0'0'7048,"0"0"-4045,0 0-934,0 0-653,0 0-744,0 0-69,2 21 85,45 402 180,-42-406-1950,-1-7-3637,-2-9-1422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3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20 249 72,'0'0'2022,"0"0"-1237,0 0-214,0 0 963,0 0 237,-3-21 33,-3-6-986,3 12-61,0 0 0,1 0 0,0 0 1,2-1-1,0-3-757,0 15 257,1 0 0,0 0 0,0 0-1,1 0 1,-1 0 0,1 1 0,0-1 0,0 1 0,0-1 0,0 1 0,0 0 0,1-1 0,0 1 0,-1 0-1,1 1 1,0-1 0,1 1 0,-1-1 0,0 1 0,1 0 0,-1 0 0,1 0 0,0 1 0,0-1 0,0 1-257,10-5 104,0 1 0,0 0 0,0 2 1,1-1-1,-1 2 0,6-1-104,-14 2 4,0 1 0,1-1 0,-1 1 0,0 0 1,1 1-1,-1 0 0,0 0 0,1 0 0,2 2-4,-6-2 2,0 1-1,0 0 1,0 0-1,0 0 1,0 0-1,-1 0 1,0 1 0,1-1-1,-1 1 1,0 0-1,0 0 1,0 0-1,0 0 1,-1 0 0,1 0-1,-1 0 1,0 0-1,0 1-1,2 2-19,-1-1-1,0 1 0,0-1 0,0 1 0,-1-1 0,0 1 1,0 0-1,0 0 0,-1 0 0,0 0 0,0-1 0,-1 1 1,1 0-1,-1 0 0,0 0 0,-1-1 0,0 1 1,0 0-1,0-1 0,0 0 0,-1 1 0,0-1 0,0 0 1,0 0-1,-1-1 0,1 1 0,-1-1 0,0 0 0,-1 0 1,1 0-1,-1 0 0,1-1 0,-1 1 0,0-1 1,-1-1-1,1 1 0,-3 0 20,-2 1-746,-1 0 0,1-1 0,-1 0 0,0-1 0,0 0-1,0 0 1,-6-1 746,-11 1-5870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6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 3529,'0'0'4845,"0"0"-2177,0 0-566,0 0-393,0 0-399,-2-12 840,1 10 3221,4 37-5150,1 0 1,1 0-1,2-1 1,6 14-222,10 57 178,0 28 289,41 261 94,-49-261-43,-1 134-518,-28-312-3316,1 8-3699,7 5-4923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7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0 234 6009,'0'0'3034,"0"0"-641,0 0-425,0 0-593,0 0-432,0 0-35,14-22 95,43-66 44,-53 82-906,1 0 0,0 0 0,-1 1 0,2 0 0,-1 0 1,0 0-1,1 1 0,0 0 0,0 0 0,0 0 0,1 1 0,-1 0 0,1 0 0,7-2-141,6-2 259,6-3-123,0 1 1,0 1-1,1 1 1,1 2-1,-1 1 1,1 1-1,-1 1 1,1 1-1,19 3-136,-39-1 3,0 0-1,0 1 1,0 0 0,0 0-1,0 1 1,0 0 0,-1 0 0,0 0-1,1 1 1,-1 1 0,0-1-1,-1 1 1,1 0 0,-1 0-1,0 1 1,0 0 0,-1 0-1,0 0 1,0 1 0,0 0-1,-1 0 1,3 6-3,1 3 10,-1 0 0,0 0 0,-2 1 0,0 0 1,0 0-1,-2 0 0,0 1 0,-1-1 0,-1 1 0,0 3-10,-1-10 7,0 0 0,0 0-1,-2 0 1,1-1 0,-1 1 0,-1 0-1,0-1 1,-3 8-7,3-12 9,-1 1-1,0-1 1,0 1-1,-1-1 0,0 0 1,0-1-1,0 1 1,0-1-1,-1 0 1,0-1-1,0 1 1,-1-1-1,1 0-8,-5 2 10,0 0 0,-1-1 0,1 0 0,-1-1 0,0 0 0,0-1 0,-1-1 0,1 0 0,-5 0-10,-25 1 44,1-2-1,-9-3-43,-67 3-126,182-29-6964,-21 10 1977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7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8002,'0'0'4303,"0"0"-1936,0 0 90,0 0-879,0 0-956,0 0-111,13 29 60,3 7-408,21 44 360,1 16-523,-28-68 58,79 226 163,-72-195-188,-3 0 0,-2 0 0,0 26-33,-13-96 419,-7-107 254,8 107-658,0-1 1,1 1-1,0 0 1,1-1-1,0 1 1,1 0 0,0 0-1,0 0 1,2 0-1,2-6-15,4 2 20,0 0-1,1 0 0,1 1 1,0 0-1,0 2 1,2-1-1,0 2 1,0 0-1,2-1-19,-7 6 1,0 0 0,0 1-1,0 0 1,0 1 0,1 0 0,-1 0-1,1 1 1,0 1 0,0 0-1,0 0 1,0 1 0,1 1 0,-1 0-1,0 0 1,0 1 0,1 0-1,-7 1-1,0 0 1,-1 0 0,1 1-1,0-1 1,-1 1-1,1 0 1,-1 1-1,0-1 1,0 1-1,-1-1 1,1 1 0,-1 0-1,1 1 1,-1-1-1,0 0 1,-1 1-1,1 0 1,0 2 0,3 6 2,0 0 1,-1 1-1,0-1 1,-1 1-1,0 0 1,-1 5-3,-1-9 12,-1 1 0,0-1 0,-1 1 0,0 0 0,-1-1 0,0 1 0,-2 7-12,2-12 67,-1 0 0,0 0 0,-1 0 0,0-1 0,1 1 0,-2-1 1,1 0-1,-1 1 0,0-2 0,0 1 0,0 0 0,0-1 0,-4 3-67,-7 4 52,0-1 0,-1 0 0,0-1 0,0-1 0,-1-1 0,1 0 0,-2-1 0,1-1 1,-1 0-1,0-1 0,0-2 0,0 1 0,0-2 0,0-1 0,-1 0 0,1-1 0,0-1 0,0 0 0,0-2-52,16 4-106,0 0 0,0-1 0,0 1 0,0-1 0,0 0 0,1 0 0,-1 1 1,0-1-1,0 0 0,1-1 0,-1 1 0,0 0 0,1 0 0,-1-1 0,1 1 0,0-1 0,-1 1 0,1-1 0,0 1 0,0-1 0,-1-1 106,2 1-281,-1 0 1,0-1-1,1 1 0,-1 0 1,1 0-1,0 0 1,0 0-1,0-1 0,0 1 1,0 0-1,0 0 1,0 0-1,1 0 0,-1-1 1,1 1-1,0 0 0,0 0 1,-1 0-1,1 0 1,1-1 280,13-14-8078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11378,'0'0'2993,"0"0"-1609,0 0 2489,0 0-2216,55 134-521,-44-95-424,0 1-160,0-5-368,-5-6-56,-1-1-120,1-6-8,-1-5-224,1-9-1440,-3-8-3793,2 0-9443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12107,'0'0'1724,"0"0"43,0 0 89,15 24-561,46 79-368,-52-88-715,-1 0 1,-1 1-1,-1-1 0,0 2 1,-1-1-1,0 0 0,-2 1 0,0 0 1,0 0-1,-2 0 0,0 0 0,-2 16-212,1-32 71,-1-30 81,-10-59-118,6 62-24,1 0 0,1 0 0,2 0 0,0 0 0,2 0 0,1 0 0,3-12-10,-3 30 27,1 1 0,0 0 0,1 0 0,-1 0 0,1 1 0,1-1 0,-1 1 0,1 0 1,0 0-1,1 0 0,-1 1 0,1 0 0,0 0 0,0 1 0,1-1 0,-1 1 0,1 1 0,0-1 0,0 1 0,0 0 0,1 1 0,-1 0 0,1 0 0,-1 0 0,1 1 0,0 0 0,-1 1 0,1 0 0,5 0-27,-9 1 45,0 0 0,-1 1 0,1-1 0,-1 1 0,1 0 0,-1 0 0,0 0 0,0 0 0,0 0 0,0 1 0,0-1 0,0 1 0,0 0 0,-1 0 0,0 0 0,0 0 0,1 1 1,-2-1-1,1 0 0,0 1 0,0 1-45,7 15 146,-2 1 1,0 0 0,1 8-147,-1-7 71,0 11-185,0-1 0,-2 1 0,0 15 114,-4-31-413,-1-16 278,0 0 0,0-1 0,0 1 0,0 0 0,0-1 1,0 1-1,1 0 0,-1-1 0,0 1 0,0 0 0,0-1 0,1 1 1,-1-1-1,0 1 0,1 0 0,-1-1 0,1 1 0,-1-1 0,0 1 1,1-1-1,-1 1 0,1-1 0,-1 1 0,1-1 0,0 0 0,-1 1 0,1-1 1,-1 0-1,1 0 0,0 1 0,-1-1 0,1 0 0,0 0 0,-1 0 1,1 0-1,0 1 0,-1-1 0,1 0 0,0 0 0,-1-1 0,1 1 0,0 0 1,-1 0-1,1 0 0,0 0 0,-1 0 0,1-1 0,-1 1 0,1 0 1,0-1-1,-1 1 0,1 0 0,-1-1 0,1 1 0,-1-1 0,1 1 1,-1-1-1,1 1 0,-1-1 0,1 1 0,-1-1 0,0 1 0,1-1 135,7-15-6537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9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77 9722,'0'0'3572,"0"0"-1352,0 0-372,0 0-394,-3 27-310,3-20-1111,-4 43 1452,2 45-1485,3-75 247,0 1 1,2-1-1,0 0 1,1 0-1,1-1 1,1 1-1,6 11-247,-6-18 53,0-1 0,0 0-1,2-1 1,-1 0-1,2 0 1,-1 0 0,1-1-1,1 0 1,6 4-53,-11-10 5,0 1 1,1-2-1,0 1 1,0-1-1,0 0 1,0 0-1,0 0 1,1-1-1,-1 0 1,1 0-1,0-1 0,-1 0 1,1 0-1,0 0 1,0-1-1,0 0 1,-1 0-1,1-1 1,6-1-6,-9 1 0,1-1 1,-1 0-1,1 0 1,-1-1-1,0 1 1,0-1-1,0 0 1,0 0-1,-1 0 1,1 0-1,-1-1 1,1 1-1,-1-1 1,-1 0-1,1 0 1,0 0-1,-1 0 1,0-1-1,0 1 1,0 0-1,0-1 1,-1 0-1,1-2 0,3-12 9,-1 0 0,-1 0 0,0 0 0,-1-1 0,-1-5-9,-1 2 123,0 0 1,-1 0-1,-4-19-123,3 31 146,-1 1-1,0-1 1,-1 1-1,0 0 1,0 0 0,-1 0-1,0 1 1,-1-1-1,-1-1-145,-15-16 81,-2 0 1,0 2-1,-1 0 1,-3 0-82,27 25-195,0-1 1,1 0 0,-1 1-1,1-1 1,-1 0 0,1 0-1,-1 0 1,1 0 0,-1 1-1,1-1 1,0 0 0,0 0 0,-1 0-1,1 0 1,0 0 0,0 0-1,0 0 1,0 0 0,0 0-1,0 0 1,0 0 194,0-2-1802,0-4-7875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39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8162,'0'0'5440,"0"0"-3225,0 26 39,6 82-545,-3-89-1385,0-1 0,1 0 0,1 1 0,7 16-324,-1 2 606,-14-127-498,1 33-55,2 0 1,7-43-54,-6 94 14,0-1 0,0 1 0,1-1-1,0 1 1,1 0 0,-1-1 0,1 1 0,0 0 0,1 1 0,-1-1 0,1 0 0,0 1 0,1 0 0,-1 0 0,1 0-14,-3 3 8,1 1 1,-1-1-1,1 0 0,-1 1 1,1 0-1,0-1 0,0 1 1,-1 0-1,1 0 0,0 1 0,0-1 1,0 1-1,0-1 0,0 1 1,0 0-1,0 0 0,0 0 1,0 1-1,0-1 0,0 1 1,0-1-1,0 1 0,-1 0 1,1 0-1,0 0 0,0 1 1,-1-1-1,1 1 0,-1-1 1,1 1-1,-1 0 0,0 0 0,1 0 1,0 2-9,7 5 35,0 1 0,-1 0 0,0 1 0,-1 0-1,0 0 1,-1 1 0,0 0 0,-1 0 0,1 3-35,8 24 272,-1 1-1,1 14-271,17 46 230,-32-99-178,0-5 48,0-198 138,0 195-239,0 1-1,1 0 0,0-1 0,0 1 1,0 0-1,1-1 0,0 1 0,0 0 1,0 0-1,1 0 0,0 1 0,0-1 0,1 1 1,-1 0-1,1-1 0,0 1 0,1 1 1,-1-1-1,1 1 0,0 0 0,0 0 1,0 0-1,0 1 0,1-1 0,0 1 0,-1 1 1,1-1-1,0 1 0,1 0 0,-1 0 1,0 1-1,0 0 0,1 0 0,-1 0 1,1 1-1,-1 0 0,0 0 0,1 1 0,-1 0 1,0 0-1,1 0 0,-1 1 0,1 0 2,0 1 16,1 1 0,-1 0 0,0 0 1,0 0-1,0 1 0,0 0 0,-1 1 0,0-1 0,0 1 0,0 0 0,-1 1 0,0-1 0,0 1 0,-1 0 0,1 2-16,6 11 23,-1-1 1,-1 1 0,-1 1-1,-1 0 1,1 5-24,2 20-693,0-1-5639,-5-29-1918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40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9522,'0'0'3585,"0"0"-1370,0 0-471,0 0-694,0 0-453,0 0 169,-5 16 169,-15 58-8,2 1 1,4 1 0,1 22-928,10-59 148,3 0 0,3 29-148,-1-52 1,0 0-1,2 1 1,-1-2 0,2 1 0,0 0 0,1-1-1,7 12 0,11 19-361,36 71-6108,-45-84 1796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42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243 233 3001,'0'0'5370,"0"0"-2447,0 0-1101,0 0-410,0 0-430,0-25 65,0 11-773,0 1 1,0-1-1,-1 1 1,-1 0-1,0-1 1,-1 1-1,-1 0 1,0 0-1,0 1 1,-2-1-1,1 1 1,-8-11-275,9 16 169,-6-12 499,6 18-358,3 10-143,0 21-64,0 9 71,2 0 0,1 1 0,2-2 0,2 1 0,5 14-174,-1-16 12,0 0 0,-3 1 0,-1 0 0,-1 0 0,-3 1 0,-1-1 0,-2 5-12,1-41 5,-1 0-1,1 0 1,-1 0 0,0 0-1,1 0 1,-1 0-1,0 0 1,-1 0 0,1 0-1,0-1 1,0 1 0,-1 0-1,1-1 1,-1 1-1,1-1 1,-1 1 0,0-1-1,0 0 1,1 0 0,-1 0-1,0 0 1,0 0-1,0 0 1,0 0 0,0-1-1,-1 1 1,1-1 0,0 1-1,0-1 1,0 0-1,-2 0-4,-11 1 28,-1 0-1,0-1 1,0 0-1,-2-2-27,2 1 11,9 0 4,-1 0 0,1-1 0,0 0 0,1 0 0,-1 0 0,0-1 0,1 0 0,-1-1 0,1 1 0,0-1 0,0 0 0,0-1 0,1 0-15,2 4 20,3 1 27,37-1 711,0-3 0,26-5-758,-23 2-250,-1 3 0,3 1 250,-26 2-1194,0 2-1,0 0 0,0 1 0,2 1 1195,13 2-4834,-1 0-2924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3:4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 4353,'0'0'7193,"0"0"-4880,0 0 103,0 0-111,0 0-905,0 0-592,0 0 97,14 34-177,-14-9-224,0 5-72,0 5-240,-20 2-48,-7 0-96,-9 2-48,-38 23-208,8-10-1872,-8-5-6466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36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2537,'0'0'1809,"0"0"2220,0 0-772,0 0-1014,0 0-711,0 0-650,19-4-443,8-4-334,59-11 254,-82 19-266,0-1 0,0 1 0,0 0 0,0 1 0,0-1 1,0 1-1,0 0 0,-1 0 0,1 0 0,0 0 0,0 0 1,-1 1-1,1 0 0,-1 0 0,1 0 0,-1 0 0,0 0 1,0 1-1,0-1 0,0 1 0,0 0 0,-1 0-93,10 11 111,-2 0-1,1 0 0,-2 1 0,4 9-110,7 10 44,13 21-17,-22-34-9,0-1-1,2 0 0,1-1 1,8 9-18,-21-28-1,-1 1 0,1 0 0,-1 0 0,0-1 0,1 1-1,-1 0 1,1-1 0,0 1 0,-1-1 0,1 1 0,0-1 0,-1 1 0,1-1 0,0 1 0,-1-1 0,1 0 0,0 1 0,0-1 0,-1 0-1,1 0 1,0 1 0,0-1 0,0 0 0,-1 0 0,1 0 0,0 0 0,0 0 0,0 0 0,0 0 0,-1 0 0,1-1 0,0 1 0,0 0 0,0 0-1,-1-1 1,1 1 0,0 0 0,-1-1 0,1 1 1,0-2-374,1 0 0,-1 1-1,-1-1 1,1 0 0,0 1-1,0-1 1,-1 0 0,1 0 0,-1 0-1,1 0 1,-1 0 0,0 0 0,0 1-1,0-1 1,0-1 374,0-11-6269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36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0 1696,'0'0'6154,"0"0"-2193,0 0-2009,0 0-160,0 0-383,-99 166-169,66-119-400,0-5-360,0-3-280,8-6-200,-2 4-192,10-13-2200,1-4-5842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38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2 3169,'0'0'2562,"0"0"2261,0 0-1749,0 0-1035,0 0-458,0 0-565,0 0-403,0 0-155,-45 0 3613,43 0-4046,-2-1 21,0 1-1,0-1 0,0 1 0,0 0 0,0 1 1,0-1-1,0 0 0,0 1 0,0 0 0,0 0 0,0 0 1,1 1-1,-1-1 0,0 1 0,1 0 0,-1 0 1,1 0-1,-1 0 0,1 1 0,0-1 0,0 1 1,0 0-1,1 0 0,-2 2-45,-4 3 17,0 1 0,1 0 0,0 1 1,1-1-1,0 1 0,1 0 0,0 1 0,0-1 1,1 1-1,-1 6-17,0 4 19,1 1 0,2-1 0,0 1 0,1-1 0,1 5-19,0-11 4,0 0-1,1 0 1,1 0 0,0-1 0,1 1 0,0 0 0,2 2-4,-3-13 3,-1 0 1,1 0-1,0 0 1,1 0-1,-1 0 1,1-1-1,-1 1 1,1-1-1,0 1 1,0-1-1,1 0 0,-1 0 1,0-1-1,1 1 1,0-1-1,0 0 1,0 0-1,0 0 1,0 0-1,0-1 1,0 1-1,0-1 1,1 0-1,-1 0 0,1-1 1,1 1-4,100-1 75,-105 0-72,0 0 0,1-1 0,-1 0 0,0 1 0,0-1 0,0 0 0,0 0 0,0 1 1,0-1-1,0 0 0,0 0 0,0 0 0,-1 0 0,1 0 0,0 0 0,0-1 0,-1 1 0,1 0 1,-1 0-1,1 0 0,-1-1 0,0 1 0,1 0 0,-1 0 0,0-1 0,0 1 0,0 0 0,0-1 1,0 0-5,3-45 21,-3 44-19,0-3 13,0 1 0,0-1-1,0 0 1,-1 1 0,1-1-1,-2 0 1,1 1 0,0-1-1,-1 1 1,0 0 0,0 0-1,-2-2-13,1 3 12,0 1 0,0 0-1,-1-1 1,1 2-1,-1-1 1,0 0 0,1 1-1,-1-1 1,0 1 0,-1 0-1,1 1 1,0-1 0,-1 1-1,1 0 1,-4-1-12,-3-1-139,-1 1-1,1 1 1,0 0 0,0 0-1,-1 1 1,-5 1 139,16-1-78,0 0 1,0 0 0,1 0-1,-1 0 1,0 0-1,0 1 1,0-1-1,1 0 1,-1 0 0,0 1-1,1-1 1,-1 1-1,0-1 1,1 1-1,-1-1 1,0 1-1,1-1 1,-1 1 0,1 0-1,-1-1 1,1 1-1,-1 0 1,1-1-1,-1 1 1,1 0 0,0-1-1,0 1 1,-1 0-1,1 0 1,0 0 77,-2 27-4515,3-17 1842,-1 13-5395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3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0 4137,'0'0'6729,"0"0"-3592,0 0-881,0 0-183,0 0-649,0 0-528,0 0-287,22 109-121,-36-74-144,-16 4-120,-11 3-224,-50 30 0,9-10-1665,-6-3-5392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40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1768,'0'0'8649,"0"0"-4932,0 0-1845,0 0-388,0 0-679,0 0-428,0 16 130,-2 43 412,0-17-315,2-1 0,1 1 0,2-1 0,3 5-604,-5-36 47,1 0 1,0 0-1,1 0 0,0-1 0,1 1 0,-1-1 0,2 1 0,0-1 0,0 0 0,0-1 0,1 0 0,0 1 0,1-2 0,0 1 0,0-1 0,1 0 0,-1-1 0,2 1 0,3 1-47,-7-5-3,0 0 0,1 0 0,-1-1 0,0 0-1,1 0 1,-1 0 0,1-1 0,-1 1 0,1-1 0,0-1 0,-1 1 0,1-1 0,0 0 0,0 0 0,-1-1 0,1 0 0,0 0 0,-1 0 0,1-1 0,-1 0 0,1 0 0,-1 0 0,0 0 0,0-1 0,0 0 0,0 0 0,0 0 0,-1-1 0,1 0 0,-1 0 0,0 0-1,0 0 1,-1 0 0,1-1 0,-1 0 0,2-4 3,2-4 90,-1-1 0,-1 0 0,0 0 0,-1 0 0,0-1 0,-1 1-1,-1-1 1,0 0 0,-2 0 0,1 0 0,-2 0 0,0 0 0,0 0-90,-1 9 113,0 0 0,0 0 0,-1 1 0,0-1 0,0 1 0,0-1 0,0 1 0,-1 0 1,0 0-1,0 1 0,0-1 0,-1 1 0,1 0 0,-1 0 0,0 0 0,0 1 1,-1-1-1,0 1-113,-3-3-64,-1 0 1,-1 1-1,1 0 1,-1 1-1,0 0 0,0 1 1,0 0-1,0 0 1,-7 1 63,-16 5-1911,17 10-2561,10 0-3225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4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8514,'0'0'6273,"0"0"-3824,0 0-273,0 0-1208,0 0-968,0 0-88,0 0-1608,17-52-1329,-6 33-4768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40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141 114 2513,'0'0'2297,"0"0"501,0 0 38,0 0-188,0 0-390,0 0-336,-10-19-307,-30-57-462,30 57-567,9 23-560,0 1 1,0-1 0,1 0-1,0 0 1,-1 0 0,2 1 0,-1-1-1,0 0 1,1 3-27,1 12 10,1 54 58,7 37-68,-2-36-3738,-2 40 3738,-6-113-92,0 0-1,-1 0 0,1 0 1,-1 1-1,1-1 1,-1 0-1,1 0 0,-1 0 1,0 0-1,0 0 0,1 0 1,-1 0-1,0-1 0,0 1 1,0 0-1,0 0 0,0-1 1,0 1-1,0 0 1,0-1-1,0 1 0,0-1 1,-1 1-1,1-1 0,0 0 1,0 0-1,0 1 0,-1-1 1,1 0-1,0 0 0,-1 0 93,-50 3 91,35-3 143,8 1 3634,34-1-2466,41-6-769,43-23-2715,-78 21-1843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41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3489,'0'0'10162,"0"0"-7474,0 0-1151,0 0-145,0 0-352,0 0-528,134 176-47,-112-105 31,-11 4 80,-8-1-144,-3-5-288,0-7-48,0-8-96,-8-7 0,-6-7-504,-8 9-1137,3-12-1271,2-4-2521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47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8738,'0'0'6331,"0"0"-3551,0 0-501,0 0-426,0 0-1000,3 30-346,7 46-120,36 357 1213,-35-139-1005,-4-86-103,15 65-492,-14-217-232,3 19-399,-8-24-7156,-3-53 2497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4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11266,'0'0'1763,"0"0"-665,32-25 842,109-80-60,-133 99-1751,1 0 0,0 1 0,0 0 1,0 1-1,1 0 0,0 0 0,0 1 1,0 0-1,0 1 0,0 0 0,0 0 1,1 1-1,-1 1 0,8 0-129,0-1 114,0 2-43,-1 0 0,0 1 0,-1 1 0,1 0 0,0 2 0,-1 0 0,0 0 0,0 2 0,0 0 0,-1 0 0,0 2 0,0 0 0,-1 0 0,-1 2 1,1-1-1,-2 2 0,1 0 0,-2 0 0,0 1 0,0 1 0,-1-1 0,5 12-71,-6-13 87,-2 1 1,0 0-1,0 1 1,-1 0-1,-1 0 1,0 0-1,-1 1 1,-1-1-1,0 1 0,-1 0 1,-1 0-1,0 0 1,-1 0-1,0 0 1,-1 0-1,-1 0 0,-1-1 1,0 1-1,-1 0 1,0-1-1,-1 0 1,-1 0-1,0 0 1,-1-1-1,0 0 0,-1 0-87,-6 7 107,0-1-1,-2 0 1,0-1-1,-9 6-106,18-18-65,1 0-1,-2-1 1,1 1-1,0-2 1,-1 1-1,0-1 1,0 0-1,-1 0 1,1-1-1,-1 0 1,1-1-1,-1 0 1,-5 0 65,12-1-145,0-1 0,1 0 0,-1 0 0,0 0 0,0 0-1,0 0 1,1 0 0,-1-1 0,0 1 0,0-1 0,1 1 0,-1-1 0,0 1 0,1-1 0,-1 0 0,0 0 0,1 0-1,-1 0 1,1 0 0,0 0 0,-1-1 0,1 1 0,0 0 0,0-1 0,0 1 0,0 0 0,0-1 0,0 0 0,0 1-1,0-1 1,1 0 0,-1 1 0,0-1 0,1 0 0,0 1 0,-1-1 0,1 0 0,0 0 145,-1-21-4477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4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16428,'0'0'2400,"0"0"-952,0 0-207,-85 191-505,68-92-128,6 7 96,11-2-152,0-5-264,11-8-192,20-11-48,10-9-16,8-6-32,4-8-440,7-8-568,20-4-1105,-11-13-2503,-14-13-3634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0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16396,'0'0'2696,"0"0"-1032,0 0-215,0 0-441,0 0-144,140 178-336,-85-101-304,-2 2 40,-1-2-104,-3-1-160,-5-9 0,-8-7 0,-8-11-240,-12-17-560,-5-24-992,-5-8-3065,-6 0-4225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1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0 14371,'0'0'2289,"0"0"-1193,0 0 696,0 0-247,-41 183-369,-8-109-96,-12 3-432,-5-5-288,3-8-248,11-12-72,16-15-40,19-17-200,15-13-688,7-7-488,25-2-409,6-15-3432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1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15107,'0'0'2649,"0"0"-507,0 0-745,0 0-719,0 0-26,30 12 15,101 42-178,-118-49-459,1 1 1,-1 0-1,-1 1 1,1 0-1,-1 1 0,0 0 1,-1 1-1,0 0 0,0 1 1,-1 0-1,0 1 0,-1 0 1,6 9-31,-14-17 6,1 0 0,0 0 0,-1 0 0,1-1 0,-1 2 0,0-1 0,0 0-1,0 0 1,0 0 0,0 0 0,-1 1 0,0-1 0,1 0 0,-1 1 0,-1-1 0,1 0 0,0 1 0,-1-1 0,1 0 0,-1 0 0,0 0 0,0 1 0,-1-1 0,1 0 0,-1 0 0,1-1 0,-1 1 0,0 0-1,0 0 1,0-1 0,0 1 0,-3 1-6,-8 8 92,0 0-1,-1-1 1,-1-1 0,0 0-1,-12 5-91,9-4 96,-19 10 43,19-12-161,1 1 0,0 0 0,1 2 0,-3 2 22,18-13-314,1 0 0,-1 0 0,0 0 0,1 0 0,-1 0 0,1 0 0,-1 0 0,1 0 0,0 1-1,-1-1 1,1 0 0,0 0 0,0 0 0,0 1 0,-1-1 0,1 0 0,1 0 0,-1 0 0,0 0 0,0 1 314,0 4-3543,0 2-4987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2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12803,'0'0'1880,"0"0"681,0 0-361,0 0-1168,140 0-616,-93-14-239,-3 1-177,19-7-25,-11 3-1823,-5 2-2689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2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10938,'0'0'2066,"0"0"-187,0 0 274,0 0-588,0 0-482,26-17-229,83-51-305,-106 66-527,0 0-1,1 1 1,-1-1-1,1 0 1,0 1-1,-1 0 1,1 0-1,0 0 1,0 0 0,0 1-1,0 0 1,0-1-1,0 1 1,0 1-1,-1-1 1,4 1-22,-4 0 10,-1 0-1,0 0 1,1 0 0,-1 0 0,0 1-1,0-1 1,0 1 0,0-1 0,0 1 0,0 0-1,0 0 1,-1 0 0,1 0 0,-1 0-1,1 0 1,-1 0 0,0 1 0,1 0-10,2 8 42,-1-1 1,0 1-1,-1 0 1,0-1-1,-1 1 0,0 0 1,-1 0-1,0 3-42,0 2 54,-1-1 0,0 0 0,-2-1 0,1 1 0,-2 0 0,0-1 0,-1 1 0,0-1 0,-7 13-54,-1-6 39,0 0 0,-1 0 0,0-1 0,-2-1 0,-13 12-39,11-13 44,10-11 26,0 1 1,0 0-1,1 1 1,0-1-1,0 1 1,1 0-1,0 1 1,1 0-1,-4 8-70,40-15 407,-29-3-364,42 0-22,90-1 564,-47-8-4235,-61 2-2115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4545,'0'0'8074,"0"0"-6418,0 0 400,108 174 369,-81-83-609,-13 8-423,-9 2-313,-5-9-376,0-8-216,-16-12-336,-9-13-152,0-4-304,-19 11-1016,6-14-2569,-1-7-2744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6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0 672,'0'0'15892,"0"0"-12836,0 0-775,0 0-649,0 0-960,0 0-328,69 8-112,-25-3-56,3 5-80,-1 2-72,-7 0-24,-3 1-216,-12 2-448,-10 12-1240,-8-5-3441,-6-2-4273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6241,'0'0'7986,"0"0"-6778,0 0 129,0 0 295,0 0-944,179 0-432,-118 0-136,-1 0-120,17 2-96,-16 8-2328,-12 0-7923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7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0 312 6409,'0'0'8174,"0"0"-4377,0 0-1446,0 0-565,0 0-830,0 0-508,23-24-231,72-78-91,-87 94-95,-1-1 0,1-1 0,-2 1 1,0-1-1,0 0 0,0 0 0,-1-1 0,-1 1 1,0-1-1,0 0 0,0-8-31,5-10 232,1 4 414,-10 24-632,0 1-1,0 0 1,0 0 0,0 0-1,0 0 1,0 0 0,0-1-1,0 1 1,0 0 0,0 0-1,0 0 1,1 0 0,-1 0-1,0-1 1,0 1 0,0 0-1,0 0 1,0 0 0,0 0-1,0 0 1,1 0 0,-1 0 0,0 0-1,0 0 1,0 0 0,0 0-1,0 0 1,1-1 0,-1 1-1,0 0 1,0 0 0,0 0-1,0 0 1,1 0 0,-1 0-1,0 0 1,0 0 0,0 0-1,0 1 1,0-1 0,1 0-1,-1 0 1,0 0 0,0 0-1,0 0 1,0 0 0,0 0-1,0 0 1,1 0 0,-1 0-1,0 0 1,0 1 0,0-1-1,0 0 1,0 0 0,0 0-1,0 0-13,8 40 971,-6-19-1154,20 188 1009,-5 173-826,-15-125-2705,3-225 205,-4-30 2158,0-1 0,0 1 0,0-1 0,0 0 0,0 1 1,0-1-1,0 0 0,1 0 0,-1 0 0,0 0 0,1 0 1,-1 0-1,1 0 0,-1 0 0,1-1 0,-1 1 0,1-1 1,1 1 341,23 3-7382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7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13659,'0'0'4345,"0"0"-2657,0 0-167,0 0-769,0 0-384,146 0-136,-72 0-136,6-2-88,-1-1-8,31-4-536,-19 2-3737,-8-3-4753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7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17612,'0'0'2664,"0"0"-671,0 0-881,0 0-584,-22 171 200,22-65-144,0 8 81,0 2-41,0-4-320,17-16-184,2-9-104,-5-18-16,-1-17-456,-2-17-553,-2-25-1111,-4-10-3921,-5 0-3561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8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16 494 9618,'0'0'5952,"-2"-31"-3367,-2 3-2129,0 12-255,2-1-1,0 0 1,1 1 0,1-1-1,0 0 1,1 0-1,1 0 1,1 1 0,0-1-1,1 1 1,4-10-201,0 11 96,0 0-1,0 1 1,1 1 0,1 0-1,0 0 1,1 0 0,1 2 0,0-1-1,0 2 1,1-1 0,0 2 0,1 0-1,0 0 1,1 1 0,1 0-96,-1 1 117,0 0 1,1 1-1,-1 1 0,1 0 1,0 2-1,0-1 0,1 2 1,-1 0-1,1 1 1,-1 1-1,1 0 0,-1 1 1,1 1-1,-1 1 0,4 1-117,-12-1 37,0 0-1,-1 0 0,1 1 1,-1 0-1,1 0 0,-1 1 0,-1 0 1,1 1-1,-1-1 0,0 1 0,0 0 1,0 1-1,-1-1 0,0 1 1,0 0-1,-1 1 0,0-1 0,0 1 1,-1 0-1,0-1 0,0 1 0,-1 1 1,0-1-1,0 0 0,0 6-36,0 0 73,-1-1 1,0 1-1,0-1 0,-2 1 1,1-1-1,-2 1 0,0-1 0,-1 0 1,0 1-1,0-1 0,-2 0 0,0-1 1,0 1-1,-1-1 0,-6 9-73,5-10-44,-1 0-1,0-1 0,-1 0 1,0-1-1,0 1 0,-1-2 1,0 0-1,-1 0 0,1 0 1,-1-2-1,-1 1 0,0-1 1,0-1-1,0 0 1,0-1-1,-1 0 0,1-1 1,-1 0-1,0-1 0,0-1 1,-4 0 44,16 0-68,1-1-1,-1 0 1,0 0 0,1 0 0,-1 0 0,0 0 0,1 0-1,-1 0 1,1 0 0,-1 0 0,0-1 0,1 1 0,-1 0 0,0 0-1,1-1 1,-1 1 0,1 0 0,-1-1 0,1 1 0,-1 0-1,1-1 1,-1 1 0,1-1 0,-1 1 0,1-1 0,-1 1 0,1-1-1,0 1 1,-1-1 0,1 1 0,0-1 0,-1 1 0,1-1-1,0 0 1,0 1 0,0-1 0,0 0 0,-1 1 0,1-1 0,0 0-1,0 1 1,0-1 0,0 1 0,0-1 0,1 0 0,-1 1-1,0-1 1,0 0 0,0 1 0,1-1 0,-1 0 68,1-2-662,0 0 0,0 1 0,1-1-1,0 0 1,-1 0 0,1 1 0,0-1 0,0 1 0,0-1 0,3-1 662,23-18-9193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8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8906,'0'0'9394,"0"0"-7802,0 0-592,0 0 441,-107 203-273,79-111-328,9-1-88,11-7-400,8-9-248,0-14-104,27-9-24,9-14-504,19-11-1072,-5-10-3401,-6-12-7234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9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7682,'0'0'7121,"0"0"-4912,0 0-57,0 0-536,127 139-447,-86-72-201,0-1-104,-5-1-256,0-8-360,-9-10-136,-2-10-104,-9-5-8,-5-10-272,-2-5-744,-4-7-1296,-5-2-2706,3-8-3167</inkml:trace>
  <inkml:trace contextRef="#ctx0" brushRef="#br0" timeOffset="1">437 0 8634,'0'0'5177,"0"0"-3841,0 0 1057,0 0-345,-79 183-543,32-106-89,-8-3-136,3-7-584,2-10-384,9-10-264,11-12-48,13-13-296,6-7-376,11-10-760,0-5-1201,22-3-2008,3-14-6881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9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0 13619,'0'0'2672,"0"0"-518,0 0 13,-25 23-773,-152 137 84,162-146-1249,-45 47 626,56-57-797,1 1 0,0-1-1,0 0 1,0 1 0,1 0-1,-1 0 1,1-1 0,0 1 0,1 0-1,-1 1 1,1-1 0,0 0-1,0 0 1,1 1-58,0-5 16,0 1 1,1-1-1,-1 1 0,1 0 1,-1-1-1,1 0 0,0 1 0,-1-1 1,1 1-1,0-1 0,0 0 1,0 0-1,0 1 0,0-1 0,1 0 1,-1 0-1,0 0 0,0 0 1,1 0-1,-1-1 0,0 1 0,1 0 1,-1 0-1,1-1 0,-1 1 1,1-1-1,-1 0 0,1 1 0,-1-1 1,2 0-17,52 6 113,-52-6-111,57 1-665,1-4-1,1-2 664,15-4-8960,-55 6-4068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4:59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1744,'0'0'12363,"0"0"-10523,0 0 481,0 0-497,0 0-976,0 0-575,140 15-153,-93-17-120,16-18-24,-13 5-1257,-9-2-4208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00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0 11586,'0'0'2945,"0"0"-912,0 0 255,0 0-480,0 183-223,0-111-633,0 0-400,0-8-376,0-7-176,0 2-704,0-14-1961,0-16-3840</inkml:trace>
  <inkml:trace contextRef="#ctx0" brushRef="#br0" timeOffset="1">0 703 9434,'0'0'4809,"0"0"-2552,0 0-1,0 0-344,0 0-607,0 0-497,0 0-440,168 2-256,-110-17-112,2 0-432,28-2-1296,-19 5-2385,-8 2-1353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00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1272,'0'0'5938,"0"0"-2802,0 0 745,0 0-928,0 0-369,0 0-1143,148 116-169,-129-31-256,-8 11 16,-11 5-384,0-4-408,0-6-240,-13-9-192,-29 20-864,7-21-2697,-7-14-4448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01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12899,'0'0'2680,"0"0"-1791,0 0 727,0 0-920,165 0-400,-113 0-168,-2 0-128,10 0-832,-13-8-1609,-9 3-4800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01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10970,'0'0'7194,"0"0"-5618,0 0 817,0 0-849,0 0-792,0 0-368,152-17-160,-95 2-104,4 0-120,27 3-176,-19 5-1312,-9 4-5313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02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0 348 2537,'0'0'1769,"0"0"3560,0 0-1787,0 0-876,0 0-196,0 0-580,10 14-480,33 37-273,-42-50-1111,0-1-1,-1 1 1,1 0-1,-1-1 0,1 1 1,0-1-1,-1 1 1,1-1-1,0 1 1,0-1-1,-1 0 0,1 1 1,0-1-1,0 0 1,0 0-1,-1 0 1,1 1-1,0-1 1,0 0-1,0 0 0,0 0 1,-1 0-1,1 0 1,0-1-1,0 1 1,0 0-1,-1 0 1,1 0-1,0-1 0,0 1 1,0 0-1,-1-1 1,1 1-1,0-1-25,15-19 284,-13 15-203,7-12 18,0 1 0,-2-1 0,0-1 0,-1 1 0,-1-1 0,0 0 0,-2-1 0,0 0 0,1-14-99,1-22 1173,-3 0 0,-3-17-1173,0 55 508,16 630-544,-15-448-245,-1-96-2347,-23-69-5202,13 0 2739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02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1840,'0'0'9626,"0"0"-6921,0 0-336,0 0-233,0 0-1144,0 0-344,0 0 16,94 0-159,-45 0-113,6 0-248,0-8-144,25-14-112,-14 0-2361,-8 5-7281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03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63 512,'0'0'8123,"0"0"-4417,0 0-1960,0 0-367,31-2-679,1 1-604,13 0-17,-1-2-1,0-2 1,14-5-79,62-10 99,-73 15 3450,-227 38-862,137-29-2166,-1-3 0,-4-2-521,32 1-338,-1-2 0,1 0 1,0-1-1,0-1 1,1 0-1,-1-1 0,-1-2 338,-17-8-4393,8 5-3227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04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11723,'0'0'2809,"0"0"-641,0 0 24,0 0-614,0 0-655,0 0-182,3-11-198,1-3-463,5-11 258,-4 30-87,3 22 61,41 168 480,-29-131-722,-4 1 0,-2 1-1,-3 0 1,1 54-70,-11 46-727,-8-165-2117,-44-1-6390,23 0-474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04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13499,'0'0'2308,"0"0"-118,0 0-613,0 0-944,0 0-400,0 0-126,17 21-36,54 74-31,-61-80-6,-2 0 0,1 1 0,-2-1 0,0 2 1,2 8-35,-6-16 31,0 0 1,0 0 0,1-1 0,0 1 0,1-1 0,0 0 0,0-1-1,0 1 1,5 3-32,-7-8 7,0-1 0,0 1-1,0-1 1,1 0 0,-1 0 0,1 0-1,-1 0 1,1-1 0,0 1 0,-1-1-1,1 0 1,0 0 0,0 0 0,0-1-1,0 1 1,0-1 0,0 0 0,0 0-1,0-1 1,0 1 0,0-1 0,0 0-1,0 0 1,3-1-7,0 0 10,0-1-1,0 0 1,0 0-1,-1-1 1,1 0-1,-1 0 1,0 0-1,0-1 1,0 0-1,0 0 1,-1 0-1,3-4-9,-1-2 93,-1 0 0,0 0 0,0-1 1,-1 0-1,-1 0 0,3-10-93,-2 7-230,0 1 0,1-1 0,0 1 0,3-3 230,-6 12-672,0 1-1,0-1 0,1 1 0,-1 0 1,1 0-1,0 0 0,0 1 1,4-3 672,3-2-7143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05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42 3089,'0'0'7847,"0"0"-4563,0 0-724,0 0-213,0 0-819,0 0-564,0-10-317,1-18-419,0 24 26,-1 6 58,0 48 1012,0-12-980,0-14-174,-1 261 1338,-17 37-1508,12-210-586,4 12 586,-6-151-8383,5 3 1300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0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8466,'0'0'2627,"0"0"-374,0 0-80,24-15-408,77-49-265,-94 60-1353,1 1 1,-1 0-1,1 0 1,0 0-1,0 1 0,0 0 1,0 1-1,0-1 1,0 2-1,0-1 0,0 1 1,1 0-1,-1 1 1,0 0-1,0 0 0,0 1 1,4 1-148,-7-2 17,0 1 1,0 0-1,-1 0 1,1 0-1,0 1 1,-1-1-1,1 1 1,-1 0-1,0 1 1,0-1-1,0 1 1,0-1-1,-1 1 1,4 4-18,-2 1 39,0-1 0,0 1 0,-1-1 0,0 1 0,0 1 0,-1-1 0,2 9-39,1 13 171,-1 1-1,-2-1 1,-1 1-1,-2 16-170,-1-40 50,0 1 0,0-1 0,0 1-1,-1-1 1,-1 0 0,1 0 0,-2 0-1,1 0 1,-1 0 0,0-1 0,0 1 0,-1-1-1,0 0 1,0-1 0,-1 1 0,0-1 0,0 0-1,0 0 1,-1-1 0,0 0 0,0 0 0,0 0-1,-1-1 1,1 0 0,-1-1 0,0 0-1,0 0 1,0 0 0,-1-1 0,0 0-50,-15-2-210,23 0-7999,17 0 1502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09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6361,'0'0'7006,"0"0"-3852,0 0-367,0 0-538,0 0-925,0 0-708,9 25-76,16 49-5,-5 1 1,-2 2-1,2 40-535,-2 67 1361,-7 52-1361,-11-263-12,1 0-1,1 0 0,1 0 0,2 0 0,4-14 13,-5 29-11,0-1 1,1 1-1,1 0 0,0 0 1,0 1-1,1-1 1,1 2-1,0-1 0,0 1 1,1 0-1,0 1 0,8-6 11,-7 7-9,-1 1 0,1 1-1,0-1 1,1 2 0,0-1-1,0 2 1,0-1-1,0 2 1,1-1 0,-1 2 9,-5 0-5,-1 1 0,0 0 0,0 1 1,1-1-1,-1 1 0,0 0 0,1 0 0,-1 1 1,0-1-1,1 1 0,-1 1 0,0-1 0,0 1 1,0 0-1,0 0 0,0 0 0,0 0 0,-1 1 1,1 0-1,-1 0 0,1 1 0,-1-1 0,0 1 5,3 5-3,-1 0 0,0 0-1,0 0 1,-1 1 0,0 0-1,0 0 1,-1 1 0,-1-1-1,1 1 1,-2 0 0,0 0-1,0 2 4,0-6 17,-1 1-1,-1-1 1,1 0-1,-1 0 1,-1 1-1,1-1 0,-1 0 1,0 0-1,-1 0 1,0 0-1,0 0 0,0 0 1,-1 0-1,0-1 1,0 1-1,-1-1 1,0 0-1,0 0 0,-1 1-16,-5 2 29,0 0-1,0-1 1,-1-1-1,0 0 0,0 0 1,-1-1-1,0 0 1,0-1-1,0-1 0,-1 0 1,1 0-1,-1-1 1,0-1-1,0 0 0,0-1 1,0 0-1,0-1 1,-1-1-1,1 0 1,-5-1-29,12 1-1,1-1 1,-1 0 0,0 1 0,1-2 0,0 1 0,-1-1 0,1 0 0,0 0 0,0 0 0,1-1-1,-1 1 1,1-1 0,0 0 0,0-1 0,-4-4 0,6 7-90,1 0 0,-1 0 0,0 0 0,1-1 1,0 1-1,-1-1 0,1 1 0,0-1 0,0 0 0,1 1 0,-1-1 0,0 0 0,1 1 0,0-1 1,-1 0-1,1 0 0,0 1 0,0-1 0,1 0 0,-1 0 0,1 0 0,-1 1 0,1-1 1,0 0-1,0 1 0,0-1 0,0 1 0,1-1 0,-1 1 0,1 0 0,-1-1 0,1 1 0,0 0 1,1-2 89,31-20-4441,6 1-4299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10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16844,'0'0'3768,"0"0"-2239,0 0 343,0 0-712,0 0-535,0 0-321,74 148-184,-63-125-80,-2-4-40,-1-1-88,-3-4-401,4-1-655,2-6-1336,0-4-2345,0-3-3657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10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13635,'0'0'2684,"0"0"-859,0 0-183,16 22-656,4 4-763,-11-15-126,1 1-1,-2 1 1,0-1 0,0 2-1,-1-1 1,-1 1-1,0 0 1,-1 0 0,2 8-97,31 131 973,-40-179-818,1-1 0,2 0-1,0 0-154,1-31 47,-2 46-39,1 0-1,0 0 1,1 1-1,0-1 1,1 1 0,0-1-1,1 1 1,0 0-1,1 0 1,0 1 0,1 0-1,0-1 1,2 0-8,-4 5 1,0 1 1,1-1-1,0 1 0,0 0 1,1 0-1,-1 0 1,1 1-1,0 0 0,0 0 1,1 0-1,-1 1 1,1 0-1,-1 0 0,1 1 1,0 0-1,0 0 0,0 1 1,1-1-1,-1 2 1,0-1-1,7 1-1,-10 0 3,0 1-1,0 0 0,0-1 1,-1 2-1,1-1 1,0 0-1,-1 1 1,1 0-1,-1-1 1,1 1-1,-1 1 1,0-1-1,0 0 1,0 1-1,0 0 1,0-1-1,-1 1 1,1 0-1,-1 1 1,0-1-1,0 0 1,0 1-1,0-1 1,1 4-3,5 13-2,0 1 1,-1 0 0,-2 0 0,1 6 1,7 23-18,-12-47-59,0 0-1,0 0 1,0 0-1,1-1 0,-1 1 1,1 0-1,-1-1 1,1 1-1,0-1 1,0 0-1,1 2 78,19 8-7939,-8-8-5639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1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62 9194,'0'0'6527,"0"0"-4028,0 0-928,-6 25-434,4-16-1113,-7 26 384,2 1 0,2 0 0,1 0 1,1 16-409,3-39 138,0-1 1,1 1-1,1 0 1,0 0 0,1-1-1,0 1 1,4 7-139,-5-14 28,1 0 0,0-1 0,0 1-1,1-1 1,-1 1 0,1-1 0,0 0 0,0 0 0,1-1 0,0 1 0,0-1-1,0 0 1,0 0 0,0-1 0,4 2-28,-5-3 4,0 1 1,1-1-1,-1 0 0,1 0 0,-1 0 0,1-1 1,0 0-1,0 0 0,0 0 0,0 0 0,-1-1 0,1 0 1,0 0-1,0 0 0,0-1 0,0 0 0,0 1 1,0-2-1,0 1 0,-1-1 0,1 1 0,-1-1 1,1 0-1,-1-1 0,0 1 0,1-1 0,-1 0 1,-1 0-1,1 0 0,0-1 0,-1 1 0,0-1 1,1 0-1,1-3-4,2-4-3,0-1 1,0 0-1,-1-1 0,0 1 0,-1-1 1,-1-1-1,0 1 0,-1 0 1,0-1-1,-1 0 0,0-13 3,-1 14 70,0 0 0,-2 0 0,0-1-1,0 1 1,-1 0 0,-1 0-1,0 0 1,0 0 0,-2-2-70,0 6 143,0-1 1,0 1-1,0 1 0,-1-1 0,0 1 1,-1 0-1,0 0 0,0 1 1,-1-1-1,0 2 0,0-1 1,-1 1-144,4 1-58,-1 1-1,0 0 1,-1 0 0,1 0 0,-1 0 0,1 1 0,-1 0 0,0 1 0,0-1-1,-1 1 1,1 1 0,-1-1 58,7 2-1720,1 1-2841,0 1-2923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11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12763,'0'0'2400,"1"24"-121,3 35 187,3 1-1,11 45-2465,-10-67 313,7 27 182,-15-65-491,0 0 0,0 0 0,0 0 0,0 0-1,1 0 1,-1 0 0,0 0 0,0 0 0,0 0-1,0-1 1,0 1 0,0 0 0,1 0 0,-1 0 0,0 0-1,0 0 1,0 0 0,0 0 0,0 0 0,0 0-1,1 0 1,-1 0 0,0 0 0,0 0 0,0 0-1,0 0 1,0 0 0,0 1 0,1-1 0,-1 0-1,0 0 1,0 0 0,0 0 0,0 0 0,0 0-1,0 0 1,0 0 0,1 0 0,-1 0 0,0 1-1,0-1 1,0 0 0,0 0 0,0 0 0,0 0 0,0 0-1,0 0 1,0 1 0,0-1 0,0 0 0,0 0-1,0 0-3,2-38 142,-2 11-136,0-17 333,1 0 0,7-39-339,-6 70 51,0 1-1,1 1 1,0-1-1,1 0 1,1 1 0,-1-1-1,2 1 1,0 1-1,0-1 1,1 1-1,0 0 1,6-7-51,-11 15 9,-1 1 0,1-1 0,0 0-1,-1 0 1,1 1 0,0-1 0,0 1 0,0 0 0,0-1 0,0 1 0,1 0-1,-1 0 1,0 0 0,0 1 0,1-1 0,-1 0 0,0 1 0,1 0-1,-1-1 1,1 1 0,-1 0 0,1 0 0,-1 1 0,2-1-9,0 2 3,-1-1 0,0 1 0,1 0 0,-1 0 0,0 0 0,0 0 0,-1 0 0,1 1 1,0-1-1,-1 1 0,1 0 0,-1 0 0,0 0 0,2 3-3,6 11 7,-2 0 0,1 1 0,-2 0 0,-1 0 0,3 12-7,4 17 202,-2 1 0,-2 1 0,0 26-202,-9-95 33,0-24 38,2 0 1,2-4-72,-2 32 3,1 0 0,1 0-1,0 1 1,1-1 0,1 1-1,0 0 1,5-7-3,-4 10-7,-1 1-1,2 1 1,0-1-1,0 1 1,0 1-1,2 0 1,-1 0-1,1 0 8,-8 7-4,1 0 0,-1 0 0,1 0 0,0 0 0,-1 0 0,1 1 0,0-1 0,0 1 0,0 0 0,0 0 0,0 0 0,0 0 0,0 1 0,1-1-1,-1 1 1,0-1 0,0 1 0,0 0 0,1 1 0,-1-1 0,0 0 0,0 1 0,0 0 0,1 0 0,-1 0 0,0 0 0,0 0 0,-1 1 0,1-1 0,0 1 0,0 0 0,-1-1 0,1 2 0,1 0 4,7 10-14,-1-1-1,0 2 1,-1-1 0,-1 1-1,0 0 1,-1 1 0,2 6 14,-1-2-1500,1 0 1,1-1-1,1 0 0,7 8 1500,11 3-7910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11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2921,'0'0'11482,"0"0"-9465,0 0 759,-36 144 9,25-57-1161,3 9-592,5 3-280,3-8-472,6-9-159,16-15-121,0-13-385,5-2-703,-5-15-1608,-3-9-3618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13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14 279 4153,'0'0'6207,"0"0"-3572,0 0-349,0 0 263,0 0-968,0 0-858,13-16-347,-3 3-290,2-1 107,0-1 1,0 0-1,-2-1 1,0 0-1,-1-1 1,-1 0-1,4-11-193,-4-47 1720,-9 39-185,16 295-1220,-3-100-1490,-8-52-2570,-4-103 3250,0-1 0,-1 0-1,1 0 1,-1 1 0,1-1-1,-1 0 1,0 0 0,0 0-1,0 0 1,0 0-1,-1 0 1,1 0 0,-1 0-1,0-1 1,0 1 495,-1 0-315,1 0 0,-1-1 0,0 0 0,0 1 0,0-1 0,0 0 1,0 0-1,0-1 0,0 1 0,-1-1 0,-2 1 315,-8 2 233,0-1-1,0-1 1,0-1 0,0 0 0,0-1-1,-2 0-232,12 0 244,64-3 6227,16-4-3838,175-30-6217,-185 22-3848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17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0 2937,'0'0'11386,"0"0"-9257,0 0-769,0 0 616,0 0-511,-6 139-577,-10-83-256,-12 4-136,-13-6-256,-9-4-168,-7-3-72,-37 7-1408,14-9-3505,6-11-6322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18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32 1688,'0'0'5467,"0"0"-2130,0 0-1212,0 0-264,0 0-440,0 0-150,-9-5-78,-31-17-220,37 21-916,0 1 0,0-1-1,0 0 1,1 1 0,-1-1 0,0 1-1,0 0 1,0 0 0,0 0 0,0 0-1,0 1 1,0-1 0,0 1 0,0 0-1,1 0 1,-1 0 0,0 0 0,0 0-1,1 0 1,-1 1 0,1-1 0,-1 1-1,0 0-56,-5 5 199,-1 0-1,1 1 0,1 0 1,-8 8-199,15-15 20,-9 11 107,1-1-1,1 1 0,0 1 1,0-1-1,2 1 0,-1 1 1,2-1-1,0 1 1,0-1-1,1 1 0,1 0 1,0 0-1,1 1 0,1-1 1,0 2-127,0-2 22,1 0 0,1-1 0,0 1 0,0 0-1,1-1 1,1 0 0,0 0 0,1 0 0,1 0 0,0-1 0,0 1 0,1-1 0,1-1 0,0 0 0,4 4-22,-6-7-18,1-1 1,-1 0 0,1-1 0,1 1-1,-1-1 1,1-1 0,0 1 0,1-2-1,-1 1 1,1-1 0,0 0 0,0-1-1,0 0 1,0 0 0,1-1 0,-1 0-1,9 0 18,-16-7 52,-2 0 1,1 0-1,0 1 0,-1-1 0,0 0 0,0 0 0,0 0 1,-1 0-1,-1-5-52,1 7 70,-1 0 0,0 0 1,0 1-1,0-1 1,-1 0-1,1 1 0,-1 0 1,1-1-1,-1 1 0,0 0 1,1 0-1,-1 1 0,0-1 1,0 0-1,-1 1 0,1 0 1,0 0-1,0 0 0,-2 0-70,4 0-24,-1 1 0,0 0-1,1-1 1,-1 1-1,0 0 1,0 0 0,1 0-1,-1 0 1,0 0-1,0 0 1,1 1 0,-1-1-1,0 1 1,1-1-1,-1 1 1,0-1 0,1 1-1,-1 0 1,1 0-1,-1 0 1,1 0 0,-1 0-1,1 0 1,0 0-1,0 0 1,-1 1 0,1-1-1,0 1 1,0-1-1,0 0 1,1 1 0,-1 0-1,0-1 1,0 1-1,1-1 1,-1 1 0,1 0-1,-1 0 25,0 46-6029,1-28-404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18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80,'0'0'15139,"0"0"-12754,0 0 439,-33 134-815,16-92-1289,1-5-496,-1-5-224,-2-4-296,0-4-1312,2-6-3185,6-11-6018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19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10042,'0'0'3849,"0"0"-1782,0 0-151,-6 32-429,-1 7-1128,0-6-7,1 1 0,2 0 0,2 0 1,1 19-353,1-41 163,0 1 1,1 0 0,1 0 0,0-1 0,1 1-1,0-1 1,1 0 0,0 0 0,1 0 0,0-1-1,7 11-163,-9-17 35,1 0 0,-1 0 0,1-1-1,0 1 1,0-1 0,1 0 0,0-1-1,-1 1 1,1-1 0,0 0 0,0 0 0,1 0-1,-1-1 1,1 1 0,-1-1 0,1-1-1,0 1 1,-1-1 0,1 0 0,0 0 0,0-1-1,0 0 1,0 0 0,0 0 0,0-1-1,2 0-34,-2 0 9,0-1 1,0 0-1,0 0 0,0-1 0,-1 0 0,1 0 0,-1 0 0,0 0 0,0-1 0,0 0 0,0 0 0,0 0 0,-1-1 0,0 0 0,0 1 0,0-1 0,-1-1 0,1 1 0,-1-1 0,0 1 0,0-4-9,4-5 44,-1-1 1,0-1-1,-2 1 0,0-1 0,0 1 0,-2-1 0,2-14-44,-3 15 264,-1 1 0,0 0 1,0 0-1,-2 0 0,1 0 0,-2 0 0,-3-9-264,4 17 85,0 0 1,-1 0-1,0 0 1,-1 0-1,1 1 1,-1-1-1,0 1 1,0 0-1,-1 0 1,1 0-1,-1 1 1,0 0-1,-1 0 1,1 0-1,-1 0 1,1 1-1,-4-1-85,7 2-24,0 1-1,1 0 1,-1 0-1,0 0 1,0 0 0,0 0-1,0 1 1,0-1-1,0 0 1,0 1-1,-1 0 1,1-1-1,0 1 1,0 0 0,0 0-1,0 0 1,0 0-1,-1 1 1,1-1-1,0 1 1,0-1-1,0 1 1,0 0-1,-1 0 25,1 1-286,1 0-1,-1 0 1,1 0-1,-1 0 0,1 1 1,0-1-1,0 1 0,-1-1 1,2 0-1,-1 1 0,0 0 1,1-1-1,-1 1 0,1-1 1,-1 1-1,1 0 0,0-1 1,1 1 286,-2 20-7118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19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17036,'0'0'2976,"0"0"-911,0 0-793,0 0-1272,0 0-1952,0 0-5762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19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189 291 368,'0'0'12733,"0"-22"-7956,0-18-3815,-4-188 4200,7 615-4064,-2-368-1219,0 31-712,-1-48 716,0 0 0,0 0 0,-1 0 0,1 0 0,-1 0 1,1 0-1,-1 0 0,0 0 0,0 0 0,1 0 1,-1-1-1,-1 1 0,1 0 0,0 0 0,0-1 0,-1 1 1,1-1-1,-1 0 0,0 2 117,-67 29-1991,57-28 2161,0 1-1,0 1 1,0 0-1,1 0 1,0 1-1,0 0 1,0 1-170,11-7 27,-1-1-1,0 0 1,1 0 0,-1 0 0,1 1 0,-1-1 0,1 0-1,-1 1 1,1-1 0,-1 0 0,1 1 0,0-1 0,-1 1-1,1-1 1,-1 1 0,1-1 0,0 1 0,-1-1-1,1 1 1,0-1 0,0 1 0,-1-1 0,1 1 0,0 0-1,0-1 1,0 1 0,0-1 0,0 1 0,0-1-1,0 1 1,0 0 0,0-1 0,0 1 0,0-1 0,0 1-1,0 0 1,0-1 0,1 1 0,-1-1 0,0 1-1,0-1 1,1 1 0,-1-1 0,0 1 0,1-1 0,-1 1-1,0-1 1,1 1 0,-1-1 0,1 1 0,-1-1-1,1 0 1,-1 1 0,1-1 0,-1 0 0,1 0 0,-1 1-1,1-1 1,-1 0 0,1 0 0,0 0 0,-1 0-1,1 1 1,-1-1 0,1 0 0,0 0 0,-1 0 0,1 0-1,0-1-26,50 4 816,-45-3-855,9-1-71,0 0-1,-1-1 1,0-1-1,1 0 1,-1 0-1,10-6 111,46-19-3941,-59 24 2769,30-14-5687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20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13827,'0'0'2536,"0"0"-271,0 0-145,0 0-991,0 0-457,123 151-16,-103-71-24,-9 4 160,-11 5-24,0-5-399,-6-5-185,-13-2-184,-9-8-337,-16 13-903,9-16-1712,-4-14-4258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21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11666,'0'0'4802,"0"0"-3138,0 0 112,0 0-511,0 0-321,0 0 224,85 7-488,-41-7-344,3 0-192,-1 0-56,1-2-88,5 2-616,-8 0-1848,-16 0-4122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22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11266,'0'0'2361,"0"0"-1209,0 0-16,148-10-704,-82 3-295,14 5-137,-19-1-585,-15 3-5096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24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9642,'0'0'5477,"0"0"-3307,0 0-338,-25 23-475,25-23-1357,-30 27 351,0 1 1,-9 16-352,35-39 41,1 0 0,0 0 0,0 0 0,1 1 1,-1 0-1,1-1 0,0 1 0,1 0 0,-1 0 1,1 0-1,1 0 0,-1 0 0,1 0 1,0 0-1,0 0 0,1 0 0,-1 0 0,1 0 1,1 0-1,-1 0 0,1 0 0,0 0 1,0 0-1,1-1 0,0 0 0,0 1 0,0-1 1,1 0-1,-1 0 0,1-1 0,0 1 0,3 1-41,3 4 83,0-1-1,1 0 0,0-1 0,0-1 0,1 1 0,0-2 1,0 0-1,0 0 0,1-1 0,0-1 0,0 0 0,0-1 0,1 0 1,-1-1-1,1 0 0,0-1 0,-1-1 0,1 0 0,-1-1 1,3-1-84,-11 2 24,0-1-1,-1 0 1,1 0-1,0 0 1,-1 0-1,1-1 0,-1 0 1,0 0-1,1 0 1,-1 0-1,0-1 0,0 0 1,-1 0-1,1 0 1,0 0-1,-1 0 1,0-1-1,0 0 0,0 1 1,0-1-1,-1 0 1,2-2-23,0-2 116,-1 0 1,0 0-1,0 0 1,-1 0-1,0 0 1,0 0-1,-1-1 1,0 1-1,-1-1 1,0 1-1,0-1 1,-1-2-117,0 7 39,0 1 0,0-1 0,0 1 1,0-1-1,-1 1 0,1 0 0,-1 0 1,0 0-1,0 0 0,0 0 0,-1 0 1,1 0-1,-1 1 0,1-1 0,-1 1 1,0 0-1,0 0 0,0 0 0,0 0 1,0 0-1,0 1 0,-1-1 0,1 1 1,-1 0-1,1 0 0,-1 0 0,1 0 1,-2 1-40,-14-4 24,-1 1 0,0 1 0,0 0-1,-11 2-23,6-1-566,15 0 606,0 1 0,0 0 0,-1 1 0,1 0 0,-8 1-40,16-1-268,0 0 0,-1-1 0,1 1 0,0 0-1,0 0 1,0 0 0,0 1 0,0-1 0,0 0 0,0 1 0,-1 1 268,2-2-555,0 1 0,-1 0 0,1-1-1,0 1 1,0 0 0,0 0 0,1 0 0,-1 0 0,0 0 0,1 0 0,-1 0 0,1 0 0,0 0 0,-1 2 555,1 14-11965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24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13851,'0'0'4329,"0"0"-1873,0 0-143,-55 168-1105,41-126-744,6-5-280,5-7-184,3-5-288,14-8-1472,8-9-4441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24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1 341 5633,'0'0'9720,"0"-22"-6297,0-288 3460,0 310-6872,0 0 0,0 0 1,0 0-1,0-1 0,0 1 1,0 0-1,0 0 0,0-1 0,0 1 1,0 0-1,-1 0 0,1-1 1,0 1-1,1 0 0,-1 0 0,0 0 1,0-1-1,0 1 0,0 0 1,0 0-1,0-1 0,0 1 1,0 0-1,0 0 0,0-1 0,1 1 1,-1 0-1,0 0 0,0 0 1,0 0-1,0-1 0,1 1 0,-1 0 1,0 0-1,0 0 0,0 0 1,1 0-1,-1-1 0,0 1 1,0 0-1,0 0 0,1 0 0,-1 0 1,0 0-1,0 0 0,1 0 1,-1 0-1,0 0 0,0 0 0,1 0 1,-1 0-1,0 0 0,0 0 1,1 0-1,-1 0 0,0 0 0,0 0 1,1 1-12,11 11 138,0 7-103,-2-1 0,0 1 1,-2 1-1,0 0 0,-1 0 0,-1 0 0,-1 1 0,0 0-35,8 59 337,1 39-337,-8-69 24,-4-24-114,9 49-1170,-10-70 1010,0 0 1,0 0-1,1 0 0,0 0 1,0-1-1,0 1 1,1-1-1,0 1 1,0-1-1,0 0 0,0 0 1,3 2 249,10 2-6353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25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0 320 8066,'0'0'8268,"0"0"-4972,0 0-1572,6-25-274,22-82-772,-22 86-528,1 1-1,2 0 1,0 0-1,11-16-149,4-10 691,-23 44-602,-1 0 0,1 0 0,0 1 0,0-1 0,0 1 0,0-1 1,0 0-1,0 1 0,0 0 0,0-1 0,1 1 0,-1 0 0,1-1 0,-1 1 1,2-1-90,-3 2 16,1 0 1,-1 0 0,1 1-1,-1-1 1,1 0-1,-1 0 1,1 0 0,-1 0-1,1 0 1,-1 0 0,1 1-1,-1-1 1,1 0 0,-1 1-1,1-1 1,-1 0 0,1 1-1,-1-1 1,0 0 0,1 1-1,-1-1 1,0 1 0,1-1-1,-1 0 1,0 1 0,1-1-1,-1 1 1,0-1 0,0 1-1,0-1 1,0 1-1,1 0-16,12 61 102,-11-50-21,7 58 308,-2 42-389,-5-63-375,1-1 0,3 0-1,2-1 1,10 33 375,-12-64-2629,-1-11-3225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25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4537,'0'0'12417,"0"0"-8005,0 0-2405,0 0-851,0 0-670,0 0-221,10 9 160,-6-6-373,0 0-17,0 0 1,-1 0-1,1 1 1,-1-1 0,0 1-1,0 0 1,0 0-1,0 0 1,-1 0 0,0 0-1,0 0 1,0 1-1,0-1 1,0 1-1,-1-1 1,0 1 0,0 0-1,0 0 1,-1-1-1,0 2-35,-11 243 288,11-246-289,1 0 0,-1 0 0,0 0 0,1 0 0,-1 0-1,1 0 1,0 0 0,0 0 0,0 0 0,1-1-1,-1 1 1,1 0 0,-1-1 0,1 1 0,0-1 0,0 0-1,0 1 1,0-1 0,0 0 0,1 0 0,1 1 1,2 0 10,0 1 1,-1-1 0,1-1 0,1 1-1,-1-1 1,0 0 0,1-1-1,-1 1 1,0-1 0,5 0-11,-2 0-106,0 0 0,0-1 1,0 0-1,0-1 0,0 0 0,0 0 0,-1-1 1,1 0-1,0 0 0,-1-1 0,0 0 1,1-1-1,-1 0 0,0 0 0,-1-1 1,3-1 105,-3-1-949,-1-1 0,1 0-1,-1 0 1,-1-1 0,1 1 0,3-10 949,3-15-5937</inkml:trace>
  <inkml:trace contextRef="#ctx0" brushRef="#br0" timeOffset="1">312 0 12827,'0'0'5857,"0"0"-3096,0 0-361,0 0-1280,0 0-768,0 0 257,24 149 79,-15-70-24,-4 0-112,-2-2-240,2-10-224,4-8-88,-1-12-344,3-15-712,8-22-881,0-10-4136,-2 0-11507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25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6665,'0'0'7335,"0"0"-3787,27-17-788,89-56-853,-111 70-1813,1 0 0,-1 0-1,0 1 1,1-1-1,0 1 1,0 0 0,0 1-1,0-1 1,0 1-1,0 0 1,0 1 0,0-1-1,0 1 1,0 1-1,3-1-93,-7 1 26,1 0-1,-1 0 0,1 0 0,-1 0 0,0 0 0,0 0 0,1 1 0,-1-1 0,0 1 0,0 0 0,0-1 1,-1 1-1,1 0 0,0 0 0,-1 0 0,1 1 0,-1-1 0,0 0 0,1 0 0,-1 1 0,0-1 0,0 1 1,0 1-26,0 3 35,1 1 0,-1-1 0,-1 1 0,0 0 0,0-1 0,0 1 0,-1-1 0,0 1 0,0 0 0,-1-1 0,0 0 0,0 1 0,-1-1 0,0 0 0,0 0 0,-1 0 0,0-1 0,-1 3-35,-15 13 65,0 0 1,-2-1 0,-10 8-66,11-10-159,21-19 149,0 0-1,-1 0 0,1 0 1,0 0-1,0 0 0,0 0 0,0 0 1,0 1-1,0-1 0,0 0 1,-1 0-1,1 0 0,0 0 1,0 0-1,0 0 0,0 1 1,0-1-1,0 0 0,0 0 0,0 0 1,0 0-1,0 1 0,0-1 1,0 0-1,0 0 0,0 0 1,0 0-1,0 1 0,0-1 1,0 0-1,0 0 0,0 0 0,0 0 1,0 0-1,0 1 0,0-1 1,1 0-1,-1 0 0,0 0 1,0 0-1,0 0 0,0 1 1,0-1-1,0 0 0,0 0 0,1 0 1,-1 0-1,0 0 0,0 0 1,0 0-1,0 0 0,0 0 1,1 0-1,-1 0 0,0 0 1,0 1-1,0-1 0,0 0 0,0 0 1,1 0 10,18 3-175,31-2 269,-43-1-149,3 0 54,-1 0 0,1 1-1,0 0 1,0 0 0,-1 1 0,1 1 0,-1 0 0,0 0 0,0 1 0,5 2 1,-9-3-1,1 1 0,-1 0 0,1 0 0,-1 0 0,0 1 0,-1-1 0,1 1 0,-1 0 0,0 1 0,0-1 0,-1 1 0,0-1 0,0 1 0,0 0 0,0 0 0,-1 1 1,1 1 6,0 1 1,-1 0-1,0 0 0,0 0 0,-1-1 1,0 1-1,0 1 0,-1-1 0,-1 0 1,0 0-1,0 0 0,0 0 0,-1-1 0,-2 7-6,1-8 66,0 0 0,0 0-1,-1-1 1,0 0 0,0 0-1,0 0 1,-1 0-1,0 0 1,0-1 0,0 0-1,-1 0 1,1 0-1,-1-1 1,0 0 0,-1 0-1,1 0 1,-1-1-1,0 0-65,-7 2 128,-1 0 0,0-1-1,0-1 1,0 0-1,-1-1 1,1 0-1,0-1 1,-1-1 0,-8-2-128,19 2-61,0-1 1,0-1 0,0 1-1,0-1 1,0 0-1,0 0 1,0 0 0,1-1-1,-1 1 1,1-1 0,0 0-1,0-1 1,-1 1 60,-34-22-6396,22 19-1931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1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3593,'0'0'1994,"0"0"3232,0 0-1489,0 0-658,0 0-380,-1 0-2549,1 0-1,0 0 0,-1 1 0,1-1 0,0 0 0,-1 1 0,1-1 1,0 0-1,0 1 0,-1-1 0,1 0 0,0 1 0,0-1 1,0 1-1,0-1 0,-1 0 0,1 1 0,0-1 0,0 1 1,0-1-1,0 0 0,0 1 0,0-1 0,0 1 0,0-1 0,0 1 1,0-1-1,0 0 0,1 1 0,-1-1 0,0 1 0,0-1 1,0 0-1,0 1 0,1-1 0,-1 0 0,0 1 0,0-1 1,1 0-150,41 5 380,0-1 1,1-3-1,16-2-380,79 3-1107,-137-2 1007,1 0 1,-1 0-1,0 0 0,1 0 0,-1 1 0,0-1 0,0 0 0,1 1 0,-1-1 1,0 1-1,1-1 0,-1 1 0,0 0 0,0-1 0,0 1 0,0 0 1,0 0-1,1 0 100,0 17-7689,-4-6-355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1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13915,'0'0'2953,"0"0"-961,0 0 152,0 0-983,0 0-745,154 0-280,-102 0-136,14 0-312,-11 0-2241,-8 0-5536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9794,'0'0'2895,"0"0"-253,0 0-105,0 0-903,0 0-941,0 0-328,-18 23 146,0-1-345,4-7-39,1 1-1,0 1 1,1 0-1,1 1 0,1 1 1,1-1-1,0 1 1,0 5-127,2-6 98,1 1 1,1 0 0,1 0 0,1 0-1,0 0 1,1 1 0,2-1-1,0 1 1,0 0-99,1-16 12,-1 0 0,1 0 0,0-1-1,0 1 1,0-1 0,1 1 0,-1-1 0,1 0 0,0 1 0,0-1 0,0 0 0,0 0-1,0 0 1,1 0 0,0-1 0,-1 1 0,3 1-12,1 0 22,0 0-1,0 0 1,0-1 0,1 0-1,-1-1 1,1 1 0,0-1 0,0 0-1,2 0-21,12 1 55,0-1 0,0 0-1,0-2 1,0 0 0,0-2-1,0 0-54,-12 1 32,-1-1-1,1-1 0,-1 1 0,1-1 1,-1 0-1,0-1 0,0 0 0,0-1 1,-1 1-1,0-1 0,0-1 0,0 1 1,0-1-1,-1 0 0,0-1 0,0 0 1,-1 0-1,1 0 0,2-6-31,-5 8 59,0 0-1,-1 0 1,1-1-1,-1 1 0,0-1 1,-1 0-1,1 1 1,-1-1-1,0 0 1,-1 0-1,1 1 0,-1-1 1,0 0-1,0 0 1,-1 0-1,0 0 1,0 1-1,0-1 1,-1 0-1,0 1 0,0-1 1,0 1-1,-1-1 1,0 1-1,0 0 1,0 0-1,-1 1 0,1-1 1,-4-3-59,-5-3 53,0 0 1,-1 1-1,0 0 0,-1 1 1,0 0-1,0 1 0,-1 1 1,0 0-1,-1 1 0,1 1 1,-14-3-54,-6 1-508,-1 0 1,0 3-1,0 1 1,-29 1 507,63 4-3095,2 9-3867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3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13395,'0'0'3073,"0"0"-9,-17 139-623,-2-75-1089,0-2-536,2-5-440,-2-8-144,2-7-16,1-7-48,2-10-104,0-8-64,6-2 0,3-5-472,5-10-672,0 0-1793,13 0-3984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4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67 4913,'0'0'2818,"0"0"-164,0 0-202,0 0-622,0 0-563,0 0-121,-7-1-203,2-1-742,-1 1 0,0 0 1,1 0-1,-1 1 1,0 0-1,1 0 1,-6 0-202,9 1 69,-1 0 1,1-1-1,-1 1 0,1 0 1,-1 0-1,1 1 0,0-1 1,-1 0-1,1 1 1,0-1-1,0 1 0,0 0 1,0 0-1,0-1 1,0 1-1,1 1 0,-1-1 1,1 0-1,-1 0 0,0 2-69,-1 1 40,1 0 0,0 0 0,0 0-1,0 1 1,0-1 0,1 0-1,0 1 1,0-1 0,0 1 0,1-1-1,0 1 1,0-1 0,0 1 0,1-1-1,0 1 1,0-1 0,0 1-1,0-1 1,1 0 0,0 0 0,0 0-1,1 0 1,-1 0 0,1 0-1,0 0 1,0-1 0,1 0 0,0 1-1,-1-1 1,1-1 0,0 1-1,1 0 1,-1-1 0,1 0 0,-1 0-1,1 0 1,1-1-40,10 5 25,0-1 1,1-1-1,0 0 0,0-2 0,0 0 0,0 0 1,1-2-1,-1 0 0,1-1 0,-1-1 0,14-2-25,-28 3 48,1-1-1,-1 1 0,1-1 0,-1 1 0,1-1 1,-1 0-1,1-1 0,-1 1 0,0 0 0,1-1 1,-1 0-1,0 0 0,0 0 0,0 0 0,-1 0 0,1-1 1,0 1-1,-1-1 0,0 1 0,1-1 0,-1 0 1,0 0-1,-1 0 0,1 0 0,0-1 0,-1 1 0,0 0 1,1-1-1,-2 1 0,1-1 0,0 1 0,-1-1 1,1 1-1,-1-1 0,0 1 0,0-1 0,0 0 0,-1 1 1,1-1-1,-1 1 0,0-1 0,0 1 0,0 0 1,-1-1-1,1 1 0,-1 0 0,1 0 0,-1 0 1,0 0-1,-2-2-47,-12-14 133,0 1 1,-1 1 0,-1 1-1,-1 0 1,0 2 0,-1 0-134,9 6-79,0 2 1,-1-1 0,1 2 0,-1-1-1,0 2 1,-1-1 0,1 2-1,-1 0 1,1 0 0,-1 1 0,0 1-1,-1 0 79,12 0-167,0 1-1,0 0 0,0 0 1,1 0-1,-1 1 1,0-1-1,0 0 0,0 1 1,1-1-1,-1 1 0,0 0 1,0-1-1,1 1 0,-1 0 1,1 0-1,-1 0 1,1 0-1,-1 0 0,1 0 1,-1 1-1,1-1 0,0 0 1,-1 2 167,-8 14-5739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77 5825,'0'0'6722,"0"0"-4154,0 0-1043,0 0-245,0 0-485,-17 25-147,-51 80 80,65-100-655,0-1 1,1 1-1,-1-1 0,1 1 1,0 0-1,1 0 0,-1 0 1,1 0-1,0 0 0,0 0 1,0 1-1,1-1 0,0 0 1,0 0-1,0 0 0,1 4-73,0-6 31,0-1-1,1 1 0,-1 0 1,0-1-1,1 0 1,-1 1-1,1-1 0,0 0 1,0 0-1,0 0 1,0 0-1,0 0 0,0 0 1,1-1-1,-1 1 0,1-1 1,-1 0-1,1 1 1,-1-1-1,1 0 0,1 0-30,11 2 68,1 0-1,0 0 1,0-2-1,0 0 0,0-1 1,1 0-1,13-3-67,-17 2 12,0-1 0,-1 0-1,1-1 1,-1 0 0,1-1 0,-1-1 0,0 0-1,0 0 1,-1-1 0,0-1 0,0 0-1,0 0 1,-1-1 0,0-1 0,-1 0 0,1 0-1,-2 0 1,3-4-12,-9 8 75,1 1-1,-1-1 1,0 1-1,-1-1 0,1 0 1,-1 0-1,0 0 1,0 0-1,0 0 1,-1 0-1,0 0 1,0 0-1,0 0 1,-1 0-1,1 0 1,-1 0-1,0 1 0,-1-1 1,1 0-1,-1 0 1,0 0-1,0 1 1,0-1-1,-1 1 1,0 0-1,0 0 1,0 0-1,0 0 1,0 0-1,-1 1 0,0-1 1,1 1-1,-1 0 1,-1 0-1,1 1 1,-1-1-75,-10-6 53,-1 2 0,0 0 1,0 0-1,-1 2 0,0 0 1,0 1-1,-13-2-53,22 3-639,11-1-912,14-2-2795,14-1-4932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5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55 9882,'0'0'2837,"0"0"-1285,0 0-385,0 0-459,0 0-230,-3 22 38,-4 71 68,7-90-555,0 1 0,1-1 0,-1 1 0,1-1 0,0 1 0,0-1 1,1 1-1,-1-1 0,0 0 0,1 0 0,0 1 0,0-1 0,0 0 0,0-1 0,1 1 1,-1 0-1,1-1 0,-1 1 0,1-1 0,0 0 0,0 0 0,0 0 0,0 0 0,0 0 1,0-1-1,1 0 0,0 1-29,6 1 87,0 0 1,0 0-1,0-1 0,1 0 1,-1-1-1,1-1 0,5 1-87,-12-1 53,1 0 0,0-1 0,0 1 0,0-1 0,-1 0 0,1 0 0,0 0 0,-1-1 0,1 1 0,-1-1 0,0 0 0,0-1 0,1 1 0,-1-1 0,-1 0 0,1 0 0,0 0 0,-1 0 0,1 0 0,-1-1 0,1-1-53,0-1 205,-1 0 0,0 0 0,0 0 0,-1 0 1,0 0-1,0 0 0,0-1 0,0 1 0,-1-1 1,-1 1-1,1-1 0,-1 1 0,0-1 0,0 0 1,-1-2-206,0 4 79,-1 0 1,1 0-1,-1 1 1,0-1-1,0 0 1,-1 1-1,1 0 0,-1 0 1,0-1-1,0 2 1,0-1-1,-1 0 1,1 1-1,-1-1 1,0 1-1,0 0 1,0 0-1,0 1 1,-1-1-1,1 1 1,-1 0-1,0 0 1,0 0-80,-8-3-21,-1 0 0,1 1 0,0 1 0,-1 0 0,0 0 0,0 2 0,-12-1 21,25 2-138,0 0-1,0 0 0,0 0 0,-1 0 0,1 0 1,0 0-1,0 1 0,0-1 0,-1 0 0,1 1 1,0-1-1,0 1 0,0-1 0,0 1 1,0-1-1,0 1 0,0 0 0,0 0 0,0 0 1,0-1-1,0 1 0,1 0 0,-1 0 1,0 0-1,0 0 0,1 0 0,-1 0 0,1 0 1,-1 1-1,1-1 139,-5 17-6107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5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37 6409,'-6'5'1629,"-1"1"0,1 0 0,0 0 0,1 1 0,0 0 0,-5 6-1629,5-3 707,-1-1 1,1 2-1,0-1 0,1 0 1,-2 8-708,4-13 64,1 0 0,-1 0 1,1 0-1,0 0 0,0 0 0,1 0 1,-1 0-1,1 0 0,1 0 1,-1 0-1,0 0 0,1 0 1,0 0-1,0 0 0,1 0 1,0 0-1,-1 0 0,1 0 0,1-1 1,-1 1-1,1-1 0,0 0 1,0 0-1,0 0 0,4 4-64,1-3 54,0 1-1,1-1 1,-1 0-1,1-1 1,0 0 0,1-1-1,-1 1 1,1-2-1,-1 0 1,1 0-1,8 0-53,17 2 65,1-3 0,20-2-65,-48 1 5,-2 0 43,1-1-1,-1 1 0,0-1 0,0-1 0,0 1 0,0-1 0,0 0 0,-1 0 0,1-1 1,0 0-1,-1 0 0,0 0 0,0 0 0,0-1 0,0 0 0,0 0 0,-1 0 1,0-1-1,0 0 0,0 1 0,0-1 0,-1-1 0,0 1 0,0 0 0,0-1 1,-1 0-1,1 1 0,-1-1 0,-1 0 0,1 0 0,-1 0 0,0 0 0,-1 0 1,1-1-1,-1 1 0,0 0 0,-1 0 0,0 0 0,0 0 0,0 0 0,0 0 1,-2-3-49,0 2 133,0-1 0,-1 1 0,0-1 0,-1 1 0,0 1 1,0-1-1,0 0 0,-1 1 0,1 0 0,-1 1 0,-1-1 0,1 1 0,-5-2-132,1 0 16,0 0 0,0 1 1,-1 0-1,0 1 0,0 0 1,-1 1-1,0 0 1,-11-2-17,14 6-167,8 0-4423,12 6-2144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6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13 8346,'0'0'1978,"0"0"-430,0 0-405,0 0-546,0 0-377,0 0-137,19-1-12,54-3 114,-197-4 2321,113 8-2346,-1 0-1,1 1 1,0 0 0,-1 1 0,1 0 0,0 1-1,-10 4-159,18-6 31,-1 1-1,1-1 0,0 1 1,0 0-1,0 0 0,1 0 1,-1 0-1,0 0 0,1 1 1,0-1-1,-1 1 0,1 0 0,0-1 1,0 1-1,0 0 0,1 0 1,-1 0-1,1 1 0,0-1 1,-1 0-1,2 1 0,-1-1 0,0 0 1,1 1-1,-1-1 0,1 1 1,0-1-1,0 1-30,0-1 18,0 0 1,0 1-1,0-1 1,1 0-1,-1 1 1,1-1 0,0 0-1,0 0 1,0 0-1,0 0 1,0 0-1,1 0 1,-1 0-1,2 1-18,1 0 58,1 1-1,-1 0 1,1-1-1,1 0 1,-1 0-1,6 3-57,36 21 246,-14-8-155,-1 1 1,2 3-92,-27-18 12,0 0-1,0 0 1,-1 0-1,1 0 0,-2 1 1,1 0-1,-1 0 1,0 1-1,0 0 0,-1 0 1,1 2-12,-4-6 78,1-1 1,-1 1 0,0-1-1,0 1 1,-1 0-1,1-1 1,-1 1 0,1 0-1,-1 0 1,0-1-1,-1 1 1,1 0-1,-1 0 1,1-1 0,-1 1-1,0 0 1,-1-1-1,1 1 1,-1-1-1,-1 3-78,0-1 147,-1-1-1,1 0 1,-1 0 0,0 0-1,0 0 1,-1-1-1,1 0 1,-1 0-1,0 0 1,0 0-1,0-1 1,-5 3-147,-13 2 520,-1 0 0,0-1-1,0-2 1,0 0 0,-20 0-520,-31-4-19,75-1-376,0-1-1,1 0 1,-1 0-1,1 0 0,0 1 1,-1-1-1,1 0 1,0 1-1,0-1 0,0 1 1,0-1-1,0 1 1,1-1-1,-1 1 396,19-14-6828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6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5129,'0'0'6501,"0"0"-3110,0 0-1144,27 4-796,-27-4-1451,27 4 288,1 2 1,-1 0-1,0 2-288,-23-6 53,-1-1 1,0 1-1,0 0 0,0 0 0,0 1 0,0-1 1,0 0-1,0 1 0,-1 0 0,1 0 0,-1-1 1,0 1-1,0 1 0,0-1 0,0 0 0,-1 0 1,1 1-1,-1-1 0,0 1 0,0-1 0,0 1 1,0 0-1,-1-1 0,1 1 0,-1 0 0,0 0 1,0-1-1,-1 2-53,2 6 217,1 16 185,-2 1 0,0-1 0,-2 0 0,-1 0 1,-2 1-1,-1 5-402,-14 41 872,-18 41-872,20-32-61,15-67-9024,13-32 1297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15419,'0'0'3129,"0"0"-1121,0 0-447,0 0-1049,198-59-368,-138 44-144,17-5-552,-16 5-3313,-12 1-5849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7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8914,'0'0'3853,"0"0"-1549,0 0-287,27-7-641,89-19-525,-110 25-759,0-1-1,1 2 1,-1-1 0,1 1-1,-1 0 1,0 0 0,1 0 0,2 2-92,-7-2 22,-1 0 1,1 1-1,-1-1 0,1 1 1,0 0-1,-1-1 1,1 1-1,-1 0 1,1 0-1,-1 0 0,0 0 1,1 0-1,-1 0 1,0 0-1,0 1 1,1-1-1,-1 0 0,0 1 1,0 0-23,0 1 34,0 1 1,-1-1 0,1 1-1,-1-1 1,0 1 0,0-1-1,0 1 1,0-1-1,-1 1 1,1-1 0,-1 0-1,0 1 1,0-1-1,0 0 1,0 1 0,-1-1-1,1 0 1,-1 0 0,0 0-1,-2 2-34,-35 39 366,8-11-278,31-33-99,0 1 0,0-1 1,0 0-1,0 1 1,-1-1-1,1 1 0,0-1 1,0 1-1,0-1 1,0 1-1,0-1 0,0 0 1,0 1-1,1-1 1,-1 1-1,0-1 0,0 1 1,0-1-1,0 0 1,1 1-1,-1-1 0,0 1 1,0-1-1,1 0 1,-1 1-1,0-1 0,0 0 1,1 1-1,-1-1 1,0 0-1,1 0 0,-1 1 1,1-1-1,-1 0 1,0 0-1,1 1 1,-1-1-1,1 0 0,-1 0 1,1 0-1,-1 0 1,0 0-1,1 0 0,-1 0 1,1 0-1,-1 0 1,1 0 10,30 7 93,-22-5-106,3 2 13,-1 0-1,1 0 0,-1 1 1,0 1-1,0 0 1,-1 1-1,0-1 0,0 2 1,0 0-1,-1 0 1,0 1 0,-5-5 68,0 0 1,0 0-1,-1 1 1,0-1 0,0 1-1,0 0 1,0-1 0,-1 1-1,0 0 1,0 1 0,0-1-1,-1 0 1,1 1 0,-1-1-1,-1 1 1,1-1 0,-1 1-1,0-1 1,0 1 0,0-1-1,-1 1 1,0-1 0,0 1-1,0-1 1,-3 5-69,2-5 111,-1-1 0,0 0 0,0 1 0,-1-1 0,1 0 0,-1-1 0,1 1 0,-1-1 0,-1 1 0,1-1 0,0 0 0,-1-1 0,1 1 0,-1-1 1,-4 1-112,-76 27 1113,70-25-1012,0-1-1,0-1 1,0 0-1,-1 0 0,1-2 1,-1 0-1,1-1 1,-1 0-1,-7-2-100,22 1-22,1 0-1,-1 1 1,0-1-1,1 0 1,-1 0-1,1 1 1,-1-1-1,1 0 1,-1 0-1,1 0 0,-1 0 1,1 0-1,0 0 1,0 1-1,-1-1 1,1 0-1,0 0 1,0 0-1,0 0 1,0 0-1,0 0 1,0 0-1,0 0 1,0 0-1,1 0 1,-1 0-1,0 0 0,1 0 1,-1 0-1,0 1 1,1-1-1,-1 0 23,1-1-77,2-7-628,0-1 1,1 2 0,0-1-1,0 0 1,1 1 0,0 0 0,1 0-1,0 0 1,0 1 0,1-1 704,39-39-11033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5:5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27 10922,'0'0'3537,"0"0"-1286,0 0-580,0 0-616,0 0-580,10-4-302,-4 1-153,21-10 26,-25 8 9,-18 3 54,-8 4-18,0 0 0,0 2 1,0 1-1,0 0 0,1 2 1,-1 1-1,2 1 0,-1 0 1,1 2-1,1 1 1,0 0-1,-18 15-91,37-25-4,-1 0-1,1 1 1,0-1 0,0 0-1,1 0 1,-1 1 0,0 0 0,1-1-1,0 1 1,-1 0 0,1-1-1,0 1 1,0 0 0,0 1 4,1-2 2,0-1 1,0 0 0,0 1-1,0-1 1,0 1 0,1-1-1,-1 1 1,0-1-1,1 1 1,-1-1 0,1 0-1,-1 1 1,1-1 0,0 0-1,-1 0 1,1 1-1,0-1 1,0 0 0,0 0-1,0 0 1,0 0 0,0 0-1,0 0 1,1 0-1,-1 0 1,0-1 0,0 1-1,1 0 1,-1-1 0,1 1-3,58 26 178,-37-18-167,-1 1 0,1 2 1,-2 0-1,0 1 0,0 1-11,-14-8-4,-1-1 0,1 1 0,-2 0-1,1 0 1,-1 1 0,0 0 0,0 0 0,-1 0-1,1 0 1,-2 1 0,1 0 0,-1 0-1,0-1 1,-1 2 0,0-1 0,0 0-1,-1 2 5,1-2 43,-1-1 0,0 1 0,-1 0-1,0 0 1,0 0 0,-1-1 0,0 1 0,0 0-1,-2 6-42,1-11 85,1 1 0,-1-1 0,0 0 0,1 0 0,-1-1 0,-1 1 0,1 0 0,0-1 0,-1 1 0,1-1 0,-1 0 0,1 0 0,-1 0 0,0 0 0,0 0-1,0 0 1,0-1 0,-1 0 0,1 1 0,0-1 0,0-1 0,-4 2-85,-7 1-69,0-1-1,-1 0 1,1-1-1,-10-1 70,-10-1-6322,17-1-3425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0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16179,'0'0'2009,"0"0"-705,0 0-8,0 0-863,198-17-313,-146 10-40,-8 2-80,3 0-385,-11 0-2663,-11 5-6450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0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1 191 14603,'0'0'2513,"0"0"111,0 0 1,0 0-1681,0 0-656,143-84-288,-44 37-832,-14 12-3225,-8 11-5569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13 183 10986,'0'0'3017,"0"0"54,0 0-443,-1-26-860,-4-78-460,1 52 114,4 52-1379,-1 0-1,1 0 1,0 0-1,0 0 1,0 0-1,0 0 1,0 0-1,0 0 1,0 0-1,-1 0 1,1 0-1,0 0 1,0 0-1,0 0 1,0 0-1,0 0 1,0 0-1,0 0 1,-1 0-1,1 0 1,0 0-1,0 0-42,3 63 240,18 85-499,-7 0 0,-6 1 1,-9 92 258,-4-202-2459,0-23-5047,5-15-2895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4537,'0'0'9530,"0"0"-7938,0 0 1009,0 0-705,0 0-247,0 0-489,203 22-376,-128-22-312,2 0-264,-6-3-208,12-9-168,-17 2-1232,-11 0-4937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2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73 119 9314,'0'0'4464,"0"0"-2387,0 0 88,-12 27-367,-1-1-1413,6-13-229,0 1 0,1 0 0,0 0 0,1 0 0,1 0 0,1 1 0,0 0 0,0-1 0,2 1 0,0 0 0,0 2-156,1-5 148,0 0 0,1 0-1,0 0 1,0 0-1,2-1 1,-1 1 0,2 0-1,0 2-147,-2-10 25,0 0 1,1 0-1,-1 0 0,1 0 0,-1-1 0,1 1 0,0-1 0,1 0 0,-1 0 1,0 0-1,1 0 0,0 0 0,0-1 0,0 0 0,0 0 0,0 0 1,0 0-1,0 0 0,1-1 0,-1 0 0,0 0 0,1 0 0,1 0-25,10 1 30,0 0-1,0-1 1,0-1-1,0 0 0,0-1 1,0-1-1,0 0 1,0-1-1,0-1 0,-1-1 1,1 0-1,-1-1 1,-1 0-1,1-1 0,-1-1 1,0 0-1,-1-1 1,0-1-1,0 0 0,-1 0 1,0-1-1,-1-1-29,-6 6 39,-1 0 1,0 0-1,0 0 0,-1-1 0,1 0 1,-2 1-1,1-1 0,-1 0 0,1 0 1,-2-1-1,1 1 0,-1 0 0,0-1 1,-1 1-1,0 0 0,0-1 0,-1 1 1,1 0-1,-2-1 0,1 1 0,-1 0 1,0 0-1,0 0 0,-1 0 0,0 0 1,0 1-1,-1-1 0,0 1 0,0 0 1,0 0-1,-1 0 0,0 0 0,0 1 1,0 0-1,-1 0-39,-20-17 78,-2 1-1,0 2 1,-1 0 0,-1 2-1,0 1 1,-2 2 0,1 1-1,-22-5-77,38 14-1702,26 8-2413,-4-2 3017,28 14-6841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2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13587,'0'0'4465,"-6"126"-1689,-2-56-575,0-11-1113,5-10-552,0-11-320,3-6-176,0-12-40,0-8-680,0-7-1704,6-5-4218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7866,'0'0'4895,"0"0"-3092,0 21-73,-1 3-1005,1 0 0,4 22-725,-3-42 54,0-1 0,0 1 0,1 0 0,-1 0 0,1-1 0,0 1 0,0-1 0,0 1-1,0-1 1,0 0 0,1 0 0,0 0 0,-1 0 0,1 0 0,0 0 0,0-1 0,1 0 0,-1 1 0,1-1 0,-1 0 0,3 0-54,5 3 141,0-1 1,0-1-1,0 0 1,0-1-1,12 2-141,1-1 132,0-1 0,0-1 0,0-1 0,4-1-132,-21 1 79,1-1 1,-1 0-1,0 0 0,0 0 0,0-1 0,0 0 1,0-1-1,0 0 0,-1 0 0,1 0 1,-1 0-1,0-1 0,0 0 0,0-1 1,4-4-80,-8 8 94,-1-1 1,0 0 0,1 1 0,-1-1-1,0 0 1,0 0 0,0 0-1,0 0 1,0 0 0,-1 0 0,1 0-1,-1 0 1,1 0 0,-1 0 0,0-1-1,0 1 1,0 0 0,0 0 0,0 0-1,0 0 1,-1 0 0,1-1 0,-1 1-1,1 0 1,-1 0 0,0 0-1,0 0 1,0 0 0,0 0 0,0 1-1,0-1 1,0 0 0,-1 1 0,1-1-1,-1 0 1,1 1 0,-1 0 0,0-1-1,0 1-94,-10-9 154,0 1-1,0 1 1,-1 0-1,0 0 1,-4 0-154,7 3 192,-9-6-162,-81-38 626,89 44-917,-1 1-1,1 0 1,-1 1-1,0 0 1,0 1-1,0 0 1,-9 1 261,27 11-9438,16 4-2966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70 179 11122,'0'0'3863,"0"0"-1067,-12 28-175,-33 92-696,42-114-1811,1 0-1,0 0 1,1 0-1,-1 0 1,1 1-1,0-1 1,1 0-1,0 1 1,0-1-1,0 1 1,1-1-1,0 1 1,0-1-1,0 0 1,1 0-1,0 0 1,0 0-1,2 2-113,-2-4 55,1 0 1,1 0-1,-1 0 0,1 0 1,0 0-1,0-1 0,0 1 1,0-1-1,0 0 0,1 0 1,-1-1-1,1 1 0,0-1 1,0 0-1,0 0 0,0-1 1,3 1-56,4 1 26,1-1 1,0-1 0,0 0-1,0-1 1,0 0 0,0-1-1,0 0 1,0-1 0,-1 0-1,1-1 1,-1-1 0,1 0-1,-1 0 1,11-7-27,-10 3-7,0 0-1,0-1 0,-1 0 1,-1-1-1,0 0 1,0-1-1,-1 0 0,0-1 1,-1 0-1,1-3 8,-5 6-5,0 0-1,-1 0 1,1-1-1,-2 1 1,0-1 0,0 0-1,0-1 1,-1 1-1,-1 0 1,0-1-1,0 1 1,-1 0 0,0-1-1,-1 1 1,-1-2 5,0 4 20,0 1 0,0 0 1,-1 0-1,0 0 0,0 1 1,-1-1-1,1 1 0,-2 0 1,1 0-1,-1 0 0,1 0 1,-2 1-1,1 0 0,-1 0 0,1 0 1,-1 1-1,-1-1 0,1 2 1,-5-3-21,-10-6 68,-1 2 0,0 0-1,-1 2 1,0 0 0,-11-1-68,22 7-217,-19-5 36,17-4-3319,13 6-2563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3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37 10202,'0'0'2881,"0"0"-957,-2 25 113,-5 79-572,7-99-1419,0-1 1,0 1-1,0-1 0,1 1 0,0 0 0,0-1 1,0 1-1,0-1 0,1 0 0,0 1 0,0-1 1,0 0-1,0 0 0,1 0 0,-1 0 0,1-1 0,0 1 1,0-1-1,0 0 0,1 1 0,-1-1 0,1-1 1,0 1-1,0 0 0,0-1 0,4 2-46,2 0 35,1 0 1,0-1-1,1 0 0,-1-1 0,0 0 1,1-1-1,-1 0 0,10-1-35,-16 0 37,-1 0 1,0-1-1,1 1 0,-1-1 0,0 1 0,0-1 0,0 0 1,0-1-1,0 1 0,0-1 0,0 0 0,0 0 0,0 0 0,-1 0 1,1-1-1,-1 1 0,0-1 0,1 0 0,-1 0 0,-1 0 0,1-1 1,0 1-1,-1-1 0,1 0-37,1-3 199,-1-1 1,0 1 0,-1-1-1,0 1 1,0-1-1,0 0 1,-1 0-1,0 0 1,0 0-1,-1 0 1,0 0-1,-2-6-199,1 8 66,-1 1-1,0-1 1,0 0-1,-1 1 1,1-1 0,-1 1-1,-1 0 1,1 0-1,-1 0 1,0 0-1,0 1 1,0 0-1,0-1 1,-1 1-1,0 1 1,0-1-1,0 1 1,0 0-1,0 0 1,-3-1-66,-3-2-396,-1 1 0,1 0-1,-1 0 1,0 1 0,0 0 0,0 1 0,0 1-1,0 0 1,-8 0 396,-2 2-6544,7 0-6263</inkml:trace>
  <inkml:trace contextRef="#ctx0" brushRef="#br0" timeOffset="1">16 480 12171,'0'0'2712,"-1"22"-6,3 74-771,-2-91-1861,1 0 0,0 0 0,0 0 0,0 0 0,1 0 0,0 0 0,0-1-1,0 1 1,1-1 0,-1 1 0,1-1 0,0 0 0,0 0 0,0 0 0,1 0 0,-1-1 0,1 0 0,0 1-1,0-1 1,0 0 0,1-1 0,-1 1 0,1-1 0,-1 0 0,1 0 0,0 0 0,0-1 0,0 0 0,4 1-74,0 0 28,-1-1 0,0 0 1,0-1-1,0 0 0,1 0 1,-1 0-1,0-1 0,0-1 1,0 1-1,0-1 0,0 0 0,0-1 1,-1 0-1,1 0 0,-1-1 1,5-3-29,-3 1 18,-2-1-1,1 0 1,-1-1 0,0 1 0,0-1-1,-1-1 1,0 1 0,-1-1 0,0 0 0,0 0-1,-1-1 1,0 0 0,2-9-18,-1 3 125,-2-1-1,0 0 1,0 0-1,-2-1 1,0 1 0,-1 0-1,-1 0 1,-1-2-125,2 15 62,-1-1-1,0 1 1,0 0-1,-1 0 1,1-1-1,-1 1 1,0 0 0,0 0-1,0 0 1,-1 1-1,1-1 1,-1 0 0,0 1-1,0 0 1,-1-1-62,-8-6 263,0 0-1,0 1 1,-12-7-263,-27-20-72,50 35-86,-1-1-1,1 1 1,-1-1-1,1 0 1,0 0-1,0 0 1,0 0-1,0 0 1,0 0-1,0 0 1,0 0-1,1 0 1,-1 0-1,1 0 1,-1-2 158,5-20-7306,10 8-5543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3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5 12291,'0'0'2145,"0"0"-559,25-1-586,120-3-445,-145 4-63,-1 2-271,-1 0 0,0 0 0,0 0 0,0-1-1,0 1 1,0-1 0,0 0 0,0 1 0,-1-1 0,1 0-1,0 0 1,-1 0 0,1-1 0,-1 1 0,1-1 0,-1 1-1,1-1 1,-2 0-221,0 1 374,-16 4 127,0 1 0,0 0 0,1 1 0,0 2 0,0 0 0,-11 7-501,24-13 0,1 1-1,0 0 1,-1 0-1,1 0 1,0 0-1,1 1 1,-1 0-1,1 0 1,0 0-1,0 1 1,1-1-1,-1 1 1,1 0-1,1 0 1,-1 0-1,1 0 1,0 0-1,0 1 1,1-1-1,0 1 1,0-1-1,0 6 1,1-9 5,1 1 0,-1-1 0,1 1 0,0-1 0,0 0 0,0 1 0,0-1-1,1 0 1,0 0 0,-1 0 0,1 0 0,0 0 0,0 0 0,0 0-1,1-1 1,-1 1 0,1-1 0,0 1 0,-1-1 0,3 1-5,9 7 29,1-1 0,0-1 0,14 6-29,1 0 21,-18-7 16,5 1-83,-1 1-1,0 1 1,0 0 0,-1 2-1,3 3 47,-15-12-4,1 0-1,-1 0 0,0 1 0,0-1 1,-1 1-1,1 0 0,-1 0 0,1 0 0,-1 0 1,-1 0-1,1 0 0,-1 0 0,1 1 1,-1-1-1,0 1 0,-1-1 0,1 1 1,-1-1-1,0 1 0,0 0 0,0-1 1,-1 1-1,0 4 5,-1-6 46,1 1 1,-1 0 0,0-1 0,0 1-1,0-1 1,0 0 0,-1 1-1,1-1 1,-1 0 0,0-1 0,0 1-1,0 0 1,0-1 0,0 1-1,-1-1 1,1 0 0,-1 0 0,1-1-1,-1 1 1,0-1 0,0 0-1,1 1 1,-2-2-47,-9 4 73,0-1-1,0 0 1,-1-1 0,1-1-1,-12 0-72,23-1-73,-1 0-1,1 0 0,-1-1 0,1 1 0,-1-1 0,1 0 0,0 0 0,-1 0 1,1 0-1,0-1 0,0 1 0,0-1 0,0 0 0,0 0 0,0 0 1,0 0-1,1-1 0,-3-2 74,1 1-810,1 0 0,0 0 0,1 0 0,-1-1 1,1 0-1,-1 1 0,2-1 0,-2-2 810,-1-18-10118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4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13851,'0'0'2448,"0"0"-727,0 0 31,0 0-439,143 141-297,-124-79-120,-8 2-264,-5-2-168,-6-5-296,0-7-56,0-8-112,-3-8-112,-8-9-808,0-10-2865,5-13-1896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4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14859,'0'0'4017,"0"0"-2393,0 0-655,0 0-969,170-65-240,-109 41-3833,-12 6-4929</inkml:trace>
  <inkml:trace contextRef="#ctx0" brushRef="#br0" timeOffset="0.99">694 285 15307,'0'0'2425,"0"0"-209,0 0-479,0 0-1081,-33 131-656,24-111-248,-2-3-1457,0-5-3024,3-2-5705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5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3001,'0'0'8975,"0"0"-5386,0 0-1278,0 0-770,27-11-747,88-32-322,-107 40-406,-1 1-1,1-1 1,0 2-1,0-1 1,0 1-1,0 0 1,0 1-1,0 0 1,2 0-66,4 0 89,-12 0-86,-1 0 1,1 0-1,-1 0 1,1 0-1,-1 1 1,0-1-1,1 0 1,-1 1-1,1-1 0,-1 1 1,0-1-1,0 1 1,1 0-1,-1-1 1,0 1-1,0 0 1,0 0-1,0 0 1,0 0-1,0 0 0,0 0 1,0 0-1,0 0 1,0 0-1,0 1-3,0 1 1,0 0 0,0 0 0,0 0 0,0 0 0,-1 1 0,1-1-1,-1 0 1,0 0 0,0 0 0,0 0 0,0 0 0,-1 1-1,0 4 2,-1 1 1,0 0-1,0-1 1,-1 1 0,0-1-1,0 0 1,-1 0-1,-4 6-2,-6 5 45,-2-1-1,0-1 0,-1 0 0,-1-1 1,-2 0-45,-17 16 65,36-31-40,1-1 69,24 0-1,-10-1-118,0 2 0,0 0 0,-1 0 0,1 1 0,0 1 0,0 0 0,-1 1 0,1 0 25,-9-1-7,1-1 0,-1 1 0,-1 0 0,1 0 0,0 1 0,-1 0 0,1-1 0,-1 1 0,0 1 0,0-1 0,-1 0 0,1 1 0,-1 0-1,0 0 1,-1 0 0,1 0 0,-1 1 0,0-1 0,0 0 0,0 1 0,-1 1 7,1 0 30,0 1 1,-1-1-1,-1 1 1,1-1-1,-1 1 0,0 0 1,-1-1-1,1 1 0,-2 0 1,1-1-1,-1 0 1,0 1-1,-1-1 0,1 0 1,-2 0-1,1 0 1,-1 0-1,0-1 0,0 1 1,-1-1-1,1 0 1,-4 3-31,-4 3 204,-1-1 0,0 0 0,-1 0 0,0-1 0,0-1 0,-1 0 1,-1-1-1,1-1 0,-11 3-204,21-8 53,0 0 1,0 0-1,0-1 0,-1 1 1,1-1-1,-1 0 1,1-1-1,-1 0 1,1 0-1,-6 0-53,9-1-3,0 1-1,1-1 1,-1 1-1,0-1 1,1 0 0,-1 1-1,0-1 1,1 0 0,-1 0-1,1-1 1,-1 1-1,1 0 1,0 0 0,-1-1-1,1 1 1,0 0 0,0-1-1,0 1 1,0-1-1,0 0 1,0 1 0,0-1-1,1 0 1,-1 0 0,1 1-1,-1-1 1,1 0-1,0 0 1,0 0 0,-1 1-1,1-3 4,0-2-280,-1 0 0,1-1-1,0 1 1,0 0 0,1 0 0,0-1-1,0 1 1,1-2 280,-1 4-516,1 1-1,-1 0 1,1 0-1,-1 0 1,1 0-1,0 1 1,0-1-1,0 0 1,0 1-1,2-2 517,20-16-9284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5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52 9402,'0'0'2202,"0"0"-483,0 0-371,27-7-493,10-6-617,-14 6 63,0 0-1,0 1 0,0 1 0,23-1-300,-61 9 622,0 1 0,1 0 0,0 1 0,0 1 0,0 0 0,1 1 0,-5 3-622,9-5 181,0 0 1,0 1 0,1 0 0,0 1-1,0 0 1,0 0 0,1 1 0,0 0-1,1 0 1,0 0 0,0 1 0,-1 2-182,6-8 4,0 0 0,-1 0 0,2 1 0,-1-1 0,0 0 0,1 1 0,-1-1 0,1 0 0,0 1 1,0-1-1,0 1 0,0-1 0,1 0 0,0 1 0,-1-1 0,1 0 0,0 0 0,1 0 0,-1 1 0,0-1 1,1 0-1,0 0-4,6 8-152,0 0 1,1 0 0,0-1 0,0 0 0,2 0 151,27 31-472,-32-34 454,0 1 0,-1 0 0,0 0 1,0 0-1,-1 1 0,0 0 0,-1-1 0,0 1 0,0 1 0,-1-1 0,0 0 0,-1 1 1,0-1-1,0 1 0,-1-1 0,-1 1 0,0 7 18,0-12 54,-1-1 1,1 0-1,-1 1 0,0-1 1,-1 0-1,1 0 0,-1-1 1,1 1-1,-1 0 0,0-1 0,0 0 1,-1 0-1,1 0 0,-1 0 1,1 0-1,-1 0 0,0-1 1,0 0-1,0 0 0,0 0 1,-1 0-1,-2 0-54,-2 1 119,0 0 1,0 0-1,0-1 1,0 0-1,-1-1 1,1 0-1,-1 0 1,1-1-1,-1 0 1,-6-1-120,15 0-28,-1 0-1,0 1 1,1-1-1,-1 0 1,0 0 0,1 0-1,-1 0 1,1 0-1,-1-1 1,1 1 0,0 0-1,-1-1 1,1 1-1,0-1 1,0 1 0,0-1-1,0 1 1,0-1-1,1 0 1,-1 0 0,0 1-1,1-1 1,-1 0 0,1 0-1,0 0 1,0 1-1,-1-1 1,1 0 0,0-2 28,0-3-960,0 0 0,0-1 0,1 1 0,0 0 0,0-1 0,0 1 0,2-3 960,14-24-9303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6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16820,'0'0'2888,"0"0"-711,0 0-145,0 0-1064,165-20-616,-113 8-248,-11 2-104,-8 5-560,-16 5-960,-9 0-4265,-8 0-9451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06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15739,'0'0'2937,"0"0"-1193,0 0 161,0 0-969,162 10-648,-96-30-288,-3-5-616,11-12-1056,-19 8-3546,-11 1-9825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12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2593,'0'0'4558,"0"0"-276,-12 21-2523,2-3-1509,1-3-38,0 0 0,1 1 0,0 0-1,1 0 1,1 1 0,1 0 0,1 0 0,-2 10-212,1 1 473,2 0 0,1 0 1,1 0-1,1 0 1,1 0-1,3 9-473,-3-31 88,0 1-1,0-1 0,1 1 0,0-1 1,0 1-1,0-1 0,1 0 1,0 0-1,0 0 0,1 0 1,0-1-1,0 1 0,0-1 0,1 0 1,-1 0-1,1-1 0,0 1 1,1-1-1,-1 0 0,1-1 1,-1 1-1,1-1 0,0 0 0,1 0 1,-1-1-1,0 0 0,1 0 1,5 1-88,0-1 79,0 0-1,1-1 1,-1 0 0,0-1 0,0-1 0,0 0 0,0 0 0,0-1-1,0 0 1,0-1 0,0-1 0,-1 0 0,1-1 0,-1 0-1,-1 0 1,1-1 0,-1 0 0,0-1 0,0-1 0,0 1 0,-1-1-1,-1-1 1,1 0 0,-1 0 0,-1-1 0,0 1 0,0-2 0,-1 1-1,0-1 1,-1 0 0,0 0 0,-1 0 0,0-1 0,-1 0-1,0 0 1,0 0 0,-2 0 0,0 0 0,0 0 0,-1 0-79,1 7 55,-1 0 0,-1 0 0,1 0 0,-1 0 0,0 0 0,0 0 0,0 1 0,0-1 0,-1 0 0,0 0 1,0 1-1,0 0 0,-1-1 0,1 1 0,-1 0 0,0 0 0,0 0 0,-1 1 0,1-1 0,-1 1 0,0-1 0,0 1 1,0 1-1,0-1 0,0 0 0,-1 1 0,1 0 0,-1 0 0,1 0 0,-6 0-55,-5-3 3,-1 1 0,0 1 0,0 0 1,0 1-1,0 1 0,-1 0 0,1 2 0,0 0 0,-3 1-3,16-2-79,1 0 0,-1 1 1,1-1-1,-1 1 0,1 0 0,-1 0 0,1 0 0,0 0 0,-1 0 1,1 0-1,0 1 0,0-1 0,0 1 0,0-1 0,0 1 1,0 0-1,0 0 0,0 0 0,1 0 0,-1 0 0,0 1 79,-10 35-4840,11-13-1453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13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6553,'0'0'6034,"0"0"-4458,14 136 1177,-11-65-505,-3 4-1008,0-4-503,0-6-345,-3-13-200,3-10-192,0-18-697,0-16-4952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13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1 338 416,'0'0'11536,"0"0"-7774,0 0-1448,13-22-656,-4 7-1458,12-17 168,-2-2 1,-1 0-1,-2-1 0,5-17-368,-10 4 671,6-16 1424,-14 63-1552,0 9-474,14 162-37,5 35 43,-21-196-60,0-1 1,1 0-1,0 0 0,1 0 0,3 6-15,-5-11-206,0-1 0,0 0 0,0 0 0,0 0-1,1-1 1,-1 1 0,1 0 0,0 0 0,-1-1 0,1 1-1,0-1 1,0 1 0,0-1 0,0 0 0,0 0-1,0 0 1,1 0 0,-1 0 0,0-1 0,0 1 0,1 0-1,1-1 207,14 1-6949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13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6329,'0'0'5908,"0"0"-2962,0 0-369,9-22-461,29-67-469,-22 62 256,-16 27-1888,0 0 0,0 0-1,0 0 1,0 0 0,0 0-1,1-1 1,-1 1 0,0 0-1,0 0 1,0 0 0,0 0-1,0 0 1,1 0-1,-1 0 1,0 0 0,0-1-1,0 1 1,1 0 0,-1 0-1,0 0 1,0 0 0,0 0-1,0 0 1,1 0 0,-1 0-1,0 0 1,0 0 0,0 0-1,1 0 1,-1 0 0,0 0-1,0 0 1,0 1 0,0-1-1,1 0 1,-1 0-1,0 0 1,0 0 0,0 0-1,0 0 1,1 0 0,-1 1-1,0-1 1,0 0 0,0 0-1,0 0 1,0 0 0,0 0-1,0 1 1,0-1 0,1 0-1,-1 0 1,0 0-15,3 30 87,-3-27-48,-6 265 455,-1-60-440,6-199-107,3 19-162,-2-27 105,0 0 0,1 0 1,-1-1-1,0 1 0,1 0 0,-1 0 0,1 0 0,-1-1 0,1 1 0,-1 0 0,1-1 0,-1 1 1,1 0-1,0-1 0,-1 1 0,1-1 0,0 1 0,0-1 0,-1 1 0,1-1 0,0 0 0,0 1 1,0-1-1,0 0 0,-1 0 0,1 1 0,1-1 110,14 1-5359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14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16123,'0'0'2681,"0"0"-658,0 0-744,0 0-757,0 0-233,-8 26 63,-46 150 261,50-162-534,1 0-1,1 0 0,0 1 1,1 3-79,0-15 11,1 0 1,0 0 0,0 0-1,0 0 1,0 0 0,0 0-1,1 0 1,-1 0 0,1 0-1,0 0 1,0-1 0,0 1-1,0 0 1,0 0 0,1-1-1,-1 1 1,1-1 0,-1 1-1,1-1 1,0 0 0,0 0-1,0 0 1,2 1-12,11 3-65,0-1-1,1-1 1,0 0 0,0-2 0,0 1 0,0-2-1,0 0 1,0-1 0,0-1 0,1 0-1,11-3 66,-24 3-246,-1 0 0,1-1 0,-1 1 0,0-1 0,1 1 0,-1-1-1,0 0 1,0 0 0,0 0 0,-1-1 0,1 1 0,0-1-1,-1 1 1,1-1 0,-1 0 0,0 0 0,0 0 0,1-3 246,4-7-2213,0-1 0,-1 0 0,3-12 2213,-8 22-456,11-36-5476</inkml:trace>
  <inkml:trace contextRef="#ctx0" brushRef="#br0" timeOffset="1">340 50 7114,'0'0'5225,"0"0"-1401,0 0 337,0 0-2800,0 0-705,0 0 224,0 0-144,8 144-248,-5-80-56,-3 5-184,3-2-176,-3-3 16,3-4-88,-1-11-48,12-12-288,-3-12-1376,6-18-4737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6:14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41 7394,'0'0'2173,"0"0"-852,26-8 595,86-21-338,-109 28-1503,1 0-1,-1 1 1,1-1 0,0 1 0,0 0-1,-1 0 1,1 0 0,0 0 0,-1 1-1,2 0-74,-4-1 34,0 0 0,0 1 0,1-1 0,-1 1 0,0 0 0,0-1 0,1 1 0,-1 0 0,0 0 0,0 0-1,0 0 1,0 0 0,0 0 0,0 0 0,-1 0 0,1 0 0,1 1-34,-1 2 94,0 1 0,0-1-1,0 0 1,0 0 0,0 1 0,-1-1 0,0 1 0,0-1 0,0 0-1,-1 1 1,1 0-94,-1 10 410,1-5-235,-1 1 1,0-1 0,-1 0 0,0 0-1,-1-1 1,0 1 0,0 0 0,-1-1-1,-2 5-175,-9 13 366,-1 0 0,-9 10-366,-16 26 218,32-37-206,10-26-8,-1 1 1,0 0-1,0-1 0,0 1 1,0-1-1,0 1 1,1-1-1,-1 1 0,0 0 1,0-1-1,1 1 0,-1-1 1,1 1-1,-1-1 1,0 0-1,1 1 0,-1-1 1,1 1-1,-1-1 0,1 0 1,-1 1-1,1-1 0,-1 0 1,1 1-1,0-1-4,4 1 29,0 0 0,0 0 0,0-1 0,0 0 0,0 0 0,0 0 0,1 0 0,0-1-29,16 0-8,-16 1 13,0-1 1,-1 2-1,1-1 0,0 1 0,0 0 0,-1 0 0,1 0 0,0 1 0,-1 0 1,1 0-1,-1 1 0,0-1 0,5 4-5,-7-3-1,0 0 0,0 0 1,0 1-1,0-1 0,-1 1 0,1 0 1,-1-1-1,0 1 0,0 0 0,0 0 0,-1 1 1,0-1-1,0 0 0,0 0 0,0 1 1,0-1-1,-1 0 0,0 1 0,0 0 1,0 3 132,0 0 0,0 0 0,-1 0 0,0 1 0,-1-1 0,1 0 0,-2 0 0,1-1 0,-1 1-1,0 0 1,-1-1 0,0 0 0,0 0 0,0 0 0,-1 0 0,0-1 0,-1 1 0,1-1 0,-1-1 0,0 1 0,-3 1-132,-2 1 83,0 0-1,0-1 1,-1-1 0,0 0 0,0 0 0,-1-1 0,1-1 0,-1 0 0,0 0 0,-1-2 0,1 1 0,0-2 0,-6 1-83,-71-2-3915,61 0 148,-24 0-7275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7:1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100 115 160,'0'0'3942,"0"0"799,0 0-912,0 0-1355,-17-16-36,-47-51-284,62 65-1915,1 1 1,-1-1 0,0 0 0,1 0-1,-1-1 1,1 1 0,0 0 0,-1 0-1,1-1 1,0 1 0,0 0 0,1-1-1,-1 0-239,4 3 1944,2 13-1459,16 92-101,-5 1 1,-5 1-1,-5 3-384,1 331 733,-8-324-630,1-17 85,0-79 201,0-69 37,0 23-425,0-1 0,2 1 0,0 0 0,2 0 0,1 0 0,1 1 0,1 0 0,1 0 0,1 0 0,1 1 0,1 0 0,13-19-1,-23 39-8,1 1 0,0-1 0,-1 1-1,1-1 1,0 1 0,1 0 0,-1 0-1,0 0 1,1 0 0,-1 0-1,1 0 1,-1 1 0,1-1 0,0 1-1,0 0 1,0 0 0,-1 0 0,1 0-1,0 0 1,0 0 0,0 1-1,1 0 1,-1 0 0,1 0 8,0 0-7,0 1-1,-1 0 1,1 0 0,0 1 0,0-1-1,-1 1 1,1 0 0,-1 0-1,1 0 1,-1 1 0,0-1 0,0 1-1,0-1 1,0 1 0,-1 0 0,1 0-1,-1 0 1,1 1 7,3 6 4,1 0 0,-2 0 1,1 0-1,-2 1 0,1 0 0,-1 0 0,-1 0 0,0 0 1,-1 1-1,0-1 0,-1 1 0,0-1 0,0 1 1,-2 10-5,1-15 8,-1 0-1,0 1 1,0-1 0,-1 0 0,0 0 0,0 0 0,-1-1 0,1 1 0,-2-1 0,1 1 0,-1-1 0,1 0 0,-2 0 0,1 0 0,-1-1 0,0 0 0,0 0 0,0 0 0,-1 0 0,0-1 0,1 0-1,-2 0 1,1 0 0,-2 0-8,1-2-62,0 1 1,0-1-1,-1 0 0,1-1 0,-1 0 0,1 0 0,0-1 0,-1 1 0,0-2 0,1 1 0,-1-1 1,1 0-1,0-1 0,-1 1 0,1-2 0,0 1 0,0-1 0,0 0 0,0 0 0,1-1 0,-1 0 1,1 0-1,0 0 0,0-1 0,1 0 0,-1 0 0,1-1 0,0 1 0,0-1 62,1-7-2030,6 5-3160,2 1-2063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27:19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9394,'0'0'6065,"0"0"-5104,0 0 1943,124 169-1007,-77-75-529,-6 9-240,-11 4-272,-5-6-376,-14-4-176,-11-11-152,0-4-88,-16-5 16,-15-3-80,-7 0-104,-31 32-752,9-17-1960,-4-9-7899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3:53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0 258 10138,'0'0'2459,"0"0"-146,13-23 51,46-75-623,-53 87-1422,2 0 0,-1 1 0,1 0 1,1 0-1,0 1 0,1 0 0,-1 1 0,1 0 1,1 0-1,0 1 0,0 0 0,0 1 1,1 0-1,7-2-319,-13 6 44,1 1 1,0-1-1,-1 1 1,1 0 0,0 0-1,0 1 1,0 0-1,0 0 1,0 1-1,0-1 1,0 2 0,-1-1-1,1 1 1,0 0-1,-1 0 1,1 1-1,-1 0 1,0 0-1,0 0 1,0 1 0,0 0-1,-1 0 1,1 0-1,3 6-44,12 12 128,-1 1 0,0 0 1,-2 2-1,-1 0 0,6 15-128,69 144 634,-37-70-412,-20-44 34,18 54-256,-44-99 26,-1 0-1,-1 1 1,-1-1 0,-1 1-1,-2 0 1,0 1 0,-2 0-26,-1-26-39,0-1-178,-10-30-4036,-5 8-647,-1-1-2815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3:54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1 9914,'0'0'3745,"0"0"-1319,0 0-216,0 0-947,0 0-803,-7 25-12,-24 75 1030,-3-1 0,-41 77-1478,-33 20 2601,-95 127-2601,201-320 3,1-2-3,1 1-1,-1-1 0,1 0 1,-1 1-1,0-1 1,0 0-1,0 0 1,0 1-1,0-1 1,0 0-1,0 0 0,0 0 1,0 0-1,0 0 1,-1 0-1,1 0 1,0-1-1,-1 1 0,1 0 1,-1-1 0,1-4-291,0 0 0,1 0-1,-1-1 1,1 1 0,-1 0 0,2 0 0,-1-1 0,0 1-1,1 0 1,-1-1 0,1 1 0,1 0 291,16-29-5204,10 0-3855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3:54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3 275 9898,'0'0'4237,"0"0"-1580,0 0-162,0 0-1028,-2-22-738,1-69-201,2 87-499,0 1 0,-1-1 0,1 1 0,0-1 0,0 1 0,1 0 0,-1 0 0,1 0 0,0 0 0,0 0 0,0 0 0,0 0 0,0 0-1,0 1 1,1-1 0,-1 1 0,1 0 0,0 0 0,0 0 0,0 0 0,0 0 0,2-1-29,7-4 88,2-4 19,2 1 1,-1 1-1,1 0 1,0 1-1,1 0 1,0 2-1,0 0 1,2 1-108,-11 3 14,1 1 0,-1 0 1,1 0-1,-1 1 0,1 0 1,-1 0-1,1 1 1,-1 0-1,0 1 0,1 0 1,-1 0-1,0 1 1,0 0-1,0 0 0,-1 1 1,1 0-1,-1 0 0,3 3-14,32 24 12,-2 2 0,16 19-12,-23-21 24,1-1 0,1-2 0,24 14-24,-51-37 39,-1-1 0,1 0-1,0-1 1,0 1-1,0-2 1,0 1-1,0-1 1,1 0-1,-1-1 1,1 0-1,-1 0 1,1-1-1,-1 0 1,1-1 0,-1 1-1,1-2 1,-1 1-1,1-1 1,-1-1-39,-1 1 63,0-1-1,-1 0 1,1 0 0,-1-1 0,0 0-1,0 0 1,0 0 0,-1-1 0,0 0 0,0 0-1,0 0 1,0-1 0,-1 0 0,0 0 0,0 0-1,0 0 1,-1-1 0,0 1 0,0-1 0,-1 0-1,1 1 1,-1-4-63,3-16 93,-2 1-1,0-1 0,-2 0 1,0 1-1,-3-5-92,2-9-136,-3 38-2198,-2 1-1798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3:55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12187,'0'0'2101,"-1"27"1117,-3 183 861,4-88-2649,5-1 0,12 51-1430,-6-103 56,-12-69-61,1 0 0,0 0 0,0 0-1,0 0 1,0 0 0,0 0 0,0 1-1,0-1 1,0 0 0,0 0 0,0 0-1,0 0 1,0 0 0,0 1 0,0-1-1,1 0 1,-1 0 0,0 0 0,0 0 0,0 0-1,0 0 1,0 1 0,0-1 0,0 0-1,0 0 1,0 0 0,0 0 0,1 0-1,-1 0 1,0 0 0,0 0 0,0 1-1,0-1 1,0 0 0,0 0 0,1 0-1,-1 0 1,0 0 0,0 0 0,0 0 0,0 0-1,0 0 1,0 0 0,1 0 0,-1 0-1,0 0 1,0 0 0,0 0 0,0 0-1,0 0 1,1 0 0,-1 0 0,0 0-1,0 0 1,0-1 0,0 1 0,0 0 0,0 0-1,1 0 1,-1 0 0,0 0 0,0 0-1,0 0 1,0 0 0,0 0 0,0-1-1,0 1 1,0 0 0,0 0 0,1 0 5,3-14-926,-1-69-7236,-3 41 189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3:55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0 371 4785,'0'0'4917,"0"0"-2727,9-29-495,-2 2-1293,-5 13-258,2 0 1,-1 0-1,2 0 0,0 1 0,1 0 1,0 0-1,1 1 0,0-1 1,1 1-1,0 1 0,1 0 1,8-8-145,0 3 267,0 0-1,1 1 1,1 1 0,1 1 0,0 1 0,15-7-267,-22 12 249,1 2 0,1-1 0,-1 2 0,1 0 1,0 0-1,0 2 0,0 0 0,0 0 0,0 2 1,12 0-250,-24 0 15,0 0 1,-1 1-1,1-1 1,0 1 0,0 0-1,-1 0 1,1 0-1,-1 0 1,1 0 0,-1 0-1,1 1 1,-1-1-1,0 1 1,0-1 0,1 1-1,-1 0 1,-1 0-1,1 0 1,0 0 0,0 1-1,0 1-15,1 1 28,0 0 0,-1 1 0,0-1 0,0 1 0,0 0 0,-1 0 0,0 0 0,0 0-1,0 0 1,-1 2-28,0 5 59,0-1 0,-1 1 0,0-1 0,-1 1 0,0-1 0,-1 0 0,-1 0 0,0 0 0,-5 11-59,-3-2 134,-1 0-1,-1-2 0,-14 17-133,20-27 23,0 0-1,-1-1 1,0 1-1,0-2 1,-1 1-1,0-1 1,-1-1-1,-5 3-22,15-8 21,1-1-1,0 1 0,-1-1 1,1 1-1,-1-1 0,0 0 1,1 1-1,-1-1 1,1 0-1,-1 0 0,0 1 1,1-1-1,-1 0 0,1 0 1,-1 0-1,0 0 1,1 0-1,-1 0 0,0 0 1,1 0-1,-1 0 0,0 0 1,1 0-1,-1 0 0,0 0 1,1 0-1,-1-1 1,1 1-1,-1 0 0,0 0 1,1-1-1,-1 1 0,1-1 1,-1 1-1,1 0 1,-1-1-1,1 1 0,-1-1 1,1 1-1,0-1 0,-1 1 1,1-1-1,0 1 0,-1-1 1,1 0-1,0 1 1,0-1-1,-1 1 0,1-1-20,0-1 14,0 0 0,0 0 0,1 0 0,-1 0 0,1 0 0,-1 1 0,1-1 0,-1 0 0,1 0 0,0 1 0,0-1 0,0 0 0,0 1 0,0-1 0,0 1 0,0-1 0,1 1 0,-1-1-14,7-4-3,0 1 0,0 0 0,0 0 0,1 0 0,-1 1 0,1 0 0,0 1 0,0 0 1,1 1-1,-1-1 0,0 2 0,1-1 0,3 1 3,-4 0-2,-1 0 0,1 1 1,0 0-1,-1 1 0,1-1 0,-1 2 1,1-1-1,-1 1 0,1 0 1,-1 1-1,0 0 0,0 0 0,0 1 1,-1 0-1,2 1 2,0 3 39,0 0 1,0 1 0,-1 0-1,0 0 1,0 1-1,-1 0 1,-1 0-1,0 1 1,0 0-1,-1 0 1,0 0 0,-1 1-1,0 0 1,-1-1-1,0 1 1,-1 0-1,-1 1 1,0-1 0,0 0-1,-1 0 1,0 1-1,-2-1 1,1 0-1,-2 4-39,0-7 110,0 0 0,-1-1 1,0 1-1,-1-1 0,0 0 0,0 0 0,0-1 0,-1 0 0,0 0 0,0 0 0,-1-1 0,0 0 0,0 0 0,-2 1-110,-5 3 145,0 0 0,-1-1-1,0-1 1,0 0 0,-1-1 0,0-1-1,-5 1-144,9-3 92,-1-2 1,0 1-1,1-2 0,-1 0 0,0 0 0,0-1 1,0-1-1,-8-1-92,15 1-11,1 1 0,-1-1 0,1-1 1,-1 1-1,1-1 0,0 0 0,0 0 0,0-1 1,0 0-1,0 1 0,1-1 0,-1-1 0,1 1 1,0-1-1,0 0 0,0 0 0,0 0 0,1 0 1,-1-1-1,-1-3 11,4 5-112,0 1 1,0 0-1,0-1 1,0 0-1,0 1 1,1-1-1,-1 1 1,1-1 0,0 0-1,0 1 1,0-1-1,0 0 1,0 1-1,1-1 1,-1 1-1,1-1 1,-1 0-1,1 1 1,0-1-1,0 1 1,1-1 111,1-2-578,0 0-1,0 0 1,0 0-1,1 1 1,0-1-1,0 1 1,0 0-1,1 0 1,-1 1 578,32-24-7456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3:56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69 10626,'0'0'2821,"0"27"238,3 189 1537,-4-148-3960,-3 1-1,-2 0 1,-4-1 0,-2-1-1,-4 0 1,-4 5-636,14-148 1704,4-46-1599,-1 36-85,4 0-1,6-16-19,-4 78-5,1 0 0,2 0 0,1 1 0,2-6 5,-5 17-7,1 1 0,-1 1 0,2-1 0,0 1 0,0-1 0,0 2 1,2-1-1,-1 1 0,6-5 7,-11 12-3,0 0 0,1 0 1,0 0-1,-1 1 0,1-1 1,0 1-1,0 0 0,0 0 1,0 0-1,0 0 0,0 0 0,0 0 1,0 1-1,0 0 0,1-1 1,-1 1-1,0 1 0,0-1 1,0 0-1,0 1 0,0-1 1,0 1-1,0 0 0,0 0 1,0 0-1,0 1 0,0-1 0,0 0 1,0 1-1,-1 0 0,1 0 1,-1 0-1,0 0 0,3 2 3,9 10-17,0 0 0,-1 0 0,0 1-1,-1 1 1,1 3 17,-5-7-2,56 81 0,-40-54 1,2-1 0,2 0 0,2-3 0,1 0 0,1-2 0,11 6 1,-36-33-2,0-1-1,1 0 1,-1-1 0,1 0 0,9 3 2,-16-6 3,1 0 1,-1-1-1,0 1 1,1-1-1,-1 1 0,1-1 1,-1 0-1,1 1 1,-1-1-1,1 0 0,-1 0 1,1 0-1,-1 0 1,1 0-1,-1 0 0,1-1 1,-1 1-1,0 0 1,1-1-1,-1 1 0,1-1 1,-1 0-1,0 1 1,1-1-1,-1 0 0,0 0 1,0 0-1,0 0 1,1 0-1,-1 0 1,0 0-1,0 0 0,-1 0 1,1 0-1,0-1 1,0 1-1,0 0 0,0-2-3,4-17 41,-1-1-1,-1 0 1,-1 0 0,0 0-1,-2-1 1,0 1-1,-3-15-40,1-2 60,-1-4-1,-2 0 0,-4-11-59,2 15-58,1 0 0,3-1 0,1 0 58,2 37-117,0 1 0,0-1-1,1 1 1,-1-1-1,0 1 1,1 0-1,-1-1 1,1 1 0,0-1-1,-1 1 1,1 0-1,0-1 1,0 1-1,0 0 1,0 0-1,0 0 1,0 0 0,0 0-1,0 0 1,0 0-1,1 0 1,-1 0-1,1 0 118,20-10-5530,-20 10 4623,21-7-11486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3:56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13035,'0'0'4275,"0"0"-2057,0 0-649,0 0-692,-8 32-59,4-15-673,-19 82 1717,-2 46-1862,14-54 784,3 1 0,6 91-784,3-168 59,0 1 1,2-1-1,0 0 1,1 0-1,0 0 1,1 0-1,1-1 1,0 0-1,6 10-59,-7-16-224,0 0 0,1 0 0,0 0-1,1 0 1,-1-1 0,1 0 0,3 1 224,-5-4-675,0 0 1,1 0-1,-1-1 1,1 0-1,-1 0 1,1 0-1,0-1 1,0 0-1,0 0 1,1-1-1,1 1 675,15-1-9711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4:21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7498,'0'0'5607,"0"0"-3178,0 0-725,0 0-543,0 32-163,0 203 862,4-161-1053,2 1 1,15 61-808,-10-73 356,-11-179 2123,2 41-2459,-1 52 0,2-1-1,0 1 1,1 0 0,2 1 0,0-1 0,1 1 0,1 0-1,1 1 1,9-14-20,-4 8-33,2 1-1,1 0 1,1 1-1,1 1 1,1 1-1,1 1 1,3-2 33,-20 21-125,0-1 1,0 1-1,1 0 1,-1 1 0,1-1-1,-1 1 1,5-2 124,12 2-2664,-20 3 2296,0-1 0,0 0 0,0 1 1,0-1-1,1 1 0,-1 0 0,0-1 0,0 1 1,0 0-1,-1 0 0,1-1 0,0 1 1,0 0-1,0 0 0,-1 0 0,1 0 0,0 1 368,8 16-7897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4:21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5553,'0'0'8994,"0"0"-6761,0 0 559,0 0-975,0 0-921,0 0-392,0 0-112,138-12-216,-103 4-104,1 1-72,-6 2-24,-5 2-424,-8 3-536,-9 0-1529,-5 0-2712,-3 0-7234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4:21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6569,'0'0'6114,"0"0"-5098,0 0 1432,0 0-1039,0 0-705,154 2-408,-107-14-192,-6-3-104,3 0-792,-11 3-1929,-8 2-6425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4:24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3 1192,'0'0'5489,"0"0"-2317,6 30-694,0 3-1814,29 163 2302,30 323 4626,-71-542-6621,0 0 1,-2 0-1,-6-11-971,-21-63-92,18 31 103,2 0 0,3-1 0,3 0 0,3-1 0,3-24-11,5-63 158,-14 163-84,-26 31-67,3 1 1,1 1-1,-12 21-7,-14 18 16,22-34 14,22-30-30,1 2 1,1 0-1,0 0 1,2 2 0,0-1-1,1 2 1,-2 7-1,13-27-3,-1 0 0,1-1 0,0 1 1,0 0-1,-1 0 0,1 0 0,0 0 0,0-1 1,0 1-1,0 0 0,0 0 0,0 0 1,0 0-1,1-1 0,-1 1 0,0 0 0,0 0 1,1 0-1,-1-1 0,0 1 0,1 0 1,-1 0-1,1-1 0,-1 1 0,1 0 0,-1-1 1,1 1-1,-1 0 0,1-1 0,0 1 1,-1-1-1,1 1 0,0-1 0,-1 0 0,1 1 1,0-1-1,0 0 0,0 1 0,-1-1 1,1 0-1,0 0 0,0 0 0,0 1 0,-1-1 1,1 0-1,1 0 3,50-1 82,-33 0-78,7-1 34,1 0 0,-1-2 0,-1-1 0,23-8-38,-22 6-121,0 1 1,0 1-1,0 1 1,23 0 120,-43 4-369,0 1 1,0-1-1,0 1 1,0 0-1,0 0 1,-1 1-1,1 0 1,4 2 368,24 13-5753,-1 1-4866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4:24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5313,'0'0'7546,"0"0"-5010,-50 126 1457,25-67-2184,3-2-577,0-5-552,6-7-408,2-6-160,6-9-72,2-8-40,4-7-856,2-5-1985,0-5-4368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4:28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1592,'0'0'5339,"0"0"-1881,0 0-1155,0 0-624,0 0-515,0 0-333,13 7 71,-5-3-780,-1 0 0,1 1 1,-1 0-1,0 0 0,0 1 1,0 0-1,-1 0 1,0 1-1,0-1 0,0 2 1,-1-1-1,0 0 0,-1 1 1,1 0-1,-2 0 0,3 5-122,13 39 443,-2 1-1,-3 1 0,-1 0 0,-4 1 0,-1 4-442,2 46 1247,-5 1 0,-4 23-1247,-5-93 212,-1 0 1,-1 0-1,-2-1 0,-2 0 0,-1 0 0,-1-1 0,-2 0 0,-15 24-212,22-43-335,0 0 0,-1-1 1,-1 0-1,0-1 0,-1 0 0,0-1 1,-1 1-1,-1-2 0,-2 2 335,-18 7-6555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4:2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11642,'0'0'4493,"0"0"-1871,0 0-312,0 0-886,0 0-791,3 25-128,10 104 1209,-4 52-1714,-13 167 1703,1-174-2395,2-3-4193,-1-189-803,-5-10-4268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4:27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0 238 8570,'0'0'2448,"0"0"-505,30-27 246,98-88-501,-113 102-1345,-1 1-1,1 1 1,1 0-1,0 1 1,1 1-1,14-6-342,-21 11 138,0 1 0,0 1 0,1 0 0,-1 0 0,0 1 1,1 0-1,-1 1 0,0 0 0,1 1 0,0 0-138,-3 1 25,0 0 1,0 0-1,0 1 0,0 0 1,0 0-1,0 1 1,-1 0-1,0 1 1,0-1-1,0 1 1,0 1-1,-1-1 0,0 1 1,0 0-1,-1 0 1,1 1-1,-1 0 1,-1 0-1,1 0 1,-1 0-1,2 7-25,3 5 138,0 1-1,-1-1 1,-2 2-1,0-1 1,-1 1 0,-1-1-1,-1 1 1,0 5-138,-2-18 77,0 1 0,-1 0 1,1-1-1,-2 1 1,1 0-1,-2 0 0,1-1 1,-1 1-1,0-1 1,0 1-1,-1-1 0,-1 0 1,1 0-1,-1 0 1,-1-1-1,1 1 0,-1-1 1,0 0-1,-1 0 1,0-1-1,0 1 0,0-1 1,-1-1-1,0 1 0,0-1 1,0-1-1,-1 1 1,0-1-1,0 0 0,0-1 1,-2 1-78,-14 6-58,-1-1 0,1-2 0,-1 0 0,-1-2 0,1 0 1,-1-2 57,-63 4-2310,0-5-3853,74-2 4597,-51 1-11084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4:28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12395,'0'0'4729,"0"0"-2209,0 0-447,0 0-633,0 0-552,0 0-328,0 0-232,162-3-200,-137 3-56,-3 0-72,-6 0 0,1 0-336,-6-2-240,5-3-896,-2 0-2249,-3-3-2448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4:29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12163,'0'0'2720,"0"0"1361,0 0-2337,0 0-455,0 0-617,151 0-336,-121-3-152,1 1-104,-7 2-80,4 0-320,-6 0-1568,-6 0-5786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5:2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190 238 4241,'0'0'1507,"0"0"49,0 0-154,0 0 161,0 0 69,-2-18-320,-9-58-26,11 69-802,-1 1 0,-1-1 0,1 0 0,-1 1 0,0 0 0,-1-1 0,1 1 0,-1 0 0,0 0 0,-1 0 0,0 1 0,0-1 0,0 1-1,0 0 1,-1 0 0,0 0 0,0 1 0,-2-2-484,5 5 66,0 0 0,0 0-1,0 0 1,0 0-1,-1 0 1,1 1 0,0-1-1,0 1 1,-1-1 0,1 1-1,0 0 1,-1 0 0,1 0-1,0 0 1,-1 1-1,1-1 1,0 0 0,0 1-1,-1 0 1,1-1 0,0 1-1,0 0 1,0 0 0,0 0-1,0 1 1,0-1-1,0 0 1,0 1 0,0-1-1,1 1 1,-1 0 0,1-1-1,-1 1 1,1 0 0,0 0-1,-1 0 1,1 0-1,0 0 1,0 0 0,0 1-66,-4 8 39,0 1 1,0 0-1,1 0 0,0 1 1,1-1-1,-1 9-39,2-5 37,0 0-1,0 0 0,2 0 1,0 0-1,1 1 0,0-1 1,4 13-37,-4-24 1,0 0 1,0-1 0,1 1 0,0 0 0,0 0-1,0-1 1,0 1 0,1-1 0,0 0 0,0 1-1,0-1 1,0-1 0,1 1 0,-1 0 0,1-1 0,0 0-1,0 0 1,0 0 0,1 0 0,-1-1 0,1 1-1,-1-1 1,1 0 0,0-1 0,0 1 0,1-1-2,5 1 10,-1-1 0,1 0-1,0 0 1,0-1 0,0-1 0,0 0 0,0 0 0,0-1 0,-1-1 0,1 0 0,-1 0 0,1-1 0,-1 0 0,0-1 0,-1 0 0,1 0 0,-1-1 0,0-1 0,0 1 0,-1-2-10,0 2 47,-1 0-1,-1-1 1,1 0 0,-1-1 0,0 1-1,0-1 1,-1-1 0,0 1 0,-1 0-1,0-1 1,0 0 0,-1 0 0,0 0 0,-1-1-1,0 1 1,0-1 0,-1 1 0,0-1-1,0 1 1,-1-1 0,-1 0 0,0 1 0,0-1-47,-1 4 39,1 0 1,-1 1 0,-1-1 0,1 1 0,-1-1 0,0 1 0,0 0 0,-1 0 0,0 0 0,1 1-1,-1-1 1,-1 1 0,1 0 0,-1 0 0,1 1 0,-1-1 0,0 1 0,-1 0 0,1 0-1,0 1 1,-2-1-40,-6-2-24,0 0-1,-1 0 0,1 2 1,-1-1-1,0 2 0,1 0 0,-1 1 1,-8 0 24,19 1-90,1 0 0,-1 0 1,0 1-1,1-1 1,-1 1-1,0 0 0,1 0 1,-1 0-1,1 0 0,0 0 1,-1 1-1,1-1 1,0 1-1,0-1 0,0 1 1,0 0-1,0 0 0,0 0 1,0 0-1,1 0 0,-1 0 1,1 0-1,-1 1 1,1-1-1,0 1 0,0-1 1,-1 3 89,-9 35-3212,6-2-3946,4-7-4348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5:27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12219,'0'0'2896,"0"0"1145,0 0-2040,-5 131-417,-9-87-400,-2-4-336,2-3-304,0-7-224,3-6-151,3-6-161,5-6-8,0-4-8,3-8-473,0 0-479,6-10-848,10-15-4426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5:27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78 1016,'0'0'8430,"0"0"-4748,0 0-1156,0 0-532,-24-13-665,-79-38-283,98 49-967,0 0 1,0 0-1,0 0 1,-1 0-1,1 1 1,0 0-1,-1 0 0,1 1 1,-1-1-1,1 1 1,-1 0-1,1 1 1,-1-1-1,1 1 0,-1 0 1,1 1-1,0-1 1,0 1-1,0 0 1,0 0-1,0 1 0,0-1 1,0 1-1,1 0 1,-1 1-1,-1 1-79,-4 5 100,0 1-1,1 0 1,0 0 0,1 0-1,0 1 1,1 1-1,1-1 1,-1 3-100,0-1 29,2 0 0,0 0 1,0 0-1,1 1 0,1 0 0,0 0 0,0 13-29,2-25 3,1 1 1,0-1-1,-1 1 0,1 0 0,1-1 0,-1 1 0,0-1 0,1 1 0,0-1 0,0 1 0,0-1 0,0 1 0,1-1 0,-1 0 0,1 1 0,0-1 0,0 0 0,0 0 0,0 0 0,0-1 0,1 1 0,-1 0 0,1-1 0,0 0 0,0 1 0,0-1 0,0 0 0,0-1 0,0 1 0,0 0 0,1-1 0,-1 0 0,4 1-3,6 0 16,0 0-1,0-1 1,0-1-1,0 0 1,0-1-1,-1 0 1,1-1 0,0-1-1,0 0 1,-1 0-1,1-1 1,-1-1-1,0 0 1,-1-1 0,1 0-1,-1-1 1,0 0-1,6-6-15,-7 6 9,-1-1 0,1 0 0,-2-1 0,1 0 0,-2 0-1,1-1 1,-1 0 0,0 0 0,-1-1 0,0 0-1,-1 0 1,0 0 0,-1-1 0,0 1 0,-1-1 0,0 0-1,-1 0 1,-1 0 0,1-11-9,-2-31 1603,0 53-1183,0 1-217,0 27-158,-10 600 1954,9-577-1816,1-30 313,0-17 247,0-6 481,0-2-1363,0 1-1,0-1 1,0 1-1,-1-1 1,0 1-1,1 0 1,-2-1-1,0-2 140,-11-8-3057,-10 8-4376,2 6-9682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6:28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33 13083,'0'0'3838,"0"0"-1274,0 0-180,0 0-684,0 0-568,0-6-270,-2-15-262,1 15-165,1 6-82,0 0-112,1 21-120,0 0-1,2-1 0,0 1 0,1-1 0,1 0 0,1 0 0,3 7-120,12 43 181,3 48-22,-4 2-1,-6 0 1,-3 34-159,-5 366 97,-7-319-71,-2-181-204,-3-26-662,-7-40-811,-1-45-1890,6 29-1820,-3-11-5200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6:28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0 219 11266,'0'0'2493,"0"0"129,0 0-348,0 0-923,17-22-427,62-70-93,-70 82-673,2 1-1,-1 1 1,1 0 0,0 0 0,0 1 0,1 0 0,0 1-1,1 1 1,-1 0 0,1 0 0,0 1 0,12-2-158,-17 4 59,3-1-34,0 0-1,0 0 0,1 1 0,-1 1 0,1 0 0,-1 0 0,1 1 0,-1 0 0,1 1 0,-1 1 0,1 0 1,-1 0-1,0 1 0,0 1 0,0-1 0,0 2 0,0 0 0,-1 0 0,0 1 0,0 0 0,-1 0 1,0 1-1,0 1 0,0 0 0,-1 0 0,0 0 0,0 1 0,-1 0 0,2 5-24,2 4 14,0 1 0,-2 1 0,0 0-1,-2 0 1,0 0 0,-1 1 0,-1 0-1,-1 1 1,-1-1 0,0 0 0,-2 1 0,-1 0-1,0-1 1,-2 1 0,-1 2-14,1-11 60,0 0 0,-1 0 0,0 0-1,-1 0 1,-1-1 0,0 1 0,0-1 0,-1 0 0,-1-1 0,0 1-1,-1-2 1,0 1 0,0-1 0,-2 1-60,3-3 66,-1-1-1,0 0 1,0 0-1,-1-1 1,0 1 0,0-2-1,0 0 1,-1 0 0,1 0-1,-1-1 1,0-1 0,-1 0-1,1 0 1,0-1-1,-1 0 1,0-1 0,-6 0-66,6-1 38,-1 0 1,0-1-1,1 0 1,-1-1 0,1-1-1,0 0 1,-11-4-39,19 6-90,-1 0 1,1-1-1,0 0 1,0 1-1,0-1 0,0-1 1,0 1-1,0 0 1,1 0-1,-1-1 1,1 0-1,0 1 0,-1-1 1,1 0-1,1 0 1,-1 0-1,0-1 0,1 1 1,-1 0-1,1-1 1,0 1-1,0 0 1,0-1-1,1 1 0,-1-1 1,1 0-1,0-2 90,3-11-2872,13-1-2910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6:29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16 10938,'0'0'3504,"0"0"-1192,0 0 85,0 0-805,0 0-658,0 0-189,-4-3-222,3 2-484,0 0 1,0 0-1,0 0 1,0 0-1,-1 0 1,1 0-1,0 0 1,-1 0-1,1 1 1,0-1-1,-1 1 1,1-1-1,-1 1 1,1-1-1,-2 1-39,2 0 44,-1 1-1,1-1 1,-1 1 0,1-1-1,-1 1 1,1 0-1,0 0 1,-1-1-1,1 1 1,0 0 0,0 0-1,0 0 1,0 1-1,0-1 1,0 0-1,0 0 1,0 0 0,0 1-1,0 0-43,-19 28 217,1 1-1,2 1 0,1 1 1,2 0-1,1 1 1,1 0-1,2 1 0,2 0 1,-3 28-217,-1 43 195,4 1 0,6 71-195,3-149 21,1 0 0,1 0 0,2 0 0,0-1 0,3 1 0,5 13-21,9 17 82,3-2 1,18 29-83,15 21 349,-56-104-141,-2-6-352,-13-7-636,-31-3-4556,38 11 3697,-16-5-8451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6:41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11947,'0'0'2868,"0"0"-402,0 0-308,0 0-902,0 0-644,0 0-112,30-7 135,95-20 36,-117 27-597,0 0-1,0 0 1,-1 0-1,1 1 1,0 0 0,-1 1-1,1 0 1,-1 0-1,1 1 1,-1-1-1,0 2 1,0-1 0,0 1-1,0 0 1,-1 0-1,0 1 1,0 0 0,0 0-1,0 0 1,0 1-74,7 6 143,6 5 47,0 2 0,-2 0 1,0 2-1,-1-1 0,12 23-190,18 34 490,-1 9-490,-9-19 98,-22-40-38,32 62 39,-42-79-100,0-1 0,-1 1 0,0 1 1,0-1-1,-1 0 0,-1 1 0,0-1 0,0 1 1,-9-12-783,1-1 34,1-1 0,-1 0 1,0 0-1,1 0 0,0-1 0,0 0 0,0 0 1,-1-1 748,-20-22-8220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6:42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 10986,'0'0'2666,"0"0"-977,0 0 39,0 0-409,0 0-386,-8 29-30,-45 180 707,39-152-1257,-2-2 0,-3 0 0,-2-2 0,-2 0 1,-2-1-1,-3-1 0,-2-2 0,-2-1 0,-17 17-353,42-55 11,6-9-5,0 1 0,0 0 1,0-1-1,0 1 0,0 0 1,-1-1-1,1 0 0,-1 1 1,1-1-1,-1 0 1,1 1-1,-1-1 0,1 0 1,-1 0-1,0-1 0,0 1 1,0 0-1,0 0 0,1-1 1,-1 1-1,-2-1-6,4-23-1572,0 21 1301,1-1 1,-1 0 0,1 0 0,0 0 0,0 1-1,0-1 1,0 0 0,0 1 0,1-1-1,-1 1 1,1-1 0,-1 1 0,1 0-1,0 0 1,0 0 0,2-2 270,40-31-3965,-28 23 1830,28-20-5224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6:4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10386,'0'0'4038,"0"0"-1500,0 0-281,0 0-848,0 0-706,0 0-147,5 6 241,2 1-611,0 0 1,0-1-1,0 0 1,1 0 0,0-1-1,0 0 1,0 0 0,1-1-1,4 2-186,95 32 634,-14-6-578,0-2 47,-94-30-98,1 1-1,-1 0 1,1-1-1,-1 1 1,0 0 0,1-1-1,-1 1 1,0 0 0,1 0-1,-1-1 1,0 1-1,0 0 1,0 0 0,0 0-1,0 0 1,0-1-1,0 1 1,0 0 0,0 0-1,0 0 1,0-1-1,0 1 1,0 0 0,-1 0-1,1-1 1,0 1-1,-1 0-4,-9 23 244,-10 0-181,-1 0-1,-1-2 0,-1 0 1,-1-2-1,-1-1 1,0 0-1,-2-2 1,0-1-1,-1-1 0,0-2 1,-15 5-63,39-17-438,0 1 419,3-2-7011,17 0-2636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6:42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11883,'0'0'2472,"0"0"-119,0 0 23,0 0-888,0 0-799,0 0-321,0 0-152,146-42-120,-130 35-80,1 2-16,2-3-208,8-6-1233,-2 1-2471,0 1-4546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6:43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10818,'0'0'3233,"0"0"-1393,0 0 465,141-40-985,-97 35-728,-11 3-368,-3 2-136,-8 0-80,-6 0-8,-5 0-496,-2 0-1320,-9-2-1209,0-3-5433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6:43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8810,'0'0'2953,"0"0"-881,0 0-64,0 0-577,0 0-490,-14 21-192,-42 67-143,54-86-539,0 1 0,1-1 0,-1 1 0,0 0 1,1-1-1,0 1 0,-1 0 0,1 0 0,0 0 1,0 0-1,1 0 0,-1 0 0,1 0 0,0 1 1,-1-1-1,1 0 0,1 0 0,-1 2-67,1 8 1144,30-11-79,21-3-725,-23-1-274,-1 2-1,0 1 0,16 4-65,-35-4-2,-1 1 1,0 0-1,1 0 0,-1 1 1,0 0-1,0 1 0,-1-1 1,1 2-1,-1-1 0,0 1 1,0 0-1,0 0 0,5 6 2,-1 1 16,-1 0-1,0 1 0,0 0 1,-1 1-1,-1 0 0,-1 0 1,0 1-1,0 0 0,-2 0 1,0 0-1,0 1 0,-2 0 1,0 0-1,0 0 0,-2 0 1,0 0-1,-1 0 0,-1 10-15,0-23 36,1-1 0,-1 0 0,0 0 0,0 0 0,0 0 0,0-1 0,0 1 0,-1 0 0,1 0 0,0-1 0,-1 1 0,1 0-1,-1-1 1,0 1 0,1-1 0,-1 0 0,0 0 0,0 0 0,0 0 0,0 0 0,0 0 0,0 0 0,0-1 0,0 1 0,0 0 0,0-1-1,-1 0 1,1 0 0,0 0 0,0 0-36,-16 2 232,1-1-1,-1 0 0,-10-2-231,10 0 71,-1 1-43,1 1-56,0 0 1,0-2 0,0 0 0,0-1-1,0-1 1,0-1 0,1-1 0,-8-2 27,22 4-3592,11 3-1882,-5 0 4944,17 0-6343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6:44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5049,'0'0'5145,"0"0"-2504,22 26-419,4 4-1602,-2-5-161,-2 2 0,-1 0-1,-1 2 1,-1 0 0,0 3-459,1 9 495,-1 0 1,-3 1 0,-1 1 0,-2 0 0,-2 1-1,4 32-495,-7-17 539,-2 0 0,-3 0 0,-3 0 0,-7 55-539,-1-64 119,-3 1 0,-2-2 0,-2 0 0,-12 23-119,16-39-31,8-25-476,0 0 0,-1 0-1,0 0 1,0 0 0,0 0-1,-1-1 1,0 0-1,-1 0 1,0 1 507,-11 8-4537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0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1560,'0'0'8888,"0"0"-5654,0 0-1661,0 0-91,0 0-571,11 15 1365,29-2-495,0-1 0,41 6-1781,-28-7 126,-50-10 184,-3-2-470,0 1 0,0 0 0,1 0-1,-1 0 1,0 0 0,1 0 0,-1 0-1,0 0 1,1 0 0,-1 0 0,0 0-1,0 0 1,1 0 0,-1 0 0,0 0-1,1 0 1,-1 0 0,0 1 0,0-1-1,1 0 1,-1 0 0,0 0 0,0 0-1,1 1 1,-1-1 0,0 0 0,0 0-1,1 0 1,-1 1 0,0-1 0,0 0-1,0 0 1,0 1 0,1-1 0,-1 0-1,0 0 1,0 1 0,0-1 0,0 0-1,0 1 1,0-1 0,0 0 0,0 1-1,0-1 1,0 0 0,0 0 0,0 1-1,0-1 1,0 0 0,0 1 0,0-1-1,0 0 1,0 1 0,0-1-1,0 0 1,-1 0 0,1 1 0,0-1-1,0 0 1,0 0 0,0 1 0,-1-1-1,1 0 1,0 0 0,0 0 0,-1 1-1,1-1 161,-11 7-6504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0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2577,'0'0'3551,"0"0"-1465,0 0-411,0 0-12,0 0-458,0 0-180,1 9 218,0-3-1132,-2-5-1,1 1-1,0 0 1,0 0 0,0 0 0,0 0 0,1 0 0,-1-1 0,0 1-1,1 0 1,-1 0 0,1-1 0,0 1 0,-1 0 0,1-1 0,0 1-1,0 0 1,0-1 0,0 1 0,1-1 0,-1 0 0,0 1 0,0-1-1,1 0 1,-1 0 0,1 0 0,-1 0 0,1 0 0,0 0 0,-1 0-1,1 0 1,0-1 0,0 1 0,-1-1 0,1 1 0,0-1 0,0 0-1,0 1 1,0-1 0,0 0-110,43 0 907,1-2-1,-1-1 1,1-3-1,2-2-906,-24 7 837,-12 2-2422,-1-2-6598,-11 1 197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04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1 294 7538,'0'0'5201,"0"0"-3079,0 0 102,0 0-153,0 0-757,0 0-495,26-13-81,-18 8-664,57-29 599,-2-3 1,5-7-674,-46 28 246,-1-1 1,-1-1 0,-1-1 0,0-1-1,-1 0 1,-1-1 0,1-5-247,-18 25 8,0 1 1,0 0-1,0 0 1,1 0 0,-1 0-1,0 0 1,0 0-1,0-1 1,0 1 0,0 0-1,0 0 1,0 0-1,0 0 1,0 0-1,0 0 1,0 0 0,1 0-1,-1 0 1,0-1-1,0 1 1,0 0 0,0 0-1,0 0 1,0 0-1,1 0 1,-1 0 0,0 0-1,0 0 1,0 0-1,0 0 1,0 0-1,0 0 1,1 0 0,-1 0-1,0 0 1,0 0-1,0 0 1,0 0 0,0 0-1,1 0 1,-1 0-1,0 0 1,0 0-1,0 0 1,0 1 0,0-1-1,0 0 1,0 0-1,1 0 1,-1 0 0,0 0-1,0 0 1,0 0-1,0 0 1,0 0 0,0 1-9,4 11 113,1 23-207,-5-31 138,8 119 405,-6 0-1,-8 46-448,-1-80 368,-1 47-1249,8-135-82,14-3-4171,5-8-1501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04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3897,'0'0'10506,"0"0"-8866,0 0 385,0 0-505,0 0-816,141 0-448,-89-3-144,0-2-64,-2-2-48,5-5-760,-11 2-1808,-9 0-3578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05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13315,'0'0'2519,"0"0"-393,0 0-72,0 0-842,0 0-657,0 0-213,1-9 68,2 6 4120,18 58-4502,-3 1 1,-2 0-1,-3 1 0,-2 1 0,0 24-28,3 101 176,-7 12-176,2 50 26,-7-240-1667,-1-24 288,-3-35-4598,-4 12-2540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0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1768,'0'0'6491,"0"0"-3409,0 0-1028,31-17-94,103-54-574,-127 67-1282,0 1 1,1-1-1,-1 1 1,1 1-1,0 0 1,0 0-1,0 0 1,0 1-1,0 0 1,0 0-1,0 1 1,1 0-1,-1 1 1,2 0-105,1 0 88,-4 0-65,0 1 1,0 0-1,0 0 1,-1 0-1,1 1 1,0 0-1,-1 0 0,0 1 1,0-1-1,0 1 1,0 1-1,-1-1 1,1 1-1,-1 0 0,0 0 1,-1 1-1,1-1 1,-1 1-1,0 0 1,0 0-1,-1 1 1,0-1-1,0 1 0,-1-1 1,2 5-24,3 12 144,0 0 1,-2 1-1,0 0 1,-2-1 0,-1 2-1,0-1 1,-2 1-145,0-13 170,-1 0 0,0 0 0,-1-1 0,-1 1 0,1 0 1,-2-1-1,0 0 0,0 0 0,-1 0 0,0 0 1,-1 0-1,0-1 0,0 0 0,-1-1 0,-1 1 0,0-1 1,0-1-1,0 0 0,-1 0 0,-1 0 0,1-1 1,-1 0-1,-4 1-170,1 0 93,-1-1 0,1 0 0,-1-1 0,0-1 0,0 0 0,-1-1 0,1 0 0,-1-1 0,-4 0-93,14-3-37,0 1-1,0-1 1,0-1-1,0 1 1,0 0 0,-1-1-1,1 0 1,0-1-1,0 1 1,1-1-1,-1 0 1,0 0-1,0 0 38,2 0-145,0-1 0,0 1-1,0-1 1,0 1 0,1-1-1,-1 0 1,1 0 0,0 0-1,-1 0 1,2 0-1,-1-1 1,0 1 0,1 0-1,-1-1 1,1 1 0,0-1-1,0 0 1,0 1 0,1-4 145,-2 0-1067,1-1-1,1 0 1,0 0 0,0 0 0,0 0 0,1 0 0,0 1 0,1-2 1067,14-21-8407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06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11402,'0'0'3013,"0"0"-644,0 0-438,0 0-931,0 0-581,0 0 86,-11 20 127,-2 3-442,4-9-64,1 0 0,0 1 0,1 0 0,1 0-1,1 1 1,0 0 0,-2 11-126,-6 56 791,4 0-1,3 1 1,4-1-1,8 73-790,-5-137 17,1 1 0,1-1 0,1 0 0,0-1 0,1 1 0,1-1 1,1 0-1,1 0 0,0-1 0,1 0 0,1-1 0,1 0 0,0 0 0,1-1 0,0 0 0,1-1 0,1-1 0,1 0 0,7 5-17,7 5-437,24 21 910,24 26-473,-58-51-2364,-2 1 0,-1 0 0,6 10 2364,-12-14-8618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48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62 96,'0'0'2058,"0"0"-1083,0 0-645,0 0 108,0 0 1095,-5-3 10564,7 1-10336,11-6-1575,1 0 0,0 1-1,0 1 1,2 0-186,18-8 91,-31 13-51,1-1 0,0 1-1,0 0 1,0 0 0,1 0 0,-1 1 0,0-1 0,0 1 0,0 0 0,1 0 0,-1 1 0,0-1 0,0 1 0,0 0 0,0 0 0,0 0 0,0 0 0,0 1 0,0 0 0,0 0 0,-1 0 0,4 2-40,7 6 118,0 1 1,-1 1 0,-1 0-1,0 0 1,0 2-119,3 2 21,-3-3 59,-1 1-1,0 1 0,-2 0 1,1 0-1,-2 1 1,0 0-1,2 6-79,9 31 575,9 38-575,-16-46 540,3 0-1,16 34-539,-26-68 64,13 27 753,-12-32-608,-6-21-520,-6-14-2442,0 6-2370,3-4-4620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4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0 5825,'0'0'3868,"0"0"-1726,0 0-354,0 0-593,0 0-618,0 0 25,0 7 575,1 16-586,-2 1-1,0-1 0,-2 0 0,0 0 0,-1 0 1,-2-1-1,0 0 0,-1 0 0,-4 6-590,3-11 179,-28 58 1031,-6 4-1210,30-58 119,-1 0 1,-1-1-1,-1-1 1,-1-1-1,0 0 1,-2 0-120,14-14 28,-1 0 0,1 0 0,-1 0 0,0 0 0,0-1 0,-1 0 0,1 0 0,-1 0 0,1-1 0,-1 0 0,0 0 0,-3 0-28,11-33-792,-1 28 383,1-1-1,0 1 1,0 0 0,0-1-1,0 1 1,1 0 0,-1 0-1,1 0 1,0 1 0,0-1-1,0 1 1,2-2 409,17-11-5029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43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0 223 6649,'0'0'1790,"0"0"-31,0 0 114,0 0-725,0 0-700,5-2 104,22-2 636,0 1 0,0 2 1,0 0-1,12 2-1188,42-1 964,778-10 1298,-9 1-2138,-521-5 336,240-12 499,472 5-508,-418 17-304,1400-43-49,-1509 24-128,193-1-149,-348 24 65,749-6-475,-932-6 599,-80 4 5,11 4-15,76 9 54,78 16-54,-257-20-272,21 0 1116,-20-3-553,-13-5-1600,-13-3-3516,-1-4-4514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1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24 3833,'0'0'2108,"0"0"-477,0 0 544,0 0 158,0 0-115,-3-5-522,-11-12 728,3 15 65,3 18-1765,1 35-403,2 1 1,2-1-1,3 0 0,2 1 0,2 4-321,6 27 238,4 0 0,3-2 0,4 0-1,8 14-237,2 10 140,-5 0 0,0 26-140,-1 82 703,-5 117-703,-15 218 628,-5-419-413,-4-49-16,-3-1 0,-6 17-199,2-18 50,4 0-1,2 16-49,2-48-792,4-49 430,-1 0 0,1 1 1,0-1-1,-1 0 0,1 1 0,0-1 1,1 1-1,-1-1 0,0 1 1,1 0-1,-1-1 0,1 1 0,2-2 362,-1 0-742,20-27-6217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1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166 220 11362,'0'0'2496,"0"23"-1247,-1 57-101,0 65 3263,6 15-4411,1-109 185,2 0 0,3-1 0,1 0 0,3-1 1,2 0-1,15 28-185,-20-59-1125,-11-40-2041,-4 5 2099,-1 0 0,-1 0 0,0 0 0,-1 1 0,-1 0 0,-1 1 0,-3-6 1067,-71-110-1858,55 91 1775,7 11 798,2 0-1,1-1 0,2 0 1,1-1-1,1-1 0,-5-21-714,16 42 280,-1-1-1,1 1 0,1-1 1,0 1-1,0-1 1,1 0-1,1 1 0,0-1 1,1 1-1,0-1 0,0 1 1,1 0-1,1 0 1,0 0-1,1 0 0,0 1 1,0-1-1,1 1 0,0 1 1,1-1-1,2-2-279,8-7 204,0 0 0,0 2-1,2 0 1,0 0 0,1 2-1,1 1 1,0 0 0,1 2-1,1 0 1,-1 1 0,2 2 0,-1 0-1,2 2 1,-1 0 0,0 2-1,1 0 1,0 2 0,0 1-1,11 1-203,-31 1 17,0 0 0,0 0 0,0 0 0,0 1 0,0 0 0,0 0 0,0 1 0,0-1 0,-1 1 0,1 0 0,0 0 0,-1 0 0,0 1 0,1 0 0,-1 0 0,0 0 0,-1 0 0,1 1 0,0-1 0,-1 1 0,1 1-17,0 2 72,0 0-1,-1 0 0,0 0 0,0 1 0,0 0 1,-1-1-1,0 1 0,-1 0 0,1 0 1,-2 0-1,1 0 0,-1 0 0,0 1-71,-1-3 91,1 0 0,-1-1 0,0 1-1,0 0 1,-1 0 0,1-1-1,-1 1 1,-1-1 0,1 0 0,-1 1-1,0-1 1,0 0 0,-3 4-91,-2 0 134,0 0 0,-1 0-1,0 0 1,0-1 0,-1-1 0,-8 6-134,-10 3 141,0-1 0,-1-1-1,0-1 1,-28 8-141,4-11 249,26-9-2598,142-48-5918,-50 19 1684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2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8674,'0'0'5937,"0"0"-3242,0 0-1268,-14 25 66,-25 47-378,3 1 0,4 1 1,0 11-1116,19-37 270,2 1 1,3 1-1,1 0 1,3 0-1,1 0 1,4 27-271,-1-73-20,0 0 1,0 0-1,0 0 1,0 0-1,1 0 1,-1 0 0,1 0-1,0 0 1,1 0-1,-1 0 1,0 0-1,1 0 1,0-1-1,0 1 1,0-1-1,1 1 1,-1-1 0,1 0-1,-1 0 1,1 0-1,0 0 1,0-1-1,1 1 1,-1-1-1,0 0 1,1 0-1,-1 0 1,1 0-1,0-1 1,0 1 0,0-1-1,0 0 1,0 0-1,0 0 1,0-1-1,0 1 1,0-1-1,0 0 1,3 0 19,-3-1-151,0 1 0,0-1 1,0 1-1,0-1 0,0 0 0,0-1 1,-1 1-1,1-1 0,0 1 0,-1-1 0,1 0 1,-1-1-1,0 1 0,0 0 0,3-3 151,40-49-3456,-37 42 2211,23-33-3329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2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8810,'0'0'4820,"0"0"-1946,0 0-1009,0 0-219,27 18-28,88 64-338,-100-70-1044,0 2 1,-1 0-1,0 0 1,-1 2-1,-1-1 1,-1 2-1,8 13-236,12 17 267,-5-8-154,-8-11-103,2-1 1,0-1 0,2-1 0,22 21-11,-43-45-89,0 0 1,0 0-1,0 0 0,0 0 1,0 0-1,0 0 1,0 0-1,1-1 1,-1 1-1,0 0 1,0-1-1,0 1 1,1-1-1,-1 1 0,0-1 1,1 0-1,-1 0 1,0 0-1,1 1 1,-1-1-1,0 0 1,1-1-1,-1 1 1,1 0-1,-1 0 0,0 0 1,1-1 88,-1 0-360,1-1 1,-1 1-1,0-1 1,0 1-1,1-1 1,-1 1-1,-1-1 1,1 0-1,0 0 1,0 1-1,-1-1 0,1 0 1,-1 0-1,1 0 1,-1 0-1,0 0 1,0 0-1,1 1 1,-2-2 359,2-35-8335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2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1 14011,'0'0'4393,"0"0"-3657,0 0 1369,-50 150-161,4-65-568,-9 4-488,-6-3-119,3-7-289,6-9-232,14-13-152,10-15-88,12-13-8,10-9-112,6-15-336,0-10-513,22-20-799,8-12-4177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3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9602,'0'0'6320,"0"0"-3145,0 0-1254,0 0-530,0 0-292,32 9-284,107 31-293,-117-34-458,0 1-1,-1 1 0,0 1 0,-1 1 0,0 1 1,-1 1-1,0 0 0,0 1 0,-2 1 0,15 15-63,-25-23 1,-1 1 0,-1 0-1,1 0 1,-1 0 0,0 0-1,-1 1 1,0 0 0,1 1-1,-4-7 3,0 1 0,0 0 0,0-1-1,0 1 1,0 0 0,-1 0 0,1-1 0,-1 1 0,0 0 0,0 0 0,0 0 0,0-1 0,0 1 0,0 0 0,-1 0-1,0 0 1,1-1 0,-1 1 0,0 0 0,0-1 0,0 1 0,-1-1 0,1 1 0,-1-1 0,1 1 0,-1-1-1,-1 2-2,-18 13 101,-1 0-1,-1-1 0,0-1 1,-6 2-101,4-3 16,1 1 1,1 2-1,0 0 0,0 2-16,22-17-168,-5 3 198,0 0-1,1 1 1,0 0 0,0 0-1,-3 6-29,1 3-2502,5 3-3826,2-11-1544</inkml:trace>
  <inkml:trace contextRef="#ctx0" brushRef="#br0" timeOffset="1">193 708 8466,'0'0'6057,"0"0"-3144,0 0-97,0 0-1071,0 0-705,160-30-568,-108 15-256,0-2-136,0 0-80,23-10-1008,-15 2-2817,-8 0-5297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3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11867,'0'0'2524,"0"0"-129,0 0-280,-24 5-810,6-3-1080,9-1-134,0 0 0,0 0 0,0 1-1,1 0 1,-1 1 0,0 0 0,1 0-1,0 1 1,0 0 0,0 0 0,0 1-1,1 0 1,-1 0 0,1 1 0,1 0-1,-1 0 1,-1 2-91,-4 9 340,0 0 0,0 1-1,2 0 1,0 0 0,1 1 0,-3 12-340,7-19 108,2 1-1,-1 0 1,1 1 0,1-1 0,0 0 0,1 1-1,1-1 1,0 1 0,1-1 0,1 11-108,-1-20 10,1 1 0,-1 0 1,1-1-1,0 1 0,0-1 0,0 1 1,1-1-1,0 0 0,-1 0 0,1 0 1,1 0-1,-1-1 0,1 1 1,-1-1-1,1 0 0,0 0 0,0 0 1,0 0-1,1-1 0,-1 0 0,0 0 1,1 0-1,0 0 0,-1-1 1,3 1-11,10 2-1,-1-1 0,1 0 0,-1-1 0,1-1 0,0-1 0,-1 0 0,1-1 1,-10 1-23,0-1 0,0 0-1,0 0 1,0-1-1,0 0 1,-1 0 0,1 0-1,-1-1 1,0 0-1,1 0 1,-1-1 0,0 0-1,-1 0 1,1 0-1,2-4 24,-1 1-32,-1 0 0,0-1 0,-1 0 0,1 0 0,-2 0 0,1 0 0,-1-1 0,0 0 1,-1 0-1,1-5 32,4-22 113,-2 0 1,-1-1 0,-2 1-1,-1-1 1,-3-16-114,1 42 110,0 9 177,0 27-133,0 41 62,3 0 1,4 0 0,2 0 0,2-1 0,19 57-217,-29-119-147,0 0-1,0 0 1,0 0 0,0-1 0,0 1 0,1 0 0,-1 0 0,1-1 0,0 1-1,0-1 1,0 1 0,0-1 0,0 0 0,0 1 0,1-1 0,-1-1 0,1 1-1,-1 0 1,1 0 0,2 0 147,-3-2-378,1 1 0,-1-1 0,0 0 0,1 0 0,-1 0 0,0 0 0,1-1 0,-1 1 0,0-1 0,1 1 0,-1-1-1,0 0 1,0 0 0,0 0 0,0 0 0,0 0 0,0 0 0,0-1 0,0 1 0,0-1 0,0 1 0,-1-1 0,1 0 0,-1 0 0,1 1 0,-1-1 378,24-30-10637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3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13035,'0'0'2627,"0"0"-321,23 24-318,-3-5-1579,-3-4-130,0 0 0,-2 2-1,0 0 1,-1 0 0,0 2 0,-2 0 0,0 0-1,-1 1 1,1 6-279,6 20 538,-3 1 0,-2 1 0,-2 0 0,-2 0 0,3 47-538,-4 56 379,-7 40-379,-1-120-328,0-71 229,1 1 0,-1-1 0,0 0 1,0 0-1,1 0 0,-1 1 0,0-1 1,1 0-1,-1 0 0,0 0 0,1 0 0,-1 0 1,0 0-1,1 0 0,-1 1 0,0-1 0,1 0 1,-1 0-1,1 0 0,-1 0 0,0-1 0,1 1 1,-1 0-1,0 0 0,1 0 0,-1 0 1,0 0-1,1 0 0,-1 0 0,0-1 0,1 1 1,-1 0-1,0 0 0,0 0 0,1-1 0,-1 1 1,0 0-1,0 0 0,1-1 0,-1 1 99,20-21-4955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11763,'0'0'3832,"0"0"-1495,0 0 263,0 0-1063,157 0-713,-102 0-392,0 0-288,-5 0-48,-9 0-96,-8 0-96,-6 0-1232,-7 0-2513,-9 0-2536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4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13619,'0'0'3033,"0"0"-737,0 0-296,0 0-1167,0 0-609,0 0-224,195-52-256,-148 39-2433,-6 3-3512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0 325 14427,'0'0'3094,"0"0"-451,2-26-616,21-201 475,-21 187-2040,0 9 352,6 61-633,2 32-295,9 68-283,7-1-1,5-2 1,11 18 397,-40-140-498,0 0 0,0-1 0,0 1 0,1-1-1,-1 0 1,1 0 0,0 0 0,3 4 498,22 10-7501,-9-14-2280</inkml:trace>
  <inkml:trace contextRef="#ctx0" brushRef="#br0" timeOffset="1">446 390 12643,'0'0'3985,"0"0"-1961,0 0-376,0 0-727,151-10-505,-96 5-240,25-10-176,-14 0-1689,-11-2-5272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5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15891,'0'0'2521,"0"0"-1025,0 0 801,0 163-937,0-81-552,11 5-216,3 2-352,-1-5-96,1-8-136,-3-9 0,0-15-8,-3-15-432,-2-19-1296,-3-14-3025,-3-4-1528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5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1 278 10386,'0'0'2410,"0"0"-360,21-22-151,-2 1-1487,-11 10-288,1 2 0,0-1 0,0 1 0,1 0-1,0 1 1,0 0 0,1 0 0,0 1 0,1 1-1,-1 0 1,1 0 0,0 2 0,11-4-124,-5 3 207,-1 1 1,0 1-1,1 1 1,-1 0-1,1 2 1,0 0-1,0 0 1,1 2-208,-14-1 64,0 0 1,0-1-1,0 2 1,-1-1-1,1 1 1,0-1-1,-1 1 1,0 1-1,1-1 1,-1 0-1,0 1 1,0 0-1,0 0 1,0 0-1,-1 1 1,1-1-1,-1 1 1,0 0-1,0 0 1,0 0-1,-1 0 1,1 0-1,-1 1 1,0-1 0,0 1-1,-1 0 1,1-1-1,-1 1 1,0 0-1,0 1-64,0 2 112,0 0 1,0 0-1,-1 0 0,0 0 0,0 0 1,-1 0-1,0 0 0,-1 0 1,1 0-1,-1 0 0,-1 0 0,0-1 1,0 1-1,0-1 0,-1 0 0,0 0 1,0 0-1,-2 1-112,-6 6 101,0-1 1,-1-1-1,-1 0 1,0-1-1,0 0 1,-1-1-1,-12 6-101,21-12 15,-23 14 36,0-2-1,-1 0 0,-1-2 0,-9 2-50,34-18-525,9-6 195,12-12-686,21-16-2937,7-3-2889</inkml:trace>
  <inkml:trace contextRef="#ctx0" brushRef="#br0" timeOffset="1">760 0 14323,'0'0'4129,"0"0"-2257,0 0-191,0 0-257,-99 154-456,82-90-480,4-2-160,10-3-208,3-4-48,0-8-64,3-8 56,19-9-64,8-8-192,25-17-552,-8-5-2040,-3 0-3586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6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14995,'0'0'3985,"0"0"-2033,0 0-487,0 0-281,0 0-704,126 156-96,-95-94 128,-1 2-176,-3-2-144,1-2-104,-6-9-88,-3-8 0,-8-9-72,-3-9-816,-2-18-1544,-3-7-2617,-1 0-3985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 10818,'0'0'4233,"0"0"-2664,0 0 1527,-110 126-935,52-69-801,-2 0-416,5-3-312,5-9-280,12-11-208,10-6-144,12-9 0,10-4-240,6-2-656,3-8-1232,22-3-2969,-1-2-3985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7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15 7738,'0'0'5286,"0"0"-1790,0 0-128,0 0-1237,0 0-848,0 0-439,0-3-285,0-9-267,-6 21-162,-9 15-54,-2-5-5,-1-1 1,0-1 0,-2 0 0,0-2-1,0 0 1,-15 6-72,-35 27 115,69-48-117,1 1 0,-1-1 0,0 1 0,0-1 0,1 1 0,-1-1 0,0 1 0,1 0 0,-1-1 0,1 1-1,-1 0 1,1 0 0,-1-1 0,1 1 0,-1 0 0,1 0 0,0-1 0,-1 1 0,1 0 0,0 0 0,0 0 0,-1 0 0,1 0 0,0 0 0,0-1-1,0 1 1,0 0 0,0 0 0,1 0 0,-1 0 2,1 1-1,0-1 1,0 1-1,0-1 0,0 0 1,0 1-1,0-1 0,0 0 0,1 0 1,-1 0-1,1 0 0,-1 0 0,1 0 1,-1 0-1,2 0 1,54 17 211,25-3-313,10-3 102,-33-8-3302,-1-2-4099,-25-2-2040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9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32 8122,'0'0'2892,"0"0"-395,0 0-334,0 0-653,0 0-578,0 0-185,-20-6-94,-66-15-135,79 20-464,1-1 1,-1 2-1,1-1 1,-1 1 0,0 0-1,1 0 1,-1 1-1,1 0 1,-1 0 0,1 0-1,-1 1 1,1 0-1,0 0 1,-1 1-1,1 0 1,0 0 0,1 0-1,-1 1 1,1 0-1,-1 0 1,1 0 0,0 0-1,1 1 1,-1 0-1,1 0 1,0 0 0,0 1-1,1 0 1,-1-1-1,0 4-54,-3 5 96,0 1 0,1 1 0,0-1-1,2 1 1,-1 0 0,2 1 0,0-1-1,1 0 1,1 1 0,1 14-96,0-28 1,1 0 1,0 0-1,0 0 1,0 0-1,0 0 1,1 0-1,-1-1 0,1 1 1,-1 0-1,1-1 1,0 0-1,0 1 1,0-1-1,1 0 1,-1 0-1,0 0 0,1 0 1,0 0-1,-1 0 1,1-1-1,0 0 1,0 1-1,-1-1 1,1 0-1,0 0 1,0-1-1,0 1 0,0 0 1,1-1-1,-1 0 1,0 0-2,3 1 11,0 0-1,0 0 1,0-1 0,0 0 0,0 0 0,0-1 0,0 0 0,0 0 0,0 0-1,0-1 1,0 1 0,-1-2 0,1 1 0,-1 0 0,1-1 0,1-1-11,-2-2 9,1 0 0,-1 0 1,0-1-1,0 1 0,-1-1 1,0 0-1,0 0 1,-1-1-1,0 1 0,0-1 1,-1 1-1,0-1 0,0 0 1,0-4-10,2-17 432,-1 0 0,-1 0 0,-1-12-432,0 55 66,1-1 1,0 0 0,1 0 0,4 13-67,3 12 126,-7-21-85,-2-7-30,1 1-1,0-1 1,0 0 0,1 0 0,1-1 0,0 1 0,0-1 0,0 0-1,1 0 1,6 7-11,-9-14-279,0-1 0,1 1 0,0-1 0,-1 0 0,1 0 0,0 0 0,-1 0 0,1 0 0,0-1 0,0 1 0,0-1 0,0 0 0,0 0 0,0 0 0,0 0 0,-1 0 0,1-1 0,1 1 279,4-1-2214,15-1-4933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39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12323,'0'0'2984,"0"0"-1183,0 0-481,0 0 48,118 143-464,-88-64-143,-5 6 47,-11-1-40,-9-5-280,-5-10-128,0-7-144,0-8-120,0-4-40,-16-3-56,-3-3-240,-20 8-1232,9-7-3537,-3-11-6802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5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 2184,'0'0'1866,"0"0"560,0 0 1103,0 0-814,0 0-420,-19 4 3445,15 3-5652,0 0 0,0 0 0,1 1 1,0-1-1,0 1 0,1 0 0,0 0 0,0 0 0,1 0 0,0 4-88,-3 86 532,4-85-461,1 282 684,-15 592 998,-9-295-1020,3-45 67,13-467-571,-3-1-1,-5 0 1,-2-1 0,-4 0-1,-26 60-228,47-138 4,0 0 0,0 0 1,0 0-1,0 0 0,0-1 0,0 1 0,0 0 0,0 0 1,0 0-1,0 0 0,0 0 0,0 0 0,0 0 0,0 0 0,0-1 1,0 1-1,0 0 0,0 0 0,0 0 0,0 0 0,0 0 0,-1 0 1,1 0-1,0 0 0,0 0 0,0 0 0,0 0 0,0-1 0,0 1 1,0 0-1,0 0 0,0 0 0,0 0 0,-1 0 0,1 0 1,0 0-1,0 0 0,0 0 0,0 0 0,0 0 0,0 0 0,0 0 1,-1 0-1,1 0 0,0 0 0,0 0 0,0 0 0,0 0 0,0 0 1,0 0-1,0 0 0,0 0 0,-1 0 0,1 0 0,0 1 0,0-1 1,0 0-1,0 0 0,0 0 0,0 0 0,0 0 0,0 0 1,0 0-1,0 0 0,0 0-4,-6-18 20,-3-25-705,9 41 569,-3-51-3924,3 42 1508,0-5-2997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52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58 2833,'0'0'980,"0"0"-328,0 0 60,0 0-16,0 0-46,0 0 165,-5-8-163,0-1-201,-8-13-659,-5 4 5048,16 27 1510,1 39-5563,4 65 382,5 0 1,14 58-1170,-22-169-116,0-1 1,1 0-1,-1 0 1,0 0-1,0 0 0,1 0 1,-1 0-1,0 1 1,0-1-1,0 0 1,0 0-1,-1 0 0,1 0 1,0 0-1,0 0 1,-1 1-1,1-1 1,-1 0-1,1 0 0,-1 0 1,1 0-1,-1 0 1,0 0-1,1 0 1,-1-1-1,0 1 116,-27 1-5454,13-2 3927,-15-3-3840,4-4-1661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8:53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0 161 4961,'0'0'4402,"0"0"-1586,0 0-423,0 0-734,0 0-556,0 0-409,7-7-195,-4 4-450,26-20 354,-28 22-373,0 1 0,1-1 0,-1 1 0,1-1 1,-1 1-1,1 0 0,-1-1 0,1 1 1,-1 0-1,1 0 0,-1 0 0,1 0 1,-1 0-1,1 0 0,0 0 0,-1 1 1,0-1-1,1 1 0,-1-1 0,1 1 0,-1-1 1,1 1-1,-1 0 0,0 0 0,0 0 1,1-1-1,-1 2-30,5 4 73,0 0 0,-1 0-1,0 0 1,0 1 0,-1 0 0,1 0-73,-2-1 26,1 1 0,0-1 0,1 0 1,0-1-1,0 1 0,0-1 0,4 3-26,-8-7 10,0-1 1,0 1-1,1 0 0,-1-1 0,1 1 1,-1-1-1,0 0 0,1 1 1,-1-1-1,1 0 0,-1 0 0,1 0 1,-1 0-1,1 0 0,-1 0 0,1 0 1,-1-1-1,1 1 0,-1-1 1,0 1-1,1-1 0,-1 1 0,0-1 1,1 0-1,-1 1 0,0-1 1,1-1-11,34-30 223,-26 22-189,44-50 317,-35 39-341,0 0-1,1 0 0,2 1-9,-16 15-830,1 0 0,0 0 0,0 0 0,1 1 0,-1 0 0,1 1 0,4-2 830,0 2-7645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0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13987,'0'0'2274,"0"0"-947,0 0-250,-1 30 265,-1 428 2411,2-69-3671,3-500-10517,-3 57 4078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0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1 233 10306,'0'0'2255,"0"0"-208,22-27 127,78-88-581,-90 105-1463,0 1 1,0 1-1,1 0 1,0 1-1,1 0 1,0 0-1,0 2 1,0-1 0,0 1-1,1 1 1,0 0-1,0 1 1,0 1-1,0 0 1,1 0-1,-1 1 1,0 1-1,4 0-130,-8 0 43,0 0 0,0 0-1,-1 1 1,1 0 0,0 1-1,-1 0 1,1 0 0,-1 0-1,0 1 1,0 1-1,0-1 1,0 1 0,-1 1-1,1-1 1,-1 1 0,0 0-1,0 1 1,-1 0 0,0 0-1,0 0 1,0 1-1,-1 0 1,0 0 0,0 0-1,-1 1 1,1 0 0,-2 0-1,1 0 1,-1 0 0,-1 0-1,1 1 1,-1-1-1,-1 1 1,1 2-43,-1-3 74,0 0-1,-1 0 1,0 1 0,0-1-1,-1 0 1,0 0 0,0 1-1,-1-1 1,0 0 0,0 0-1,-1 0 1,0-1 0,0 1-1,-1-1 1,0 0 0,-3 5-74,-2-2 148,0 1 1,0-2-1,-2 1 1,1-1-1,-1-1 1,0 0-1,-1 0 1,0-1-1,-7 3-148,4-2 31,-1 0 0,1-1 0,-2-1-1,1 0 1,0-1 0,-1-1 0,0-1 0,0 0 0,-1-1-1,-4-1-30,20-1-47,0 0 0,0 0 0,0-1-1,0 1 1,0-1 0,0 1 0,0-1-1,0 0 1,1 0 0,-1 0 0,0 0-1,0 0 1,1 0 0,-1 0 0,0-1-1,1 1 1,-1-1 0,1 1 0,0-1-1,-1 1 1,1-1 0,0 0 0,0 0-1,0 0 1,0 1 0,1-1 0,-1 0-1,0 0 1,1 0 0,-1 0 0,1 0-1,0 0 1,0-1 0,0 1 0,0 0-1,0 0 1,0 0 47,0-6-375,0 1 0,0 0 0,1 0 0,0 0 1,1 0-1,-1 0 0,1 0 0,1 0 0,-1 1 0,4-6 375,26-28-6153,6 5-5754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0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12099,'0'0'2040,"0"0"160,-72 132 1705,42-71-2464,5 4-425,6-6-440,13-5-280,6-7-152,0-7-72,3-10-64,22-8-8,2-7-336,26-15-1104,-7 0-2329,-4-13-1448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1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16780,'0'0'2080,"0"0"-632,0 0 593,0 0-873,149 173-568,-113-116-120,-3-3-264,-3-4-96,-8-8-112,-6-5 8,-7-7-16,-4-8-584,-5-15-1208,0-7-2545,0 0-1456</inkml:trace>
  <inkml:trace contextRef="#ctx0" brushRef="#br0" timeOffset="1">308 0 15547,'0'0'2993,"0"0"-1841,0 0 385,0 0-81,-60 136-464,27-76-240,-3-3-200,0-3-288,3-7-168,6-7-48,8-11-48,8-9-336,8-7-800,3-13-1448,3 0-2682,13-5-8040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13411,'0'0'2887,"0"0"-990,0 0-277,0 0-310,25 4-540,81 18-419,-96-20-336,-1 0 0,-1 1 0,1 0 0,0 1-1,-1 0 1,1 0 0,-1 1 0,-1 0 0,1 0 0,0 1 0,-1 0 0,0 1-15,-5-5 1,0 0-1,-1 0 1,1 0 0,-1 0 0,1 1 0,-1-1 0,0 0 0,0 1 0,0-1 0,0 1 0,0-1 0,0 1 0,-1-1 0,1 1 0,-1 0 0,0-1 0,0 1 0,0 0 0,0-1 0,0 1 0,-1-1 0,1 1 0,-1 0 0,0-1 0,1 1 0,-1-1 0,0 1 0,-1-1 0,1 0 0,0 1 0,-1-1 0,1 0 0,-1 0 0,0 0 0,1 0 0,-1 0 0,-2 1-1,-14 13 71,0-2 0,-2 0 0,0-1 0,0-1 1,-1 0-1,-19 6-71,7-2-235,2 1 0,-26 18 235,17-7-4049,23-15-1077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1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14539,'0'0'4625,"0"0"-2696,0 0-521,0 0-752,173-39-656,-107 14-200,14-12-1833,-17 5-3320,-14 2-9146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80 11883,'0'0'1712,"0"0"-273,0 0-142,0 0-571,25-13-445,105-53-142,-129 66-118,-11 0 156,0 1 0,1 1 0,-1-1 0,0 2 0,1-1 0,-1 2 0,1-1 0,0 1 0,0 0 0,0 1 0,0 0 0,1 0 0,0 1 0,0 0 0,1 1 0,-1 0 0,1 0 0,-5 7-177,10-12 6,1 0-1,-1 0 0,1 0 0,0 0 0,0 0 0,0 1 0,0-1 0,0 0 0,0 1 1,0-1-1,1 0 0,-1 1 0,1-1 0,0 1 0,0-1 0,0 1 0,0-1 0,0 1 1,0-1-1,1 1 0,-1-1 0,1 0 0,0 1 0,-1-1 0,1 0 0,0 1 1,0-1-1,1 0 0,-1 0 0,0 0 0,1 1-5,7 6 16,-1 0 0,1-1 0,0 0 1,1 0-1,-1-1 0,4 1-16,29 25 134,-37-29-129,-1 0-1,0 1 1,0 0 0,-1 0 0,1 0-1,-1 0 1,0 0 0,0 1 0,-1-1-1,1 1 1,-1 0 0,-1 0 0,1 0 0,-1 0-1,0 0 1,0 0 0,-1 0 0,0 0-1,0 0 1,0 0 0,-1 0 0,0 3-5,-1-2 83,-1 0 1,1 0-1,-1 0 1,-1 0 0,1 0-1,-1-1 1,-1 1-1,1-1 1,-1 0-1,0 0 1,0-1 0,-1 1-1,1-1 1,-1-1-1,0 1 1,-1-1 0,-3 2-84,-4 2 146,-1-1 1,0 0 0,0-2 0,-1 1 0,0-2-1,0 0 1,0-1 0,0-1 0,0 0 0,-1-1 0,-15-2-147,31 1-6,0 0 0,0 0 0,0 0 0,0 0 0,0 0 0,0 0 0,0-1 0,0 1 0,0 0 0,0-1 0,0 1 0,0-1 0,0 1 0,1-1 0,-1 1 0,0-1 0,0 0 0,0 1 0,1-1 0,-1 0 0,0 1 0,1-1 0,-1 0 0,1 0 1,-1 0-1,1 0 0,-1 0 0,1 0 0,0 0 0,-1 0 0,1 0 0,0 0 0,0 0 0,0 0 0,0 0 0,0 0 0,0 0 0,0 0 0,0 0 0,0 0 0,0 0 0,0 0 0,1 0 0,-1 0 0,0 1 0,1-1 0,-1 0 0,1-1 6,1-5-257,0 1-1,1 0 1,0-1-1,0 1 1,0 0-1,4-4 258,32-30-3831,7 0-2766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16091,'0'0'2753,"0"0"-1601,0 0 345,85 144-17,-66-57-248,-11 4-312,-8 1-175,0-6-249,-13-9-248,-12-13-120,0-9-120,0-13-8,3-10-152,9-10-688,7-15-1001,6-7-2456,0 0-1320</inkml:trace>
  <inkml:trace contextRef="#ctx0" brushRef="#br0" timeOffset="1">322 337 15547,'0'0'2897,"0"0"-1089,0 0 1,140 0-937,-79-5-552,-4-2-208,1 2-112,8-3-1240,-16 3-4241,-15 0-6906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2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14323,'0'0'3193,"0"0"-1369,0 0 129,0 0-1361,0 0-592,176-17-1081,-102-3-3424,-5 0-6569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3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14523,'0'0'3099,"0"0"-418,1-24-475,3-75-895,-4 97-1264,0 1 0,0-1 0,0 0 0,0 0 0,0 0 0,1 0 1,-1 0-1,1 1 0,-1-1 0,1 0 0,0 0 0,0 1 0,0-1 0,0 0 0,0 1 0,0-1 1,0 1-1,0-1 0,1 1 0,-1 0 0,0-1 0,1 1 0,0 0-47,-1 1 21,0-1 0,0 1 1,0 0-1,0 0 0,0 0 0,0 0 0,0 0 0,0 0 0,0 0 0,0 0 1,0 1-1,0-1 0,0 0 0,0 1 0,0-1 0,-1 0 0,1 1 1,0-1-1,0 1 0,0-1 0,0 1 0,-1 0 0,1-1 0,0 1 0,0 0 1,-1 0-1,1-1 0,0 2-21,5 10 44,0 1 0,-1-1 0,0 1 0,-1 1 0,-1-1 1,0 1-1,0-1 0,-2 1 0,1 0 0,-2 2-44,2 1 54,5 95 368,-6 103-422,-3-95-1119,3-90-2019,4-11-3758</inkml:trace>
  <inkml:trace contextRef="#ctx0" brushRef="#br0" timeOffset="1">402 414 16580,'0'0'2824,"0"0"-479,0 0-617,0 0-1496,0 0-104,184-25-128,-118 22-1072,16-6-897,-18 1-2127,-18-4-4394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3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11242,'0'0'5049,"0"0"-3896,0 0 1719,0 148-887,6-76-873,2 2-496,0-5-192,3-2-256,-2-10-80,-1-10-88,0-12 0,-2-11-696,-6-21-1512,0-3-3482,0 0-7864</inkml:trace>
  <inkml:trace contextRef="#ctx0" brushRef="#br0" timeOffset="1">80 135 11827,'0'0'1656,"0"0"-331,31-20 93,103-62-552,-126 77-829,1 1 0,-1-1 1,1 2-1,0-1 0,0 1 1,1 1-1,-1 0 0,0 0 1,1 1-1,-1 0 0,1 0 1,-1 1-1,1 1 0,-1 0 1,1 0-1,-1 0 0,1 1 1,-1 1-1,0 0 0,0 0 1,4 2-38,-8-2 49,-1 0-1,0 0 1,0 0 0,0 0 0,-1 0 0,1 1-1,-1 0 1,0-1 0,0 1 0,0 0 0,0 1-1,-1-1 1,0 0 0,1 1 0,-2 0 0,1-1-1,0 1 1,-1 0 0,0 0 0,0 0 0,0 3-49,-1-2 149,1 0 0,-1 0 0,0 0 1,-1 0-1,1 0 0,-1 0 0,0 0 1,-1 0-1,1 0 0,-1 0 0,0 0 1,-1-1-1,1 1 0,-1-1 0,0 0 1,-1 0-1,-2 3-149,-6 4 258,0 0 1,-1-1-1,-1-1 1,1 0-1,-2-1 1,1-1-1,-15 6-258,-20 8-359,-40 11 359,71-29-3288,17-4-597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3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10850,'0'0'6850,"0"0"-4890,0 0 929,-137 161-857,90-89-727,9 2-689,10-2-320,14-6-200,14-9-40,0-7-56,25-11-56,11-9-504,22-18-1081,-6-9-2392,-5-3-5785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4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16452,'0'0'2344,"0"0"-696,0 0 729,0 0-1217,121 173-664,-85-118-184,-3-8-152,-8-5-104,-6-10-56,-5-10-80,-6-7-648,-2-8-1960,-6-7-4242</inkml:trace>
  <inkml:trace contextRef="#ctx0" brushRef="#br0" timeOffset="1">426 16 14563,'0'0'2145,"0"0"55,0 0 369,0 0-849,-200 163-728,131-113-512,8-3-336,12-5-144,19-8-104,13-7-704,17-7-1344,0-10-3065,19-7-4370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4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 14243,'0'0'2406,"0"0"-772,0 0 113,0 0-266,-21 21-314,-49 48 744,-47 35-1911,106-96 38,1 1 0,0 0 1,1 1-1,0 0 0,0 0 0,1 1 0,-3 5-38,7-9 6,0 1 0,0 0 0,1 1 1,1-1-1,-1 0 0,1 1 0,1 0 0,-1-1 1,1 1-1,1 0 0,0 5-6,0-13 3,1 1 1,0-1-1,0 1 0,-1-1 0,1 0 1,0 1-1,0-1 0,0 0 1,1 0-1,-1 1 0,0-1 0,0 0 1,1 0-1,-1 0 0,0-1 1,1 1-1,-1 0 0,1 0 1,-1-1-1,1 1 0,-1-1 0,1 1 1,0-1-1,-1 0 0,1 0-3,51 11 293,-42-9-245,5 1-98,1-1-1,0 0 1,-1-2 0,1 0 0,14-1 50,-23 0-745,0-1 0,1 1-1,-1-2 1,0 1 0,0-1 0,0 0 0,5-4 745,23-14-8830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5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6 10098,'0'0'2013,"0"0"-624,24-1-694,143-3 321,-188 4-929,-9 0 552,0 0 0,0 2-1,1 1 1,-10 4-639,30-5 142,0 0-1,0 1 1,1 0 0,-1 0 0,1 1-1,0 1 1,0-1 0,0 1-1,0 0 1,1 1 0,0 0-1,0 0 1,0 1 0,1-1 0,0 1-1,-1 3-141,5-7 1,0-1-1,1 0 1,-1 1-1,1-1 1,0 1-1,-1 0 1,1-1-1,1 1 1,-1 0-1,0 0 1,1-1-1,-1 1 1,1 0-1,0 0 1,0 0-1,0 0 1,0 0-1,0 0 1,1-1-1,-1 1 1,1 1-1,1 0 10,0 0 0,0 0 1,0 0-1,1-1 0,-1 1 0,1-1 1,0 0-1,0 1 0,0-1 1,0 0-1,0-1 0,1 1 0,-1-1-10,6 5 14,-1 0-1,0 0 0,-1 0 1,1 1-1,-2 0 0,1 0 1,-1 1-1,0 0 0,-1 0 1,0 1-1,0-1 0,-1 1 1,-1 0-1,1 0 0,-2 0 1,1 0-1,-1 1 0,-1-1 1,0 1-1,-1-1 0,1 1 1,-2 0-1,-1 9-13,1-17 58,0 0 0,0-1-1,0 1 1,-1-1 0,1 1 0,-1-1-1,1 1 1,-1-1 0,0 0 0,0 0-1,0 0 1,0 0 0,0 0 0,0 0-1,-1-1 1,1 1 0,-1-1 0,1 0-1,-1 1 1,0-1 0,1 0 0,-1-1-1,0 1 1,0 0 0,1-1 0,-1 1-1,0-1-57,-15 3 500,0-1-1,-1-1 1,-15-1-500,22 0 43,-12 1 50,15-1-82,1 1 1,-1-1-1,1-1 0,-1 1 0,-4-2-11,12 2-40,1-1 1,-1 1-1,0 0 1,1-1-1,-1 1 1,0 0-1,1-1 0,-1 1 1,1-1-1,-1 1 1,1-1-1,-1 1 0,1-1 1,-1 1-1,1-1 1,0 1-1,-1-1 0,1 1 1,0-1-1,-1 0 1,1 1-1,0-1 0,0 0 1,0 1-1,0-1 1,-1 0-1,1 1 0,0-1 1,0 0-1,0 0 1,0 1-1,1-1 40,-1 0-218,0 0-1,0 0 0,0 1 1,1-1-1,-1 0 1,0 1-1,0-1 1,1 0-1,-1 1 1,1-1-1,-1 1 1,1-1-1,-1 1 1,1-1-1,-1 1 1,1-1-1,-1 1 1,1-1-1,-1 1 1,1 0-1,0-1 0,-1 1 219,18-6-6512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5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1 8602,'0'0'6113,"0"0"-4336,0 128 1023,0-51-855,0 10-385,-19-3-432,-3 0-392,-3-10-408,-2-7-184,-9-8-144,-11-7-88,-38 8-816,8-13-3145,3-10-6337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6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14347,'0'0'4145,"0"0"-2321,0 0-535,0 0 191,-6 138-376,1-66-368,-1 4-288,6-4-224,0-5-88,0-8-136,0-4 17,0-11-17,0-7-81,0-7-879,0-10-1456,0-10-4178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6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15387,'0'0'2118,"0"0"-590,0 0 229,12 32-346,-4-10-1186,76 191 1334,-48-128-1081,-4 2-1,13 61-477,-45-145 4,1 0 0,0 0 0,0 1-1,0-1 1,0 0 0,1 0 0,-1 0 0,1 0 0,0-1-1,-1 1 1,1 0 0,1-1 0,-1 2-4,-1-4 1,-1 0-1,1 0 1,-1 0 0,1 1 0,-1-1-1,1 0 1,-1 0 0,1 0 0,-1 0-1,0 0 1,1 0 0,-1 0 0,1 0-1,0 0 1,-1 0 0,0 0 0,1 0-1,-1 0 1,1 0 0,-1 0 0,1-1-1,-1 1 1,1 0 0,-1 0 0,1 0-1,-1-1 1,1 1 0,-1 0 0,0-1-1,17-23 45,9-33 110,6-27-155,-16 40-127,1 1 1,3 1-1,16-26 127,-36 67-26,2-3-471,0 1-1,1-1 1,-1 1-1,1 0 1,0-1-1,-1 1 0,1 0 1,1 1-1,-1-1 498,3 1-5829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15811,'0'0'3065,"0"0"-1705,0 0 1217,0 195-929,0-104-496,-11 6-431,0-3-185,2-7-328,4-11-56,5-9-136,0-15-16,0-10-24,0-12-328,0-15-600,0-13-641,0-27-919,0-19-3378,-11-13-6408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09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10818,'0'0'2453,"20"-21"125,-3 1-1710,-8 7-497,1 2 0,1-1 0,0 1-1,0 1 1,1 0 0,0 1-1,1 0 1,0 1 0,0 0-1,1 1 1,5-2-371,-8 5 218,0 0-1,1 1 1,0 1-1,0 0 1,0 0-1,0 1 1,0 0-1,0 1 0,0 1 1,0 0-1,4 1-217,-11-1 45,0 0-1,-1 1 0,1-1 1,-1 1-1,1-1 0,-1 2 1,0-1-1,0 0 0,0 1 0,0 0 1,0-1-1,0 2 0,-1-1 1,1 0-1,-1 1 0,0-1 1,0 1-1,0 0 0,-1 0 0,1 0 1,-1 1-1,0-1 0,0 1 1,-1-1-1,1 1 0,-1-1 1,0 1-1,0 4-44,0 1 47,0 0 1,-1 0-1,-1 0 0,0 0 1,0-1-1,-1 1 1,0 0-1,-1 0 0,0-1 1,0 0-1,-1 1 1,0-1-1,-1-1 0,0 1 1,0-1-1,-1 1 1,0-2-1,0 1 0,-1-1 1,0 0-1,-1 0 1,-1 0-48,-14 12 120,0-1 1,-2-1-1,0-1 1,-1-1-1,-1-1 1,-24 8-121,49-21-3,-31 10 35,32-10-38,0 0 1,0-1-1,0 0 0,0 1 1,0-1-1,-1 0 0,1 1 1,0-1-1,0 0 1,0 0-1,-1 0 0,1 0 1,0 0-1,0 0 0,0-1 1,-1 1-1,1 0 0,0 0 1,0-1-1,0 1 1,0-1-1,-1 0 6,7-11-764,6 1-564,0 1 0,0 0 0,1 1 0,1 0 0,3-2 1328,31-17-6748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10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9250,'0'0'8898,"0"0"-7274,0 0 985,0 0-873,-146 193-832,116-121-183,14-1-273,16-6-184,0-9-192,13-11-72,20-10-56,6-11-432,5-11-465,16-13-1327,-7-5-3241,-9-17-6202</inkml:trace>
  <inkml:trace contextRef="#ctx0" brushRef="#br0" timeOffset="1">402 58 12963,'0'0'6753,"0"0"-5240,0 0 335,0 0-440,157 123-592,-116-63-359,-5-1-105,-3-2-200,-6-10-88,1-10-64,-9-10-376,3-17-969,-8-7-3320,-6-3-7177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10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 16235,'0'0'2785,"0"0"-632,0 0 391,-135 156-1104,86-95-639,2-1-401,11-11-296,14-9-104,11-13-8,11-20-777,11-7-1487,14 0-3737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10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17268,'0'0'2526,"0"0"-631,0 0-160,0 0-831,-14 25-575,-43 78-129,54-98-179,1 0-1,0 0 0,0 1 0,0-1 0,0 1 1,1 0-1,0-1 0,0 1 0,1 0 1,-1 0-1,1-1 0,0 1 0,1 0 0,0 0 1,-1-1-1,3 6-20,-1-6 55,0 0-1,1 0 1,-1-1 0,1 1 0,0-1-1,0 1 1,1-1 0,-1 0 0,1 0-1,0-1 1,0 1 0,0-1 0,0 0-1,5 3-54,4 0-25,0 1-1,1-2 1,0 1-1,-1-2 1,2 0-1,-1-1 1,0 0-1,1-1 1,-1-1-1,10 0 26,8-1-4761,-27 0-1175</inkml:trace>
  <inkml:trace contextRef="#ctx0" brushRef="#br0" timeOffset="1">47 502 6329,'0'0'9386,"0"0"-6889,0 0-41,0 0-575,0 0-1033,0 0-848,168-9-752,-122-11-3145,-7-2-3465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11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16892,'0'0'4002,"0"0"-2058,0 0-578,0 0-138,1 26-402,3 196 219,-4-215-1020,0 0-12,0 0 1,0 0-1,1 0 1,-1-1-1,2 1 1,-1 0-1,2 3-13,-2-8 0,0 0 0,0 0 1,0 0-1,0-1 0,0 1 0,0-1 0,1 1 0,-1-1 0,1 1 0,-1-1 0,1 0 0,0 0 0,-1 1 0,1-1 1,0-1-1,0 1 0,0 0 0,0 0 0,0-1 0,-1 1 0,1-1 0,0 1 0,0-1 0,1 0 0,-1 0 0,0 0 1,1 0-1,18 1-15,1 0 1,0-2 0,0 0 0,0-2 0,13-3 14,-28 5-273,-1-1 0,0 0 0,0 0 0,1-1 0,-2 1-1,1-1 1,0-1 0,-1 1 0,1-1 0,-1 0 0,0 0 0,0 0 0,0-1 0,-1 0 0,0 0 0,0 0 0,0 0 0,0-1-1,-1 0 1,0 1 0,1-5 273,7-20-2455,5-52-10201,-13 57 12505,-2 0 4211,-1 24 1266,0 1-2038,0 4-1162,0 53 3812,8 53-5938,-5-87-411,1 0 0,1-1 0,1 0 0,1 0 0,1-1 0,5 10 411,-4-16-4567,-1-8-3853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11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19452,'0'0'2313,"0"0"-849,0 0 408,33 202-887,-33-103-329,0 3 64,-17-6-424,-5-7-152,-3-12-144,3-8-208,0-7-368,-2-7-504,-20 9-873,5-15-2952,3-9-4601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12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14387,'0'0'1888,"0"0"-1359,0 0 143,168-18-304,-111 16-368,-4 2-48,2 0-1000,-17 0-3121,-16 0-7930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12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1640,'0'0'11339,"0"0"-9283,0 0 617,0 0-137,0 0-1431,204-20-1105,-92 3-1153,-4 0-4232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13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14363,'0'0'2578,"0"0"-411,3-27 51,15-85-830,-16 104-1258,-1 1 1,1 0-1,0 0 0,1 0 0,0 0 0,3-4-130,-6 10 48,1 0 0,0-1 0,0 1 0,0 0 0,-1 0 0,1 0 0,0 0-1,1 0 1,-1 0 0,0 0 0,0 1 0,0-1 0,0 0 0,1 1 0,-1-1 0,0 1 0,1-1 0,-1 1 0,0-1 0,1 1-1,-1 0 1,1 0 0,0 0-48,-1 0 17,0 1 0,1-1-1,-1 1 1,0-1-1,0 1 1,0 0 0,1 0-1,-1 0 1,0-1 0,0 1-1,0 0 1,-1 0-1,1 1 1,0-1 0,0 0-1,0 0 1,-1 0 0,1 0-1,-1 1 1,1-1-1,-1 0 1,1 1 0,-1-1-1,0 0 1,0 1-1,1-1 1,-1 1-17,7 47 90,-5-38-41,4 68 340,-2 1-1,-5 29-388,3 97-1743,1-167-2233,3 1 0,4 16 3976,-2-22-10202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13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14723,'0'0'3905,"0"0"-2377,0 0 585,0 0-1121,146 0-704,-94 0-168,-5 0-120,-6 7-720,-8 11-1353,-8-4-2864,-9 1-4673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25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42 3393,'0'0'1131,"0"0"-313,0 0 616,0 0 467,0 0-274,0 0 1,-4-5 19,1-1-921,-7-9-38,7 0 3579,3 14-2664,0 2-1529,-1-1 0,1 0 0,-1 0 0,1 0 0,-1 1 1,1-1-1,0 0 0,-1 0 0,1 1 0,-1-1 0,1 0 0,0 1 0,-1-1 0,1 1 0,0-1 0,-1 0 0,1 1 0,0-1 0,0 1 1,-1-1-1,1 1 0,0-1 0,0 1 0,0-1 0,0 1 0,0-1 0,-1 1 0,1-1 0,0 1 0,0-1 0,0 1 0,1 0-74,-1 25-164,0-16 385,2 36 138,1-1 0,3 0 0,1-1-1,3 1 1,9 25-359,148 651 1802,-159-680-1766,4 11-1,-5-28-11,-2 0 0,-1 0 0,-1 1 1,0 10-25,3-33-10,-1-1 0,1-1 0,0 1 0,0-1 0,0 0-1,0 0 1,0-1 10,0 1 15,564 20 111,-368-4-118,465 45 44,657 6 13,-1036-61-71,133 1-104,0-19 0,10-19 110,-149 2-22,359-41-517,1-29 539,-273 38 79,249-5-79,376 25-25,-908 37 263,0-4 0,-1-3 0,0-4 1,55-19-239,-135 31-1556,-12 2 350,-24 0-1856,18 1 338,-19-3-4258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51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5 3505,'0'0'1273,"0"0"-219,0 0-1,0 0-248,0 0-101,0 0 496,-1 0-1135,-7 0 10782,9 0-9323,23-4-1378,-17 3 1079,-17 12-701,-245 190 206,255-200-729,0-1-1,0 0 1,0 0 0,0 0 0,-1 0 0,1 0 0,0 0 0,0 0 0,0 0 0,0 1 0,0-1 0,0 0-1,0 0 1,0 0 0,0 0 0,0 0 0,0 1 0,-1-1 0,1 0 0,0 0 0,0 0 0,0 0 0,0 0-1,0 1 1,0-1 0,0 0 0,0 0 0,0 0 0,0 0 0,0 1 0,1-1 0,-1 0 0,0 0 0,0 0-1,0 0 1,0 0 0,0 1 0,0-1 0,0 0 0,0 0 0,0 0 0,0 0 0,1 0 0,-1 0 0,0 0-1,0 1 1,0-1 0,0 0 0,0 0 0,0 0 0,1 0 0,-1 0 0,0 0-1,14 4 53,25 0 45,-32-3-76,-6-1-20,123 16 91,-109-13-92,-1 0-1,1 2 0,-1 0 0,0 0 1,-1 2-1,0-1 0,6 5 0,3 1 161,-19-10-461,1-1 0,0 1 0,-1 0 0,0 0 0,0 1-1,1-1 1,-1 1 0,-1-1 0,4 4 300,-5-4-574,0-1-1,0 1 1,0 0 0,0 0-1,-1 0 1,1 0 0,0 0 0,-1 0-1,1 1 1,-1-1 0,0 0-1,0 0 1,0 2 574,0 4-5749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51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3545,'0'0'8522,"0"0"-7170,0 0 664,0 0-255,0 0-217,0 0-496,0 0-336,163 5-151,-122-5-297,-3 0-144,-2 0-112,0-5 0,0 2-8,2-2-737,12-5-1639,-9 5-1697,-5-4-3273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52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9482,'0'0'3671,"0"0"-1574,0 0 298,0 0-492,0 0-777,0 0-397,11-12-177,33-36-233,-44 48-311,0 0-1,0 0 0,0-1 1,1 1-1,-1 0 1,0 0-1,0 0 1,0-1-1,1 1 0,-1 0 1,0 0-1,0 0 1,1 0-1,-1 0 1,0 0-1,0 0 0,1-1 1,-1 1-1,0 0 1,0 0-1,1 0 1,-1 0-1,0 0 0,0 0 1,1 0-1,-1 0 1,0 0-1,1 0 1,-1 1-1,0-1 0,0 0 1,1 0-1,-1 0 1,0 0-1,0 0 1,0 0-1,1 0 0,-1 1 1,0-1-1,0 0 1,0 0-1,1 0 1,-1 1-1,0-1 1,0 0-1,0 0 0,0 0 1,1 1-1,-1-1 1,0 0-1,0 0 1,0 1-1,0-1 0,0 0 1,0 0-1,0 1 1,0-1-1,0 0 1,0 1-1,0-1 0,0 0 1,0 0-1,0 1 1,0-1-1,0 0 1,0 0-1,0 1 0,0-1 1,0 0-1,-1 0-7,2 25 238,-1-22-158,-2 28 252,-1 1 0,-1 0 0,-2-1 0,-8 25-332,8-29 55,2-10 18,1 1 0,0-1 1,2 1-1,0 6-73,3-23 12,0 0-1,0-1 1,0 1 0,0 0-1,0-1 1,0 1 0,0-1-1,0 1 1,0-1 0,0 0-1,0 0 1,0 0 0,0 0-1,1 0 1,0-1-12,0 1 17,25 0-363,3 1 593,0-1 0,0-2 1,0-2-1,11-2-247,-33 4-151,0-1 1,-1 1 0,1-2-1,-1 1 1,0-1 0,0 0-1,7-5 151,-11 5-356,0 1 0,0 0 0,0-1-1,0 0 1,0 0 0,-1 0 0,0-1-1,0 1 1,0-1 0,0 0-1,-1 1 1,0-1 0,1-3 356,0-3-1087,0 0 0,-1 0 0,-1 0 1,1 0-1,-2-9 1087,-2-61-337,0 22 1918,2 44-450,0 3 1442,0 17-7,0 37-1449,22 646 2007,-20-619-3505,1-67-1403,4-10 448,3-12-2539,3-14-6543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7:52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7154,'0'0'2177,"17"27"21,-1-3-1616,15 23 1057,-1 2 0,21 50-1639,-35-58 818,-1 1 0,-2 0 0,-1 1 0,-3 0 0,0 12-818,-1 18 1584,-3 1 1,-3 55-1585,-4-106 105,-1 0 1,0 0-1,-2 0 1,0 0-1,-2-1 1,0 0-1,-2 0 1,0-1-1,-4 4-105,-23 40-118,-2-2 0,-12 11 118,-8-4-2480,15-30-2882,15-18-1483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27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10 2817,'0'0'762,"0"0"-424,0 0-158,0 0 107,0 0 178,0 0 128,-10 2-91,-30 6-102,39-8-398,1 0 0,0 0 0,-1 0-1,1 0 1,0 0 0,-1 0 0,1 0 0,0 0 0,-1 0-1,1 0 1,0 0 0,-1 0 0,1 0 0,0 0 0,-1 0-1,1 0 1,0 0 0,-1 0 0,1 0 0,0-1 0,0 1-1,-1 0 1,1 0 0,0 0 0,-1 0 0,1-1 0,0 1 0,0 0-1,0 0 1,-1-1 0,1 1 0,0 0 0,0-1 0,0 1-1,0 0 1,-1 0 0,1-1 0,0 1 0,0 0 0,0-1-1,0 1 1,0 0 0,0-1 0,0 1 0,0 0 0,0-1-1,0 1 1,0 0 0,0-1 0,0 1 0,0 0 0,0-1-2,0 1-42,0 0-1,1-1 1,-1 1 0,0 0 0,0-1 0,0 1 0,0 0 0,0-1-1,0 1 1,0 0 0,0-1 0,0 1 0,0 0 0,-1 0 0,1-1 0,0 1-1,0 0 1,0-1 0,0 1 0,0 0 0,-1 0 0,1-1 0,0 1-1,0 0 1,0 0 0,-1-1 0,1 1 0,0 0 0,0 0 0,-1 0 0,1-1-1,0 1 1,0 0 0,-1 0 0,1 0 0,0 0 0,-1 0 0,1 0-1,0-1 1,-1 1 0,1 0 0,0 0 0,0 0 0,-1 0 0,1 0 42,-1 0-88,1 0-164,0 0-754,0 0-1184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2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20 1528,'-30'-16'1441,"24"13"-640,6 3-257,0 0-9,0 0-175,0 0-13,0 0 177,0 0 199,0 0 118,0 0 109,-34 18 1302,-16 18-1786,-3-2 1,-26 12-467,71-42-98,7-4-1185,1 0-2594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4257,'0'0'11081,"0"0"-6771,0 0-1561,0 0-791,0 0-812,17 2 159,45 2 356,59-4-1661,-43-1-82,-62-2 268,-7 2-1786,-1 0-5988,-8 1-2361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5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13315,'0'0'4721,"0"0"-2793,0 0 297,0 0-1305,0 0-528,0 0-160,0 0-160,179-13-40,-129 4-32,18-9-296,-15 6-1744,-4 0-3666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08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10066,'0'0'3937,"0"0"-1610,0 0-53,0 0-823,17-23-679,60-73-214,-72 92-509,-1 0 0,0 0 0,1 1 0,0-1 0,0 1 1,0 0-1,0 1 0,0-1 0,0 1 0,1 0 1,-1 0-1,1 1 0,0 0 0,-1 0 0,1 0 1,0 1-1,0-1 0,-1 1 0,1 1 0,0-1 0,0 1 1,-1 0-1,1 0 0,-1 1 0,1 0-49,1 0 25,-1 1-1,0 0 1,0 0-1,0 0 0,-1 1 1,1 0-1,-1 0 1,0 0-1,0 1 1,0 0-1,-1 0 1,0 0-1,0 0 0,0 1 1,0 0-1,1 4-24,10 17 170,-2 2-1,10 28-169,-20-51 29,39 110 361,32 80-110,-57-159-260,1-1 0,2 0 0,1-2-1,6 5-19,-27-39-18,0 0 0,0 0 0,0-1-1,0 1 1,0 0 0,0 0 0,0 0-1,0 0 1,0-1 0,0 1 0,0 0-1,0 0 1,0 0 0,0-1 0,0 1-1,1 0 1,-1 0 0,0 0 0,0 0-1,0-1 1,0 1 0,0 0 0,0 0-1,0 0 1,1 0 0,-1 0 0,0-1-1,0 1 1,0 0 0,0 0 0,1 0-1,-1 0 1,0 0 0,0 0 0,0 0-1,1 0 1,-1 0 0,0 0 0,0 0-1,0 0 1,1 0 0,-1 0 0,0 0-1,0 0 1,0 0 0,0 0 0,1 0-1,-1 0 1,0 0 0,0 0 0,0 0-1,1 0 1,-1 0 0,0 0 0,0 0-1,0 1 1,0-1 0,1 0 0,-1 0-1,0 0 1,0 0 0,0 0 0,0 1-1,0-1 1,0 0 18,1-17-940,-1 17 754,0-28-3708,-2-2-2428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08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0 12163,'0'0'2840,"0"0"-1085,-13 28 238,-213 415 3102,125-278-3825,-40 69-416,141-233-970,0-7-640,1 0 1,0 0 0,1 0 0,0 0 0,0 0-1,0 0 1,0 1 0,1-1 0,0 1 0,0 0-1,0-1 1,1 1 0,0 1 0,0-1 0,2-1 755,26-29-11461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09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9210,'0'0'5057,"0"0"-2993,0 0 281,0 0-801,0 0-503,0 0-569,0 0-264,163 20-112,-125-20-96,6 0-832,-14-2-3337,-8-6-4657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09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12363,'0'0'2744,"0"0"-1063,0 0 431,0 0-1064,0 0-544,0 0-264,0 0-240,160 19-928,-113-36-2969,-9 2-6585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09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7434,'0'0'7002,"0"0"-3338,0 0-1701,0 0-1023,0 0-233,0 0 225,1 25-121,1 1-619,2 18 207,-2 1 0,-2-1 1,-2 1-400,-14 19 256,12-56-238,1 1-1,1 0 1,-1-1 0,2 1-1,-1 0 1,1 0 0,0 0 0,1 0-1,0 0 1,2 9-18,-2-18 3,0 1 0,1 0 0,-1-1 1,1 1-1,0 0 0,-1-1 0,1 1 0,-1-1 0,1 1 0,0 0 1,0-1-1,-1 0 0,1 1 0,0-1 0,0 0 0,0 1 0,-1-1 0,1 0 1,0 0-1,0 1 0,0-1 0,0 0 0,-1 0 0,1 0 0,1 0-3,29 0 66,-21-1-35,8 1 21,0 0 0,-1-1 0,1-2-1,0 1 1,11-5-52,-21 5-292,-1-1 0,1 0-1,-1-1 1,0 1 0,0-1-1,1-2 293,-2 2-928,0-1-1,-1 0 1,1 0-1,-1-1 1,0 1 0,0-1-1,0-1 929,7-13-6311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10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6121,'0'0'8535,"0"0"-4555,0 0-1949,0 0-1033,0 0-277,1 22 246,0 8-714,4 158 1832,-5-141-1701,-2 0 0,-3-1 0,-3 13-384,-13 18 132,-2 5-565,17-28-3305,6-53-1461,0-1-2660</inkml:trace>
  <inkml:trace contextRef="#ctx0" brushRef="#br0" timeOffset="1">196 426 672,'0'0'12587,"0"0"-9571,0 0 89,0 131-1513,0-89-959,2-2-393,-2-5-152,3-11-88,0-9-664,0-10-2449,2-5-5137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10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36 4993,'0'0'1802,"0"0"366,0 0-322,0 0-487,0 0-279,0 0-106,13-6 14,34-19-117,-49 22-371,-13 1-338,-20 3-49,27 1 2,-1 1 0,1 0 0,0 0 0,0 0 0,1 1 0,-1 1 0,1-1 0,-1 1 0,1 0 0,1 1 0,-1 0 0,1 0 0,0 0 0,1 1 0,-1 0 0,1 0 0,0 0 0,1 0 0,0 1 0,0 0 0,1 0 0,0 0 0,0 0 0,1 1 0,0-1 0,0 1 0,1-1 0,0 1 0,1 5-115,0-12 5,0 0-1,1-1 1,-1 1 0,1 0 0,-1 0-1,1 0 1,0-1 0,0 1-1,0 0 1,0-1 0,0 1 0,0-1-1,0 1 1,1-1 0,-1 0 0,0 0-1,1 1 1,-1-1 0,1 0-1,0 0 1,-1 0 0,1 0 0,0-1-5,49 22 78,-22-10-37,-22-9-47,0 2 1,0-1-1,-1 1 0,1 0 1,-1 0-1,-1 1 1,1-1-1,-1 1 0,0 1 1,0-1-1,-1 1 0,1 1 6,-2-3 79,-1 0 0,1 0 0,-1 0 0,0 0-1,-1 0 1,1 1 0,-1-1 0,0 0 0,-1 1-1,1-1 1,-1 1 0,0-1 0,0 1 0,-1-1 0,0 1-1,0-1 1,0 0 0,-1 3-79,0-5 144,0 1 1,-1-1-1,1 1 0,-1-1 0,0 0 1,0 0-1,0 0 0,0 0 1,0-1-1,-1 1 0,1-1 0,-1 0 1,1 0-1,-1 0 0,0 0 1,-3 0-145,-67 21 517,73-23-528,-5 2-66,-1-1-1,0 0 1,1 0-1,-1-1 1,0 1-1,1-1 0,-4-1 78,10 1-116,-1-1 0,1 1 0,-1-1 0,1 1 0,0-1 0,-1 1 0,1-1 0,0 1 0,0-1 0,-1 1-1,1-1 1,0 1 0,0-1 0,0 0 0,0 1 0,-1-1 0,1 1 0,0-1 0,0 0 0,0 1 0,0-1-1,1 1 1,-1-1 0,0 1 0,0-1 0,0 0 116,0-1-866,0-15-4097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11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14051,'0'0'2921,"0"0"-201,0 0-831,0 128-833,-6-90-648,1-6-272,-1-3-88,-2-4 0,0-5-48,2-3-200,1-4-712,5-13-1353,0 0-1960,0 0-3792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11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8850,'0'0'5228,"0"0"-2989,0 0-651,0 0-236,-12 28-266,0 0-813,-1-1 32,2 0 1,1 1-1,1 0 1,2 0-1,-3 21-305,1 0 555,3 2-1,3-1 0,1 0 0,3 7-554,-1-53 4,0-1 1,1 1-1,0-1 0,-1 1 1,1-1-1,0 0 1,1 1-1,-1-1 0,1 0 1,-1 0-1,1 0 0,0 0 1,0 0-1,0 0 1,1 0-1,-1-1 0,1 1 1,-1-1-1,1 0 1,0 0-1,0 0 0,0 0 1,0 0-1,0-1 0,0 1 1,1-1-1,-1 0 1,0 0-1,1 0 0,-1 0 1,1 0-1,-1-1 0,1 0 1,0 0-1,-1 0 1,1 0-1,-1 0 0,1-1 1,-1 0-1,1 1 1,-1-1-5,2 0 16,0 0 1,0 0-1,-1 0 1,1-1-1,0 1 1,-1-1-1,1 0 1,-1 0-1,0-1 1,0 1 0,0-1-1,0 0 1,0 0-1,0 0 1,-1-1-1,0 1 1,1-1-1,-1 0 1,-1 0 0,1 0-1,-1 0 1,1-1-1,-1 1 1,0-1-1,-1 1 1,1-1-1,-1 0 1,0 1-1,0-1 1,0-3-17,-1 7 29,-1-1 1,1 1-1,-1 0 1,0-1-1,1 1 0,-1 0 1,0 0-1,0-1 0,0 1 1,0 0-1,0 0 1,0 0-1,0 0 0,0 0 1,0 0-1,0 1 1,0-1-1,-1 0 0,1 1 1,0-1-1,-1 0 0,1 1 1,0 0-1,-1-1 1,1 1-1,-1 0 0,1-1 1,-1 1-1,1 0 0,-1 0 1,1 0-1,0 1 1,-1-1-30,-53 4-19,48-2 52,0 0-1,1 1 1,0 0 0,-1 0 0,1 0 0,0 1-1,1 0 1,-1 0 0,1 0 0,-2 2-33,-18 26-2194,24-29 1247,-1 0 0,1 0-1,0 0 1,0 0 0,0 0 0,0 1 0,1-1 0,-1 0 0,1 0 0,0 2 947,0 3-12009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1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11723,'0'0'3120,"0"0"-535,0 0-497,-20 126-1176,4-89-544,-1-5-280,1-7-88,5-8 0,3-9-2448,8-8-4914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12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14371,'0'0'4281,"0"0"-2761,0 0-327,0 0-785,0 0-408,0 0-929,0 0-4536</inkml:trace>
  <inkml:trace contextRef="#ctx0" brushRef="#br0" timeOffset="1">0 1 6161,'157'12'8874,"-152"-12"-6569,15 0-1161,2-2-1144,0-8-1592</inkml:trace>
  <inkml:trace contextRef="#ctx0" brushRef="#br0" timeOffset="2">462 6 13659,'0'0'4433,"0"0"-3321,0 0 56,0 0-1168,0 0-4545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1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14715,'0'0'5225,"0"0"-3856,0 0 167,0 0-936,0 0-600,0 0-4449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2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31 12579,'0'0'5118,"0"0"-2521,0 0-354,0 0-603,0 0-678,0-7-282,0-8-461,0 6 332,0 14 103,3 59-56,10 656 469,-15-461-986,2-227-65,-1 0 1,-1-1-1,-7 31-16,9-62-30,-1 1 0,0 0 1,1-1-1,-1 0 0,1 1 0,-1-1 0,0 1 0,1-1 0,-1 0 1,0 1-1,0-1 0,1 0 0,-1 0 0,0 0 0,0 1 0,1-1 0,-1 0 1,0 0-1,0 0 0,1 0 0,-1 0 0,0-1 0,0 1 0,1 0 0,-1 0 1,0 0-1,0-1 0,1 1 0,-1 0 0,0-1 0,1 1 0,-1 0 0,1-1 1,-1 1-1,0-1 0,1 1 30,-27-15-1375,-23-19-3589,18 9-2660,15 10-191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2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 1488,'0'0'7783,"0"0"-3819,0 0-371,0 0-936,0 0-881,0 0-598,-1-1-1157,1 1-1,0 0 1,-1 0-1,1 0 1,0-1-1,-1 1 1,1 0-1,-1 0 1,1 0-1,-1 0 1,1 0-1,0 0 0,-1 0 1,1 0-1,-1 0 1,1 0-1,-1 0 1,1 0-1,0 0 1,-1 0-1,1 0 1,-1 1-1,1-1 0,0 0 1,-1 0-1,1 0 1,0 1-1,-1-1 1,1 0-1,0 1 1,-1-1-1,1 0 1,0 0-1,-1 1 1,1-1-1,0 1 0,0-1 1,0 0-1,-1 1 1,1-1-1,0 0 1,0 1-1,0-1 1,0 1-21,3 10 158,0 0-1,1 0 1,1 0 0,0 0 0,0-1 0,1 0 0,6 8-158,7 16 304,-5-7-105,12 26-30,2-2-1,3-1 0,23 28-168,-54-78 7,0 1 0,0 0-1,1-1 1,-1 1-1,0-1 1,1 1 0,-1-1-1,0 1 1,1 0-1,-1-1 1,1 1 0,-1-1-1,1 0 1,-1 1-1,1-1 1,-1 1-1,1-1 1,-1 0 0,1 1-1,0-1 1,-1 0-1,1 0 1,0 1 0,-1-1-1,1 0 1,0 0-1,-1 0 1,1 0 0,0 0-1,-1 0 1,1 0-1,0 0 1,-1 0-1,1 0 1,0 0 0,-1-1-1,1 1-6,8-23 424,-4 8-462,16-35 75,3 1 1,17-26-38,12-24 484,-49 81-1236,-7 13-2638,-3 3-3283,1 2-1584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27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179 139 1664,'0'0'8387,"0"0"-5147,0 0-1514,0 0-134,0 0-567,0 0-498,-23 3-168,-69 11-31,133-7 3844,33 1-4356,-57-7 208,-10-1-14,-1 0 1,1 1 0,-1-1-1,0 1 1,0 1 0,1-1-1,-1 1-10,-55-1 640,26 0-600,20-1-29,1 1-1,-1-1 0,1 0 0,-1 0 1,1 0-1,-1-1 0,1 1 1,-1-1-1,1 1 0,-1-1 0,1 0 1,0 0-1,0 0 0,-1 0 0,1 0 1,0 0-1,0-1 0,0 1 0,0-1 1,-1 0-11,2-1 56,-1-1 0,1 0 1,0 1-1,-1-1 0,2 0 1,-1 1-1,0-1 1,1 0-1,-1 0 0,1 0 1,0 0-1,1-3-56,-4 6 11,0 0 0,0 0-1,0 0 1,0 0 0,0 1 0,0-1 0,0 1-1,0 0 1,0 0 0,0 0 0,-1 0 0,1 0-1,-1 1-10,-1-1 8,-6 0-38,8 1 37,0-1 0,1 0 1,-1 0-1,1 0 0,-1 0 0,0 0 0,1-1 0,-1 1 0,1-1 0,-1 0 1,1 0-1,-2 0-7,2-1 6,1 0-1,0 1 1,0-1 0,0 0 0,1 0 0,-1 1 0,0-1 0,1 0 0,-1 0-1,1 0 1,-1 0 0,1 0 0,0 0 0,0 0 0,0 0 0,0 0-1,0 0 1,1-1-6,5-31 34,-5 33-23,-1-1 0,0 1 0,1 0 0,-1 0 0,0 0 0,1-1 0,0 1 0,-1 0 0,1 0 0,0 0 0,-1 0 0,1 0 0,0 0 0,0 0 0,0 0 0,0 1 0,0-1 0,0 0 0,0 0 0,0 1 0,0-1 0,0 1 0,0-1 0,2 0-11,-3 1 14,0 0-10,-38 17 843,37-18-844,1 0 1,0 0-1,0 0 0,1 0 0,-1 0 0,0 0 1,0 0-1,0 0 0,1 0 0,-1 0 0,0 0 0,1 0 1,-1 0-1,1 0 0,-1 1 0,1-1 0,-1 0 1,1 0-1,0 0 0,-1 1 0,1-1 0,0 0 0,-1 1 1,1-1-1,0 1 0,0-1 0,0 1 0,0-1 1,0 1-1,-1 0 0,1-1 0,0 1-3,3 0 0,-1-1 0,1 1 0,-1 0-1,1 0 1,-1 0 0,1 0 0,-1 1 0,1-1-1,-1 1 1,1 0 0,1 2 0,1-1-1,-1 1 1,0 0 0,-1 0-1,1 1 1,0-1-1,-1 1 1,0 0-1,0 0 1,0 1 0,0-1-1,-1 1 1,0 0-1,0 0 1,0 0-1,0 0 1,-1 0 0,0 1-1,1 2 1,-2-7-1,1 0-1,-1 1 1,1-1-1,0 0 0,0 0 1,0 0-1,-1 0 1,1-1-1,0 1 1,0 0-1,0-1 1,0 1-1,0-1 0,0 0 1,1 0-1,-1 0 1,0 0-1,0 0 1,0 0-1,1 0 2,46-4 7,7-7-12,-56 11 5,-1 0-1,1 0 1,0 0-1,0-1 1,0 1 0,0 0-1,0 0 1,0 0 0,0 0-1,0 0 1,0 0 0,0-1-1,0 1 1,0 0-1,0 0 1,0 0 0,0 0-1,0 0 1,0 0 0,0-1-1,0 1 1,0 0 0,0 0-1,0 0 1,0 0-1,0 0 1,0-1 0,0 1-1,0 0 1,0 0 0,0 0-1,0 0 1,0 0 0,0 0-1,1 0 1,-1-1-1,0 1 1,0 0 0,0 0-1,0 0 1,0 0 0,0 0-1,0 0 1,1 0-1,-1 0 1,0 0 0,0 0-1,0 0 1,0 0 0,0 0-1,0 0 1,1 0 0,-1 0-1,0 0 1,0 0-1,0 0 1,0 0 0,0 0-1,1 0 1,-1 0 0,0 0-1,0 0 1,0 0 0,-32-2-2,-107 4 86,147-2-99,-1-1 0,1 0 0,0-1 1,-1 0-1,0 0 0,1-1 1,4-2 14,-3 1-3,-1 1 0,1 0 1,-1 1-1,1 0 0,0 0 1,0 1-1,0 0 1,0 1 2,-8 0-8,-3 2 1,-43 41 20,26-26-15,2 0 0,0 1 0,1 0 0,-4 7 2,18-20-2230,7-9 72,6-7-4824,-4-1-5868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56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5049,'0'0'3047,"0"0"-865,0 0-572,0 0-674,0 0-527,0 0-206,0 0 73,0 0 236,0 0 317,0 0 52,0 0-109,0 0-148,0 0-138,0 0-74,0 0-3,0 0 53,0 0 82,0 0 53,0 0-85,0 0-113,0 0-76,0 0-26,0 0-14,0 0-30,-7 2 277,-3 5-401,0 0 0,0 1 0,1 0 0,0 0 0,1 1 0,0 0 0,0 1 0,-3 6-129,-5 7 27,1 2-1,1 0 1,-2 8-27,-2 11 37,2 1 0,2 0 0,3 1 0,1 1 0,2 0 0,1 8-37,-4 97 103,6 35-103,4-159 1,1 905 52,0-918-454,1 1 1,1 0 0,1-1-1,0 0 1,1 1 0,0-1-1,1 0 1,1-1-1,1 1 401,10 15-4961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06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12051,'0'0'2553,"0"0"3,0 0 578,0 0-1325,0 0-879,0 0-423,4-3-55,-1 1-388,0 1 0,1-1 0,-1 1 1,0 0-1,1 0 0,-1 0 0,1 1 1,-1-1-1,1 1 0,-1 0 0,1 0 0,0 0 1,-1 0-1,1 0 0,-1 1 0,1 0 0,-1 0 1,1 0-1,-1 0 0,0 0 0,0 1 1,1-1-1,-1 1 0,0 0 0,0 0 0,0 0 1,-1 0-1,1 1 0,0 0-64,9 7 76,0 1-1,-1 0 1,-1 1-1,0 1 0,-1-1 1,7 13-76,15 33 294,-3 1 0,-3 2 1,-2 0-1,5 29-294,4 8 265,-3-10-51,9 24 218,24 47-432,-44-121 28,1 0 0,2-1 0,1-2 0,2 0 0,2-1 0,3 0-28,12 12 118,2-2 0,1-3 0,3-1 0,45 29-118,-68-53 40,0-1 1,2-1-1,-1-2 1,2 0-1,0-2 0,0-1 1,1-1-1,0-1 1,0-2-1,0 0 1,15-1-41,-11-3 15,-1-1 0,1-1 0,-1-2 0,0-2 1,0 0-1,16-6-15,-33 7-13,-2 0 1,1-1-1,0 0 0,-1-1 1,0 0-1,-1-1 1,1-1-1,-1 0 0,0 0 1,-1-1-1,0 0 0,-1-1 1,0 0-1,0 0 1,-1-1-1,3-5 13,-6 6-110,0-1-1,0-1 1,-1 1-1,-1-1 1,0 1-1,0-1 1,-1 0 0,-1 0-1,0 0 1,0 0-1,-2 0 1,1 0 0,-1-1-1,-1 2 1,0-1-1,-1 0 1,-1-1 110,-6-21-275,-1 2 1,-2-1-1,-2 2 1,0 0-1,-8-8 275,18 29-9,-52-79-107,52 81 153,-1 1 0,-1-1 0,0 1 0,0 0 1,0 1-1,0-1 0,-1 2 0,0-1 0,-4-1-37,12 7 14,0 0-1,0 0 1,0 0-1,-1-1 1,1 1-1,0 0 1,0 0-1,0 0 1,-1 0-1,1 0 1,0 0-1,0 0 1,0 0-1,0 0 1,-1 0-1,1 0 1,0 0-1,0 0 1,0 0-1,-1 0 1,1 0-1,0 0 1,0 0-1,0 0 1,-1 0-1,1 0 1,0 0-1,0 0 1,0 0-1,-1 1 1,1-1-1,0 0 1,0 0-1,0 0 1,0 0-1,0 0 1,-1 0-1,1 1 1,0-1-1,0 0 1,0 0-1,0 0 1,0 0-1,0 1 1,0-1-1,0 0 1,0 0-1,-1 0 1,1 1-14,1 14 145,9 17-133,12 3 64,1 0 0,1-1 1,15 15-77,29 40 59,-46-57-41,-2 0 0,-1 2 0,-2 0 0,10 30-18,-19-43 8,-2 1-1,0 0 1,-1 0-1,-2 0 1,0 1-1,-1-1 1,-1 1-1,-3 17-7,1-29 4,-2-1 0,1 1 0,-1-1-1,-1 0 1,0 0 0,-1 0 0,0 0-1,0-1 1,-1 0 0,0 0 0,0 0 0,-1-1-1,0 0 1,-1 0 0,0-1 0,0 1-1,-7 3-3,-9 6-81,0-1 0,0 0-1,-1-2 1,-1-1 0,-1-2-1,-7 3 82,-22 4-4003,-43 8 4003,37-14-6408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06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 15107,'0'0'2665,"-17"21"-574,11-14-1869,-11 12 258,2 1 0,0 0 0,1 1-1,1 0 1,1 1 0,1 1 0,-7 22-480,8-11 323,2 1 1,1 0-1,1 0 1,3 0-1,0 1 1,3-1-1,2 18-323,-1-43 30,0 0-1,1 0 1,0 0-1,0-1 1,2 1-1,-1-1 1,1 1-1,0-1 1,1 0-1,0-1 1,0 1-1,1-1 1,0 0-1,1 0 1,0-1-1,0 0 0,0 0 1,1-1-1,0 0 1,0 0-1,2 0-29,0 0 12,1-1 0,0 0-1,-1 0 1,2-1-1,-1-1 1,0 0 0,1-1-1,0 0 1,-1 0-1,1-1 1,0-1-1,0 0 1,0-1 0,0 0-1,-1 0 1,1-1-1,10-4-11,-12 2 10,-1 0-1,0-1 0,0 1 0,-1-2 1,1 1-1,-1-1 0,-1-1 0,1 0 1,-1 0-1,0 0 0,0-1 0,-1 1 1,0-2-1,-1 1 0,1-1 0,-2 0 1,1 0-1,-1 0 0,-1 0 0,3-9-9,-3 10 58,0-1 0,-1 0-1,0 0 1,-1 0 0,1 0-1,-2 0 1,1 0 0,-1 0-1,-1-1 1,0 1 0,0 0-1,-1 0 1,0 0-1,0 1 1,-1-1 0,0 0-1,-1 1 1,0 0 0,0-1-1,0 2 1,-1-1 0,-1 0-1,0 1-57,-10-9 119,0 2 0,-2 0 0,0 1 0,0 0 0,-1 2 0,-1 0-1,0 1 1,0 1 0,-1 1 0,0 1 0,0 0 0,-1 2 0,0 1 0,0 0-1,-16 1-118,37 3-33,-1 0-1,0 0 1,0 1-1,0-1 0,0 1 1,1-1-1,-1 1 1,0 0-1,1 0 0,-1 0 1,0 0-1,1 0 1,-1 0-1,1 0 0,0 0 1,-1 0-1,1 1 1,0-1-1,0 1 0,0-1 1,0 1-1,0-1 1,0 1-1,0 0 1,0 0-1,0-1 0,1 1 1,-1 0-1,1 0 1,0 0-1,-1-1 0,1 1 1,0 0-1,0 0 34,-1 7-506,1 0 0,0-1 0,0 1 0,0-1 0,1 1-1,1 0 1,0 2 506,14 27-5489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07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382 1 15619,'0'0'2316,"9"26"-391,105 362 2850,-99-323-4272,-2 0 0,-3 1 0,-3 0 1,-3 0-1,-4 55-503,-1-97 119,-2-1 0,0 0 0,-1 0 0,-2 0 1,0 0-1,-2-1 0,0 0 0,-1-1 0,-1 1 0,-2-2 1,0 0-1,0 0 0,-2-1 0,-1 0 0,0-2 0,-1 0 0,-1 0 1,-1-1-120,8-9 37,1 0 0,-1 0 0,0-1 0,-1 0 0,0-1 0,0 0 0,0 0 0,-2-1-37,8-2 11,-1-1 0,1 0 0,-1 0 0,0 0 0,1 0 1,-1-1-1,0 0 0,0 0 0,0-1 0,1 1 0,-1-1 0,0-1 0,1 1 0,-1-1 0,1 0 0,-1 0 1,1 0-1,-1-1-11,-3-4-39,0 0 0,1-1 0,-1 0 1,1 0-1,1-1 0,0 1 1,0-2-1,0 1 0,2-1 0,-1 0 1,1 0-1,0-2 39,-9-20-475,2-1 0,1-1 0,-2-12 475,6 11-998,2-1 0,1 0 0,1 0 0,3 0 1,1-11 997,-1-5-3354,0-29-5035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07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1 163 13899,'0'0'5024,"0"0"-2049,0 0-812,30-18-928,100-59-661,-108 66-663,0 1 0,1 1 0,1 0 1,0 2-1,0 1 0,0 1 0,0 0 1,1 2-1,0 1 0,0 2 0,0 0 1,0 1 88,-17-1-173,-3 0 64,0 1 0,0-1 0,0 1 0,-1 0 0,1 0 0,0 0 0,-1 1 0,1 0 0,-1 0 0,1 0 0,-1 0 0,0 1 0,0-1 0,0 1 0,0 0 0,0 0 0,-1 1 0,1-1 0,-1 1 0,0 0 0,0 0 0,0 0 0,-1 0 0,1 0 0,-1 1 0,0-1 0,-1 1 0,1 1 109,6 18 117,-1 1 1,-1 0 0,-1 0 0,-2 1-1,0 3-117,3 20 508,-2-28-360,0 0 0,2 1 1,0-1-1,2-1 1,0 0-1,1 0 1,1 0-1,1-1 0,1-1 1,4 5-149,-12-17 50,1 0 0,0 0-1,0 0 1,1-1 0,-1 0 0,1 0 0,0 0 0,0-1 0,1 0-1,-1 0 1,1-1 0,0 0 0,0 0 0,0 0 0,1-1 0,-1 0-1,0 0 1,1-1 0,0 0 0,-1-1 0,1 1 0,-1-1 0,1-1-1,-1 1 1,1-1 0,0-1 0,-1 1 0,0-2 0,1 1 0,-1 0-1,3-3-48,0 0 60,0-1 1,-1-1-1,0 1 1,0-2-1,0 1 1,-1-1 0,0 0-1,0-1 1,-1 0-1,0 0 1,0-1 0,-1 0-1,-1 0 1,2-5-62,4-7 110,-1-1 0,-2 0 0,0 0-1,-2 0 1,0-1 0,0-11-110,-5 26 40,3-14 68,-2 0 0,0 0 1,-2 0-1,-1-19-108,1 38-3,0 0 0,-1-1 0,1 1 0,-1 0 1,0 0-1,0 0 0,-1 0 0,1 0 0,-1 0 0,0 0 0,0 0 0,0 1 1,0-1-1,-1 1 0,1-1 0,-1 1 0,0 0 0,0 0 0,0 0 0,0 1 1,-1-1-1,1 1 0,-1 0 0,0-1 0,1 2 0,-1-1 0,0 0 0,0 1 1,-1 0 2,-3-1-168,0 1 0,0 0 0,0 0 0,-1 1 0,1 0 1,0 1-1,-1 0 0,1 0 0,0 1 0,0 0 1,0 0-1,0 1 0,1 0 0,-1 0 0,1 1 1,-1 0-1,-5 5 168,-9 7-1164,1 1 1,0 1-1,1 1 1,-10 14 1163,23-25-391,-76 85-5676,12-2-4640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08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0 243 13139,'0'0'2624,"0"0"-1015,0 0-369,0 0-1048,66-151-192,-44 117-320,0 7-496,-8 9-256,-3 6-409,-11 12-583,0 0-3201,0 2 864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08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470 226 6145,'0'0'4713,"0"0"-736,0 0-2384,0 0-929,0 0-408,0 0 56,47-169-312,-44 135-832,-3 12-3889</inkml:trace>
  <inkml:trace contextRef="#ctx0" brushRef="#br0" timeOffset="1">198 389 11987,'0'0'3248,"0"0"561,0 0-2153,0 0-879,0 0-353,0 0-296,-104-146-128,98 119-856,6 9-1049,-5 13-471,-20 5-553,0 25-1688,-8 0-448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09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6 503 5857,'0'0'2865,"0"0"-233,0 0 33,0 0-1057,0 0-992,0 0-616,0 0-1640,-6-114-7714</inkml:trace>
  <inkml:trace contextRef="#ctx0" brushRef="#br0" timeOffset="1">63 70 10002,'0'0'5657,"0"0"-4552,0 0 359,149-52-624,-56 40-152,12 7 152,-3 5-303,-9 2-393,25 53-144,-24-3-737,-14 0-3976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09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1 248 11586,'0'0'1841,"0"0"-1353,0 0-248,99-146-240,-75 111-848,-2 3-1145,-8 10-1007,-8 10-1177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09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91 244 11178,'0'0'1913,"0"0"-37,-4-21-391,-5-34-638,3-1 1,0-40-848,3 81-446,-6 24-352,-5 25-806,11-22-94,1 0-1,1 0 1,0 0 0,1 7 1698,-5 41-4789,5-59 5025,0 0 0,-1-1 0,1 1 0,0 0 0,0-1 0,0 1 0,-1 0 0,1-1 0,0 1 0,-1-1 0,1 1 0,0-1 0,-1 1 0,1-1 0,-1 1 0,1-1 0,-1 1 0,1-1 0,-1 0 0,1 1 0,-1-1 0,0 0 0,1 1 1,-1-1-1,1 0 0,-1 0 0,0 1 0,1-1 0,-1 0 0,0 0 0,1 0 0,-1 0 0,0 0 0,1 0 0,-1 0 0,0 0 0,1 0 0,-1 0 0,1-1 0,-1 1 0,0 0 0,1 0 0,-1-1 0,0 1-236,-4-12 657,8-4-2435,8-4-3537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10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331 463 12099,'0'0'2648,"0"0"-1048,0 0-807,0 0-793,0 0-1161,0 0-5568</inkml:trace>
  <inkml:trace contextRef="#ctx0" brushRef="#br0" timeOffset="1">1 295 12395,'0'0'3088,"0"0"-1095,0 0 559,0 0-1455,0 0-473,132-156-256,-53 114-48,12 2 160,3 8 128,-1 12-200,-2 16-288,-11 4-120,-6 29-96,14 53-1208,-19-8-3425,-12-5-3177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5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1 338 11546,'0'0'2098,"0"0"-101,0 0-402,0 0-452,0 0-82,14-23-75,46-77-135,-56 93-649,0-1 1,-1 0-1,0 0 1,0 0 0,0-1-1,-1 1 1,-1-1-1,1 1 1,-1-1 0,-1 1-1,0-1 1,0 0-1,-1 1 1,0-6-203,-1-18 556,2-21 710,14 78-930,1 52-56,-3 0 0,1 77-280,7 48 107,-18-187-786,3 27 1629,2-25-3706,5-11-5127,-2-6-4174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5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14027,'0'0'2585,"0"0"-857,0 0-32,0 0-912,0 0-415,195 0 47,-134 0-64,-6-2-128,0-6 0,-9 1-176,-4 0-48,-7-1-152,4-2-1553,-12 3-3496,-2-1-7825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6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14843,'0'0'4657,"0"0"-2402,0 0-622,5 21-156,69 326 1564,-8 59-3041,-59-372-307,-1-22-945,-2-22-3294,-1-16-1316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6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0 192 12379,'0'0'2087,"0"0"-24,25-25-168,22-21-856,17-11-1039,-53 49 139,0 1 0,0 0-1,0 0 1,1 1 0,0 1 0,0 0 0,0 1 0,1 0-1,0 1 1,0 0 0,-1 1 0,1 0 0,1 2 0,-1-1 0,0 1-1,7 2-138,-3-2 167,-10 0-93,0 0-1,0 0 1,-1 1-1,1 0 1,0 0 0,0 0-1,-1 1 1,1 0-1,-1 1 1,1 0-1,-1 0 1,0 0-1,5 3-73,-7-2 57,0 0 1,0 0-1,0 0 0,-1 0 1,0 0-1,0 1 0,0-1 0,0 1 1,0 0-1,-1 0 0,0 0 1,0 0-1,0 1 0,-1-1 1,0 0-1,0 1 0,0 2-57,1 4 175,-1-1 0,0 1 0,-1-1-1,0 1 1,-1-1 0,0 0 0,-1 1 0,0-1 0,-1 0 0,0 0-1,-4 10-174,2-12 77,0 0-1,0-1 0,-1 0 0,0 0 0,0 0 0,0 0 0,-1-1 0,-1 0 0,1-1 0,-1 0 0,0 0 1,0 0-1,-8 3-76,2-2-76,0-1 0,-1 0 0,0-1 1,0-1-1,0 0 0,-1-1 0,1 0 1,-1-1-1,0-1 0,0-1 0,-5-1 76,20 2-30,1-1-1,0 0 1,0 0-1,0 0 1,-1 0-1,1 0 1,0 0-1,0 0 1,-1 0 0,1 0-1,0 0 1,0 0-1,0 0 1,-1 0-1,1 0 1,0 0-1,0 0 1,-1 0-1,1 0 1,0 0-1,0 0 1,-1 0 0,1 0-1,0 0 1,0 0-1,0 0 1,-1-1-1,1 1 1,0 0-1,0 0 1,0 0-1,0 0 1,-1-1-1,1 1 1,0 0-1,0 0 1,0 0 0,0-1-1,0 1 1,0 0-1,-1 0 1,1 0-1,0-1 1,0 1-1,0 0 1,0 0-1,0-1 1,0 1-1,0 0 1,0 0 0,0 0-1,0-1 1,0 1-1,0 0 31,12-9-3034,11 1-2440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6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14547,'0'0'3105,"0"0"-145,0 0-1327,0 0-289,-88 146-104,58-65-215,5 11-329,6-1-160,10-4-200,9-8-208,0-10-40,17-12-80,8-12-16,2-13-40,3-10-304,14-22-856,-5 0-1489,-6-5-5721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7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9570,'0'0'4729,"0"0"-2841,0 0 537,0 0-953,141 141-399,-106-72-105,-2 3 184,-2 0-440,-7-6-224,-2-4-312,-2-10-160,-4-7-16,-5-8 0,-3-10-512,-2-10-1144,-1-17-2201,-2 0-504,0-5-6353</inkml:trace>
  <inkml:trace contextRef="#ctx0" brushRef="#br0" timeOffset="1">383 0 3441,'0'0'9074,"0"0"-6658,0 0 1761,-47 134-2144,11-62-409,-8 4-328,0 1-400,0-5-392,6-8-384,2-7-24,8-8-48,6-9-48,6-10-192,8-11-456,8-9-1336,0-7-3105,0-3-2129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7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5049,'0'0'10530,"0"0"-7953,0 0-465,0 0-919,0 0-585,145 0-24,-98 0 88,-3 0-376,-5-5-152,-9 0-144,-8 0-192,-8 2-1728,-12 3-4722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7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14131,'0'0'3001,"0"0"719,0 0-2303,0 0-497,0 0-464,0 0-312,165 17-88,-110-34-56,-8-5-128,2-8-1056,-16 8-2977,-8-1-4377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14755,'0'0'4388,"0"0"-1888,0 0-591,0 0-445,0 0-448,2 26-117,4 89-273,-7-103-537,-1 1 1,0-1-1,-1 1 1,0-1-1,-1 0 1,0 0 0,-1 0-1,0-1 1,-1 0-1,-4 7-89,-18 41 197,26-55-185,-11 44 57,12-47-66,1 0 1,0 0-1,-1 0 1,1 0-1,0 1 1,0-1-1,0 0 1,0 0 0,0 0-1,0 0 1,0 0-1,0 0 1,0 0-1,0 0 1,1 0 0,-1 0-1,0 1 1,1-1-1,-1 0 1,1 0-1,-1-1 1,1 1-1,0 0 1,-1 0 0,1 0-1,0 0 1,0 0-1,-1-1 1,1 1-1,0 0 1,0-1-1,0 1 1,0-1 0,0 1-1,0-1 1,0 1-1,0-1 1,0 1-4,29 1-184,-1-1 0,1-2 1,0 0-1,-1-2 0,0-1 0,0-2 0,0 0 1,0-2-1,-1-2 0,18-8 184,-43 17-157,-1 0 0,0 0-1,0 0 1,1-1 0,-1 1 0,0-1 0,0 1-1,0-1 1,0 0 0,-1 1 0,1-1-1,0 0 1,-1 0 0,1-1 0,-1 0 157,5-24-7215,-6 12-173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12275,'0'0'4698,"0"0"-1821,0 0-606,0 0-1042,0 0-328,0 0 164,0 30-50,2 234 789,-1-223-1808,-1 7 438,-4 40-434,3-76-277,-1 0 1,0 0 0,-1 0-1,0 0 1,0 0 0,-2-1-1,1 0 1,-2 1 0,-2 4 276,-1-9-2386,4-6-3740,4-1-4406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39:59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10458,'0'0'2809,"0"0"175,69 151-383,-47-64-705,-6 7-215,-8 2 7,-5-2-344,-3-10-255,0-12-505,0-13-176,0-9-240,0-10-104,-11-11-64,-8-4-384,-20 0-784,6-6-1409,3-9-4208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39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13 4241,'0'0'1243,"0"0"344,0 0-174,0 0-384,0 0-258,4-8 441,-1 4 779,-2 6 3809,0 155-3886,0-76-2391,0 0-3457,-4-81-405,-8 0 609,11 0 2961,-14 0-7183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39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 7138,'0'0'2633,"0"0"-619,0 0-112,0 0-596,0 0-650,0 0-376,0 0-272,0 0 1,0 0 0,0 0-1,-1 0 1,1-1 0,0 1-1,0 0 1,0 0 0,-1 0-1,1 0 1,0 0 0,0-1-1,-1 1 1,1 0 0,0 0-1,0 0 1,-1 0-1,1 0 1,0 0 0,0 0-1,-1 0 1,1 0 0,0 0-1,0 0 1,-1 0 0,1 0-1,0 0 1,0 0 0,-1 1-1,1-1 1,0 0 0,0 0-1,-1 0 1,1 0 0,0 0-1,0 0 1,0 1-1,-1-1 1,1 0-9,21 43 871,-5-13-286,0 12-34,-9-25-425,-1 0 0,2 0 0,9 15-126,-16-31 21,0-1-1,-1 1 1,1 0 0,0-1 0,-1 1 0,1 0 0,0-1 0,0 1 0,0-1 0,0 0-1,-1 1 1,1-1 0,0 0 0,0 1 0,0-1 0,0 0 0,0 0 0,0 0-1,0 0 1,0 0 0,0 0 0,0 0 0,0 0 0,0 0 0,0 0 0,-1 0 0,1-1-1,0 1 1,0 0 0,0-1 0,0 1 0,0-1 0,0 1 0,-1-1 0,1 1 0,0-1-1,0 1 1,-1-1 0,1 0 0,0 0-21,34-34 303,-27 26-202,72-83-52,-67 82-3986,-7 8-1671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48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93 6857,'0'0'4648,"0"0"-2258,0 0-488,0 0-485,0 0-344,2-9-12,-1 7-1194,9-38 1978,-10 39-1753,1 0-1,-1-1 0,0 1 1,0 0-1,0 0 1,1 0-1,-1-1 0,-1 1 1,1 0-1,0 0 1,0-1-1,0 1 0,-1 0 1,1 0-1,0 0 1,-1 0-1,1 0 0,-1-1 1,0 1-1,1 0 1,-1 0-1,0 0 0,1 0 1,-1 0-1,0 1 1,0-1-1,0 0 0,0 0 1,0 1-1,0-1 1,0 0-1,0 1 0,0-1 1,-1 0-92,-9-1 61,0 0 1,0 1-1,0 0 1,0 1-1,-1 0 1,1 1-1,0 0 1,0 1 0,0 0-1,0 1 1,1 0-1,-1 0 1,1 1-1,-1 1 1,-7 4-62,12-5 18,-1 0 0,1 0 0,0 1 0,0 0 1,1 0-1,-1 0 0,1 1 0,0 0 1,1 0-1,0 0 0,0 0 0,0 1 0,0-1 1,1 1-1,0 0 0,1 0 0,-1 0 0,1 1 1,1-1-1,0 0 0,0 1 0,0-1 0,1 6-18,0-12 1,0 1 0,1 0 0,-1-1 0,1 1 0,0-1 0,-1 0 0,1 1 0,0-1 0,0 1 0,0-1 0,0 0 0,0 0 0,0 1 0,0-1 0,1 0 0,-1 0 0,0 0 0,1 0-1,-1-1 1,1 1 0,-1 0 0,1 0 0,-1-1 0,1 1 0,-1-1 0,1 0 0,-1 1 0,1-1 0,0 0 0,-1 0 0,1 0 0,1 0-1,67 1 85,-52-2-66,-8 0-13,1 0 0,-2-1 0,1-1 0,0 0 0,0 0 0,-1 0 0,1-2 1,-1 1-1,0-1 0,-1 0 0,1-1 0,-1 0 0,7-6-6,18-17 25,-2-1 1,16-19-26,-42 44 1,11-16-24,-10 15 604,-5 30-300,-1-22-287,-3 480 1364,3-482-1719,0 0-278,-2-10-3790,1-4-2601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48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13539,'0'0'1994,"0"0"143,12 28 128,-1-3-1804,3 5-22,-2 0 0,-1 1 0,-1 0 0,-2 0 0,1 14-438,0 32 1043,-4 0 1,-3 1 0,-3 9-1045,0-71 61,-1 1 0,0-1 0,-1 1 0,-1-1 0,-1 0 0,0 0 0,-1 0 0,-1-1 0,0 0 0,-1 0 0,0-1 0,-1 0 0,-1 0 0,0-1 0,-1 0 0,-6 4-61,17-17-26,0 1 0,-1-1 1,1 0-1,0 0 1,0 0-1,0 1 0,-1-1 1,1 0-1,0 0 0,0 0 1,-1 0-1,1 0 1,0 1-1,0-1 0,-1 0 1,1 0-1,0 0 0,0 0 1,-1 0-1,1 0 1,0 0-1,-1 0 0,1 0 1,0 0-1,0 0 0,-1 0 1,1 0-1,0 0 0,0 0 1,-1-1-1,1 1 1,0 0-1,-1 0 0,1 0 1,0 0-1,0 0 0,0-1 1,-1 1-1,1 0 1,0 0-1,0 0 0,0-1 1,-1 1-1,1 0 0,0 0 1,0 0-1,0-1 1,0 1-1,0 0 0,-1 0 1,1-1-1,0 1 0,0 0 1,0-1-1,0 1 1,0 0-1,0 0 0,0-1 1,0 1-1,0 0 0,0-1 1,0 1-1,0 0 1,0 0-1,1-1 26,-2-24-2211,2 20 1132,-1-20-4832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49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10138,'0'0'2677,"0"0"-397,0 0 89,2 27-773,18 192 195,-17-114-3027,-13-121-2560,-21-42-3332,17 31 2670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50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55 6905,'0'0'2285,"0"0"-415,0 0-397,0 0-592,0 0-384,0 0 135,0-9 224,0-17-166,0 7 2070,-14 40-1658,0 11-810,-1 0 0,-2-1 1,-1-1-1,-1 0 0,-2-2 0,0 0 1,-7 4-293,27-32 0,1 1 1,-1-1 0,0 0 0,1 1 0,-1-1-1,1 1 1,-1-1 0,1 1 0,-1-1-1,1 1 1,-1-1 0,1 1 0,-1-1 0,1 1-1,0 0 1,-1-1 0,1 1 0,0-1-1,0 1 1,-1 0 0,1 0 0,0-1 0,0 1-1,0 0 1,0-1 0,0 1 0,0 0-1,0-1 1,0 1 0,0 0 0,0 0 0,0-1-1,1 1 1,-1 0 0,0-1 0,0 1-1,1 0 1,-1-1 0,0 1 0,1-1 0,-1 1-1,1 0 1,-1-1 0,1 1 0,-1-1-1,1 1 1,-1-1 0,1 0 0,-1 1 0,1-1-1,0 0 1,-1 1 0,1-1 0,0 0-1,-1 1 1,1-1 0,0 0 0,-1 0 0,1 0-1,0 0 1,-1 0 0,1 0 0,0 0-1,53 2-5,-45-2 33,74-4-2655,-64 3 286,1 1-2373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53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3913,'0'0'4515,"0"0"-858,0 0-1519,0 0-242,0 0-161,0 0-417,0 0-298,0 0-172,0 0-219,0 0-169,0 0-158,-4 14 15,-10 26-80,3-1 0,1 2 1,2 0-1,1 0 0,2 0 1,3 1-1,1 0 1,3 27-238,-2-60 16,1-1 1,0 1-1,1-1 1,0 1 0,0-1-1,1 0 1,0 0-1,0 0 1,1 0 0,0 0-1,0-1 1,1 1-1,0-1 1,0 0 0,1-1-1,1 3-16,1-2-231,0 0 0,0 0 0,1-1-1,-1 0 1,10 4 231,-7-4-1154,1 0-1,0-2 1,0 1 0,11 1 1154,5 0-4952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5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28 9402,'0'0'2327,"0"0"-120,0 0-190,0 0-914,0 0-538,0 0-31,-13 25 78,-39 84 76,50-102-632,-1 0-1,1 0 1,0 0 0,0 0-1,1 0 1,0 0 0,1 0-1,-1 0 1,1 0 0,1 1 0,-1-1-1,1 0 1,0 0 0,1 0-1,0 0 1,0 0 0,0 0-1,1 0 1,0-1 0,0 1 0,1-1-1,0 0 1,0 0 0,0 0-1,1-1 1,0 0 0,0 1-1,0-2 1,1 1 0,-1 0 0,1-1-1,0 0 1,1-1 0,-1 1-1,1-1 1,-1-1 0,1 1-1,0-1 1,0 0 0,0 0 0,0-1-1,0 0 1,0 0 0,1-1-1,-1 0 1,0 0 0,0-1-1,0 0 1,1 0 0,-1-1 0,0 0-1,0 0 1,-1 0 0,1-1-1,0 0 1,-1 0 0,0-1 0,0 0-1,0 0 1,4-3-56,-2-2 39,-1-1 1,1 1 0,-2-1-1,0 0 1,0-1 0,0 0-1,-1 1 1,-1-2-1,0 1 1,-1 0 0,0-1-1,0 0 1,-2 1-1,1-1 1,-1 0 0,-1 0-1,0 0 1,-1 0-1,0 0 1,-2-5-40,2 12 64,-1 0 1,1-1-1,-1 1 0,-1 0 1,1 0-1,-1 1 0,0-1 1,0 0-1,0 1 0,0 0 1,-1 0-1,0 0 0,0 0 1,0 0-1,0 1 0,-1 0 0,1 0 1,-1 0-1,0 0 0,-1 0-64,-3-2 17,-1 1 0,0-1 0,0 2 0,-1-1-1,1 2 1,-1-1 0,1 1 0,-1 1 0,-8 0-17,18 0-37,0 1-1,0 0 1,0 0 0,0 1 0,0-1 0,0 0 0,0 0 0,0 0-1,0 1 1,0-1 0,0 0 0,0 1 0,0-1 0,0 1 0,0-1-1,1 1 1,-1 0 0,0-1 0,0 1 0,1 0 0,-1-1 0,0 1-1,1 0 1,-1 0 0,0 0 0,1 0 0,-1 0 0,1-1 0,0 1-1,-1 0 1,1 0 0,0 0 0,-1 0 0,1 1 37,2 37-6246,5-17-1774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54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11002,'0'0'2281,"0"0"623,0 0-327,0 153-1353,0-111-736,0-5-224,0-7-144,0-5-120,0-10-192,0-10-2856,0-5-5418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54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32 197 7538,'0'0'2764,"0"0"-421,0 0-512,2-21-437,0 2-992,6-70 1082,-6 22 2533,7 74-3008,9 43-1066,-2 0 1,-3 1-1,-1 0 0,-3 1 0,1 31 57,-9-20-1996,-1-39-1684,0-23 3598,-1 0 0,1-1 0,-1 1 0,1-1 0,-1 1 0,1-1 0,-1 1 0,1-1 0,-1 1 0,1-1 0,-1 1 0,0-1 0,1 0 0,-1 1 0,0-1 0,1 0 0,-1 0 0,0 1 0,1-1 0,-1 0 0,0 0 0,1 0 0,-1 0 0,0 0 0,0 0 0,0 0 82,-27 2 178,20-2-284,-6 0 187,5 0 252,0 1 1,-1 0-1,1 0 0,0 0 0,0 2 0,-3 0-333,12-3 57,0 0 0,0 0-1,0 1 1,0-1 0,0 0 0,0 0-1,0 1 1,0-1 0,1 0-1,-1 0 1,0 1 0,0-1-1,0 0 1,0 0 0,0 1 0,0-1-1,0 0 1,1 0 0,-1 0-1,0 0 1,0 1 0,0-1 0,1 0-1,-1 0 1,0 0 0,0 0-1,0 0 1,1 1 0,-1-1-1,0 0 1,0 0 0,1 0 0,-1 0-1,0 0 1,0 0 0,1 0-1,-1 0 1,0 0 0,0 0 0,1 0-1,-1 0 1,0 0 0,0 0-1,1 0 1,-1 0 0,0 0 0,0 0-1,1-1-56,15 5 492,109-3 621,-42-9-5910,-53 3-2269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55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6177,'0'0'4681,"0"0"-2904,0 0 655,88 151-1063,-66-85 7,-6 6-144,-7 0-480,-9-5-384,0-3-176,-3-7-104,-25-3-24,-5 1-64,-33 17-872,9-13-2048,2-7-7491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2:03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79 9098,'0'0'2199,"1"29"-331,-1-5-1430,1 23 379,3 0 1,1 0-1,3 4-817,7 32 474,1 9-119,10 23-355,-25-113 25,-9-8 158,-3-10-178,0-1 0,1 0 0,1 0 0,0 0 0,2-1 0,0-1 0,1 1 0,1-1 0,0 0 0,2 0 0,-1-9-5,-4-47 255,4 1 1,4-26-256,0 91 55,0-118 3783,-20 155-3359,-93 145-370,49-79-83,62-91-27,0-1 1,0 1-1,0 0 1,1 0-1,-1 0 1,1 0-1,0 0 1,0 0-1,0 0 1,0 0-1,0 0 1,1 0-1,-1 1 1,1 0 0,1-3-1,-1 1-1,1-1 1,0 0 0,-1 0-1,1 0 1,0 0 0,0 0-1,0 0 1,0 0 0,0 0-1,0-1 1,0 1 0,0 0-1,0 0 1,1-1 0,-1 1-1,0-1 1,0 1 0,0-1-1,1 0 1,-1 1 0,0-1-1,1 0 1,-1 0 0,0 0-1,1 0 1,-1 0 0,0 0-1,1 0 1,-1-1 0,1 1 1,194-15-1653,-159 15-1422,-6 0-1767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2:03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8090,'0'0'1504,"0"0"-736,0 0 208,146-5-976,-97-8-4160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2:0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23 10922,'0'0'3346,"0"0"-1925,0 0-218,0 0-229,-8 26-432,-55 177 291,60-196-791,1 1-1,1 0 0,-1 1 0,2-1 0,-1 0 0,1 3-41,0-10 33,1-1-1,-1 1 1,1 0 0,-1-1-1,1 0 1,-1 1-1,1-1 1,-1 1 0,1-1-1,-1 0 1,1 1-1,0-1 1,-1 0 0,1 1-1,0-1 1,-1 0-1,1 0 1,0 0 0,-1 0-1,1 0 1,0 0 0,-1 0-1,1 0 1,0 0-1,-1 0 1,2 0-33,26 0 270,-20 0-170,2-1-176,1 0 0,-1-1 0,0 0 0,1 0 0,-1-1 0,0-1 0,0 1 0,-1-2 0,1 1 0,0-2 76,56-36-5220,-40 23-1152</inkml:trace>
  <inkml:trace contextRef="#ctx0" brushRef="#br0" timeOffset="1">81 23 11562,'181'-22'5890,"-181"24"-3626,0 31-839,0 14-137,0 14-232,3 11-600,2 5-240,6-5-208,0-6-8,6 1-1256,-3-15-3457,-3-17-6898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33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12483,'0'0'5753,"0"0"-3785,0 0 681,0 0-881,0 0-808,0 0-375,146-3-153,-99 1-120,0-1-136,-9-2-88,1 0-40,-1 1-48,-5-1 0,-5 2-352,-6 1-568,-17 2-593,-5 0-2568,0 5-3944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33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12883,'0'0'3064,"0"0"-551,0 0-513,0 0-455,0 0-249,0 0-672,148 22-416,-76-22-144,-1 0-64,17 0-496,-22 0-1816,-11 0-3986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34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21 9874,'0'0'2818,"0"0"-469,0 0-100,0 0-528,0 0-482,0 0-236,-18-3-118,3-1-687,2 1 19,0-1 1,-1 2-1,1 0 0,-1 1 1,1 0-1,-1 1 0,0 0 0,-10 3-217,15 0 82,1 0 1,-1 1-1,1 0 0,0 0 0,0 1 0,1 0 0,-1 1 0,1-1 0,1 1 0,-1 1 0,1-1 0,0 1 0,0 0 0,-3 7-82,-3 2 69,2 1 0,0 1 0,1 0-1,0 0 1,2 1 0,-1 3-69,5-14 9,1 0 0,0 0 0,0 0 0,1 1 0,0-1-1,0 0 1,1 0 0,0 1 0,1 2-9,0-8 0,-1 0 1,1 0-1,0 0 1,0 0-1,0 0 0,1 0 1,-1 0-1,1 0 1,0 0-1,-1-1 0,1 1 1,0 0-1,1-1 1,-1 0-1,0 0 0,1 1 1,-1-1-1,1 0 1,0-1-1,-1 1 0,1-1 1,0 1-1,0-1 0,2 1 0,22 5 4,-1-1 0,1-1-1,-1-1 1,1-2-1,0 0 1,0-2 0,0-1-1,0-1 1,0-2-1,0 0 1,-1-2 0,0-1-1,1-1-3,-11 2 1,-1 0-1,0-1 0,0-1 1,-1 0-1,0-1 0,-1 0 1,8-7-1,-17 13 5,-1-1 0,0 1 0,0-1 0,0 1 0,0-1 0,-1 0 0,1 0 0,-1 0 0,0 0 0,0 0 0,0 0 0,-1-1 0,1-1-5,-2 3 5,1-1 0,-1 1 0,0 0 0,0 0 0,-1-1 1,1 1-1,-1 0 0,1-1 0,-1 1 0,0 0 0,0 0 1,-1 0-1,1 0 0,-1 0 0,1 0 0,-1 0 0,0 1 1,0-1-1,0 0 0,-1 0-5,-8-7 44,1 0-1,-1 1 1,-1 1 0,1 0 0,-2 0 0,1 1 0,-1 1-1,-9-4-43,0 1 101,0 1 0,0 1 0,-1 0-1,-22-2-100,-43 6-82,87 3 46,0 0 1,0 0 0,0 0-1,-1 0 1,1 0 0,0 0-1,0 0 1,0 1 0,0-1-1,0 0 1,0 1 0,0-1-1,0 1 1,0-1 0,0 1-1,1-1 1,-1 1 0,0-1-1,0 1 1,0 0 0,1 0-1,-1-1 1,0 1 0,1 0-1,-1 0 36,-4 27-3880,5-10-2455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3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12347,'0'0'4024,"0"0"-1223,-75 155-376,45-95-961,5-6-464,3-9-368,3-8-128,3-7-224,5-11-200,5-6-64,6-11-16,0-2-232,19-17-592,12-15-1672,7-8-4474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34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7378,'0'0'6578,"0"0"-3532,0 0-815,33-10-946,112-28-732,-133 35-504,0 1 0,1 0-1,-1 0 1,1 1 0,-1 1-1,1 0 1,-1 0 0,1 1-1,-1 1 1,2 1-49,-10-2 4,-1 0 1,0 0-1,0 1 0,0-1 1,0 1-1,0 0 0,-1 0 1,1 0-1,0 0 0,-1 1 1,1-1-1,-1 1 1,0-1-1,0 1 0,0 0 1,0 0-1,-1 0 0,1 0 1,-1 0-1,1 0 0,-1 0 1,0 0-1,-1 1 0,1-1 1,0 0-1,-1 1 0,0-1 1,0 1-1,0-1 0,0 0 1,0 1-5,-1 2 5,0 0-1,-1 0 1,0 0 0,0 0 0,0 0 0,0-1 0,-1 1 0,0-1-1,0 1 1,-1-1 0,1 0 0,-1-1 0,0 1 0,-1 0 0,1-1-1,-1 0 1,0 0 0,0-1 0,0 1 0,-3 1-5,-3 2 155,0 0-1,-1-1 1,1-1 0,-1 0-1,0 0 1,0-1 0,-1-1 0,1 0-1,-11 1-154,41-11 474,0 1 0,0 0 1,1 2-1,3-1-474,-5 3-10,1 0 1,-1 2 0,1 0 0,0 1-1,-1 1 1,0 0 0,1 1 9,-13-2-6,-1 1 0,1-1 0,0 1 0,-1 0 0,1 0 0,-1 0 0,0 0 0,0 1 0,0 0 0,0 0 1,0 0-1,-1 0 0,1 1 0,-1-1 0,0 1 0,0 0 0,0 0 0,-1 0 0,1 0 0,-1 1 0,0-1 0,0 1 0,0-1 0,-1 1 0,0-1 0,0 1 0,0 1 6,0 0 6,0-1 0,0 0 0,0 1 0,-1-1 0,0 1 0,0-1 0,-1 1 0,1-1 0,-1 1 0,-1-1 0,1 0 0,-1 1 0,0-1 0,0 0 0,0 0 0,0 0 0,-1 0 0,0-1 0,0 1 0,-1-1 0,0 1-6,-3 1 86,0 0-1,0 0 0,-1-1 0,0 1 1,-1-2-1,1 1 0,-1-1 1,1-1-1,-1 1 0,0-2 1,-8 3-86,0-1 146,1-1 0,-1 0 0,0 0 0,1-2 1,-1 0-1,-14-2-146,28 1-20,-1 0 1,0 0-1,1-1 1,-1 0-1,0 1 1,1-1-1,-1 0 1,1-1-1,-1 1 1,1 0-1,0-1 1,0 0-1,-1 0 1,1 0-1,0 0 1,1-1-1,-1 1 1,0-1-1,1 1 1,-1-1-1,1 0 1,0 0-1,0 0 1,0 0-1,0-1 0,1 1 1,-1 0-1,1-1 1,0 1-1,0-1 1,0 1-1,1-1 1,-1-3 19,0-63-4169,1 39-1858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35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13419,'0'0'4042,"0"0"-1465,0 0-545,0 0-805,0 0-503,0 0-150,11 25-76,30 83-91,-39-103-379,-1 0 1,0 0-1,0 0 0,0 0 1,0-1-1,-1 1 1,0 0-1,0 0 0,0 0 1,-1 0-1,0 0 0,0 0 1,0 0-1,0 0 0,-1 0 1,1-1-1,-1 1 0,-1-1 1,1 1-29,-11 31 132,13-34-126,-1 0 1,1 0-1,-1 0 0,1 0 1,0 0-1,0 0 0,0 1 1,0-1-1,0 0 0,1 0 1,-1 0-1,1 0 0,-1 0 1,1 0-1,0 0 0,0 0 1,-1-1-1,1 1 0,1 0 1,-1 0-1,0-1 0,0 1 1,1 0-1,-1-1 0,1 1 1,-1-1-1,1 0 0,-1 0 1,1 1-1,0-1 0,1 0-6,5 2 29,0-1 0,0 0 0,0-1 0,0 0 0,0 0 0,0-1 0,5 0-29,-8 0 0,23 2-1,0-3 0,0 0 0,0-1 0,16-5 1,-36 6-344,1-1 1,-1-1-1,0 1 0,0-1 0,0-1 0,-1 1 1,1-1-1,-1-1 0,0 0 0,0 1 0,-1-2 1,1 1-1,-1-1 0,0 0 0,-1-1 1,1 1-1,1-4 344,-5 5-907,1 0 0,-1 1 0,-1-1 0,1 0 0,-1 0 0,0 0 0,0-1 0,0 1 1,-1 0-1,1-5 907,-3-35-3038,-6-2 5940,3 27 10885,17 66-13149,-3 0-1,-2 1 1,-2-1 0,-1 31-638,0-3 271,9 31-271,-10-79-112,11 43-379,4-30-2931,-7-29-2435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35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9978,'0'0'2567,"0"0"-118,0 0-481,25 4-751,74 17-543,-97-20-653,0-1 0,-1 1 0,1 0 0,0 0 0,-1 0 0,1 0 0,-1 0 0,1 0 0,-1 0 0,1 0 0,-1 0 0,0 1-1,0-1 1,0 1 0,0-1 0,0 1 0,0-1 0,0 1 0,0 0 0,0-1 0,-1 1 0,1 0 0,-1 0 0,1-1 0,-1 1 0,0 0-1,0 0 1,1 0 0,-1-1 0,-1 1 0,1 0 0,0 0 0,0 0-21,-1 4 89,-1-1 0,1 1 0,-1-1 0,0 0-1,0 0 1,0 0 0,-1 0 0,-1 1-89,-2 2 107,0 0 0,-1 0 0,0-1 0,-1 0 0,1-1 0,-1 0 0,0 0 0,-2 0-107,-33 27 148,43-33-98,28 0 78,-3 0-120,-10-1-7,1 1-1,0 0 1,-1 2-1,1 0 1,0 0-1,8 4 0,-20-5 0,0 1-1,0-1 0,0 1 0,-1 0 1,1 0-1,-1 0 0,1 1 1,-1-1-1,0 1 0,0 0 0,0 0 1,0 0-1,-1 0 0,1 0 0,-1 1 1,0-1-1,0 1 0,0 0 0,0-1 1,-1 1-1,1 0 0,-1 0 0,0 0 1,0 0-1,-1 0 0,1 0 1,-1 3 0,1-3 54,-1-1 0,1 1-1,-1 0 1,0-1 0,0 1 0,-1 0 0,1-1 0,-1 1 0,0 0 0,0-1 0,0 1 0,0-1 0,0 0 0,-1 1 0,0-1 0,0 0 0,0 1-54,-1-1 131,-1 1 1,0-1-1,1 0 0,-1-1 0,0 1 0,0-1 1,0 0-1,-1 0 0,1 0 0,0 0 0,-1-1 1,1 1-1,-2-1-131,-19 4 176,-1-1 1,1-1 0,-1-1-1,0-2 1,-10-1-177,4 1 13,31 0-39,0 0-1,0 0 1,0 0-1,1 0 1,-1 0 0,0-1-1,0 1 1,0 0 0,0 0-1,1-1 1,-1 1-1,0-1 1,0 1 0,0 0-1,1-1 1,-1 0-1,0 1 1,1-1 0,-1 1-1,1-1 1,-1 0 0,0 1-1,1-1 1,-1 0-1,1 0 1,0 1 0,-1-1-1,1 0 1,0 0-1,-1 0 1,1 0 0,0 1-1,0-1 1,0 0 0,0 0-1,0 0 1,0 0-1,0-1 27,0 0-318,0-1 0,0 0 0,1 0 0,-1 0-1,1 0 1,0 0 0,0 0 0,0 1 0,0-1-1,1 0 1,-1 1 0,1-1 318,18-20-5260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36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 10082,'0'0'2985,"0"0"-242,0 0-97,-26 2-959,-82 8-854,104-10-779,1 1-1,0-1 0,-1 1 0,1 0 0,0 0 1,0 0-1,0 1 0,0-1 0,0 1 0,0 0 1,0-1-1,1 1 0,-1 1 0,0-1 0,1 0 1,0 0-1,-1 1 0,1 0 0,0-1 0,0 1 1,1 0-1,-2 2-53,1 1 120,0 0 0,0 1 0,1-1 0,0 0 0,0 0 0,1 1-1,0-1 1,0 4-120,0-7 40,0 0-12,1 0 0,-1-1-1,1 1 1,-1-1 0,1 1-1,0 0 1,0-1 0,0 0 0,0 1-1,1-1 1,-1 0 0,0 1-1,1-1 1,0 0 0,0 0-1,-1 0 1,1 0 0,0-1 0,0 1-1,1 0 1,-1-1 0,0 0-1,1 1 1,-1-1 0,0 0-1,1 0 1,-1 0 0,1-1 0,0 1-1,-1-1 1,1 1 0,0-1-28,14 3 35,1-1 0,0 0 1,0-1-1,10-2-35,-13 1-4,-5 0-35,0-1-1,0 0 0,-1 0 1,1-1-1,0-1 0,0 0 1,-1 0-1,0 0 0,9-6 40,-13 7-12,0-1 0,0 0 0,0-1 0,0 1 1,-1-1-1,1 0 0,-1 0 0,0-1 0,0 1 0,-1-1 0,1 0 0,-1 0 0,0 0 0,0 0 0,-1 0 0,1-1 0,0-4 12,-11 123 1251,-3-61-703,3-1-1,2 1 1,3 0-1,1 10-547,2-51-473,-1 25 234,6-22-7780,5-13-4084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36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16700,'0'0'4801,"0"0"-2913,0 0 64,0 0-1151,0 0-801,0 0-417,0 0-3847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50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10666,'0'0'4001,"0"0"-1544,0 0 1287,0 0-1983,0 0-201,0 0-160,13 32-407,12-22-249,5 0-232,12-5-200,4-5-144,7 0-168,2 0-8,-3 0-536,-8-7-616,-14 7-665,-13 0-3016,-12 0-3937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50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1880,'0'0'12083,"0"0"-10371,0 0 2345,0 0-3025,0 0-567,0 0-249,0 0-128,154-8-88,-61-6-1145,-16 1-2807,-5 1-3434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5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8 345 8266,'0'0'4011,"0"0"-1447,1-22 64,1-4-2075,3-28 1355,-3 1 1,-2 0 0,-2-1-1,-6-29-1908,5 186 768,1 19-731,0-24-79,9 85 42,-5-165-520,1-1-1,1 0 1,1 0 0,1 0 0,0-1-1,1 0 1,1 0 0,8 13 520,4 3-5405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0:51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10458,'0'0'4785,"0"0"-2992,0 0 1343,0 0-1831,151 0-881,-85 0-168,6 0-72,-6-2-96,0-8-80,-11 0-8,0-5-904,-17 3-3505,-7 2-6818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15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2513,'0'0'3171,"0"0"746,0 0-705,0 0-411,0 0-163,0 0-494,1-8-625,2-20-637,1 56 219,-1 67 678,-3-39-1056,-2-17-507,2 0-1,2 0 1,2 1-1,1-2 1,5 16-216,-13-118-5068,-12-23-4442,12 49 1051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15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0 1 5777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15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382 182 5777,'-15'-57'971,"-1"-1"249,-2 0 3745,18 58-4795,0-1-1,0 1 0,0 0 1,0-1-1,0 1 1,0 0-1,-1-1 0,1 1 1,0 0-1,0-1 0,0 1 1,0 0-1,0-1 0,-1 1 1,1 0-1,0-1 0,0 1 1,-1 0-1,1 0 0,0-1 1,0 1-1,-1 0 1,1 0-1,0 0 0,-1-1 1,1 1-1,0 0 0,-1 0 1,1 0-1,0 0 0,-1 0 1,1 0-1,0 0 0,-1 0 1,1 0-1,0 0 0,-1 0 1,1 0-1,-1 0 1,1 0-1,0 0 0,-1 0-169,-14 15 2223,-14 39-2855,23-41 1576,-6 6-788,-1 0 1,-1-1 0,0-1-1,-1 0 1,-1-1 0,-1 0-1,0-1 1,-1-1 0,-8 4-157,-6 6 184,1 1 1,-10 13-185,41-37 3,-1-1 0,1 0 0,0 0 1,-1 1-1,1-1 0,0 0 0,-1 0 1,1 1-1,0-1 0,-1 0 0,1 1 0,0-1 1,0 1-1,-1-1 0,1 0 0,0 1 0,0-1 1,0 1-1,0-1 0,0 0 0,0 1 0,0-1 1,0 1-1,-1-1 0,1 1 0,1-1 0,-1 0 1,0 1-1,0-1 0,0 1 0,0-1 0,0 1 1,0-1-1,0 0 0,1 1 0,-1-1 1,0 1-1,0-1-3,21 7 196,43-7 262,-46-1-309,8-1 1,-1 0 0,1-2-1,0-1 1,14-5-150,31-7-619,3 10-3460,-52 7-1584,0 0-4435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1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42 8466,'0'0'4988,"0"0"-2295,0 0 537,0 0-1000,0 0-676,0 0-463,0 0-140,-6-4-171,-16-17-187,23 21-573,-1-1-1,0 1 1,0-1-1,1 1 0,-1-1 1,0 1-1,0-1 0,1 1 1,-1-1-1,0 1 1,1 0-1,-1-1 0,1 1 1,-1 0-1,1-1 1,-1 1-1,1 0 0,-1-1 1,1 1-1,-1 0 0,1 0 1,-1 0-1,1-1 1,-1 1-1,1 0 0,-1 0 1,1 0-1,-1 0 1,1 0-1,-1 0 0,1 0 1,0 0-1,-1 0 0,1 0 1,-1 1-1,1-1-19,26-4 88,-26 4-69,106-4-2160,36 5 2141,-40 0-8582,-61-1-378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18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15195,'0'0'3969,"0"0"-3169,0 0 921,0 0-537,0 0-752,0 0-264,14 154-88,-8-120-32,-4 1-48,4 5-1104,-3-8-3465,-1-7-7426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2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317 160 2985,'0'0'5950,"0"0"-3965,0 0-656,0 0-300,0 0-577,0 0-267,2 12-96,10 32-110,-10-36 5139,-2-87-2962,8 102-1944,-2-10-214,10 39 120,-4 0 0,-1 1 0,-3 0 0,-2 0 0,-1 47-118,-5-91 1447,-1-14-809,-5-40-375,-27-63-121,4-7-142,19 70 21,3 0-1,1-1 1,3 0-1,2-2-20,1 44-1,0 0-1,0-1 0,0 1 0,-1 0 1,1 0-1,-1 0 0,0 0 1,0 0-1,-1-2 2,1 6-1,1-1 0,0 1 0,-1-1 1,1 1-1,0 0 0,-1-1 0,1 1 0,-1-1 0,1 1 1,-1 0-1,1-1 0,-1 1 0,1 0 0,-1-1 1,1 1-1,-1 0 0,1 0 0,-1 0 0,0-1 0,1 1 1,-1 0-1,1 0 0,-1 0 0,1 0 0,-1 0 1,-24 11-30,-11 19 14,2 1 0,2 2 0,0 1 1,3 2-1,-13 20 16,39-52-4,-3 2-2,0 1-1,0 0 0,1 1 1,0-1-1,1 1 0,0 0 0,0 0 1,0 0-1,1 1 0,0-1 1,1 1-1,0 0 0,0 7 7,2-16-4,0 1 0,0-1 0,1 1 0,-1 0 0,1-1-1,-1 1 1,0-1 0,1 1 0,-1-1 0,1 1 0,-1-1 0,1 1-1,0-1 1,-1 0 0,1 1 0,-1-1 0,1 0 0,0 1 0,-1-1-1,1 0 1,0 0 0,-1 1 0,1-1 0,0 0 0,-1 0 0,1 0-1,0 0 1,-1 0 0,1 0 0,0 0 4,30 0-21,-23 0 12,161-10-627,-120 6-287,39 3-4663,-54 1-226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23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11690,'0'0'1881,"0"0"-297,0 0-408,0 0-823,193-32-353,-119 17-48,-19 8-1737,-8 2-4400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23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14443,'0'0'2737,"0"0"-657,0 0-616,0 0-871,0 0-65,-3 158-240,3-101-176,0-3-112,0 8-56,0-12-1721,0-11-3280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24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11867,'0'0'2615,"0"0"-359,0 0-597,0 0-720,0 0-347,29 27-64,95 95-113,-108-104-339,-1 0 0,-1 0 1,0 2-1,-1-1 0,-1 2 0,-1 0 0,-1 0 1,5 17-77,-5-14 50,33 92 146,-6 2-1,-4 1 0,-6 1 1,-4 2-1,-7 0 1,-4 1-1,-6 1 0,-5 7-195,-4-81 92,-1 0 0,-3 0 0,-1-1 0,-3 0 0,-2-1 0,-2 0 0,-2-1 0,-3-1 0,-1-1 0,-2 0 0,-10 11-92,17-29 146,5-6-34,-2-1-1,0 0 1,-14 15-112,27-35-27,-1 1 1,1-1-1,-1 0 1,1 0-1,-1 0 1,1 1-1,-1-1 1,1 0-1,-1 0 1,1 0-1,-1 0 1,1 0 0,-1 0-1,1 0 1,-1 0-1,1 0 1,-1 0-1,1 0 1,-1 0-1,1 0 1,-1-1-1,1 1 1,-1 0-1,1 0 1,-1 0 0,1-1-1,-1 1 1,1 0-1,-1-1 1,1 1-1,0 0 1,-1-1-1,1 1 1,-1-1-1,1 1 1,0 0-1,0-1 1,-1 1-1,1-1 1,0 1 26,-17-24-1864,13 17 530,-10-10-3329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28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97 776,'0'0'771,"0"0"-112,0 0 33,0 0-285,0 0-94,-3-6 39,-6-32 1748,-2-9 7877,11 46-9889,0 1 0,0 0 0,0 0-1,0-1 1,-1 1 0,1 0 0,0 0-1,0-1 1,0 1 0,-1 0-1,1 0 1,0-1 0,0 1 0,0 0-1,-1 0 1,1 0 0,0 0 0,-1-1-1,1 1 1,0 0 0,0 0 0,-1 0-1,1 0 1,0 0 0,-1 0-1,1 0 1,0 0 0,-1 0 0,1 0-1,0 0 1,0 0 0,-1 0 0,1 0-1,0 0 1,-1 0 0,1 0 0,0 0-1,0 0 1,-1 0 0,1 0-1,0 1 1,-1-1 0,1 0 0,0 0-1,0 0 1,-1 1 0,1-1 0,0 0-1,0 0 1,0 0 0,-1 1-1,1-1 1,0 0 0,0 1 0,0-1-1,0 0 1,0 0 0,0 1 0,-1-1-1,1 1-87,-10 17 120,2 20 71,2 0 0,1 1-1,2 0 1,2 0 0,2-1-1,1 6-190,-1-15 62,0-18-19,0 1-1,0-1 1,1 0 0,1 1 0,0-1-1,0 0 1,1 0 0,1-1 0,0 1 0,0-1-1,1 0 1,0 0 0,1-1 0,4 6-43,-4-8-119,-1-1 1,1 1 0,1-1 0,-1 0-1,1 0 1,0-1 0,0 0 0,2 0 118,-2-2-585,0 1 1,0-1-1,0-1 1,0 0-1,1 0 1,-1 0-1,1-1 0,-1-1 1,5 1 584,12-1-4810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28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8850,'0'0'2179,"0"0"-471,-2 27 155,-1 6-1388,-1-4-130,2 1 1,1-1 0,1 1 0,4 20-346,-3-38 144,1 1-1,1-1 1,0 0 0,1 0-1,0 0 1,1 0-1,0-1 1,1 0-1,0 0 1,1 0 0,0-1-1,1 0 1,0 0-1,0 0 1,6 3-144,-6-6 110,1 0 0,-1-1 0,1-1-1,0 1 1,0-2 0,0 1 0,1-1 0,0 0 0,-1-1-1,1-1 1,1 1 0,-1-1 0,0-1 0,0 0 0,1 0 0,-1-1-1,1-1 1,-1 1 0,1-2-110,-7 2 49,0-1-1,1 0 1,-1 0-1,0-1 1,0 1 0,0-1-1,0 1 1,0-1-1,0-1 1,-1 1-1,1 0 1,-1-1 0,1 0-1,-1 0 1,0 0-1,0 0 1,2-4-49,-1 1 102,0 0 0,-1 0-1,0 0 1,0 0 0,-1-1 0,0 0 0,0 1 0,0-1 0,-1 0-1,1-6-101,-1 1 133,-1 0 0,0 0-1,0 0 1,-1 0 0,-1 1-1,0-1 1,0 0 0,-1 1-1,-1-1 1,0 1 0,0 0-1,-1 1 1,-3-4-133,-3-2 150,0 2 1,-1-1-1,0 2 1,-2 0-1,1 0 1,-2 1-1,1 1 1,-8-4-151,11 7 5,-1 2-1,0-1 1,0 1 0,0 1 0,-1 0-1,0 1 1,0 0 0,0 1 0,0 0-1,0 1 1,-12 0-5,24 2-73,0 0 0,1 0 0,-1 0 0,0 0 0,1 0 0,-1 0 0,0 1 0,1-1 0,-1 0 0,1 0 1,-1 1-1,0-1 0,1 0 0,-1 1 0,1-1 0,-1 0 0,1 1 0,-1-1 0,1 1 0,-1-1 0,1 1 0,-1-1 0,1 1 0,0-1 0,-1 1 0,1-1 0,0 1 0,0 0 0,-1-1 0,1 1 0,0-1 0,0 1 0,0 0 0,0-1 0,0 1 0,0 0 73,4 26-5844,15 0-3335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1:29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10114,'0'0'3225,"0"0"-1129,0 0 1049,-19 153-1617,13-106-800,1-5-431,2-5-137,0-7-152,3-13-8,0-9-1889,0-8-3680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53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16564,'0'0'2112,"0"0"-448,0 0 281,0 0-1273,140 0-32,-52-7-136,6-8-320,-6-2-72,-14 0-64,-16-1-48,-12 3-360,-24 8-920,-13 4-1713,-9 3-4184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54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11426,'0'0'6202,"0"0"-4562,0 0 1281,0 0-1713,0 0-672,0 0-136,190-52-344,-119 32 24,-2 3-80,-9 7 0,17 5-736,-13 0-2145,-12 2-6425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54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0 394 9578,'0'0'1748,"0"0"770,0 0-576,0 0-135,0 0 124,0 0-272,3-3-393,5-8-1102,-1 1 0,0-1 1,-1-1-1,0 1 0,0-1 1,-2 0-1,1 0 0,-1 0 1,-1-1-1,-1 1 0,2-12-164,0-22 260,-2 1 0,-3-36-260,0 16 1203,1 64-955,1 15-69,15 81 243,-4 0 0,-3 34-422,-8 456 1269,4-552-1218,6-27-159,7-18-416,27-48-2750,-25 31-1394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55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87 10666,'0'0'1371,"24"0"-66,285-14 2269,-237 13-1194,-61 1 35,-45 0-1045,-150 4 60,-70-1-564,251-3-858,-41-5 76,43 5-82,-1-1 0,1 1-1,0 0 1,0-1 0,0 1 0,-1-1 0,1 0 0,0 1-1,0-1 1,0 0 0,0 0 0,0 0 0,0 0 0,0 0-1,1 0 1,-1 0 0,0 0 0,0 0 0,1 0 0,-1 0 0,1 0-1,-1 0 1,1-1 0,-1 1 0,1 0 0,0 0 0,-1-1-1,1 1 1,0 0 0,0-1-2,0 0-32,1 1 0,-1-1-1,1 1 1,0 0 0,-1-1 0,1 1 0,0 0-1,0-1 1,0 1 0,0 0 0,0 0 0,0 0-1,0 0 1,0 0 0,0 0 0,0 0 0,1 0-1,-1 0 1,0 1 0,1-1 0,-1 1-1,1-1 1,-1 1 0,0-1 0,1 1 0,-1 0-1,1-1 1,-1 1 32,51-8-1628,-43 7 1060,47-4-4744,-3 2-4544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3:57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434 691 8634,'0'0'3377,"0"0"-1812,0 0-107,0 0-675,0 0-502,0 0-104,5-2 233,-3 0-247,0 1 0,0-1 0,0 1-1,0-1 1,0 1 0,0-1 0,0 0 0,-1 0 0,1 0 0,-1 0 0,1 0 0,-1 0-1,0-1 1,0 1 0,0 0 0,0-1 0,0 1 0,-1-1 0,1 1 0,-1 0 0,0-1-1,1 0 1,-1 1 0,0-1 0,0 1 0,-1-1 0,1 1 0,0-1 0,-1 1-1,0 0 1,1-1 0,-1 1 0,0-1 0,0 1 0,-1 0 0,1 0-163,-4-4 73,0 1 1,-1 0-1,0 0 0,0 1 1,0 0-1,-1 0 0,1 0 1,-1 1-1,0 0 0,0 0 1,-6-1-74,-6-2 169,-2 0 0,1 2-1,-14-2-168,19 4 56,-1 0 0,1 1 0,-1 1 0,1 1 0,0 0 0,-11 2-56,19-1 14,1 0-1,-1 0 1,1 1-1,-1-1 1,1 1-1,0 1 1,0-1-1,0 1 1,0 0 0,1 0-1,-1 1 1,1 0-1,1 0 1,-1 0-1,-3 4-13,0 3 17,-1 0 0,2 0-1,0 1 1,0 0 0,1 0-1,1 1 1,0-1 0,0 1 0,2 0-1,0 1 1,0-1 0,2 0-1,0 1 1,0-1 0,1 1 0,1 0-1,2 11-16,-1-21 4,0-1 0,0 0-1,1 1 1,-1-1-1,1-1 1,0 1 0,0 0-1,0-1 1,1 1 0,-1-1-1,1 0 1,0 0 0,0 0-1,0-1 1,0 1-1,0-1 1,1 0 0,-1 0-1,1-1 1,2 2-4,8 1 17,-1 1 0,1-2 0,1 0 0,-1 0 0,15-1-17,-15-1 9,0-1 0,-1 0 0,1-1 0,0-1 0,0-1 0,-1 0 0,1 0 1,6-4-10,-13 3 6,1 1 0,-2-2 0,1 1 0,0-1 0,-1 0 0,0-1 0,0 0 0,-1 0 0,1 0 0,-1-1 0,-1 0 0,1 0 0,-1 0 0,4-8-6,-1-2 1,0 0 0,-1-1-1,-1 0 1,-1 0 0,0 0 0,-1-1 0,-1 1 0,-1-1-1,-1-4 0,1-45-21,-6-62 21,3 106-3,-4-27 5,-2 0 1,-3 0 0,-1 1-1,-3 1 1,-2 0 0,-22-45-3,24 64 13,13 52-101,2 11 97,5 77 34,4-1-1,5 0 0,20 70-42,-19-78-697,-10-36-3172,-3-43 1315,0 16-5040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4:03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6329,'0'0'2888,"0"0"-547,0 0-692,0 0-914,0 0-1,3 9 451,9 40 45,-2 2-1,-2-1 1,-2 1 0,-2 0 0,-3 20-1230,2-13 742,-3-57-96,0-18 757,-6-226-957,7 238-447,0 0 0,0-1 0,0 1 0,1 0 0,0 0 0,0 1 0,0-1 0,1 0 0,0 1 0,0-1 0,0 1 0,0 0 0,0 0 0,1 0 0,0 0 0,0 1 0,0-1 0,0 1 0,0 0 0,1 1 0,0-1 1,1 0 0,2-2-11,0 1 1,0 0-1,1 1 1,-1-1-1,1 2 1,0-1-1,-1 1 1,1 1-1,0-1 1,0 2-1,1-1 1,-1 1-1,0 1 11,-6 0-3,0 0 0,0 0 0,0 1 0,0-1 0,0 1 0,-1 0 0,1 0 0,-1 0 0,1 0-1,-1 1 1,0-1 0,0 1 0,0-1 0,0 1 0,0 0 0,0 0 0,-1-1 0,1 1 0,-1 2 3,26 63 6,-25-63-7,22 91 19,-19-70-10,1 1 0,2-1-1,0-1 1,10 19-8,3-16-2169,-19-26 1533,1 0 1,0 0-1,0 0 1,0 0-1,0-1 1,0 1-1,1-1 1,-1 0-1,0 0 0,1 0 1,-1 0-1,0-1 1,2 1 635,14-1-9677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4:04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9130,'0'0'2578,"0"0"-252,0 0-41,0 0-1308,0 0-577,4 22 228,72 373 2873,-43-183-3013,-34-221-372,0-1-1,1 1 1,0 0 0,0-1 0,1 1 0,0-1 0,1 1 0,0 0-1,1 0 1,-1 0 0,2 0 0,-1 0 0,4-4-116,0 0 28,0 1 0,1 0 1,1 1-1,0 0 0,1 0 0,-1 1 1,2 0-1,0 1 0,1-1-28,1 0-15,1 0 0,1 1 0,0 1 0,0 0 0,0 1 0,1 1 0,0 0 0,0 1 0,0 1 0,1 0 0,0 2 0,0 0 0,-1 0 0,1 2 0,0 0 0,7 1 15,-21 0-1,0-1-1,1 1 1,-1 0 0,0 0-1,0 0 1,-1 1-1,1-1 1,0 1 0,0-1-1,-1 1 1,1 0 0,-1 0-1,1 0 1,-1 1 0,0-1-1,0 0 1,0 1-1,0 0 1,0-1 0,-1 1-1,1 0 1,-1 0 0,1 0-1,-1 0 1,0 0-1,0 0 1,-1 0 0,1 0-1,-1 0 1,1 0 0,-1 2 1,0 1 33,1-1 0,-1 1 0,-1 0 1,1-1-1,-1 1 0,0-1 0,0 1 1,0-1-1,-1 1 0,0-1 0,0 0 1,-1 1-1,1-1 0,-1 0 0,0-1 1,0 1-1,-2 2-33,-8 6 104,0-1 1,-1 0 0,0-1-1,-1 0 1,0-1 0,0 0-1,-1-2 1,-1 0-1,-14 5-104,7-5 23,1-2-1,-1-1 1,0 0-1,0-2 1,0-1-1,-1-1 1,0-1-23,23 0 3,0 1 0,1-1 0,-1 0 0,0 0 0,0 0 0,0 0 0,1-1 0,-1 1 0,0 0 0,0-1 0,1 1 0,-1-1 0,0 0 0,1 1 0,-1-1 0,1 0 0,-1 0 0,1 0 0,-1 0 0,1 0 0,0-1 0,-1 1-3,1-2-30,0 0 1,0-1-1,0 1 0,0 0 0,1 0 0,0 0 0,-1-1 0,1 1 0,1 0 0,-1-1 1,0 1-1,1-1 30,-1 2-101,0 0 0,1 0 0,-1 0 0,1-1 0,0 1 0,0 0 1,0 0-1,0 0 0,0 0 0,0 1 0,0-1 0,0 0 0,1 0 0,-1 1 1,1-1-1,-1 1 0,1-1 0,0 1 0,0-1 101,40-21-5000,-35 20 3363,29-12-7394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4:04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12579,'0'0'3128,"0"0"-1375,0 0 639,0 0-1248,0 0 249,0 0-97,0 0-344,22 146-312,-19-114-232,2-5-239,1-2-89,-3-3-32,2-5-48,1-2-112,7-7-849,1-3-1695,0-5-4434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4:0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12763,'0'0'2019,"0"0"-819,0 0 622,0 0-369,4 21-367,0-3-884,29 153 1866,-31-137-1517,-1-31-141,-1-9-79,0-8-198,-3-27-63,0-29 418,3 65-457,1 1-1,-1 0 1,1 0-1,-1 0 1,1 0-1,1 0 0,-1 1 1,0-1-1,1 0 1,0 0-1,0 1 1,0-1-1,0 1 1,2-2-31,1-1-2,0 0 1,0 1 0,1 0-1,0-1 1,0 2 0,1-1-1,-1 1 1,1 0 0,0 0-1,0 1 1,0 0 0,0 0-1,1 0 1,-1 1 0,1 1-1,0-1 1,0 1 0,-1 0-1,1 1 1,3 0 1,-7 1-1,-1 0 1,0 1-1,0-1 1,0 1-1,-1 0 1,1 0-1,0 0 1,0 0-1,-1 0 0,0 0 1,1 1-1,-1-1 1,0 1-1,0 0 1,0 0-1,0-1 1,-1 1-1,1 0 0,-1 1 1,0-1-1,1 2 1,21 72 133,-21-63-114,0 0-1,-1 1 0,-1-1 0,-1 11-18,1 29-697,1-52 525,0 0 0,-1 0 0,1 0 0,0 0-1,0 0 1,0 0 0,0 0 0,1 0 0,-1 0-1,1-1 1,-1 1 0,1 0 0,-1-1 0,1 1-1,0-1 1,0 0 0,0 0 0,0 1 0,0-1 0,0-1-1,0 1 1,0 0 0,0 0 0,0-1 172,61 17-4054,-54-15 2922,32 4-6281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4:05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47 102 9578,'0'0'1958,"0"0"285,0 0-479,0 0-996,0 0-250,0 0 319,-8 21 174,-23 72-22,29-88-917,1 0 1,-1 0-1,1 0 1,0 1 0,1-1-1,-1 1 1,1-1-1,0 0 1,1 1-1,-1-1 1,1 1 0,0-1-1,0 0 1,1 0-1,0 1 1,-1-1 0,2 0-73,-1-2 36,0 0-1,0 0 1,1 0 0,-1 0 0,1 0 0,0-1 0,0 1 0,0-1 0,0 0-1,0 1 1,1-1 0,-1-1 0,1 1 0,-1-1 0,1 1 0,0-1-1,-1 0 1,2 0-36,5 1 31,-1-1 0,1 0 0,0-1 0,-1 0-1,1-1 1,-1 0 0,1 0 0,0-1 0,-1 0-1,0 0 1,1-1 0,-1-1 0,-1 1 0,1-2-1,7-3-30,-1-2 2,-1-1 0,0 0 0,0 0 1,-2-2-1,1 1 0,6-11-2,-15 19 73,-1-1 1,1 0 0,-1 0 0,0 0 0,0 0 0,-1 0 0,0-1-1,0 0 1,0 1 0,0-1 0,-1 0 0,0 0 0,0 1-1,0-1 1,-1 0 0,0 0 0,0 0 0,-1 0 0,0 0 0,0 0-1,-1-4-73,-1 4 115,0 0 0,-1 1 0,1 0 0,-1-1 0,0 1 0,-1 1-1,1-1 1,-1 0 0,0 1 0,0 0 0,0 1 0,-1-1 0,-3-1-115,0-1 67,0 1-1,-1 0 1,0 0 0,-1 1 0,1 1 0,-1 0 0,-8-2-67,12 4 40,0 0 0,-1 0 0,1 1 0,0 0 0,0 0 0,-1 1-1,1 0 1,0 0 0,-3 1-40,9-1-109,-1-1 0,0 1 0,0 0-1,0 0 1,1 0 0,-1 0 0,0 1-1,1-1 1,-1 0 0,1 1 0,0-1 0,-1 1-1,1-1 1,0 1 109,-1 1-569,1 0 0,0-1 0,0 1 0,0 0 0,0 0 0,0 0 0,1-1 0,-1 1 0,1 0 0,0 0 0,-1 0 0,2 0 569,-1 13-10701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4:05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12683,'0'0'1944,"0"0"834,0 22-467,2 71-1020,-2-85-1162,1-1 1,0 1-1,0-1 0,1 0 1,0 1-1,0-1 0,0 0 0,1 0 1,0 0-1,1 0 0,1 2-129,-1-1 161,-3-7-39,-1-1 75,0-3 74,0-36-94,2 0 1,4-16-178,-4 43 1,0 0 0,1 0 1,0 0-1,1 0 0,0 0 0,1 1 1,0 0-1,1 0 0,5-8-1,-9 16 0,0 0 0,0 1-1,0-1 1,1 0-1,-1 1 1,1 0 0,-1 0-1,1 0 1,0 0-1,0 0 1,0 0 0,0 1-1,0-1 1,0 1-1,1 0 1,-1 0 0,0 0-1,1 0 1,-1 1-1,0-1 1,1 1 0,-1 0-1,1 0 1,-1 0-1,1 0 1,-1 1 0,0-1 0,3 2-7,-1 0 0,0 0 1,0 0-1,0 0 1,0 1-1,0 0 1,-1 0-1,1 0 0,-1 0 1,0 1-1,0 0 1,0-1-1,0 2 1,-1-1-1,0 0 0,2 2 7,4 8 4,-1 0-1,0 1 0,0 0 1,-1 0-1,-1 0 0,-1 1 1,0 0-1,-1 0 0,-1 0 1,-1 1-1,0-1 0,0 12-3,-12-36 75,7-5-64,0 0 1,1 0-1,0-1 0,2 1 0,-1 0 1,1-1-1,1 1 0,1-1 1,0 1-1,0 0 0,2-2-11,0 6 4,0 0 1,0 0-1,1 0 0,0 0 1,1 1-1,0 0 0,0 0 1,1 1-1,0-1 0,0 1 1,0 1-1,1 0 0,4-3-4,-7 5-3,0 1 1,0-1-1,0 1 0,1 1 0,-1-1 0,1 1 1,0 0-1,-1 0 0,1 0 0,0 1 0,0 0 1,0 0-1,0 0 0,0 1 0,0 0 1,0 0-1,1 1 0,-1 0 0,0 0 0,-1 0 1,1 1-1,0 0 0,1 0 3,-2 1 0,1 1 0,-1-1 0,0 1 0,0 0-1,0 1 1,-1-1 0,1 1 0,-1 0 0,0 0 0,-1 0 0,1 1 0,1 3 0,35 80-85,-19-39-589,-13-36-2787,1-8-4176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4:0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12291,'0'0'3816,"0"0"-2783,0 0 1687,0 0-983,-69 175-481,47-88-24,8 4-320,3-2-304,11-7-247,0-15-201,11-10-88,20-15-72,4-8 0,1-9-240,11-7-649,-11-9-2183,-6-6-10051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4:1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11466,'0'0'2225,"0"0"1536,0 0-2297,0 0-472,0 0-400,-58 149-328,28-102-168,-3 5-96,-11 32-536,8-15-3417,3-2-6009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56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81 137 11570,'0'0'4068,"0"0"-2217,0 0-21,0 0-347,0 22-384,0 73-360,-1-87-678,1 1 1,0 0-1,1-1 1,0 1-1,0-1 1,1 1-1,0-1 1,1 1-1,0-1 1,0 0-1,1 0 1,-1-1-1,2 1 1,-1-1-1,1 0 1,6 7-62,-6-10 52,0 0 0,0 0 0,0 0 0,1-1 0,0 0 0,0 0-1,0 0 1,0-1 0,0 0 0,0 0 0,0 0 0,1-1 0,-1 0 0,1 0 0,-1-1 0,1 0 0,0 0 0,-1 0 0,1-1 0,1 0-52,0-1 41,0 0 0,0 0 0,0-1 0,0 0 0,0 0 0,0-1 0,-1 0 1,0 0-1,0-1 0,0 0 0,0 0 0,-1 0 0,0-1 0,0 0 0,-1 0 0,1-1 1,-1 1-1,-1-1 0,1-1 0,-1 1 0,0 0 0,-1-1 0,0 0 0,0-1-41,4-10 100,0 0 0,-2-1 0,-1 0 0,0 0 1,-1 0-1,-1 0 0,-1 0 0,-1-1 0,-2-9-100,2 26 11,0 0 0,-1 0 0,0 0 0,1 0 0,-2 0 0,1 1 0,0-1 0,-1 0 0,1 1 0,-1-1 1,0 1-1,-1-1 0,1 1 0,0 0 0,-1 0 0,0 0 0,0 1 0,1-1 0,-2 0 0,0 0-11,-2 0-12,1 0-1,-1 0 0,0 1 1,-1 0-1,1 0 0,0 0 0,-1 1 1,1-1-1,-1 2 0,1-1 1,-6 1 12,-7 0-299,0 2 1,1 0-1,-1 1 1,0 1-1,1 0 1,0 2-1,0 0 1,0 1 298,-64 36-5260,11 4-5842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57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60 15931,'0'0'2561,"0"0"-521,0 0-59,11 30-616,35 100-662,-37-101-667,-2 0 1,0 1-1,-3-1 0,0 1 0,-1 0 0,-2 0 0,-2 12-36,1-18-123,-2-70 136,-3 0 1,-4-18-14,1 16 124,3 1-1,1-23-123,6 16 45,0 34 55,-2 1-1,0-1 1,-1 0-1,-3-16-99,2 35 11,0 1 0,0-1 0,-1 1 0,1 0 0,0 0 0,-1 0 0,1 0 0,0 0 0,0 0 0,-1 1 0,1-1 0,0 1 0,0 0 0,0-1 0,-1 1 0,0 1-11,-10 7-3,-1 0 0,1 1 0,1 1 0,-1 0-1,2 1 1,-6 7 3,-63 82-43,74-92 34,-3 2 7,2-3-1,1 0-1,-1 0 1,1 1-1,1 0 1,-1 0 0,2 1-1,-1-1 1,1 1-1,1 0 1,0 0 0,0 0-1,1 1 1,-1 5 3,4-15 0,0 0 0,-1 0 0,1 0 0,0-1-1,0 1 1,-1 0 0,1 0 0,0-1 0,0 1 0,0 0 0,0-1 0,0 1 0,0-1 0,0 1 0,0-1 0,0 0 0,0 1 0,0-1 0,0 0 0,1 0-1,-1 0 1,0 0 0,0 0 0,0 0 0,0 0 0,0 0 0,38 1 0,-35-1 0,11 0-41,-1 0-473,-1 0 0,0 0 0,1 1 1,-1 1-1,0 0 0,0 1 0,5 2 514,5 4-5387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57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13947,'0'0'3841,"0"0"-2657,0 0-64,0 131-1120,0-96-728,-6-6-4305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5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12379,'0'0'4409,"0"0"-2122,0 0-1128,0 0-497,-5 30-239,-13 101-205,17-123-179,0 0 0,0 1 1,1-1-1,1 0 0,-1 1 1,1-1-1,1 0 0,-1 0 0,2 0 1,-1 0-1,1 0 0,0 0 1,0-1-1,1 1 0,0-1 1,1 0-1,0 0 0,0-1 1,0 1-1,1-1 0,4 4-39,-5-6 51,1 1 0,0-1-1,0-1 1,0 1 0,0-1 0,1 0-1,0 0 1,-1-1 0,1 0 0,0 0-1,0-1 1,0 1 0,0-2 0,0 1-1,1-1 1,-1 0 0,0 0-1,0-1 1,0 0 0,0 0 0,0-1-1,6-2-50,-7 1 40,0 0 0,0 0 1,-1 0-1,1-1 0,-1 0 0,0 0 0,0 0 0,0 0 0,-1-1 0,1 0 0,-1 0 0,0 0 0,-1-1 0,1 1 0,-1-1 1,0 0-1,-1 0 0,1 0 0,-1 0 0,0-1 0,-1 1 0,1-6-40,0 7 54,-1-1 1,0 1-1,-1-1 1,0 0-1,1 1 0,-2-1 1,1 0-1,-1 0 1,0 1-1,0-1 0,0 1 1,-1-1-1,0 1 1,0 0-1,0-1 0,-1 1 1,1 0-1,-1 0 1,-1 1-1,1-1 1,-1 1-1,0-1 0,1 1 1,-2 0-1,-3-2-54,1 1 17,1 1-1,-1 0 0,-1 0 1,1 1-1,0 0 1,-1 1-1,0-1 1,0 1-1,1 1 1,-1-1-1,0 2 1,0-1-1,0 1 0,0 0 1,-5 1-17,12 0-125,0-1-1,1 1 1,-1-1-1,1 1 1,-1 0 0,1 0-1,-1-1 1,1 1 0,0 0-1,-1 0 1,1-1 0,0 1-1,0 0 1,0 0 0,-1 0-1,1 0 1,0-1 0,0 1-1,0 0 1,0 0 0,0 0-1,0 0 1,1-1 0,-1 1-1,0 0 1,0 0 125,1 2-1095,-1 17-6091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58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17324,'0'0'2800,"0"0"-335,0 0-1329,0 0-688,0 0-392,0 0-56,8 139-320,-8-114-1008,0-3-3177,3-12-6001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5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16796,'0'0'2631,"0"0"-552,0 0-337,-24 5-840,-74 19-536,96-23-359,-1 0 1,1 0-1,0 1 1,1-1-1,-1 0 0,0 1 1,0-1-1,0 1 1,1-1-1,-1 1 1,1 0-1,-1 0 0,1 0 1,0 0-1,0 0 1,0 0-1,0 0 0,0 0 1,0 0-1,1 1 1,-1-1-1,1 0 1,-1 0-1,1 1 0,0-1 1,0 0-1,0 1 1,0-1-1,0 0 0,0 1 1,1-1-1,-1 0 1,1 0-1,0 1 1,0-1-1,0 0 0,0 0 1,0 0-1,1 1-7,1 1 6,0 0-1,1 0 0,-1-1 0,1 0 1,0 0-1,-1 0 0,2 0 1,-1 0-1,0-1 0,0 0 0,1 0 1,-1 0-1,1 0 0,0-1 1,0 0-1,-1 0 0,6 0-5,13 3-66,1-2 0,-1-1 0,4-1 66,-24 0-12,2 0-48,0-1 0,0 1-1,0-1 1,0 0 0,0-1-1,0 1 1,-1-1 0,1 0-1,0 0 1,-1 0 0,1-1-1,-1 1 1,0-1 60,-1 1 43,-1 0 0,1 0 0,-1 0 0,1 0-1,-1-1 1,0 1 0,0-1 0,0 1 0,-1-1 0,1 0 0,-1 0 0,1 0-1,-1 0 1,0 0 0,0 0 0,0 0 0,0 0 0,-1 0 0,1 0 0,-1-4-43,-2 139 683,5 147 503,4-240-1177,-7-38-39,1 0 0,-1 0 0,1 0 0,-1 1 0,1-1 0,0 0 0,0 0-1,0 0 1,0 0 0,-1 0 0,1-1 0,1 1 0,-1 0 0,0 0 0,0 0 0,0-1 0,0 1 0,0-1-1,1 1 1,-1-1 0,0 1 0,0-1 0,1 0 0,-1 0 0,0 1 0,1-1 30,0-1-117,0 1 0,0 0-1,0-1 1,-1 0 0,1 1 0,0-1 0,-1 0 0,1 0 0,-1 0 0,1 0 0,-1 0-1,1 0 1,-1 0 0,1-1 0,-1 1 0,0 0 0,0-1 0,0 1 0,0-1-1,0 1 1,0-1 0,0 0 0,-1 1 0,1-2 117,20-49-5421,-18 44 3287,11-41-10554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59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18460,'0'0'3665,"0"0"-1953,0 0-136,0 0-543,77 161-145,-44-77-88,-5 8-80,-9-1-272,-5-4-232,-11-5-120,-3-8-88,0-2-8,-14-11-344,-8-6-376,-3-8-464,6-15-312,5-15-1145,14-14-5433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59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15371,'0'0'3089,"0"0"-408,0 0-1393,0 0-792,162 7-496,-118-7-96,-3 0-576,-13 0-1089,-9 0-3216,-16 5-6209</inkml:trace>
  <inkml:trace contextRef="#ctx0" brushRef="#br0" timeOffset="1">108 248 14979,'0'0'4465,"0"0"-2480,0 0-265,0 0-656,0 0-720,0 0-344,146 22-704,-89-22-1728,-7 0-3922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59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14163,'0'0'2647,"0"0"-670,-21 22 152,-9 9-703,-25 35-1426,52-62 32,-1 0-1,1 1 1,1-1 0,-1 1-1,1 0 1,0 0-1,0 0 1,0 0 0,0 0-1,1 1 1,0-1-1,0 0 1,1 0 0,-1 1-1,1-1 1,0 1-1,1-1 1,-1 0 0,1 1-1,0-1 1,1 0-1,-1 0 1,1 0 0,0 0-1,0 0 1,0 0-1,1 0 1,0 0 0,0-1-1,0 0 1,0 1-1,1-1 1,0-1 0,0 1-1,0 0 1,0-1-1,0 0 1,1 0 0,-1 0-1,1 0 1,0-1-1,0 0 1,0 0-32,10 3-60,-1 0-1,1-1 1,0-1 0,0 0-1,0-1 1,0-1-1,0 0 1,1-1 0,-1-1-1,6-1 61,-13 1-122,0 0-1,-1-1 0,1 0 0,0 0 1,0-1-1,-1 0 0,0-1 1,0 1-1,5-4 123,-8 4-89,0 0 1,-1 0 0,0 0-1,1 0 1,-1 0-1,-1-1 1,1 0 0,0 1-1,-1-1 1,1 0-1,-1 0 1,-1 0-1,1-1 1,0 1 0,-1 0-1,0-1 1,0 0 88,1-1 53,-1-1 0,0 0 0,-1 0 0,0 1 0,0-1 0,0 0 0,-1 0 1,0 1-1,0-1 0,0 0 0,-1 1 0,0-1 0,-1 1 0,1 0 0,-1-1 0,0 1 0,-1 1 0,1-1 1,-1 0-1,-3-2-53,1 2 174,1 1 0,-1 0 0,0 0 0,-1 1 0,1 0 0,-1 0 0,0 0 0,0 1 0,0 0 1,0 0-1,0 1 0,-1 0 0,1 0 0,-1 1 0,1 0 0,-1 0 0,0 1 0,-2 0-174,8 0 7,0-1 0,0 1 0,0 0 0,0 0 0,0 0 0,0 0 0,0 1 0,0-1 0,0 1 0,0-1 0,1 1 0,-1-1 0,0 1 0,0 0 0,0 0 0,1 0 0,-1 0 0,-1 1-7,2 0-190,0 1 0,0 0 0,1-1 0,-1 1 0,0 0-1,1 0 1,0-1 0,0 1 0,0 0 0,0 0-1,0-1 1,0 2 190,0 3-647,0 18-5608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1:00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16492,'0'0'2992,"0"0"-863,0 0-105,-28 141-1120,26-109-528,2-5-376,0-7-232,0-10-880,0-5-2673,0-5-3608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1:00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3321,'0'0'8023,"0"0"-4716,0 0-1330,28 2-329,13 1-787,37 8-861,-74-10 15,0 0 1,0 0-1,0 1 0,0-1 0,0 1 0,0 0 0,-1 0 0,1 0 0,-1 0 0,0 1 0,1-1 0,-1 1 0,0 0 0,0 0 0,-1 0 0,1 1 0,-1-1 0,0 0 1,1 1-1,-1 0 0,-1-1 0,1 1 0,-1 0 0,2 2-15,-1 5 14,0 0 0,-1-1 0,0 1-1,0 0 1,-1 0 0,0 0 0,-2 2-14,2-7-48,-1 0 1,-1 0-1,1 0 0,-1 0 0,0 0 0,-1-1 1,1 1-1,-1-1 0,0 1 0,-1-1 0,1 0 1,-1 0-1,0 0 0,0-1 0,-2 2 48,-17 21-231,62-25 912,-32-3-561,1 2-1,-1-1 0,1 1 1,-1 0-1,1 0 1,-1 1-1,0 0 0,0 1 1,0-1-1,0 1 0,0 1 1,-1-1-1,1 1 0,-1 0 1,0 1-1,0-1-119,-2 1 58,1-1 0,-2 1 1,1 0-1,0 0 0,-1 1 0,0-1 0,0 1 1,0-1-1,-1 1 0,0 0 0,0 0 0,0 0 1,-1 0-1,0 0 0,0 1 0,-1-1 0,0 0 1,0 0-1,0 3-58,-1-3 76,1-1 0,-2 1 0,1-1 0,0 1-1,-1-1 1,0 0 0,0 1 0,-1-1 0,1 0 0,-1-1 0,0 1 0,-1 0 0,1-1 0,-1 1 0,0-1 0,0 0 0,0-1 0,0 1 0,-1-1 0,1 1-1,-1-2 1,0 1 0,-1 0-76,-4 2 20,-1 0 0,1 0 1,-1-2-1,0 1 0,0-1 0,0-1 0,0 0 0,-1-1 0,1 0 0,0 0 0,-2-1-20,11 0-28,0-1 0,1 1 0,-1 0 0,1 0 0,-1-1 0,0 1 0,1-1 0,-1 1 0,1-1 0,-1 0 0,1 0 0,0 1 0,-1-1 0,1 0 0,0 0 0,0 0 0,-1 0 0,1-1 0,0 1 0,0 0 0,0-1 0,0 1 0,0 0 0,1-1 0,-1 1 0,0-1 0,1 1 0,-1-1 0,1 1-1,-1-2 29,0-5-613,-1 0 0,2-1 0,-1 1 0,1 0-1,1-6 614,-1-1-1641,0-20-3864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1:00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17540,'0'0'3590,"0"0"-1534,0 0-446,0 0-548,0 0-577,10 29-236,31 100-82,-39-121-160,0 1 0,0-1 0,-1 1 0,-1 0 0,1-1 0,-1 1 0,0 0 1,-1-1-1,0 1 0,-1 0 0,0-1 0,0 1 0,0-1 0,-1 0 0,-3 5-7,3-5 10,0 0-1,0 1 1,1 0-1,0-1 1,0 1 0,1 0-1,0 0 1,0 0-10,25-9 116,0-5-410,-1 0 0,1-2 0,-2-1 0,1 0 0,-1-2 0,0 0 1,-1-2-1,5-4 294,-19 11-926,0-1 1,-1-1-1,0 1 0,0-1 1,0 0-1,-1 0 1,0-1-1,0 1 1,-1-1-1,1-2 926,8-18-6233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1:01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11602,'0'0'6530,"0"0"-2577,0 0-2329,0 0-784,0 0-168,0 0 33,-2 178 159,2-106-184,0-3-232,0-5-248,0-12-120,0-12-80,0-11-384,0-14-656,8-15-857,-3 0-3240,4-7-8514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1:01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11963,'0'0'2934,"0"0"-421,0 0-384,29-5-860,89-9-546,-115 13-686,0 1-1,0 0 0,0 0 1,0 0-1,-1 0 1,1 1-1,0-1 0,0 1 1,-1 0-1,1 0 1,0 0-1,-1 0 0,1 0 1,-1 0-1,1 1 0,-1-1 1,1 1-1,-1 0 1,0-1-1,0 1 0,0 0 1,0 0-1,0 1 1,-1-1-1,2 2-36,0 2 55,-1-1 1,0 1-1,-1 0 1,1-1-1,-1 1 1,0 0-1,-1 0 1,1 0-1,-1 0-55,0-1 26,0 2 35,0 0 0,0-1 0,0 1-1,-1 0 1,0-1 0,0 1 0,-1 0-1,0-1 1,0 0 0,-1 1 0,1-1-1,-1 0 1,-1 0 0,-2 4-61,-6 5-336,-1 0 0,0-1 0,-1 0 0,-8 5 336,14-12-471,8-7-204,42-4 610,-39 3 146,0 0-1,1 0 1,-1 0-1,1 0 0,0 1 1,-1 0-1,1-1 1,0 2-1,-1-1 1,1 0-1,-1 1 0,1-1 1,-1 1-1,1 0 1,-1 0-1,1 1 1,-1-1-1,0 1 0,1-1 1,-1 1-1,0 0 1,0 0-1,0 1 1,-1-1-1,3 3-80,3 5 154,0 1 0,-1 0 0,0 1 0,-1-1-1,-1 1 1,0 0 0,0 1 0,-1-1 0,-1 1 0,0 0 0,-1 0 0,0 0-1,-1 0 1,0 0 0,-1 0 0,-1 0 0,0 0 0,-2 8-154,1-16 10,1-1 1,-1 1-1,0-1 0,0 0 1,-1 1-1,0-1 1,1 0-1,-1-1 0,0 1 1,-1 0-1,1-1 1,-1 0-1,1 0 0,-1 0 1,0 0-1,0 0 1,0-1-1,-1 0 0,1 0 1,0 0-1,-1 0 1,0-1-1,1 0 0,-1 0 1,0 0-1,1 0 1,-1-1-1,0 0 0,0 0-10,1 1-164,0-1-1,0 0 0,0 0 1,0 0-1,0-1 0,0 1 0,0-1 1,0 0-1,0 0 0,0 0 0,0-1 1,0 1-1,1-1 0,-1 0 1,1 0-1,-1-1 0,1 1 0,0 0 1,0-1-1,0 0 0,0 0 0,0 0 1,1 0-1,-1 0 0,1-1 1,0 1-1,0-1 0,0 1 0,1-1 1,-1 0-1,1 0 0,0 0 0,0 0 1,0 0-1,0 0 165,1-70-8078,4 41 522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1:01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13259,'0'0'4897,"0"0"-1586,0 0-889,-24 2-970,-75 9-794,95-10-641,1 0 1,-1 0-1,1 0 1,-1 0-1,1 1 1,0-1-1,0 1 0,0 0 1,0 0-1,0 0 1,0 1-1,1-1 1,-1 1-1,1-1 0,-1 1 1,1 0-1,0 0 1,0 0-1,0 0 1,1 0-1,-1 1 0,1-1 1,0 0-1,-1 1-17,0 6 26,0 1 0,0-1 0,1 0 0,0 1 0,0-1 0,2 4-26,-1-11 7,0 1-15,0-1 0,0 1 0,1-1 0,-1 1 0,1 0 0,0-1 0,0 0 0,0 1 0,1-1 0,-1 0 0,1 1 0,0-1 0,0 0 0,0 0 0,0-1 0,0 1 0,1 0 0,-1-1 0,1 1 0,0-1 0,0 0 0,0 0 0,0 0 0,0 0 0,0 0 0,0-1 0,1 1-1,-1-1 1,1 0 0,-1 0 0,1-1 0,-1 1 0,1 0 0,-1-1 0,1 0 0,0 0 8,4 0-124,0 1 0,0-2 0,0 1 0,-1-1 0,1 0 0,0-1 1,0 1-1,-1-2 0,0 1 0,1-1 0,-1 0 0,0 0 0,0-1 0,0 0 0,-1-1 0,5-3 124,-4 1-90,0-1-1,-1 0 1,0-1 0,0 1 0,-1-1 0,0-1 0,0 1-1,0-4 91,3-18 2896,-10 184-922,4 179-400,3-311-2901,-7-38-4448,-7-2-2430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06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121 295 7922,'0'0'1583,"0"0"-26,0 0 124,0 0-538,9-7-64,1-1-642,-6 4-110,1 0-1,-1 0 1,1 1 0,0 0 0,0 0-1,0 0 1,3 0-327,-7 2 234,1 0-1,-1-1 1,0 1-1,1 0 1,-1 0-1,0-1 1,0 1 0,0 0-1,0-1 1,0 1-1,0-1 1,0 0-1,-1 1 1,1-1 0,0 1-1,-1-1 1,1 0-1,-1 0 1,0 1-1,0-1 1,0 0-1,0 0-233,0-46-301,-1 31 647,1 11-292,-1 0 0,0 0 0,-1 0 1,1 0-1,-1 0 0,0 0 0,-1 0 1,0 0-1,0 1 0,0 0 1,0-1-1,-1 1 0,0 0 0,0 1 1,0-1-1,0 1 0,-1 0 1,-2-2-55,0 0 69,0 1 1,0 0 0,0 0 0,-1 0 0,0 1 0,0 1 0,0-1 0,0 1 0,-1 0 0,1 1 0,-1 0 0,-7 0-70,15 2 11,-1 0 1,1 0-1,0 0 1,0 1-1,-1-1 1,1 0-1,0 1 0,0-1 1,0 1-1,0-1 1,0 1-1,0 0 1,-1-1-1,2 1 0,-1 0 1,0 0-1,0 0 1,0 0-1,0 0 1,0 0-1,1 0 0,-1 0 1,0 0-1,1 0 1,-1 0-1,1 0 1,-1 1-1,1-1 0,0 0 1,-1 0-1,1 0 1,0 1-1,0-1 1,0 0-1,0 1-11,-1 56 75,1-42 10,-3 285 923,4 266-434,1-535-600,1-1 0,4 18 26,-4-37-192,-1 0 0,2 0-1,-1-1 1,2 1 0,-1-1-1,2 0 1,5 10 192,9-2-1852,-3-11-2772,-3-7-3914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0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0 290 14307,'0'0'1619,"24"-6"-532,13-4-682,0 3 1,1 1-1,17 0-405,-39 5 31,0 0-1,0 1 1,0 1-1,0 1 0,0 0 1,0 1-1,-1 0 1,1 1-1,-1 1 1,0 1-1,5 2-30,-4 1 8,-1 1 1,0 0-1,0 1 0,0 1 1,-2 0-1,1 0 1,-2 2-1,0 0 0,1 2-8,-6-6 10,0 0-1,0 1 1,-1 0-1,-1 0 1,0 1-1,0 0 1,-1-1-1,0 1 1,-1 1-1,-1-1 1,0 0-1,-1 1 1,0 7-10,0 1 70,-2 20 244,1-41-288,0 0 0,0 0 0,0 0-1,0 0 1,0-1 0,0 1 0,0 0 0,0 0 0,0 0 0,0 0 0,0 0 0,0-1 0,0 1 0,0 0-1,0 0 1,0 0 0,0 0 0,0 0 0,0-1 0,0 1 0,0 0 0,0 0 0,-1 0 0,1 0 0,0 0 0,0 0-1,0 0 1,0-1 0,0 1 0,0 0 0,0 0 0,0 0 0,-1 0 0,1 0 0,0 0 0,0 0 0,0 0 0,0 0-1,0 0 1,-1 0 0,1 0 0,0 0 0,0 0 0,0 0 0,0 0 0,0 0 0,-1 0 0,1 0 0,0 0 0,0 0-1,0 0 1,0 0 0,0 0 0,-1 0 0,1 0 0,0 0 0,0 0 0,0 0 0,0 0 0,0 0 0,0 0 0,-1 1-1,1-1 1,0 0 0,0 0 0,0 0-26,-4-16 849,3-254 1398,2 252-2190,-1-6 7,2-1-1,1 1 0,1-1 1,1 1-1,1 1 0,7-20-63,-10 35-166,0 0 0,0 0 0,1 1 0,0-1 0,0 1 0,1 0 0,0 0 0,0 0 0,0 1 0,1 0 0,0 0 0,1 0 0,-1 1 0,1 0 0,0 0 0,0 1 0,1 0 0,-1 0 0,1 0 0,0 1 0,3 0 166,12-3-2200,1 2-1,-1 1 0,1 1 0,17 1 2201,-39 1 490,-8 22 3160,-29 32-255,24-38-2823,0 1-1,1-1 0,1 2 1,0-1-1,0 7-571,4-10 125,1 1 1,0 0 0,1 0-1,1 0 1,0 1-1,1-1 1,1 0-1,0 1 1,1-1-1,1 0 1,3 13-126,-4-21 15,1 0 0,1 0 0,-1 0-1,1-1 1,1 1 0,-1-1 0,1 0 0,0 0 0,0 0 0,1 0-1,0-1 1,0 1 0,0-1 0,0-1 0,1 1 0,0-1-1,0 0 1,0 0 0,1-1 0,-1 1 0,1-2 0,-1 1-1,1-1 1,0 0 0,4 1-15,-3-1 0,1 0-1,-1-1 1,0 1 0,1-2-1,-1 1 1,1-1 0,-1-1-1,1 0 1,-1 0-1,0 0 1,1-1 0,-1 0-1,5-3 1,-8 3-9,-1-1 0,1 1 1,-1-1-1,1-1 0,-1 1 0,0-1 0,0 1 0,-1-1 0,1 0 0,-1-1 0,0 1 0,0-1 0,0 1 1,-1-1-1,0 0 0,1 0 0,-2 0 0,1 0 0,-1 0 0,1 0 0,-1-5 9,4-30 6,-1 1 0,-2-1-1,-2 1 1,-2-1-6,1-28 363,0 47 361,-1 28-158,-1 35-353,2-13-165,2 0 0,1-1 0,1 1 0,1 0 0,5 12-48,-7-33-196,0-1 0,1 1-1,0-1 1,0 0-1,1 0 1,0 0 0,0-1-1,1 1 1,-1-1 0,1 0-1,1 0 1,-1 0-1,1-1 1,0 0 0,0 0-1,1-1 1,-1 1 0,1-2-1,0 1 1,0-1-1,0 1 1,3-1 196,26 6-5298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07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10202,'0'0'4713,"0"0"-2775,0 0-92,-19 27-541,-57 89-677,71-107-580,0 0 0,1 0 0,1 1 0,-1-1 0,2 1 1,-1 0-1,1-1 0,1 1 0,0 0 0,0 0 0,1 0 0,0 0 0,1 0 0,0 0 0,0 0 0,2 3-48,-2-6 14,0-1 1,1 0-1,0 0 0,0-1 0,0 1 1,1-1-1,0 1 0,0-1 1,0 0-1,0 0 0,1 0 0,0 0 1,0-1-1,0 1 0,1-1 1,0 0-1,-1 0 0,1-1 0,1 0 1,-1 0-1,0 0 0,1 0 0,-1-1 1,1 0-1,0 0 0,5 1-14,-3-1-68,-1 0 0,1-1-1,0 0 1,0 0-1,0 0 1,0-1-1,0 0 1,0-1 0,0 0-1,0 0 1,0-1-1,-1 0 1,1 0-1,-1-1 1,1 0 0,-1 0-1,0-1 1,0 0-1,5-3 69,0-4-524,-1 0-1,0 0 0,0-1 0,-1 0 0,-1-1 0,0 0 1,-1-1-1,0 0 0,-1 0 0,-1-1 0,0 1 0,0-4 525,2-6-34,-2-1 0,0 0 0,-1-4 34,2-74 4759,-7 102-4691,-1 1-1,1 0 1,-1 0 0,1 0 0,-1-1 0,1 1 0,-1 0 0,1 0 0,-1 0 0,0 0-1,1 0 1,-1 0 0,1 0 0,-1 0 0,1 0 0,-1 0 0,1 0 0,-1 0 0,1 0-1,-1 1 1,1-1 0,-1 0 0,1 0 0,-1 1 0,1-1 0,-1 0 0,1 1 0,-1-1-1,1 0 1,0 1 0,-1-1-68,-2 5 38,-1-1-1,1 1 1,0 0-1,0 0 1,1 1-1,0-1 1,0 0-1,0 1 1,0-1-1,1 1 1,0 0-1,0-1 0,1 3-37,-4 81 219,4-81-186,-1 1-3,2 0 0,-1 0 0,1 0 0,0-1 0,1 1-1,0 0 1,1-1 0,0 1 0,0-1 0,0 0 0,1 0 0,0 0 0,2 2-30,-2-6 3,-1 0-1,1 0 1,0 0 0,0 0 0,1-1-1,-1 1 1,1-1 0,-1 0 0,1-1-1,0 1 1,0-1 0,0 0 0,1 0-1,-1 0 1,0-1 0,1 0 0,-1 0-1,1 0 1,-1-1 0,1 0 0,3 0-3,-6 0-64,0 0 1,0-1-1,1 1 1,-1-1-1,0 1 1,0-1-1,0 0 1,0-1-1,0 1 1,0 0-1,0-1 1,0 1-1,-1-1 1,1 0-1,0 0 1,-1 0-1,0-1 1,1 1 63,1-4-96,1 1 0,-1-1 0,0 0-1,0 0 1,-1-1 0,0 1 0,0-1 0,0-2 96,5-17-98,-1 0-1,-2-1 1,-1 1 0,-1-4 98,-2 24 26,4-46 611,-3 37 1004,-4 44-972,0-6-571,0-7 69,0 1 1,2 0 0,0-1-1,1 1 1,2 14-168,-2-27-68,0-1-1,-1 1 1,1-1 0,1 1 0,-1-1-1,1 0 1,-1 1 0,1-1 0,0 0-1,0 0 1,0 0 0,0-1 0,1 1 0,-1 0-1,1-1 1,0 0 0,-1 1 0,1-1-1,0 0 1,1-1 0,-1 1 0,0 0-1,0-1 1,1 0 0,-1 0 0,1 0-1,-1 0 1,1 0 0,0-1 68,27 2-5588,0-2-6249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0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87 3913,'0'0'8495,"0"0"-5796,0 0-1302,0 0-89,11 28-475,1 6-602,1-2 164,0 0 0,2 0-1,16 23-394,-24-42 166,-1 0 1,0 1-1,-1 0 0,0 0 0,-1 0 0,-1 0 1,0 1-1,-1-1 0,-1 1 0,0 10-166,0-20 2,-1 0-1,-1-1 1,1 1-1,0-1 0,-1 1 1,0-1-1,0 1 1,0-1-1,-1 0 1,0 0-1,1 1 1,-2-1-1,1 0 1,0 0-1,-1-1 1,1 1-1,-1 0 1,0-1-1,0 0 1,-1 0-1,1 0 1,-1 0-1,0 0 1,1-1-1,-1 1 1,0-1-1,0 0 1,-1 0-1,1-1 1,0 1-1,0-1 1,-1 0-1,1 0 0,-1-1 1,-3 1-2,7-1-33,-1 1 0,0-1 0,0 0 0,1 0 0,-1-1 0,0 1 0,1 0 0,-1 0 0,0-1 0,1 1 0,-1-1 0,1 0 0,-1 1 0,1-1 0,-1 0 0,1 0 0,-1 0 0,1 0 0,0 0-1,-1 0 1,1 0 0,0 0 0,0-1 0,-1 0 33,0-1-48,0-1 0,0 0 0,1 0 0,-1 0 0,1 1 0,0-2 0,0 1 0,0 0 0,0 0 0,1-2 48,-1-11-243,1-1-1,0 1 0,2-1 1,2-11 243,-1 16-449,1 0 1,0 0-1,1 0 1,0 0-1,1 1 0,1 0 1,0 0-1,0 0 1,1 1-1,5-5 449,-7 8-92,0 1 0,1 0 1,0 0-1,0 1 0,0-1 0,1 2 0,0-1 0,0 1 0,1 0 0,-1 1 0,1 0 1,0 0-1,0 1 0,0 0 0,4 0 92,-11 3 171,0 0 0,-1-1 0,1 1 0,0 1 0,0-1 0,0 0 0,-1 0 0,1 1 0,0-1 0,0 1 0,-1-1 0,1 1 0,-1 0 0,1 0 0,0-1 0,-1 1 0,1 0 0,-1 1 0,0-1 1,1 0-1,-1 0 0,0 1 0,0-1 0,1 1-171,21 43 1905,-9-16-1038,-8-19-765,0 0 0,1 0 0,1-1 0,0 0 0,0-1 0,0 1 0,1-2 0,1 1 0,-1-1 0,1 0 0,0-1 0,1-1 0,-1 1 0,1-2 0,0 1 0,1-1-102,15 3 29,-1-1 0,1-1 0,0-1-1,1-1 1,-1-2 0,12-1-29,-33 1 6,0-1 1,0-1-1,-1 1 1,1-1 0,0 0-1,0 0 1,0-1-1,-1 0 1,1 0-1,-1 0 1,1-1 0,-1 1-1,0-1 1,2-2-7,-4 2 3,1 0 0,-1-1 0,0 1 0,0-1 0,0 0 0,-1 0 0,1 0 1,-1 0-1,0-1 0,0 1 0,-1 0 0,1-1 0,-1 0 0,0 1 0,0-1 1,0 0-1,-1 1 0,0-3-3,2-7 15,-1 0-1,-1-1 1,-1 1 0,0 0 0,0-1-1,-2 1 1,0 0 0,0 0 0,-1 0 0,-2-2-15,1 7 87,1 0 0,-1 1 1,0-1-1,-1 1 1,0 0-1,0 1 0,-1 0 1,0 0-1,0 0 1,-1 1-1,1 0 1,-1 0-1,-1 1 0,1 0 1,-5-2-88,0 2-358,-27-14 1074,31 8-2807,9 10 1856,0 0-1,0 1 1,0-1-1,1 1 1,-1-1-1,0 0 0,0 1 1,1-1-1,-1 1 1,0-1-1,1 1 1,-1-1-1,0 0 0,1 1 1,-1 0-1,1-1 1,-1 1-1,1-1 1,-1 1-1,1-1 0,-1 1 1,1 0-1,-1 0 1,1-1-1,0 1 236,21-10-8432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08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9522,'0'0'3993,"0"0"-1457,0 0 145,85 149-993,-74-105-783,-8-2-369,-3-2-192,0-8-144,-11-2-200,-31 0-184,7-6-1897,-7-4-4368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08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13931,'0'0'1770,"0"0"121,-1 29 240,0 9-1498,1 0-1,3 9-632,-2-42 52,0 0 0,0 1 0,0-1 0,1 0 0,0 0 0,0-1 0,0 1 0,1 0 0,-1-1 0,1 1-1,0-1 1,1 0 0,-1 0 0,1 0 0,-1 0 0,1-1 0,0 1 0,0-1 0,1 0-52,6 3 86,0 0 0,0-1 1,1 0-1,-1 0 0,1-2 1,1 1-87,-3-1 28,0 0-1,1-1 1,-1 0 0,1-1-1,-1 0 1,1 0 0,-1-1-1,1 0 1,6-2-28,-13 1-2,1 0 0,-1 0 0,0-1 0,0 1 0,0-1 0,0 0 0,0 0 0,0-1 0,0 1 0,-1-1 0,1 0 0,-1 0 0,0 0 1,0 0-1,0 0 0,0-1 0,0 1 0,-1-1 0,0 0 0,0 0 0,0 0 0,0 0 0,0-1 2,4-17 29,0 1 1,-2-1-1,0 0 1,-2 0-1,0 0 1,-2-1 0,0-3-30,0 26 18,0 0 1,0-1 0,-1 1 0,1 0 0,0 0-1,0-1 1,0 1 0,0 0 0,0-1 0,0 1-1,0 0 1,0 0 0,0-1 0,0 1 0,0 0 0,1 0-1,-1-1 1,0 1 0,0 0 0,0 0 0,0-1-1,0 1 1,0 0 0,1 0 0,-1-1 0,0 1-1,0 0 1,0 0 0,0 0 0,1 0 0,-1-1 0,0 1-1,0 0 1,1 0 0,-1 0 0,0 0 0,0 0-1,1 0 1,-1-1 0,0 1 0,0 0 0,1 0-1,-1 0-18,11 8 223,9 17-150,13 28 176,-15-27-153,-2 0 1,-1 1-1,-1 1 1,-1 0-1,-1 1 1,-2 0-1,1 7-96,-13-72 107,0 1-1,3 0 1,4-33-107,-4 62 69,0-1-1,0 0 1,1 0-1,0 0 1,0 1-1,1-1 1,0 1-1,0 0 1,0 0-1,1 0 1,0-1-69,-3 6 22,0-1-1,1 1 1,-1-1 0,1 1 0,-1-1 0,1 1 0,-1 0 0,1-1 0,0 1-1,-1 0 1,1 0 0,0 0 0,0 0 0,0 1 0,0-1 0,0 1-1,0-1 1,0 1 0,0-1 0,0 1 0,0 0 0,0 0 0,0 0 0,0 0-1,0 1 1,0-1 0,0 0 0,0 1 0,0-1 0,0 1 0,0 0-1,0 0 1,0 0 0,-1 0 0,1 0 0,0 0 0,-1 0 0,1 0 0,0 1-1,0 0-21,2 2 39,1 0-1,-1 0 0,0 1 0,-1 0 1,1 0-1,-1 0 0,0 0 0,0 0 1,0 1-1,-1-1 0,1 1 0,-1 0 0,-1-1 1,1 4-39,6 39-876,-7-2-3973,-1-44-2191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0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12083,'0'0'7201,"0"0"-6177,0 0 1425,0 0-649,71 128-864,-49-78-367,0-3-209,-8-3-232,-3-4-128,-5-5-104,-6-8-512,0-2-985,0-11-3328,-6-4-5713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0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14659,'0'0'3754,"0"0"-1867,25-16-658,207-120-48,-212 126-1124,-14 7-38,1 0-1,-1 0 0,0 0 0,0-1 1,0 0-1,0 0 0,-1-1 0,0 0 1,2-1-19,-11 3-87,-11 5 73,-14 6 39,22-4-2,0 1 0,1 0 1,-1 1-1,1 0 1,1 0-1,-1 0 0,1 0 1,0 1-1,0 0 1,1 0-1,0 1 0,-2 4-23,3-6 21,0 0 0,1 0 0,0 0-1,0 1 1,0-1 0,1 1-1,0 0 1,0-1 0,1 1-1,0 0 1,0 0 0,0-1 0,1 1-1,0 0 1,1-1 0,-1 1-21,1-3 6,0-1 0,1 1 1,-1-1-1,1 0 1,-1 0-1,1 0 0,0 0 1,0-1-1,0 1 0,0-1 1,1 1-1,-1-1 1,1 0-1,-1-1 0,1 1 1,0 0-1,0-1 0,0 0 1,0 0-1,0 0 1,0-1-1,1 1-6,3 0-57,1 1 1,0-2-1,0 1 0,-1-1 0,1 0 1,0-1-1,0 0 0,-1 0 1,1-1-1,1-1 57,-3 0-629,0-1 0,0 0 0,-1-1 0,1 1 0,-1-1 0,0 0 0,0-1 0,-1 1 1,0-1-1,1-1 629,17-23-8086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0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12307,'0'0'2468,"0"0"-195,0 0-186,0 0-754,0 0-375,-18 24-225,-51 81-254,67-103-459,0 1-1,0 0 1,1 0-1,-1 0 0,1 0 1,0 1-1,0-1 1,0 0-1,0 0 1,1 1-1,-1-1 0,1 0 1,0 1-1,0-1 1,0 0-1,0 1 1,1-1-1,-1 0 1,1 1-1,0-1 0,0 0 1,0 0-1,1 0 1,-1 0-1,1 0 1,-1 0-1,1 0 1,0 0-1,0-1 0,0 1 1,1-1-1,-1 1 1,0-1-1,1 0 1,3 2-20,11 15 118,-13-12-88,0 1 0,0 0 1,0 0-1,-1 0 0,0 0 0,-1 1 0,0-1 1,0 1-1,-1-1 0,0 1 0,0 0 0,-1-1 1,0 1-1,-1 0-30,1-7 7,0-1 0,0 0 0,0 1 0,0-1 0,-1 0 0,1 1 0,-1-1 0,1 0 0,-1 1 0,1-1 1,-1 0-1,0 0 0,1 0 0,-1 0 0,0 1 0,0-1 0,0 0 0,0-1 0,0 1 0,0 0 0,0 0 0,0 0 0,-1 0 0,1-1 1,0 1-8,-4 1 19,1 0 1,-1-1-1,0 1 1,0-1 0,1 0-1,-1 0 1,-5 0-20,-10 0 19,0-1 0,0-1 0,-9-2-19,9 0-372,-10 0-3968,19 3-872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0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10578,'0'0'2833,"0"0"-961,0 0 289,157-14-921,-99 14-800,2 17-376,1 15-64,-3 8-1104,21 19-817,-13-10-2640,-8-4-3520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1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18 126 11682,'0'0'2404,"0"0"-680,0 0 124,0 0-394,-3 27-191,-11 89-17,14-108-1137,0 0 0,0 0 0,0 0 0,1-1 0,0 1 0,1 0-1,0-1 1,0 1 0,1-1 0,-1 1 0,2-1 0,-1 0 0,1 0 0,0 0 0,0-1 0,1 0 0,0 1 0,0-2 0,0 1 0,1 0 0,0-1 0,1 0-109,1 1 59,1 0-1,-1-1 1,2 0-1,-1 0 1,0-1-1,1 0 1,0-1-1,0 0 1,0-1-1,0 1 1,1-2-1,-1 0 1,0 0-1,8-1-58,-15 0-1,0-1-1,0 0 1,0 1-1,-1-1 1,1 0 0,0-1-1,0 1 1,-1 0-1,1-1 1,0 0-1,-1 1 1,1-1-1,-1 0 1,0 0-1,0 0 1,0-1-1,0 1 1,0 0-1,0-1 1,-1 1 0,1-1-1,-1 0 1,0 1-1,1-1 1,-1 0-1,-1 0 1,1 0-1,0 0 1,-1 0-1,1 0 1,-1-1 1,3-17-47,-1 1 0,0-1 0,-2 0 0,-1-7 47,1 5-41,1 6 59,-1 0 1,-1 1 0,0-1-1,-1 0 1,0 1 0,-2 0-1,0-1 1,0 2 0,-2-1-1,0 0 1,-1 1-19,7 14 20,0 0 0,0 1 0,-1-1 0,1 0 1,-1 0-1,1 1 0,0-1 0,-1 0 0,1 1 0,-1-1 0,0 0 0,1 1 1,-1-1-1,1 1 0,-1-1 0,0 1 0,0-1 0,1 1 0,-1-1 0,0 1 0,0 0 1,1 0-1,-1-1 0,0 1-20,-5 14 110,7 37-170,0-47 103,0 6-25,1 0 1,1 0-1,0 0 1,0 0-1,1 0 0,0-1 1,0 1-1,1-1 1,1-1-1,0 1 0,0-1 1,0 0-1,1 0 1,0 0-1,1-1 0,7 6-18,-6-6-26,0 0-1,0 0 0,0-1 0,1 0 1,0-1-1,0 0 0,1 0 1,-1-1-1,1-1 0,0 0 0,0 0 1,0-1-1,0 0 0,0-1 0,7 0 27,-16-2-34,0 1 0,-1 0 0,1-1-1,-1 1 1,1-1 0,0 1 0,-1-1-1,1 0 1,-1 0 0,0 0 0,1 0-1,-1 0 1,0 0 0,1 0-1,-1 0 1,0 0 0,0-1 0,0 1-1,0 0 1,0-1 0,0 1 0,-1-1-1,1 1 1,0-1 0,-1 1 0,1-1-1,-1 0 1,1 1 0,-1-1 0,0-1 34,4-58-363,-5 48 324,1 13 43,0-1-1,0 0 1,0 0 0,0 0 0,0 1 0,0-1-1,0 0 1,-1 0 0,1 1 0,0-1 0,-1 0-1,1 0 1,0 1 0,-1-1 0,1 0 0,-1 1-1,1-1 1,-1 1 0,1-1 0,-1 0 0,0 1 0,1-1-1,-1 1 1,0 0 0,1-1 0,-1 1 0,0-1-1,1 1 1,-1 0 0,0 0 0,0-1 0,0 1-1,1 0 1,-1 0 0,0 0 0,0 0 0,0 0-1,1 0 1,-1 0 0,0 0 0,0 0 0,0 1 0,1-1-1,-1 0 1,0 0 0,0 1 0,1-1 0,-1 0-1,0 1 1,1-1 0,-1 1 0,0-1 0,1 1-1,-1-1 1,1 1 0,-1-1 0,0 1 0,1 0-1,0-1 1,-1 1 0,1 0 0,-1-1 0,1 1-1,0 0 1,-1 0 0,1-1 0,0 1 0,0 0 0,0 0-5,-2 3 16,1 1 0,1-1 0,-1 1 0,1 0 0,-1 0 0,1-1 0,1 1 0,-1 0 0,1-1 0,0 1 0,0-1-1,0 1 1,0-1 0,1 1 0,0-1 0,0 0 0,0 1 0,0-1 0,1 0 0,-1-1 0,1 1 0,0 0-1,0-1 1,1 1 0,-1-1 0,1 0 0,-1 0 0,1-1 0,0 1 0,0-1 0,0 0 0,1 0 0,-1 0 0,2 0-15,9 4 19,-1-1 0,1-1 0,1 0 0,-1-1 0,1 0 0,-1-1 0,1-1 0,0-1 0,15-1-19,-25 0-48,0-1-1,1 0 0,-1 0 0,-1 0 1,1-1-1,0 0 0,0 0 0,-1-1 1,0 1-1,0-1 0,0 0 0,0 0 1,0-1-1,-1 0 0,0 1 0,0-2 1,0 1-1,-1 0 0,0-1 0,0 1 1,2-6 48,9-19-450,-1 0 0,-2 0 0,5-23 450,-13 44-61,24-109-267,-18 79 1007,-7 30 146,-2 11 428,-2 29-1466,-5 73 1136,4 1-923,9 0-975,-2-75-1192,2-1-1,4 15 2168,2 1-10494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1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14667,'0'0'2541,"7"24"35,12 30-1267,3-1-1,1-1 0,4 1-1308,6 1 267,-24-46-108,-9-15-110,0 5-21,-3-65 187,-8-40-215,4 38-417,0-44 417,8 111-272,-1 0-1,0-1 0,1 1 0,-1 0 0,1 0 0,0 0 0,-1 0 0,1 0 0,0 0 0,0 0 0,1 0 0,-1 0 0,0 1 0,1-1 0,-1 0 0,1 1 0,-1-1 0,1 1 0,0-1 0,0 1 0,-1 0 0,1 0 1,0 0-1,0 0 0,0 0 0,0 0 0,0 1 0,1-1 0,-1 1 0,0-1 0,0 1 0,0 0 0,1 0 0,-1 0 0,1 0 273,54 0-4279,-25 5 4771,26 7 884,-32-6 722,0-2-1,0 0 1,14 0-2098,10-2 2091,-9 0-712,0-2 1,1-1-1380,-33 0 73,1 1-1,0-2 1,-1 0 0,1 0-1,-1 0 1,0-1 0,1-1-1,-1 0 1,-1 0 0,8-5-73,-2-6 62,-23 8-45,-32 4-44,35 4 23,0-1 6,0 0 1,1 1-1,-1 0 1,0 0 0,0 0-1,1 1 1,-1 0-1,1 0 1,0 0-1,-1 1 1,1-1-1,0 1 1,0 1-1,1-1 1,-1 1 0,1-1-1,0 1 1,0 1-1,0-1 1,0 1-1,1-1 1,-1 1-1,1 0 1,1 0-1,-3 4-2,0 4 21,-1 1-1,2-1 0,0 1 1,0 0-1,1 0 0,1 0 1,1 1-1,0-1 1,1 15-21,0-24 8,1 0 1,0 0-1,0 1 1,0-1-1,0 0 1,1 0-1,0 0 1,0-1 0,1 1-1,-1 0 1,1-1-1,0 0 1,0 1-1,0-1 1,1 0 0,-1-1-1,1 1 1,0 0-1,0-1 1,1 0-1,-1 0 1,1-1-1,-1 1 1,1-1 0,0 0-1,0 0 1,0 0-1,0-1-8,8 3-498,0 0 0,0-2 0,0 1-1,0-2 1,0 0 0,0 0 0,1-1 0,-1-1-1,0 0 1,12-3 498,14-9-5537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2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 13395,'0'0'2348,"0"0"-47,0 0-358,0 0-1020,0 0-595,-27 19-184,-9 6-106,-6 4 143,-34 31-181,75-59 24,-1-1 1,1 1-1,0 0 0,0 0 1,0 0-1,0 0 1,0 0-1,0 0 1,0 1-1,0-1 1,0 0-1,1 0 1,-1 1-1,0-1 0,1 0 1,-1 1-1,1-1 1,-1 1-1,1-1 1,0 0-1,0 1 1,-1-1-1,1 1 0,0-1 1,0 1-1,1-1 1,-1 1-1,0-1 1,0 1-1,1-1 1,-1 1-1,1-1 1,-1 0-1,1 1 0,0-1 1,-1 0-1,1 0 1,0 1-1,0-1 1,0 0-25,6 7 38,0-2 1,1 1 0,0-1-1,0 0 1,0-1 0,3 1-39,22 18 10,-23-16-8,0 2 0,-1-1 0,0 1 0,-1 1 0,6 9-2,-12-17 18,1 1 1,-1 0-1,0 0 1,-1 0-1,1 1 1,-1-1-1,0 0 0,0 1 1,0-1-1,0 1 1,-1-1-1,0 1 0,0-1 1,0 1-1,-1-1 1,1 0-1,-1 1 1,0-1-1,0 2-18,-1-3 74,0 0 0,0 0-1,0 0 1,0 0 0,0 0 0,-1-1 0,1 1 0,-1-1-1,0 1 1,0-1 0,0 0 0,0 0 0,0 0-1,0-1 1,0 1 0,-1-1 0,1 0 0,0 1 0,-1-1-1,0-1 1,-2 1-74,-9 2 113,0 0 0,-1-1 0,0-1 0,-6-1-113,18 0-19,0-1 1,-1 0-1,1 0 1,0 0-1,0-1 1,0 1-1,0-1 1,1 0 0,-1 0-1,0-1 1,1 1-1,-1-1 1,1 1-1,0-1 1,0 0-1,0 0 1,0-1 18,-49-64-3645,36 45-115,-4-5-3798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2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8058,'0'0'8450,"0"0"-6634,0 0-464,0 0-824,0 0-528,118 136-1592,-82-92-4593</inkml:trace>
  <inkml:trace contextRef="#ctx0" brushRef="#br0" timeOffset="1">1 599 14051,'0'0'2328,"0"0"-887,0 0-249,0 0-1192,0 0-1712,167 5-2137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3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10898,'0'0'4697,"0"0"-2616,0 0 215,0 0-791,0 0-753,69 161-360,-61-124-104,1-5-232,-4-9-48,3-6-8,9-10-528,-3-4-3513,-1-3-5473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3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13419,'0'0'2364,"0"0"302,12 22-272,96 158-175,-107-179-2313,-3-67-813,2-46 1053,0 110-104,1-1 0,-1 0 0,1 1 0,0-1 0,-1 1 1,1-1-1,1 1 0,-1 0 0,0-1 0,0 1 0,1 0 0,0 0 0,-1 0 0,1 0 0,0 0 0,0 0 0,0 0 0,0 0 0,0 1 0,0-1 0,1 1 0,-1 0 0,0 0 0,1 0 0,-1 0 0,1 0 0,0 0 0,-1 1 0,1-1 0,-1 1 0,1-1 0,0 1 0,-1 0 0,1 0 0,0 1 0,-1-1 0,1 0-42,5 1 37,0 0 0,0 0 1,0 0-1,0 1 0,0 0 1,0 1-1,-1-1 0,1 1 0,-1 1 1,1 0-1,5 4-37,-2 0 20,-1 1-1,0 0 1,-1 1 0,6 7-20,-11-13-17,-1 0 0,0 0 0,-1 0 0,1 1 0,-1-1 0,0 1 1,0-1-1,0 1 0,-1 0 0,1 0 0,-1 0 0,0 0 0,-1 0 0,1 0 17,-1-4-309,0-23-178,0 12 513,1-1 0,0 1 1,0-1-1,1 1 0,1 0 0,0-1 0,0 2 0,1-1 0,0 0 0,1 1 0,0-1 0,0 1 0,3-2-26,-5 7 46,0 0-1,1 0 1,-1 0-1,1 0 1,0 1-1,0 0 1,0-1-1,1 2 1,-1-1-1,1 0 1,0 1-1,-1 0 1,1 0-1,0 0 1,0 0-1,0 1 1,1 0-1,-1 0 0,0 1 1,0-1-1,1 1 1,-1 0-1,0 0 1,0 1-1,1 0 1,-1 0-1,3 1-45,-2 1 76,1 0 0,-1 1 0,0 0 0,0 0 0,0 1-1,-1 0 1,1 0 0,-1 0 0,0 1 0,-1-1 0,1 1 0,2 6-76,0-3-32,0 0 0,0 0 0,1-1 0,0 0 0,0 0 0,3 0 32,-9-6-327,1-1-1,-1 1 0,1-1 1,-1 0-1,1 0 1,-1 0-1,1 0 1,0-1-1,-1 1 1,1-1-1,2 1 328,-2-1-622,0 0-1,0-1 1,-1 1-1,1-1 1,0 1-1,0-1 1,0 0-1,0 0 1,0 0-1,-1-1 1,1 1-1,1-1 623,15-14-10854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4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1608,'0'0'10283,"0"0"-7131,0 0 577,0 0-1841,0 0-767,173 64-601,-104-64 0,-1 0 144,-10-9-136,-14-16-336,-22-10-56,-19-2-80,-3 0-56,-36 5 0,-52 10-344,11 7-1248,-3 12-3785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4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11843,'0'0'4410,"0"0"-1643,0 0-289,32 1-760,105-1-776,-124-1-893,0 0-1,0-1 0,0 0 1,-1-1-1,1 0 0,-1-1 0,0-1 1,0 0-1,0 0 0,0-1 0,-1-1 1,0 0-1,-1 0 0,1-1 0,-1 0 1,2-4-49,-11 11 9,0 0 1,0 1-1,0-1 1,-1 0 0,1 0-1,0 0 1,0 0 0,-1 1-1,1-1 1,-1 0-1,1 0 1,-1 0 0,1 0-1,-1-1 1,0 1-1,1 0 1,-1 0 0,0 0-1,0 0 1,0 0-1,0 0 1,0 0 0,0-1-1,0 1 1,0 0-1,0-1-9,-1 1 18,0 0 0,0 0 0,0 1-1,0-1 1,0 0 0,0 0 0,0 1-1,0-1 1,-1 0 0,1 1 0,0-1-1,0 1 1,-1 0 0,1-1-1,0 1 1,0 0 0,-1 0 0,0 0-18,-63 2 264,54 0-252,0 1-1,0 0 1,0 0 0,1 2-1,0-1 1,0 1-1,0 0 1,0 1 0,1 1-1,0-1 1,0 1-1,0 1 1,1-1 0,-6 9-12,9-10 5,0-1 1,0 2 0,0-1 0,1 0-1,0 1 1,0 0 0,1 0-1,-1 0 1,2 0 0,-1 1 0,1-1-1,0 1 1,1 0 0,-1-1 0,2 1-1,-1 0 1,1 0 0,0 0-1,1 0 1,-1-1 0,3 7-6,-2-11-1,0 0-1,1-1 1,-1 1 0,1 0-1,0-1 1,0 1 0,0-1 0,0 1-1,0-1 1,0 0 0,1 0-1,-1 0 1,1 0 0,-1-1 0,1 1-1,0-1 1,-1 1 0,1-1 0,0 0-1,0 0 1,0 0 0,0-1-1,0 1 1,3 0 1,12 1-266,1 0 0,-1-1 0,17-1 266,-30 0-106,79-8-2647,-25-7-2672,5-11-4508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4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58 17588,'0'0'2952,"0"0"-895,0 0-241,0 0-880,0 0-592,-124 138-183,94-106-161,0-4-217,-11-9-863,10-4-1752,7-12-3850</inkml:trace>
  <inkml:trace contextRef="#ctx0" brushRef="#br0" timeOffset="0.99">6 1 15891,'0'0'4129,"0"0"-2032,0 0 151,0 0-847,96 126-513,-60-89-552,-6-5-336,-5-7-328,-8-5-617,-6-18-871,-6 1-4017,-5-3-4785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13315,'0'0'1904,"0"0"-1208,0 0-696,0 0-344,0 0-8065</inkml:trace>
  <inkml:trace contextRef="#ctx0" brushRef="#br0" timeOffset="1">682 223 856,'0'0'17204,"0"0"-14580,0 0 1,0 0-1017,-11 144-1128,11-110-400,0-1-80,0-9-456,0-6-376,0-8-832,6-10-2113,13 0-912,0 0-4769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5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14803,'0'0'4185,"0"0"-1880,0 0-145,0 0-664,0 0-559,39 183-345,-34-119-336,1-5-144,-3-4-112,2-11-320,-2-9-232,0-13-385,2-14-623,1-8-3025,-1 0-3169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11811,'0'0'5309,"0"0"-2897,0 0-1204,30-9-641,95-30-400,-111 34-165,0 1 1,0 1 0,0 1-1,0 0 1,0 0-1,1 1 1,5 1-3,-4 1-1,-14-1 4,0 0-1,0 0 0,0 0 0,0 1 1,0-1-1,0 1 0,-1-1 0,1 1 1,0 0-1,0-1 0,-1 1 0,1 0 1,0 0-1,-1 1 0,1-1 0,-1 0 1,0 0-1,1 1 0,-1-1 0,0 1 1,0-1-1,1 1-2,19 43 176,-20-38-149,2-1 0,-1 0 0,1 0 1,0 0-1,0-1 0,1 1 0,1 1-27,0-3 20,0 0 1,0 0-1,0 0 0,0-1 0,1 0 0,0 0 0,-1 0 0,1-1 0,0 1 1,0-2-1,0 1 0,1-1 0,-1 0 0,0 0 0,1 0 0,-1-1 0,0 0 0,1 0 1,-1-1-1,0 0 0,3-1-20,-3 2 90,0-1 0,-1-1-1,1 1 1,0-1 0,-1 0 0,0 0 0,1-1 0,-1 0-1,0 0 1,0 0 0,0 0 0,-1-1 0,1 0 0,-1 0 0,0 0-1,0 0 1,0-1 0,0 0 0,-1 1 0,0-1 0,0-1 0,2-3-90,-3 2 169,0 0 1,0-1 0,0 1 0,-1 0-1,0-1 1,-1 1 0,0 0 0,0-4-170,0 9 9,0 0 0,0 0 1,0 0-1,-1 0 0,1 0 0,-1 0 1,1 0-1,-1 0 0,0 0 0,0 0 1,0 0-1,0 1 0,0-1 1,0 0-1,0 1 0,-1-1 0,1 1 1,-1-1-1,1 1 0,-1-1 1,1 1-1,-1 0 0,0 0 0,0 0 1,0 0-1,1 0 0,-1 0 0,0 1 1,0-1-1,0 0 0,0 1 1,-1 0-10,-88-2-2438,51 2-3066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16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15971,'0'0'2401,"0"0"-1033,0 0 9,0 0-849,0 0-376,0 0-152,-145 139-696,120-112-3105,8-10-5905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4:1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1 436 3977,'0'0'1157,"0"0"20,0 0-57,0 0 184,0 0-249,11 0-409,9 0-213,105 1 782,-1-6 0,60-13-1215,-22 0 67,-85 12-30,48-12-37,-74 8 5,1 3 0,-1 2 0,1 2 0,0 2 0,15 3-5,-50 1-1,0 0 0,-1 1 0,1 1-1,-1 0 1,0 1 0,0 1 1,-3-1 25,1 0-1,0-1 1,0-1-1,1 0 1,-1-1-1,1-1 1,-1 0 0,1-1-25,-13-1 39,0-1 0,1 0 0,-1 1 0,-1-1 0,1 0 1,0 0-1,0 0 0,0 0 0,0 0 0,-1-1 0,1 1 1,0-1-1,-1 1 0,0-1 0,1 1 0,-1-1 0,0 0 1,1 1-1,-1-1 0,0 0 0,-1 0 0,1 0 0,0-1-39,20-54 140,-17 46-66,17-68 281,-15 54-213,1-1-1,1 1 1,10-21-142,-14 37 3,1 1 1,0 0-1,0 0 0,0 1 1,1-1-1,0 1 0,1 1 1,0-1-1,0 1 0,0 0 1,0 1-1,1-1 0,1 1-3,-6 3-7,-1 0-1,1 1 0,0-1 0,0 1 0,0-1 0,1 1 1,-1 0-1,0 0 0,0 1 0,1-1 0,-1 0 1,0 1-1,1 0 0,-1 0 0,1 0 8,-3 1-3,1 0 0,-1-1 0,1 1 0,-1 0 0,0 0-1,1 0 1,-1 1 0,0-1 0,0 0 0,0 0 0,0 1 0,0-1-1,0 0 1,0 1 0,0-1 0,0 1 0,-1-1 0,1 1 0,-1 0-1,1-1 1,-1 1 0,1 0 0,-1-1 0,0 1 0,0 0 0,0-1 0,0 1-1,0 0 1,0 0 3,1 24 2,1 0 1,2-1-1,0 1 0,2-1 0,1 0 0,1-1 0,2 4-2,-7-20 4,1-1-1,0 0 0,0 0 1,1 0-1,0 0 1,0-1-1,0 1 1,1-2-1,0 1 0,0 0 1,1-1-1,-1 0 1,1-1-1,0 1 1,0-2-1,1 1 1,-1-1-1,1 0 0,0 0 1,0-1-1,0 0 1,0 0-1,0-1 1,1 0-4,19 2 7,0-2 0,0-1 0,1-1-1,-1-1 1,0-1 0,0-2 0,-1-1 0,1-1 0,2-2-7,71-25 11,1 5 0,2 5-1,1 3 1,0 6 0,27 2-11,49 7 26,78 11-26,-237-4-4,-1 0 0,1 2-1,0 0 1,-1 1 0,0 2-1,0 0 1,0 1 0,18 9 4,-36-13 14,0 0 0,0 0 1,-1 0-1,1 1 1,-1-1-1,0 0 0,0 1 1,0 0-1,0-1 0,0 1 1,-1 0-1,0 0 1,0 0-1,0 0 0,0 0 1,-1 0-1,1 2-14,3 14-2006,1-5-2487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15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1132 11178,'0'0'2618,"0"0"-409,0 0-73,0 0-439,0 0-513,0 0-292,0-7 175,0-9-879,0 0-1,-1 0 1,-1 1 0,0-1 0,-1 1 0,-5-13-188,6 21 39,-1 0 0,0 0 0,-1 1 0,0 0 0,0 0 0,0 0 0,-1 0 0,0 0 0,0 1 0,0 0 0,0 0 0,-1 0 0,0 1 0,0 0 0,0 0 0,-1 0-39,2 1 11,0 0-1,0 1 1,0-1-1,-1 1 1,1 0 0,0 0-1,-1 0 1,0 1 0,1 0-1,-1 0 1,0 0 0,1 1-1,-1 0 1,0 0-1,1 1 1,-1-1 0,0 1-1,1 0 1,-1 1 0,1-1-1,-1 1 1,1 0-1,0 1 1,-1-1 0,1 1-1,1 0 1,-1 0 0,0 1-1,1-1 1,-1 1-1,1 0 1,0 0 0,1 1-1,-3 3-10,-7 9-7,2 1-1,0 1 0,2 0 0,0 0 1,1 1-1,0 0 0,2 1 1,-4 20 7,3-2-11,2-1 0,2 1 0,1 0 0,3 21 11,-1-50-2,1 0 1,0 0-1,0-1 0,1 1 1,0 0-1,0-1 1,1 1-1,1-1 0,-1 0 1,2 0-1,-1-1 0,1 1 1,0-1-1,1 0 0,0 0 1,0-1-1,1 1 1,0-1-1,0-1 0,1 0 1,0 0-1,0 0 0,0-1 1,0 0-1,1 0 0,0-1 1,0 0-1,0-1 0,1 0 1,-1-1-1,1 0 1,0 0-1,-1-1 0,1 0 1,9 0 1,-7-2-54,0 1 1,0-1-1,0-1 1,0 0-1,0-1 1,0 0-1,-1-1 0,1 0 1,-1-1-1,0 0 1,-1 0-1,1-2 1,-1 1-1,0-1 1,-1-1-1,1 1 1,-2-2-1,1 1 1,1-3 53,1-3-127,-1 1 0,0-2 0,-1 1 0,0-1-1,-1-1 1,-1 0 0,-1 0 0,0 0 0,-1-1 0,0 1 0,-2-1 0,0 0 0,0-9 127,0-41-90,-2 0 0,-4 0 0,-2 0 1,-3 0-1,-5-6 90,-84-328-53,49 223 2576,-9-91-2523,90 486 444,-9 1 0,-5 118-444,-19-281-6,-2 1-54,3 0 0,2 0 0,3 0 0,9 34 60,-13-81-205,1 0 1,0 0-1,0 0 0,1 0 0,0 0 0,1-1 0,0 0 0,0 0 0,1 0 0,4 5 205,-2-5-1531,0 0 1,1-1-1,0 0 0,0 0 0,6 3 1531,27 11-13350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16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12 255 12683,'0'0'1957,"-2"21"811,-5 79 2042,5 42-4810,2-137 25,0 1 0,1-1-1,-1 0 1,1 1 0,0-1 0,1 0-1,-1 1 1,1-1 0,0 0 0,0 0 0,1 0-1,-1-1 1,1 1 0,1 0-25,-4-5 3,0 0-1,0 0 1,0 0 0,0 0-1,0 1 1,1-1 0,-1 0-1,0 0 1,0 0 0,0 0-1,0 0 1,0 0 0,1 0 0,-1 0-1,0 0 1,0 0 0,0 0-1,0 0 1,0 0 0,1 0-1,-1 0 1,0 0 0,0 0-1,0 0 1,0 0 0,1 0 0,-1 0-1,0 0 1,0 0 0,0 0-1,0 0 1,0 0 0,1 0-1,-1 0 1,0 0 0,0 0-1,0 0 1,0-1 0,0 1 0,0 0-1,1 0 1,-1 0 0,0 0-1,0 0 1,0 0 0,0-1-1,0 1 1,0 0 0,0 0-1,0 0 1,0 0 0,0 0 0,0-1-1,0 1 1,0 0 0,0 0-1,0 0 1,0-1-3,2-11 128,0-114 30,-2 62-119,2 0 0,4-8-39,-3 52 3,0 1-1,1-1 1,1 1-1,1 0 1,1 1-1,0 0 1,2 0-1,0 0 1,1 1-3,-6 11 0,0 0-1,0 1 1,0 0 0,1 0 0,0 0 0,0 0 0,1 1 0,-1 0 0,1 0 0,0 0 0,0 1 0,1 0 0,-4 1 0,0 1 0,0 0 0,1 0 0,-1 0 0,1 0-1,-1 0 1,0 1 0,1 0 0,-1 0 0,1 0 0,-1 0 0,1 0 0,-1 1 0,1-1 0,-1 1 0,0 0 0,1 0-1,-1 0 1,0 0 0,0 1 0,0 0 0,0-1 0,0 1 0,0 0 0,0 0 0,5 6 17,-1 0 0,0 0 0,0 0 0,-1 1 0,0 0 0,-1 0 1,0 0-1,0 1 0,-1-1 0,0 1 0,0 3-17,9 29 149,-2-1-1,-1 7-148,2 17 84,-5-24-81,1-2 0,11 29-3,-17-62-116,1-1-1,-1 1 1,1 0 0,1-1 0,-1 1 0,1-1-1,0 0 1,0 0 0,1-1 0,-1 1 0,2 0 116,37 25-4898,-7-14-2332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1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7618,'0'0'4581,"0"0"-2320,0 0-794,9 35 75,44 188 2584,-2 46-4126,-25-48 1488,16 104-845,-35-469-323,-5 131-327,0-1 1,1 1-1,1 0 0,0 0 0,0 0 0,1 1 0,1 0 0,0 0 0,1 0 0,0 1 0,1 0 0,0 0 0,1 0 0,0 2 0,1-1 0,3-2 7,-7 6-11,1 0 1,0 1 0,0 0-1,0 0 1,1 1 0,-1-1-1,1 2 1,0-1-1,0 1 1,1 0 0,-1 1-1,0 0 1,1 0 0,0 1-1,-1 0 1,1 1 0,0 0-1,-1 0 1,1 1 0,0 0-1,-1 0 1,1 1-1,-1 0 1,1 1 0,6 2 10,-7 0-2,0 0 0,0 1 0,0-1 0,-1 2 0,0-1 0,0 1 0,-1 0 0,0 0 0,0 1 0,-1-1 0,0 1 0,0 1 0,-1-1 0,0 1 0,0-1 0,-1 1 0,0 0 0,1 6 2,-2-6 29,1-1-1,-2 1 0,1 0 0,-1 0 0,0 0 0,-1 0 0,0 0 0,-1 0 0,0 0 1,0 0-1,-1 0 0,0-1 0,0 1 0,-1 0 0,0-1 0,-1 0 0,1 0 0,-2 0 0,-2 5-27,-1-4 54,1-1 0,-1 0 0,0 0 0,-1-1 0,0 0 0,0 0 0,-1-1 0,1-1 0,-1 1 1,-1-1-1,1-1 0,-1 0 0,0-1 0,1 0 0,-1 0 0,-4 0-55,5-2-47,1 0 0,-1-1 0,0 0 0,1 0 0,-1-1 0,1 0 0,-1-1 1,1 0-1,0 0 0,-1-1 0,1-1 0,1 1 0,-1-1 0,0-1 0,1 1 0,0-2 0,0 1 0,0-1 0,-1-2 47,6 5-278,1 0 0,-1-1 0,1 1 0,0-1 0,0 0 0,0 0 0,1 1 0,-1-1 0,1 0 0,0-1 1,0 1-1,0 0 0,1 0 0,0 0 0,-1 0 0,1-1 0,1 1 0,-1 0 0,1 0 0,0-3 278,-1-6-2172,3-22-5771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17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3289,'0'0'11250,"0"0"-8777,0 0 1511,8 180-2239,-5-128-569,5-7-640,3-8-336,0-5-88,-2-10-64,-1-5-48,3-7-264,5-10-1032,-2 0-1657,0 0-2984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17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13539,'0'0'2082,"1"24"5,1 24-474,3 1 0,1-1 1,3 0-1,10 31-1613,-12-55 268,-5-16-201,0 1 0,1-1-1,0-1 1,0 1 0,1 0-1,0-1 1,1 1-67,-4-41 11,-11-50-204,3 43 147,3-1 1,0-29 45,4 59-10,1 0 0,-1 1 1,2-1-1,0 0 1,0 1-1,1 0 1,0-1-1,0 1 1,1 0-1,1 1 0,0-1 1,3-3 9,-6 9-5,-1 1 0,1 0 0,1 0 0,-1 1 0,0-1 0,1 0 0,0 1 0,-1-1 0,1 1 0,0 0 0,0 0 0,0 0 0,1 0 1,-1 1-1,0-1 0,1 1 0,-1 0 0,0 0 0,1 0 0,0 0 5,0 1-4,0 1 1,-1-1-1,1 1 0,-1-1 1,1 1-1,0 0 0,-1 1 1,0-1-1,1 0 1,-1 1-1,0 0 0,0 0 1,0 0-1,0 0 0,0 0 1,2 2 3,7 9 23,-1-1 1,0 1-1,-1 1 0,-1 0 1,0 0-1,0 1 1,3 11-24,35 94 170,-11-21-219,-36-99-43,1 1 0,-1 0 0,1 0 1,-1 0-1,1 0 0,-1 0 0,1-1 0,0 1 0,-1 0 0,1 0 1,0-1-1,0 1 0,-1-1 0,1 1 0,0-1 0,0 1 0,0-1 1,0 1-1,0-1 0,0 0 0,0 1 0,0-1 0,0 0 0,0 0 92,16-3-7060,0-10-4230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18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8754,'0'0'4319,"0"0"-2362,-1 30 581,3 97-518,-2-120-1917,1 1 0,0 0 0,1-1 0,-1 1 0,1-1 0,1 0 0,0 1 0,0-1 0,0 0 0,1-1-1,0 1 1,0 0 0,1-1 0,-1 0 0,1 0 0,1-1 0,-1 1 0,1-1 0,0 0 0,0-1 0,5 4-103,1-2 58,0 0 0,0-1 1,0 0-1,0-1 0,1-1 1,0 0-1,-1 0 0,1-1 0,0-1 1,11 0-59,-13 0 39,-1-2-1,1 1 1,-1-1 0,1-1 0,-1 0 0,1 0 0,-1-1 0,0 0 0,0-1-1,0 0 1,-1-1 0,1 0 0,6-5-39,-10 5 26,1-1 1,-1 1-1,0-1 0,-1 0 1,1 0-1,-1-1 0,-1 0 0,1 0 1,-1 0-1,0 0 0,-1-1 1,1 1-1,-2-1 0,1 0 1,-1 0-1,0 0 0,-1 0 1,0-2-27,2-5 145,-2 0 0,0 0 0,0 0 0,-2 0 1,0 1-1,0-1 0,-2 0 0,0 0-145,1 8 77,0 0-1,-1 0 1,1 1 0,-2-1-1,1 1 1,-1 0 0,0 0-1,0 1 1,0-1 0,-1 1-1,0 0 1,0 0 0,0 0-1,-1 1 1,0-1 0,0 1-1,-4-2-76,-6-1 7,0 1-1,0 1 0,0 0 0,-1 2 1,0-1-1,1 2 0,-1 0 1,0 1-1,0 1 0,-14 1-6,21-1-158,10 0 157,-1 0-104,1 0 1,-1 0-1,1 0 0,-1 0 0,1 0 1,-1 0-1,1-1 0,0 1 0,-1 0 1,1 0-1,-1 0 0,1 1 0,-1-1 1,1 0-1,-1 0 0,1 0 0,-1 0 1,1 0-1,-1 1 0,1-1 0,-1 0 0,1 0 1,0 1-1,-1-1 0,1 0 0,-1 0 1,1 1-1,0-1 0,-1 1 0,1-1 1,0 0-1,0 1 0,-1-1 0,1 1 1,0-1-1,0 0 0,0 1 0,-1 0 105,1 6-6024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18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14819,'0'0'2109,"0"0"22,0 0 125,11 23-659,33 71-823,-25-62-446,-18-32-332,-1 0-1,0 0 1,0 0 0,0 1 0,0-1 0,0 0 0,1 0-1,-1 0 1,0 0 0,0 0 0,0 0 0,0 0 0,1 0-1,-1 1 1,0-1 0,0 0 0,0 0 0,1 0-1,-1 0 1,0 0 0,0 0 0,0 0 0,1 0 0,-1 0-1,0 0 1,0 0 0,0 0 0,1 0 0,-1 0 0,0-1-1,0 1 1,0 0 0,1 0 0,-1 0 0,0 0-1,0 0 1,0 0 0,0 0 0,1 0 0,-1-1 0,0 1-1,0 0 1,0 0 0,0 0 0,0 0 0,0-1 0,0 1-1,1 0 1,-1 0 0,0 0 0,0-1 0,0 1 0,0 0-1,0 0 1,0 0 0,0-1 0,0 1 0,0 0-1,0 0 5,0-43-1202,-1 37 928,-6-93-1579,3 64 1816,1 0 0,2-1 0,2 1 0,2-14 37,-3 47 1,0 0 1,0 0 0,0 0 0,1 0-1,-1 0 1,0 0 0,1 0-1,-1 1 1,1-1 0,0 0-1,-1 0 1,1 0 0,0 1 0,0-1-1,0 1 1,0-1 0,1 1-1,-1-1 1,0 1 0,1-1 0,-1 1-1,1 0 1,-1 0 0,1 0-1,-1 0 1,1 0 0,0 0 0,0 0-1,-1 1 1,1-1 0,0 0-1,0 1 1,0 0 0,0-1-1,0 1 1,-1 0 0,1 0 0,0 0-1,1 0-1,1 1 9,1 1 0,-1-1-1,1 1 1,-1 0-1,0 0 1,1 0 0,-1 0-1,0 1 1,0 0 0,-1 0-1,1 0 1,-1 0-1,1 0 1,-1 1 0,2 3-9,18 26 401,-1 2 1,-2 1-1,-2 0 1,-1 1 0,-2 1-1,-1 1 1,-2 0-1,6 36-401,-20-86-139,1 0 0,0 0 0,1-1-1,1 1 1,0-4 139,1-23-160,-2 35 150,0-26-40,1 0 0,4-19 50,-4 41-2,0 1 1,0-1 0,1 0-1,0 1 1,0-1 0,0 1-1,1 0 1,0 0 0,1 0-1,-1 0 1,1 0 0,0 1-1,0-1 1,2 0 1,-5 5-7,1-1 0,0 1 0,0 0 0,0-1 0,0 1 0,0 0 0,0 0 0,0 0 0,0 1 0,0-1 0,0 0 0,0 1 0,1-1 0,-1 1 0,0 0 0,0 0 0,1 0 0,-1 0 0,0 0 0,0 0 0,1 1 0,-1-1 0,0 1 0,0-1 0,0 1 0,0 0 0,0 0 0,0 0 0,0 0 0,0 0 0,0 1 0,0-1 0,0 0 0,-1 1 0,1-1 0,0 1 0,0 1 7,8 8 11,-1 0 0,0 1 1,0 0-1,-1 1 0,2 4-11,-6-10 16,35 67 587,13 35-603,-19-38 124,-30-63-170,1 0 1,0 0-1,0-1 0,1 0 0,0 0 1,0 0-1,0 0 0,4 2 46,21 7-4288,-8-14-6205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18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16251,'0'0'1849,"0"0"-449,-11 245 433,11-60-385,0-7-496,5-32-280,15-54-456,4-33-152,9 6-64,17 19-640,-3-13-1920,-12-21-4202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19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12187,'0'0'1893,"2"31"796,0 10-1879,19 192 2575,-20-222-3256,-1-7-98,0 1-1,1-1 1,-1 1 0,1-1 0,0 0 0,0 1 0,1-1 0,-1 0-1,1 0 1,0 0 0,0 0 0,0 0 0,1 0-31,-3-5 5,1 1-1,-1 0 1,1 0-1,-1-1 1,1 1 0,-1 0-1,1-1 1,-1 1-1,1 0 1,-1-1 0,0 1-1,1-1 1,-1 1-1,1 0 1,-1-1 0,0 1-1,0-1 1,1 0-1,-1 1 1,0-1 0,0 1-1,0-1 1,1 1-1,-1-1 1,0 1 0,0-1-1,0 0 1,0 1-1,0-1 1,0 1 0,0-1-1,0 0-4,4-25-18,-4 24 21,6-49-74,-2 9 46,2 0-1,2 1 0,7-21 26,-12 53 6,0-1 0,0 1-1,1-1 1,0 1 0,1 0-1,0 1 1,0-1-1,1 1 1,0 0 0,1 0-1,0 1 1,0 0 0,0 0-1,1 1 1,0 0 0,8-5-6,-11 8 8,1 0 0,-1 1 1,0 0-1,1 0 1,-1 0-1,1 1 1,-1-1-1,1 2 1,0-1-1,0 0 0,0 1 1,-1 0-1,1 1 1,0-1-1,0 1 1,-1 0-1,6 2-8,-4 0 19,1 0-1,0 1 1,-1 0 0,0 0 0,0 1-1,0-1 1,-1 2 0,1-1-1,-1 1 1,0 0 0,2 4-19,7 10 35,0 0 0,-2 1 0,-1 1 0,0 0 0,-2 1 0,0 0 0,4 19-35,-5-12-87,30 85-3326,-23-79-2647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19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10658,'0'0'2753,"0"0"-385,0 0 433,0 0-1233,-52 168-928,22-101-400,-25 35-240,8-16-712,3-7-4153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2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13571,'0'0'1870,"5"31"307,34 203 1494,-11-12-1247,-12-294-1860,-4 7-294,3 1 0,19-50-270,-22 80 48,2 0-1,1 0 1,1 2-1,2 0 1,19-26-48,-33 54-66,-1-1 0,1 1 1,-1 0-1,1 0 0,0 0 0,1 1 1,-1-1-1,1 1 0,-1 0 1,1 1-1,0-1 0,4-1 66,-6 3-226,0 0 0,1 1 0,-1-1 1,0 1-1,0 0 0,0-1 0,0 1 0,0 1 0,1-1 0,-1 0 0,0 1 0,0 0 0,0 0 0,0 0 1,0 0-1,0 0 0,0 0 0,-1 1 0,1-1 0,0 1 0,-1 0 0,2 1 226,24 23-5269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22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 13715,'0'0'1944,"0"0"17,-116 175-801,-5-46-1160,11-18-568,14-17-4577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25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14427,'0'0'2713,"0"0"-1697,-49 252 1400,24-116-871,3-10-593,5-22-368,12-30-160,2 3-208,3 0-112,0-20-24,0-13-80,8-19 0,6-13-312,-3-12-576,-3-15-808,-2-59-1057,-3 2-1552,-3 1-2176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25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0 336 7514,'0'0'2696,"19"-31"-263,-5 6-1898,-2 3-77,1 0 1,1 0-1,1 2 0,1-1 1,1 2-1,0 0 1,1 1-1,21-14-458,-24 21 321,0 1 0,1 1 0,0 0 0,0 1 0,1 1 0,0 0 0,1 2 0,-1 0 0,1 1 0,0 0-1,0 2 1,19-1-321,-33 3 59,1-1-1,-1 2 0,1-1 1,-1 0-1,1 1 0,0 0 1,-1 0-1,0 1 0,1-1 1,-1 1-1,0 0 0,0 0 1,0 0-1,0 0 0,0 1 1,0 0-1,-1-1 0,1 2 1,1 1-59,-1 0 82,-1 0 1,1 0-1,-1 0 1,-1 1-1,1-1 1,-1 1 0,0-1-1,0 1 1,0 0-1,-1 0 1,0 0 0,0 0-1,-1 4-82,1 3 135,-1 0 0,-1 0-1,0 0 1,-1 0 0,0 0-1,-1 0 1,-1-1 0,0 1-1,0-1 1,-2 0 0,1 0 0,-1-1-1,-6 8-134,-5 4 174,-2-1-1,-1 0 0,0-1 1,-2-2-1,-20 15-173,31-25-35,0-1 0,-1-1 0,0 0 0,-1 0 0,1-1 0,-1-1-1,-1 0 1,1-1 0,0 0 0,-1-1 0,0-1 0,0 0 0,-3-1 35,16-1-68,0 0-1,0 0 0,1-1 1,-1 1-1,0 0 1,0-1-1,0 1 1,1 0-1,-1-1 1,0 1-1,1-1 1,-1 1-1,0-1 1,1 0-1,-1 1 1,0-1-1,1 0 1,-1 1-1,1-1 1,0 0-1,-1 1 1,1-1-1,-1 0 1,1 0-1,0 0 1,0 1-1,-1-1 1,1 0-1,0 0 1,0 0-1,0 0 1,0 0-1,0 1 1,0-1-1,0-1 69,5-34-5474,11 9-1852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2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7682,'0'0'8946,"0"0"-7786,113 133 1616,-75-39-1151,-10 12-625,-14 6-176,-6-8-176,-5-10-312,-3-15-192,0-10-144,0-12-64,0-8-392,-28 16-992,-5-16-3473,-3-7-5193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2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276 275 15483,'0'0'2297,"-27"18"-806,7-6-1214,5-4-127,0 1 1,0 0-1,1 2 1,1-1-1,0 2 1,0 0-1,1 0 1,0 1-1,1 1 1,1 0-1,0 0 1,-3 7-151,2 5 212,0-1 1,2 2-1,1-1 1,1 1-1,-3 20-212,7-29 67,1 1 1,1 0-1,0-1 0,1 1 0,1 0 0,1-1 1,1 1-1,0-1 0,2 2-67,-1-12 15,-1 0-1,1 0 1,0-1-1,1 0 1,0 0 0,0 0-1,0 0 1,1-1 0,0 0-1,0 0 1,1 0 0,0-1-1,0 0 1,0 0 0,0-1-1,1 0 1,0 0-1,0-1 1,0 0 0,0 0-1,0-1 1,1 0 0,4 0-15,-2 1 5,0-2 0,0 1 0,1-1 0,-1-1 0,0 0 0,1 0 0,-1-1 0,0-1-1,0 0 1,0 0 0,0-1 0,0-1 0,0 0 0,-1 0 0,1-1 0,-1 0 0,6-5-5,-5 1-23,-2 0-1,1 0 0,-2-1 1,1 0-1,-1-1 0,-1 0 1,1 0-1,-2 0 0,0-1 1,0 0-1,-1 0 0,-1-1 1,0 1-1,-1-1 0,2-9 24,2-24-86,-2 0-1,-3 0 0,-2-37 87,0 53 30,-1-48 427,-3 0-1,-4 0 1,-4 0-1,-3 1 1,-7-14-457,21 112 968,6 83-50,19 99-918,-7-62 399,-15-129-376,4 48 192,10 33-215,-13-77-23,2 0-1,0 0 1,0 0 0,1-1-1,1 0 1,1 0-1,9 12 24,-14-23-65,0 0 0,0 0 0,0-1 0,1 1 0,0-1 0,0 0 0,0 0-1,0 0 1,0-1 0,0 0 0,1 1 0,-1-2 0,1 1 0,0 0 0,-1-1 0,1 0 0,1 0 65,11 1-1102,0 0 1,0-2 0,0 0-1,6-1 1102,-1 0-2191,45-3-9611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26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83 165 14459,'0'0'2753,"-12"29"441,-39 97-1283,47-116-1697,0 1 1,1 0-1,1-1 0,0 1 1,0 1-1,1-1 0,0 0 1,1 0-1,1 8-214,-1-15 26,0-1-1,1 0 0,0 0 1,0 0-1,0 0 1,0 0-1,0-1 1,1 1-1,-1 0 1,1 0-1,0-1 1,0 1-1,0-1 0,0 1 1,0-1-1,0 0 1,1 0-1,-1 0 1,1 0-1,-1-1 1,1 1-1,0-1 0,0 1 1,0-1-1,-1 0 1,1 0-1,0 0 1,2 0-26,4 1-35,-1 0-1,1-1 1,-1 0 0,1 0 0,-1-1 0,1 0 0,-1 0 0,1-1 0,-1 0 0,1-1-1,-1 0 1,0 0 0,1-1 0,-1 0 0,0 0 0,-1-1 0,1 0 0,6-4 35,-6 2-155,-1-1 1,0 1 0,0-1-1,-1-1 1,0 1 0,0-1 0,-1 0-1,0 0 1,0-1 0,-1 1-1,0-1 1,0 0 0,-1 0 0,0-1-1,-1 1 1,1-8 154,2-22-230,-2 0 0,-1-1 0,-3-15 230,0 10 207,3 34 307,4 13-195,6 17-161,1 15 203,-1 0 1,8 34-362,-13-37 246,2 0 0,2-1 1,1 0-1,7 13-246,-19-43 1,0 0-1,0-1 0,0 1 1,0 0-1,1 0 0,-1-1 1,0 1-1,0 0 0,0 0 1,0-1-1,0 1 0,0 0 1,0 0-1,1 0 0,-1-1 1,0 1-1,0 0 0,0 0 1,0 0-1,1 0 0,-1-1 1,0 1-1,0 0 0,0 0 1,1 0-1,-1 0 0,0 0 1,0 0-1,1 0 0,-1 0 1,0 0-1,0-1 0,1 1 1,-1 0-1,0 0 0,0 0 1,1 0-1,-1 0 0,0 1 1,0-1-1,1 0 0,-1 0 1,0 0-1,0 0 0,0 0 1,1 0-1,-1 0 0,0 0 1,0 0-1,1 1 0,-1-1 1,0 0-1,0 0 0,0 0 1,1 1-2,0-33-31,-1 27 16,0-39-12,3 0 1,1 0 0,2 0-1,2 1 1,1 0 0,9-19 27,-17 59 11,1-1 1,0 0-1,0 0 0,0 0 1,0 1-1,0-1 1,1 1-1,-1 0 1,1 0-1,0 0 1,0 0-1,0 0 0,1 0 1,-1 1-1,1 0 1,-1 0-1,3-1-11,-4 2 6,0 1 1,0-1-1,1 1 0,-1 0 1,0 0-1,1 0 0,-1 0 1,0 0-1,1 0 0,-1 1 0,0-1 1,0 1-1,1-1 0,-1 1 1,0 0-1,0 0 0,0 0 1,0 0-1,0 0 0,0 1 1,0-1-1,0 1 0,0-1 0,-1 1 1,1 0-1,-1-1 0,1 1 1,-1 0-1,0 0 0,0 0 1,1 0-1,-1 0-6,14 26 122,-1 0 0,-2 1 0,-1 1-1,0-1 1,-3 2 0,5 26-122,-1-7 89,2 0-1,3 0-88,-14-44-19,-1 0 0,1 0 1,0 0-1,0-1 0,1 1 0,-1-1 0,1 0 1,0 0-1,1-1 0,-1 1 0,1-1 0,0 0 1,0 0-1,4 2 19,-3-3-367,1 1-1,0-2 1,-1 1 0,1-1 0,0 0 0,1 0 0,-1-1-1,3 1 368,41 0-6356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2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60 402 14067,'0'0'2753,"0"0"-386,-11 25-768,6-11-1401,-6 9 133,2 2-1,1-1 1,0 5-331,6-20 111,0 1-1,0-1 1,1 0-1,0 1 1,1-1-1,0 1 1,1-1-1,0 1 1,0-1-1,1 0 1,0 0-1,2 7-110,0-9 26,0 0 1,1 0-1,-1 0 0,1-1 0,1 0 0,-1 0 0,1 0 0,0 0 1,0-1-1,1 0 0,0 0 0,0-1 0,0 0 0,0 0 0,0-1 1,1 0-1,5 2-26,-8-3-12,-1 0 0,1-1 1,0 0-1,0 1 1,0-1-1,0-1 0,0 1 1,0-1-1,0 0 0,0 0 1,0 0-1,0-1 1,0 0-1,0 0 0,0 0 1,0-1-1,0 1 0,-1-1 1,1 0-1,0-1 0,-1 1 1,0-1-1,0 0 1,1 0-1,-2 0 0,1 0 1,0-1-1,1-2 12,1-3-96,0 0 0,-1-1 0,-1 0 0,0 0 0,0 0 0,0 0 0,-2-1 0,1 1 0,-1-1 0,0-7 96,1-23-449,-1-1 0,-3-7 449,1 14-205,0-58 455,-5 1 0,-3-1-1,-15-56-249,15 127 1011,3 32-233,2 40-382,3-17-245,1 1 1,1 0 0,3-1-1,0 0 1,4 9-152,-6-31 38,1 1 0,0-1 0,1 1 1,0-2-1,0 1 0,1 0 0,1-1 1,0 0-1,0-1 0,1 1 0,0-1 1,0-1-1,1 0 0,0 0 0,1 0 0,6 2-38,-11-6-22,0-1 0,1 0 0,0 0-1,0-1 1,-1 1 0,1-1-1,1 0 1,-1-1 0,0 0 0,0 0-1,0 0 1,1-1 0,-1 0-1,0 0 1,1 0 0,-1-1 0,0 0-1,0 0 1,1-1 0,3-1 22,-4 0-30,0 0 0,-1 0-1,1-1 1,-1 0 0,0 0 0,0 0 0,0-1 0,0 1 0,-1-1 0,1 0 0,-1-1 0,-1 1-1,1-1 1,-1 1 0,0-1 0,0 0 0,0 0 0,-1-1 0,0-1 30,11-55-333,-10 52 143,-4 52 131,-3 47 58,1-42 19,2 1 0,1-1-1,7 45-17,-5-80 3,1-1 0,0 1 0,0-1 0,1 0 0,0 0 0,1 0 0,4 6-3,-6-11-11,0 0 0,0 0 0,1-1 0,-1 0 0,1 0 0,0 0 0,1 0 0,-1 0 0,0-1 0,1 0-1,0 0 1,0 0 0,0 0 0,0-1 0,5 2 11,4-2-424,1 0 0,0 0 0,-1-2 1,1 1-1,0-2 0,-1 0 0,7-2 424,31-11-5335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2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13379,'0'0'3698,"0"0"-1282,26 2-667,-6-1-1423,-9-1-200,0 0 0,0 0 0,0 2 0,0-1 0,0 1 0,0 1 1,-1 0-1,1 1 0,-1 0 0,0 0 0,0 1 0,0 0 0,-1 1 1,1 0-1,2 3-126,11 13 209,-1 1 0,-1 0 0,0 2 1,-2 0-1,-1 2 0,-1 0 0,1 6-209,28 59 529,19 56-529,-33-71 58,-30-71-88,-1-2-2,0-1 0,1 0 1,-1 0-1,1 1 1,-1-1-1,1 0 0,0 0 1,0 0-1,1-1 1,-1 1-1,0 0 0,2 0 32,-3-4-122,0 0-1,-1 1 0,1-1 0,0 0 1,-1 0-1,1 0 0,-1 0 0,1 0 1,-1 0-1,1 0 0,-1 0 0,0 0 1,0 0-1,1 0 0,-1 0 0,0 0 1,0 0-1,0 0 0,0 0 1,0 0-1,0 0 0,0 0 0,-1-1 123,2-32-4369,-1 33 3944,0-38-8489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28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 13475,'0'0'2704,"0"0"-783,0 0 655,-69 170-887,33-90-529,-8 6-440,-2-2-88,2-7-304,5-15-224,12-15-104,13-18-80,14-14-680,0-15-1104,27 0-1193,9-15-920,3-4-3576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30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11042,'0'0'2042,"0"0"-462,0 0 110,0 0-252,0 0-350,0 0-169,-20 8-258,-160 65 1220,180-73-1413,0 0-87,18 0-54,17 0-95,-2 2-39,0-2 0,1-2 1,-1-1-1,0-1 0,0-2 0,26-8-193,-105 12 996,-29 2-689,-70 12-307,139-12-43,5 0-254,28 0-2104,66 0-6667,-48 0-1821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30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1 298 13715,'0'0'2087,"0"0"606,9 26-317,0-2-1854,15 40 1961,11 54-2483,-26-59 725,-7-38-375,-4-33 23,-3-30-250,1-1 0,3 1 0,1-1 1,2 0-1,2-1-123,-1 22 9,1 0 0,2 0 0,0 0 1,1 0-1,1 1 0,1 0 0,1 1 1,1 0-1,0 0 0,8-7-9,-10 13 27,2 1 0,-1 1 0,2-1 0,0 2 1,12-10-28,-21 19-80,0 0 0,0 0 0,0 0 0,0 0 0,0 1 0,1-1 0,-1 1 0,0 0 0,1 0 0,-1 1 0,1-1 0,-1 0 0,3 1 80,-3 0-206,-1 1 0,0-1-1,0 1 1,1-1 0,-1 1 0,0 0 0,0 0 0,0 0-1,0 0 1,0 0 0,0 1 0,0-1 0,0 0 0,0 1 0,-1 0-1,1-1 1,0 1 0,-1 0 0,0 0 0,1 0 0,-1 0-1,0 1 207,17 30-8517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3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 13379,'0'0'3033,"0"0"-390,0 0-33,0 0-1199,5 28-943,84 645 2326,-15-54-1920,-68-583-892,-2-23 32,-3-14 101,-2-20-112,-1 0 0,-1 0 0,-1 1 0,0 0 0,-8-19-3,-43-105-85,28 78 36,18 43 39,-51-119-34,52 126 32,-1 0 1,0 0-1,-1 2 1,-1-1 0,0 1-1,-1 0 1,-5-2 11,15 14-8,0 0 1,0 0-1,0 0 1,0 0-1,-1 0 0,1 1 1,-1-1-1,0 1 1,1 0-1,-1 0 1,0 0-1,0 0 0,1 0 1,-1 1-1,0-1 1,0 1-1,0 0 1,0-1-1,0 2 1,0-1-1,0 0 0,0 0 1,0 1 7,-1 1-6,-1 0 0,1 0 0,0 0 0,0 0 0,0 1 0,1 0 0,-1 0 0,0 0 0,1 0 0,0 0 1,0 1-1,0-1 0,-2 4 6,-7 12-10,0 1 1,1 1 0,1 0 0,2 0-1,-3 7 10,1 6-4,0 0 0,2 0 0,2 1 0,1 0 0,1 0 0,3 0 0,1 25 4,0-51-5,1-1-1,-1 0 0,2 0 1,-1 0-1,1 1 0,1-1 1,-1-1-1,1 1 0,0 0 1,1-1-1,0 1 0,0-1 1,1 0-1,0-1 1,0 1-1,0-1 0,1 0 1,0 0-1,5 3 6,-2-2-27,1-1 1,0 0-1,1 0 1,-1-1-1,1 0 1,0-1-1,0-1 1,0 0-1,1 0 1,-1-1-1,1 0 1,0-1-1,8 0 27,-7 0-206,0-1 0,0 0-1,0 0 1,0-2 0,0 0 0,0 0-1,-1-1 1,1 0 0,-1-1 0,0-1-1,0 0 1,6-4 206,74-44-3042,-28 12-1982,4-6-4198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38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13539,'0'0'1930,"0"26"-53,1 180 1983,0-172-3474,1 1 0,2-1 0,2-1 0,0 1 0,3-1 0,6 17-386,-7-39 189,-2-21 121,-1-21 82,0-24-236,-1-4-54,3 1 0,10-36-102,-14 79-16,1 0 1,1 1-1,0-1 1,1 1-1,0 0 1,1 1-1,1-1 1,0 2-1,1-1 1,0 1-1,1 0 1,4-3 15,-11 12 2,0 1 1,0-1-1,0 1 1,0 0 0,0 0-1,1 0 1,-1 0 0,1 0-1,-1 1 1,1-1-1,0 1 1,-1 0 0,1 0-1,0 1 1,0-1 0,0 1-1,0 0 1,0 0 0,0 0-1,0 0 1,-1 1-1,1-1 1,2 2-3,-1-1 11,0 1-1,0 1 1,-1-1 0,1 1-1,0-1 1,-1 1 0,0 1-1,0-1 1,1 1-1,-2-1 1,1 1 0,0 0-1,-1 0 1,0 1 0,0-1-1,1 3-10,8 15 101,-2 0-1,0 1 1,-2 0-1,-1 1 1,0-1-1,-2 1 0,1 10-100,3 40 614,-1 60-614,-4-107-368,-4-27 329,0 0-1,0 1 1,0-1-1,1 0 0,-1 1 1,0-1-1,0 1 1,0-1-1,1 0 1,-1 1-1,0-1 1,0 0-1,1 0 0,-1 1 1,0-1-1,1 0 1,-1 0-1,0 1 1,1-1-1,-1 0 1,0 0-1,1 0 0,-1 1 1,0-1-1,1 0 1,-1 0-1,1 0 1,-1 0-1,0 0 1,1 0 39,1-1-314,0 0 0,0-1 0,-1 1 0,1-1 0,0 1 0,-1-1 0,1 0 0,-1 0 0,1 1 0,-1-1 0,0 0 0,0 0 0,0 0 1,0 0-1,0-1 0,-1 1 0,1-1 314,14-38-9793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3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15307,'0'0'3636,"0"0"-1879,11 24-47,145 371 2150,-140-348-3746,-2 2 1,-2 0 0,-2 0-1,-2 1 1,-2 1 0,-2 7-115,-4-56-120,0-8-24,-1-28 25,3 0 0,0-1-1,2 1 1,2 0 0,1 0 0,2 0 119,-6 23-30,1 0 0,0 0 0,1 0 0,0 1-1,0 0 1,1 0 0,1 0 0,0 1 0,0 0 0,1 0 0,0 1-1,0 0 1,1 1 0,0-1 0,0 1 0,1 1 0,-1 0-1,2 1 1,-1-1 0,4 0 30,-7 3-1,0 1 1,0-1-1,1 1 0,-1 0 1,1 0-1,0 1 0,-1 0 1,1 1-1,0 0 0,-1 0 1,1 0-1,0 1 0,-1 0 1,1 1-1,0 0 0,-1 0 1,0 0-1,1 1 0,-1 0 0,0 0 1,-1 1-1,1 0 0,-1 0 1,1 1-1,-1 0 0,0 0 1,-1 0-1,1 1 0,-1 0 1,-1 0-1,1 0 0,-1 0 1,0 1-1,0 0 0,0 0 1,-1 0-1,0 0 0,-1 0 1,0 1-1,0-1 0,0 1 0,-1-1 1,0 1-1,-1 0 0,0 7 1,1-9 37,-1 1 0,-1-1 0,1 1 0,-1-1-1,0 0 1,-1 1 0,1-1 0,-1 0 0,0 0-1,-1 0 1,0 0 0,0-1 0,0 1 0,0-1-1,-1 1 1,0-1 0,0 0-37,-3 2 71,-1 0 0,0-1 0,1 0 0,-2 0 0,1-1 0,-1 0 0,0-1-1,0 0 1,0 0 0,-10 2-71,5-1 47,0-1 0,0-1 0,0-1 0,-1 0 0,1 0-1,-1-1 1,0-1 0,1-1 0,-3 0-47,13 0-89,1 1 0,-1-1 0,1 1 0,-1-1 1,1 0-1,-1-1 0,1 1 0,0 0 0,-1-1 0,1 0 1,0 0-1,0 0 0,0 0 0,0 0 0,1-1 0,-1 1 0,1-1 1,-1 0-1,1 1 0,0-1 0,0 0 0,0 0 0,0-1 0,1 1 1,-1 0-1,1-1 0,0 1 0,0-1 0,0 1 0,0-1 1,1 1-1,0-1 0,-1 0 0,1 1 0,0-1 0,1 1 0,0-4 89,6-25-4116,12 1-2531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39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14931,'0'0'3761,"0"0"-1336,0 0-465,0 0-576,58 150-832,-47-127-384,3-8-168,11-15-312,-6 0-1800,3-10-4970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3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14251,'0'0'2498,"0"0"968,0 0-1168,0 0-883,0 0-674,0 0-311,11 19-130,31 57-98,-35-68-121,-4-14-91,-2-18-110,-1 21 100,-4-63-334,2 48 305,1-1-1,0 0 1,1 1-1,1-1 1,1 0-1,1 1 1,4-17 49,-6 32-11,0 0 0,0 0 0,0-1 0,1 1 0,-1 0 0,1 1 0,0-1 0,0 0 0,0 0 0,0 1 0,0-1 0,1 1-1,-1 0 1,1-1 0,-1 1 0,1 0 0,0 1 0,0-1 0,0 0 0,0 1 0,0 0 0,0 0 0,0 0 0,1 0 0,-1 0 0,0 0 0,1 1 0,-1 0 0,0 0 0,1 0 0,-1 0 0,0 0 0,1 1 0,-1-1 0,1 1 11,3 1 0,1 0 0,-1 1 0,1 0 0,-1 0 0,0 1 0,0 0 0,-1 0 0,1 0 0,-1 1 0,0 0 0,0 0 0,0 1 0,-1 0 1,2 2-1,16 27 126,-1 0 0,-2 2 1,-2 0-1,-2 1 1,7 23-127,-9-27 40,-12-28-200,14 26 297,-15-31-333,0 0-1,0 0 0,0 0 1,0 0-1,0 0 1,0-1-1,1 1 0,-1 0 1,0-1-1,0 1 0,0-1 1,1 1-1,-1-1 0,0 1 1,1-1-1,0 0 197,9 1-6259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40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23 279 12739,'0'0'2288,"-4"28"530,-2 8-1873,1-12-264,2 1 0,0 0-1,2 0 1,0 0 0,4 22-681,-3-41 46,1-1 0,0 1 0,0-1 0,1 1 0,0-1 0,0 0 0,0 1-1,1-1 1,-1 0 0,1 0 0,0-1 0,1 1 0,-1-1 0,1 1 0,0-1 0,0 0 0,0-1 0,0 1 0,1-1 0,0 0 0,-1 0-1,1 0 1,1 0 0,-1-1 0,0 0 0,0 0 0,1 0 0,-1-1 0,1 0 0,-1 0 0,1 0 0,5-1-46,-2 1-42,0-1 0,0 0 0,0 0 0,-1-1 0,1 0 0,0-1 0,0 0 0,-1 0 0,1-1 0,-1 0 0,0 0 0,0-1 0,0 0 0,-1-1 0,1 0 0,-1 0 0,0 0 0,0-1 0,-1 0 0,1 0 0,-1-1 42,0-2-88,0 0-1,0-1 0,-1 0 0,-1 0 1,1 0-1,-2 0 0,1-1 1,-1 1-1,-1-1 0,0 0 0,-1 0 1,0 0-1,0 1 0,-1-1 1,-1 0-1,0 0 0,0 0 0,-2-4 89,-1-5 16,-2-1-1,0 1 1,-1 0-1,-1 0 0,-1 1 1,-1 0-1,-1 0 1,-11-15-16,18 30-122,-13-25 69,12 8-2928,10 16-3074,8 6 3956,11 9 1374,-14-2 852,-1 0 0,0 1 0,0 0 0,-1 0 0,0 1 1,-1 0-1,0 0 0,0 1 0,0 2-127,51 108 3042,-52-108-2695,24 61 2200,-3 1 0,-4 2 1,0 11-2548,-22-86 58,-1-12-203,-5-36-507,-5-72-348,8 67 959,-1 18 141,1 0 1,2 0-1,1 1 0,2-1 0,1 1 1,2-1-1,2-2-100,-7 31 13,1-1 0,-1 1 1,1-1-1,1 1 0,-1 0 0,1 0 0,-1 0 1,1 0-1,0 0 0,1 1 0,-1-1 0,1 1 0,-1 0 1,1 0-1,0 0-13,-1 2 8,-1 0-1,0 0 1,0 0 0,1 0 0,-1 1-1,0-1 1,1 1 0,-1 0 0,0 0 0,1 0-1,-1 0 1,1 0 0,-1 0 0,0 1-1,1-1 1,-1 1 0,0-1 0,1 1 0,-1 0-1,0 0 1,0 0 0,0 0 0,0 0-1,0 1 1,0-1 0,0 1 0,0-1-1,0 1 1,-1 0 0,1-1 0,0 2-8,11 13 103,0 0 1,-1 0 0,-1 2-1,0-1 1,-1 1 0,-1 1-1,2 8-103,1 2 495,-2 1 1,-1 0-1,-2 0 0,3 21-495,-7-32 374,-3-33-374,-1-16-234,1-17 11,3 1 0,1-1 1,6-20 222,-6 47 13,1 1 0,0 0 1,1 0-1,1 1 0,1 0 1,1 0-1,0 0 0,1 1 1,6-6-14,-14 20 4,-1 1-1,0 0 1,1 0 0,0 0 0,-1 0 0,1 0 0,0 1 0,0-1 0,0 1 0,0-1 0,1 1 0,-1-1 0,0 1 0,1 0 0,-1 0 0,0 0 0,1 1 0,-1-1-1,1 0 1,-1 1 0,1 0 0,0-1 0,-1 1 0,1 0 0,-1 0 0,1 1 0,0-1 0,-1 1 0,1-1 0,-1 1 0,1 0 0,-1 0 0,0 0 0,2 1-4,3 1 5,-2 2 1,1-1-1,0 1 1,-1 0-1,0 0 1,0 0-1,0 1 1,-1 0-1,0 0 1,0 0-1,2 6-5,16 37-34,-2 1-1,-2 1 1,-2 0 0,-3 1-1,-2 1 1,2 31 34,-9-59-2884,1-15-4861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4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8122,'0'0'9986,"0"0"-8730,0 0-296,0 0 329,-31 253-9,40-73-528,15-6-72,7-31-120,-1-49-352,-3-35-208,4 6-432,15-1-728,-4-10-864,-9-26-3738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5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12699,'0'0'7145,"0"0"-5096,0 0-33,0 0-1032,0 0-576,0 0-208,187-10-136,-123 5-64,-1 0-88,-3 0-592,12-7-1304,-20 2-3897,-13 0-4826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58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14483,'0'0'4353,"0"0"-2529,0 0 377,0 0-697,0 0-704,0 0-512,207-10-176,-136-5-112,3-5-104,12-14-936,-20 4-1896,-17-2-3946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59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12307,'0'0'4929,"0"0"-2709,0 0 51,6 24-521,75 340 749,-73-334-2461,-8-30-36,-1-1-1,1 1 0,0 0 1,0 0-1,0 0 0,0 0 0,0 0 1,0 0-1,0-1 0,0 1 0,0 0 1,0 0-1,0 0 0,0 0 1,0 0-1,1 0 0,-1 0 0,0-1 1,0 1-1,0 0 0,0 0 0,0 0 1,0 0-1,0 0 0,0 0 1,0 0-1,0-1 0,0 1 0,1 0 1,-1 0-1,0 0 0,0 0 1,0 0-1,0 0 0,0 0 0,0 0 1,0 0-1,1 0 0,-1 0 0,0 0 1,0 0-1,0 0 0,0 0 1,0 0-1,0 0 0,1 0 0,-1 0 1,0 0-1,0 0 0,0 0 0,0 0 1,0 0-1,0 0 0,0 0 1,1 0-1,-1 0 0,0 0 0,0 0 1,0 0-1,0 0 0,0 1-1,4-57 127,-2 26-170,0 10 35,0 0-1,2 0 0,1 0 1,0 1-1,1 0 1,1 0-1,1 0 0,1 1 1,1 1-1,0-1 0,1 1 1,1 1-1,0 0 1,1 1-1,2-1 9,-11 13-5,0-1 0,0 1 0,1 0 0,-1 0 0,1 1 1,-1-1-1,1 1 0,0 0 0,0 0 0,0 1 0,0 0 0,2-1 5,-5 2-2,1 0 0,-1-1 0,1 1 0,-1 0 0,1 1-1,0-1 1,-1 0 0,1 1 0,-1 0 0,0-1 0,1 1 0,-1 0-1,0 0 1,1 0 0,-1 1 0,0-1 0,0 0 0,0 1 0,0 0 0,0-1-1,0 1 1,0 0 0,-1 0 0,1 0 0,1 2 2,9 17 37,-1 1 0,-1 1 0,-1 0 0,-1 0 0,0 1 0,3 23-37,-3-14-147,1-1-1,1 0 1,10 16 147,6 9-5077,-12-18-1810,-5-14-3175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06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585 0 14579,'0'0'2693,"0"0"-122,-32 1-457,32-1-2114,-46 2 686,0 1 0,-2 3-686,39-4 101,-1 0-1,0 1 1,1 0 0,-1 1-1,1 0 1,0 1 0,0 0-1,1 0 1,-1 1 0,1 0-1,1 0 1,-1 1-1,1 0 1,0 0 0,0 1-1,-3 5-100,-1 0 121,-21 23 73,3 1 0,0 2 0,3 1 0,1 1 0,3 1 0,-5 13-194,14-25 90,2 0 1,1 1-1,1 0 1,2 1-1,1 0 0,1 0 1,2 0-1,1 1 1,3 25-91,-1-48-10,1 0 1,1-1-1,0 1 0,0 0 1,0-1-1,1 0 1,1 0-1,0 0 0,0 0 1,0 0-1,1-1 1,1 0-1,-1 0 0,1 0 1,1 0-1,-1-1 1,1 0-1,1-1 0,0 1 10,4 1-41,0 0 0,0-1-1,1-1 1,0 0 0,0 0-1,0-2 1,1 1-1,-1-2 1,1 0 0,0 0-1,0-1 1,13-1 41,-16 0-217,1 0 0,0-1 0,-1-1 0,1 0 0,-1-1 0,1 0 0,-1 0 0,0-2-1,0 1 1,0-1 0,0-1 0,0 0 0,2-2 217,-3 0-858,0 0-1,0-1 1,-1-1-1,0 1 1,0-1-1,-1-1 1,7-9 858,15-27-5429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06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7738,'0'0'5877,"0"0"-3064,0 0-445,0 0-949,0 0-744,27-5-376,4-2-255,14-2-7,0 2 0,38-1-37,-78 8 4,17-2-16,-1 1 0,1 2 0,-1 0 0,8 2 12,-22-2-6,-1 1 0,0 0 0,0-1 0,0 2 0,0-1 0,0 1 0,0 0 0,-1 0 0,1 0 0,-1 1 0,0 0 0,0 0 0,0 0 0,-1 1 0,0 0 0,4 4 6,-1 2 9,0 0 0,-1 1-1,0-1 1,-1 2 0,0-1 0,-1 0-1,0 1 1,-1 0 0,0 0-1,-1 4-8,3 27 219,-3 0-1,-2 18-218,0-45 99,17-135 277,-16 103-392,3-24 182,1-1 0,7-27-166,-9 57 47,-1 0 1,1 0 0,1 1 0,0 0-1,0 0 1,1 0 0,0 0 0,0 0-1,1 1 1,0 0 0,1 1 0,-1-1-1,3-1-47,-5 6 16,1 0 0,-1 1 0,0-1-1,1 1 1,-1 0 0,1 0 0,-1 0 0,1 1-1,0 0 1,0 0 0,0 0 0,0 0 0,0 1 0,0 0-1,0 0 1,0 0 0,0 0 0,0 1 0,0 0-1,-1 0 1,1 0 0,0 1 0,0 0 0,-1 0-1,1 0 1,-1 0 0,0 1 0,1-1 0,-1 1-1,0 0 1,-1 0 0,1 1 0,0-1 0,-1 1-1,0 0 1,0 0 0,0 0 0,0 0 0,-1 1-1,2 3-15,2 7 51,0-1 1,-1 1-1,-1 0 0,-1 0 0,0 0 0,-1 0 0,0 8-51,0-3-28,1 1 1,0-1-1,5 11 28,-7-27-93,1-1 0,-1 1 0,1-1 0,0 0 0,0 0 0,0 0 1,0 0-1,1 0 0,-1 0 0,1 0 0,-1-1 0,1 1 0,0-1 0,0 0 0,0 0 0,3 1 93,57 21-6884,-59-23 5940,43 10-10245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07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13731,'0'0'2560,"0"0"1080,6 27-1638,20 87-874,-24-105-1036,1-1 1,0 1-1,0-1 1,1 0-1,0 0 1,0 0-1,1 0 1,0-1-1,1 0 1,4 5-93,4 6 91,-14-19-90,0 1 0,0 0 1,0-1-1,0 1 0,0-1 0,0 1 0,1 0 0,-1-1 0,0 1 0,0 0 0,0-1 1,0 1-1,0 0 0,1 0 0,-1-1 0,0 1 0,0 0 0,0-1 0,1 1 1,-1 0-1,0 0 0,0 0 0,1-1 0,-1 1 0,0 0 0,1 0 0,-1 0 1,0 0-1,1-1 0,-1 1 0,0 0 0,1 0 0,-1 0 0,0 0 0,1 0 1,-1 0-1,0 0 0,1 0 0,-1 0 0,0 0 0,1 0 0,-1 0 0,0 0 0,1 0 1,-1 1-1,0-1 0,1 0 0,-1 0 0,0 0 0,1 0 0,-1 1 0,0-1 1,1 0-1,-1 0 0,0 1 0,0-1 0,0 0 0,1 0 0,-1 1 0,0-1 1,0 0-1,0 1 0,1-1-1,-1-40-89,-1 29 48,1-18 0,0 0-1,2 0 1,1 0-1,1 0 1,2 1-1,4-11 42,-8 32 5,0 1-1,0 0 1,1 0 0,0-1-1,0 2 1,0-1-1,1 0 1,0 1-1,0-1 1,1 1 0,-1 1-1,1-1 1,0 0-1,1 1 1,-1 0-1,1 0 1,-1 1 0,1 0-1,0 0 1,1 0-1,-1 0 1,0 1-1,1 0 1,-1 1 0,1-1-1,0 1 1,-1 1-1,1-1 1,0 1-1,0 0-4,0 0 19,-1 1 0,0 0 0,0 0-1,0 0 1,0 1 0,0-1 0,0 2-1,0-1 1,-1 1 0,1-1 0,-1 1 0,0 1-1,1-1 1,-2 1 0,1 0 0,0 0-1,-1 1 1,0-1 0,0 1 0,0 0-1,0 0-18,11 17 116,-2 0-1,-1 1 0,0 1 0,4 14-115,13 25 67,-29-61-79,1-1-1,0 1 1,0-1 0,0 0 0,0 1-1,0-1 1,0 0 0,0 0 0,1 0-1,-1 0 1,0 0 0,1 0 0,-1 0-1,1 0 13,-1-1-128,-1 0 0,1 0-1,-1 1 1,1-1 0,0 0-1,-1 0 1,1 0 0,0 0-1,-1 0 1,1 0-1,0 0 1,-1 0 0,1-1-1,-1 1 1,1 0 0,0 0-1,-1 0 1,1-1-1,-1 1 1,1 0 0,0-1-1,-1 1 1,1 0 0,-1-1-1,1 0 129,10-13-5372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07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13971,'0'0'3098,"0"0"205,2 28-1438,13 91-790,-14-114-1036,1 0 1,-1 1 0,1-1 0,0 0-1,1 0 1,-1 0 0,1 0 0,0-1-1,0 1 1,1-1 0,-1 0 0,1 0 0,0 0-1,0 0 1,0-1 0,1 1 0,-1-1-1,1 0 1,0 0 0,0-1 0,0 1-40,6 1 53,1 0 1,-1-1 0,1 0-1,-1 0 1,1-2 0,0 1 0,8-1-54,-9 0 34,-1-1 1,1 0 0,0-1-1,-1 0 1,1 0 0,0-1-1,-1-1 1,0 0 0,8-3-35,-13 4-7,-1-1-1,1 1 1,-1-1 0,0 0 0,0-1 0,0 1 0,0-1 0,0 0-1,-1 0 1,0 0 0,0 0 0,0 0 0,0-1 0,-1 1 0,1-1-1,-1 0 1,0 0 0,-1 0 0,1 0 0,0-5 7,1-10-189,-1 0 1,-1 0-1,0-1 1,-2-13 188,0-5-677,1 35 498,1 1 0,0 0 0,-1 0 0,1 0 0,1 0 0,-1 0 0,0 0 1,1 0-1,-1 0 0,1 1 0,0-1 0,0 1 0,0-1 0,0 1 0,0-1 0,1 1 0,-1 0 0,1 0 0,0 0 0,-1 1 0,1-1 1,0 1-1,1-1 179,13-6-438,0 0 0,0 2 0,12-4 438,-18 7 5,15-6-53,-3 1 299,1 0 1,1 1 0,-1 2-1,1 0 1,25 0-252,-62 12 1689,2 0-1541,0 1-1,1 0 0,0 0 1,0 0-1,0 1 0,1 1 1,1 0-1,0 0 0,0 0 1,1 1-1,0-1 0,1 2 1,0-1-1,1 0 0,0 1 1,1 0-1,0 0 1,1 0-1,0 0 0,1 1 1,0-1-1,1 0 0,1 0 1,0 1-1,0 1-147,0-11-8,0 1 0,1-1 1,-1 0-1,1 0 0,-1 0 0,1 0 1,0 0-1,0-1 0,0 1 0,1 0 1,-1-1-1,1 1 0,-1-1 1,1 0-1,0 0 0,0 0 0,0 0 1,0-1-1,0 1 0,0-1 0,0 0 1,0 0-1,1 0 0,-1 0 0,0 0 1,1-1-1,0 1 8,13 1-111,0 0 0,0-2 1,-1 0-1,1 0 0,10-3 111,14-3-1411,1-2 1,-1-1-1,-1-3 1,9-4 1410,44-21-7893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08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2737,'0'0'9832,"0"0"-6147,0 0-1543,0 0-150,12 30-430,8 20-1034,43 120 1123,-54-143-1420,-2 1 0,-1 1-1,-1-1 1,-1 1 0,-2 0-1,-1 11-230,-1-37 5,-1 1-1,1-1 1,-1 0-1,0 0 1,0-1-1,0 1 1,0 0-1,0 0 1,-1 0-1,1-1 1,-1 1-1,0-1 0,0 1 1,0-1-1,0 0 1,0 0-1,0 1 1,-1-2-1,1 1 1,-1 0-1,1 0 1,-1-1-1,0 1 1,0-1-1,1 0 0,-1 0 1,0 0-1,0 0 1,0-1-1,0 1 1,0-1-1,0 0 1,-1 0-1,1 0 1,0 0-1,-2 0-4,1 0-38,0 0 1,0 0-1,-1-1 0,1 1 1,0-1-1,-1 0 0,1 0 1,0 0-1,0 0 0,0-1 1,0 0-1,0 0 0,1 0 1,-1 0-1,0-1 1,1 1-1,0-1 0,-1 0 1,1 0-1,0 0 0,1 0 1,-1-1-1,0 1 0,1-1 1,0 1-1,0-1 0,-1-3 38,-1-13-1370,1 0 0,1 0-1,0 0 1,2-18 1370,0-17-6501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0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14507,'0'0'6161,"0"0"-5240,0 0 335,0 0-64,104 191-496,-68-105-432,-6-2-160,-5-5-32,-11-7-72,-6-15-128,-5-10-488,-3-12-768,0-13-3185,-6-10-4809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08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13003,'0'0'4018,"0"0"-2275,0 0-327,28-10-347,93-30-465,-115 39-572,0 0 0,0 0 0,0 1 0,0-1 1,0 1-1,0 0 0,0 1 0,0 0 1,0 0-1,-1 0 0,1 0 0,0 1 0,-1 0 1,1 0-1,-1 1 0,1 0 0,0 0-32,4 4 65,0 1 0,-1 0 0,0 0 0,0 1 0,-1 0 0,2 3-65,-1 0 23,-1 0 1,-1 0-1,0 1 0,-1 0 0,0 0 1,0 4-24,-3-11 41,0 1-1,-1 0 1,0-1 0,0 1 0,-1 0 0,0 0 0,0 0 0,0 0-1,-1 0 1,0 0-41,13-47-163,-7 17 113,2 1-1,0-1 1,1 1 0,1 0 0,1 1-1,2 1 1,0-1 0,4-3 50,-17 24-3,0-1 0,1 1 0,-1-1 0,0 1 0,1 0 0,-1-1 0,1 1 0,-1 0 0,0-1 0,1 1 0,-1 0 0,1-1 0,-1 1 0,1 0 0,-1 0 0,1 0 0,-1 0 0,1-1 0,-1 1 0,1 0 0,-1 0 0,1 0 0,-1 0 0,1 0 0,-1 0 0,1 0 0,-1 0 0,1 0 0,-1 1 0,1-1 0,-1 0-1,1 0 1,-1 0 0,1 1 0,-1-1 0,1 0 0,-1 0 0,1 1 0,-1-1 0,0 0 0,1 1 0,-1-1 3,13 21-103,-11-16 117,8 14-7,1-1 1,0 0 0,2 0-1,0-1 1,1 0-1,0-2 1,1 1 0,1-2-1,1 0 1,0-1-1,0-1 1,1 0 0,1-1-1,0-1 1,1-1-1,-1-1 1,2-1 0,-1 0-1,1-2 1,0 0-1,0-1 1,0-1 0,12-1-8,-30-1-3,1-1 0,0 0 1,0 0-1,0-1 1,-1 1-1,1-1 0,0 0 1,0 0-1,-1 0 1,1 0-1,-1 0 0,1-1 1,-1 0-1,4-1 3,-5 0-8,0 1-1,0 0 0,0-1 1,0 0-1,0 1 0,-1-1 1,1 0-1,-1 0 1,0 0-1,0 0 0,0 0 1,0 0-1,0 0 1,-1 0-1,1 0 0,-1-1 1,0-1 8,1-6 48,-1 0 0,0 1 0,0-1 0,-2 1 0,1-1 0,-1 1 0,-1-1 0,1 1 0,-2 0 0,0 0 0,0 0 0,0 1 0,-1 0 0,-1-1 0,0 2 0,0-1 0,0 1 0,-1 0 0,-7-7-48,3 6 54,1 0-1,-1 1 0,-1 0 1,1 1-1,-1 1 0,0-1 1,-1 2-1,0 0 0,0 0 1,0 1-1,0 1 0,-1 0 1,1 1-1,-1 0 0,-8 1-53,-56 1-1441,23 6-2326,4 9-3419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09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37 13451,'0'0'2560,"0"0"-463,0 0-573,0 0-746,0 0-306,0 0 7,12-9-129,1-1-264,13-7 93,-26 22-102,-15 18-13,6-11-28,0 0 1,1 1 0,0 0-1,2 0 1,-1 1 0,1-1-1,1 1 1,1 1 0,0-1-1,0 1 1,2-1 0,0 1-1,0 0 1,2 15-37,0-25 18,1 0-1,0 0 1,0 0-1,1 0 1,0-1-1,-1 1 1,2 0 0,-1-1-1,0 0 1,1 1-1,0-1 1,0 0-1,0 0 1,0-1-1,1 1 1,0-1 0,-1 1-1,1-1 1,0 0-1,1-1 1,-1 1-1,0-1 1,1 0-1,-1 0 1,1 0-1,0 0 1,0-1 0,0 0-1,0 0-17,17 4 8,1-1 0,-1-1 0,1-1 1,0-1-1,20-1-8,-30-1-218,0 0 1,-1-1-1,0-1 0,1 0 1,-1 0-1,0-1 1,0 0-1,-1-2 1,1 1-1,-1-1 1,6-5 217,1-1-1448,-1 0-1,-1-2 1,0 0 0,-1-2 1448,33-42-8401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09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0 904,'0'0'12291,"0"0"-9307,0 0-2255,33 156 543,-3-22 592,3 32-319,-6-8-289,-7-30-488,-15-38-304,-5-26-248,0-2-96,0 0-112,-19-11-8,-9-23-88,-24-33-968,5-30-1665,3-14-4592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09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3745,'0'0'10751,"23"-8"-6454,284-75-613,-220 63-3524,-10 2-1080,1 4-1,9 1 921,-87 13-9,0 0-1,0 1 0,1-1 0,-1 0 1,0 0-1,0 0 0,1 0 0,-1 0 1,0 0-1,0 0 0,0 0 1,1 1-1,-1-1 0,0 0 0,0 0 1,0 0-1,0 0 0,1 1 0,-1-1 1,0 0-1,0 0 0,0 0 0,0 1 1,0-1-1,0 0 0,0 0 0,0 0 1,1 1-1,-1-1 0,0 0 0,0 0 1,0 1-1,0-1 0,0 0 0,0 0 1,0 1-1,0-1 0,-1 0 0,1 0 1,0 1-1,0-1 0,0 0 0,0 0 1,0 0-1,0 1 0,0-1 0,0 0 1,-1 0-1,1 0 0,0 1 0,0-1 10,-6 12 215,-10 17 444,1 1 0,1 0 0,-6 25-659,16-42 69,0 0 1,1 1 0,1 0-1,0-1 1,1 1-1,1 0 1,0 0-1,1 0 1,0 0-1,2 7-69,-2-16 1,0-1 0,1 0-1,-1 1 1,1-1 0,0 0 0,0 0-1,0-1 1,0 1 0,1 0 0,-1-1-1,1 1 1,0-1 0,0 0 0,0 0-1,1 0 1,-1 0 0,2 0-1,2 1 6,-1 0 0,1-1 0,0 0 0,0 0 0,0 0 0,1-1 0,-1 0 0,1-1 0,-1 0 0,1 0-6,5 0 10,0 0 1,0-1-1,0-1 0,-1 0 0,1 0 0,0-2 0,-1 0 0,1 0 1,-1-1-1,0 0 0,0-1 0,1-1-10,-2-1-44,-1 0 0,0-1 0,0 0 1,-1-1-1,0 0 0,0-1 0,-1 1 0,0-2 0,-1 1 0,0-1 1,-1 0-1,0 0 0,-1-1 0,0 0 0,2-7 44,0-3 11,-1-1-1,-2 1 0,0-1 1,-1 0-1,-1 0 0,-1-1 1,-2-21-11,5 93 114,3 0 0,1 0 0,3-1 1,1-1-1,2 0 0,11 21-114,-16-50 28,-9-17-28,0 0 0,1 0 0,-1 0 1,0 0-1,0 0 0,0 0 0,0 0 0,0 0 0,1 1 0,-1-1 1,0 0-1,0 0 0,0 0 0,0 0 0,0 0 0,1 0 0,-1 0 1,0 0-1,0 0 0,0 0 0,0-1 0,0 1 0,1 0 0,-1 0 1,0 0-1,0 0 0,0 0 0,0 0 0,0 0 0,1 0 0,-1 0 1,0 0-1,0-1 0,0 1 0,0 0 0,0 0 0,0 0 0,0 0 1,0 0-1,0 0 0,1-1 0,-1 1 0,0 0 0,0 0 0,0 0 1,0 0-1,0 0 0,0-1 0,0 1 0,0 0 0,0 0 0,0 0 1,0 0-1,0 0 0,0-1 0,0 1 0,0 0 0,0 0 0,0 0 1,0 0-1,-1-1 0,1 1 0,0 0 0,0 0 0,0 0 0,0 0 0,1-14-97,-1-11-274,4-93-545,-3 104 880,1 0 0,1 0-1,0 1 1,1-1 0,0 1 0,1 0 0,3-4 36,-7 13-7,0 1 1,1 0-1,0 0 1,0 0-1,0 0 1,0 0-1,0 0 1,0 1-1,1-1 1,-1 1-1,1 0 1,0-1-1,0 1 1,0 0-1,0 1 1,0-1-1,0 0 1,3 0 6,-3 2-2,0-1 0,0 1 1,0 0-1,0 0 0,0 0 1,0 0-1,0 1 0,0-1 1,0 1-1,0 0 0,0 0 1,0 0-1,0 0 0,-1 0 1,1 1-1,0-1 0,0 2 2,11 8-1,0 0 0,-1 1 0,-1 0 0,0 1 0,0 1 0,3 6 1,-13-18-2,24 32 42,2-1 0,2-1-1,0-2 1,5 1-40,-11-18 32,-24-13-60,1 0 0,0 0 1,0 0-1,-1 0 1,1 0-1,0 0 1,-1 0-1,1 0 0,0 0 1,-1-1-1,1 1 1,0 0-1,-1-1 0,1 1 1,0 0-1,-1-1 1,1 1-1,-1 0 1,1-1-1,-1 1 0,1-1 1,0 0 27,1-2-145,0-1 0,0 0 1,0 0-1,-1 0 0,1-1 1,-1 1-1,0 0 0,0 0 1,0-2 144,2-8 9,3-11-124,32-110 1442,-33 120-870,1-1 0,1 1 0,0 0 0,1 1 0,1 0 0,0 0 0,2-1-457,-9 13 34,-1 0 0,0 0 0,1 1 0,-1-1 1,1 0-1,-1 1 0,1-1 0,0 1 0,-1 0 0,1 0 0,0 0 0,0 0 0,0 0 0,0 0 0,0 0 0,0 0 0,1 1 0,-1-1 0,0 1 0,0 0 1,0-1-1,0 1 0,1 0 0,-1 0 0,0 1 0,0-1 0,0 0 0,1 1 0,-1-1 0,0 1 0,0 0 0,0 0 0,0-1 0,0 1 0,0 1 0,0-1 0,-1 0 1,1 0-1,0 1 0,0-1 0,0 2-34,8 7 18,-1 1 0,0-1 1,-1 1-1,-1 1 0,0 0 1,1 2-19,-3-6 52,10 18-16,-3-4-28,0-1-1,2 0 0,1-1 1,8 9-8,-20-26-25,0 0-1,0 0 1,1-1 0,-1 1 0,1-1 0,0 0 0,-1 0 0,1 0 0,0 0 0,0-1 0,0 1 0,0-1 0,1 0 0,1 0 25,60-1-1651,-36-1-242,25-1-5015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1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134 185 7162,'0'0'5771,"0"26"-2234,0 188 1251,2-161-3653,3 0 0,8 31-1135,1 22 737,-13-105-748,-1-1 1,0 1-1,0 0 0,0-1 0,0 1 0,0 0 0,1 0 1,-1-1-1,-1 1 0,1 0 0,0-1 0,0 1 0,0 0 1,0 0-1,0-1 0,-1 1 0,1 0 0,0-1 0,-1 1 1,1-1-1,0 1 0,-1 0 0,1-1 0,-1 1 11,-12-6-404,-15-26-352,26 29 709,-13-18-19,1-1 0,1 0 1,0 0-1,2-1 0,0-1 0,2 0 0,0 0 0,2-1 0,1 0 0,-1-6 66,4 15 101,1 0 0,1 0-1,0 0 1,1 0 0,1 0 0,0 0-1,1 0 1,0 0 0,1 1 0,1-1-1,1 1 1,0 0 0,0 0 0,2 0-1,-1 1 1,2 0 0,3-5-101,2 2 1,0 1 1,1 0-1,0 1 1,1 1-1,1 1 1,0 0-1,1 0 1,0 2-1,0 0 1,1 1-1,0 1 1,1 1-1,0 0 1,0 2-1,1 0 1,-1 1-1,9 0-1,-9 1 1,1 1-1,-1 1 1,1 1-1,-1 1 1,1 0-1,-1 2 0,1 0 1,-1 1-1,0 1 1,-1 1-1,1 0 1,-1 2-1,0 0 1,-1 1-1,0 1 1,0 0-1,10 9 0,-21-13-6,0-1 1,0 1-1,0 0 0,-1 0 1,0 1-1,-1-1 0,1 1 1,-1 0-1,0 1 0,-1-1 1,0 0-1,1 5 6,-3-9 4,0 1-1,0 0 1,0-1 0,-1 1-1,0 0 1,1-1 0,-1 1 0,-1 0-1,1-1 1,0 1 0,-1 0-1,0-1 1,0 1 0,0 0 0,0-1-1,-1 0 1,1 1 0,-1-1-1,0 0 1,0 0 0,0 0 0,0 0-1,-1 0 1,1 0 0,-1 0-1,1-1 1,-2 1-4,-4 3 50,0-1 0,-1 0 0,1 0 0,-1-1-1,0-1 1,0 1 0,0-1 0,-1-1 0,-6 2-50,11-4-108,0 1 1,1-1-1,-1 1 1,0-2-1,0 1 0,0 0 1,1-1-1,-1 0 1,-4-1 107,6 1-268,1 0 1,0 0 0,0 0-1,-1 0 1,1-1-1,0 1 1,0-1 0,0 1-1,0-1 1,0 0 0,1 1-1,-1-1 1,0 0 0,1 0-1,-1-1 1,1 1 0,0 0-1,-1-2 268,-8-29-8127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10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4049,'0'0'8946,"0"0"-6482,63 171 1697,-30-109-2304,3-10-785,0-18-784,0-16-288,-3-16-320,13-17-1064,-7-19-2513,-6-11-1600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11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11242,'0'0'4205,"0"0"-2024,0 26 326,0 173 438,0-184-2861,1-1 1,0 0 0,1 0-1,0 0 1,1 0 0,1 0-1,0-1 1,1 1 0,0-1-1,5 7-84,-7-15 1,0 0 0,0 0 0,1-1-1,-1 1 1,1-1 0,0 1 0,0-1-1,1-1 1,-1 1 0,1-1-1,0 1 1,0-1 0,0-1 0,0 1-1,1-1 1,-1 0 0,1 0-1,-1 0 1,1-1 0,0 0 0,-1 0-1,1 0 1,0-1 0,0 0-1,0 0 1,5-1-1,-7 1-24,0-1 1,-1 0-1,1 0 0,-1 0 0,1 0 1,-1 0-1,1-1 0,-1 1 1,1-1-1,-1 0 0,0 0 0,0-1 1,0 1-1,0 0 0,-1-1 0,3-2 24,0-2-16,0 1 0,-1-1 0,0 0-1,0 0 1,-1 0 0,0 0 0,0-1-1,0 0 17,3-14 23,-1-1-1,-1 1 1,-1-1-1,-1 0 1,-1-8-23,0 4 29,1 15 131,-1 0-1,-1 0 1,0 0 0,-1 0-1,0 0 1,-3-12-160,3 22 13,0 0-1,0 0 1,1 0 0,-1 0 0,-1 0-1,1 0 1,0 0 0,0 0 0,-1 0-1,1 1 1,-1-1 0,1 0 0,-1 1-1,0-1 1,0 1 0,0 0 0,0-1-1,0 1 1,0 0 0,0 0 0,0 1-1,0-1 1,0 0 0,0 1 0,-1-1-1,1 1 1,0 0 0,-1-1 0,1 1-1,0 0 1,0 0 0,-1 1 0,1-1-1,0 1 1,0-1 0,-1 1 0,1-1-1,0 1 1,0 0-13,-18 6-423,0 0 1,1 1-1,0 1 0,1 1 0,0 0 0,-8 8 423,-47 32-6075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1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13755,'0'22'2691,"5"399"5860,-7-367-8074,1-16 72,11-76-325,6-43 395,3 1 1,24-63-620,-42 141 28,0-1 0,0 1 0,0-1 0,0 1 0,0-1 0,1 1 0,-1-1 0,1 1 1,0 0-1,-1 0 0,1 0 0,0 0 0,0 0 0,1 0 0,-1 1 0,2-2-28,-3 3 2,0 0 1,1 0-1,-1 0 1,0 0-1,1 0 1,-1 0-1,0 0 0,1 0 1,-1 1-1,0-1 1,1 1-1,-1-1 1,0 1-1,0-1 1,1 1-1,-1 0 0,0 0 1,0-1-1,0 1 1,0 0-1,0 0 1,0 0-1,0 0 0,0 0 1,-1 0-1,1 0 1,0 1-1,-1-1 1,1 0-1,-1 0 0,1 1 1,-1-1-1,1 1-2,9 19 5,-1 1 0,0 1 0,-2-1 0,1 11-5,24 63-244,-32-94 174,1 0-1,0-1 1,0 1-1,0 0 1,0 0 0,1-1-1,-1 1 1,0-1-1,1 1 1,-1-1-1,1 0 1,-1 1-1,1-1 1,0 0-1,0 0 1,-1 0 0,1 0-1,0 0 1,0-1-1,0 1 71,41 3-6609,-37-4 4696,27 0-13883</inkml:trace>
  <inkml:trace contextRef="#ctx0" brushRef="#br0" timeOffset="1">496 179 11002,'0'0'6466,"0"0"-4490,0 0 1009,0 0-1297,0 0-680,140 7-520,-82-7-335,-3-2-153,-3-8-769,-16 10-1079,-11 0-3481,-20 0-5113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1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9338,'0'0'5537,"0"0"-3400,0 0 663,0 0-1095,0 0-737,0 0-504,0 0-464,130 27-288,-62-27-1761,-7-5-3208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12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36 15459,'0'0'4579,"0"0"-2488,0 0-734,8 26-140,0-4-993,14 44 833,8 48-1057,-4 22 335,-13-58-1223,11 30 888,-25-117-384,0 0-1,0 0 1,1 1 0,0-1 0,0 0 0,2-3 384,0-21-374,-6-56 115,-4 0 1,-5-2 258,-9-115 1373,18 194-352,-6 22-610,-15 46-410,10-22 231,-20 26-64,-3-1-1,-2-3 1,-16 14-168,5-5 30,3 3 0,-1 7-30,49-74 3,-1-1 0,0 1 0,0 0 0,0 0 1,1 0-1,-1 0 0,0 0 0,1 0 0,-1 0 0,1 0 0,-1 0 0,1 0 0,0 0 0,-1 1 0,1-1 0,0 0 1,0 0-1,0 0 0,0 0 0,0 1 0,0-1 0,0 0 0,0 0 0,0 0 0,1 0 0,-1 0 0,0 1 0,1-1 0,-1 0-3,3 0 27,0 0-1,0 0 0,0-1 0,0 1 0,0-1 0,-1 0 0,1 1 0,0-1 1,0-1-1,0 1 0,1 0-26,1-1 25,37-4-105,0-2 0,-1-3 0,0-1 0,-1-1 0,26-13 80,26-7-1790,-11 7-3305,-10 2-4240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12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14683,'0'0'4425,"0"0"-2136,0 0-457,0 0-752,0 0-696,143 0-384,-99 0-184,17 0-672,-12 0-1392,-2-2-3986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12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84 16948,'0'0'3658,"0"0"-1791,0 0-554,5 22-18,9 46-564,-2 2 0,-3-1 0,-2 36-731,-7 62 228,6-152-234,-2-14-2,-1-10-2,1-24-38,-2-1-1,-1 1 1,-1-1 0,-4-19 48,-24-134 34,-1-1 149,30 186-172,-1 1 0,0-1 0,0 1 0,0-1 0,0 1 1,0-1-1,0 1 0,0-1 0,-1 1 0,1 0 0,-1-1 0,1 1 0,-1-1 0,1 1 1,-1 0-1,0-1 0,1 1 0,-1 0 0,-1-1-11,-8 28 42,6-11-95,-10 22 24,-1-1 1,-19 31 28,18-37 2,1 1 0,1 1 0,2 0 0,0 7-2,7 19-114,6-44 85,1-13 27,0 0 0,1-1 0,-1 1 0,1-1 0,0 0 0,-1 1 0,1-1 0,-1 0 0,1 0 0,-1-1 0,2 1 2,-2-1-1,9 0-80,-1-1 1,1 0-1,-1 0 0,0-1 0,0-1 0,3-2 81,46-13-1311,-1 9-1390,-18 3-2635,3 2-5156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13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8602,'0'0'6921,"0"0"-4144,0 0 272,0 0-1145,0 0-904,0 0-576,146 32-232,-116-30-192,-2 1-96,-6 4-776,-6-2-1792,-10 3-4450</inkml:trace>
  <inkml:trace contextRef="#ctx0" brushRef="#br0" timeOffset="1">39 285 13355,'0'0'4753,"0"0"-2385,0 0 265,0 0-961,0 0-848,0 0-399,0 0-209,123 45-216,-57-60-160,11-7-465,44-20-463,-13 4-1944,-15-1-5458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13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13355,'0'0'2883,"0"0"-458,-8 32 53,-1 4-1798,2-7-158,0-1 0,2 1 0,1 0 0,1 0 0,2 25-522,1-41 162,0 0 0,1-1 0,0 1 0,1-1 0,1 1 0,0-1 0,0 0-1,5 11-161,-5-17 25,0 0 0,1-1 0,0 1-1,0 0 1,0-1 0,0 0 0,1 0-1,0 0 1,0-1 0,0 0 0,1 0-1,0 0 1,-1 0 0,1-1-1,0 0 1,1 0 0,0 0-25,1 0 9,-1-1-1,0 1 1,1-1 0,0 0 0,0-1-1,-1 0 1,1 0 0,0-1 0,0 0-1,0 0 1,0-1 0,0 0 0,-1 0-1,1-1 1,6-1-9,-9 0 5,0 1 0,-1-1 0,1 1 0,0-1 0,-1-1-1,1 1 1,-1-1 0,0 1 0,-1-1 0,1 0 0,0-1 0,-1 1 0,0-1 0,0 1-1,-1-1 1,1 0 0,-1 0 0,0 0 0,0 0 0,0-1 0,-1 1 0,1-3-5,0-5 48,1 0 1,-2 0 0,0 0 0,0 0-1,-1 0 1,-1 0 0,0 1 0,-1-1-1,0 0 1,-1 0 0,0 1 0,-5-10-49,5 15 10,0 0 1,0 1-1,-1-1 1,0 1 0,-1 0-1,1 0 1,-1 0-1,0 1 1,-1-1-1,1 1 1,-1 1 0,0-1-1,0 1 1,-1 0-1,1 0 1,-1 1-1,0 0 1,0 0 0,0 1-1,0-1 1,0 2-1,-1-1 1,-5 0-11,-45-2-951,0 2 0,-12 3 951,54-1-452,-84 2-3908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46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13915,'0'0'3114,"0"0"-359,0 0-660,0 0-861,0 0-581,0 0-305,0 10-139,-1 29 67,1 0 1,2 0 0,2-1 0,2 1-277,-4-24 55,1 0 0,1 0 0,0 0 0,1 0 1,1-1-1,0 0 0,1-1 0,0 1 1,1-1-1,1 0 0,0-1 0,4 4-55,-9-12 7,0-1-1,0 0 1,0 1-1,0-1 1,0-1-1,1 1 0,-1-1 1,1 1-1,-1-1 1,1-1-1,0 1 1,0-1-1,0 1 1,0-1-1,0-1 1,0 1-1,1-1 0,-1 0 1,0 0-1,0-1 1,0 1-1,3-1-6,-2-1 11,1 0 1,0 0-1,0-1 0,-1 0 0,1 0 0,-1 0 0,0-1 1,0 1-1,0-2 0,-1 1 0,1-1 0,-1 1 0,0-2 0,0 1 1,2-4-12,-1 0 40,0-1-1,0 0 1,-1 0 0,0 0 0,0-1 0,-2 0 0,1 0 0,-1 0-1,-1 0 1,0 0 0,0-4-40,-1 8 73,-1 0-1,0 0 1,0 0 0,0 0-1,-1 0 1,0 0-1,-1 0 1,1 0 0,-1 1-1,-1-1 1,1 1 0,-1-1-1,0 1 1,-1 0-1,1 0 1,-1 0 0,0 1-1,-4-5-72,-1 1 36,-1 0-1,1 1 1,-1 0-1,-1 0 1,0 1-1,0 1 1,0 0-1,0 0 1,-1 1-1,0 1 1,0 0-1,-1 0 1,1 1-1,-1 1 1,1 0-1,-9 1-35,17 1-59,1 0 0,0 1-1,-1 0 1,1 0-1,0 0 1,-1 0 0,1 0-1,0 1 1,0-1-1,0 1 1,0 0 0,0 0-1,1 0 1,-1 0-1,1 1 1,-1-1-1,1 1 1,0-1 0,0 1-1,0 0 1,0 0-1,0 0 1,1 0 0,-1 0-1,1 0 60,-7 15-713,1-1-1,1 1 0,1 1 0,0 2 714,0-4-1114,-10 50-5880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46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1 14227,'0'0'4913,"0"0"-2056,0 0-777,0 0-944,0 0-599,0 0-57,0 0 120,-57 175-24,-7-93-304,-15 2-272,-31 8-288,16-23-976,17-20-2993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48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47 10458,'0'0'4200,"0"0"-1560,0 0-633,0 0-338,12 32-364,3 4-993,2 5 94,-2 1 0,-1 0 0,5 34-406,-5-9 114,-3 1 1,-3 0-1,-1 53-114,-7-120-987,-2-21-3346,-6-5 2566,-2-1 0,0 1-1,-1 1 1,-2 0 0,-7-10 1767,-27-57-2180,21 17 258,13 1 3285,9 14 7268,3-33-8631,1 74 1189,0-37 4876,0 54-5341,-1 2-695,0-1-1,0 0 1,0 1-1,0-1 0,0 0 1,1 1-1,-1-1 0,0 1 1,0-1-1,0 1 1,1 0-1,-1-1 0,0 1 1,1 0-1,-1-1 0,1 1 1,-1 0-1,1 0 1,-1-1-1,1 1 0,0 0 1,-1 0-1,1 0 0,0 0-28,-9 29-56,6-20 140,-47 130 165,17-52-148,4 5-101,28-92 7,1 0 0,0 1 0,0-1-1,0 0 1,-1 0 0,1 0-1,0 0 1,1 0 0,-1 1 0,0-1-1,0 0 1,0 0 0,1 0 0,-1 0-1,0 0 1,1 0 0,-1 0-1,1 0 1,-1 0 0,1 0 0,0 0-1,-1 0 1,1 0 0,0 0 0,0 0-1,0 0 1,0-1 0,-1 1 0,1 0-1,0-1 1,0 1 0,0-1-1,0 1 1,1-1 0,-1 1 0,0-1-1,0 0 1,0 0 0,0 1 0,0-1-1,0 0 1,1 0 0,-1 0-7,12 1 38,-1 0 0,0-1 0,0 0 0,6-2-38,4 1-128,25 1-827,14 0-2549,-18 0-3354,-4 3-5704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4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11002,'0'0'4193,"0"0"-1936,0 0 255,16 134-759,-16-80-569,0 1-448,0-1-232,-8-2-168,0-8-192,-1-4-144,7-8 0,2-7-272,0-10-672,8-13-1304,17-2-2001,5 0-856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49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7194,'0'0'6717,"0"0"-3976,-2 26-278,-1 8-1694,-1-4-100,2 0 0,1 1 0,1-1-1,3 13-668,-1-31 184,-1-1-1,1 0 0,1 0 1,0 1-1,1-2 0,0 1 0,1 0 1,0-1-1,0 0 0,1 0 1,1 0-1,-1-1 0,3 1-183,-5-5 45,0-1-1,1 1 0,0-1 1,0 0-1,0-1 0,1 1 1,-1-1-1,1 0 1,0 0-1,-1-1 0,1 0 1,1 0-1,-1 0 1,0-1-1,0 0 0,1 0 1,-1 0-1,0-1 0,1 0 1,-1 0-1,0-1 1,1 0-1,5-1-44,-7 1 8,-1-1 0,1 0 0,-1 0 0,1 0 0,-1 0 0,0-1 0,0 1 0,0-1 1,0 0-1,0 0 0,-1-1 0,1 1 0,-1-1 0,0 0 0,0 1 0,0-1 0,-1-1 0,1 1 0,-1 0 0,0-1 0,-1 1 0,1-1 0,-1 0 1,1 1-1,-1-5-8,3-11 8,-1 1 1,-1-1-1,-1 0 0,-1 1 1,-1-16-9,0 28 33,0-1 0,0 1 0,-1 0 1,0 0-1,0-1 0,-1 1 0,0 1 0,0-1 0,-1 0 1,1 1-1,-1-1 0,-1 1 0,1 1 0,-1-1 0,0 0 0,-1 1 1,1 0-1,-6-4-33,2 3-49,1 1 0,-1-1 1,1 2-1,-2-1 0,1 1 1,0 1-1,-1-1 0,1 1 1,-1 1-1,0 0 0,0 1 1,0 0-1,-8 0 49,16 7-3878,2 5-1867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49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6409,'0'0'10643,"0"0"-8363,0 0 649,8 173-1121,-5-131-752,2-8-696,-2-6-232,2-9-128,-2-6-120,8-11-864,0-2-2016,3 0-3858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50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140 335 13883,'0'0'2470,"0"0"-568,0 0-237,0 0-718,0 0-491,-23 24-68,-14 16 75,-16 25-463,50-61 37,0 1 0,0-1 0,0 1 0,1 0 0,0-1 0,0 1-1,0 0 1,0 1 0,1-1 0,0 0 0,0 0 0,0 1 0,1-1 0,0 0 0,0 1 0,0-1 0,1 0 0,-1 1-1,1-1 1,0 0 0,1 1-37,0-2 8,-1 0 0,1 0 0,0-1 0,0 1 1,0-1-1,0 1 0,1-1 0,-1 0 0,1 0 0,0 0 0,0 0 0,0-1 0,0 1 0,1-1 0,-1 0 0,1 0 0,-1 0 0,1 0 0,0 0 0,-1-1 0,4 1-8,-2-1-76,-1 1-1,1-1 1,-1-1-1,1 1 1,0-1-1,-1 0 1,1 0-1,0 0 1,-1-1-1,1 1 1,0-1-1,-1 0 1,1-1-1,-1 1 1,0-1-1,1 0 1,-1 0-1,0 0 1,0 0-1,0-1 1,0 0-1,-1 0 1,1 0-1,-1 0 1,0 0-1,0-1 1,0 1-1,1-2 77,2-5-422,0-1-1,0-1 1,-1 1 0,-1-1-1,1 0 1,-2 0-1,0 0 1,0-1-1,0-10 423,-2 58 4543,10 58-3050,-1-14-599,-7-37-483,-3-26-344,1 0-1,0 0 1,1 0-1,1 0 0,1-1 1,0 1-1,1-1 1,2 3-67,5-7-3646,-2-9-1789,-4-2 1210,2 2-6020</inkml:trace>
  <inkml:trace contextRef="#ctx0" brushRef="#br0" timeOffset="1">610 1 11739,'0'0'4905,"0"0"-2348,0 0-791,14 31-292,-13-28-1442,40 90 1423,-5 2 1,22 89-1456,-44-106 549,-4 1 0,-3 0-1,-4 1 1,-3 31-549,-1-83 102,-2-1 1,0 0-1,-2 0 0,-5 16-102,6-28-109,0 0-1,-2 0 1,0 0 0,-1-1 0,0 0-1,-1-1 1,0 1 0,-7 6 109,15-20-56,0 0 1,0 0 0,0 0-1,0-1 1,0 1 0,0 0-1,0 0 1,0 0 0,0 0-1,0 0 1,0 0-1,0-1 1,-1 1 0,1 0-1,0 0 1,0 0 0,0 0-1,0 0 1,0 0 0,0 0-1,0-1 1,0 1-1,0 0 1,-1 0 0,1 0-1,0 0 1,0 0 0,0 0-1,0 0 1,0 0 0,-1 0-1,1 0 1,0 0-1,0 0 1,0 0 0,0 0-1,0 0 1,-1 0 0,1 0-1,0 0 1,0 0 0,0 0-1,0 0 1,0 0-1,0 0 1,-1 0 0,1 0-1,0 0 1,0 0 0,0 0-1,0 0 1,0 0 0,0 1-1,-1-1 1,1 0-1,0 0 1,0 0 0,0 0 55,2-15-1738,13-18-3597,6-3-2917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50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14915,'0'0'2937,"0"0"-441,0 0-295,0 0-1137,0 0-688,0 0-248,157 10-128,-124-10-216,-3 0-888,-13 0-1129,-9 0-3040,-8 0-8754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49:50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5977,'0'0'8498,"0"0"-5393,0 0-337,0 0-1271,0 0-873,184-7-424,-137-1-120,-6-2-80,-11 5-8,-13 1-568,-9 1-2105,-8 3-7617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11723,'0'0'3714,"0"0"-1216,0 0-710,-16 26-668,-2 0-855,6-10-84,1 1-1,1 1 0,0 0 0,1 0 1,1 1-1,1-1 0,1 2 0,-4 18-180,2-4 207,1 0 0,2 1 0,2-1 0,1 1 0,1 0 0,2 0-1,5 28-206,-5-58 5,0 0 0,1 0-1,-1 0 1,1 0-1,0-1 1,1 1 0,-1-1-1,1 1 1,0-1-1,0 0 1,0 0 0,1 0-1,-1-1 1,1 1 0,0-1-1,0 1 1,0-1-1,0-1 1,1 1 0,-1-1-1,1 1 1,0-1-1,-1-1 1,1 1 0,0-1-1,0 1 1,0-1-1,0-1 1,0 1 0,1-1-1,-1 0 1,1 0-5,4 0 17,0-1 0,0 0 0,0 0 0,-1-1 0,1 0 0,0-1 0,-1 0-1,0 0 1,0-1 0,0-1 0,0 1 0,0-1 0,-1-1 0,0 0 0,0 0 0,2-3-17,-1 0 35,0-2 0,-1 1 0,0-1 0,0-1 0,-1 1 0,-1-1 0,0 0 0,-1-1 0,0 0 0,-1 1 0,0-2 0,-1 1 0,0 0 0,-1 0 0,-1-1 0,0 0 0,-1 1 0,0-1 0,-1 1 0,-1-1 0,0 1-35,-1 5 64,1 0-1,-2 1 1,1-1-1,-1 1 1,0 0 0,0 0-1,-1 0 1,0 1-1,0-1 1,-1 1-1,0 1 1,0-1 0,0 1-1,-1 0 1,1 0-1,-1 1 1,0 0 0,-7-3-64,-13-7 102,-1 2 1,1 1 0,-2 2 0,-16-4-103,44 13-37,-51-10 119,51 10-172,0-1-1,0 1 1,-1 0-1,1 0 1,0 0-1,0 0 1,0 0-1,-1 0 1,1 0-1,0 0 1,0 0-1,0 0 1,0 1-1,-1-1 1,1 0-1,0 1 1,0-1 0,0 1-1,0-1 1,0 1-1,0 0 1,0-1-1,0 1 1,0 0-1,0 0 1,1 0-1,-1-1 1,0 1-1,0 0 1,1 0-1,-1 0 1,0 0-1,1 0 1,-1 1-1,1-1 1,0 0 90,-1 25-4592,1 1-2710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2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12411,'0'0'2440,"0"0"241,0 0-89,-9 143-919,-13-86-649,-8 3-376,-6-1-232,1-4-160,4-11-160,9-12-96,14-14-256,8-18-1200,6-15-2721,13-15-3193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13691,'0'0'2531,"0"0"-330,-11 29-186,-4 5-1501,6-16-270,1 1 1,1 0-1,1 1 1,0 0-1,2 0 1,0 0-1,1 0 1,1 10-245,0-7 289,1-1-1,1 1 1,1 0 0,1 0 0,1-1 0,5 20-289,-5-33 27,0-1-1,1 1 0,-1-1 1,2 0-1,-1 0 0,1 0 1,0-1-1,1 0 1,0 0-1,0 0 0,0-1 1,1 1-1,0-2 0,0 1 1,1-1-1,-1 0 1,1 0-1,4 0-26,-2 0-1,1 0 0,0-1 0,0-1 0,1 0-1,-1 0 1,1-1 0,0 0 0,-1-1 0,1-1 0,0 0 0,0 0-1,0-2 1,1 1 1,-12 0 6,1 1 0,-1 0 0,1 0 0,-1-1 0,0 1 0,1-1 0,-1 0 0,1 1 0,-1-1 0,0 0-1,0 0 1,1 0 0,-1 0 0,0 0 0,0 0 0,0 0 0,0 0 0,0 0 0,0 0 0,-1-1 0,1 1-1,0 0 1,-1-1 0,1 1 0,0-1 0,-1 1 0,0 0 0,1-1 0,-1 1 0,0-1 0,0 1 0,0-1 0,0 1-1,0-2-5,0 1 10,0 0-1,-1-1 1,1 1-1,-1 0 0,1 0 1,-1 0-1,0 0 0,0 0 1,0 0-1,0 0 0,0 0 1,0 1-1,0-1 0,-1 0 1,1 0-1,-1 1 0,1-1 1,-1 1-1,0 0 0,0-1 1,1 1-1,-3-1-9,-11-4 84,-1 1 0,0 1 0,0 0 0,-2 1-84,-52-15 250,68 17-326,1 0 0,0 1 0,-1-1 1,1 0-1,0 0 0,0 0 0,-1 0 1,1 0-1,0-1 0,0 1 0,0 0 1,0 0-1,1-1 0,-1 1 0,0-1 0,0 1 1,1 0-1,-1-1 0,1 1 0,-1-1 1,1 1-1,0-1 0,0 0 0,0 1 1,0-1-1,0 1 0,0-1 0,0 1 1,0-1-1,0 0 0,1 1 0,-1-1 1,1 1-1,-1-1 0,1 1 0,-1 0 1,1-1-1,0 1 0,0 0 0,0-1 1,0 0 75,16-18-6256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2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12635,'0'0'2382,"0"0"-855,24-9 74,-11 4-1403,42-16 490,2 3 1,29-5-689,-5 12 2373,-92 12-2325,0 0 1,0 1-1,0 0 1,1 1-1,-1 0 0,0 1 1,1 0-1,0 1 1,-7 4-49,-13 8 52,1 1 1,-15 14-53,41-30 0,1-1-1,-1 1 0,1 0 1,-1 0-1,1 0 0,0 0 1,0 1-1,0-1 0,0 0 1,0 1-1,1 0 0,-1-1 1,1 1-1,0 0 0,0 0 1,0 0-1,0 0 0,0 0 1,0 0-1,1 0 0,-1 0 1,1 0-1,0 0 0,0 0 1,0 2 0,2-1-2,-1-1 0,0 1 0,1-1 1,0 0-1,0 0 0,0 0 0,0 0 1,0 0-1,0-1 0,1 1 0,-1-1 1,1 1-1,0-1 0,0 0 0,0 0 1,0 0-1,0 0 0,0-1 0,0 1 1,1-1-1,1 1 2,31 11 9,-2 0 46,0 1 1,30 18-56,-56-28 7,-1 1 0,1 0-1,-1 0 1,0 1 0,0 0 0,0 0 0,-1 0 0,0 1 0,-1 0-1,1 0 1,-1 1 0,-1 0 0,1-1 0,0 4-7,-4-8 27,1 1 0,-1-1 0,-1 1 1,1-1-1,0 1 0,-1 0 0,1-1 0,-1 1 0,0-1 1,-1 1-1,1 0 0,0-1 0,-1 1 0,0-1 1,0 1-1,0-1 0,0 1 0,-1-1 0,0 1-27,0 1 81,-2 0-1,1-1 1,0 1-1,-1-1 1,0 0 0,0 0-1,0 0 1,-1-1-1,1 1 1,-1-1-1,-5 3-80,2-2 34,-1 1 0,1-2 0,-1 1 0,0-1 0,-1 0-1,1-1 1,0 0 0,-1-1 0,1 0 0,-1 0 0,1-1 0,-1 0-1,0-1 1,-8-1-34,17 1-130,-1 1 0,1-1 0,-1 1 0,1-1 0,-1 0 0,1 0 0,0 0-1,0 0 1,-1 0 0,1 0 0,0 0 0,0-1 0,0 1 0,0 0 0,0 0 0,0-1 0,0 1 0,0-2 130,-6-17-6679,7 5-3685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3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14163,'0'0'2365,"0"0"-505,-8 23-377,2-9-1267,-3 7-10,2 0 0,0 0 0,1 0 0,1 1 0,2-1 0,0 1 0,0 3-206,2 6 263,1-1 1,1 0 0,1 0 0,2 0 0,4 13-264,-6-34 11,0-1 0,1 1 0,0 0 0,0-1 0,1 0 0,0 0 0,1 0 0,-1-1 0,2 1 0,-1-1 0,1 0 0,0-1 1,0 1-1,1-1 0,0 0 0,0-1 0,0 0 0,1 0 0,-1 0 0,5 1-11,-9-5-2,0 1 0,0-1 0,0 0 0,1 1 0,-1-1 0,0-1 0,1 1 0,-1 0 0,0-1 0,1 0 0,-1 0 0,1 0 0,-1 0 0,1 0 0,-1-1 0,0 0 0,1 1 0,-1-1 0,3-1 2,-4 0 6,0 1 0,0-1 0,0 0 0,0 0 0,0 0 0,0 0 0,-1 0 0,1 0 0,-1 0 0,1-1 0,-1 1 1,0 0-1,0-1 0,0 1 0,0-1 0,0 1 0,-1-1 0,1 0 0,-1 1 0,1-1 0,-1 0 0,0 1 0,0-2-6,0-1 35,1 1-1,-1-1 0,0 1 1,0-1-1,-1 1 1,1-1-1,-1 1 0,0-1 1,0 1-1,-1 0 0,1-1 1,-1 1-1,-1-3-34,0 5 54,1-1 0,0 1 0,-1 0 0,1 0 1,-1 0-1,0 1 0,0-1 0,0 1 0,0-1 0,0 1 0,0 0 0,0 0 0,0 0 0,0 1 0,0-1 0,-1 1 1,1-1-1,-3 1-54,-119-2 146,121 2-1182,6 0-2691,7 0-5197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3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4537,'0'0'13899,"0"0"-12083,0 0 569,0 160-945,-6-75-608,-2 4-408,5-5-272,3-5-152,0-15-192,3-12-896,8-17-3665,-6-20-7762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4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1 360 9010,'0'0'4280,"0"0"-2591,0 0 290,0 0-54,26-13-557,-5 2-1130,15-5 99,-1-3 0,-1-1 1,0-1-1,5-7-337,23-21 519,-3-3 0,-2-3-1,8-12-518,-65 66 15,0 1-1,0-1 1,1 1 0,-1-1-1,0 1 1,0 0-1,0-1 1,1 1-1,-1-1 1,0 1 0,1 0-1,-1-1 1,0 1-1,1 0 1,-1-1-1,1 1 1,-1 0 0,0 0-1,1-1 1,-1 1-1,1 0 1,-1 0-1,1 0 1,-1 0 0,1-1-1,-1 1 1,0 0-1,1 0 1,-1 0-1,1 0 1,-1 0 0,1 0-1,-1 0 1,1 0-1,-1 1 1,1-1-1,-1 0 1,1 0 0,-1 0-1,1 0 1,-1 1-1,0-1 1,1 0-1,-1 0 1,1 1 0,-1-1-1,0 0 1,1 1-1,-1-1 1,0 0-1,1 1 1,-1-1 0,0 1-1,0-1 1,1 0-1,-1 1 1,0-1-1,0 1 1,0-1 0,0 1-1,0-1 1,1 1-1,-1-1 1,0 1 0,0-1-1,0 1-14,4 42-85,-4-32 157,12 479 953,-16-280-3292,0-165-1467,-8-4-2150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5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16219,'0'0'1977,"0"0"71,0 0-855,0 0-585,0 0-440,160 0-168,-94-2-8,13-6-1128,53 3-3746,-16-2 2458,-12 5-8594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6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281 487 12259,'0'0'2622,"0"0"173,-24 1-827,-82 5-760,100-5-1129,0 1-1,1-1 0,-1 1 0,0 0 0,1 0 1,0 1-1,0-1 0,0 1 0,0 1 1,0-1-1,0 1 0,1-1 0,-1 1 0,1 1 1,0-1-1,-1 2-78,-2 5 156,0-1 1,1 1 0,0 0-1,1 0 1,0 0 0,1 1-157,-1 3 111,0 0 1,1 0 0,1 1-1,0-1 1,1 1 0,0-1 0,2 1-1,0 0 1,0 0 0,2-1-1,0 1 1,1-1 0,3 11-112,-4-17 5,1-1 1,1 1-1,-1-1 0,1 1 1,1-1-1,0 0 1,0-1-1,0 1 0,1-1 1,0 0-1,1-1 1,-1 1-1,1-1 0,0 0 1,1-1-1,0 0 1,0 0-1,0-1 0,0 0 1,0 0-1,1-1 1,0 0-1,5 1-5,-2-1-6,1 0 1,-1-1-1,1 0 0,-1-1 1,1-1-1,0 0 0,-1-1 1,1 0-1,0 0 1,-1-2-1,1 0 0,9-3 6,-15 3-11,1-1 0,-1 1-1,0-1 1,0-1 0,0 1-1,-1-1 1,1 0-1,-1-1 1,0 0 0,-1 0-1,0 0 1,0 0 0,0-1-1,0 0 1,-1 0 0,0 0-1,-1-1 1,0 1 0,0-1-1,0-2 12,3-12-5,-2-2 0,0 1 0,-2 0-1,0-1 1,-2 1 0,-1-17 5,0-6 1,-1 3 25,-1 0 0,-3 0 1,-1 1-1,-9-27-26,-57-168 522,44 149-75,21 62-346,-8-26 943,16 52-1038,0 0 1,-1 0-1,1 0 1,0 0-1,0 1 1,0-1-1,0 0 1,0 0-1,0 0 1,0 0-1,0 0 1,-1 0-1,1 0 1,0 0-1,0 0 1,0 0-1,0 0 1,0 0-1,0 0 1,-1 0-1,1 1 1,0-1-1,0 0 1,0 0-1,0 0 1,0 0-1,0 0 1,-1-1-1,1 1 1,0 0-1,0 0 1,0 0-1,0 0 1,0 0-1,-1 0 1,1 0-1,0 0 1,0 0-1,0 0 1,0 0-1,0 0 1,0 0-1,0 0 1,0-1-1,-1 1 1,1 0-1,0 0 1,0 0-1,0 0 1,0 0-1,0 0 1,0-1-1,0 1 1,0 0-1,0 0 1,0 0-1,0 0 1,0 0-1,0 0 1,0-1-1,0 1 1,0 0-1,0 0 1,0 0-1,0 0 1,0 0-1,0 0 1,0-1-1,0 1-6,-1 29 70,8 53 10,3 0-1,16 54-79,-6-28 21,-12-62-112,2 0 0,2-1 0,2 0 0,10 19 91,-15-43-989,2-1 0,1 0 0,8 12 989,8 3-5765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6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12779,'0'0'1983,"0"22"468,0-3-1935,-1 4 66,2 1 0,0-1 0,1 0 0,2 1 0,3 11-582,51 180 1723,-50-195-1420,-4-37-65,-3-49 120,-1 57-283,-1-69 398,-1 24-42,2 0 0,5-21-431,-4 59 28,2 1 1,0 0-1,0 0 1,2 0-1,-1 1 1,2 0-1,0-1 1,1 2-1,0-1 1,6-6-29,-12 17-1,0 1-1,1 0 1,0 0-1,-1 0 1,1 0-1,0 0 1,0 0-1,0 0 1,0 1-1,0-1 1,0 1-1,0-1 1,1 1-1,-1 0 1,0 0-1,1 0 1,-1 0-1,1 0 1,0 0-1,-1 1 1,1-1-1,-1 1 1,1 0-1,0 0 2,-1 1 0,0-1-1,0 1 1,-1 0 0,1 0-1,0 0 1,0 0-1,-1 0 1,1 1 0,-1-1-1,1 1 1,-1-1 0,1 1-1,-1-1 1,0 1 0,0-1-1,0 1 1,0 0-1,0 0 1,0 0 0,0 0-1,-1 0 1,1-1 0,-1 1-1,1 0 1,-1 0-1,0 1 1,0-1 0,1 0-1,-2 0 1,2 2-829,1 8 2646,-3-8-4300,-2-5-5940,-4-5-1575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7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8754,'0'0'2818,"0"0"-406,0 0-826,0 0-755,0 0-207,0 0 3,24-5-151,-1 0-351,0 2 1,0 0-1,8 0-125,-27 4 42,0-1-1,-1 1 1,1 0-1,-1 0 1,1 0 0,-1 1-1,1-1 1,-1 1-1,0 0 1,0 0 0,0 0-1,0 0 1,0 0 0,0 1-1,0 0 1,-1-1-1,0 1 1,1 0 0,-1 0-1,0 0 1,0 0-1,-1 1 1,1-1 0,-1 0-1,1 1 1,-1 1-42,5 6 118,4 11 124,0 1 1,-2 0-1,0 1 0,-2 0 1,-1 0-1,0 1 0,-1 10-242,3 68-287,-6-7-4118,-1-84 3338,0-31-7164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7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17356,'0'0'2244,"0"0"-493,5 21-628,87 370 2601,-70-276-3530,8 110-194,-31-256-61,2-1 0,2 0-1,1 1 1,1-1 0,8-27 61,-9 48-17,0-1 1,1 0-1,0 1 0,1 0 1,0 0-1,0 1 1,1-1-1,1 1 0,0 1 1,0 0-1,1 0 1,0 0-1,0 1 0,1 0 1,0 1-1,11-5 17,-14 8-5,0 1-1,0 0 1,0 0-1,1 1 1,-1-1-1,1 2 1,0-1-1,-1 1 1,1 1-1,0-1 1,0 1-1,0 1 1,-1-1-1,1 1 1,0 1-1,0-1 1,-1 1-1,1 1 1,-1-1-1,0 1 1,0 1-1,0-1 1,0 1-1,3 3 6,-5-4 3,1 1-1,-1 1 1,0-1-1,-1 1 1,1 0-1,-1 0 1,0 0-1,0 1 1,0 0-1,-1-1 0,0 1 1,0 0-1,-1 1 1,1-1-1,-1 0 1,-1 1-1,1-1 1,-1 1-1,0-1 1,0 1-1,-1 0 1,0-1-1,0 1 1,-1 0-1,0-1 1,0 1-1,-1 0 1,1-1-1,-1 1-2,-1-1 31,0 1 0,-1-1 1,1 0-1,-1 0 0,0 0 0,-1-1 0,1 1 0,-1-1 1,0 0-1,-1-1 0,1 1 0,-1-1 0,0 0 0,0 0 0,0-1 1,-1 1-1,1-1 0,-1-1 0,-3 2-31,-7 2 35,0-1 0,-1-1 0,1 0 0,-1-1 0,0-1-1,0 0 1,-2-2-35,16 1-22,1-1 0,-1 0 0,0-1 0,0 1 0,0-1 0,1 0-1,-1 1 1,0-2 0,1 1 0,-1 0 0,1-1 0,0 1 0,-1-1 0,1 0-1,0 0 1,0-1 0,0 1 0,0 0 0,0-1 0,1 0 0,-1 0 0,1 0-1,0 0 1,0 0 0,-1-2 22,-5-26-2741,11-6-3599,6 17-3100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8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15771,'0'0'4193,"0"0"-1464,0 0-985,28 134-616,-20-95-671,3-4-361,0-8-32,-5-5-64,-1-7-360,1-15-697,-4 0-1463,1 0-3289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8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9946,'0'0'5455,"0"0"-3148,2 23 111,0-7-1999,4 30 876,1 0 1,8 20-1296,-4-4 1628,3 47-1628,-19-197 79,1 55-55,2-1 1,1 0-1,3-13-24,-1 39 11,0 0 0,0-1 0,1 1 0,0 0-1,0 0 1,1 0 0,0 1 0,0-1 0,1 1 0,0-1-1,0 1 1,1 0 0,0 1 0,0-1 0,4-3-11,-7 7 0,1 1 1,-1 0-1,0 0 0,1 0 1,-1 0-1,1 0 1,0 0-1,-1 1 0,1-1 1,0 1-1,0 0 1,0 0-1,0 0 0,0 0 1,1 1-1,-1-1 1,0 1-1,0 0 0,0-1 1,0 2-1,4-1 0,-4 1 7,1 1-1,-1-1 1,0 1 0,1-1-1,-1 1 1,0 0-1,0 0 1,0 1 0,0-1-1,-1 1 1,1-1-1,-1 1 1,1 0-1,-1 0 1,0 0 0,0 1-7,7 11 28,-1 0-1,-1 1 1,0-1 0,-1 2 0,-1-1 0,-1 1 0,1 4-28,-1 6-264,9 41 918,-12-66-872,0 1 1,-1-1 0,1 1 0,0-1 0,1 0-1,-1 1 1,0-1 0,1 0 0,-1 0 0,1 0-1,-1 0 1,1 0 0,0 0 0,0-1 0,0 1-1,0-1 1,0 1 0,1-1 0,-1 0 0,0 0-1,1 0 1,0 1 217,13-1-7100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8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29 102 13515,'0'0'2596,"0"0"-435,-5 26 211,-15 83-593,19-104-1675,0 1-1,0-1 1,1 1-1,0 0 0,0-1 1,0 1-1,1-1 1,0 1-1,0-1 0,0 1 1,1-1-1,0 0 1,0 1-104,0-3 44,0 0 0,-1 0 1,2 0-1,-1 0 0,0-1 0,0 1 1,1-1-1,-1 1 0,1-1 1,0 0-1,0 0 0,0 0 0,0 0 1,0-1-1,2 2-44,5 0 46,0-1-1,0 0 0,0 0 1,0-1-1,1 0 1,-1 0-1,0-1 1,0-1-1,1 0 1,8-2-46,-15 2 15,0 1 1,1-1-1,-1 0 1,0-1-1,0 1 1,0-1-1,0 1 1,0-1-1,0-1 1,-1 1-1,1 0 1,-1-1-1,0 0 1,1 0-1,-1 0 1,0 0-1,-1 0 1,1 0-1,0-1 1,-1 0-1,0 1 1,0-1-1,1-2-15,0-3 109,0 0 0,-1-1-1,0 1 1,0-1 0,-1 1-1,0-1 1,-1 1-1,0-1 1,0 1 0,-2-3-109,2 8 49,-1 0 0,0 0 0,0 0 0,0 0 0,-1 0 0,1 0 0,-1 0 0,0 0 0,0 1 0,0-1 0,-1 1 0,1-1 0,-1 1 0,0 0 0,0 0 0,0 0-49,-9-7 109,0 1 1,-1 0-1,-10-6-109,-4-1-52,25 14-16,0 1 1,0 0 0,0-1-1,1 0 1,-1 1-1,0-1 1,1 0-1,-1 0 1,1 0 0,0 0-1,-1 0 1,1 0-1,0 0 1,0-2 67,-4-22-3642,5 9-3503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9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1 205 13235,'0'0'3961,"0"0"-1371,0 0-361,0 0-715,0 0-732,0 0-464,7 19-178,22 58-44,-25-73-36,-2-13-69,0-23-96,-1 22 73,1-27-55,2 0 0,5-13 87,-8 41-2,1 0 1,0 0-1,1 0 0,0 0 0,1 0 0,0 0 0,0 1 0,1 0 0,0 0 0,0 0 0,1 0 1,0 1 1,-4 5-2,0 0 0,0 0 0,1 1 0,-1-1 0,0 1 1,1-1-1,-1 1 0,0 0 0,1 0 0,0 0 1,-1 0-1,1 0 0,0 1 0,-1-1 0,1 1 0,0 0 1,0 0-1,-1 0 0,1 0 0,0 0 0,0 0 1,-1 1-1,1-1 0,0 1 0,-1 0 0,1 0 0,-1 0 1,1 0-1,-1 0 0,1 1 0,-1-1 0,0 1 1,0 0-1,0-1 0,2 2 2,4 5-8,1 1-1,-1-1 1,0 1 0,-1 1 0,0-1-1,0 1 1,1 4 8,1 1-2,-1 0 0,-1 0 0,0 1 0,-1 0 0,-1 0-1,0 0 1,-1 1 0,-1-1 0,-1 1 0,1 8 2,-3-24-225,-1-21-225,-1 7 385,-2-18 142,2 0 1,0 0-1,3 0 0,2-20-77,-3 50 7,0 0 0,0 0 0,0-1-1,0 1 1,1 0 0,-1 0 0,0 0 0,1 0 0,-1 0-1,1 0 1,0 0 0,-1 0 0,1 0 0,0 0 0,-1 0-1,1 0 1,0 0 0,0 1 0,0-1 0,0 0 0,0 1-1,-1-1 1,1 0 0,1 1 0,-1-1 0,0 1 0,0 0-1,0-1 1,0 1 0,0 0 0,0-1 0,0 1 0,1 0-7,0 0 2,1 1 0,-1-1 0,0 0 0,0 1 0,-1-1 0,1 1 0,0 0 1,0 0-1,0 0 0,0 0 0,-1 0 0,1 0 0,0 0 0,-1 0 1,1 1-1,-1-1 0,1 1 0,-1-1 0,0 1 0,1 0-2,8 16 8,1 0 0,-2 1 0,-1 1 1,0 0-1,-1 0 0,1 11-8,15 40 15,-22-69-132,0 1 0,0 0-1,1-1 1,-1 1 0,1-1 0,-1 1 0,1-1-1,0 1 1,0-1 0,0 0 0,0 0-1,0 0 1,1 0 0,-1 0 0,0-1-1,3 2 118,29 5-5037,-7-7-6742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0:2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 12883,'0'0'4865,"0"0"-2265,0 0-663,0 0-1065,-66 151 176,44-52 0,2 12-135,15-14-337,5 6-400,0-16-176,25-13-112,8-14-304,16-16-689,-8-17-1471,-8-14-4098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4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162 181 5513,'0'0'644,"0"0"158,0 0 526,0 0-294,0 0 461,-6-24-186,-18-70 158,19 54 943,1 20 2778,3 20-5086,1 0 0,-1-1 0,1 1 0,-1 0 0,1 0 0,-1-1 0,1 1 0,-1 0 0,1 0 0,-1 0 0,1 0 0,-1 0 0,1 0 0,-1 0 0,1 0 1,-1 0-1,1 0 0,-1 0 0,1 0 0,-1 0 0,0 1 0,1-1 0,-1 0 0,1 0 0,0 0 0,-1 1 0,1-1 0,-1 0 0,1 1 0,-1-1 0,1 0-102,-6 5 62,1 0-1,0 0 1,0 1 0,0-1-1,1 1 1,0 0-1,0 0 1,1 1 0,-1-1-1,1 1 1,1-1-1,-2 4-61,-2 4 75,-2 4-23,0 1 1,1 0 0,1 1 0,1 0-1,1 0 1,0 0 0,2 0 0,0 0-1,1 14-52,2-32 1,-1 0-1,0 1 0,0-1 1,1 1-1,-1-1 0,1 1 0,0-1 1,0 0-1,0 1 0,0-1 0,0 0 1,0 0-1,1 0 0,-1 0 0,1 0 1,-1 0-1,1 0 0,0-1 1,0 1-1,1 0 0,1 1 3,0-1-1,0 1 1,0-1 0,1-1 0,-1 1 0,1 0-1,0-1 1,-1 0 0,1 0 0,3 0-3,5 0 14,-1-1-1,1 0 1,0-1 0,0 0-1,-1-1 1,1 0 0,-1-1-1,3-1-13,-5 0 14,1 0 0,-1 0 0,0-1-1,-1 0 1,1-1 0,-1 0 0,0-1 0,-1 0-1,1 0 1,-2 0 0,1-1 0,-1-1 0,0 1-1,0-1 1,-1 0 0,0-1 0,-1 1 0,0-1-1,-1 0 1,0 0 0,0-1 0,-1 1-1,-1-1 1,0 0 0,0 0 0,-1 0 0,0 0-1,-1 0 1,0-6-14,-1 14 23,1 0 1,-1 0-1,1 0 0,-1 0 0,0 1 0,0-1 1,0 0-1,-1 0 0,1 1 0,-1-1 0,1 0 0,-1 1 1,0 0-1,0-1 0,0 1 0,0 0 0,-1 0 0,0 0-23,-2-2 24,0 0 0,-1 1-1,0 0 1,0 0 0,0 0-1,0 1 1,-1 0-1,-3 0-23,-12-3-51,-1 2 0,0 0 0,0 2 0,-11 1 51,31-1-100,0 1 1,0 0-1,0 0 1,1 0-1,-1 1 1,0-1-1,0 0 1,1 1-1,-1 0 1,0 0-1,1 0 0,-1 0 1,1 0-1,-1 0 1,-1 2 99,2-1-421,1 0 1,-1 1-1,1-1 0,0 0 1,0 1-1,0-1 0,1 1 1,-1-1-1,0 1 0,1-1 1,-1 1-1,1-1 1,0 1-1,0 0 0,0-1 1,1 3 420,-1 17-4952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4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 12523,'0'0'2624,"0"0"-343,-75 141 1408,34-75-2425,3 1-568,5-10-480,8-10-216,6-7-160,5-13-1352,6-17-3561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4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13619,'0'0'4263,"0"0"-1839,0 0-912,0 0-705,0 0 14,-3 27-94,-7 34-350,-2 0 0,-12 34-377,21-84 13,0-1 0,0 1 1,1 0-1,0-1 0,1 1 1,1 3-14,1-14 5,0 1 0,0 0 0,0 0 0,1-1 0,-1 1 0,0 0 0,1-1 0,-1 0 0,0 1 0,1-1 0,-1 0 1,1 1-1,-1-1 0,1 0 0,-1 0 0,0 0 0,1 0 0,-1-1 0,1 1 0,-1 0 0,1-1-5,5 1 26,16 0-72,0-1 0,1-1 1,-1-1-1,0-1 0,0-1 1,-1-1-1,0-1 0,0-1 0,1-1 46,-5 0-1299,-1 0-1,0-1 0,-1-1 0,3-4 1300,8-7-5141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5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14443,'0'0'4913,"0"0"-2720,0 0-1265,0 0 344,0 0-88,16 188-239,-13-121-273,0 0-288,-3-8-232,0-2-88,3-7-64,-1-8-128,7 0-712,2-12-993,0-13-4608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5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38 4457,'0'0'5429,"0"0"-2482,0 0-674,0 0-285,0 0-473,0 0-426,-1-14 3235,-1-10-2746,2 25-1574,0 1-1,0-1 0,0 0 1,0 1-1,0-1 0,0 0 1,0 1-1,0-1 1,1 0-1,-1 1 0,0-1 1,1 0-1,-1 0 1,1 1-1,-1-1 0,1 0 1,0 0-1,0 1-3,0-2 9,0 0 1,0 0-1,0 0 0,0 0 1,0 0-1,1 0 0,-1 0 0,0 0 1,0 0-1,0-1 0,0 1 1,0 0-1,0-1 0,0 1 0,0-1 1,0 1-1,0-1 0,0 1 1,0-1-1,0 0-9,0 0 1,0 1-1,0-1 1,0 1 0,0-1-1,0 1 1,0-1 0,0 1 0,0 0-1,0-1 1,0 1 0,0 0-1,0 0 1,0 0 0,1 0 0,-1 0-1,0 0 1,0 0 0,0 0-1,0 0 1,0 0 0,0 1 0,0-1-1,0 0 1,0 1 0,0-1-1,0 1 1,0-1 0,0 1 0,0 0-1,0-1 1,0 1 0,0 0-1,0 2 0,1-1 1,-1 1 0,0-1-1,1 1 1,-1 0-1,0-1 1,-1 1-1,1 0 1,0 0 0,-1 0-1,0 0 1,0 2-1,1 7 0,-1 0 1,-1 1 0,0-1-1,-1 0 1,0 0-1,-1 1 0,-3 2 29,0-1-1,-1 1 1,-1-1 0,0 0-1,-1-1 1,-8 10-29,-65 71-909,77-89 742,3-2-2125,2-4-2662,0-1-3134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5249,'0'0'6927,"0"0"-3905,0 0-1678,0 0 139,0 21-144,0-16-1286,0 19 266,1 1 1,1-1-1,1 1 1,1-1-1,2 6-319,-4-23 53,0 0 1,0 0-1,0-1 0,1 1 0,0-1 0,0 1 0,1-1 1,-1 0-1,2 0 0,-1 0 0,1-1 0,-1 0 0,1 1 0,1-2 1,-1 1-1,1-1 0,0 1 0,0-2 0,0 1 0,0-1 0,1 0 1,-1 0-1,5 1-53,0-1 126,1-1 1,-1 0-1,1 0 1,-1-1-1,1-1 1,-1 0-1,1 0 1,0-1-1,-1-1 1,1 0-1,-1 0 1,9-4-127,-15 4 51,0 0 0,0 0 0,0-1 0,-1 1 0,1-1 0,-1 0 0,0 0 0,0-1 0,0 1 0,0-1 0,0 0 0,-1 0 0,0 0 0,0 0 0,0-1 0,0 1 0,-1-1 0,1 0 0,-1 0 0,-1 0 0,1 0 0,-1 0 0,1 0 0,-2 0 0,1-1 0,0 1 0,-1 0 0,0-5-51,-1 8 47,1-1 0,-1 0 1,1 1-1,-1-1 1,0 1-1,0-1 0,0 1 1,-1-1-1,1 1 1,0 0-1,-1 0 0,0-1 1,1 1-1,-1 0 1,0 0-1,0 1 0,0-1 1,0 0-1,-1 1 1,1-1-1,0 1 0,-1 0 1,1 0-48,-67-29 483,48 23-383,-9-5-628,-41-15 1323,38 19-9610,52 8 1613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6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14003,'0'0'5697,"0"0"-3608,0 0 143,0 0-1248,0 0-912,0 0-72,0 0-1736,27-35-4313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6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8 12899,'0'0'2486,"0"0"19,0 0-407,-25-3-839,-7 0-907,1 1 0,-12 2-352,39 1 50,1-1-1,-1 1 0,1 0 1,-1 0-1,1 0 1,-1 0-1,1 0 0,-1 1 1,1 0-1,0 0 1,0 0-1,0 0 0,0 0 1,0 0-1,1 1 0,-1-1 1,1 1-1,-1 0 1,1 0-1,0 0 0,0 0 1,0 0-1,0 0 0,0 3-49,-1 3 101,0-1 0,0 1 0,1 0 0,0 0 0,0 0 0,1 0-1,0 7-100,1-13 14,0 1 0,0 0 0,0 0 0,0 0 0,0 0 0,1-1 0,0 1 0,-1 0 0,1 0 0,1-1 0,-1 1 0,1-1 0,-1 1 0,1-1 0,1 3-14,0-4 7,0 1 0,0-1-1,0 0 1,0 0 0,0 0 0,0 0 0,0-1 0,0 1 0,1-1 0,-1 0 0,1 1 0,-1-2 0,1 1 0,-1 0 0,1-1-1,2 0-6,14 3-154,0-2-1,1 0 0,19-2 155,-35 1-48,1-1-1,-1 0 1,1 0 0,-1 0-1,1 0 1,-1-1 0,0 0-1,0 0 1,0 0 0,0-1 0,0 0-1,0 0 1,-1 0 0,0 0-1,1-1 1,1-2 48,1-3 847,-6 9 1041,-2 15-1865,1 26 257,3 0 0,1 0 0,2 0 0,2-1 0,2 0 0,6 14-280,-16-52-32,0-1 0,1 1 0,-1-1 0,1 1 1,0-1-1,0 1 0,-1-1 0,1 0 0,0 0 0,0 1 0,0-1 0,0 0 0,0 0 0,1 0 0,-1 0 0,0 0 0,0 0 0,1 0 0,-1-1 1,1 1-1,-1 0 0,1-1 0,-1 1 0,1-1 0,-1 1 0,1-1 0,-1 0 0,1 0 32,0 0-279,1 0 0,-1 0 0,0-1 0,0 1 0,0-1 0,0 0-1,1 1 1,-1-1 0,0 0 0,0 0 0,0 0 0,-1-1 0,3 0 279,18-18-7654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7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14107,'0'0'2769,"0"0"-400,16 31-416,3 3-1486,-2-5-73,-1 0 0,-2 2 1,-1-1-1,-1 2 0,3 18-394,-6-14 428,-2 2 1,-1-1-1,-2 1 0,-2-1 1,-1 1-1,-2 0 1,-2 0-1,-5 28-428,3-49-27,1 0-1,-2-1 1,-1 0-1,0-1 1,0 1 0,-2-1-1,0-1 1,0 0-1,-12 12 28,4-12-1571,2-12-6492,9-2-3542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11723,'0'0'3192,"0"0"-799,0 0-81,165-17-920,-119 12-631,-10 2-425,-11 3-184,-11 0-144,-9 0-8,-5 0-1393,-14 5-4728,-8 5-5793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8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4321,'0'0'8498,"0"0"-5986,0 0 1233,0 0-1937,0 0-471,0 0-569,0 0-440,195-7-328,-129-11-8,11-14-1136,-17 3-3249,-7 4-9930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8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12395,'0'0'3060,"0"0"-367,-10 27-274,-30 87-767,38-109-1534,0 1 0,1 0-1,-1 0 1,1 0-1,0 0 1,1 0 0,0 0-1,0 0 1,0 0 0,1 0-1,0 0 1,0 0-1,0 0 1,1 0 0,-1 0-1,2-1 1,0 4-118,0-4 55,1-1 0,-1 1 0,1-1 1,0 0-1,-1 0 0,2-1 0,-1 1 1,0-1-1,1 0 0,0 0 0,-1 0 1,1-1-1,0 1 0,0-1 0,4 1-55,11 2 51,1-1 0,-1-1-1,1 0 1,0-2-1,0 0 1,0-1-1,-1-2 1,7-1-51,-21 3 5,0-1-1,0 1 1,-1-2 0,1 1-1,-1-1 1,1 1 0,-1-1-1,0-1 1,1 1 0,-1-1-1,0 0 1,-1 0 0,1-1-1,-1 1 1,1-1 0,-1 0-1,0 0 1,0-1-1,-1 1 1,1-1 0,0-2-5,0-1 5,0 0 0,-1 0-1,0-1 1,-1 1 0,0-1 0,0 0 0,-1 0 0,0 1 0,0-1 0,-1 0 0,0 0 0,-1 0-1,-1-4-4,2 8-104,-2 0 0,1 0 0,0 0 0,-1 0-1,0 0 1,0 0 0,-1 0 0,1 0-1,-1 1 1,0-1 0,0 1 0,-1 0-1,1 0 1,-1 0 0,0 0 0,0 1-1,0 0 1,0 0 0,-1 0 0,1 0-1,-1 0 1,0 1 0,0 0 0,0 0 0,0 0-1,0 1 1,0 0 0,-1 0 104,-19-5-1417,0 2 0,-1 1 1,1 1-1,-1 1 0,-4 1 1417,4 0-10106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8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15859,'0'0'2369,"0"0"31,-41 129-399,24-65-889,1 5-440,2-2-240,0-5-256,6-10-104,2-10-72,6-20-312,0-12-1464,17-10-4569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9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2721,'0'0'8812,"0"0"-4463,27-5-950,88-15-1363,-109 19-1913,-1 0 1,1 0-1,0 0 1,0 1-1,0 0 1,0 0-1,1 0 1,-1 1 0,-1 0-1,1 0 1,4 1-124,-9 0 19,1-1 0,-1 0 1,0 0-1,0 0 0,0 1 1,0-1-1,0 0 0,0 1 1,0-1-1,0 1 1,0-1-1,-1 1 0,1-1 1,-1 1-1,1 0 0,-1-1 1,0 1-1,0 0 0,1-1 1,-1 1-1,0 0 0,0 0 1,-1-1-1,1 1 1,0 0-1,-1-1 0,1 1 1,0-1-1,-1 2-19,0 0 31,0 0 0,0 0 0,0 0 0,0 0 0,-1 0 0,1 0 1,-1 0-1,1 0 0,-1-1 0,0 1 0,0-1 0,0 1 0,-1-1 0,1 0 0,-1 0 0,1 0 0,-1 0-31,-54 30 212,9-6-245,48-23-114,9-1 116,15-1 56,-22-1-36,13-1 3,0 2 0,1 0 0,-1 1 0,0 0 0,0 1 0,-1 1 0,1 0 0,10 5 8,-20-7 0,-1 0-1,0 1 0,0-1 1,0 1-1,0 0 1,-1 0-1,1 0 0,-1 0 1,0 0-1,1 1 0,-2 0 1,1-1-1,0 1 0,-1 0 1,1 1-1,-1-1 0,-1 0 1,1 0-1,0 1 1,-1-1-1,0 1 0,0 0 1,0-1-1,-1 1 0,0 0 1,0-1-1,0 1 0,0 0 1,-1-1-1,0 5 1,-1-4 44,0 0 1,0 0-1,0-1 0,0 1 0,-1-1 0,0 1 1,0-1-1,0 0 0,-1 0 0,1 0 0,-1-1 1,0 1-1,0-1 0,0 0 0,-1 0 1,1 0-1,-1 0 0,1-1 0,-1 0 0,0 0 1,-4 1-45,-4 2 62,-1 0 0,0-1 0,0 0 1,-1-1-1,1-1 0,-1 0 0,-5-1-62,19 0-38,0-1 0,0 0-1,0 0 1,0 0 0,0 0-1,0 0 1,0-1 0,0 1-1,0 0 1,0 0 0,0-1-1,0 1 1,0 0 0,0-1-1,0 1 1,0-1 0,0 1 0,1-1-1,-1 0 1,0 1 0,0-1-1,1 0 1,-1 0 0,0 1-1,1-1 1,-1 0 0,1 0-1,-1 0 1,1 0 0,-1 0-1,1 0 39,0-35-4561,1 25 2242,4-18-6824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9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8874,'0'0'8496,"0"0"-4908,0 0-1497,0 0-657,0 0-664,12 25-322,40 79-107,-50-99-323,0 0 0,0 0 0,0 0 0,0 0 0,-1 0 0,0 1 0,0-1 0,0 0 0,-1 1 0,0-1 0,0 0 0,0 1 0,-1-1 0,1 1 0,-1-1 0,-2 4-18,-2 25 18,8-32-17,0-1-1,-1 0 1,1 0 0,0 0-1,0-1 1,0 1-1,0-1 1,0 1 0,0-1-1,0 0 1,0 0-1,-1 0 1,1-1 0,0 1-1,0-1 0,4 1-1,24 0-352,-11 1 260,1-1 1,0-1-1,13-3 93,10-10-2519,-38 11 1633,-1 0 0,0 0 0,0-1 1,-1 1-1,1-1 0,-1 0 0,1-1 886,10-12-6603</inkml:trace>
  <inkml:trace contextRef="#ctx0" brushRef="#br0" timeOffset="1">383 53 4177,'0'0'9946,"0"0"-5057,0 0-2208,0 0-1009,0 0-1112,0 0 160,0 0 96,0 156-167,0-97-33,5 0-288,6-4-200,0-6-128,0-7-8,6-5-792,-3-9-1001,-1-16-4752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29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7 5537,'0'0'4244,"0"0"-1382,24-2-538,75-2-246,-97 4-2015,0 0 0,0 0-1,0 0 1,0 0 0,0 1 0,0-1-1,0 1 1,0-1 0,0 1 0,0 0 0,0-1-1,0 1 1,0 0 0,0 0 0,0 1-1,-1-1 1,1 0 0,0 1 0,-1-1 0,1 1-1,-1-1 1,0 1 0,0-1 0,1 1 0,-1 0-1,0 0 1,0 0 0,0 0 0,-1 0-1,1 0 1,0 0 0,-1 1-63,1 1 71,-1-1 1,0 1-1,0-1 0,0 1 1,0-1-1,0 1 0,-1-1 1,0 0-1,0 1 1,0-1-1,0 0 0,0 1 1,0-1-1,-1 0 0,-1 1-71,-4 4 111,-1 0 0,0-1 0,-1 0 0,1 0 1,-1-1-1,-1 0 0,1-1 0,-1 0-111,-7 5 38,17-10-72,-1 0 0,1 0 0,0 1 0,0-1 0,-1 0 0,1 0 0,0 0 0,-1 1 0,1-1 0,0 0-1,0 0 1,0 1 0,-1-1 0,1 0 0,0 0 0,0 1 0,0-1 0,0 0 0,-1 1 0,1-1 0,0 0 0,0 1 0,0-1 0,0 0-1,0 1 1,0-1 0,0 0 0,0 1 0,0-1 0,0 0 0,0 1 0,0-1 0,0 0 0,0 1 0,0-1 0,1 0 0,-1 1 0,0-1 0,0 0-1,0 1 1,0-1 0,1 0 0,-1 0 0,0 1 0,0-1 0,1 0 0,-1 0 0,0 1 0,0-1 0,1 0 0,-1 0 0,0 0 0,0 0 0,1 1-1,-1-1 1,0 0 0,1 0 0,-1 0 0,0 0 0,1 0 0,-1 0 0,0 0 0,1 0 34,31 12-389,-17-7 268,-9-2 161,0 0 0,0 1 1,-1 0-1,1 0 0,-1 0 1,1 1-1,-1 0 0,-1 0 1,1 0-1,-1 0 0,0 1 1,0 0-1,0 0 0,-1 0 1,0 0-1,0 0 0,-1 1 1,0-1-1,0 1 0,0 0 1,-1 0-1,0-1 0,0 1 1,-1 7-41,0-11 111,-1 0 0,-1 0 0,1 1 1,0-1-1,-1 0 0,0 0 0,1 0 0,-1 0 1,0-1-1,0 1 0,-1 0 0,1-1 0,-1 0 1,1 1-1,-1-1 0,0 0 0,0 0 0,0-1 0,0 1 1,0-1-1,0 1 0,0-1 0,0 0 0,-1 0-111,-17 7 394,0-1 0,-1-2 0,-5 1-394,17-3 57,-4-1-14,-1 1 0,1-2-1,-1 0 1,-6-1-43,20 0-42,1 0 0,-1 0 0,0 0-1,1-1 1,-1 1 0,1 0 0,-1-1 0,1 1-1,-1-1 1,1 1 0,-1 0 0,1-1 0,-1 1 0,1-1-1,0 1 1,-1-1 0,1 0 0,0 1 0,-1-1 0,1 1-1,0-1 1,0 0 0,-1 1 0,1-1 0,0 1 0,0-1-1,0 0 1,0 1 0,0-1 0,0 0 0,0 1 0,0-1-1,0 0 1,0 1 0,0-1 0,1 0 0,-1 1 0,0-1-1,0 1 43,7-28-1769,17-8-2787,9 2-3217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2:30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12851,'0'0'2992,"0"0"-74,-28 23-445,-89 72-781,111-89-1549,0-1-1,1 1 0,0 0 1,0 0-1,0 1 0,0-1 0,-1 5-142,5-8 46,0-1 0,0 0 0,0 1-1,0-1 1,1 0 0,-1 1 0,1-1-1,-1 1 1,1-1 0,0 1 0,0-1-1,0 1 1,0-1 0,1 1-1,-1 1-45,1-2 17,1 1 0,-1-1 0,0 0-1,1 1 1,-1-1 0,1 0-1,0 0 1,0 0 0,0 0-1,0-1 1,0 1 0,0 0-1,0-1 1,0 0 0,1 1-1,-1-1 1,0 0 0,1 0-1,-1 0 1,1-1 0,0 1-1,-1 0 1,1-1 0,-1 0-1,1 0 1,0 0 0,0 0-17,8 1-97,0 0 0,0-1 0,0-1 0,0 1 0,0-2-1,0 0 1,-1 0 0,1-1 0,-1 0 0,1-1 0,-1 0 0,0 0 0,-1-1 0,1-1 0,-1 0 0,0 0 0,0 0 0,-1-1 0,0-1 0,0 1 0,-1-1 0,0-1 0,0 1 0,-1-1 0,1-2 97,2-3 28,-7 10 106,1 0 0,0 0 0,-1 0 0,1 0 0,1 0 0,-1 0 1,1 1-1,-1 0 0,2-1-134,-3 24 1443,-5 50 873,-9 47-2316,3-45-104,2 50 104,3-87-1318,3-34 864,1 0 1,-1 0-1,1 0 0,-1 0 0,0 1 0,0-1 0,1 0 0,-1-1 1,0 1-1,0 0 0,0 0 0,0 0 0,0 0 0,0-1 0,0 1 1,0-1-1,0 1 0,0 0 454,-14 0-12299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5:36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 10882,'0'0'3754,"0"0"-1548,20-28 69,68-89-688,-81 108-1436,1 0 0,0 1-1,0 0 1,1 1 0,0-1-1,0 2 1,1-1 0,-1 1-1,1 1 1,1 0 0,-1 0-1,1 1 1,0 1 0,0-1-1,0 2 1,0-1 0,0 2-1,2-1-150,-3 2 37,-1 1 0,1-1 0,-1 1 1,1 1-1,-1 0 0,0 0 0,0 1 0,0 0 0,0 1 0,0 0 0,-1 0 0,1 0 0,-1 1 0,0 1 0,-1 0 0,1 0 0,-1 0 0,0 1 0,1 2-37,15 19 40,-1 0-1,-2 2 1,0 1 0,-3 0-1,0 2 1,12 33-40,5 28 506,20 89-506,-30-70 211,-17-73-58,1 0 0,3-1 1,12 31-154,-21-65 6,-1-1-1,1 1 1,1-1 0,-1 1 0,1-1-1,-1 0 1,1 0 0,0 0 0,1-1-1,-1 1 1,1-1 0,-1 0 0,1 0-1,0 0 1,0 0 0,0-1 0,1 1-1,-1-1 1,1 0 0,-1 0-1,1-1 1,0 0 0,-1 1 0,1-2-1,0 1 1,0 0 0,0-1 0,0 0-1,1 0-5,-5-1-33,0 1 0,0 0-1,0-1 1,0 1 0,0-1-1,0 1 1,0-1 0,0 0-1,0 1 1,0-1 0,0 0-1,0 0 1,-1 0 0,1 0-1,0 1 1,-1-1 0,1 0-1,0 0 1,-1 0 0,0 0-1,1 0 1,-1-1 0,1 1 0,-1 0-1,0 0 1,0 0 0,0 0-1,0 0 1,0-2 33,2-38-1282,-3 33 707,1-42-4503,0 3-4640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5:36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640 1 11466,'0'0'2677,"0"0"-408,-13 25 340,-206 375 3375,100-218-3767,-8-6-1,-24 14-2216,143-183-87,6-10-558,8-16-646,4 7 399,1 0 0,0 1 0,0 0 1,1 0-1,0 1 0,1 1 0,0 0 0,3 0 892,16-13-4219,28-19-6497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5:37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0 248 13947,'0'0'4128,"0"0"-1393,0 0-1090,0 0-606,0 0-249,0 0-138,18-26-57,62-79-63,-72 95-449,0 0 0,0 1 0,1 0 0,0 1 0,0-1 0,1 2 0,0 0 0,1 0 0,0 0 0,0 2 0,0-1 0,3 0-83,-13 6 7,6-3-2,0 0 0,0 0 0,1 1 1,-1 0-1,0 1 0,1 0 0,-1 0 0,1 0 0,0 1 1,-1 0-1,1 1 0,-1 0 0,1 0 0,-1 0 1,1 1-1,-1 0 0,0 1 0,0-1 0,0 1 0,0 1 1,-1-1-1,1 1 0,-1 1 0,0-1 0,0 1 1,0 0-1,0 0-5,18 20-3,0 1 0,-1 1 0,-2 1 0,-1 0 0,7 15 3,3 5 15,-6-13-8,13 19 10,39 46-17,-64-86 4,0-1 0,1 0-1,0-1 1,1 0 0,1-1-1,0-1 1,0 0-1,1-1 1,5 1-4,-13-6 16,0-2-1,1 1 1,-1-1-1,0-1 1,1 0 0,-1 0-1,1 0 1,-1-1-1,1 0 1,0-1-1,-1 0 1,0 0-1,1-1 1,-1 0 0,0 0-1,0-1 1,0 0-1,0-1 1,0 0-1,-1 0 1,1 0-1,-1-1 1,0 0 0,-1-1-1,1 1 1,-1-1-1,0 0 1,-1-1-1,1 0 1,-1 0-1,-1 0 1,1 0 0,-1-1-1,0 1 1,-1-1-1,0 0 1,0 0-1,-1-1 1,0 1-16,0-30-1293,-3 20-2183,1 4-3646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5:38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452 116 1736,'0'0'8282,"0"0"-4376,0 0-1041,0 0-479,0 0-574,0 0-301,-15-18-316,-46-55-293,59 71-857,1-1 0,-1 2 0,0-1 1,0 0-1,0 0 0,0 1 1,0-1-1,-1 1 0,1 0 1,0-1-1,-1 1 0,1 0 0,-1 0 1,1 1-1,-1-1 0,1 0 1,-1 1-1,0 0 0,1-1 0,-1 1 1,1 0-1,-1 1 0,0-1 1,1 0-1,-1 1 0,0-1 1,1 1-1,-1 0 0,1 0 0,-2 0-45,1 1 55,-5 1-9,1 1 0,0 0 0,0 0 0,1 0 0,-1 1 0,1 0 0,0 1 0,0-1 0,1 1-1,0 0 1,-1 2-46,-54 78 386,50-71-305,-15 26 157,1 1 0,2 2 0,2 0 0,-4 17-238,16-37 60,1 0 0,0 0 1,2 0-1,1 1 1,1 0-1,2 0 1,0 0-1,1 0 0,2 9-60,1-23 6,0 0-1,1 0 1,0 0-1,0 0 1,1-1-1,0 0 1,1 0-1,1 0 1,-1-1-1,1 0 1,1 0-1,0-1 1,0 0-1,0 0 1,1-1-1,0 0 1,1-1-1,0 0 1,0 0-1,3 1-5,-3-2 5,0 0-1,1-1 0,-1-1 1,1 1-1,0-2 0,0 1 1,0-1-1,1-1 1,9 0-5,-14-1 7,1 0 1,-1-1 0,0 0 0,0 0 0,0-1 0,0 0-1,0 0 1,-1-1 0,1 1 0,-1-2 0,1 1 0,-1-1-1,0 1 1,0-2 0,2-1-8,2-3 3,-1 0-1,0-1 0,0 0 1,-1-1-1,-1 1 1,1-1-1,-2-1 1,0 0-1,0 0 0,-1 0 1,0 0-1,-1-2-2,2-10 10,0-1 1,-2 0-1,-1 0 0,-1 0 0,-1-21-10,-1 44 0,-1 1 1,1 0-1,0-1 0,0 1 1,0 0-1,-1-1 0,1 1 0,-1 0 1,1-1-1,-1 1 0,1 0 1,-1 0-1,0 0 0,1-1 0,-1 1 1,0 0-1,0 0 0,0 0 1,0 0-1,0 0 0,0 1 0,0-1 1,0 0-1,-1 0 0,-1 0-6,-1-1 1,1 1 0,-1-1-1,1 1 1,-1 0-1,0 1 1,0-1-1,1 1 1,-3-1 5,-7 1-13,1 0 1,-1 1-1,0 0 0,1 1 1,-6 2 12,-3 3-5,0 2 0,1 0 0,0 1 0,-4 3 5,-30 20 125,63-40-128,0 1 0,0 1 0,1 0-1,0 0 1,0 1 0,0 0 0,0 1 0,1 0 0,-1 1-1,1 0 1,0 0 0,0 1 0,-1 1 0,1 0 0,0 0-1,3 2 4,-10-1-3,1 1-1,-1 0 1,0 0-1,0 0 1,0 0 0,0 1-1,0 0 1,-1 0-1,1 0 1,-1 0-1,0 0 1,0 1-1,0-1 1,0 1-1,-1 0 1,1 0-1,-1 0 1,0 0-1,0 1 1,0-1-1,-1 0 1,0 1-1,1 3 4,4 12-4,-2 2-1,0-1 0,-1 1 1,-1 9 4,4 38-1360,-6-68 1237,0 0 1,1 0 0,-1-1-1,1 1 1,0 0 0,-1-1 0,1 1-1,0 0 1,-1-1 0,1 1-1,0-1 1,0 1 0,0-1 0,-1 1-1,1-1 1,0 1 0,0-1-1,0 0 1,0 0 0,0 1 0,0-1-1,-1 0 1,1 0 0,0 0 0,0 0-1,0 0 1,1 0 122,28-5-6675,-5-11-3932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5:38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10122,'0'0'5124,"0"0"-2133,0 0-806,-17 22-646,4-4-1219,-3 1 17,2 1 0,0 0 1,2 1-1,0 0 0,1 1 0,1 1 0,0 2-337,-2 12 415,0 1 0,3 0 0,1 1-1,2 0 1,1 0 0,3 0 0,1 1-1,3 35-414,0-62 7,1 0 0,0 0-1,0-1 1,2 1 0,-1-1-1,2 0 1,-1 0 0,2 0-1,0-1 1,0 0 0,1 0-1,0-1 1,0 0 0,1 0-1,1-1 1,9 7-7,-16-14-133,1 0-1,1 0 1,-1 0 0,0-1-1,0 1 1,1-1 0,-1 0-1,1-1 1,-1 1-1,4 0 134,26-4-4614,-19-3-2125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5:4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6969,'0'0'5134,"0"0"-2323,0 30 504,2 188 347,8 16-168,0 82-2387,-6-470-6052,-1-35-3135,-10 63 7909,4 99 1069,1-1-1,1 0 0,1 0 1,1 0-1,2 0-897,-1 14 292,1 1 0,1 0 0,-1 0 0,2 1 0,0-1-1,1 1 1,0 0 0,0 1 0,1-1 0,1 1 0,4-5-292,5-4 336,1 0-1,1 0 1,1 2 0,0 0-1,16-9-335,-26 20 124,0 1-1,1-1 0,0 2 1,0-1-1,1 2 0,-1 0 1,1 0-1,0 1 0,0 0 1,1 1-1,-1 0 1,0 1-1,6 1-123,-14 0 7,0 0 1,0 1-1,0 0 1,-1 0-1,1 0 1,0 0-1,0 0 1,-1 1-1,1 0 1,-1-1-1,1 1 1,-1 1-1,0-1 1,0 0-1,0 1 0,0 0 1,2 2-8,0 1 25,0 1 1,-1-1-1,0 1 0,0 0 1,0 0-1,-1 0 0,0 0 1,-1 1-1,1 2-25,0 1 94,0-1 1,-1 1-1,-1-1 0,0 1 0,0 0 1,-1-1-1,0 1 0,-1 0 0,-1-1 1,1 1-1,-2-1 0,1 1 1,-1-1-1,-2 2-94,-2-1 127,0 0 0,-1 0 0,0-1 0,-1 0 0,0 0 1,0-1-1,-1 0 0,-1-1 0,1 0 0,-1-1 0,-5 3-127,-12 6 150,-2-1 1,1-1-1,-2-2 0,0 0-150,16-8 17,0 0 0,0-1 0,0 0 0,-1-2 0,1 0 0,-1 0 0,1-1 0,-4-2-17,18 3-23,0-1 0,0-1 1,-1 1-1,1 0 0,0 0 0,0 0 0,0 0 0,0-1 1,0 1-1,0 0 0,0-1 0,0 1 0,0-1 1,0 1-1,0-1 0,1 0 0,-1 1 0,0-1 1,0 0-1,0 0 0,1 1 0,-1-1 0,0 0 0,1 0 1,-1 0-1,1 0 0,-1 0 0,1 0 0,-1 0 1,1 0-1,0 0 0,0 0 0,-1 0 0,1 0 1,0-1 22,0 0-145,0 0 1,1 0 0,-1 0 0,0 0 0,1 0 0,-1 0 0,1 0 0,0 0 0,0 1 0,0-1 0,0 0 0,0 0 0,0 1 0,0-1 0,1 0 0,-1 1 0,0-1 0,1 1 0,0-1 144,26-17-3987,7 1-2598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5:40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12915,'0'0'2088,"0"0"593,0 0-777,0 0-560,0 0-159,0 0-433,145 22-424,-103-22-216,-4 0-112,-2 0-472,0 0-1977,-12 0-2880,-7 0-5081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5:4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9274,'0'0'5225,"0"0"-3176,0 0 839,0 0-1392,0 0-591,0 0-377,0 0-328,176 22-200,-102-47-872,-11 5-3409,-8-4-7258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5:4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16 10922,'0'0'3058,"0"0"-222,-3 26 410,-3 9-2510,1-4-118,1 1 0,1-1 0,2 26-618,1-49 91,1-1 0,-1 1 0,1-1 0,1 0 0,-1 1 0,1-1 0,1 0 0,-1 0 0,1 0 0,0 0 0,1 0 1,0-1-1,0 0 0,0 1 0,0-1 0,1-1 0,0 1 0,1-1 0,1 2-91,2-1 40,-1 0-1,1 0 1,0-1 0,0 0-1,0-1 1,0 0 0,1 0-1,0-1 1,0 0-1,0-1 1,0 0 0,0-1-1,10 1-39,-11-2 16,-1 1-1,1-1 0,0 0 1,0-1-1,0 0 0,-1-1 1,1 1-1,-1-2 0,7-1-15,-12 2 12,1 0-1,-1 0 1,0-1-1,0 1 1,0 0-1,0-1 1,0 0-1,-1 0 1,1 0 0,-1 0-1,0 0 1,0 0-1,0-1 1,0 1-1,0-1 1,-1 0-1,1 1 1,-1-1-1,0 0 1,-1 0-1,1 1 1,0-1-1,-1-1-11,1-9 163,0 1 1,0-1-1,-2 1 1,0-1-1,0 1 1,-1-1-1,-1 1 0,0-1 1,-1 1-1,-1 1 1,0-1-1,0 0 1,-1 1-1,-6-8-163,7 10 51,-2 1 0,1 0 1,-1 1-1,0-1 0,-1 1 0,0 1 1,-1-1-1,1 1 0,-1 1 0,0 0 0,-1 0 1,0 1-1,0 0 0,0 0 0,0 1 1,-1 1-1,1 0 0,-5-1-51,13 4-30,1-1 0,0 1 1,-1 0-1,1-1 0,-1 1 0,1 0 0,-1 0 0,1 0 1,-1 0-1,1 1 0,-1-1 0,1 0 0,0 1 0,-1-1 0,0 1 30,1 0-152,1-1 0,-1 1 0,1 0-1,-1 0 1,1 0 0,-1-1-1,1 1 1,0 0 0,-1 0-1,1 0 1,0 0 0,0 0-1,0 0 1,0 0 0,0 0 0,0 0-1,0 0 1,0 0 0,0 0-1,0-1 1,0 2 152,3 15-5020</inkml:trace>
  <inkml:trace contextRef="#ctx0" brushRef="#br0" timeOffset="1">608 285 14371,'0'0'4297,"0"0"-368,0 0-2841,0 0-704,0 0-232,0 0-152,0 0-376,-11 55-3433,11-55-10946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5:42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3 224 3849,'0'0'8928,"0"0"-4975,0-22-855,0 7-2585,-1-30 1087,3-1 1,1 1 0,3-4-1601,-6 49 6,0 0 0,0 1 0,1-1 0,-1 0 0,0 0 0,0 0 0,0 0 0,0 0 0,0 0 0,0 0 0,0 0 0,0 0 0,0 0 0,0 1 0,0-1 0,1 0 0,-1 0 0,0 0 0,0 0 0,0 0 0,0 0 0,0 0 0,0 0 0,0 0 0,0 0 0,1 0 0,-1 0 0,0 0 0,0 0 0,0 0 0,0 0 0,0 0 0,0 0 0,0 0 0,1 0 0,-1 0 0,0 0 0,0 0 0,0 0 0,0 0 1,0-1-1,0 1 0,0 0 0,0 0 0,0 0 0,1 0 0,-1 0 0,0 0 0,0 0 0,0 0 0,0 0 0,0 0 0,0-1 0,0 1 0,0 0 0,0 0 0,0 0 0,0 0 0,0 0 0,0 0 0,0 0 0,0 0 0,0-1 0,0 1 0,0 0 0,0 0 0,0 0 0,0 0-6,8 14 393,4 19 20,1 40-392,-2 0 0,-4 0 0,-4 1 0,-3 46-21,-1-120-5,0 1 0,0 0 0,0 0 1,0-1-1,0 1 0,0-1 0,-1 1 0,1-1 1,0 0-1,0 1 0,0-1 0,0 0 1,0 0-1,-1 0 0,1 1 0,0-1 0,0-1 1,0 1-1,-1 0 0,1 0 5,-38 0-110,30-1 96,166-48-208,-93 26-1494,-22 6-3697,-16 5-3728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5:42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3745,'0'0'7477,"0"0"-3856,0 0-423,0 0-1927,0 0-716,23 19 198,1-1-500,-12-9-108,1 0 0,-1 0 0,-1 1-1,0 1 1,-1 0 0,0 1 0,0-1 0,-1 2 0,-1-1-1,0 1 1,5 13-145,-1 2 429,-2 2 0,-1-1 1,-1 1-1,-2 0 0,-1 1 0,0 11-429,0 28 707,-4 0 0,-3 20-707,0-71 4,0 1 0,-1 0 0,-1-1 0,-1 0 0,-1 0 0,-1 0 0,0 0 0,-1-1 0,-1 0 0,-1-1 0,0 0 0,-2-1 0,-12 16-4,21-29-308,0-1-1,-1 1 1,1-1-1,-1 1 1,1-1-1,-1 0 1,0 0 0,-2 0 308,-18 6-5091,7-4-2616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4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17396,'0'0'2232,"0"0"-487,0 0 255,0 0-1336,0 0-416,157-15-144,-86 5-32,-2 3-24,-6 2-40,-10 2-8,-9 3-72,-6 0-1272,-10 0-3545,-15 0-6602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4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7642,'0'0'9371,"0"0"-6226,0 0-1129,0 0-761,-21 29-582,-69 102 21,82-115-581,0 1 0,0 0 0,2 1 0,0 0 0,1 0 0,1 0 0,0 0 0,2 1 0,0-1 0,1 1 0,1 0 0,1 7-113,-1 7 151,-1-4-76,1-1 1,1 1-1,2-1 1,1 0-1,1 0 1,1 1-76,-3-19 8,1-1-1,-1 0 1,1 0 0,1 0-1,-1-1 1,1 0 0,1 0-1,0 0 1,0 0 0,0-1-1,1 0 1,0 0 0,1-1-1,-1 0 1,1 0 0,0-1-1,1 0 1,-1 0 0,6 1-8,-6-2-36,1 0 1,0-1 0,0 0-1,0-1 1,0 0-1,0-1 1,0 0 0,1 0-1,-1 0 1,0-1 0,0-1-1,1 0 1,-1 0-1,1-1 36,-4 0-357,1 0 0,-1 0 0,0-1 0,0 1 0,0-1 0,0-1 0,0 1 0,-1-1 0,0 0-1,0-1 1,0 1 0,0-1 0,0 0 0,-1 0 0,0 0 0,0-1 0,-1 1 0,1-1 0,0-3 357,12-28-5163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0 372 5905,'0'0'10274,"0"0"-8385,0 0 783,0 0-1431,0 0-729,0 0-80,0 0-192,198-22-168,-99-8-72,-16 3-1104,-12-1-4009</inkml:trace>
  <inkml:trace contextRef="#ctx0" brushRef="#br0" timeOffset="1">820 1 13771,'0'0'4593,"0"0"-2873,0 0 897,-121 173-1361,102-104-328,16-2-328,3-3-247,5-2-225,26-10-32,4-5-80,1-10-16,0-7 0,0-8-361,21-22-959,-10 0-3001,-6-2-5289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5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9914,'0'0'7906,"0"0"-6898,0 0 952,0 0-327,0 0-513,170 169-408,-115-120-296,-5 1-240,-6-8-128,-9-3-32,-4-7-16,-7 3-664,-7-13-2144,-6-7-4666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5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298 214 13595,'0'0'1816,"0"0"-151,0 0 1071,-105 175-1263,64-101-425,-3-7-208,8-7-432,6-13-232,8-13-168,8-12 88,9-9-96,5-11-328,5-2-1352,20-15-2873,5-7-4793</inkml:trace>
  <inkml:trace contextRef="#ctx0" brushRef="#br0" timeOffset="1">559 1 3713,'0'0'9162,"0"0"-7154,93 166 1977,-62-82-2049,-9 7-495,-14-2-425,-8-7-208,0-8-488,0-12-216,-11-13-56,-3-9-48,-5-5-1376,0-13-3833,5-10-10771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6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13019,'0'0'4929,"0"0"-3097,0 0 313,0 0-1209,0 0-608,157-42-208,-100 37-72,-10 2-32,-8 3-16,-15 0-360,-24 8-1312,0 12-3594,-5 2-4272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7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7634,'0'0'6121,"0"0"-4313,0 0 777,0 0-1625,0 0-672,190-47-288,-108 32-216,-19 6-2681,-13 4-9665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7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13483,'0'0'1874,"0"0"-469,0 0-150,13 22-165,247 367 3495,-230-347-4361,-18-23-154,0-1 1,2 0-1,0-2 0,1 1 1,4 1-71,-18-17 12,-1-1-1,0 1 1,1 0 0,0-1 0,-1 1-1,1-1 1,-1 1 0,1-1-1,0 1 1,-1-1 0,1 0 0,0 1-1,-1-1 1,1 0 0,0 0 0,-1 1-1,1-1 1,0 0 0,0 0 0,-1 0-1,1 0 1,0 0 0,0 0-1,-1 0 1,1 0 0,0 0 0,0 0-1,-1-1 1,1 1 0,0 0 0,0 0-1,-1-1 1,1 1 0,0 0 0,-1-1-1,1 1 1,0-1 0,-1 1-1,1-1 1,-1 1 0,1-1 0,-1 1-1,1-1 1,-1 0-12,12-33 730,-11 28-705,10-60 319,-3 0-1,-3-1 1,-2 1 0,-5-23-344,2 32 85,-1 33-54,-2 0 0,0 0-1,-1 0 1,-2 1-31,-10-73-1482,18 75-1761,7 11-2640,10 4-5734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7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44 123 4049,'0'0'7663,"0"22"-4668,0-5-2399,1 70 2456,-5 0 1,-3 0 0,-7 25-3053,3-163 462,5-33-637,3 0 0,7-47 175,-3 119-26,1 0-1,1 0 1,0 1-1,0-1 1,1 0-1,1 1 1,-1 0-1,2 0 1,0 0-1,0 1 1,5-6 26,-8 12-4,-1 1 0,1 0 0,-1 0 0,1 0-1,0 0 1,0 0 0,0 1 0,0 0 0,1-1 0,-1 1 0,1 0 0,-1 0 0,1 1 0,0-1 0,0 1-1,0 0 1,-1 0 0,1 0 0,0 0 0,0 1 0,1 0 0,-1 0 0,0 0 0,0 0 0,0 0-1,0 1 1,0 0 0,0 0 0,0 0 0,-1 0 0,1 1 0,0-1 0,-1 1 0,1 0 0,0 0 0,2 2 3,4 4 0,0 1 0,0 0 0,0 0-1,-1 1 1,-1 0 0,0 1-1,0 0 1,-1 0 0,0 0 0,-1 1-1,2 5 2,13 34 4,-1 0 0,-1 10-4,-8-29-3,-9-26-155,8 29 273,-7-11-3357,-5-17-2273,-5-6-3345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8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0 253 14195,'0'0'4353,"0"0"-2313,0 0 457,0 0-1449,0 0-616,0 0-192,0 0-240,176-104-40,-121 69-1144,11-12-1593,-13 10-2280,-15 8-4857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8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10402,'0'0'1933,"0"0"220,0 0 25,20 26-813,126 165 848,-140-183-2054,-3-5-108,0 0-1,-1 0 1,0 0-1,1 1 0,-1-1 1,0 1-1,-1 0 0,1 0 1,-1-1-1,1 5-50,-2-8 117,-14-11 206,7 4-239,1 0 1,0 0-1,0-1 0,1 0 0,0-1 0,0 1 0,1-1 0,0 0 1,0 0-1,1 0 0,1 0 0,-1-1 0,1 1 0,1-1 1,0 1-1,0-1 0,1 0 0,0 1 0,2-7-84,0 5 19,0 0 1,1 0-1,0 1 1,1-1-1,0 1 0,0 0 1,1 0-1,1 0 1,-1 1-1,2 0 0,-1 0 1,1 0-1,1 1 0,0 0 1,0 1-1,0 0 1,2-1-20,-4 3-8,0 0-1,0 1 1,1 0 0,0 0 0,-1 0 0,1 1 0,0 0 0,1 1 0,-1-1 0,0 1 0,1 1 0,-1-1 0,1 1-1,0 1 1,-1 0 0,5 0 8,-10 0-5,0 1-1,0 0 1,1 0-1,-1 0 1,0 0-1,0 0 1,0 1-1,-1-1 1,1 0-1,0 1 0,0 0 1,-1-1-1,1 1 1,-1 0-1,0 0 1,1 0-1,-1 0 1,0 0-1,0 0 1,0 0-1,0 0 1,-1 0-1,1 0 1,0 1-1,-1-1 1,0 0-1,1 0 0,-1 1 1,0-1-1,0 2 6,1 13-2,-1 0 0,-1 0 1,-2 14 1,3-26-2,-5 19-6,0 1 0,-2-1 0,0-1 0,-2 1 0,-8 16 8,7-18 182,1-1 1,0 2-1,2 0 0,1-1 0,1 2 0,-1 14-182,5-24 252,0-4-42,0 1 1,1 0 0,0 0-1,1 0 1,0 0-1,0 0-210,0-10 12,0 0 0,-1 0-1,1 0 1,0 0-1,0 0 1,0 0 0,-1 0-1,1-1 1,0 1-1,0 0 1,0-1-1,0 1 1,1 0 0,-1-1-1,0 1 1,0-1-1,0 0 1,0 1-1,0-1 1,1 0 0,-1 0-1,0 0 1,0 0-1,0 0 1,1 0-1,0 0-10,37-3 56,-35 3-43,6-2-72,-1 0 1,1-1-1,0 0 0,-1-1 1,0 0-1,0 0 1,0-1-1,-1 0 1,4-2 57,45-35-3118,-36 26 452,8-7-4783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8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13539,'0'0'2881,"0"0"-777,0 0 408,-14 178-1175,14-99-305,0 0-216,5-7-392,17-13-264,6-16-40,2-9-72,6-19-48,0-8-208,8-12-856,-9-17-1793,-10-12-3664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9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14283,'0'0'1776,"0"0"1225,0 0-1041,0 0-695,176 161-361,-135-126-472,-5-3-216,-6-5-160,-11-2-56,-5-5 0,-9-3-1088,-2-2-1905,-3-10-4072</inkml:trace>
  <inkml:trace contextRef="#ctx0" brushRef="#br0" timeOffset="1">287 1 13867,'0'0'3977,"0"0"-3633,0 0 392,0 0 200,0 0 240,-47 173-15,28-121-121,-6-2-456,6-13-256,-1-8-200,9-4-48,6-10-80,5-10-280,0-5-696,8-8-1809,11-11-5320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9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12683,'0'0'1608,"0"0"208,0 0 457,143 170-657,-107-83-247,-14 2-177,-14 3-136,-8-11-280,0-7-416,-17-4-240,-10-9-120,-9-1-24,-24 7-1128,10-15-3697,3-10-8810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0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14195,'0'0'2217,"0"0"335,0 0-327,0 0-1257,146-2-424,-105 2-192,-5 0-240,-9 0-112,-8 0-560,-5 7-1905,-11 3-4000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7:10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7642,'0'0'6129,"0"0"-4153,0 0 1841,0 0-2032,0 0-521,0 0-752,162 3-384,-107-18-128,-3 5-1096,-13 5-3513,-15 5-6370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0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12203,'0'0'2858,"0"0"-195,0 0 13,0 0-1131,0 0-825,0 0 31,4 18 161,0 1-693,22 100 1757,3 63-1976,-19-47 124,-9-77-3899,-3-55-941,-7-3-1806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0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9010,'0'0'2416,"0"0"105,0 0-305,148 0-799,-82 0-385,0-5-296,3-5-440,-6 0-168,-5 3-128,-3 2-176,6 3-1608,-15 2-1353,-10 0-6433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0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77 150 11202,'0'0'2545,"0"29"-327,0 187 1242,5-148-2024,5 28-1436,-2-34 382,-1 52-382,-7-113-283,0-5-349,-1-21-394,-1 0-1,-1 0 0,-1 1 1,-2-5 1026,-30-100-569,23 90 1025,1 1 1,3-2 0,1 1-1,2-1 1,-1-34-457,7 67 22,1 1 0,-1-1-1,1 1 1,0-1 0,1 1 0,0 0 0,0 0 0,0 0-1,1 0 1,0 0 0,0 0 0,0 0 0,1 1 0,0 0-1,0-1-21,3-2 19,1 0 0,0 1 0,1 0 0,-1 0 0,1 0 0,0 2 0,1-1 0,9-3-19,-1 0 25,2 2-1,-1 0 0,1 2 1,0 0-1,1 1 1,-1 1-1,1 1 0,-1 0 1,13 2-25,-28 0 77,0 0 0,-1 1 0,1-1 1,0 1-1,0 0 0,-1 1 0,1-1 1,-1 1-1,1-1 0,-1 2 0,0-1 1,0 0-1,0 1 0,0-1 0,0 1 1,0 1-1,-1-1 0,1 0 0,-1 1 0,0-1 1,0 1-1,0 0 0,-1 0 0,1 0 1,-1 1-1,0-1 0,0 0 0,-1 1 1,1-1-1,-1 1 0,0 0 0,0-1 1,-1 1-1,1 0 0,-1 0 0,0-1 1,0 4-78,-1-5 101,0 1 1,1-1-1,-1 0 1,0 1-1,-1-1 1,1 0-1,-1 0 1,1 0-1,-1 0 1,0 0-1,0-1 1,0 1-1,0 0 1,-1-1-1,1 1 1,-1-1-1,1 0 1,-1 0-1,0 0 1,0 0-1,0-1 1,0 1-1,0-1 1,0 0-1,0 1 1,-1-1-102,-16 6 196,0-1-1,0 0 1,-18 1-196,31-5 29,-23 2-376,-1 0 1,-27-1 346,-21-3-3590,34-1-1284,8 1-4196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3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33 2457,'0'0'4232,"0"0"-493,0 0-1276,0 0-431,0 0-323,-26-5-330,-80-19-297,99 23-862,1 0 0,-1 0-1,0 1 1,1-1 0,-1 1-1,0 1 1,0-1 0,1 1-1,-6 1-219,9-1 79,0 0 0,0 0-1,0 1 1,0-1-1,0 1 1,1-1 0,-1 1-1,0 0 1,1 0 0,-1 0-1,1 0 1,0 1-1,0-1 1,-1 2-79,-1 3 54,1-1-1,0 1 1,0 0 0,1 0 0,-1 0-1,2 0 1,-1 0 0,1 1-1,0-1 1,1 0 0,0 1 0,0 5-54,0-9 9,1-1 0,-1 0 0,1 1 0,-1-1 1,1 0-1,0 0 0,0 0 0,1 0 1,-1 0-1,1 0 0,-1 0 0,1 0 0,0 0 1,0-1-1,0 1 0,1-1 0,-1 1 1,0-1-1,1 0 0,0 0 0,-1 0 0,1 0 1,0 0-1,0-1 0,0 1 0,0-1 0,0 0 1,1 0-1,-1 0 0,0-1 0,0 1 1,4 0-10,11 1 36,0 0-1,0 0 1,0-2 0,0 0 0,12-3-36,-26 3 6,-1-1 0,1 1 0,-1-1 0,1 0 1,-1 0-1,1-1 0,-1 1 0,0 0 0,0-1 0,0 0 0,0 0 0,0 0 0,0 0 0,0-1 0,0 1 0,-1-1 0,1 1 0,-1-1 0,1-1-6,1-2-10,0-1-1,-1 1 1,0-1 0,0 0-1,0 0 1,-1 0 0,0-1-1,1-5 11,0-4 297,-1 0 0,-1 0-1,0 0 1,-2-17-297,42 412 736,-38-341-851,1 16 177,0-33-6118,-13-35-1301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3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10186,'0'0'2713,"0"0"-1489,0 0 528,0 0-447,148-22-545,-84 17 32,2-2-80,2-1-368,-2 1-248,-5-1-32,8 3-64,-14 5-1888,-14 0-2945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4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2881,'0'0'8996,"0"0"-5111,0 0-1432,0 0-796,0 0-973,26-5-310,0 1-237,47-7 1127,31 1-1264,215-5 1911,115-10-1681,-340 16-575,21-3-2391,-40 7-6780,-60 4 2994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4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11402,'0'0'2353,"0"0"-633,0 144 457,0-78-769,0 1-520,0 3-176,5-4 9,-2 1-209,-3-8-240,3 3-144,2-7-32,-2-3-32,0-5-56,0-8-8,-1-16-368,4-19-1473,-3-4-2576,-1 0-3856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5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1 236 4521,'0'0'5707,"0"0"-3367,10-22-1030,-4 7-1074,-2 4-128,1 1 0,0-1 1,0 1-1,1 0 0,1 0 0,-1 1 0,2 0 1,-1 0-1,1 1 0,0 0 0,1 0 0,0 0 1,4-1-109,5-2 206,1 1 0,1 1 0,0 0 0,0 2 0,18-5-206,-27 9 79,0 1 0,0 0-1,0 0 1,0 1 0,0 1 0,0 0 0,0 0 0,1 1 0,-1 0-1,0 1 1,0 1 0,1 0-79,-7 0 37,0-1 0,0 1 0,0 0 0,-1 0-1,0 1 1,1 0 0,-1-1 0,-1 1 0,1 1 0,0-1 0,-1 0-1,0 1 1,0 0 0,0 0 0,-1 0 0,0 0 0,0 0 0,0 0 0,0 0-1,-1 1 1,0-1 0,0 3-37,0-2 151,0 0-1,0 0 1,0 0-1,-1 0 1,0 0-1,0 0 1,-1 0-1,1 0 1,-1 0-1,-1 0 1,1 0-1,-1-1 0,0 1 1,0 0-1,-1-1 1,0 0-1,0 1 1,0-1-1,0 0 1,-3 1-151,-1 2 59,0-2-1,0 1 1,-1-1 0,0 0-1,-1-1 1,1 1 0,-1-2-1,0 1 1,0-1 0,-1-1-1,1 0 1,-1 0 0,1-1-1,-1 0 1,0 0 0,0-1-1,0-1 1,0 0 0,0 0-1,-10-2-58,20 2-128,-1 0-1,0-1 0,0 1 0,0-1 0,0 1 1,1-1-1,-1 0 0,0 1 0,1-1 0,-1 0 0,0 1 1,1-1-1,-1 0 0,1 0 0,-1 1 0,1-1 0,-1 0 1,1 0-1,0 0 0,-1 0 0,1 0 0,0 1 1,0-1-1,0 0 0,0 0 0,0 0 0,0 0 0,0 0 1,0 0-1,0 0 0,0 0 0,0 0 0,0 0 1,1 0-1,-1 0 129,1-7-2970,-1-7-5858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5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6449,'0'0'4791,"0"0"-2456,0 0-629,0 0-466,25 0-637,75-1-363,-97 1-214,0 0 0,1 0 1,-1 0-1,0 1 0,0-1 0,0 1 1,0-1-1,0 1 0,-1 0 0,1 0 1,0 0-1,0 1 0,0-1 0,-1 1 1,1-1-1,-1 1 0,1 0 1,-1 0-1,0 0 0,0 0 0,0 1 1,0-1-1,0 0 0,0 1 0,-1-1 1,1 1-1,-1 0 0,1 0 0,-1-1 1,0 1-1,0 0 0,-1 0 1,1 3-27,0 1 239,0-1 0,-1 1 0,0-1 1,-1 1-1,0-1 0,1 1 0,-2-1 1,1 1-1,-1-1 0,0 0 1,-1 0-1,-1 5-239,-6 8 150,1 2 1,0-1-1,2 1 1,0 1-1,2-1 0,0 1 1,2 0-1,0 0 1,1 0-1,2 14-150,0-35 4,1 1 0,-1-1 0,1 0 0,-1 0 0,1 0 0,-1 0 0,1 0 0,0 0 0,0 0 0,0 0 0,-1 0 1,1 0-1,0 0 0,0 0 0,0-1 0,0 1 0,1 0 0,-1-1 0,0 1 0,0-1 0,0 1 0,0-1 0,1 1 0,-1-1 0,0 0 0,0 0 0,1 1 0,-1-1 0,0 0 0,1 0 0,-1-1-4,50 3 122,-42-2-99,-2 0-71,1-1 0,0 0 0,0-1 0,-1 1 0,1-2 0,-1 1 0,1-1 0,-1 0 0,4-3 48,37-21-3410,-28 16 418,0 0-2944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7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11987,'0'0'2552,"0"0"-1576,0 0 833,0 0-1057,0 0-704,151 0-48,-118 0-1496,-5 0-3337,-12 0-5674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8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12763,'0'0'3040,"0"0"-887,0 0-65,0 0-1184,0 0-583,0 0-225,0 0-96,195-57-337,-145 49-2415,-6 6-5434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8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26 162 3089,'0'0'5936,"0"0"-2765,0 0-1079,-5-22-185,-2-7-1143,-3-23-126,7-7 4044,4 66-4556,0 1-1,0-1 0,1 0 1,0 0-1,0 0 0,3 4-125,6 22 322,1 29 51,-2 0 1,-3 1-1,-2 52-373,-7 86-3034,-1-161-1155,-4-8-1507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8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1 225 8874,'0'0'2528,"0"0"-791,0 0 295,0 0-359,176 3-361,-85-6-480,35-12 424,36-7-71,34-8-129,-12-2-512,-36 5-368,-46 7-72,-28 8-96,1-3-8,-1 0-416,3-2-1136,-25 5-2937,-24 4-4465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9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4761,'0'0'6657,"0"0"-3715,0 0-1268,0 0-27,-11 27-233,-31 92-367,38-111-921,1 1 1,0 0-1,1 0 1,0 0-1,1 0 1,0 0-1,0 0 1,1 0-1,0 0 1,0 1-1,1-1 1,0 0-1,1 0 1,0 0-1,2 5-126,-2-11 38,1 1-1,-1-1 0,1 0 0,-1 0 0,1 0 0,0 0 1,0-1-1,1 1 0,-1-1 0,0 0 0,1 0 0,-1 0 0,1 0 1,0-1-1,0 1 0,0-1 0,-1 0 0,1 0 0,0 0 1,0-1-1,0 1 0,1-1 0,-1 0 0,0 0 0,0-1 1,1 1-38,6-1 61,1 0 1,-1 0-1,0-1 1,0-1 0,0 0-1,0 0 1,0-1-1,10-5-61,-13 5 12,-1 0 0,1-1 1,-1 0-1,0 0 0,0-1 0,0 1 0,-1-2 0,0 1 0,0-1 0,0 0 0,-1 0 0,0 0 0,-1-1 0,1 0 0,-2 0 0,1 0 0,-1 0 0,0 0 0,-1-1 0,0 0 0,0 1 1,-1-1-1,0 0 0,0 0 0,-1 0 0,0-4-12,-1 10 15,0 0 1,0 0-1,0 0 1,0 0-1,0 0 1,0 0 0,-1 0-1,0 0 1,1 1-1,-1-1 1,0 1-1,0-1 1,0 1-1,-1 0 1,1-1 0,-1 1-1,1 1 1,-1-1-1,1 0 1,-1 0-1,0 1 1,0 0-1,0-1 1,0 1-1,0 1 1,0-1 0,0 0-1,-1 1 1,1-1-1,-1 1-15,-8-2-55,0 1-1,1 0 1,-1 0 0,0 1-1,0 1 1,1 0-1,-13 3 56,20-3-170,0 1 0,0-1-1,0 1 1,0 0 0,1 0 0,-1 1-1,0-1 1,1 1 0,0-1-1,-1 1 1,1 0 0,-1 3 170,-17 26-4663,16-12-1495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19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5313,'0'0'5265,"0"0"-3640,0 0-89,0 148-544,0-106-584,-3-5-216,-8-5-184,-3-5-8,-2-4-184,5-8-2184,2-10-6274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2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37 7706,'0'0'2353,"0"0"-770,5 23-393,36 189 386,-42-260 271,1 35-1681,0 0-1,-1 0 1,0 0 0,-2-9-166,-8-18 1604,-2 1 0,-14-31-1604,22 119 1776,7-2-1667,2 1 1,5 14-110,-2-15-1019,-3 1 0,0 15 1019,-11-32-1804,5-28 973,-1 1 0,1 0 0,-1-1 0,1 1 0,-1-1 0,0 0 0,0 0 0,-1 0 0,1-1 0,-1 1 831,-1 1-659,-1-1 1,1 0 0,0 0-1,-1 0 1,0-1 0,0 0-1,0 0 659,-25 2 4778,30-4-2851,1 0-558,0 0-309,37 0 907,-14 1-1867,0-2 0,0 0 0,-1-1 1,1-2-1,0 0 0,-1-1 0,12-6-100,16-8-2209,-5 1-4862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20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1304,'0'0'10955,"0"0"-8299,0 0-1240,0 0 281,0 0-617,0 0-448,0 0-360,121 0-192,-91 0-80,-5 0-528,-6 0-1232,-5 2-601,-6 3-4008,-2-2-2201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21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6993,'0'0'4049,"0"0"-2616,0 0 23,0 0-136,0 0-624,0 0-464,157 14-80,-121-16-144,-1-10-8,-7 2-656,-9 2-4161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23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1 226 1304,'0'0'10058,"0"0"-5955,0 0-1914,0 0-434,0 0-616,13-22-420,94-168 2567,-106 190-3250,-1-1-1,0 0 0,0 1 1,1-1-1,-1 0 0,0 0 1,1 1-1,-1-1 0,1 1 1,-1-1-1,1 0 0,-1 1 1,1-1-1,-1 1 0,1-1 1,-1 1-1,1 0 0,0-1 1,-1 1-1,1-1 0,0 1 1,-1 0-1,1 0 0,0-1 1,0 1-1,-1 0 0,2 0-35,8 15 232,-1 43-369,-8-50 235,1 36-12,-2 43-86,2 41 55,0-113-53,0 0 0,0-1 0,1 0 1,1 1-1,0-1 0,1-1 0,3 6-2,-7-18-79,0 1 0,-1-1 0,1 1 0,0-1 0,0 1 1,1-1-1,-1 0 0,0 1 0,0-1 0,1 0 0,-1 0 0,1 0 0,-1 0 0,1 0 0,-1 0 0,1 0 0,-1-1 0,1 1 0,0-1 0,0 1 0,0 0 79,25-3-7156,-10-4-1996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24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 3409,'0'0'8128,"0"0"-5195,0 0-1160,-12 30 68,-34 100-520,41-115-1113,1-1-1,0 1 0,1 0 0,1 0 0,1 0 0,0 1 0,1-1 0,0 0 0,1 0 1,3 15-208,-3-26 50,0 1 1,0-1-1,1 0 1,-1 1-1,1-1 1,0 0-1,0 0 1,1 0-1,-1 0 1,1 0-1,0-1 1,0 1 0,0-1-1,0 1 1,1-1-1,-1 0 1,1-1-1,0 1 1,-1-1-1,1 1 1,1-1-1,-1 0 1,0-1-1,0 1 1,1-1-1,-1 0 1,5 1-51,12 2 271,0-1 0,0 0 0,1-2 0,-1-1 0,7-1-271,-21 1 54,0-1-1,0 1 1,0-2 0,0 1-1,0-1 1,0 0 0,-1-1-1,1 1 1,-1-1 0,0-1-1,1 1 1,-2-1 0,1 0-1,0 0 1,-1-1 0,0 0 0,0 0-1,0 0 1,0 0 0,-1-1-1,0 0 1,0 0 0,-1 0-1,3-6-53,1-2 111,-1-1 0,-1 0 0,0-1 0,-2 1-1,1-1 1,-2 0 0,0 0 0,-1 0 0,0 0-1,-2-9-110,0 18 19,1 0-1,-1 0 0,-1 1 0,1-1 1,-1 0-1,0 0 0,-1 1 0,0-1 1,0 1-1,0 0 0,-1 0 1,1 0-1,-2 1 0,1-1 0,0 1 1,-1 0-1,0 0 0,0 0 0,-1 1 1,0 0-1,1 0 0,-1 0 0,0 1 1,-1 0-1,1 0 0,0 0 0,-1 1 1,0 0-19,-9-3-366,1 2 0,-1 0-1,0 0 1,0 2 0,0 0 0,0 0 0,0 2 0,0 0 0,0 1 0,0 0 0,-13 5 366,-33 14-5633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26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3609,'0'0'8490,"0"0"-7178,0 0-424,0 0 568,0 0-695,0 0-489,132 0-168,-110 0-96,0 0 48,-3 0-56,-2 3-344,-3-1-689,2 3-407,-5 0-944,-5-3-2930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27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2481,'0'0'9161,"0"0"-7568,0 0-49,0 0 505,0 0-393,0 0-624,0 0-32,33 22-335,-2-22-273,-1 0-200,3 0-120,0 0-72,0 0-328,11 0-1665,-6 0-2360,-5 0-3969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28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26 3753,'0'0'2644,"0"0"52,0 0-532,0 0-490,0 0-451,0 0-471,-8-3-247,3 2-513,2 0 122,0-1 0,-1 1 1,1 0-1,-1 0 0,1 1 0,-1-1 1,1 1-1,-1 0 0,1 0 0,-1 0 1,1 0-1,-1 0 0,1 1 0,-1-1 1,1 1-1,-1 0 0,1 0 0,0 1 1,-1-1-1,1 1 0,0-1 0,0 1 1,0 0-1,0 0 0,1 1 0,-1-1-114,-4 5 122,2 1-1,-1-1 0,1 1 1,0 0-1,1 0 0,0 1 1,0-1-1,1 1 0,0 0 1,0 0-1,1 0 1,0 0-1,1 1 0,0-1 1,0 0-1,1 1 0,1-1 1,0 7-122,-1-14 6,1 1 1,-1 0-1,1-1 1,0 1 0,0 0-1,0-1 1,0 1-1,0-1 1,0 1-1,1-1 1,-1 1 0,1-1-1,0 0 1,0 0-1,0 0 1,0 0-1,0 0 1,1 0-7,2 2 18,0-1-1,0-1 1,0 1 0,1-1 0,-1 0-1,1 0 1,-1 0 0,7 0-18,11 2 49,0-2 0,0-1 1,0-1-1,6-1-49,-20 1 4,-4 0 0,0 0 0,-1-1 0,1 1 1,0-1-1,0 0 0,-1 0 0,1-1 0,0 0 0,-1 1 0,0-1 0,1-1 0,-1 1 1,0-1-1,0 1 0,0-1 0,0 0 0,-1-1 0,1 1 0,-1-1 0,0 1 0,0-1 0,0 0 1,1-3-5,0-1 115,-1 1 0,0-1 1,0-1-1,-1 1 1,0 0-1,-1-1 1,1 1-1,-1 0 0,-1-1 1,0 0-1,0 1 1,-1-1-1,0 1-115,0 3 81,0 0 0,-1 0 0,1 0 0,-1 1 0,0-1 0,0 1 0,-1-1 0,1 1 0,-1 0 0,0 0 1,0 0-1,-1 1 0,1-1 0,-1 1 0,0-1 0,1 1 0,-4-1-81,1 0 11,1 0 0,-1 0 1,0 1-1,0 0 0,0 0 1,-1 1-1,1 0 0,-1 0 1,1 0-1,-1 1 0,0 0 1,-4 0-12,9 1-79,1 0 1,-1 0-1,1 0 0,-1 0 1,1 1-1,0-1 1,-1 0-1,1 1 1,0-1-1,-1 1 0,1 0 1,0-1-1,-1 1 1,1 0-1,0 0 0,0 0 1,0-1-1,0 1 1,0 1-1,0-1 0,-1 1 80,-7 18-4694,5 0-3370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28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6633,'0'0'4225,"0"0"-2776,0 0 631,16 128-736,-16-88-559,0-3-441,0 0-144,0-10 8,0-4 64,0-1-152,-3-12-56,3-3-64,0-7-128,0 0-1689,0 0-5544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2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4233,'0'0'6268,"0"0"-3463,0 0-1157,0 0-118,0 0-424,-24 2-305,-75 10-48,96-12-691,-1 1 0,0 0 0,1 0 1,-1 0-1,1 0 0,-1 0 0,1 1 0,0 0 0,0 0 0,0 0 1,0 0-1,0 0 0,0 0 0,0 1 0,0-1 0,1 1 0,0 0 0,-1 0 1,1 0-1,0 0 0,0 0 0,-1 3-62,2 0 46,-1 0 0,0 0 0,1 0 1,0 0-1,1 0 0,-1 0 0,1 1 0,0-1 0,1 0 0,0 0-46,-1-4 6,0 0 0,1-1 0,-1 1 0,1-1-1,0 1 1,0-1 0,-1 0 0,1 1-1,0-1 1,0 0 0,0 1 0,1-1 0,-1 0-1,0 0 1,0 0 0,0 0 0,1 0-1,-1 0 1,1-1 0,-1 1 0,1 0 0,-1-1-1,1 1 1,-1-1 0,1 1 0,-1-1-1,1 0 1,0 0 0,-1 1 0,1-1-6,57 1 80,-45-1-95,-11 0-22,0 0 0,1 0 0,-1 0 0,0 0 0,0-1 0,1 1-1,-1-1 1,0 0 0,0 0 0,0 0 0,1-1 0,-1 1 0,-1-1 0,1 1-1,0-1 1,0 0 0,-1 0 0,1 0 0,-1-1 0,1 1 0,-1 0 0,0-1 0,0 0-1,0 0 1,0 1 0,-1-1 0,1 0 0,-1 0 0,1-3 37,2-7 197,-1 0-1,-1 0 1,0 0 0,-1-1-1,-1 1 1,0-11-197,14 43 595,-1 34-614,-2 1 1,-2 0-1,-3 1 0,-2 0 1,-2-1-1,-3 19 19,0-71-2275,-1-1-1805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2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1 203 4761,'0'0'6893,"0"0"-3739,0 0-788,0 0-316,0 0-766,0 0-509,19-2-101,249-31 1088,45-6-896,985-77-679,-1140 106-751,-212 7-4417,26 3-195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30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61 140 3345,'0'0'6365,"0"0"-3550,0 0-1226,0 0-346,0 0-354,0 0-67,-10 24 277,-31 77-170,39-96-860,1-1 1,-1 1-1,1 0 0,0 0 0,0 0 1,0-1-1,1 1 0,-1 0 0,1 0 1,0 0-1,1 0 0,-1 0 0,1 0 0,0 0 1,1 0-1,-1-1 0,2 6-69,-1-7 55,0-1 0,0 1 0,1 0 0,-1-1 0,0 1 0,1-1 0,0 1 0,-1-1 0,1 0 0,0 0 0,0-1 0,0 1 0,0-1 0,0 1 0,1-1 0,-1 0 0,0 0 0,1 0 0,0 0-55,4 0 55,0 0 1,-1-1-1,1 0 0,0 0 0,0 0 0,0-1 0,-1 0 0,1-1 0,0 0 0,-1 0 0,1 0 1,-1-1-1,0 0 0,0-1 0,0 1 0,0-1 0,-1-1 0,3-1-55,-1-2 130,-1 0-1,0 0 1,0-1-1,0 0 1,-1-1 0,-1 1-1,0-1 1,0 0-1,-1-1 1,0 1 0,0-1-1,-2 1 1,1-1-1,-1 0 1,-1 0 0,0 0-1,0 0 1,-1-1-1,-1 1 1,0 0 0,0 0-1,-1 0 1,-2-6-130,1 9 82,0 1 1,0 0-1,0 0 0,-1 1 1,0-1-1,-1 1 1,1 0-1,-1 0 1,0 0-1,-1 1 0,0 0 1,1 0-1,-6-4-82,8 7-18,0 0-1,0 0 1,0 1-1,0-1 1,0 0-1,-1 1 1,1 0 0,0 0-1,-1 0 1,1 0-1,-1 1 1,1-1-1,-1 1 1,1 0-1,-1 0 1,1 0-1,-1 0 1,1 0-1,-1 1 1,1 0-1,-1 0 1,1 0-1,0 0 1,-1 0 0,1 1-1,0 0 1,0-1-1,0 1 1,0 0-1,-2 2 19,3-2-167,-1 1 1,0 0-1,1 0 0,-1 0 1,1 0-1,0 0 0,0 1 1,0-1-1,0 0 0,1 1 0,-1 0 1,1 1 166,-5 29-4729,6-11-923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3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3937,'0'0'6913,"0"0"-4360,0 0-745,0 0-367,0 0-817,-36 136-416,25-113-208,0-6-608,6-7-2505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31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4929,'0'0'5568,"0"0"-3128,0 0-707,0 0-34,0 0-502,0 0-220,2-19 54,7-55 3,-7 56-267,1 38-260,4 104 235,-7 76-742,-1-78-7279,1-99 1056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32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2985,'0'0'6241,"0"0"-4137,0 0-695,0 0 415,0 0-480,3 158-567,0-96 543,2 0-240,4-8-576,4-4-336,7-8-96,4-7-72,9-1-96,28-2-1536,-9-9-1521,3-8-7241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32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1360,'0'0'7770,"0"0"-5570,36 129-583,-22-62 55,-9 2-584,-2-5-359,-3-7 15,0-12-240,0-6-240,0-12-152,0-9 8,-6-6-112,-5-4-8,0-6-1592,6-2-4506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3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9314,'0'0'2573,"0"0"-772,0 0-392,0 0-621,0 0-466,0 0-164,25 8-21,76 30 102,-99-38-176,1 1 0,0 0 0,0 0 0,-1 1 0,1-1 1,0 0-1,-1 1 0,1 0 0,-1 0 0,0-1 0,0 1 0,0 0 0,0 1 1,0-1-1,0 0 0,0 1 0,-1-1 0,1 1 0,-1-1 0,0 1 0,1 0 0,-1-1 1,-1 1-1,1 0 0,0 0 0,-1 0 0,1 0 0,-1 0 0,0 0 0,0 0 1,0 0-1,0 0 0,-1-1 0,1 1 0,-1 0 0,0 1-63,0 9 359,0-7-267,0 1 0,-1-1 0,0 1 0,0-1 1,0 0-1,-1 0 0,0 0 0,-1 2-92,1-2 43,0 0 0,0 0 0,1 0 0,-1 0 0,2 1 0,-1-1 0,1 0 0,-1 1 0,2 0 0,-1 0-43,1-5 38,0-1 1,0 0-1,0 0 0,0 0 1,0 1-1,0-1 0,0 0 0,0 0 1,0 0-1,1 1 0,-1-1 1,1 0-1,-1 0 0,1 0 1,-1 0-1,1 0 0,-1 0 1,1 0-1,0 0 0,0 0 0,0 0 1,-1 0-1,1 0 0,0-1 1,0 1-1,1 0-38,30 2 352,-19-3-318,-6 0-29,-1 0 1,1 0-1,-1-1 0,0 0 1,1 0-1,-1-1 1,0 0-1,0 0 1,0 0-1,0-1 0,0 1 1,-1-1-1,1-1-5,1-1-809,0 0-1,-1-1 0,0 0 0,0 0 1,0-1-1,1-1 810,8-12-7043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33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4745,'0'0'9794,"0"0"-6657,0 0-1305,0 0-416,0 0-831,0 0-361,0 0-112,118 18-64,-88-11-48,-5 1-56,-6-1-793,-2 0-1623,-9-2-2145,-3-2-4913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3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6857,'0'0'4761,"0"0"-2992,0 0-121,0 0-432,0 0-695,157-12-313,-122 7-208,-7 3-232,-9-1-2825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46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11106,'0'0'2226,"0"0"-139,0 0-212,-24 5-513,-78 16-255,95-19-981,0 1 1,1 0-1,0 1 0,-1 0 1,2 0-1,-1 0 0,0 1 1,1-1-1,0 1 0,0 1 1,0-1-1,1 1 1,-1 0-1,1 0 0,1 0 1,-1 0-1,1 1 0,0-1 1,1 1-1,0 0 0,0 0 1,0 0-1,1 0 1,-1 3-127,0-3 78,1 0 0,0 0 0,0 0 0,0 0 1,1 0-1,0 0 0,0 0 0,1 0 0,0 0 1,2 7-79,-2-11 9,0 0 1,1 0 0,-1-1 0,1 1 0,0 0-1,0-1 1,0 1 0,0-1 0,0 0 0,0 0 0,1 0-1,-1 0 1,1 0 0,0 0 0,-1-1 0,1 1-1,0-1 1,0 0 0,0 0 0,0 0 0,0 0-1,0 0 1,0-1 0,3 1-10,5 1 17,0 0 0,0-1 1,0-1-1,0 0 0,0 0 0,1-1 0,-1 0 1,0-1-1,0-1 0,0 0 0,-1 0 0,1-1 1,-1 0-1,0 0 0,0-2 0,0 1 0,-1-1 1,1 0-1,-2-1 0,1 0 0,-1-1 0,0 0 1,0 0-1,-1 0 0,0-1 0,0 0 0,-1-1 0,-1 0 1,0 1-1,0-2 0,0 1 0,-2 0 0,1-1 1,-1 0-1,-1 0 0,0 0 0,0-5-17,0 11 1086,-1 7-461,3 15-314,3 29-324,18 624 1129,-25-669-1592,0-5-344,0-47-6069,0 17-3018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46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9 10058,'0'0'2854,"-5"23"100,2-9-2442,-6 32 760,1 0 0,2 1 1,3 0-1,1 2-1272,3-32 226,0-1 0,0 0 0,2 0 0,0-1 0,1 1 0,0 0 0,2 1-226,-3-10 14,0 0 0,0-1 0,1 1 0,0-1 0,0 1 0,1-1 0,-1-1 0,1 1 0,0-1 0,1 1 0,0-1 0,0-1 0,0 1 1,0-1-1,1 0-14,0 0 7,0-1 0,1 0 0,-1 0-1,1-1 1,-1 0 0,1 0 0,-1-1 0,1 0 0,0 0 0,0-1 0,0 0 0,-1 0 0,1-1 0,0 0 0,0-1 0,-1 1 0,1-1 0,-1-1 0,0 1 0,1-1 0,-1-1 0,0 1 0,-1-1 0,1-1 0,-1 1 0,0-1 0,6-5-7,-2 1 14,-1 0 0,0-1-1,0 0 1,-1 0 0,0-1 0,-1 0 0,0-1 0,-1 0 0,0 0 0,-1 0 0,0 0 0,-1-1 0,-1 0 0,0 0-1,0 0 1,-1-3-14,-1 2 136,-1 1-1,0 0 0,0-1 0,-2 1 1,0 0-1,0 0 0,-1 0 0,-1 0 1,0 0-1,-1 1 0,0-1-135,1 5 55,-1 0 0,1 0 0,-1 1 0,-1-1 0,0 1-1,0 0 1,0 1 0,-1-1 0,0 1 0,0 1 0,0-1 0,-1 1 0,0 1-1,0-1 1,0 1 0,-5-1-55,9 3-17,-1 0 0,1 1-1,0-1 1,-1 1 0,1 0-1,-1 1 1,1-1 0,-1 1-1,0 0 1,1 0 0,-1 0-1,0 1 18,3 0-82,0-1 0,0 1-1,0-1 1,0 1 0,1 0-1,-1 0 1,0 0 0,0 0 0,1 1-1,-1-1 1,1 0 0,-1 1-1,1-1 1,0 1 0,0-1-1,-1 1 1,1-1 0,0 1-1,0 0 1,1 0 0,-1-1-1,0 1 1,0 0 0,1 0-1,-1 1 83,-6 33-4104,6 0-3679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47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67 246 4889,'0'0'6788,"0"0"-3530,28 0-1395,-6 0-1427,-8-1-212,0 1 0,0 0 0,-1 1 0,1 0 0,0 1 0,-1 1 0,1 0 1,-1 0-1,0 2 0,0 0 0,0 0 0,6 5-224,0 1 199,-1 2 1,0 0-1,-1 1 0,0 1 1,-2 0-1,1 1 0,-2 1 1,0 0-1,0 3-199,-5-6 180,0 0 0,-2 0 1,0 1-1,0 0 0,-1 0 0,-1 0 1,-1 1-1,0 0 0,-1 0 0,0 0 1,-2 0-1,1 10-180,-3-20 48,1-1 1,-1 0-1,0 1 0,0-1 1,-1 0-1,0 0 0,0 0 1,0 0-1,0 0 0,-1 0 1,0 0-1,0-1 1,0 0-1,0 1 0,-1-1 1,0 0-1,1-1 0,-2 1 1,1-1-1,0 1 0,-1-1 1,1-1-1,-1 1 1,0 0-1,0-1 0,0 0 1,-4 1-49,-5 1 100,0 1 0,0-2 1,0 0-1,0 0 0,-1-2 0,0 1 1,1-2-1,-1 0 0,-12-2-100,17 0 52,1-1 0,0 0 0,0 0 0,0-1 0,0 0 0,1-1 0,-1 0 0,1 0-1,1-1 1,-1 0 0,1 0 0,0-1 0,0 0 0,-5-7-52,-8-10 63,1-1-1,1-1 1,1-1 0,2 0-63,5 8 65,0-1 0,2 1 0,0-1 1,2-1-1,0 1 0,1-1 0,-1-15-65,5 26 17,-1 0-1,2 0 1,0 0 0,0 0-1,1 0 1,0 0-1,1 0 1,0 0 0,0 0-1,1 0 1,0 1 0,1-1-1,0 1 1,1 0-1,0 0 1,0 1 0,1-1-17,12-12-28,0 2 0,2 1 0,0 0 0,1 2 0,1 0 0,1 1 0,0 1 0,0 2 0,1 0 0,1 1 0,0 2 0,1 0 0,-1 2 0,2 1 1,-1 1-1,0 1 0,1 1 0,0 1 0,0 2 0,4 1 28,-23 0-420,1 1 1,-1 0-1,0 0 1,0 1-1,0 0 1,0 1-1,-1-1 1,1 2 0,-1-1-1,0 1 1,0 0-1,0 0 1,1 3 419,11 6-2736,20 16-5519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47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1 11146,'0'0'2749,"0"0"221,-16 21-556,-104 134 260,74-102-1985,-2-3-1,-3-1 1,-1-3 0,-7 2-689,57-47-31,1 0 1,0 0-1,-1 0 0,1 0 1,-1 0-1,0 0 0,1 0 1,-1-1-1,1 1 0,-1 0 1,0-1-1,0 0 0,1 1 1,-1-1-1,0 0 1,0 0-1,0 0 31,1 0-69,0 0 1,0-1-1,0 1 0,0-1 1,0 1-1,0-1 1,0 1-1,0-1 0,0 1 1,0-1-1,1 0 1,-1 0-1,0 1 0,1-1 1,-1 0-1,0 0 1,1 0-1,-1 0 0,1 0 1,-1 0-1,1 0 69,-3-7-807,1-1 1,0 1-1,1 0 0,-1-1 0,2 0 1,-1-3 806,0 2-986,1-28-4484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48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9882,'0'0'4209,"0"0"-2553,0 0 825,0 0-833,0 0-375,151 134-281,-120-97-464,-7-5-232,-2-2-184,-2 0-56,-4-3-56,1 3-136,-1-3-560,3 12-1017,1-7-2191,-4-9-2098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48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11690,'0'0'2505,"0"0"64,0 0-49,0 0-1312,0 0-583,162 32-281,-115-27-200,-6-3-144,8 3-737,-13-5-2247,-11 3-3258</inkml:trace>
  <inkml:trace contextRef="#ctx0" brushRef="#br0" timeOffset="0.81">130 268 1280,'0'0'7706,"0"0"-5842,0 0 825,0 0-553,0 0-1055,0 0-633,154 22-96,-107-22-240,5-7-112,-11-3-696,-8 3-5850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56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57 3849,'0'0'371,"0"0"1362,0 0 948,0 0-422,0 0-319,7-5-70,-5 4-1688,26-18 1681,-26 18-1529,0 0 0,-1-1-1,1 1 1,-1 0 0,0-1-1,1 1 1,-1-1 0,0 1-1,0-1 1,0 0 0,0 1-1,0-1 1,0 0 0,0 0-1,-1 0 1,1 1 0,0-2-334,-34 0 1579,13 3-1399,-1 1 0,1 0 0,-1 2 0,1 0 0,0 2 0,0 0 0,0 1 0,-13 7-180,26-11 34,1 2-1,-1-1 1,1 1-1,0 0 1,0 0-1,1 0 0,-1 1 1,1 0-1,0 0 1,1 0-1,-1 1 1,1 0-1,0-1 0,0 2 1,1-1-1,-1 0 1,1 1-1,1-1 1,-1 1-1,1 0 0,1 0 1,-1 0-1,1 0 1,0 0-1,1 0 1,0 6-34,-1-9 1,1 0 1,0 0-1,0 0 1,1 0 0,-1 0-1,1-1 1,0 1-1,0 0 1,0 0 0,1 0-1,-1-1 1,1 1-1,0-1 1,0 1 0,0-1-1,1 0 1,-1 0 0,1 0-1,-1 0 1,1 0-1,0 0 1,1 0-2,3 1 0,-1-1 1,1 0-1,0-1 1,0 1-1,0-1 1,0 0-1,0-1 0,0 0 1,1 0-1,-1 0 1,7-1-1,-5 0-20,1 0 0,-1 0 0,1-1 1,-1 0-1,0-1 0,0 0 1,1-1-1,-1 1 0,-1-2 0,1 1 1,0-1-1,0-1 20,-4 2-13,0-1 1,0 0-1,0 0 1,0-1-1,-1 1 1,1-1 0,-1 0-1,0 0 1,-1 0-1,1-1 1,-1 0-1,0 1 1,-1-1-1,1 0 1,-1 0-1,0 0 1,-1 0-1,1-5 13,1-11 464,0-1-1,-2 0 1,-1-13-464,0 20 182,13 84 598,7 140-1530,-7 120 750,-12-328-283,0 0 0,-1 0 0,1 0 0,0 0 0,-1 0 0,1 0 0,0 0 0,-1 0 0,1-1 0,0 1 0,-1 0 0,1 0 0,-1-1 0,1 1 0,0 0 0,-1-1 0,1 1 0,-1-1 0,1 1 0,-1-1 0,1 1 0,-1-1 0,0 1 0,1-1 283,9-13-7344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56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12643,'0'0'4953,"0"0"-3129,0 0 369,0 0-585,0 0-680,0 0-440,0 144-176,0-117-232,0-2-32,0-6-48,0-6 0,0-8-184,0-5-520,3-18-888,8-14-3529,5-2-4921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0:59:57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70 10970,'0'0'3609,"0"0"-1342,0 0-228,25-8-629,-2 1-1185,5-2-45,0 1 0,1 1 0,0 2 0,0 0 1,7 2-181,-11 3 35,-18 1-12,0-1 0,0 1-1,0-2 1,-1 1 0,1-1-1,0 0 1,0 0 0,0-1 0,4-2-23,-10-1 1963,-11 2-1450,-10 1-481,-164 3 470,177 0-482,-1 0-1,0 1 1,1 0 0,0 0 0,-1 1 0,1-1 0,0 2 0,0-1 0,0 1 0,1 0 0,-1 0 0,1 1 0,0 0-1,0 0 1,1 0 0,-1 1 0,1 0 0,1 0 0,-1 0 0,1 1 0,0-1 0,0 1 0,1 0 0,0 0-1,0 1 1,1-1 0,0 0 0,0 1 0,0 0 0,1 4-20,1-8 2,0-1 0,0 1 0,0 0 0,0 0 0,1 0 0,0 0 0,0 0 0,0-1 0,0 1 0,1 0-1,-1-1 1,1 1 0,0-1 0,1 2-2,-1-3 3,0 0 0,0 0 0,1 0 0,-1-1 0,1 1-1,-1 0 1,1-1 0,0 0 0,-1 1 0,1-1 0,0 0-1,0 0 1,0-1 0,0 1 0,0-1 0,0 1 0,0-1 0,0 0-1,0 0-2,70 0 10,-45-1-6,0 1-1,0 1 1,5 3-4,-24-3 0,0 1 1,0 0-1,0 1 0,0 0 1,-1 0-1,1 1 0,-1 0 0,0 0 1,0 1-1,0 0 0,5 5 0,-4-2 1,0 1 1,0 0-1,-1 0 0,0 1 0,-1 0 0,0 0 0,0 1 0,-1 0-1,-2-4 1,-1-1 0,-1 0 0,1 1 0,-1 0 0,-1-1-1,1 1 1,-1 0 0,0 0 0,0 0 0,-1 0 0,0 0 0,-1 0 0,1 0 0,-1 0 0,-1 2-1,1-7 8,0 1-1,0-1 0,-1 1 1,1-1-1,-1 0 1,1 0-1,-1 0 1,0 1-1,0-2 1,0 1-1,0 0 1,0 0-1,0-1 1,-1 1-1,1-1 0,-1 1 1,1-1-1,-1 0 1,1 0-1,-1 0 1,1-1-1,-1 1 1,0 0-1,0-1 1,-2 0-8,-13 3 108,0-2 1,0 0-1,-12-2-108,13 1 79,-110-10 138,94 5-1190,0 2-1,0 1 1,0 2-1,-6 2 974,8 5-4605,5 4-2306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6977,'0'0'5788,"0"0"-2759,0 0-744,0 0-133,0 0-716,1-8-63,6 26-942,-2 1 0,0 0 1,-2 1-1,0-1 1,-1 1-1,0-1 0,-2 2-431,2 8 243,3 81 447,-4-57-311,3 0-1,9 44-378,-7-83-95,2-15-1082,6-19-3187,-7 1-2202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2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10642,'0'0'2698,"0"0"-961,0 0-472,0 0-347,0 0 110,0 0 271,-11 19-103,7-10-1077,-7 9 242,2 1 1,0 1-1,1-1 0,0 1 0,2 1 0,1-1 0,-3 19-361,5-12 159,1 0-1,2 1 1,0-1 0,2 0-1,1 0 1,1 1-1,2 0-158,-4-21 6,-1 0 0,2-1 0,-1 0 0,1 1 0,0-1 0,0 0 0,0-1 0,1 1 0,0 0 0,0-1 0,0 0 0,1 0 0,0 0 0,0-1 0,0 1 0,1-1 0,-1-1 0,1 1 0,0-1 0,0 0 0,0 0 0,1 0 0,-1-1 0,0 0 0,1 0 0,0-1 0,-1 0 0,1 0 0,0-1 0,5 0-6,1 1 19,0-1 1,1 0 0,-1-1-1,0-1 1,0 0-1,0-1 1,0 0-1,5-2-19,-11 1 16,0 1 0,1-1 0,-1-1-1,-1 1 1,1-1 0,-1 0 0,0-1 0,0 1-1,0-1 1,-1 0 0,0-1 0,0 1 0,0-1-1,0-3-15,3-5 117,0-1-1,-2 0 1,0-1-1,-1 0 1,0 0-1,-1 0 1,-1 0-1,-1-1 1,-1 1-1,0-1 1,-1 1-1,-1-1 0,-1 1 1,0-1-1,-2-3-116,2 14 8,-1 1 0,0-1 0,0 1 0,-1 0 0,0 0 0,0 0 0,0 1 0,-1-1 0,1 1 0,-1 0 0,0 0 0,-1 1-1,1 0 1,-1 0 0,0 0 0,0 0 0,-7-2-8,8 4-232,1-1-1,-1 1 0,0 0 1,0 0-1,0 1 0,0 0 1,-1 0-1,1 0 0,0 0 1,-1 1-1,1 0 1,0 0-1,-1 0 0,1 1 1,0 0-1,0 0 0,-1 0 1,1 1-1,0-1 1,0 1-1,0 0 0,1 1 1,-5 1 232,-11 17-5770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3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10698,'0'0'3217,"0"0"-1449,0 0 257,0 0-73,0 0-936,0 144-423,0-95-105,2-4-280,-2-1-112,0-2-24,3-12-8,0-3-56,2-7-16,-2-7-320,-3-6-1625,3-7-2528,-3 0-2648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3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9154,'0'0'4201,"0"0"-2353,0 0-103,0 0-305,0 0-608,0 0-288,140 0-16,-104 0-232,0 0-200,-6 0-96,3 0-976,-6 5-3401,-7-3-3384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3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7938,'0'0'3144,"0"0"-895,0 0 223,0 0-1087,0 0-841,0 0-192,167 0 88,-134-9-264,14-4-176,-11 3-2224,-3 3-7859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4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129 181 9178,'0'0'2641,"0"0"-942,0 0-526,0 0-575,26 16-342,82 53-115,-103-65-113,0 0-1,-1 0 1,1 0 0,-1 1 0,0-1-1,0 1 1,-1 0 0,0 0 0,0 0-1,0 1 1,0-1 0,-1 1 0,1 0-1,-2-1 1,1 1 0,0 2-28,-1 4 227,0 0 0,0 0 0,-1 0 0,-1 0 0,0 0 0,0 1-227,0-8 134,0-2-62,0 1 0,0-1-1,0 0 1,0 1 0,-1-1-1,1 0 1,-1 0 0,0 0-1,0 0 1,0 0 0,0 0-1,-1-1 1,1 1 0,-1-1-1,0 0 1,0 1 0,1-1-1,-1 0 1,-1-1 0,1 1-1,0 0 1,0-1-1,0 0 1,-1 0 0,1 0-1,-1 0 1,1-1 0,-2 1-72,-7 1 205,0 0 1,-1 0-1,1-2 1,-1 1-1,1-2 1,-1 1-1,-6-3-205,13 1 138,0 0 0,1-1 0,-1 1 0,0-1 0,1-1 0,0 1 0,-1-1 0,2 0 0,-1 0 0,0-1 0,1 1 0,0-1 0,0 0 0,0 0 0,0 0 0,1-1 0,0 1 0,0-1 0,0-2-138,-6-9 141,2-1-1,0 0 1,0 0-1,2-1 1,-3-16-141,7 29 39,-1 0 0,1-1 0,0 1 0,1-1 1,0 0-1,0 1 0,0-1 0,1 1 0,0-1 0,0 1 0,0-1 0,1 1 1,0 0-1,0-1 0,1 1 0,0 0 0,0 1 0,0-1 0,1 0 1,-1 1-1,1 0 0,1 0 0,-1 0 0,1 0 0,0 1 0,0 0 1,0 0-1,0 0 0,3-1-39,16-11 0,1 0 0,1 1 0,0 2 0,1 0 0,1 2 0,0 1 1,0 2-1,0 0 0,1 2 0,1 1 0,-1 1 0,1 2 0,20 1 0,-46 1-192,0 1 0,-1 0 0,1 0 0,0 0 0,0 0 0,0 0 0,-1 1 0,1 0 0,-1-1 0,1 2 0,-1-1 0,0 0 0,0 1 0,0-1 0,0 1 0,0 0 0,0 0 0,0 1 192,6 4-1341,13 15-4527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4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 6081,'0'0'4241,"0"0"-1728,0 0 175,0 0-1007,-102 136-729,74-102-240,1-2-336,-1-2-192,1-3 24,2-4-120,6-4-16,2-6 0,4-6-72,4-2 0,1-5-408,0 0-752,5-17-1561,0-1-5584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4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9898,'0'0'3241,"0"0"-1897,0 0 288,0 0-127,0 0-737,0 0-96,143 138 56,-124-106-456,-2-4-200,-6 1-72,-3 8-152,0-9-2360,-5-1-4570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73 2937,'0'0'4393,"0"0"-1458,0 0-25,0 0 704,0 0-151,-21 3-1322,-58 5-596,101-22-814,1 1-1,0 1 1,9-3-731,-4 7-125,0 1 0,0 2 0,1 1 0,0 1 0,0 1 0,0 2 0,5 1 125,-32-1-40,2 0-196,0 0 0,0 0 0,0 0 0,0 1 0,0 0 0,-1 0 0,1 0 0,0 0 0,0 1 0,-1-1 0,4 3 236,-4-2-568,-1-1 0,1 1 1,-1 0-1,0 0 0,0 1 0,0-1 0,0 0 1,0 1-1,-1-1 0,2 3 568,4 16-6195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8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1320,'0'0'11699,"0"0"-9075,0 0-847,0 0 367,0 0-832,0 0-399,0 0 127,63 5-368,-33-10-376,0 0-104,3 0-128,0 5-64,3-7 0,3 2-336,10-10-1272,-8 3-3073,-5-8-3521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8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6513,'0'0'5631,"0"0"-2588,0 0-998,0 0-450,0 0-747,0 0-311,20 17 131,-2-1-491,5 4 66,-1 0 0,-1 2 1,-1 1-1,13 18-243,-14-14 172,-2 1 0,0 0-1,-2 1 1,-2 1 0,0 0 0,4 19-172,-11-29 137,-1 0 1,-1 1-1,0 0 1,-2 0-1,0 0 1,-2 0-1,0 0 1,-1 0-1,-1 0 1,-4 16-138,2-24 106,-1-1 0,0 1 0,0-1 0,-1 1 0,-1-2 1,0 1-1,-1-1 0,0 0 0,0 0 0,-1-1 0,-1 0 0,-5 4-106,-60 45-961,-3-15-5584,63-35-3736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9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13123,'0'0'2802,"0"0"-887,0 0-311,-10 23-396,3-7-974,-5 9 182,1 1 1,1 1 0,2 0 0,0 0 0,0 11-417,0 9 466,1 1-1,2-1 1,3 1-1,1 1 0,3-1 1,3 12-466,-3-49 10,-1-1 0,2 1 0,0-1 0,0 0 0,0 0 0,2 0 0,-1 0 1,6 8-11,-7-14-303,0 0 1,0-1-1,1 1 1,-1-1-1,1 1 1,0-1-1,0 0 1,0-1-1,0 1 1,0-1-1,1 0 1,-1 0-1,1 0 1,0 0-1,-1-1 1,1 0-1,0 0 1,0 0-1,4 0 303,26 0-6325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9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13619,'0'0'3934,"0"0"-1891,0 0-561,0 0-75,7 24-232,12 41 176,-3 0 0,5 55-1351,-18-88 247,11 77 229,-12-99-495,1 1 1,-1-1-1,2 0 1,0 0-1,0 0 1,1 0-1,0 0 0,4 5 19,0-9-1240,-1-9-2518,0-9-3361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19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11642,'0'0'4112,"0"0"-2329,0 0-512,0 23 412,1 155 554,0-160-2015,0 1 0,2 0 1,0 0-1,2-1 1,0 0-1,0 0 1,2 0-1,0-1-222,-4-10 24,1 0-1,-1-1 0,1 1 0,0-1 1,0 0-1,1-1 0,0 1 0,0-1 1,0 0-1,1 0 0,-1 0 0,1-1 0,1 1 1,-1-2-1,0 1 0,1-1 0,0 0 1,-1 0-1,1-1 0,1 0 0,-1 0 1,1 0-24,4 0 16,0-1 0,0 0 0,0-1 0,0 0 0,0-1 0,-1 0 0,1-1 0,0 0 0,0-1 0,-1 0 0,1-1 0,10-5-16,-16 6 10,0-1 1,0 1 0,0-2-1,-1 1 1,1-1-1,-1 0 1,0 0 0,0 0-1,-1-1 1,1 1-1,-1-1 1,-1 0 0,1 0-1,-1-1 1,0 1-1,0-1 1,-1 0 0,0 1-1,0-1 1,-1 0-1,1 0 1,-1-4-11,1-2 94,0 0 0,-1 1 0,-1-1 0,0 0 0,0 0 0,-1 1 0,-1-1 0,0 0 0,-1 1 0,0 0 0,-1-1 0,0 1 0,-1 1 0,-1-1 0,1 1 0,-2 0 0,0 0 0,-6-8-94,0 4 91,-1 1-1,0 0 0,0 1 0,-2 1 1,0 0-1,-8-4-90,14 10-30,0 0 0,-1 1 0,1 0 0,-1 0 1,0 2-1,-1-1 0,1 1 0,0 1 0,-1 0 1,0 1-1,-4 0 30,16 1-65,-1 0 1,1 0-1,-1 0 0,1 0 1,-1 0-1,1 0 1,0 0-1,-1 1 1,1-1-1,-1 0 0,1 0 1,-1 1-1,1-1 1,0 0-1,-1 1 0,1-1 1,-1 0-1,1 1 1,0-1-1,0 1 0,-1-1 1,1 0-1,0 1 1,0-1-1,-1 1 1,1-1-1,0 1 0,0-1 1,0 1-1,0-1 1,0 1-1,0-1 0,0 1 1,0-1-1,0 1 1,0-1-1,0 1 0,0-1 1,0 1-1,0-1 1,0 1-1,0-1 1,1 1-1,-1-1 0,0 0 1,0 1 64,10 25-5232,10 7-5609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0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54 5009,'0'0'6429,"0"0"-3341,0 0-1017,0 0-35,26-8-731,115-38 102,-141 46-326,-43 11 359,-43 4-1440,-4-14-104,65-1-5726,42 0-772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0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12859,'0'0'3023,"0"0"-676,0 0-341,-25 5-776,-78 18-445,99-22-720,0 1-1,0 0 1,1-1-1,-1 1 1,1 1-1,-1-1 1,1 0-1,0 1 1,0 0-1,0 0 1,0 0 0,0 0-1,1 0 1,-1 0-1,1 1 1,0-1-1,0 1 1,0 0-1,1-1 1,-1 1-1,0 3-64,0 0 91,1 1 0,-1 0 0,2-1 0,-1 1 0,1 0 0,0-1 0,0 1 0,1 0 0,0 0-91,0-5 12,-1-1 1,1 1 0,0-1-1,0 0 1,0 1 0,0-1-1,0 0 1,1 0-1,-1 1 1,0-1 0,1 0-1,0 0 1,-1-1-1,1 1 1,0 0 0,0-1-1,0 1 1,0-1-1,1 1-12,2 1 14,1 0-1,-1-1 0,1 0 0,0 0 1,0 0-1,0 0 0,1-1 0,0 0-13,11 1 5,-1-1-1,1-1 1,0 0-1,0-1 1,8-2-5,-20 2-37,0 0 0,0-1 0,-1 1 0,1-1 0,-1 0 0,1-1 0,-1 1 0,1-1 0,-1 0 1,0 0-1,0-1 0,-1 0 0,1 1 0,-1-2 0,0 1 0,0 0 0,0-1 0,0-1 37,1-1 78,-1 0 0,-1 0 1,1-1-1,-1 1 0,-1-1 0,1 0 0,-1 0 1,-1 0-1,0 0 0,0 0 0,0 0 0,-1-7-78,-5 484 310,6-467-2877,9-2-3621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0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14979,'0'0'4049,"0"0"-1992,0 0 231,0 0-1400,0 128-568,0-95-184,0-6-88,-8 0 0,0 0-40,0-9-16,2-6-216,3-2-200,3-5-368,0-5-776,11-10-2265,9-7-5689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1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73 9778,'0'0'2299,"0"0"-514,0 0 20,0 0-655,0 0-589,0 0-237,22-9-77,66-30-97,-68 25 126,-20 14-272,0 0-1,0 0 0,1-1 0,-1 1 0,0 0 1,0 0-1,0 0 0,0-1 0,0 1 0,0 0 1,0 0-1,0 0 0,0-1 0,0 1 0,0 0 1,-1 0-1,1 0 0,0-1 0,0 1 0,0 0 1,0 0-1,0 0 0,0-1 0,0 1 0,0 0 1,-1 0-1,1 0 0,0 0 0,0-1 0,0 1 1,0 0-1,-1 0 0,1 0 0,0 0 0,0 0 1,0 0-1,0 0 0,-1 0 0,1 0 0,0 0 1,0-1-1,0 1 0,-1 0 0,1 0-3,-19-2 221,9 1-66,1 1 0,-1 0-1,1 0 1,0 1 0,-1 0 0,1 1-1,0 0 1,0 1 0,0-1-1,0 2 1,0-1 0,1 1 0,-1 0-1,1 1 1,-4 3-155,8-5 40,0 0 0,0 0 0,0 1 1,0 0-1,1-1 0,-1 2 0,1-1 0,0 0 0,0 0 0,1 1 1,-1 0-1,1-1 0,0 1 0,0 0 0,0 0 0,1 0 0,0 0 1,0 1-1,0-1 0,1 0 0,0 0 0,0 1 0,0-1 0,0 0 1,1 0-1,0 0 0,0 1 0,1 1-40,-1-4 25,0-1 0,1 1 0,-1-1 0,1 1 0,0-1 0,0 0 0,0 0 0,0 1 0,0-1 0,0-1 0,0 1 0,1 0 0,-1-1 0,1 1 0,-1-1 0,1 1 0,-1-1 0,1 0 0,0 0 0,1 0-25,67 15 454,-45-11-420,-15-3-34,-1 1 0,1 0-1,-1 1 1,0 0 0,0 1-1,0 0 1,-1 0 0,0 1-1,0 0 1,7 7 0,-11-8-4,-1-1-1,1 1 1,-1 1-1,0-1 1,-1 0-1,1 1 1,-1 0-1,0 0 1,-1 0-1,0 0 1,1 0-1,-2 0 1,1 1-1,-1-1 1,0 1-1,0-1 1,-1 1-1,0 3 5,0-4 29,0 0-1,-1 0 1,0 0-1,0 1 0,-1-1 1,1 0-1,-1 0 1,-1 0-1,1-1 0,-1 1 1,0-1-1,0 1 1,0-1-1,-1 0 0,0 0 1,0 0-1,0-1 1,-1 1-1,0-1 1,1 0-1,-1-1 0,-1 1 1,1-1-1,0 0 1,-1 0-1,0-1 0,1 1 1,-1-1-1,0 0 1,0-1-1,-1 0 0,1 0 1,0 0-1,0 0 1,0-1-1,-3-1-28,-5 2-206,-1-2 0,1 0 0,0-1-1,0 0 1,0-1 0,1 0 0,-1-1-1,-3-2 207,3 0-4208,0 1-3641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2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13395,'0'0'4435,"0"0"-2173,0 0-733,0 0-228,0 0-217,0 0-318,6 3-141,-1 0-466,-3-2-110,0 0 0,0 0 0,0 0 0,0 0 0,0 0 0,-1 0 0,1 0 0,0 1 0,-1-1 1,1 1-1,-1-1 0,0 1 0,1 0 0,-1 0-49,1-4 152,0 0-1,0-1 1,1 2-1,-1-1 1,0 0-1,1 0 1,0 1 0,-1-1-1,1 1 1,0 0-1,0 0 1,1-1-152,-1 1-2,1 0-1,-1 0 1,1 1 0,0-1-1,-1 1 1,1-1 0,0 1 0,-1 0-1,1 0 1,-1 1 0,1-1-1,0 1 1,-1 0 0,1 0-1,-1 0 1,1 0 0,-1 1 0,0-1-1,0 1 1,1 0 0,-1 0-1,2 2 3,-1 0-7,-1 0 0,1 0 0,-1 1 0,0-1-1,0 1 1,0 0 0,-1 0 0,0 0 0,0 0 0,0 0-1,-1 0 1,1 0 0,-1 1 0,0 1 7,0 5-4,1 0 1,-2 0-1,0 0 1,0 0-1,-1 0 1,-1 0-1,0 0 1,0 0-1,-1 0 1,-1-1-1,0 0 1,0 1-1,-1-1 1,-2 1 3,-9 11-46,-1-1 0,-1 0 0,-1-1 0,-1-2 0,-2 2 46,-68 47-6539,61-49-1919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5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35 8370,'0'0'3597,"0"0"-1017,0 0-55,0 0-517,0 0-468,0 0-234,0-5-222,-1 0-816,1 4-194,0-1 1,0 0 0,0 1 0,-1-1-1,1 0 1,1 1 0,-1-1-1,0 1 1,0-1 0,1 0 0,-1 1-1,1-1 1,-1 1 0,1-1-75,0 1 431,-1 1-22,0 0-97,0 0-136,0 0 4,0 0-76,0 0-36,0 0 26,0 0 32,0 0 30,6 3 62,-1 3-191,-1 1 0,1 0 0,-1 0 0,-1 0 0,1 0-1,-1 1 1,-1-1 0,1 1 0,-2 0 0,1 0 0,0 4-27,4 11 64,14 69 241,-4 2-1,-2 24-304,-3-27 120,3-1-1,15 42-119,-21-115-259,1-21-988,5-30-5274,-12 29 4562,6-21-8811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5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62 12107,'0'0'2149,"0"0"-694,0 0 384,-6 32-345,-2 9-1065,1-10 7,2 1 0,1 0 0,2 0 0,1 25-436,1-46 122,0 0 1,1 0 0,1-1 0,-1 1 0,2 0-1,-1-1 1,2 1 0,-1-1 0,2 0 0,-1 0-1,1 0 1,1 0-123,-1-3 47,-1-1 0,1 0 0,0-1 0,1 1 1,-1-1-1,1 0 0,0 0 0,0 0 0,1-1 0,-1 0 0,1-1 0,0 1 0,0-1 0,0 0 0,1-1 0,-1 0 0,5 1-47,-1-1 27,0 0 0,-1-1 0,1 0 0,0-1 0,-1 0 0,1 0 0,0-1-1,-1-1 1,1 0 0,0 0 0,-1-1 0,0 0 0,0-1 0,0 0 0,0-1-1,-1 0 1,0 0 0,8-6-27,-7 3 7,-1-1-1,0 1 1,-1-1-1,0-1 1,0 0-1,-1 0 1,0 0-1,-1-1 1,0 0-1,-1 0 1,0 0-1,-1-1 1,0 0-1,-1 0 1,0 0-1,0-4-6,0 0 16,-1 1-1,0-1 0,-1 0 1,-1 0-1,-1 0 0,0 0 0,-2-12-15,1 21 10,0 0 0,0 0 0,0 0-1,-1 1 1,0-1 0,-1 1 0,1 0 0,-1 0-1,0 0 1,-1 0 0,1 0 0,-1 1-1,0 0 1,0 0 0,-1 1 0,0-1-1,0 1 1,0 0-10,-8-4 40,-1 0 1,0 1-1,-1 0 0,1 2 0,-1-1 1,0 2-1,-1 0 0,-1 1-40,-22-2 19,1 2 0,-33 2-19,71 0-31,0 1-1,1 0 0,-1 0 1,0 0-1,0 0 1,0 0-1,1 0 0,-1 0 1,0 0-1,0 0 1,0 1-1,1-1 0,-1 0 1,0 0-1,0 1 1,1-1-1,-1 1 0,0-1 1,1 0-1,-1 1 1,0-1-1,1 1 0,-1-1 1,1 1-1,-1 0 1,1-1-1,-1 1 0,0 0 32,2 0-265,-1 0 0,0 0 0,0 0 0,1 0 0,-1 0 0,0 0-1,1 0 1,-1 0 0,1 0 0,0 0 0,-1-1 0,1 1 0,-1 0-1,1 0 1,0-1 0,0 1 0,-1 0 0,1-1 0,0 1 0,0-1 0,0 1-1,0-1 1,0 1 0,0-1 265,26 15-10079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13155,'0'0'2304,"0"0"-631,42 138 2143,-23-76-2471,-5 10-689,-6-8-48,-3-2-152,-2-8-216,-3-4-120,0-6-104,0-11 48,0-4-64,0-9-48,0-3-392,0-4-680,0-8-1161,0-5-1695,-11 0-3050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6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12739,'0'0'2968,"0"0"-1135,0 0 71,0 0-1072,195-49-472,-135 39-264,-5 0-96,9 2-1224,-15-1-3073,-8 4-9738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7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51 10874,'0'0'2897,"0"0"-543,0 0-364,0 0-558,-25-8-417,-81-25-150,97 31-720,-1-1 0,0 1 0,0 1 0,-1 0 0,1 1 0,0 0 0,0 0 0,0 1-145,5 0 76,0-1 1,0 1-1,1 1 1,-1-1-1,1 1 0,-1 0 1,1 0-1,-1 0 0,1 0 1,0 1-1,0 0 0,-2 2-76,1 0 54,0 1 0,1 0-1,0-1 1,0 1 0,1 1-1,0-1 1,0 0 0,0 1-1,1-1 1,0 1 0,0 0-1,0 0 1,1 0 0,0 0-1,1 0 1,0 0 0,0 0-1,0 1-53,0-3 13,0 0 1,1-1-1,-1 1 0,1-1 0,0 1 1,0-1-1,0 0 0,1 1 0,0-1 0,0 0 1,0 0-1,0 0 0,0 0 0,1 0 1,0-1-1,0 1 0,3 2-13,0 0 9,0-2 1,0 1-1,1-1 0,0 0 1,0 0-1,0-1 0,0 1 1,0-2-1,1 1 0,1-1-9,15 4-26,0-2 0,1-1 0,-1-1 0,1-1 0,0-1 0,9-1 26,-31 0-21,0 1 1,1 0 0,-1-1 0,0 0-1,0 0 1,1 0 0,-1 0 0,0 0 0,0-1-1,0 0 1,-1 1 0,1-1 0,0 0-1,-1 0 1,1 0 0,-1-1 0,1 1 0,-1-1-1,0 1 1,0-1 0,0 0 0,-1 1-1,1-1 1,-1 0 0,1 0 0,-1-1 0,0 1-1,0 0 1,0 0 0,0-3 20,2-13 21,-1 1 0,-1 0 1,0-1-1,-1 1 0,-2-7-21,1-11 96,-1 5 498,1 29-282,1 7-203,6 318-58,2-282-430,9-20-6382,-4-15-4670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7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10242,'0'0'2977,"0"0"-793,0 0 193,0 0-849,-33 166-896,22-134-280,0 0-232,2-7 0,4-5-120,5-13-400,0-2-1960,0-5-3305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70 9722,'0'0'1648,"0"0"-750,0 0-89,25-9-339,7-1-385,-13 4-37,1 0 1,-2-2 0,1 0 0,6-4-49,-37 9 4905,-60-4-3222,67 7-1612,1 0 0,-1 1 0,1 0 0,-1 0 0,1 1 0,-1-1 0,1 1 0,0 0 0,0 0 0,0 0 0,0 0 0,0 1 0,0 0 0,0 0 0,1 0 0,0 0-1,-1 0 1,1 1 0,0 0 0,1-1 0,-1 1 0,1 0 0,-1 0 0,1 0 0,0 3-71,-2 0 54,1 1 0,0 1 0,1-1 0,0 0 0,0 1 0,0-1 0,1 1 0,1-1 0,-1 1-1,1 0 1,1-1 0,0 1 0,1 6-54,-1-11 8,1 1-1,0-1 1,0 0-1,0 0 1,0 0-1,0 0 1,1 0-1,-1-1 1,1 1-1,0-1 1,1 1-1,-1-1 1,0 0-1,1 0 0,1 0-7,67 39 171,-59-36-155,0 0-1,0 1 0,-1 1 1,0 0-1,5 6-15,-13-10 2,0 0-1,0 0 0,-1 0 0,0 1 1,0-1-1,0 1 0,-1 0 0,1 0 1,-1 0-1,0 0 0,-1 1 0,1-1 1,-1 0-1,0 1 0,0-1 0,-1 1 1,0-1-1,0 5-1,0-9 24,-1 1 0,0 0 0,1 0 0,-1 0 1,0-1-1,0 1 0,0 0 0,-1-1 0,1 1 0,0-1 0,-1 0 0,1 1 1,0-1-1,-1 0 0,0 0 0,1 0 0,-1 0 0,0 0 0,1 0 0,-2 0-24,-47 22 611,33-16-340,-16 5 66,26-10-308,0 0 0,0 1 0,0 0 0,0 0 0,1 0 0,0 1 0,-6 3-29,11-6-201,9-3-3430,6-8-2207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8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11026,'0'0'1849,"0"0"-97,132 153 985,-80-64-385,-8 5-407,-16 5-617,-14 0-480,-12-10-464,-2-7-152,-2-6-184,-18-14 8,1-7-56,0-6 0,0-9-888,8-3-1560,5-15-3154,3-10-5576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8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12819,'0'0'2712,"0"0"-375,0 0-369,0 0-1288,0 0-504,171 0-64,-119-5-48,-5 0-64,-3-2-144,0 2-1424,-11 0-1553,-14 5-4768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8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10906,'0'0'2593,"0"0"-169,0 0 337,0 0-1025,0 0-735,0 0-537,0 0-288,132 54-176,-49-64-416,-15-7-1977,-4-6-4352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29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13419,'0'0'2840,"0"0"-1183,0 0 711,0 0-1023,-33 186-265,30-92-208,-2 12-120,-1 3-104,6 2-192,0-7-256,0-12-104,22-8-79,3-17-17,3-13-8,-4-9-569,9-8-607,-8-10-1632,0-10-3058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40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14995,'0'0'4801,"0"0"-3048,0 0-105,0 0-296,3 161-384,2-80-247,-2-4-209,-3-3-256,0-4-152,0-9-96,0-11 72,0-11-72,0-6-8,0-16-424,5-7-528,17-10-825,3-22-2856,3-6-6329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40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9378,'0'0'6092,"0"0"-2983,0 0-861,-24 0-790,-3 0-1087,-1 1-1,-15 4-370,39-4 36,1 0 0,-1 0-1,0 0 1,1 1 0,-1-1 0,1 1-1,-1 0 1,1 0 0,0 0-1,-1 1 1,1-1 0,1 1 0,-1-1-1,0 1 1,1 0 0,-1 0-1,1 1 1,0-1 0,0 0 0,0 1-1,0-1 1,1 1 0,0-1 0,-1 2-36,-1 7 82,0 0 1,1-1 0,0 2-1,1-1 1,0 12-83,0-20 7,1 0 1,0 1-1,0-1 0,0 0 0,1 1 0,0-1 0,-1 0 1,1 0-1,1 0 0,-1 0 0,1 0 0,-1 0 0,1 0 0,1 0 1,-1 0-1,0-1 0,1 1 0,0-1 0,-1 0 0,1 0 1,1 0-1,-1 0 0,0 0 0,1-1 0,-1 1 0,1-1 1,0 0-1,0 0 0,0-1-7,10 4-172,0-1 0,0-1 0,1 0 0,-1-1 0,1-1 0,0 0 0,13-1 172,-24 0-78,0 0 0,0 0 0,0-1 0,0 0 0,0 1 0,0-1 0,-1-1 0,1 1 0,0 0 0,-1-1 0,1 0 0,-1 0 0,1 0 0,-1 0 0,0 0 0,0-1 0,0 0 0,0 1 0,0-1 0,-1 0 0,1 0 0,-1 0 0,0-1 0,0 1 0,0-1 78,15-45 673,-12-3 3571,-13 335-2857,8-282-1451,0-1 0,0 1-1,0-1 1,0 1 0,0-1-1,0 1 1,0 0 0,1-1-1,-1 1 1,0-1 0,0 0-1,0 1 1,1-1 0,-1 1-1,0-1 1,1 1 0,-1-1-1,0 1 1,1-1 0,-1 0-1,1 1 1,-1-1 0,0 0-1,1 0 1,-1 1 0,1-1-1,-1 0 1,1 0-1,-1 1 1,1-1 0,-1 0-1,1 0 1,-1 0 0,1 0-1,-1 0 1,1 0 0,0 0-1,-1 0 1,1 0 0,-1 0-1,1 0 1,-1 0 0,1 0-1,-1-1 1,1 1 0,-1 0-1,1 0 65,6-1-1734,9 1-4535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4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10186,'0'0'3225,"0"0"-697,0 0 273,0 0-1017,0 0-711,0 0-441,0 0-288,0 0-184,-3 0-64,0 10-24,0-2-64,1-3-8,2-5-712,5 0-2153,9-8-2880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4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4721,'0'0'1383,"0"0"-72,0 0 203,0 0 61,0 0 141,0 0 36,1 6-70,1 4-1392,0 0 0,0-1 0,-1 1 0,-1 0 0,0 0 0,0-1 0,-1 1 0,0 0 0,-1 0 0,0-1 0,0 1 0,-1-1 0,0 0 0,-1 1 0,0-1-1,-1-1 1,1 1 0,-2-1 0,1 0 0,-1 0 0,-4 3-290,-2 5 120,-1-1-1,-1-1 1,-14 12-120,28-27-54,0 1 0,0 0 0,0 0 0,0-1 0,0 1 0,0 0 0,0 0 0,0-1 0,0 1 0,0 0 0,0 0 0,0 0 0,0-1 0,0 1 0,0 0 0,-1 0 0,1 0 0,0-1 0,0 1 0,0 0 0,0 0 0,-1 0 0,1 0 0,0-1 0,0 1 0,0 0 0,0 0 0,-1 0 0,1 0 0,0 0 0,0 0 0,-1 0 0,1 0 0,0 0 0,0-1 0,-1 1 0,1 0 0,0 0 1,0 0-1,0 0 0,-1 1 0,1-1 0,0 0 0,0 0 0,-1 0 0,1 0 0,0 0 0,0 0 0,-1 0 0,1 0 0,0 0 0,0 0 0,0 1 0,0-1 0,-1 0 0,1 0 54,8-21-4623,11-11-4568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42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10746,'0'0'3598,"0"0"-1396,0 0-207,24-8-753,-5 2-1080,34-11 259,1 3 0,23-3-421,-67 13 73,-13-1 158,-17-1 140,11 5-303,1 1 0,-1 0-1,1 1 1,-1 0 0,1 0 0,0 1 0,-1-1 0,1 2-1,0 0 1,0 0 0,0 0 0,1 1 0,-1 0 0,1 0 0,0 1-1,0 0 1,0 0 0,1 1 0,0 0 0,0 0 0,0 0-1,1 1 1,-3 3-68,5-6 2,1-1-1,-1 0 0,1 1 0,-1 0 1,1 0-1,0 0 0,1 0 0,-1 0 1,1 0-1,0 0 0,0 0 0,0 1 1,0-1-1,1 0 0,-1 1 0,1-1 1,1 3-2,-1-5 0,1-1 1,0 0 0,0 0-1,0 0 1,0 1 0,0-1 0,0 0-1,0 0 1,0 0 0,0 0-1,0-1 1,0 1 0,1 0 0,-1 0-1,0-1 1,1 1 0,-1-1-1,1 1 1,-1-1 0,0 0 0,2 1-1,39 9 51,-31-8-5,-5 0-44,0-1 0,0 2-1,0-1 1,0 1 0,0 0 0,-1 0 0,1 1 0,-1 0 0,0 0 0,0 0 0,0 0 0,-1 1 0,1 0 0,1 2-2,-4-4 18,1 0 0,-1 1 0,0-1 0,0 1 0,0 0 0,-1-1 0,1 1 0,-1 0 0,0 0 0,0 0 0,0 0 0,0 0 0,-1 0 0,0 0 0,1 0 0,-2 0 0,1 1 0,0-1 0,-1 0 0,0 0 0,0 0 0,0 0 0,-1 3-18,-1-2 129,-1-1-1,1 1 1,-1 0-1,0-1 1,0 0-1,0 0 1,0 0-1,-1-1 1,1 1-1,-1-1 1,0 0-1,0 0-128,-6 3 85,-1 0 0,1-1 0,-1 0 0,0-1 0,0 0-85,0-3-54,10-3-8038,2-6-1204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43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10594,'0'0'5281,"0"0"-3600,33 193 2144,-16-89-2049,-4 5-488,-7-8-312,-6-4-423,0-18-361,0-7-112,-14-8-72,-13-9-8,-6-3-128,-11 2-353,-28 23-711,9-18-1400,8-7-4258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47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0 144 8786,'0'0'2230,"0"0"-321,0 0-302,0 0-641,0 0-371,18 4-147,-3 0-319,6 0 125,-1 0 1,1-1-1,0-1 1,17 0-255,123-9 2055,44-10-2055,62-5 592,410 2 978,-30 2-1449,-3-32-4298,-619 47 4437,-5 2 798,-1-2 0,0 0 0,0-1 0,0-1 1,14-5-1059,-32 9 212,-1 1-27,0 0-26,-11-2-6026,0 2-1724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37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 9026,'0'0'2975,"0"0"-864,0 0 233,-24 22-632,-78 77-605,93-89-930,1 1 1,0 0 0,0 1-1,1 0 1,1 0-1,0 0 1,1 1 0,0-1-1,1 1 1,0 1-1,1-1 1,1 0 0,0 1-1,1-1 1,0 1-1,1 0 1,1 8-178,0-18 18,-1-1 0,0 0 0,1 0 0,0 0 0,-1 0 1,1 0-1,0 0 0,1 0 0,-1-1 0,1 1 0,-1 0 0,1-1 0,0 1 0,0-1 0,0 1 0,0-1 0,0 0 0,0 0 0,1 0 1,-1 0-1,1 0 0,-1 0 0,1-1 0,0 1 0,0-1 0,0 0 0,0 0 0,0 0 0,0 0 0,0-1 0,0 1 0,0-1 0,0 0 1,3 1-19,4 0 29,0-1 1,1 0-1,-1 0 1,0-1 0,0 0-1,0-1 1,0 0 0,0-1-1,0 0 1,6-3-30,-7 2 123,0 0 1,-1-1-1,1 0 0,-1-1 1,-1 1-1,1-1 0,-1-1 0,0 0 1,0 0-1,-1 0 0,0 0 1,0-1-1,-1 0 0,0-1 1,0 1-1,-1-1 0,0 0 1,-1 0-1,0 0 0,0 0 0,-1 0 1,0-1-1,-1 1 0,0-1 1,0 0-1,-1-5-123,0 11 61,-1 1 1,0-1-1,0 1 1,0-1-1,0 1 1,0 0-1,-1-1 1,0 1-1,1 0 0,-1 0 1,0 0-1,-1 0 1,1 1-1,0-1 1,-1 1-1,0-1 1,1 1-1,-1 0 0,0 0 1,0 0-1,-3-1-61,0-1 3,-1 1 0,1 0-1,-1 0 1,0 1 0,0 0 0,0 0-1,0 1 1,0 0 0,0 0 0,-5 0-3,11 1-48,0 0 1,1 0-1,-1 0 1,1 1-1,-1-1 1,1 0 0,-1 0-1,1 0 1,-1 1-1,1-1 1,-1 0 0,1 0-1,-1 1 1,1-1-1,-1 1 1,1-1-1,0 0 1,-1 1 0,1-1-1,0 1 1,-1-1-1,1 1 1,0-1-1,-1 1 1,1-1 0,0 1-1,0-1 1,0 1-1,-1-1 1,1 1 0,0-1-1,0 1 1,0 0-1,0-1 1,0 1-1,0-1 1,0 1 0,0-1-1,1 1 48,5 25-5383,13-1-5847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38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18220,'0'0'3921,"0"0"-2521,0 0-432,0 0-968,0 0-272,0 0-2488,0 0-5306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3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10802,'0'0'2377,"0"0"-506,24-6-604,-21 6-1211,81-20 2523,46-3-2579,-106 19 973,-36 5 121,-40 8-78,47-7-944,-53 22 443,56-23-499,0 0 0,0 0 0,0 0 0,0 1 1,0-1-1,0 1 0,0 0 0,0-1 0,1 1 0,-1 0 0,1 0 1,-1 0-1,1 0 0,0 0 0,-1 1 0,1-1 0,0 0 0,1 1 1,-1-1-1,0 0 0,1 1 0,-1 2-16,1-1 16,1 1 0,0-1-1,0 0 1,0 1 0,1-1 0,-1 0 0,1 0 0,0 0-1,0 0 1,1 0 0,-1 0 0,1 0 0,0-1 0,2 3-16,55 53 44,-15-18-21,-42-38-17,0 1-1,0-1 1,-1 0-1,1 1 0,-1 0 1,1-1-1,-1 1 1,-1 0-1,1 0 1,0 0-1,-1 0 1,0 1-1,0-1 0,0 0 1,0 0-1,-1 1 1,0-1-1,0 2-5,0-2 51,-1-1-1,0 1 0,-1-1 1,1 0-1,-1 1 1,1-1-1,-1 0 0,0 0 1,0 0-1,0 0 1,-1-1-1,1 1 0,-1 0 1,1-1-1,-1 0 1,0 0-1,0 0 0,0 0 1,0 0-1,0 0 1,-3 0-51,-5 3 123,1 0 1,-1-1-1,-1-1 1,1 1-1,0-2 1,-1 0-1,1 0 0,-1-1 1,0-1-1,-3 0-123,14 0-265,1 0-784,2 0-1977,10-5-3584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38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16988,'0'0'3872,"0"0"-1607,0 0-577,0 0-1168,0 0-520,0 0-240,0 0-1344,22-5-3769,-9 15-8058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39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0 12067,'0'0'2672,"0"0"-255,-77 166-49,33-84-1344,-9-6-688,-2-4-328,-24 5-8,13-20-2088,8-13-2617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0:55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15 4401,'0'0'1712,"0"0"475,0 0 114,0 0-533,0 0-743,-3-1-545,-4-2-446,0 1 1,0 0 0,0 0-1,-1 0 1,1 1 0,0 1 0,-1-1-1,-3 1-34,-73 3 56,47-1 4,15 0 32,0 2-1,1 0 1,0 2 0,-19 7-92,37-12 10,2-1-55,1 0-1,-1 0 0,0 0 1,0 1-1,0-1 0,0 0 1,1 1-1,-1-1 0,0 1 0,0-1 1,0 1-1,1-1 0,-1 1 1,0 0-1,1-1 0,-1 1 0,1 0 1,-1-1-1,1 1 0,-1 0 1,1 0-1,-1 0 46,1 3-3661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16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36 416 7578,'0'0'2064,"0"0"1333,-6-27-1147,5 21-2085,-9-45 1430,1-1 0,4 0 0,0-20-1595,5-82 5727,0 152-5397,2 12-236,30 112 198,-6 1 1,11 126-293,2 260 1002,-15-156-658,-19-281-5,-3 0 1,-4 35-340,-8-58 354,1 6-108,9-54-228,0-1 38,0 0-38,0 0-34,0 0-88,0 0-235,-25-26-2623,-35-17-3753,29 25 586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1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6225,'0'0'7374,"0"0"-3584,0 0-1403,0 0-1069,0 0-743,0 0 42,4 26 106,2 18-365,2-1 0,2 0 0,2 0 0,9 20-358,24 41 589,5-2 0,14 15-589,-63-115 8,0-1 1,0 1 0,0 0-1,0 0 1,0-1-1,0 1 1,0-1-1,1 1 1,-1-1 0,1 1-1,-1-1 1,1 0-1,0 0 1,-1 0 0,1 0-1,0 0 1,0 0-1,0 0 1,0 0-1,1 0-8,-1-1 20,-1-1 0,1 1 0,-1 0-1,1-1 1,-1 1 0,1 0-1,-1-1 1,0 0 0,1 1-1,-1-1 1,0 0 0,1 0 0,-1 0-1,0 0 1,0 0 0,0 0-1,1 0 1,-1 0 0,-1 0-1,2-1-19,5-8 115,-2 0-1,1 0 1,-1 0-1,0-1 1,-1 0-1,1-3-114,25-89 318,-15 49-247,2 1-1,7-9-70,-16 45-2,0 0-1,1 0 1,1 1-1,0 0 1,2 1-1,0 0 0,0 1 1,8-6 2,18-13-38,3 1 0,6-1 38,-15 10 26,-32 23-21,1 0 0,-1 0 0,0 0 0,0-1 0,0 1 0,1 0 0,-1 0 0,0 0 0,0 0 0,0 0 0,0 0 0,1 0 0,-1 0 0,0-1 0,0 1 0,0 0 0,0 0 0,0 0 0,1 0 0,-1 0 0,0-1 0,0 1 0,0 0 0,0 0-1,0 0 1,0-1 0,0 1 0,0 0 0,0 0 0,0 0 0,0-1 0,0 1 0,0 0 0,0 0 0,0 0 0,0-1 0,0 1 0,0 0 0,0 0 0,0 0 0,0-1 0,0 1 0,0 0 0,0 0 0,0 0 0,0 0 0,-1-1 0,1 1-1,0 0 1,0 0 0,0 0 0,0 0 0,0-1-5,-17-3 58,-29 3-138,39 2 96,-37-2-16,0 3 0,0 1 1,1 3-1,-21 5 0,20 2 43,30-8-15,-1-1-1,1-1 1,-1 0 0,0 0-1,-10-1-27,11 23-165,11-19 125,-8 18 31,2-1-1,0 1 1,2 1 0,0 0 0,2 0-1,-2 25 10,1 25 10,5 54-10,1-91-10,0-37 29,-1-5-4,0 0 1,1-1-1,0 1 1,0 0 0,0 0-1,1 0 1,-1 0 0,1-1-1,0 1 1,0 0 0,1 0-1,-1 0 1,1 1 0,1-4-16,1-2 18,10-30 3,-6 12-22,2-1 0,1 2 0,1-1 0,2 2 0,0-1 0,17-21 1,-31 47-4,1 0 1,-1-1 0,0 1-1,0 0 1,0 0-1,0-1 1,0 1 0,0 0-1,0 0 1,1 0 0,-1-1-1,0 1 1,0 0 0,0 0-1,1 0 1,-1 0-1,0-1 1,0 1 0,0 0-1,1 0 1,-1 0 0,0 0-1,0 0 1,1 0 0,-1 0-1,0 0 1,0 0 0,1 0-1,-1 0 1,0 0-1,0 0 1,1 0 0,-1 0-1,0 0 1,0 0 0,1 0-1,-1 0 1,0 0 0,0 0-1,1 0 1,-1 0-1,0 0 1,0 1 0,1-1-1,-1 0 1,0 0 0,0 0-1,0 0 1,0 1 0,1-1-1,-1 0 1,0 0 0,0 0-1,0 1 4,4 20-82,-5 29 53,1-49 28,-5 26-92,-2-1-1,0 1 1,-2-1 93,17-50 39,2 1 0,0 1 0,6-9-39,20-48-1579,-35 77 391,-2 6-1730,-3 13-3427,-10 7-4796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4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12291,'0'0'2532,"0"0"-1326,8 24 45,46 120 630,5-2 0,20 23-1881,-27-79 280,-60-131 1990,-5 11-2225,2-1 1,2 0 0,1-1 0,1 0 0,2 0-1,2-1 1,1 1 0,2-1 0,3-22-46,-2 54-1,0 0 1,-1-1-1,2 1 1,-1 0-1,1 0 1,0 0-1,0 0 1,0 0-1,0 0 1,1 1-1,0-1 1,0 1-1,0 0 1,1 0-1,-1 0 1,1 0-1,0 0 1,0 1-1,1 0 1,-1 0-1,0 0 1,6-2 0,-5 3 1,1 0 0,-1 0 0,1 1 0,0 0-1,0 0 1,-1 0 0,1 1 0,0 0 0,0 0 0,0 0 0,0 1 0,0 0 0,-1 0 0,1 0-1,0 1 1,-1 0 0,1 0 0,-1 0 0,0 1 0,1 0 0,-1 0-1,10 8 6,0-1 0,-1 2 0,-1 0 0,0 0 0,0 2 0,-1-1 1,-1 1-1,0 1 0,-1 0 0,-1 1 0,7 15-6,-3-3 12,0 1 0,-2 1 0,-2 0 0,0 0 0,-2 1-1,1 14-11,-4-7 40,-2-1-1,-1 7-39,-1-42 27,0-4 84,-11-290 582,10 287-696,1 0-1,0 1 1,1-1-1,-1 0 1,1 0-1,0 1 1,0-1-1,1 1 1,-1-1-1,1 1 1,0 0-1,0-1 1,1 1-1,-1 0 1,1 0-1,0 0 4,0 2-1,0-1-1,-1 1 1,1 0-1,0 1 1,0-1 0,0 0-1,0 1 1,0 0-1,1 0 1,-1 0-1,0 0 1,1 0-1,-1 0 1,0 1-1,1 0 1,-1 0-1,1 0 1,-1 0-1,0 0 1,1 1-1,-1-1 1,3 2 1,3 0 7,0 1 1,-1 1-1,1-1 0,-1 1 1,1 1-1,-2-1 0,1 2 1,0-1-1,-1 1 0,0 0 1,0 0-1,4 6-7,17 19 56,-2 2 1,6 11-57,-9-13 0,-14-20 39,-1 0 0,1 0 0,1-1 0,0-1 0,1 1 0,1 0-39,-5-6-447,0 0 0,0 0 0,0-1 0,0 0 0,0 0 0,1 0 0,-1-1 0,1-1 0,0 1 0,-1-1 0,7 0 447,16 0-7047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43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4609,'0'0'7187,"0"0"-4287,0 0-699,0 0-407,0 0-767,0 0-643,-16 14-227,11-9-141,-1-1 13,0 1-1,1-1 1,-1 1 0,1 1 0,0-1-1,1 1 1,-1 0 0,1 0 0,0 1-1,1-1 1,-1 1 0,1-1 0,1 1-1,-1 0 1,1 0 0,0 1 0,1-1-1,0 0 1,0 1 0,0 4-29,1 9 169,-1 4 47,1 1-1,2-1 1,0 1 0,1-1 0,2 0 0,3 9-216,-6-28 19,0 0 0,0 0 0,1-1 1,0 1-1,0-1 0,0 1 0,1-1 1,0 0-1,0-1 0,0 1 0,0-1 1,1 0-1,-1 0 0,1 0 0,0 0 1,1-1-1,-1 0 0,1 0 1,-1 0-1,1-1 0,0 0 0,0 0 1,0 0-1,0-1 0,0 0 0,0 0 1,0-1-1,5 1-19,-5 0 4,-1-1 1,0 0-1,1 0 1,-1 0-1,0 0 1,0-1-1,1 1 1,-1-1-1,0-1 1,0 1-1,0-1 1,0 0-1,0 0 1,-1 0-1,1-1 1,0 0-1,-1 0 1,0 0-1,0 0 1,0-1-1,0 1 1,0-1-1,-1 0 1,1 0-1,-1-1 1,0 1-1,-1 0 1,1-1-1,-1 0 1,0 0-1,0 0 1,0 0-1,-1 0 1,1 0-1,-1-1-4,3-12 59,-1 0 0,-1 0 0,0 0-1,-2-1 1,0 1 0,-1-1 0,0 1-1,-2 0 1,0 0 0,-1 0 0,-1 0-1,-1 1 1,0-1 0,-1 1 0,-1 1-1,-6-9-58,14 24 22,0 1 0,0 0-1,0 0 1,0 0 0,0-1-1,0 1 1,0 0-1,0 0 1,0 0 0,0-1-1,-1 1 1,1 0-1,0 0 1,0 0 0,0 0-1,0-1 1,-1 1 0,1 0-1,0 0 1,0 0-1,0 0 1,0 0 0,-1 0-1,1-1 1,0 1 0,0 0-1,-1 0 1,1 0-1,0 0 1,0 0 0,0 0-1,-1 0 1,1 0-1,0 0 1,0 0 0,-1 0-1,1 0 1,0 0 0,0 0-1,0 0 1,-1 0-1,1 1 1,0-1 0,0 0-22,-4 12 268,3 24-357,2-31 196,-1 11-48,0-1 0,2 1-1,0-1 1,0 1 0,2-1 0,0 0 0,5 12-59,-7-22-1,0 0 0,0 0 0,1 0-1,0 0 1,0 0 0,0 0 0,1-1 0,0 1 0,0-1 0,0 0 0,0 0 0,0-1 0,1 1 0,0-1 0,-1 0 0,1 0 0,0-1 0,1 1 0,-1-1 0,0 0 0,1-1 0,-1 1 0,1-1 0,0 0 1,36 2-1510,-1-2 0,36-4 1510,0-5-6296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43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11306,'0'0'2142,"0"0"-691,0 0 362,15 27-77,9 14-1156,0-1 329,-2 2 0,7 23-909,-22-50 253,-2 0 1,0 1-1,-1-1 1,-1 1-1,0 0 1,-1 1-1,0-1 1,-2 0-1,0 0 1,-1 7-254,1-19 34,0 1 0,-1-1 0,0 1 0,0-1 0,0 1 0,0-1 0,0 1 0,-1-1 0,0 0 0,0 0 0,0 0 0,0 0 1,-1 0-1,0-1 0,0 1 0,0-1 0,0 1 0,0-1 0,0 0 0,-1 0 0,0-1 0,1 1 0,-1-1 0,0 0 0,0 0 0,-1 0 0,1 0 0,0-1 0,0 1 0,-1-1 0,1-1 0,-1 1 0,1 0 0,-1-1 0,1 0 1,-1 0-1,0 0 0,0-1-34,3 1-35,1-1 1,-1 1 0,0 0-1,0-1 1,0 0 0,0 1-1,0-1 1,0 0 0,1 0-1,-1 0 1,0 0 0,1-1 0,-1 1-1,1 0 1,-1-1 0,1 1-1,0-1 1,-1 1 0,1-1-1,0 0 1,0 1 0,0-1-1,0 0 1,0 0 0,1 0 0,-1 0-1,1 1 1,-1-1 0,1 0-1,0 0 1,-1 0 0,1 0-1,0 0 1,0 0 0,0 0-1,1-2 35,-1-2-625,0 1-1,1-1 1,0 1-1,0-1 1,0 1-1,1-1 1,-1 1-1,1-1 0,1 1 1,-1 0-1,1 0 1,2-3 625,24-23-7907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44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13291,'0'0'2666,"0"0"420,0 0-1593,0 0-840,0 30 303,0-20-842,0 45 518,3 1 0,2-1-1,3 4-631,1-3 538,7 41 636,13 33-1174,-20-99-45,1 0 0,1-2 0,1 1 0,2-1 0,1-1 0,6 7 45,-2-4-1357,-9-10-6001,-9-18-1217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44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0 198 11979,'0'0'2389,"0"0"-434,0 0-290,24-20-689,-24 20-976,28-26 248,1 3 0,18-11-248,-40 30 26,0 1 0,0 0-1,1 0 1,-1 0 0,1 1-1,-1 0 1,1 1 0,0-1-1,0 1 1,-1 1 0,1 0-1,0 0 1,0 0 0,0 1-1,0 0 1,6 3-26,-7-3 24,3 1 8,-1 0 0,0 0 0,0 2 0,0-1-1,0 1 1,-1 0 0,1 1 0,-1-1 0,0 2 0,-1-1 0,1 1 0,-1 1 0,0-1 0,5 7-32,-2-1 96,-2-1 0,1 2 0,-1-1 0,-1 1 1,-1 0-1,1 0 0,-2 1 0,0 0 0,1 4-96,-6-18 1,0 1 1,0-1-1,0 1 0,0-1 0,0 0 0,0 1 0,0-1 1,0 1-1,1-1 0,-1 0 0,0 1 0,0-1 0,1 0 1,-1 1-1,0-1 0,0 0 0,1 1 0,-1-1 0,0 0 1,1 1-1,-1-1 0,1 0 0,-1 0 0,0 0 0,1 1 1,-1-1-1,1 0 0,-1 0 0,0 0 0,1 0 0,-1 0 1,1 0-1,-1 0 0,1 0 0,-1 0 0,0 0 0,1 0 1,-1 0-3,18-11-242,11-22-611,-1-11-2033,18-39 2887,16-27-1501,-51 99 1347,-7 18 372,-7 24 829,-25 32 1595,23-54-2433,0 0 0,0 1 0,1 0 0,0 0 0,0 0 0,2 0 0,-1 0 0,1 1-1,1-1 1,-1 1 0,2-1 0,0 1 0,0 3-209,1-10 6,0-1-1,0 1 1,1-1-1,-1 0 1,1 0-1,0 1 1,0-1-1,0 0 1,0-1-1,0 1 1,1 0-1,-1-1 1,1 1-1,0-1 0,-1 0 1,1 1-1,0-1 1,1-1-1,-1 1 1,0 0-1,0-1 1,1 0-1,-1 0 1,1 0-1,-1 0 1,1 0-1,0-1-5,15 4-381,1-1-1,-1-2 1,0 0-1,8-1 382,-24 0-119,55-3-4320,-7-13-3986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4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81 224 12467,'0'0'2887,"0"0"-321,0 0-524,-14 24-573,-39 80-479,51-99-925,0 0 0,0-1 0,0 1 0,1 0 0,0 1 0,0-1 0,0 0 0,0 0 0,1 0 0,0 0 1,0 1-1,0-1 0,1 0 0,0 0 0,0 0 0,0 2-65,1-3 32,-1-1-1,1 1 1,0-1 0,0 1 0,1-1 0,-1 0-1,1 0 1,-1 0 0,1 0 0,0 0 0,0-1-1,0 1 1,1-1 0,-1 0 0,1 0 0,1 1-32,5 1-46,1 1 0,0-2 0,0 0 0,1 0 0,-1-1 0,1 0 0,-1-1 0,1-1 0,-1 1 0,1-2 0,5 0 46,-12 0-241,-1 0 0,1 0 0,0 0 0,-1 0 0,1-1 0,-1 0 0,0 0 1,1 0-1,-1 0 0,0-1 0,0 0 0,0 0 0,-1 0 0,1 0 0,-1 0 0,0-1 0,0 1 0,0-1 0,0 0 0,0 0 0,-1 0 0,1-3 241,2-3-102,-1 0 0,-1 0-1,0 0 1,0 0-1,-1-1 1,-1 1-1,1-1 1,-2 0-1,1-5 103,-1 14 1613,1 14-141,1-6-1359,0-1 0,0 0 1,0 1-1,1-1 0,0 0 0,0 0 0,0 0 0,1-1 1,0 1-1,0-1 0,0 0 0,0 0 0,1 0 0,-1 0 1,1-1-1,0 0 0,0 0 0,0 0 0,0-1 0,1 0 1,-1 0-1,1 0 0,-1 0 0,1-1 0,0 0 0,0 0 1,2-1-114,2 2 23,-1-2-1,1 1 1,-1-1 0,1-1 0,-1 0 0,1 0 0,-1-1 0,0 0 0,1 0 0,-1-1 0,0-1-1,-1 1 1,1-1 0,-1-1 0,1 0 0,6-5-23,-6 1-5,-1 1 1,0-2-1,0 0 0,-1 0 1,0 0-1,0 0 0,-1-1 1,-1 0-1,0-1 0,0 1 1,-1-1-1,-1 0 0,0 0 1,0 0-1,-2-1 0,1 1 1,-1 0-1,-1-9 5,0 17-138,0 1 0,0 0 0,1 0 0,-1 0 1,1 0-1,0 0 0,0 0 0,0 0 0,0 0 0,0 0 0,1 0 0,-1 0 0,1 1 1,0-1-1,0 1 0,0-1 0,0 1 0,0 0 0,1 0 0,-1 0 0,1 0 0,0-1 138,6-1-565,0-1-1,1 2 1,-1-1-1,0 1 0,1 1 1,4-1 565,-12 2 42,24-1 679,-26 3-588,0 0 0,0 1 0,-1-1 0,1 0 0,0 1-1,-1-1 1,1 0 0,-1 0 0,1 1 0,-1-1 0,0 0 0,1 0-1,-1 0 1,0 0 0,0 0 0,0 0 0,0 0 0,0 0 0,0 0-133,-9 13 309,0 0 1,1 1 0,0 0 0,1 1-1,1 0 1,1 0 0,0 0 0,1 1-1,1 0 1,0 0 0,1 0 0,1 0-1,1 1 1,0-1 0,2 0-1,0 9-309,0-22 5,-1 1 0,1-1 0,0 0 0,1 0 0,-1 0 0,0 0 0,1 0 0,0 0 0,0 0 0,0 0 0,1-1 0,-1 1 0,1-1 0,0 0-1,0 0 1,0 0 0,0 0-5,3 2 4,0-1-1,1 0 1,-1 0-1,1 0 1,0-1 0,0 0-1,0-1 1,0 1-1,5 0-3,5 0-74,0 0 0,0-2 0,0 0 0,0 0-1,0-2 1,1 0 0,-1-1 0,9-2 74,-18 2-98,-1-1-1,0 1 1,0-1-1,0 0 1,0-1-1,0 0 1,-1 0-1,1 0 1,-1-1-1,0 0 1,-1 0 0,1-1-1,-1 1 1,0-1-1,-1 0 1,1-1-1,-1 1 1,0-1-1,-1 0 1,1 0-1,-2 0 1,1 0-1,-1 0 1,0-1 0,0 1-1,-1-1 1,0 0 98,2-6 73,-2 1 0,0-1 0,-1 0 0,0 1 0,-1-1 0,0 1 0,-1-1 0,-1 1 0,0-1 0,-1 1 0,0 0 0,-1 1 0,0-1 0,-1 1 0,-2-2-73,8 14 15,0 0-1,0 0 1,0 0 0,0 0 0,0 0-1,0 0 1,0 0 0,0 0-1,0 0 1,-1 0 0,1 0 0,0 1-1,0-1 1,0 0 0,0 0-1,0 0 1,0 0 0,0 0 0,0 0-1,0 0 1,0 0 0,0 0-1,0 0 1,0 0 0,0 0 0,0 0-1,0 0 1,-1 0 0,1 0 0,0 0-1,0 0 1,0 0 0,0 0-1,0 0 1,0 0 0,0 0 0,0 0-1,0 0 1,0 0 0,0 0-1,-1 0 1,1 0 0,0 0 0,0 0-1,0 0 1,0 0 0,0 0-1,0 0 1,0 0 0,0 0 0,0 0-1,0 0 1,0 0 0,0 0-1,0 0 1,0 0 0,0-1 0,-1 1-15,1 11 74,0-10-51,1 28 101,2-1 0,1 0 1,1 1-1,1-1 0,2-1 1,3 5-125,6 16 100,2-2 0,2 0 1,6 6-101,-18-42 13,-5-16 2,-2-23-7,-2 22-18,1-43-23,9-145-3,-6 159 72,2 0 0,1 0 0,1 1 0,6-12-36,-11 40 15,0 0-1,-1 1 0,2-1 1,-1 1-1,1-1 1,0 1-1,1 0 1,-1 1-1,2-2-14,-5 5 10,1 1 0,0-1 0,-1 1 0,1 0 0,0-1 0,0 1 0,0 0 1,0 0-1,0 0 0,0 0 0,0 1 0,0-1 0,0 1 0,1-1 0,-1 1 0,0-1 0,0 1 0,0 0 0,1 0 0,-1 0 0,0 1 0,0-1 1,1 0-1,-1 1 0,0 0 0,0-1 0,0 1 0,0 0 0,0 0 0,0 0 0,0 0 0,0 0-10,4 4 26,0 0 0,-1 0 1,0 1-1,0-1 0,0 1 0,0 0 0,-1 0 0,0 1 0,-1-1 0,1 1 0,-1 0 0,0 3-26,32 91 196,-33-94-186,10 44-376,10 37 1294,-4-50-2854,7-10-3494,-19-24-5497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46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15843,'0'0'4360,"0"0"-1818,0 0-1055,0 0-764,0 0-131,22 29-104,71 98-203,-73-98-200,-2 2 1,-2 1-1,12 29-85,-22-44-6,1-1 1,0-1-1,1 1 1,1-1 0,0 0-1,1-1 1,1 0-1,0-1 1,12 11 5,-15-18-89,1 0-1,-1 0 1,1-1-1,0 0 1,0-1-1,0 0 1,1 0-1,0-1 1,-1 0-1,1-1 1,8 1 89,2-1-551,1 0 0,-1-1 0,0-2 0,1 0 0,5-1 551,-21 1-179,-1 0 0,1 0 1,-1 0-1,1 0 1,-1-1-1,0 0 1,0 0-1,0 0 1,0 0-1,0-1 0,0 0 1,0 1-1,-1-1 1,1 0-1,-1-1 1,0 1-1,0-1 1,0 1-1,0-1 0,-1 0 1,0 0-1,0 0 1,0-1-1,0 1 1,0 0-1,-1-1 1,0 0 178,0 1 6,0-1 1,0 1-1,-1-1 1,0 0-1,0 1 1,0-1-1,-1 1 1,1-1-1,-1 0 1,0 1-1,-1-1 1,1 1-1,-1 0 1,0 0-1,0-1 1,0 1-1,0 0 1,-2-1-7,1 1 248,-1 0 0,1 0 0,-1 0 0,0 1-1,1 0 1,-2 0 0,1 0 0,0 0 0,0 1 0,-1-1 0,0 1 0,1 0 0,-1 1 0,0-1 0,0 1 0,0 0-1,0 0 1,-2 0-248,4 1 88,0 0-1,0 0 0,-1 0 1,1 0-1,0 0 0,0 1 1,0-1-1,0 1 0,0 0 1,0 0-1,1 0 0,-1 0 1,0 1-1,0-1 0,1 1 1,-1-1-1,1 1 0,-1 0 1,1 0-1,0 0 0,0 1 0,0-1 1,0 0-1,0 1 0,0-1 1,1 1-1,-1 0 0,1-1 1,0 1-1,-1 0 0,1 0-87,-2 5 82,1 1-1,0-1 0,0 1 1,1-1-1,-1 1 0,2 0 0,0 0 1,0-1-1,0 1 0,1 0 1,0-1-1,1 1 0,0 0 0,1 0-81,-2-4 6,1-1-1,0 0 0,0 0 1,0 0-1,1 0 0,0 0 1,-1-1-1,1 1 0,0-1 1,1 0-1,-1 0 0,1 0 1,-1 0-1,1 0 0,0-1 1,0 0-1,0 0 0,0 0 0,1 0 1,-1 0-1,0-1 0,1 0 1,-1 0-1,1 0 0,-1-1 1,1 1-1,0-1-5,1 1-42,0-1 0,1 0 0,-1 0 0,0 0 0,0-1 0,0 0 0,0 0 0,0 0 0,0-1 0,5-2 42,-8 2-60,0 0 0,0 0-1,0 0 1,0 0 0,0-1 0,-1 0 0,1 1 0,-1-1-1,0 0 1,1 0 0,-1 0 0,-1-1 0,1 1 0,0 0-1,-1-1 1,0 1 0,1-1 0,-1-1 60,4-19-438,-1-1 1,-1 1-1,-1 0 1,-1-1-1,-3-24 438,2 9 364,2 76-159,1-1 0,2 0 0,2 0 0,1 0 0,1-1 0,2 0 0,2-1 0,0 0 0,9 11-205,-22-44 3,0-1 0,0 1-1,0 0 1,0 0-1,0 0 1,0 0-1,0 0 1,0 0 0,1-1-1,-1 1 1,0 0-1,0 0 1,0 0 0,0 0-1,0 0 1,0 0-1,0 0 1,1 0 0,-1-1-1,0 1 1,0 0-1,0 0 1,0 0 0,0 0-1,1 0 1,-1 0-1,0 0 1,0 0-1,0 0 1,0 0 0,1 0-1,-1 0 1,0 0-1,0 0 1,0 0 0,0 0-1,0 0 1,1 0-1,-1 0 1,0 1 0,0-1-1,0 0 1,0 0-1,0 0 1,1 0-1,-1 0 1,0 0 0,0 0-1,0 0 1,0 1-1,0-1 1,0 0 0,0 0-1,0 0 1,0 0-1,1 0 1,-1 0 0,0 1-1,0-1 1,0 0-1,0 0 1,0 0 0,0 0-1,0 1 1,0-1-1,0 0-2,3-23 60,-2-45-58,-1 57 12,0-18-2,2 0 0,1 0 0,1-5-12,-2 24 2,0 0 0,1 0 0,0 1 0,0-1 1,1 1-1,0-1 0,1 1 0,0 0 0,0 1 0,6-7-2,-10 13 3,1 0-1,0 0 0,-1 0 0,1 0 0,0 0 1,0 0-1,0 1 0,1-1 0,-1 1 0,0-1 0,1 1 1,-1 0-1,1 0 0,-1 0 0,1 0 0,-1 0 1,1 1-1,-1-1 0,1 1 0,0 0 0,0 0 0,-1 0 1,2 0-3,-1 1 8,1 0 0,0 0 0,-1 0 0,1 1 1,-1 0-1,1 0 0,-1 0 0,0 0 0,0 0 1,0 1-1,0-1 0,0 1 0,0 0 0,1 2-8,8 10 42,-1 1-1,-1 0 1,0 1-1,-1 1 1,5 12-42,34 120 162,-48-150-160,0 0 0,0 0 0,1 0 0,-1 0 0,0 0 0,0 0 0,1 0 0,-1 0 0,0 0 0,0 0 0,1 0 0,-1 0 0,0 0 0,0 0 0,0 0 0,1-1 0,-1 1 0,0 0 0,0 0 0,0 0 0,1 0 0,-1 0 0,0-1 0,0 1 0,0 0 0,0 0 0,0 0 0,0-1 0,1 1 0,-1 0 0,0 0 0,0 0 0,0-1 0,0 1 0,0 0 0,0 0 0,0-1 0,0 1 0,0 0 0,0 0 0,0-1 0,0 1 0,0 0 0,0 0 0,0-1 0,0 1 0,0 0 0,0 0 0,0 0 0,-1-1 0,1 1-2,15-83-21,-8 43 9,1 0-1,11-32 13,-18 68-4,1 1-1,-1 0 1,0 0 0,1-1-1,0 1 1,0 1-1,0-1 1,0 0 0,0 0-1,1 1 1,-1-1 0,1 1-1,1-2 5,-2 3-1,0 0-1,-1 1 1,1-1-1,-1 0 0,1 1 1,0-1-1,-1 1 1,1-1-1,0 1 1,0 0-1,-1 0 1,1 0-1,0 0 1,0 0-1,-1 0 1,1 1-1,0-1 1,0 0-1,-1 1 0,1-1 1,0 1-1,-1 0 1,1 0-1,-1-1 1,1 1-1,-1 0 1,1 0-1,-1 1 2,9 6 48,0 0 0,-1 2 1,0-1-1,-1 1 0,7 9-48,-11-12 26,1 1 0,0-2 1,0 1-1,1-1 0,0 1 1,0-1-1,0-1 0,1 1 1,0-1-1,0-1 0,0 1 0,1-1 1,0 0-1,-1-1 0,1 0 1,7 2-27,-1-4-14,1 1 0,-1-2 0,0 0 0,1-1 0,-1 0 0,0-1 0,0-1 0,0 0 1,0-1-1,0 0 0,-1-1 0,11-6 14,-18 8-43,0 0 0,0-1 1,0 0-1,0 0 0,-1-1 1,0 1-1,0-1 0,0 0 1,-1 0-1,1-1 0,-1 1 1,2-4 42,-4 4-43,0 0 0,0 0 0,0 0 0,-1 0 0,0 0 0,0 0 1,0 0-1,0 0 0,-1 0 0,0 0 0,0-1 0,0 1 0,-1 0 0,0 0 0,0 0 0,0 0 1,0 0-1,-1-1 43,1 5-2,0-1 1,1 0-1,-1 1 1,0-1 0,0 0-1,0 1 1,0-1-1,-1 1 1,1 0-1,0-1 1,-1 1 0,1 0-1,0 0 1,-1 0-1,0 0 1,1 0-1,-1 0 1,1 0-1,-1 0 1,0 1 0,0-1-1,0 1 1,1-1-1,-1 1 1,0 0-1,0 0 1,0 0 0,0 0-1,0 0 2,-1 0 9,0 0 1,0 0-1,0 1 0,0-1 0,0 1 0,0 0 1,1 0-1,-1 0 0,0 0 0,0 0 0,1 1 1,-1-1-1,1 1 0,-1 0 0,1-1 0,0 1 1,0 0-1,-2 2-9,0 3 37,-1 0 0,1 0 1,1 0-1,-1 1 0,1 0 0,0-1 1,1 1-1,0 0 0,0 0 1,1 1-1,0 0-37,-4 94 378,5-92-345,0-6-19,0 0 1,0 0-1,1 0 0,0 0 0,0-1 1,0 1-1,0 0 0,1 0 0,-1-1 0,1 1 1,1-1-1,-1 0 0,1 1 0,-1-1 1,1 0-1,0-1 0,1 1 0,-1 0 0,0-1 1,1 0-1,0 0 0,0 0 0,2 1-14,-1-1 5,1 0-1,0-1 0,-1 0 0,1 0 1,0-1-1,0 1 0,0-1 0,0 0 1,1-1-1,-1 0 0,0 0 0,0 0 1,0 0-1,0-1 0,0 0 1,0-1-1,0 1 0,0-1 0,1 0-4,0-1-14,0-1 0,0 1-1,0-1 1,-1 0-1,1 0 1,-1-1 0,0 0-1,0 0 1,-1 0 0,1-1-1,-1 0 1,-1 0-1,1 0 1,-1-1 0,0 1-1,0-1 1,-1 0 0,0 0-1,0-1 1,-1 1 0,2-6 14,2-15-172,-1 1 0,-2-1 0,0 0 0,-2 0 0,-1-9 172,-3 96-113,-2 78 108,5-118 22,1-1 0,1 1 0,1 0 1,0 0-1,2-1 0,2 6-17,3-5 60,-10-19-57,0 0 0,0 0 0,1 0-1,-1 0 1,0 0 0,0 0 0,0 0-1,1 0 1,-1 0 0,0 0 0,0 0-1,0 0 1,1 0 0,-1 0 0,0 0-1,0 0 1,0 0 0,1 0 0,-1 0 0,0 0-1,0 0 1,0-1 0,0 1 0,1 0-1,-1 0 1,0 0 0,0 0 0,0 0-1,0 0 1,0-1 0,1 1 0,-1 0-1,0 0 1,0 0 0,0 0 0,0-1 0,0 1-1,0 0 1,0 0 0,0 0 0,0-1-1,0 1 1,0 0 0,0 0 0,0 0-3,6-38 160,-5 30-193,-1 7 34,4-49 51,3 0 0,1 1 0,3 0-1,2 0 1,12-29-52,-24 75 13,0 1 0,0-1-1,0 0 1,1 1 0,-1-1 0,0 1-1,1 0 1,0-1 0,-1 1 0,1 0-1,0 0 1,0 0 0,0 0 0,1 0-1,-1 1 1,0-1 0,1 1 0,-1-1-1,1 1 1,-1 0 0,1 0 0,-1 0-1,1 0-12,0 2 4,-1-1 0,1 1 0,-1-1 0,0 1 0,0 0 0,1 0 0,-1 0 0,0 0-1,0 0 1,0 0 0,0 1 0,0-1 0,0 1 0,-1-1 0,1 1 0,0 0 0,-1 0 0,1 0 0,-1 0-1,0 0 1,1 0 0,-1 0 0,0 0 0,0 0 0,-1 1 0,2 1-4,10 29 34,-1 1 0,-1 1-1,-2-1 1,2 29-34,-4-27 13,1 0-1,2-1 1,1 0-1,11 25-12,-20-57-23,0 0 0,0 0 0,1-1 1,-1 1-1,0-1 0,1 1 0,0-1 0,-1 1 0,1-1 0,0 0 0,0 0 0,0 0 0,1 0 0,-1 0 0,0-1 0,1 1 0,-1 0 0,1-1 0,0 0 0,-1 0 0,1 0 0,0 0 0,0 0 1,0 0-1,-1-1 0,1 1 0,0-1 0,0 0 0,0 0 0,0 0 0,0 0 0,0-1 0,0 1 0,0-1 0,-1 0 0,1 1 0,0-1 0,0-1 0,-1 1 0,1 0 0,-1-1 0,1 1 1,-1-1-1,1 0 0,-1 1 0,0-1 0,0 0 0,0-1 0,0 1 0,0 0 0,-1-1 0,1 1 0,0-1 23,7-12-172,-1 0 1,0-1-1,-1 0 0,0 0 0,-1-1 0,-1 0 1,-1 0-1,-1 0 0,1-8 172,3-36-467,-3 0-1,-3-1 468,-1 48 7,1-153-155,2-82 2654,1 230-1524,4 41-544,10 70-229,3 9 470,25 74-679,-37-146 49,2 1 1,2-1-1,0-1 1,2-1-1,0 0 0,2 0 1,21 23-50,-33-44-3,1 1 0,1-1 0,-1 0 1,1-1-1,0 1 0,4 0 3,-10-5-10,0 0 1,0 0-1,0 0 1,0-1-1,1 1 0,-1 0 1,0-1-1,1 1 0,-1-1 1,1 1-1,-1-1 0,0 0 1,1 0-1,-1 0 1,1 1-1,-1-1 0,0-1 1,1 1-1,-1 0 0,1 0 1,-1 0-1,1-1 1,-1 1-1,0-1 0,1 1 1,-1-1-1,0 0 0,0 1 1,1-1-1,-1 0 0,0 0 1,0 0-1,0 0 1,0 0-1,0 0 0,0 0 1,0 0-1,0 0 0,0 0 1,-1-1-1,1 1 0,0-1 11,3-10-74,0 1 1,-1-1-1,0-1 1,-1 1-1,-1 0 1,0 0-1,0-12 73,-6-86-105,5 109 104,0 1 1,0 0-1,0 0 0,0 0 0,0-1 0,0 1 0,0 0 0,0 0 0,-1 0 0,1 0 0,0-1 0,0 1 1,0 0-1,0 0 0,0 0 0,0 0 0,-1-1 0,1 1 0,0 0 0,0 0 0,0 0 0,0 0 0,-1 0 1,1 0-1,0 0 0,0 0 0,0 0 0,-1-1 0,1 1 0,0 0 0,0 0 0,0 0 0,-1 0 0,1 0 1,0 0-1,0 0 0,0 0 0,-1 0 0,1 1 0,0-1 0,0 0 0,0 0 0,0 0 0,-1 0 0,1 0 0,0 0 1,0 0-1,0 0 0,0 0 0,-1 1 0,1-1 0,0 0 0,0 0 0,0 0 0,0 0 0,-1 1 1,-9 8-30,5 2 33,0 1 0,0-1 0,1 1-1,1 0 1,0 0 0,0 0 0,1 0 0,1 6-3,-1 4 34,1 0 1,1 0 0,1 0-1,2 12-34,-2-29 6,0 0 0,0 0 0,1 0 0,-1 0-1,1 0 1,0 0 0,0 0 0,1-1 0,0 1 0,0-1-1,0 0 1,0 0 0,0 0 0,1 0 0,0 0-1,2 1-5,1 0 7,0 0-1,0-1 0,1 1 0,0-2 0,-1 1 0,1-1 0,1 0 0,-1-1 0,7 2-6,5-1 12,0-1 0,0 0-1,0-2 1,0 0 0,1-1-1,-1-1 1,0-1 0,8-2-12,-19 2-7,1 1 0,-1-1-1,0 0 1,-1-1 0,1 1 0,-1-2 0,0 0 0,0 0 0,0 0 0,0-1 0,-1 0 0,0 0-1,0-1 1,-1 0 0,0 0 0,0 0 0,0-2 7,0-1-378,-1 0 1,0 0-1,0 0 0,-1 0 0,-1-1 1,1-3 377,0-3-1684,-1 0 1,0 0-1,-2 0 1,0-2 1683,0-25-7931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49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13 12947,'0'0'2562,"0"0"-54,-28-2-519,-91-7-818,110 9-1078,-50-1 613,57 1-672,0 0 0,0 1 0,0-1 0,0 1 0,-1-1 0,1 1 0,0 0 0,0 0 0,0 0 0,1 0 1,-1 0-1,0 0 0,0 1 0,0-1 0,1 1 0,-1 0-34,1-2 1,1 0 0,0 1 1,0-1-1,-1 0 0,1 0 1,0 1-1,0-1 0,0 0 1,0 1-1,-1-1 0,1 0 1,0 1-1,0-1 0,0 0 1,0 1-1,0-1 0,0 1 1,0-1-1,0 0 0,0 1 1,0-1-1,0 0 0,0 1 1,0-1-1,0 0 1,0 1-1,0-1 0,1 0 1,-1 1-1,0-1 0,0 0 1,0 1-1,0-1 0,1 0 1,-1 0-1,0 1 0,0-1 1,1 0-1,-1 0 0,0 1 1,1-1-1,-1 0 0,0 0 1,1 0-1,-1 1 0,0-1 1,1 0-3,45 23 133,-33-18-94,0 1-1,0 1 1,-1 0-1,0 1 0,3 2-37,-1 2 19,-1 1-1,0 0 1,-1 1-1,0 0 1,-1 0 0,-1 2-1,0-1 1,-1 1-1,-1 0 1,0 1-1,3 12-18,-3-4 99,-1 0 0,-1 1-1,-1 0 1,-2 1 0,0-1-1,-2 0 1,-1 23-99,-1-40 83,0 1-1,-1-1 1,0 0-1,0 0 1,-1 0-1,0 0 1,-1 0-1,0-1 1,0 1-1,0-1 1,-5 5-83,7-9 27,-1 0-1,-1 0 1,1 0 0,-1 0 0,1 0 0,-1-1 0,0 1-1,0-1 1,-1 0 0,1-1 0,-1 1 0,1-1 0,-1 1-1,0-2 1,0 1 0,0 0 0,0-1 0,0 0-1,0 0 1,0 0 0,-2-1-27,6 0 4,0 0 0,1-1 0,-1 1-1,0-1 1,0 1 0,1 0 0,-1-1 0,0 0 0,1 1 0,-1-1 0,1 1-1,-1-1 1,1 0 0,-1 1 0,1-1 0,-1 0 0,1 1 0,-1-1-1,1 0 1,0 0 0,0 1 0,-1-1 0,1 0 0,0 0 0,0 0-1,0 1 1,0-1 0,0 0 0,0 0 0,0 0 0,0 0-4,0-34-21,0 26 19,1-4-61,1 1 0,0-1 0,1 1-1,0-1 1,1 1 0,0 0 0,1 0-1,1 1 1,-1 0 0,2 0 0,0 0-1,0 0 1,1 1 0,1 0 63,11-14-225,0 2 0,2 0 0,1 2 0,1 0 1,9-4 224,-20 14-33,0 0-1,1 1 1,0 1 0,0 1 0,1 0 0,0 0 0,1 2 0,-1 0 0,1 1-1,0 0 1,0 1 0,6 0 33,-21 42 168,-1 105 604,0-141-771,0 1 0,1-1 0,-1 1-1,1-1 1,-1 0 0,1 0-1,0 1 1,0-1 0,0 0-1,1 0 1,-1 0 0,1 0 0,0 0-1,0 0 1,0-1 0,0 1-1,0 0 1,0-1 0,1 0-1,-1 1 1,1-1 0,0 0-1,0 0 0,5 2 15,-1 0 0,1-1 0,0 0 0,0 0 0,0-1 0,0 0 0,1 0-1,-1-1 1,7 0-15,16 0-520,0-1 0,0-1 0,0-2-1,24-6 521,20-11-5181,-7-2-3731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4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222 341 7482,'0'0'6864,"0"0"-3322,-29 5-466,29-5-3076,-37 5 799,0 2-1,-7 4-798,40-10 51,1 0-1,-1 0 1,1 1 0,-1 0 0,1 0 0,0 0-1,-1 0 1,1 0 0,0 0 0,1 1-1,-1 0 1,0-1 0,1 1 0,-1 0 0,1 0-1,0 1 1,0-1 0,0 0 0,1 1-1,-1-1 1,1 1 0,-1-1 0,1 1 0,1 0-1,-1 0 1,0-1 0,1 1 0,0 3-51,-2 3 133,-1 5-2,1 0 0,0 0 0,1-1 1,1 1-1,0 0 0,1 0 0,1 0 1,0 0-1,2 4-131,-2-12 15,0-1 0,0 1 0,1-1 0,0 1 0,1-1 0,-1 0 0,1-1 0,0 1 0,1-1 0,-1 1 0,1-1 0,0-1 0,0 1 0,1-1 0,-1 1 0,1-2 0,0 1 0,0-1 0,0 0 0,6 2-15,-2 0-66,0-1 0,1-1 0,0 0 0,-1 0 0,1-1 0,0 0 0,0-1 0,0-1-1,0 1 1,1-2 0,-1 0 0,0 0 0,0-1 0,-1 0 0,1 0 0,0-2 0,-1 1 0,1-1-1,-1-1 1,0 0 0,-1 0 0,1-1 0,-1 0 0,0-1 0,0 0 0,-1 0 0,0-1-1,-1 0 1,1 0 0,-1-1 0,-1 0 0,0 0 0,0-1 0,-1 0 0,0 0 66,3-10-136,-1 0 1,-2-1-1,0 0 1,-1 0 0,-1-1-1,1-14 136,-2-40-192,-3-20 192,-1 15-1,4 31 61,-1 34 194,0 1 0,0-1 0,-2 1-1,0-1 1,-1 1 0,0-1-1,-4-10-253,16 115 789,-3-67-747,2 0 1,0-1 0,1 0-1,2-1 1,0 0 0,1-1-1,0 0 1,2-1 0,11 10-43,-18-19-11,0-1 1,1-1 0,1 1 0,-1-1 0,1-1 0,0 0-1,0 0 1,1-1 0,0-1 0,0 1 0,0-2 0,0 0-1,0 0 1,1-1 0,0 0 0,-1-1 0,1 0 0,0-1-1,9-1 11,-17 1-44,1-1 0,-1 0 0,0 0-1,1 0 1,-1-1 0,0 1 0,0-1 0,0 0-1,0 0 1,0 0 0,-1-1 0,1 0 0,-1 1-1,1-1 1,-1 0 0,0-1 0,0 1-1,0-1 1,-1 1 0,1-1 0,-1 0 0,0 0-1,0 0 1,1-3 44,1-5-87,0 0 0,-1 0 0,0-1 0,-1 1 0,0-1 0,-2 0 0,1 1 0,-1-2 87,0 14 0,0 0-1,0-1 1,0 1 0,0 0 0,0-1 0,0 1 0,1 0 0,-1-1 0,0 1 0,0 0 0,0-1 0,0 1 0,-1 0-1,1-1 1,0 1 0,0 0 0,0-1 0,0 1 0,0 0 0,0-1 0,0 1 0,-1 0 0,1-1 0,0 1-1,0 0 1,0 0 0,-1-1 0,1 1 0,0 0 0,-1 0 0,1-1 0,0 1 0,0 0 0,-1 0 0,1 0-1,0 0 1,-1-1 0,1 1 0,0 0 0,-1 0 0,1 0 0,0 0 0,-1 0 0,1 0 0,0 0 0,-1 0 0,1 0-1,0 0 1,-1 0 0,1 0 0,-16 13 9,11-6-4,1 1 0,0 0 0,0 0 0,0 0 0,1 1 0,1-1 0,-1 1 0,1 0 0,1 0 1,-1 3-6,-2 95 244,4-94-202,-1-9-49,1 1 0,0-1 0,0 0 0,1 0 0,-1 0 0,1 0 0,0 0 0,0 0 0,1 0 0,-1 0 0,1 0 0,-1 0 0,1 0 0,1-1 0,-1 1 0,0-1 0,1 0 0,0 1 0,-1-1 0,1 0 0,1-1 0,-1 1 0,0-1 0,1 1 0,-1-1 0,1 0 0,-1 0 0,1 0 0,0-1 0,0 1 0,0-1 0,0 0 0,0 0 0,0-1 0,0 1 0,1-1 0,-1 0 0,0 0 0,0 0 0,2-1 7,3 1-421,0-1 0,0 0 0,0 0 0,-1-1 0,1-1 0,-1 1 0,1-2 0,-1 1 0,0-1 0,3-2 421,34-21-5504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13099,'0'0'2530,"0"0"-226,2 32 147,17 211 813,12 154-1042,-31-413-2264,-1-7 9,2 1-1,0-1 1,1 1-1,1-1 0,3-7 34,-3 23-40,-1-1-1,1 1 0,0 1 0,0-1 0,1 0 0,0 1 0,0-1 0,1 1 0,-1 0 0,1 1 0,0-1 0,1 1 1,0 0-1,0 0 0,0 1 0,0 0 0,0 0 0,3-1 41,0 1-36,-1 0-1,1 0 1,0 1-1,0 0 1,0 0-1,0 1 1,0 1-1,1-1 1,-1 1-1,0 1 1,1 0-1,-1 0 1,1 1-1,4 1 37,-9-1 2,0 0-1,0 1 0,0-1 1,-1 1-1,1 0 0,0 1 1,-1-1-1,1 1 0,-1 0 1,0 0-1,0 0 0,0 0 1,0 1-1,-1 0 0,1-1 1,-1 1-1,0 1 0,0-1 1,-1 0-1,1 1 0,-1-1 1,0 1-1,0 0 0,0 0 1,-1 0-1,1 2-1,0 0 57,-1-1 0,0 1 0,0 0 0,0 0 0,0-1 0,-1 1 0,-1 0 0,1 0 1,-1 0-1,0 0 0,0-1 0,-1 1 0,0-1 0,-2 5-57,2-6 51,-1-1-1,0 0 1,0 0 0,-1 0-1,1 0 1,-1 0 0,0-1-1,0 1 1,0-1 0,0 0-1,0 0 1,-1-1 0,1 1-1,-1-1 1,0 0 0,0 0-1,1-1 1,-1 1 0,-1-1-51,-3 1 32,0 0 0,0 0 0,0-1 0,0-1 0,0 1 0,-7-1-32,15 0-14,-1 0 1,0 0-1,0 0 1,1-1-1,-1 1 0,0 0 1,1-1-1,-1 1 1,0-1-1,1 1 0,-1-1 1,1 0-1,-1 0 1,1 1-1,-1-1 0,1 0 1,0 0-1,-1-1 0,1 1 1,0 0-1,0 0 1,0-1-1,0 1 0,0 0 1,0-1-1,0 1 1,0-1-1,0 1 0,1-1 1,-1 0-1,1 1 1,-1-1-1,1 0 0,0 1 1,-1-1-1,1-1 14,1 0-77,-1 0 0,1-1 0,0 1 0,0 0 0,0 0 0,0 0 0,1 0 0,-1 0 0,1 0 0,-1 0 0,1 0 0,0 1 0,0-1 0,1 0 0,-1 1 0,1 0 0,-1 0 0,1 0 0,-1 0 0,1 0 0,0 0 0,2 0 77,13-8-38,1 0 0,1 2 1,8-3 37,14-6-27,-32 12 33,16-7 11,0 0-1,-2-2 1,1-1-1,-2 0 0,16-15-16,-73 47 151,27-12-102,0 2 0,1-1 0,-1 1 0,1-1 0,1 2 0,-1-1 0,1 1 0,1-1 0,-1 2 0,1-1 0,1 0 0,-1 1 0,-1 6-49,2 0 18,0 0 0,0 0 0,2-1 1,0 2-1,0-1 0,2 0 0,0 0 0,1 2-18,-2-11-31,2 0 0,-1 0 0,0 0 0,1-1 0,0 1 1,1 0-1,-1-1 0,1 1 0,0-1 0,0 0 0,1 0 0,0 0 1,-1-1-1,2 1 0,-1-1 0,0 0 0,1 0 0,0-1 0,0 1 1,0-1-1,0 0 0,0 0 0,1-1 0,-1 1 0,1-1 0,0 0 1,0-1-1,2 1 31,17 3-857,1-1 0,0-2 0,0 0 1,0-1-1,19-3 857,56-7-5313,-4-11-5084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0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5025,'0'0'12459,"0"0"-9547,0 0-1575,0 0 431,0 0-632,0 0-480,28 133-224,-14-110-215,-1-6-209,1-5-8,3-12-537,-4 0-3223,-2 0-3314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1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12819,'0'0'2618,"0"0"-461,6 21 165,31 126 4481,5 68-6803,-45-262 10,2 0 0,3 0 1,2-13-11,-2 45-5,0-1-1,2 0 1,-1 0 0,2 1 0,0 0 0,4-8 5,-7 18-10,0 1 0,0-1 0,0 1 0,1 0 1,-1-1-1,1 1 0,0 0 0,0 1 1,1-1-1,-1 0 0,1 1 0,0 0 0,0 0 1,0 0-1,0 0 0,0 1 0,1-1 1,-1 1-1,1 0 0,-1 1 0,1-1 0,0 1 1,0 0 9,-3 1 6,0 0-1,0 0 1,0 0 0,0 0 0,0 0 0,0 1 0,0-1 0,0 1 0,0 0 0,0-1 0,0 1 0,-1 0 0,1 0 0,0 0-1,0 0 1,-1 0 0,1 1 0,-1-1 0,1 1 0,-1-1-6,3 4 13,0 0-1,-1-1 1,1 1-1,-1 0 1,0 1-1,-1-1 1,2 4-13,3 12 50,0 1 1,-2 0-1,2 12-50,-7-31 9,3 15 14,6 30 16,-8-46-42,0 0-1,0 0 1,0 0 0,0 1 0,0-1-1,0 0 1,1 0 0,-1-1 0,0 1-1,1 0 1,0 0 0,-1-1 0,1 1 0,0-1-1,0 0 1,0 1 0,0-1 0,0 0-1,1 0 4,18 4-578,1-1 0,0-1 0,0-1-1,0-1 1,9-1 578,48 0-4893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5513,'0'0'8941,"0"0"-5055,0 0-1714,0 0-891,0 0-600,0 0-143,0 16 88,3 16-242,1-1-1,1 0 0,3 5-383,-4-23 100,-2 1-1,1-1 1,-2 0-1,0 1 1,0 0 0,-1-1-1,-1 1 1,0 0-1,-1-1 1,-2 5-100,3-12 14,-1-1 0,0 1 0,0-1 1,0 0-1,-1 1 0,0-1 0,0 0 0,0-1 0,-1 1 0,1 0 0,-1-1 0,0 0 1,-1 0-1,1 0 0,-1-1 0,0 1 0,1-1 0,-1 0 0,-1 0 0,1-1 1,0 1-1,-1-1 0,1-1 0,-6 2-14,2 0 17,1-1 0,-1-1 0,0 1 0,0-2 0,0 1 0,0-1 0,0 0 0,0-1 0,-6-1-17,13 1-29,-1 0 0,0 0 1,0 0-1,0 0 1,1 0-1,-1-1 0,1 1 1,-1-1-1,1 0 0,-1 0 1,1 0-1,0 0 0,0 0 1,0 0-1,0-1 1,1 1-1,-1-1 0,0 1 1,1-1-1,0 0 0,0 0 1,0 1-1,0-1 0,0 0 1,0 0-1,1 0 1,-1 0-1,1 0 0,0 0 1,0 0-1,0 0 29,0-9-805,0 0 0,1 0 0,0 1 0,1-1 0,0 1 0,1-1 0,0 1 0,4-10 805,17-33-6481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1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11947,'30'42'1204,"1"-1"1466,-3 1 0,-1 1 1,3 11-2671,-18-32 457,-1 2 0,-1-1 0,-1 1 1,-1 0-1,-1 1 0,-1 0 0,-1 0 0,-1 1 0,-2-1 0,0 25-457,-2-47-18,-1 0-1,1 0 1,-1 0-1,0 0 1,0-1-1,0 1 1,0 0-1,0-1 1,-1 1-1,1 0 1,-1-1-1,0 0 1,1 1-1,-1-1 1,0 0-1,0 0 0,-1 0 1,1 0-1,0-1 1,-1 1-1,1 0 1,-1-1-1,1 0 1,-1 0-1,0 1 1,1-1-1,-1-1 1,0 1-1,0 0 1,0-1 18,-1 1-131,1 0 1,-1-1-1,1 1 1,-1-1 0,0 0-1,1 0 1,-1-1 0,0 1-1,1 0 1,-1-1 0,0 0-1,1 0 1,-1 0 0,1-1-1,0 1 1,-1-1 0,1 0-1,0 0 1,0 0-1,0 0 1,0 0 0,1-1-1,-3-1 131,-1-4-193,1 0-1,1-1 1,-1 1-1,1-1 0,1 0 1,0 0-1,0 0 0,1 0 1,0-1-1,0 1 1,1-5 193,-2-23 557,2 0 1,2-12-558,0 30 276,0 8-243,0 0 0,1 0 1,0 0-1,1 0 0,1 1 1,0-1-1,0 1 1,1-1-1,0 2 0,0-1 1,1 0-1,1 1 1,0 0-1,0 1 0,1-1 1,-1 2-1,2-1 0,-1 1 1,1 0-1,0 1 1,1 0-1,0 0 0,0 1 1,0 0-1,0 1 0,1 0 1,-1 1-1,1 0 1,0 0-1,0 1 0,0 1 1,1 0-1,-1 0 0,0 1 1,0 1-1,7 1-33,-13-1 13,0 0 0,0 1 0,0-1-1,0 1 1,-1 0 0,1 1 0,-1-1 0,0 1 0,1 0-1,-1 0 1,0 0 0,-1 1 0,1-1 0,-1 1 0,1 0-1,-1 0 1,0 0 0,-1 0 0,1 1 0,-1-1 0,0 1-1,0-1 1,1 5-13,1 1 120,-1 0 0,-1 0 1,0 0-1,0 0 0,-1 0 0,-1 0 0,1 1 0,-2-1 0,1 0 0,-1 0 1,-2 6-121,2-11 38,-1-1 1,0 1 0,0-1 0,0 0 0,-1 1 0,0-1 0,1 0 0,-1 0 0,-1-1 0,1 1 0,0 0 0,-1-1 0,0 0 0,0 0 0,0 0 0,0-1 0,0 1 0,-1-1 0,1 0 0,-1 0 0,1 0 0,-1-1 0,0 0 0,0 0 0,1 0 0,-1 0 0,0-1 0,0 1 0,0-1 0,0-1 0,0 1-39,4 0-61,-1 0 0,1-1 0,0 1 0,-1 0 0,1-1-1,0 1 1,0 0 0,-1-1 0,1 0 0,0 1 0,0-1 0,0 0 0,0 1 0,0-1 0,0 0 0,0 0 0,0 0 0,0 0 0,0 0 0,0 0 0,1 0 0,-1 0 0,0-1 0,1 1-1,-1 0 1,1 0 0,-1-2 61,-9-39-6040,9 10-2648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2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13931,'0'0'4130,"0"0"-1512,28-11-1008,-10 5-1374,77-29 1285,10 3-1521,-64 22 291,-53 14-267,0 1-1,1 0 1,0 1-1,0 1 1,0 0-1,1 0 1,0 1-1,0 0 1,1 1-1,0 0 1,1 1-1,0-1 1,0 1-1,1 1 1,0 0-1,1 0 1,0 0-1,1 1 1,1-1-1,-1 1 1,2 0-1,0 1 1,0-1-1,1 1 0,0-1 1,1 4-24,1-15-3,1 0 0,-1 0 0,0 1 0,0-1 0,1 0 0,-1 1 0,1-1 0,-1 0 0,1 0 0,0 0 0,-1 0 0,1 1 0,0-1 0,0 0 0,-1 0 0,1 0 0,0-1 0,0 1 0,0 0 0,0 0 0,1 0 0,-1-1 0,0 1 0,0 0 0,0-1 0,1 0 0,-1 1 0,0-1 1,0 1-1,1-1 0,-1 0 0,0 0 0,1 0 0,-1 0 0,0 0 3,8 1-150,0-1 0,-1 0 1,1-1-1,-1 0 1,6-1 149,-3 0-760,0-1 1,0-1 0,0 0 0,9-4 759,23-15-5674,9-7-7022</inkml:trace>
  <inkml:trace contextRef="#ctx0" brushRef="#br0" timeOffset="1">708 1 9338,'0'0'6321,"0"0"-3840,0 0-201,0 0-1007,0 0-617,-165 12-16,140 25 24,0 8-144,3 2-128,8 0-104,6-3-184,8-9-40,0-8-64,28-12-120,18-10-24,31-5-1184,-5-15-3729,-14-7-5481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2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11979,'0'0'4130,"0"0"-1670,0 0-575,-28 10-538,-91 37-354,112-43-887,0 0 0,1 0 0,0 1-1,0 0 1,0 0 0,0 0 0,1 1 0,0 0 0,0 0-1,0 0 1,1 1 0,0-1 0,0 1 0,1 0-1,0 0 1,0 1 0,1-1 0,0 1 0,0-1 0,0 1-1,1 2-105,-1 0 127,-1 0-58,1 0 0,0 0 0,0 0 1,1 0-1,1 1 0,0-1 0,0 0 1,1 0-1,2 8-69,-2-14 13,0 0 0,0 0 0,1-1 0,0 1 0,0-1 0,0 1 0,0-1 0,0 0 0,1 1 0,-1-1 0,1-1 0,0 1 0,0 0 0,0-1 0,0 1 0,0-1 0,1 0 0,-1 0 0,1 0 0,0-1 0,-1 1 0,1-1 0,0 0 0,0 0 0,3 1-13,4 0-406,0 1 0,0-2 0,1 1 0,-1-2 0,1 1 1,-1-2-1,1 1 0,-1-1 0,0-1 0,0 0 0,0-1 0,7-3 406,-9 3-453,-1-1-1,1 0 0,-1-1 1,0 0-1,-1 0 0,1-1 0,-1 0 1,0 0-1,-1-1 0,1 0 1,-1 0-1,-1 0 0,1-1 1,-1 0-1,3-6 454,21-57-4586,-14 21 4409,2-5 7525,-17 56-7248,0-1 1,0 0-1,0 0 1,0 1 0,0-1-1,1 0 1,-1 0-1,0 1 1,0-1-1,0 0 1,1 0 0,-1 0-1,0 1 1,0-1-1,0 0 1,1 0-1,-1 0 1,0 0 0,1 0-1,-1 0 1,0 1-1,0-1 1,1 0-1,-1 0 1,0 0 0,0 0-1,1 0 1,-1 0-1,0 0 1,1 0-1,-1 0 1,0 0 0,0 0-1,1 0 1,-1-1-1,0 1 1,1 0-1,-1 0 1,0 0 0,0 0-1,1 0 1,-1-1-1,0 1 1,0 0-1,0 0 1,1 0 0,-1 0-1,0-1 1,0 1-1,0 0 1,1 0-1,-1-1 1,0 1 0,0 0-1,0 0 1,0-1-1,0 1 1,0 0-1,0-1 1,0 1 0,0 0-101,8 23 953,0 16 118,11 44-49,-17-76-1008,0-1-1,1 0 1,0 0-1,0-1 1,0 1-1,0 0 1,1-1-1,0 0 1,0 0-1,1 0 1,1 1-14,-2-3-42,0-1 0,-1 0 1,1 0-1,0-1 1,0 1-1,0-1 1,0 0-1,1 0 0,-1 0 1,0 0-1,0-1 1,0 0-1,1 0 1,-1 0-1,0 0 0,0-1 1,2 0 41,13 0-447,46 1-3154,3 0-5107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3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130 228 14003,'0'0'4762,"0"0"-2240,0 0-767,0 0-374,0 0-431,-21 26-413,-64 89-188,82-110-333,0-1 0,1 1 0,-1 0 0,1 0 1,0 0-1,0 0 0,0 0 0,1 0 0,0 0 0,0 1 0,0-1 0,0 0 1,1 1-1,0-1 0,0 1 0,1-1 0,0 0 0,0 1-16,0-2 18,0-1 0,1 1-1,-1-1 1,1 0 0,0 1-1,0-1 1,1 0 0,-1 0-1,0 0 1,1-1 0,0 1 0,0-1-1,0 1 1,0-1 0,0 0-1,0 0 1,0 0 0,1 0-1,1 0-17,0 0-120,1 0-1,-1 0 1,1 0-1,0-1 1,0 0-1,0 0 1,0 0-1,0-1 0,0 0 1,0 0-1,0 0 1,-1-1-1,1 0 1,0 0-1,0-1 1,0 1-1,-1-1 1,1 0-1,-1-1 0,1 0 1,-1 1-1,0-2 1,0 1-1,0 0 1,4-5 120,5-12-1354,0 0 0,-1-1 0,-2-1 0,0 0 0,4-13 1354,16-31 172,-31 66-50,0-1 0,0 1 0,1-1 0,-1 1 0,0-1 0,0 1 0,0-1 0,1 1 0,-1-1 0,0 1 0,1-1 0,-1 1-1,0-1 1,1 1 0,-1 0 0,1-1 0,-1 1 0,0 0 0,1-1 0,-1 1 0,1 0 0,-1-1 0,1 1 0,-1 0 0,1 0 0,0 0-1,-1 0 1,1-1 0,-1 1 0,1 0 0,0 0-122,7 16 1142,-1 37-1273,-7-46 575,6 150 2344,-5-163-2770,1 0 1,0 0-1,0 0 0,0 0 0,0 0 0,1 0 0,2-3-18,2-5-99,12-25-120,2 0 0,24-35 219,-36 62 25,-1 0 0,2 1-1,-1-1 1,2 2 0,-1 0 0,1 0-1,1 1 1,0 0 0,0 1 0,9-5-25,-16 11 15,-1 0 1,1 0-1,0 0 1,0 0-1,0 1 0,0 0 1,0 0-1,0 0 1,0 1-1,0 0 1,0-1-1,0 2 1,0-1-1,0 1 1,0-1-1,0 2 0,0-1 1,0 0-1,0 1 1,0 0-1,0 0 1,-1 0-1,1 1 1,-1 0-1,0 0 1,2 1-16,7 9 90,0 0 1,0 1-1,-1 1 1,-1 0-1,-1 0 1,6 11-91,31 42 539,-42-63-482,1 0 0,-1-1-1,1 0 1,-1 0 0,1-1-1,0 0 1,1 0 0,-1 0 0,0-1-1,1 1 1,0-2 0,-1 1 0,1-1-1,0 0 1,0 0 0,0-1 0,0 0-1,-1 0 1,1-1 0,0 1 0,0-1-1,6-2-56,-12 2 2,1 0-1,-1 0 1,0 0 0,1 1-1,-1-1 1,0 0-1,0-1 1,0 1 0,0 0-1,0 0 1,0 0-1,0-1 1,0 1-1,-1 0 1,1-1 0,0 1-1,-1-1 1,1 1-1,-1 0 1,1-1 0,-1 0-1,0 1 1,0-1-1,0 0-1,1-45-9,-1 32 7,1-27-35,0 19-10,-1-1 0,-1 1 1,-2-5 46,3 26-4,-1 0 1,1 1-1,-1-1 1,1 0-1,-1 1 1,0-1-1,0 1 1,1-1-1,-1 1 1,0-1-1,-1 1 1,1 0-1,0 0 1,0-1 0,0 1-1,-1 0 1,1 0-1,-1 0 4,1 0-5,0 1 1,0 0-1,0-1 0,0 1 0,1 0 1,-1-1-1,0 1 0,0 0 0,0 0 0,0 0 1,0 0-1,0 0 0,0 0 0,0 0 1,1 0-1,-1 0 0,0 1 0,0-1 1,0 0-1,0 1 0,0-1 0,0 0 1,1 1-1,-1-1 0,0 1 0,0-1 1,1 1-1,-1 0 0,0-1 0,1 1 0,-1 0 1,1-1-1,-1 1 0,1 0 0,-1 0 1,1-1-1,-1 1 5,-4 8-2,1 0 1,0 1-1,0-1 1,1 1-1,1 0 1,-1-1-1,1 1 0,1 0 1,0 3 1,-1 10 29,1 0 0,1-1 0,3 18-29,-2-37 3,-1 0 0,1 1 0,-1-1-1,1 0 1,0 0 0,0 0 0,1 0 0,-1 0 0,0 0-1,1-1 1,0 1 0,0 0 0,0-1 0,0 1-1,0-1 1,0 0 0,1 0 0,-1 0 0,2 1-3,1 0-6,0 0 1,0-1 0,0 1-1,1-1 1,-1-1 0,0 1-1,1-1 1,-1 0 0,1 0-1,0-1 1,-1 1 5,8-1-86,-1 0 0,0-1 0,0 0 0,0-1 0,0 0 0,0-1 0,0 0 0,-1-1 0,0 0 0,3-2 86,37-28-451,-41 27 454,-1 0 0,2 0 0,-1 1-1,1 0 1,0 1 0,5-2-3,-6 3 218,-1-2-1,1 1 0,-1-1 1,-1-1-1,1 0 0,-1 0 1,0 0-1,-1-1 0,1 0 1,3-7-218,25-24 43,-21 25-193,-1-1 0,-1-1 0,0 0 0,-2 0 0,6-10 150,21-54-3655,-24 45-2069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4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0 5617,'0'0'10506,"0"0"-9241,0 0-73,-71 161 72,57-62-400,6 12-7,8-2-209,2-27-216,29-3-144,13-20-288,8-17-112,28-27-928,-12-13-2849,-7-2-5969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4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13299,'0'0'2984,"0"0"-103,0 0-192,0 0-1505,0 0-864,0 0 256,30 151-40,-24-72-40,-1-3-112,4-4-184,-4-8-184,3-12-16,3-7-24,11-6-640,-2-14-2008,-4-10-5290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9 134 14299,'0'0'2439,"0"0"-846,-1 26 6,-6 177 445,7-194-1941,-1 12 163,2 0 1,0 0 0,1 0 0,1 0 0,4 15-267,-5-31 28,0 0 0,0 1 1,0-1-1,1 0 0,-1 0 1,1 0-1,0 0 0,1-1 1,-1 1-1,1-1 0,0 0 1,0 0-1,0 0 0,1-1 1,-1 1-1,1-1 0,0 0 1,0 0-1,0-1 0,0 0 1,0 0-1,0 0 0,4 1-28,0-1 20,-1 0 0,1 0 0,-1-1 0,1 0 0,-1 0 0,1-1-1,0 0 1,-1 0 0,1-1 0,0-1 0,-1 1 0,1-1-1,-1-1 1,0 0 0,0 0 0,0 0 0,0-1 0,4-2-20,-4 0 4,-1 0 1,1 0 0,-1-1-1,0 0 1,-1 0 0,0-1-1,0 0 1,0 0 0,-1 0-1,0 0 1,-1-1 0,0 0 0,0 0-1,-1 0 1,0 0 0,0-4-5,2-6 39,-1 1 1,-1 0 0,-1-1 0,-1 0 0,0 0 0,-1 1 0,-1-1 0,-1 0 0,-1 1-1,0-1 1,-2 1-40,1 4 95,-1 0-1,0 1 0,-1 0 0,0 1 0,-1-1 1,-1 1-1,0 0 0,0 1 0,-1 0 0,-1 0 1,0 1-1,0 0 0,-1 1 0,-7-5-94,12 10 23,-14-14-265,20 18 153,0-1 0,0 0 0,0 1 0,0-1 0,0 0 0,0 1-1,0-1 1,1 1 0,-1-1 0,0 0 0,0 1 0,0-1 0,1 1-1,-1-1 1,0 0 0,1 1 0,-1-1 0,0 1 0,1-1 0,-1 1-1,1 0 1,-1-1 0,1 1 0,-1-1 0,1 1 0,-1 0 0,1-1-1,-1 1 1,1 0 0,0 0 0,-1-1 0,1 1 0,-1 0 0,1 0-1,0 0 1,-1 0 0,1 0 0,0 0 0,-1 0 89,26-10-6330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13275,'0'0'3177,"0"0"-1737,0 0 1280,11 178-1143,-3-106-545,0-3-560,1-4-280,2-11-184,-6-9-8,1-6-1136,-6-14-1865,0-13-3952</inkml:trace>
  <inkml:trace contextRef="#ctx0" brushRef="#br0" timeOffset="1">1 376 10842,'0'0'4929,"0"0"-3360,0 0-241,0 0-888,187-24-440,-119 19-416,-15 2-984,-18 3-3881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5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12483,'0'0'4537,"0"0"-1793,0 0-959,0 0-937,168-14-848,-91-4-136,11 1-1016,60-8-281,-19 5-2744,-13 1-5185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6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 12699,'0'0'2726,"0"0"-709,0 0 207,-25 0-895,-7-1-975,0 2-1,-14 3-353,41-3 54,-1 0 0,0 1 0,1 0 0,0 0 0,-1 0 0,1 0 0,0 1 0,0 0 0,1 0 0,-1 0 0,1 1 0,-1 0 0,1-1 0,0 2 0,-3 2-54,-1 4 191,1 0 1,0 1-1,0-1 1,1 1-1,0 1-191,3-7 51,1 0 0,-1 0 0,1 0-1,0 0 1,1 0 0,0 0 0,-1 0 0,2 1 0,-1-1 0,1 0 0,0 1-1,0-1 1,1 2-51,0-6 1,0 1 0,0-1-1,0 1 1,0-1 0,0 0 0,1 1-1,-1-1 1,1 0 0,-1 0 0,1 0-1,0 0 1,0 0 0,0 0 0,0 0-1,0-1 1,0 1 0,0-1 0,1 0-1,-1 1 1,1-1 0,-1 0 0,1 0-1,-1-1 1,1 1 0,-1-1-1,1 1 1,0-1 0,-1 0 0,1 1-1,0-2 1,0 1-1,5 1-96,0-1 1,-1 0-1,1 0 0,0-1 0,0 0 1,-1 0-1,1-1 0,-1 0 1,1 0-1,-1-1 0,0 0 0,0 0 1,2-2 95,0-1-172,-1-1 1,0 1-1,-1-1 0,1-1 1,-1 1-1,-1-1 1,1 0-1,-2-1 1,6-8 171,2-10-60,-10 21 172,-1 1 1,1-1-1,0 1 1,0-1 0,1 1-1,0 0 1,2-2-113,-1 5 900,-4 12-271,-1 344 1721,5-313-2558,-4-40 62,0 1-1,-1-1 0,1 1 1,0-1-1,0 0 0,0 0 1,0 1-1,0-1 0,0 0 1,0 0-1,0 0 1,0 0-1,1 0 0,-1 0 1,0 0-1,1 0 0,-1-1 1,0 1-1,1 0 0,-1-1 1,1 0-1,-1 1 0,1-1 147,20 2-6420</inkml:trace>
  <inkml:trace contextRef="#ctx0" brushRef="#br0" timeOffset="1">486 422 7906,'0'0'6953,"0"0"-4216,0 0 335,-22 136-1319,17-94-689,2-3-608,3-9-216,0-5-240,3-13-344,30-12-1328,-6 0-2569,3-15-4721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6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64 5633,'0'0'6962,"0"0"-3783,29-10-721,10-4-1797,-8 3-175,0 0-1,0 3 1,12-2-486,-194 136 3098,151-126-3096,-47 48 62,44-44-65,0 0 1,0 0-1,0 0 0,0 0 0,1 1 0,0-1 0,0 1 1,0-1-1,1 1 0,-1 0 0,0 3 1,2-7 1,1 0 1,-1 0-1,0 0 0,1 0 0,-1-1 1,0 1-1,1 0 0,-1 0 0,1-1 1,-1 1-1,1 0 0,-1-1 1,1 1-1,0 0 0,-1-1 0,1 1 1,0-1-1,0 1 0,-1-1 0,1 1 1,0-1-1,0 1 0,0-1 1,-1 0-1,1 0 0,0 1 0,0-1 1,0 0-1,0 0 0,0 0 0,0 0 1,0 0-1,-1 0 0,1 0 1,0 0-1,0-1 0,0 1 0,0 0 1,0 0-1,-1-1 0,1 1 0,0 0-1,6-1 30,33 0 69,-21 0-72,-1 0-1,1 2 1,0 0 0,-1 1-1,1 0 1,7 4-27,-22-5-8,0 0-1,0 1 1,0-1 0,0 1 0,-1 0 0,1 0 0,-1 1 0,1-1-1,-1 1 1,0-1 0,0 1 0,0 0 0,0 0 0,-1 0 0,1 1-1,-1-1 1,0 1 0,0-1 0,0 1 0,0 0 0,-1-1 0,1 1-1,-1 0 1,0 0 0,0 0 0,-1 0 0,1 0 0,-1 1 0,0-1-1,0 0 1,0 1 8,0 3 41,0-1 0,-1 1-1,0-1 1,0 1 0,-1-1-1,0 1 1,0-1 0,-1 0-1,1 0 1,-2 0 0,0 2-41,1-5 21,1-1 1,0 0-1,-1 0 0,1 0 1,-1 0-1,0-1 0,0 1 1,0-1-1,0 0 0,0 0 1,0 0-1,-1 0 1,1 0-1,-1-1 0,0 1 1,1-1-1,-1 0 0,0 0 1,0 0-1,1-1 1,-1 1-1,0-1 0,-2 0-21,-84 0-6341,89 0 1528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6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11923,'0'0'2243,"0"0"-20,0 0-588,22 22-520,-11-12-955,3 3 52,-1-1-1,0 2 1,-1 0-1,-1 0 1,0 1-1,-1 0 1,0 1-1,-1 0 1,-1 1-1,-1-1 1,5 18-212,0 27 656,-2 2 1,-3-1-1,-3 1 1,-3 0-1,-3 2-656,2-29 157,-1-2-81,-1 0-1,-2-1 1,-1 0-1,-2 0 1,-1-1-1,-2 1 1,-1-2-1,-11 24-75,20-54-147,0 0 0,1-1 0,-1 1-1,0 0 1,0-1 0,0 0-1,0 1 1,0-1 0,0 0-1,0 0 1,1 0 0,-1 0 0,0 0-1,0 0 1,0-1 0,-1 1 147,-1-1-996,-15-1-4053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7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17 6689,'0'0'4928,"0"0"-2659,0 0-569,0 0 793,0 0-37,0 0-908,13 25-377,3 2-888,-2-5-38,-1 1 0,-1 1 0,-1-1 0,-1 2 0,-1-1 0,-1 5-245,-2 4 240,-6-26-220,1 0 0,0 0 1,1-1-1,-1 1 0,1 0 0,1 0 1,-1-1-1,1 1 0,0-1 0,0 0 0,2 1-20,-5-6 2,1-1-1,-1 1 0,1 0 1,-1 0-1,1-1 0,0 1 1,-1-1-1,1 1 0,0 0 1,-1-1-1,1 1 0,0-1 1,0 0-1,0 1 0,0-1 1,-1 0-1,1 1 0,0-1 0,0 0 1,0 0-1,0 0 0,0 0 1,0 0-1,0 0 0,-1 0 1,1 0-1,0 0 0,0 0 1,0 0-1,0-1 0,0 1 1,0 0-1,-1-1 0,1 1 1,0-1-1,0 1 0,0-1 1,-1 1-1,1-1 0,0 1 0,-1-1 1,1 0-1,0 1 0,-1-1 1,1 0-2,2-3-2,0 0-1,-1 0 1,1-1 0,-1 1 0,0 0 0,-1-1-1,2-4 3,2-8-31,-1 0 0,0-1-1,-1 0 1,-1 0 0,-1 0 0,-1 0-1,0 0 1,-1 0 0,-1 0-1,-2-2 32,3 14-3,0 0 0,-1 0 1,0 0-1,0 1 0,-1-1 0,1 1 0,-1-1 0,0 1 0,-1 0 0,1 0 0,-1 0 1,0 1-1,-1-1 0,1 1 0,-1 0 0,1 0 0,-1 1 0,0-1 0,0 1 0,-1 0 1,1 1-1,-1-1 0,0 1 0,1 0 0,-1 0 0,0 1 0,0 0 0,0 0 0,0 0 1,0 1-1,-1 0 3,-1 0-2,1 0 0,-1 1 0,1 0 0,-1 0 0,1 1 0,0 0 0,0 0 1,0 0-1,0 1 0,0 0 0,1 1 0,-1 0 0,1 0 0,0 0 0,0 0 0,0 1 0,1 0 1,-1 1-1,1-1 0,0 1 0,1 0 0,-2 2 2,0 1-3,0 0 1,1 0-1,0 0 0,1 1 1,0 0-1,0 0 0,1 0 1,0 0-1,1 1 1,0-1-1,1 1 0,0-1 1,1 1-1,0-1 0,1 8 3,-1-14 0,1 1 0,1-1 0,-1 0 0,0 0 0,1-1 0,0 1 0,0 0 0,0 0 0,0-1 0,1 0-1,-1 1 1,1-1 0,0 0 0,0 0 0,0 0 0,0-1 0,1 1 0,-1-1 0,1 1 0,0-1 0,-1 0 0,1-1-1,0 1 1,0-1 0,0 0 0,0 0 0,1 0 0,14 4-96,1-2-1,0 0 0,-1-2 1,1 0-1,0-1 97,-17 0-27,81 1-2259,-6-1-3373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7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55 2961,'0'0'9498,"0"0"-5760,-8 23-1327,-21 79-547,28-98-1785,0 0 0,0 0 0,1 0 0,-1 1 0,1-1 0,0 0 0,0 0 0,0 0 0,1 1-1,0-1 1,0 0 0,0 0 0,0 0 0,0 0 0,1 0 0,0 0 0,0 0 0,0-1 0,0 1-1,0-1 1,1 1 0,0-1 0,-1 0 0,1 0 0,0 0 0,1 0 0,-1-1 0,0 1 0,1-1 0,0 0-1,-1 0 1,1 0 0,0 0 0,0-1 0,1 1-79,12 4 71,1-1 1,-1-1-1,1 0 1,1-2-1,-1 1 0,16-2-71,-33-1 3,14 1 17,-1-1 1,1 0 0,-1-1-1,1 0 1,8-3-21,-19 3 4,-1 0 1,1 0-1,-1-1 1,1 1-1,-1-1 1,1 1-1,-1-1 1,0 0-1,0-1 1,0 1-1,0 0 1,-1-1-1,1 1 1,0-1-1,-1 0 1,0 0-1,0 0 1,0 0-1,0-1 1,0 1-1,-1 0 1,1-1-1,-1 1 1,0-2-5,1-1 10,0-1 0,-1 0 0,0 0 0,0 0 0,0 0 0,-1 0 0,0 0 1,-1 0-1,0 0 0,0 0 0,0 0 0,-1 0 0,0 0 0,0 1 0,-1-1 0,1 1 1,-2-1-1,1 1 0,-1-1-10,-5-5-10,0 0-1,0 1 1,-2 0 0,1 1 0,-1 0 0,-1 0 0,1 1-1,-8-3 11,3-2-486,15 7-1541,11 3-3845,15 3-4568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8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8386,'0'0'3646,"3"22"-860,9 127 6221,-7 27-9007,-7-224-350,0 5 117,3-42 233,0 73 18,0 1 0,1 0 0,0 1 0,1-1 0,0 0 0,0 1 0,1-1 0,0 1 0,1 0 0,3-3-18,0 1 22,1 1 0,0 0 0,1 1 0,0 0 0,1 1-1,0 0 1,1 1 0,0 0 0,0 0 0,0 2 0,1-1-1,10-3-21,-4 4 5,0 0 0,1 0 0,-1 2 0,1 0 0,0 2 0,0 0 0,0 1 0,15 2-5,-33-1 0,1 0 1,-1 0-1,1 0 1,0 0 0,-1 1-1,1-1 1,-1 1-1,1 0 1,-1 0-1,0 0 1,1 0 0,-1 0-1,0 0 1,0 1-1,0-1 1,0 1-1,0-1 1,0 1 0,0 0-1,0 0 1,-1 0-1,1 0 1,-1 0-1,1 0 1,-1 0 0,0 1-1,0-1 1,0 0-1,0 1 1,0-1-1,0 1 1,-1-1 0,1 1-1,-1-1 1,0 1-1,0 0 0,0 1 39,0 0-1,-1 0 1,1 0-1,-1 1 1,0-1-1,0 0 0,-1 0 1,1 0-1,-1 0 1,0-1-1,0 1 1,0 0-1,0-1 1,-1 1-1,1-1 1,-1 0-1,0 0 1,0 0-1,0 0 0,0 0 1,-4 1-39,-5 3 38,0 0-1,-1-1 1,0-1-1,0 0 1,0-1 0,0 0-1,-1-1 1,1-1-1,-1 0 1,0 0 0,0-2-1,0 0 1,1 0-1,-1-1 1,-4-2-38,16 3-139,0-1 0,1 1 0,-1-1 0,0 0-1,0 0 1,1 0 0,-1 0 0,1 0 0,-1 0 0,1 0 0,-1 0 0,1-1-1,0 1 1,0-1 0,-1 1 0,1-1 0,0 1 0,0-1 0,1 0 0,-1 1-1,0-1 1,0-1 139,-1-13-5539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8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46 14187,'0'0'2591,"0"0"-85,0 0-340,-9 26-659,9-26-1507,-11 33 515,1 1 1,0 8-516,10-40 22,-1 1 0,1-1 0,0 0 0,0 1-1,0-1 1,0 0 0,0 1 0,0-1 0,1 1 0,-1-1 0,1 0 0,0 0 0,-1 1 0,1-1 0,0 0 0,0 0 0,1 0 0,-1 0 0,0 0-1,1 0 1,-1 0 0,1-1 0,-1 1 0,1 0 0,0-1 0,0 1 0,0-1 0,0 0 0,1 1-22,3 1 27,0-1 1,1 1-1,0-1 1,-1-1-1,1 1 1,0-1-1,4 0-27,-7-1 11,1 1-7,0 0 0,0-1 0,1 1 0,-1-1 1,0-1-1,0 1 0,1-1 0,-1 0 0,0 0 0,0 0 1,0-1-1,0 0 0,0 0 0,0 0 0,-1 0 0,1-1 1,2-1-5,-3-1-9,1 1 0,-1-1 0,0 1 0,0-1 0,-1-1 0,0 1 0,0 0 0,0-1 0,0 1 0,-1-1 0,0 0 0,0 0 0,0 0 0,0-6 9,2-12 77,-2 0-1,-1 0 1,0 1 0,-2-3-77,1-4 976,-11 154-243,11-108-735,-1-7 8,1-1 0,0 0 1,1 1-1,0-1 0,0 0 0,3 8-6,-3-13-14,0-1 1,0 1-1,0-1 1,0 1-1,1-1 0,-1 0 1,1 0-1,0 0 1,0 0-1,-1 0 0,1 0 1,1 0-1,-1-1 0,0 1 1,0-1-1,0 1 1,1-1-1,-1 0 0,1 0 1,-1 0-1,1 0 1,-1-1-1,1 1 0,2 0 14,12 1-780,0-1 1,0 0-1,0-1 0,0-1 0,7-2 780,24-9-6594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1:58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12323,'0'0'2600,"0"0"-735,0 0 463,0 0-520,0 0-1047,113 138-497,-75-91 264,-13 3 72,-11-3-104,-12-3-192,-2-7 32,-8-4-8,-19-11-160,-6-7-80,0-8-88,-9-7-536,7-7-3209,13-16-9305</inkml:trace>
  <inkml:trace contextRef="#ctx0" brushRef="#br0" timeOffset="1">465 461 17148,'0'0'2568,"0"0"-1744,0 0-824,0 0-1392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0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9642,'0'0'5277,"0"0"-2962,0 0-457,14 22-266,-7-11-1403,14 24 317,-1 1 1,-2 0-1,-1 1 0,-1 5-506,21 75 687,-4 1 0,-6 2 0,-5 0-1,1 71-686,-21-173 6,-2-13-2,0-8 0,-1-29-7,-4-97-25,1 68 25,3-1-1,5-33 4,-3 86-16,0 0 0,1 0-1,0 0 1,1 0-1,0 0 1,0 1-1,1-1 1,4-6 16,-7 13-4,0-1 0,1 1 1,0-1-1,-1 1 0,1 0 0,0 0 0,0 0 0,0 0 1,1 0-1,-1 0 0,0 1 0,1-1 0,-1 1 0,1-1 1,-1 1-1,1 0 0,0 0 0,-1 0 0,1 0 0,0 1 1,0-1-1,0 1 0,-1 0 0,1 0 0,0 0 0,0 0 1,0 0-1,3 1 4,-3 0 1,1 1 1,0 0 0,0 0-1,-1 0 1,1 1-1,-1-1 1,0 1-1,1 0 1,-1 0 0,-1 0-1,1 0 1,0 0-1,-1 0 1,0 1-1,1 0 1,-1-1 0,-1 1-1,1 0 1,0 0-1,-1 0 1,0 1-2,7 18 43,-2 0 1,0 0-1,-1 5-43,-4-23 15,22 151 148,-22-153-203,0 1-1,0 0 1,0-1-1,1 0 1,-1 1-1,1-1 1,0 0-1,0 0 1,0 0-1,0 0 1,0 0-1,1 0 1,-1 0 0,1-1-1,2 3 41,-1-3-549,-1 0 0,1 0 1,0 0-1,-1-1 0,1 1 0,0-1 0,0 0 0,0 0 1,2 0 548,24 1-8231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0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8490,'0'0'6044,"0"0"-3382,-8 21-302,0-4-1868,2-2-189,0 0-1,0 1 1,1 0-1,1 0 0,1 0 1,1 0-1,0 0 0,0 5-302,2-9 124,0 0 0,0 1-1,1-1 1,1 0-1,0 0 1,0 0-1,2 0 1,-1 0-1,3 3-123,-4-11-5,0-1-1,0 1 0,0-1 0,0 0 0,0 0 0,1 0 0,0 0 0,-1 0 0,1-1 1,0 1-1,0-1 0,1 1 0,-1-1 0,0 0 0,1-1 0,-1 1 0,1-1 1,0 1-1,-1-1 0,1 0 0,0 0 0,0-1 0,0 1 0,-1-1 0,1 0 0,0 0 1,0 0-1,0 0 0,0-1 0,0 0 0,1 0 6,-1 0-67,-1 0-1,0 0 1,0 0 0,0-1-1,0 1 1,0-1 0,-1 0-1,1 0 1,0 0 0,-1 0-1,1-1 1,-1 1 0,0 0-1,0-1 1,0 0 0,0 1-1,0-1 1,0 0 0,-1 0 0,0 0-1,1 0 1,-1 0 0,0-1-1,-1 1 1,1 0 0,0 0-1,-1-1 1,0 1 67,3-19-51,-1 1 0,-1-1 1,-1 1-1,-1-3 51,1-1 72,-1 14 82,1-14 676,0 25-773,0 0 1,0 1-1,0-1 0,0 0 0,1 0 0,-1 0 0,0 0 1,0 0-1,0 0 0,0 0 0,0 0 0,0 0 0,1 0 0,-1 0 1,0 0-1,0 0 0,0 0 0,0 0 0,0 0 0,1 0 1,-1 0-1,0 0 0,0 0 0,0 0 0,0 0 0,0 0 1,1 0-1,-1 0 0,0 0 0,0 0 0,0 0 0,0 0 0,0 0 1,0 0-1,1 0 0,-1 0 0,0-1 0,0 1-57,4 10 67,0 0 0,1-1 0,0 1 0,0-1 0,6 6-67,-8-11-23,0-1 1,0 0-1,0 0 1,0 0-1,1 0 1,-1 0-1,1-1 1,0 0-1,-1 1 1,1-1-1,0-1 1,0 1-1,1 0 1,-1-1-1,0 0 1,2 0 22,43 1-2381,-14-7-3154,4-12-7012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1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13315,'0'0'2860,"0"0"-1281,0 0 28,0 0-284,20 27-569,61 91-73,-73-106-536,-1 0-1,1 0 0,-2 1 1,0 0-1,0 0 0,-2 1 0,1-1 1,-2 1-1,0 0 0,0 0 1,-1 0-1,-1 0 0,0 1 1,-1-1-1,-1 6-144,0-13 51,0 1 1,-1-1-1,1 0 0,-1 1 1,-1-1-1,1 0 1,-1 0-1,-1 0 0,1-1 1,-1 1-1,0-1 0,0 0 1,-1 0-1,0 0 1,0-1-1,-5 5-51,6-7-3,0 1 0,0 0 0,0-1 1,-1 0-1,1 0 0,-1 0 0,0-1 0,1 1 1,-1-1-1,0 0 0,-1 0 0,1-1 0,0 0 1,0 0-1,-1 0 0,1 0 0,-1-1 0,1 0 1,0 0-1,-1-1 0,1 1 0,-1-1 0,1 0 1,-1-1 2,4 1-64,0 0 0,1 0 0,-1 0 0,0 0 0,1 0 0,-1 0 0,1-1 0,0 1 0,-1-1 0,1 1 0,0-1 0,0 1 0,0-1 1,0 0-1,0 0 0,0 1 0,1-1 0,-1 0 0,0 0 0,1 0 0,0 0 0,-1 0 64,-3-47-4724,3 39 2766,1-27-6830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1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16291,'0'0'4946,"0"0"-3346,0 0-224,0 0-192,104 188-479,-74-104-129,-5 2-160,-3-4-184,-8-5-176,-3-13-32,-3-10-24,-5-12-200,-3-12-664,0-18-913,-8-9-2968,-6-3-3441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1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0 258 11827,'0'0'5737,"0"0"-1632,0 0-1774,0 0-1123,0 0-761,32-12-290,14-5-156,132-45-477,178-68-12529,-279 100 8621,-73 28 4141,9-2 3236,-16 8 3094,-10 13-4491,7-6-1105,1 0 0,0 0-1,1 0 1,0 0-1,1 1 1,0 0 0,0-1-1,0 13-490,1 13 904,1 1 0,2 8-904,-1-42 22,0 0-1,0 0 0,1 0 0,-1 0 1,1 0-1,0 0 0,0 0 0,0 0 0,1 0 1,-1 0-1,1-1 0,0 1 0,0 0 0,0-1 1,1 0-1,-1 1 0,1-1 0,-1 0 0,1 0 1,0-1-1,1 1 0,-1 0 0,0-1 1,1 0-1,-1 0 0,1 0 0,0 0 0,-1-1 1,1 1-1,0-1 0,0 0 0,0 0 0,0-1 1,0 1-1,0-1 0,0 1 0,1-2 0,-1 1 1,0 0-1,0-1 0,0 1 0,3-2-21,-3 1-7,-1 0 0,0-1 0,0 1-1,1-1 1,-1 0 0,0 0 0,0 0-1,-1 0 1,1 0 0,0 0 0,-1-1-1,0 0 1,1 1 0,-1-1 0,0 0-1,0 0 1,0 0 0,-1 0 0,1 0 0,-1-1-1,0 1 1,0 0 0,0-1 0,0 1-1,0-1 8,4-17-19,-1-1-1,-1 0 0,0-16 20,-1 14 46,1-15-11,5-33 676,-7 72-703,-1 0-1,0 0 1,0 0-1,0 1 0,0-1 1,0 0-1,1 0 0,-1 0 1,0 0-1,0 1 0,0-1 1,1 0-1,-1 0 0,0 0 1,0 0-1,0 0 0,1 0 1,-1 0-1,0 0 0,0 1 1,1-1-1,-1 0 0,0 0 1,0 0-1,0 0 1,1 0-1,-1 0 0,0 0 1,0 0-1,1 0 0,-1-1 1,0 1-1,0 0 0,1 0 1,-1 0-1,0 0 0,0 0 1,0 0-1,1 0 0,-1-1 1,0 1-1,0 0 0,0 0 1,1 0-1,-1 0 1,0-1-1,0 1 0,0 0 1,0 0-1,0 0 0,0-1 1,1 1-1,-1 0 0,0 0-7,6 23-48,1 27-362,-2 0 0,-1 26 410,-4 42-4952,0-72 655,0 16-6723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2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1424,'0'0'9942,"0"0"-5621,0 0-2130,25-1-696,-4 0-1257,31-2 864,44-9-1102,-82 10 56,-1-1 0,1 0 0,0-1 0,-1 0 0,1-1 0,-1-1 0,-1 0 1,1 0-1,-1-2 0,3-2-56,-13 9 3,0 0-1,-1-1 1,1 1 0,-1-1 0,0 1-1,1-1 1,-1 1 0,0-1 0,0 0-1,0 1 1,0-1 0,0 0 0,0-1-3,-1 2 4,0 0 0,0 1 0,0-1 0,0 0 0,0 0 1,0 1-1,0-1 0,0 0 0,0 1 0,0-1 0,-1 0 1,1 1-1,0-1 0,0 0 0,-1 1 0,1-1 0,0 1 1,-1-1-1,1 0 0,-1 1 0,1-1 0,-1 1 0,1-1 0,-1 1-4,-2-2 14,0 0 0,0 1 0,0-1 0,0 1-1,0 0 1,0 0 0,-1 0 0,1 0-1,0 1 1,0-1 0,-1 1 0,1 0 0,-1 0-14,-3 0 26,0 0 1,1 0 0,-1 1 0,0 0-1,1 0 1,-1 1 0,1 0 0,0 0 0,0 0-1,-1 1 1,1 0 0,1 0 0,-3 2-27,4-2 28,1 0 1,-1 0 0,0 1-1,1 0 1,0 0 0,0 0-1,0 0 1,1 0 0,-1 1-1,1-1 1,0 1 0,0-1-1,0 1 1,1 0 0,0 0-1,0 0 1,0 0 0,0 1-29,0-1 35,0 0 1,1 0-1,-1 0 0,1 0 1,0 0-1,0 1 1,0-1-1,1 0 1,0 0-1,0 0 0,0 0 1,1 0-1,0 0 1,-1-1-1,2 1 0,-1 0 1,1-1-1,-1 0 1,1 1-1,0-1 1,1 0-1,-1-1 0,1 1 1,-1 0-1,1-1 1,0 0-1,0 0 1,1 0-1,-1-1 0,1 1 1,-1-1-1,1 0 1,0 0-1,1 0-35,13 5 70,0-1 1,0-1-1,0 0 0,0-2 1,1 0-1,17 0-70,3-2-549,0-1 0,31-6 549,-54 4-1223,0-1 1,0-1-1,13-4 1223,36-18-8399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4233,'0'0'9722,"0"0"-6563,0 0-1337,0 0-202,9 24-467,80 177 856,-44-96-1725,-42-184-1683,-2 66 1390,0 0-1,0 0 0,1 0 0,1 0 0,0 1 0,1-1 0,1 1 0,-1 0 0,2 0 0,0 0 0,0 1 0,6-8 10,-8 14 9,0 0 1,0 1-1,0-1 1,1 1-1,0-1 0,0 1 1,0 1-1,0-1 0,1 1 1,-1 0-1,1 0 0,0 0 1,0 1-1,0 0 1,0 0-1,0 1 0,1 0 1,-1 0-1,0 0 0,1 1 1,-1-1-1,1 2 0,-1-1 1,0 1-1,1 0 1,4 1-10,-2 1 45,-1 0 0,1 0 0,-1 1 0,0 0 1,0 0-1,0 1 0,-1 0 0,1 0 0,-1 1 1,-1 0-1,1 0 0,-1 1 0,0-1 0,0 1 1,-1 1-1,3 4-45,7 12 148,-2 1 0,-1-1 0,0 2-1,5 22-147,-15-42-135,1 1 0,0-1 0,0 1 0,0-1 0,1 0 0,0 0 0,0-1 0,0 1 0,1-1 0,0 0 0,0 0 0,0 0 0,1-1 0,0 0 0,0 0 0,0 0 0,0 0 135,30 8-5904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2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1088,'0'0'13019,"0"0"-8786,0 0-1537,0 0-1631,0 0-609,0 0-24,0 0-64,-86 156-144,122-109-152,11-8-72,13-9-216,28-18-1224,-13-9-3297,-9-3-5882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3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12707,'0'0'3813,"0"0"-1577,0 0-813,0 0-468,-18 27-212,-55 91-169,70-114-536,1 0 0,0 0 0,0 0 0,1 0 0,-1 0 0,1 1-1,0-1 1,0 1 0,1-1 0,-1 0 0,1 1 0,0-1-1,0 1 1,0-1 0,1 3-38,0-4 20,0 0-1,0 0 1,0 0-1,1 0 1,-1 0-1,1-1 1,-1 1-1,1-1 1,0 1-1,0-1 1,0 0-1,1 1 1,-1-1-1,0 0 1,1-1-1,1 2-19,5 2 4,0-1 0,0 0-1,0 0 1,0-1 0,1-1-1,-1 1 1,1-2-1,0 1 1,-1-1 0,3-1-4,-7 1-165,1-1 0,0 0-1,0 0 1,0-1 0,0 1 0,0-1 0,0-1 0,0 1 0,-1-1 0,1 0 0,-1 0 0,1-1 0,-1 0 0,0 0 0,0 0-1,0 0 1,2-3 165,-1 0-387,0 0 0,-1-1-1,0 1 1,0-1-1,-1 0 1,0-1 0,0 1-1,-1-1 1,0 0 0,0 0-1,-1 0 1,1-2 387,18-100-795,-15 95 3229,3 19-560,6 24-884,14 53 1473,11 55-2463,-35-121 111,-5-13-69,0-6 71,-1-34-421,0 10 45,0 1 1,5-27 262,-4 48-6,1 0 0,0 0 0,0 1 0,1-1 0,0 0 0,0 0 0,0 1 0,0 0 0,1-1 0,0 1 0,0 0 0,1 0 0,-1 0 0,1 1 0,4-4 6,-6 6 12,0 0-1,0 1 1,0-1-1,0 1 1,0 0 0,1-1-1,-1 1 1,1 0-1,-1 0 1,1 1-1,-1-1 1,1 0 0,-1 1-1,1 0 1,-1-1-1,1 1 1,0 0-1,-1 0 1,1 1 0,0-1-1,-1 1 1,1-1-1,-1 1 1,1 0-1,-1 0 1,1 0 0,-1 0-1,0 0 1,1 0-1,-1 1 1,0-1-1,0 1 1,0 0 0,0-1-1,0 1 1,-1 0-1,1 0 1,0 0-1,-1 0 1,2 2-12,7 11 75,0 1 0,0 0 0,-2 0 0,0 0 0,1 7-75,-6-16 4,9 24-9,-10-25-49,-1-1-1,1 1 0,0 0 1,0-1-1,1 0 0,-1 1 1,1-1-1,0 0 0,1 0 1,-1-1-1,1 1 0,0-1 1,0 0-1,1 0 0,-1 0 1,1 0-1,0-1 0,0 0 1,0 0-1,3 1 55,21 3-4194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3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15347,'0'0'4377,"0"0"-3329,0 0 657,0 0-281,82 183-456,-54-114-79,-1 1-313,-5-6-256,0-10-232,-5-7-88,-4-9-48,-4-11-624,-9-12-1161,0-8-3672,0-7-6073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4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0 243 656,'0'0'10802,"0"0"-5710,0 0-2158,0 0-1466,33-17-633,109-49-149,-136 64-638,0-1 0,0 1 0,1 1 0,-1-1 0,0 1 0,1 0 0,-1 0 0,1 1 0,-1 0 0,0 0 0,1 1 0,-1-1 0,1 1 0,-1 1 0,0-1 0,1 1 0,-1 0 0,0 1 0,0-1 0,-1 1 0,1 0 0,1 2-48,4 4 138,0 0 1,-1 1-1,0 0 0,-1 0 1,0 1-1,0 1 0,6 11-138,-3-3 120,-1 0 1,-1 1-1,-1 0 0,-1 1 0,-1 0 0,0 1 1,-2-1-1,1 12-120,-8-45-36,1-1 0,0 1-1,0 0 1,1 0 0,1 0 0,0-1 0,0 1 0,1 0 0,0 0-1,1 0 1,1 1 0,-1-1 0,2 1 0,-1-1 0,2 1 0,-1 1 0,1-1-1,1 1 1,-1 0 0,2 0 0,-1 1 0,1 0 0,0 1 0,9-7 36,-7 7-651,-1 0-1,1 1 1,1 1 0,-1-1 0,1 2 0,0-1 0,0 1 0,0 1 0,9-2 651,48-3-3307,1-1-4611,-69 9 8014,0 0 0,0-1-1,-1 1 1,1 0 0,0 0 0,0 0 0,0 0-1,0 0 1,0-1 0,-1 1 0,1 0 0,0 0-1,0 0 1,0 0 0,0-1 0,0 1 0,0 0-1,0 0 1,-1 0 0,1-1 0,0 1 0,0 0 0,0 0-1,0 0 1,0-1 0,0 1 0,0 0 0,0 0-1,0-1 1,0 1 0,0 0 0,0 0 0,1 0-1,-1-1 1,0 1 0,0 0 0,0 0 0,0 0-1,0-1 1,0 1 0,0 0 0,0 0 0,1 0-1,-1 0 1,0-1 0,0 1 0,0 0 0,0 0 0,1 0-1,-1 0 1,0 0 0,0 0 0,0 0 0,1-1-1,-1 1 1,0 0-96,-16-2 3931,5 6-4221,5 1 490,1 0 0,-1 0 1,1 0-1,0 1 0,1 0 0,-1 0 1,1 0-1,0 0 0,1 1 0,-1 0 1,1 0-1,1 0 0,-1 0 1,1 0-1,0 0 0,1 1 0,0 2-200,-4 22 607,1 0-1,2 1 1,2 11-607,0-40 31,0 0 0,0 0 0,1 0 1,-1 0-1,1-1 0,0 1 1,0 0-1,0 0 0,1-1 0,-1 1 1,1-1-1,0 1 0,0-1 0,0 0 1,0 0-1,1 0 0,-1 0 1,1 0-1,0 0-31,2 1 28,0 0 1,1-1-1,-1 0 0,1 0 1,0 0-1,0 0 0,0-1 1,0 0-1,0-1 0,0 1 1,2-1-29,13 2 23,1-2 0,-1 0 0,1-1 0,0-1 0,-1-1 0,14-4-23,-19 3-231,0 0 1,0-2 0,-1 1-1,0-2 1,0 0-1,0-1 1,-1-1 0,0 0-1,0-1 1,-1 0-1,-1-1 1,1 0 0,-1-1-1,-1-1 1,0 0 0,-1 0-1,0-1 1,-1-1-1,0 1 1,-1-1 0,4-12 230,8-7 2679,-10 31-403,-1 19-1921,-8-13-359,12 27 386,-3-25 19,5-19 99,8-24-566,-3 0 0,-1-2-1,-2 0 1,-2-2 0,8-31 66,-20 55-373,-2 13-7238,-1 4-4501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6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13171,'0'0'3581,"0"0"-1280,10 23-812,23 62 504,-3 2 1,11 58-1994,-9 29 743,-21-106-421,2 0 0,4-1 0,16 40-322,-32-104-144,0 0-1,0 0 1,0-1 0,1 1 0,-1 0 0,1-1 0,-1 1 0,1-1 0,0 0 0,0 0 0,0 0 0,0 0 0,1 0 0,-1 0 0,0 0 0,1-1 0,0 1 0,-1-1-1,3 1 145,1 0-911,1-1 0,0 0 0,0 0 0,0 0-1,-1-1 1,1 0 0,2 0 911,5 0-1637,19 0-8327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7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3185,'0'0'8694,"0"0"-4706,0 0-544,0 0-1434,0 0-1044,-24 7-381,8-4-455,5 0-68,1-1-1,-1 1 1,1 1 0,0 0-1,-6 3-61,12-5 39,0 1-1,0-1 1,0 1-1,1 0 1,-1 0-1,1 0 1,0 0-1,0 1 1,0 0-1,0-1 1,0 1-1,1 0 1,0 0 0,0 0-1,0 0 1,0 1-1,-1 3-38,-1 8 123,0 1-1,0-1 1,2 1-1,0-1 1,1 1-1,1 0 1,0-1-1,3 17-122,-2-28 5,-1 0-1,2 0 0,-1 0 1,1 0-1,-1-1 1,1 1-1,1 0 1,-1-1-1,1 1 1,0-1-1,0 0 1,0 0-1,0 0 0,1-1 1,-1 1-1,1-1 1,0 0-1,0 0 1,0 0-1,1 0 1,-1-1-1,1 1 1,-1-1-1,1 0 0,0-1 1,0 1-1,0-1 1,0 0-1,0 0 1,3 0-5,4 0-16,0 1 0,0-2 0,0 1 0,0-2 0,0 1 0,0-2 0,0 0 0,0 0-1,0-1 1,-1 0 0,0-1 0,1-1 16,-6 2-11,-1 0-1,0 0 0,0-1 1,0 1-1,-1-1 0,1 0 0,-1 0 1,0-1-1,0 0 0,0 1 1,-1-1-1,1-1 0,-1 1 0,-1 0 1,1-1-1,-1 1 0,0-1 1,0 0-1,0 0 0,-1 0 0,0 0 1,0 0-1,0 0 0,-1-3 12,0 2 23,2-3 65,-1 0 0,-1 0 1,0 0-1,0-1 0,-1 1 1,0 0-1,-1 0 0,0 0 0,-1 0 1,-1-2-89,6 65 1061,2-38-1017,0 0 0,1-1 0,1 1 0,1-1 1,0-1-1,0 1 0,8 9-44,-9-15-44,1 1 0,-1-1 0,1-1-1,1 0 1,-1 0 0,1 0 0,0-1 0,1 0 0,0 0 0,-1-1 0,2 0 0,6 2 44,15 2-1464,1-1 1,0-1-1,26 1 1464,16-2-7382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7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 12139,'0'0'2790,"0"0"-231,7-22-167,-5 19-2274,19-62 2150,-2 0-1,-2-6-2267,-18 70 51,1 0 0,0 1-1,0-1 1,0 0 0,0 0 0,0 1-1,0-1 1,0 0 0,1 1 0,-1-1-1,0 0 1,0 0 0,0 1-1,1-1 1,-1 0 0,0 1 0,1-1-1,-1 1 1,1-1 0,-1 0 0,0 1-1,1-1 1,-1 1 0,1-1-1,0 1 1,-1-1 0,1 1 0,-1 0-1,1-1 1,0 1 0,-1 0 0,1-1-1,0 1 1,-1 0 0,1 0-51,1 1 31,-1 0-1,1 0 1,-1 0 0,0 0 0,1 0 0,-1 0 0,0 1 0,0-1-1,0 0 1,0 1 0,0-1 0,0 1 0,-1 0 0,1 0-31,25 61 46,-11-8 206,-2 2 1,-2 0-1,1 44-252,-4-31-391,4 1 0,6 13 391,-18-81-183,1 0 1,0-1 0,0 0-1,0 1 1,0-1 0,0 0-1,0 1 1,1-1-1,-1 0 1,1 0 0,0 0 182,16 8-7123,-7-9-356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7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13259,'0'0'2927,"0"0"-578,0 0-1096,0 0-759,26-8-353,159-46 2,-185 54-136,1 0 0,0 0 1,0 0-1,0-1 0,0 1 0,-1 0 1,1 0-1,0-1 0,0 1 1,-1 0-1,1-1 0,0 1 0,-1 0 1,1-1-1,0 1 0,-1-1 1,1 0-1,-1 1 0,1-1 1,0 1-1,-1-1 0,0 0 0,1 1 1,-1-1-1,1 0 0,-1 0 1,0 1-1,1-1 0,-1 0 0,0 0 1,0 1-1,0-1 0,0 0 1,0 0-1,0 0 0,0 0 0,0 1 1,0-1-8,0-1 19,-1 1 0,0 0 1,0 0-1,0 0 0,0 0 1,0 0-1,0 0 1,0 0-1,0 0 0,0 0 1,0 0-1,0 0 0,0 1 1,-1-1-1,1 1 0,0-1 1,-1 1-1,1-1 0,0 1 1,-1 0-1,1-1 1,-1 1-20,-4-1 44,0 0 0,1 0 0,-1 1 1,0-1-1,0 1 0,0 1 1,0-1-1,0 1 0,1 0 1,-1 0-1,0 1 0,1-1 1,-1 1-1,0 1-44,2-1 36,1 1 0,0-1 0,0 1 0,0-1 0,1 1 1,-1 0-1,1 0 0,-1 0 0,1 1 0,0-1 0,0 0 0,0 1 0,1-1 1,-1 1-1,1 0 0,0 0 0,0-1 0,0 1 0,0 0 0,1 0 1,0 2-37,-2 5 35,1 0 0,1 0 0,0 0 1,1 0-1,0 0 0,1 0 1,0 0-1,0 0 0,1-1 0,1 1 1,-1-1-1,2 0 0,0 0 1,0 0-1,0 0 0,2-1-35,0 1 6,1 0 0,1 0 0,0-1-1,0-1 1,1 1 0,0-1 0,1-1 0,0 0-1,0 0 1,0-1 0,1-1 0,-1 0 0,11 3-6,-10-4-21,0-1 0,1 0 0,0 0 0,0-1 1,0-1-1,0 0 0,0 0 0,0-2 0,0 0 1,9-1 20,-18 0 1,-1 1 1,0-1-1,0 0 1,0 0-1,-1 0 1,1 0-1,0 0 1,-1 0-1,1-1 1,-1 1-1,0-1 1,0 0-1,0 0 1,0 0-1,0 0 1,-1 0-1,1 0 1,-1 0-1,0 0 1,0-1-1,0 1 1,0-2-2,4-16 81,-1 0 0,0-1 1,-1-5-82,-1 5 63,1-4 28,2 2 1,0-1 0,1 0-1,2 0-91,-4 16-287,0 0 0,0 0-1,1 0 1,0 0 0,2-1 287,-2 4-859,0 0 1,0 0-1,1 0 0,0 0 1,0 1-1,7-4 859,15-9-4650,-1 3-2209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5049,'0'0'5279,"0"0"-1889,0 0-898,0 0-569,-13 22-408,-39 72-291,47-82-1032,1-1-1,1 1 0,0-1 0,0 1 0,1 0 0,1 0 0,0 0 0,1 0 1,0 0-1,0 0 0,2 0 0,-1 0 0,3 6-191,-3-12 33,1 0 1,0 0-1,0 0 0,0-1 1,0 1-1,1-1 1,0 1-1,0-1 0,1 0 1,-1 0-1,1 0 1,0-1-1,1 0 0,-1 1 1,1-1-1,0-1 0,-1 1 1,2-1-1,-1 0 1,6 3-34,-4-3-144,2 1 0,-1-1 1,0-1-1,1 1 0,-1-2 1,1 1-1,-1-1 1,1 0-1,0-1 0,0 0 1,-1 0-1,1-1 1,0 0-1,3-2 144,-7 2-207,0-1-1,-1 0 1,1-1-1,-1 1 1,1-1-1,-1 0 1,0 0-1,0 0 1,-1-1-1,1 1 1,0-1-1,-1 0 1,0 0-1,0 0 1,0 0-1,-1-1 1,1 1 0,-1-1-1,0 1 1,-1-1-1,1 0 1,-1 0-1,0 0 1,0 0-1,0-3 208,4-21 86,-2 0 0,-1 0 1,-1 0-1,-2-2-86,1 9 662,1 14 4673,1 31-3893,6 53-1340,-5-64-64,0 1-1,1-2 0,0 1 1,1 0-1,0-1 1,3 4-38,-4-10-68,0 1 0,0-1 1,0 0-1,1 0 1,-1 0-1,1-1 1,1 1-1,-1-1 1,0 0-1,1-1 1,0 1-1,0-1 1,5 2 67,34 10-1637,1-2-1,1-1 1,11-1 1637,46 5-5609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8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13259,'0'0'2600,"0"0"201,0 0-577,0 0-967,0 0 31,0 0-192,-127 134-264,127-95-375,0 1-257,22-8-152,19-7-48,12-8-32,4-9-497,26-8-1151,-17-3-4513,-14-17-9851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49 12707,'0'0'2999,"0"0"-106,0 0-656,-4 22-715,-10 75-434,14-92-1036,0-1 0,0 0 0,0 1 0,0-1 0,1 0 0,0 0 0,0 1 0,0-1 0,1 0-1,-1 0 1,1 0 0,0 0 0,0-1 0,0 1 0,1 0 0,-1-1 0,1 1 0,0-1 0,0 0-1,0 0 1,0 0 0,0-1 0,1 1 0,-1-1 0,1 1 0,0-1 0,0 0 0,0-1 0,2 2-52,7 1 30,-1 0 1,1 0-1,0-2 1,0 1-1,1-2 1,-1 1-1,11-2-30,-14 1 11,0-2 0,0 1 0,-1-1 0,1 0 0,0-1 0,-1-1 0,1 1 0,-1-1 1,2-1-12,-8 2 4,1 0 1,0-1-1,-1 1 1,0-1-1,0 1 1,1-1 0,-1 0-1,-1 0 1,1 0-1,0-1 1,-1 1 0,0-1-1,0 1 1,0-1-1,0 0 1,0 0-1,-1 0 1,0 0 0,0 0-1,0 0 1,0 0-1,0-2-4,0-4 11,0-1 0,0 1-1,-1-1 1,0 1-1,-1-1 1,0 0-1,-1 1 1,0 0 0,0-1-1,-1 1 1,-1 0-1,0 0 1,0 1 0,-1-1-1,-4-6-10,22 45-46,-1 1-1,-1 0 1,-2 1 0,4 26 46,-12-51-7,11 45 27,-3 0 1,-3 0-1,-1 1 0,-3 18-20,-2-68-54,0-23-465,-5-43 410,2 29 56,1 0-1,1 0 1,4-24 53,-2 48-3,1 0 0,0 0 0,1 0 0,0 1-1,1-1 1,0 1 0,1 0 0,0 0 0,0 0 0,1 0 0,0 1 0,1 0 0,5-5 3,-3 5-7,0 0 1,1 0-1,0 2 1,1-1-1,-1 1 1,2 0-1,-1 1 1,1 1-1,8-4 7,-11 6-4,0 0-1,0 1 0,0 0 1,0 0-1,0 1 0,0 0 1,0 1-1,0 0 0,1 0 1,-1 1-1,0 0 1,0 0-1,8 3 5,-13-2-2,0-1 1,0 1-1,-1 0 1,1 0-1,-1 0 0,0 0 1,0 1-1,0-1 1,0 1-1,0 0 1,0 0-1,-1 0 0,1 0 1,-1 0-1,0 1 1,0-1-1,0 1 1,0-1-1,0 4 2,1 2 40,0 0-1,0 1 1,-1-1-1,-1 1 1,0 0-1,0-1 1,-1 7-40,0-14 19,0 0 0,0 1 1,-1-1-1,1 0 1,-1 0-1,0 1 0,1-1 1,-1 0-1,0 0 1,0 0-1,0 0 0,0 0 1,-1 0-1,1 0 1,-1 0-1,1-1 0,-1 1 1,1-1-1,-1 1 1,0-1-1,0 1 0,0-1 1,0 0-1,0 0 1,0 0-1,0 0 0,0 0 1,0 0-1,0-1 1,-1 1-1,-1 0-19,-9 1 27,-1 0 0,1-1 0,-1 0 0,1-1 0,-2 0-27,1 0 4,8-1 28,0 0 0,0 0 0,1-1 0,-1 1 0,0-1 0,1 0 0,-1-1 1,1 1-1,0-1 0,0 0 0,0-1 0,-3-1-32,6 3-92,0 0-1,0 0 1,0 0 0,0 0 0,0 0-1,0 0 1,1-1 0,-1 1-1,1-1 1,0 1 0,-1-1 0,1 1-1,0-1 93,1 1-250,0 1-1,-1-1 1,1 0-1,0 0 1,0 1-1,0-1 1,0 0-1,1 0 1,-1 1-1,0-1 1,1 0-1,-1 1 1,1-1-1,0 0 1,-1 1-1,1-1 1,0 1-1,0-1 1,0 1-1,0-1 1,0 1-1,0 0 251,16-14-5206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9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13355,'0'0'3718,"0"0"-1273,0 0-616,0 0-551,-23 29-249,-69 97-251,89-122-734,0 1 0,0-1 1,1 1-1,-1 0 0,1 0 0,0 0 1,0 0-1,1 0 0,-1 1 0,1-1 1,1 0-1,-1 1 0,1-1 0,-1 1 1,2-1-1,-1 1 0,1-1 0,0 3-44,1 6 115,-2-10-102,1 1 0,0-1 1,0 0-1,1 0 0,-1 1 1,1-1-1,0 0 1,0 0-1,1-1 0,-1 1 1,1 0-1,0-1 0,-1 1 1,2-1-1,-1 0 0,0 0 1,1 0-1,-1-1 0,1 1 1,0-1-1,0 0 0,0 0 1,0 0-1,0 0 0,0-1 1,0 0-1,3 1-13,-2-1-32,0 0 0,0 0-1,0 0 1,0-1 0,0 1 0,0-1-1,0-1 1,0 1 0,0-1 0,0 0-1,0 0 1,-1 0 0,1-1 0,0 1-1,-1-1 1,1 0 0,-1-1 0,1 1 0,-1-1-1,0 0 1,0 0 0,0 0 0,-1 0-1,3-3 33,6-10 77,-2-1 0,0 0 0,0 0 0,-2-1-1,0 0 1,-1-1 0,-1 0 0,-1 0 0,-1 0 0,2-14-78,-7 45 63,0 1-1,1-1 0,0 0 0,1 0 0,0 0 1,1 0-1,0 0 0,1 0 0,1-1 0,0 1 0,0-1 1,1 0-1,0 0 0,1 0 0,1 1-61,-2-9-287,-1 1 0,1-1 1,0 0-1,0 0 0,0 0 0,0-1 0,0 1 1,0-1-1,1-1 0,-1 1 0,1-1 0,-1 0 1,1 0-1,0 0 0,-1-1 0,1 0 0,0 0 0,5-1 287,-1 1-1366,41 1-5989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09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14427,'0'0'3604,"0"0"-820,0 0-1242,0 0-631,-24 21-177,-5 3-369,1 2 0,-14 17-365,38-37 50,0-1 0,1 1 0,-1 0 0,1 0 0,0 0 0,1 0 1,-1 1-1,1-1 0,1 1 0,-1-1 0,1 1 0,0 0 0,1-1 0,-1 1 0,1 0 0,1 0 0,-1-1 1,1 1-1,1 1-50,-1 6 80,0-6-91,1 1 1,-1 0-1,2-1 0,-1 1 1,1-1-1,1 0 0,-1 0 1,1 0-1,1 0 0,0-1 0,0 0 1,0 0-1,1 0 0,0 0 1,0-1-1,0 0 0,1 0 0,0-1 1,0 0-1,1 0 0,-1-1 1,1 1-1,0-2 0,0 1 0,1-1 1,-1-1-1,1 1 0,-1-1 1,1-1-1,0 0 0,-1 0 1,1 0-1,0-1 0,0-1 0,5 0 11,-9-1-70,0 1 0,0-1 0,-1 0 0,1-1 0,-1 1 0,0-1-1,1 0 1,-1 0 0,0 0 0,-1-1 0,1 1 0,0-1 0,-1 0-1,0 0 1,0 0 0,0 0 0,-1-1 0,1 1 0,-1-1-1,0 1 1,0-1 0,-1 0 0,0 0 0,1-2 70,5-20-120,-1 0 0,-1-1 0,1-24 120,-5 46 0,0-23 80,0 2 916,0 46 111,-1 437 352,0-455-1463,0 1-1,0 0 1,0-1-1,0 1 1,0 0-1,0 0 0,0-1 1,1 1-1,-1 0 1,1-1-1,-1 1 1,1 0-1,0-1 0,0 1 1,0-1-1,-1 1 1,2-1-1,-1 0 0,0 1 6,0-1-41,0-1 1,0 0-1,-1 1 1,1-1-1,0 0 1,0 1-1,0-1 1,0 0-1,0 0 1,0 0-1,0 0 1,0 0-1,0 0 1,0 0-1,0 0 1,0 0-1,0 0 1,0-1 0,0 1-1,0 0 1,0-1-1,-1 1 1,1 0-1,0-1 40,4-2-745,-1 1-1,1-1 0,-1 0 1,0-1-1,0 1 1,-1-1-1,1 0 1,-1 0-1,1 0 1,-1 0-1,0-2 746,17-32-11512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0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14723,'0'0'2122,"0"0"-758,0 0 582,0 0-223,4 22-533,16 68-400,-19-86-749,1 0-1,0 0 0,0 0 0,0-1 0,0 1 1,1 0-1,-1-1 0,1 0 0,0 0 0,0 0 1,0 0-1,0 0 0,1 0 0,-1-1 0,1 0 1,0 1-1,-1-2 0,4 2-40,3 1 62,0-1 0,0 0 1,1-1-1,-1 0 0,8 0-62,-3 0 67,0 0 0,0-2-1,0 1 1,-1-2 0,1 0-1,0-1 1,0 0 0,13-5-67,-21 4 27,1 0 1,-1 0 0,0-1 0,0 0-1,0 0 1,0-1 0,-1 0 0,0 0 0,0 0-1,0-1 1,-1 0 0,0 0 0,0 0 0,0-1-1,-1 0 1,0 1 0,1-4-28,2-6-40,-1 0 0,-1-1-1,-1 1 1,0-1 0,-1 0 0,-1 0 0,-1 0 0,0-1 0,-1 1-1,-1-1 41,1 18-8,0 0-1,0 1 0,-1-1 1,1 0-1,0 1 0,0-1 1,0 0-1,0 1 0,0-1 1,0 0-1,0 0 0,0 1 1,-1-1-1,1 0 0,0 0 1,0 1-1,0-1 0,-1 0 1,1 0-1,0 1 0,0-1 1,-1 0-1,1 0 0,0 0 1,0 0-1,-1 0 0,1 1 1,0-1-1,-1 0 0,1 0 1,0 0-1,0 0 0,-1 0 1,1 0-1,0 0 0,-1 0 1,1 0-1,0 0 0,-1 0 1,1 0-1,0 0 0,-1 0 1,1 0-1,0 0 0,0 0 1,-1-1-1,1 1 0,0 0 1,-1 0-1,1 0 0,0 0 1,0-1-1,-1 1 0,1 0 1,0 0-1,0-1 0,0 1 1,-1 0-1,1 0 0,0-1 1,0 1-1,0 0 0,0 0 1,0-1-1,0 1 0,-1-1 9,-2 22-8,0-1-1,2 0 1,0 1 0,1-1-1,1 1 1,3 16 8,-4-34 1,1-1 1,-1 1 0,1 0 0,0 0 0,0 0 0,0 0 0,0 0-1,1-1 1,-1 1 0,1-1 0,0 1 0,-1-1 0,1 1-1,0-1 1,1 0 0,-1 0 0,0 0 0,0 0 0,1-1-2,2 2 4,0 0 0,0 0 1,1-1-1,-1 0 0,1 0 1,-1 0-1,1-1 1,-1 0-1,1 0 0,0 0-4,4 0 9,0-1 0,0 0 1,0 0-1,0-1 0,0 0 0,-1-1 0,1 0 0,0 0 0,-1-1 0,1 0 0,6-4-9,22-19 183,-24 7-1921,-14 19 1428,0-1 0,0 0 0,1 0 0,-1 1 0,0-1 0,0 0 0,0 0 0,0 0 0,0 1 0,0-1 0,0 0 0,0 0 0,0 0 0,0 1 0,-1-1 0,1 0 0,0 0 0,0 1 0,-1-1 0,1 0 0,-1 0 0,1 1 0,-1-1 310,-8-5-8934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0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10562,'0'0'2788,"0"0"-763,0 0-163,24 21-818,9 8-834,15 11 47,-1 3 0,5 10-257,-39-39 22,-1 1-1,0 0 1,-1 1-1,-1 0 1,0 0-1,-2 1 1,1 1-22,-5-8 56,0 0 0,-1 1 0,0-1 1,-1 0-1,0 1 0,-1 0 0,0 0 1,0-1-1,-1 1 0,-1 0 0,0 0 1,0-1-1,-2 4-56,2-8 95,-1-1 0,-1 1 0,1 0 1,-1-1-1,0 0 0,0 1 0,0-1 0,-1 0 0,0-1 1,0 1-1,0-1 0,0 1 0,-1-1 0,0 0 0,0-1 1,0 1-1,0-1 0,0 0 0,-1-1 0,1 1 0,-1-1 1,0 0-1,0 0 0,0-1 0,-6 1-95,10-2 11,0-1-1,0 0 1,0 0-1,0 0 1,0 0 0,0 0-1,0-1 1,0 1-1,0 0 1,0-1 0,1 0-1,-1 1 1,0-1-1,1 0 1,0 0-1,-1 0 1,1 0 0,0 0-1,0 0 1,0 0-1,0 0 1,0 0 0,1-1-1,-1 1 1,1 0-1,-1-1 1,1 1-1,0-1-10,-3-11-212,1-1 0,0 1-1,1 0 1,1-2 212,0 14-124,0 0 1,1 0-1,-1-1 0,1 1 1,-1 0-1,1 0 1,0 0-1,0 0 1,0 0-1,0 0 1,0 0-1,0 0 0,1 0 1,-1 0-1,0 0 1,1 1-1,0-1 1,-1 1-1,1-1 1,0 1-1,0 0 0,0 0 1,0-1-1,0 1 1,0 1-1,0-1 1,0 0-1,1 0 124,11-3-604,0 0-1,0 1 1,0 1 0,7-1 604,9-1-522,15-4 65,11-3 139,39-12 318,-80 19 185,-1-1-1,0-1 1,0 0-1,0-1 1,-1 0-1,0-1 1,-1 0-1,10-9-184,-20 15 171,0 1 0,0-1-1,0 0 1,0 0-1,0 0 1,-1 0-1,1-1 1,-1 1-1,0 0 1,1-1 0,-1 1-1,0 0 1,0-1-1,-1 0 1,1 1-1,0-1 1,-1 1 0,0-1-1,1 0-170,-2 3 70,1-1 0,-1 1 0,1-1 0,-1 1 1,1-1-1,-1 1 0,0 0 0,1-1 0,-1 1 0,1 0 0,-1 0 0,0-1 0,1 1 0,-1 0 0,0 0 1,1 0-1,-1 0 0,0 0 0,1 0 0,-1 0 0,0 0 0,1 0 0,-1 0 0,0 0 0,1 0 0,-1 1 1,0-1-1,1 0 0,-1 0 0,1 1 0,-1-1-70,-24 8 212,20-4-191,0 0 0,0 1 1,0-1-1,0 1 1,1 0-1,0 0 0,0 0 1,0 1-1,0 0 1,1-1-1,0 1 0,1 0 1,-1 1-1,-1 5-21,1-1 9,0 1-1,0-1 0,1 1 1,1 0-1,0-1 1,1 1-1,0 0 0,1 3-8,0-10-25,0 0 0,0-1 0,0 1 0,1 0 0,0-1 0,0 0 0,0 1 0,0-1 0,1 0 0,0 0 0,0 0 0,0 0 0,0-1 0,0 1 0,1-1 0,0 0 0,-1 0 0,1 0 0,1 0 0,-1-1 0,0 0 0,0 0 0,1 0 0,-1 0 0,1 0 0,0-1 0,1 0 25,18 5-1560,-1-2 0,1 0-1,0-2 1,21 0 1560,-41-2-455,61 1-8852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1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4305,'0'0'7887,"0"0"-4709,0 0-952,0 0-557,-14 26-299,-41 84-354,53-106-974,1-1-1,-1 1 1,1-1-1,0 1 0,0 0 1,0-1-1,1 1 1,-1 0-1,1 0 1,0 0-1,0 0 1,0-1-1,1 1 0,-1 0 1,1 0-1,0 0 1,0 1-42,1-2 18,-1 0 0,1 0 0,0-1 0,0 1 0,0-1 0,0 1 0,0-1 0,0 1 1,1-1-1,-1 0 0,1 0 0,0 0 0,-1-1 0,1 1 0,0-1 0,1 1-18,4 1-15,0 0 1,0-1-1,1 0 0,-1 0 0,0-1 0,1 0 0,0 0 1,-1-1-1,1 0 0,-1-1 0,8-1 15,-12 1-34,1-1 1,-1 0-1,0 0 0,0 0 0,0-1 1,-1 0-1,1 1 0,0-1 0,-1-1 1,0 1-1,0 0 0,0-1 1,0 1-1,0-1 0,-1 0 0,0 0 1,0 0-1,0 0 0,0-1 0,0 1 1,-1 0-1,0-1 0,0 1 0,0-3 34,4-13 769,-2 0 0,0 0 0,-1-1 0,-1-15-769,-1 34 825,2 12-448,1 11-392,10 47 103,-11-63-112,-1-1 1,1 1-1,0-1 1,0 1-1,1-1 1,-1 0-1,1 0 1,0 0-1,0 0 1,0-1-1,0 1 1,1-1-1,1 2 24,4 0-622,0 1-1,1-2 0,0 1 0,-1-1 0,1-1 0,1 0 0,3 1 623,29 3-7234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1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108 165 12171,'0'0'2910,"0"0"-561,0 0-434,0 0-690,-18 25-313,-9 13-113,-16 32-799,40-64 86,0 1 0,0-1 0,1 1 0,0 0 0,0 0 0,1 0 0,-1 0 1,1 0-1,1 0 0,-1 0 0,1 0 0,1 0 0,0 6-86,1 8 228,-2-16-228,0 0 0,1 0 0,0 0 0,1 0 0,-1 0 0,1 0 0,0 0 0,0 0 0,0-1 0,0 1 0,1-1 0,0 1 0,0-1 1,0 0-1,1 0 0,-1-1 0,1 1 0,0-1 0,0 1 0,0-1 0,0-1 0,1 1 0,-1 0 0,1-1 0,0 0 0,0 0 0,-1-1 0,1 1 0,0-1 0,0 0 1,1 0-1,-1-1 0,0 1 0,0-1 0,0 0 0,0-1 0,0 1 0,1-1 0,-1 0 0,0 0 0,0-1 0,-1 0 0,1 1 0,0-1 0,2-2 0,-1 0-168,1 0 0,0-1-1,-1 0 1,0 0 0,0 0-1,-1-1 1,1 0 0,-1 0-1,0 0 1,-1-1-1,0 0 1,0 0 0,0 0-1,-1 0 1,0 0 0,0-1-1,-1 1 1,0-1 0,0 0-1,0-4 169,4-24-534,-2-1 0,-2 1 0,-1-33 534,-1 55 2,0-25-10,1 20 624,0 1 1,-2-1 0,0 0-1,-1 0 1,-1 1 0,0-1 0,-2-1-617,2 23 1743,1 14-1427,0 23-400,3-22 110,0 0 0,1 0 1,0 0-1,2 0 0,0-1 1,1 1-1,0-1 0,2 0 1,0-1-1,2 2-26,-6-11-41,1 0-1,0 0 0,1-1 1,-1 1-1,2-1 1,-1 0-1,0 0 1,1-1-1,0 1 1,1-1-1,-1-1 1,1 1-1,0-1 0,0 0 1,0-1-1,0 0 1,1 0-1,-1 0 1,1-1-1,0 0 1,0-1-1,0 0 1,6 1 41,-8-2-266,-1 0 1,1 0 0,0 0 0,-1-1-1,1 0 1,0 0 0,-1 0 0,1-1-1,-1 0 1,0 0 0,1 0 0,-1 0 0,0-1-1,0 0 1,0 0 265,-2 0-143,0 0-1,0-1 1,0 1-1,0 0 1,-1-1 0,0 1-1,1-1 1,-1 0-1,-1 0 1,1 0-1,0 0 1,-1 0 0,0 0-1,0-1 1,0 1-1,-1 0 1,1 0 0,-1-1-1,0 1 1,0-2 143,0 4 119,0-1 1,0 1-1,-1 0 0,1 0 1,0 0-1,-1-1 1,1 1-1,-1 0 1,0 0-1,0 0 1,0 0-1,0-1-119,-9 0 1374,-6 16-1194,13-8-138,0 0 0,0 0-1,1 0 1,-1 1 0,1-1 0,1 1-1,-1 0 1,1-1 0,0 1 0,0 0-1,1 5-41,0 71 433,0-71-413,0-9-21,0 1-1,0 0 1,1 0-1,-1-1 0,1 1 1,-1 0-1,1-1 1,0 1-1,0 0 1,0-1-1,0 1 1,0-1-1,1 0 1,-1 1-1,1-1 0,0 0 1,0 0-1,-1 0 1,1 0-1,0 0 1,1 0-1,-1-1 1,0 1-1,0-1 0,1 1 1,-1-1-1,1 0 1,-1 0-1,2 0 2,7 2-703,0-1 0,0-1 0,0 0 0,1 0 1,-1-1-1,8-1 703,4 1-3194,26 0-9761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2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9738,'0'0'2469,"0"0"-284,19 23-286,62 80-218,-75-95-1342,0 0 0,0 0 0,-1 1 0,0 0 0,0 0 0,-1 1 0,0-1 0,-1 1 0,0 0 0,-1 0 0,0 0 0,0 0 1,-1 0-1,0 0 0,-1 1 0,0-1 0,-2 7-339,2-14 51,0-1 1,-1 1-1,0 0 1,0-1 0,1 1-1,-1 0 1,-1-1-1,1 1 1,0-1-1,-1 1 1,1-1 0,-1 0-1,0 0 1,0 0-1,0 0 1,0 0-1,0 0 1,0 0 0,0-1-1,-1 1 1,1-1-1,0 1 1,-1-1-1,0 0 1,-2 1-52,-2 0-56,0 1 1,-1-1-1,1 0 1,-1-1-1,1 0 1,-1 0-1,0-1 1,1 0-1,-3 0 56,9-1-137,-1 1-1,1-1 1,0 0-1,0 1 1,0-1-1,-1 0 1,1 0 0,0 0-1,0 0 1,0 0-1,0 0 1,0 0-1,1 0 1,-1 0-1,0 0 1,0 0-1,1 0 1,-1-1-1,1 1 1,-1 0 0,1-1-1,-1 1 1,1 0-1,0-1 1,0 1-1,-1 0 1,1-1-1,0 1 1,0-1-1,1 1 1,-1 0 137,1-53-6522,0 49 5448,3-25-5337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71 5937,'0'0'2985,"0"0"-202,0 0-630,0 0-336,0 0 237,0 0 128,8-15-582,14-27-1002,-16 28-330,-14 27 180,1 0-342,0 0 0,1 1 0,1 0 0,0-1 0,1 2 0,0-1 0,2 0 0,-1 1 0,2-1 0,0 1 0,0 0 0,2-1 0,1 15-106,-1-25-5,0 0 1,1 0 0,-1-1-1,1 1 1,0-1 0,0 1-1,0-1 1,0 0 0,1 1 0,-1-1-1,1 0 1,0-1 0,0 1-1,0 0 1,0-1 0,0 0 0,0 0-1,1 0 1,-1 0 0,1 0-1,0-1 1,-1 1 0,1-1 0,0 0-1,0 0 1,0-1 0,3 1 4,15 3-428,1-2-1,-1-1 1,1 0 0,8-2 428,-12 0-596,65-3-3055,-4-11 375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2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32 2905,'0'0'8926,"0"0"-4840,0 0-1670,0 0-674,0 0-388,0 0-265,-19 18-101,-56 59-377,73-76-590,1 1 0,-1-1 0,1 1 0,0-1 0,0 1 0,0 0 1,0 0-1,0-1 0,0 1 0,0 0 0,1 0 0,-1 0 0,0 1-21,1-3 5,0 1 0,0-1 0,0 1 1,1-1-1,-1 1 0,0-1 0,0 1 0,0-1 0,0 1 1,0-1-1,1 1 0,-1-1 0,0 1 0,0-1 0,1 1 1,-1-1-1,0 0 0,1 1 0,-1-1 0,1 1 1,-1-1-1,0 0 0,1 0 0,-1 1 0,1-1 0,-1 0 1,1 0-1,-1 1-5,36 2 131,-32-3-93,1 1-173,-1-1-1,1 1 1,-1-1 0,1 0-1,-1-1 1,1 1-1,0-1 1,-1 0-1,1 0 1,-1 0 0,0-1-1,1 1 1,-1-1-1,0 0 1,0-1 0,0 1-1,0 0 1,-1-1-1,1 0 1,-1 0-1,1 0 1,-1-1 0,0 1-1,0-1 1,-1 1-1,1-1 1,-1 0-1,0 0 1,0 0 0,0 0-1,0-1 1,-1 1-1,1-3 136,5-29-1109,-7 31 1140,1-1-1,0 1 1,0 0 0,0 0-1,0 0 1,1-1 0,0 1-1,0 1 1,0-1-31,-1 5 19,-1 0 1,0 0-1,0-1 1,1 1-1,-1 0 1,0 0 0,0 0-1,1 1 1,-1-1-1,0 0 1,0 0-1,0 0 1,1 0-1,-1 0 1,0 0-1,0 0 1,1 0-1,-1 0 1,0 1 0,0-1-1,0 0 1,1 0-1,-1 0 1,0 0-1,0 1 1,0-1-1,0 0 1,0 0-1,1 0 1,-1 1-1,0-1 1,0 0-1,0 0 1,0 0 0,0 1-1,0-1 1,0 0-1,0 0 1,0 1-1,0-1 1,0 0-1,0 0 1,0 1-1,0-1 1,0 0-1,0 0 1,0 1-1,0-1 1,0 0 0,0 0-1,0 1 1,0-1-1,-1 0 1,1 0-20,5 28 176,-1 0 0,-1 0 1,-1 0-1,-2 1 0,-1-1 1,-1 0-1,-1 0 0,-2 0 1,-1 0-1,-4 9-176,5-21 155,0-1 0,-1 0 0,0 0 1,-2-1-1,1 1 0,-2-2 0,0 1 0,0-1 1,-2-1-1,1 0 0,-2 0 0,1-1 0,-1 0 0,-1-1 1,0-1-1,-1 0 0,1 0 0,-2-2 0,-1 1-155,13-6 17,0-1 0,-1 1 0,1-1 0,-1 0 0,1 0 0,-1 0 0,1 0 0,-1-1 0,0 1 0,1-1 0,-1 0 0,0 0 0,1-1 1,-1 1-19,2-1-19,1 0-1,-1 0 1,1 0-1,-1 0 1,1 0-1,0 0 0,-1-1 1,1 1-1,0 0 1,0-1-1,0 1 1,0-1-1,0 1 0,0-1 1,1 1-1,-1-1 1,0 0-1,1 1 0,-1-1 1,1 0-1,0 1 1,0-1-1,-1 0 1,1 0-1,0 1 0,0-1 1,1 0-1,-1 0 1,0 0 20,0-9-676,1 1 1,0-1 0,1 1 0,0 0-1,0 0 1,1-1 0,0 2 0,1-1-1,1-3 676,22-39-7026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3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12819,'0'0'2891,"0"0"-68,0 0-817,0 0-856,23 15-598,76 48-316,-94-60-210,-1-1 1,1 1-1,0-1 0,1 0 1,-1-1-1,0 1 0,0-1 1,1 0-1,-1 0 0,0-1 1,1 1-1,-1-1 0,5-1-26,-7 1-116,1-1-1,0 0 0,0-1 1,0 1-1,-1 0 0,1-1 1,-1 0-1,1 0 0,-1 0 1,0 0-1,1-1 0,-1 1 0,0-1 1,1-1 116,4-7-542,0 0 1,-1 0 0,0-1-1,-1 0 1,0 0 0,0 0-1,-2-1 1,1-1 541,-1 4-231,-4 9 266,0 0 1,0 1 0,0-1-1,0 0 1,1 1 0,-1-1-1,0 0 1,1 0 0,-1 1-1,0-1 1,1 1 0,-1-1 0,1 0-1,-1 1 1,1-1 0,-1 1-1,1-1 1,0 1 0,-1 0-1,1-1 1,0 1 0,-1-1-1,1 1-35,9 9 545,3 28-187,-12-34-377,5 20 167,1 0 182,-1 1 1,-1 0-1,-1-1 1,0 22-331,-4-44 504,0-11 440,0-12-1046,1 0 1,0 1-1,2-1 0,1 0 1,4-13 101,-7 29 93,1 1 0,-1 0-1,1 0 1,0 0 0,0 0 0,1 1 0,0-1 0,-1 0 0,2 1 0,-1 0 0,0 0 0,1 0 0,0 0 0,0 0 0,0 1 0,0 0 0,0 0 0,1 0 0,0 0 0,-1 1 0,1-1 0,0 1-1,0 1 1,0-1 0,0 1 0,2-1-93,-5 2 33,1-1-1,-1 1 1,1 0-1,-1 0 0,0 0 1,1 0-1,-1 0 1,1 1-1,-1-1 0,0 1 1,1-1-1,-1 1 1,0 0-1,0 0 1,0 0-1,1 0 0,-1 0 1,0 1-1,0-1 1,-1 1-1,1-1 0,0 1 1,0 0-1,-1 0 1,1-1-1,0 3-32,3 5 21,0 0 0,-1 0 0,-1 0 0,0 1 0,0-1 0,0 3-21,-2-5 3,1 0 0,-1-1 0,1 0 0,1 1 0,-1-1 0,1 0 0,0 0 0,0 0 0,1-1 0,-1 1 0,1-1 0,1 0 1,1 2-4,1-3-177,0 0 0,0-1 0,0 0 0,1 0 0,-1 0 0,1-1 0,0 0 0,0-1 0,2 1 177,38 2-3854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3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119 218 8738,'0'0'6065,"0"0"-3976,0 0 775,0 0-1335,-118 136-841,118-96-448,0-3-88,14-10-56,19-7-96,0-13-448,2-7-1305,1 0-1983,-6-42-449,-5 3-1249</inkml:trace>
  <inkml:trace contextRef="#ctx0" brushRef="#br0" timeOffset="1">119 218 5553,'132'-126'5553,"-129"91"-656,-3 6-104,0 6-1944,0 19-825,0 4-1135,0 17-577,0 22 80,0 16-40,8 4-272,6 6 24,5-9-104,6-6-120,2-10-384,9-16-336,27-9-945,-10-7-3720,2-8-5097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3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14659,'0'0'4142,"0"0"-1793,0 0-942,0 0-352,0 0-264,0 0-294,-5 15-265,-8 48-135,13-61-100,0 0-1,1-1 0,-1 1 0,1-1 0,-1 1 0,1-1 0,0 1 0,0-1 1,0 0-1,0 1 0,0-1 0,0 0 0,0 0 0,0 0 0,0 1 1,1-1-1,-1-1 0,0 1 0,1 0 0,-1 0 0,1 0 0,-1-1 0,1 1 1,-1 0-1,1-1 0,-1 0 0,1 1 0,0-1 0,-1 0 0,1 0 1,-1 0-1,2 0 4,4 1-157,-1-1 0,1 1 0,-1-1 0,1-1 0,0 1 1,-1-1-1,3-1 157,-6 1-42,-1 0 1,0 0-1,0-1 1,0 1-1,0 0 1,0-1-1,0 0 0,0 1 1,0-1-1,-1 0 1,1 0-1,-1 0 1,1 0-1,-1 0 1,0 0-1,0 0 1,0 0-1,0-1 0,0 1 1,0-1 41,0 0 17,0 0 1,0 1-1,1-1 0,-1 1 1,1-1-1,-1 1 0,1-1 1,0 1-1,0 0 0,0 0 1,0 0-1,0 0 0,1-1-17,-3 3 15,0 0-1,1 0 0,-1 0 1,0 0-1,0 0 0,0 0 1,1 0-1,-1 1 0,0-1 1,0 0-1,0 0 0,0 0 1,0 0-1,1 0 0,-1 0 1,0 0-1,0 0 0,0 0 1,0 0-1,0 0 0,1 1 1,-1-1-1,0 0 0,0 0 1,0 0-1,0 0 0,0 0 1,0 1-1,0-1 0,0 0 1,0 0-1,1 0 0,-1 0 1,0 1-1,0-1 0,0 0 1,0 0-1,0 0 0,0 0 1,0 1-1,0-1 0,0 0 1,0 0-1,0 0 0,0 0 0,-1 1 1,1-1-1,0 0 0,0 0 1,0 0-1,0 0 0,0 1 1,0-1-1,0 0 0,0 0-14,0 4 134,1 12-43,0 10 122,0-1 1,2 0-1,1 0 1,2 0-1,0 0 1,1-1 0,2 2-214,-8-23-111,1 0 0,-1-1 0,0 1 0,1-1 0,0 0 0,-1 0 0,1 1 1,0-1-1,0 0 0,0-1 0,0 1 0,1 0 0,-1 0 0,1-1 1,-1 0-1,1 1 0,-1-1 0,1 0 0,-1 0 0,1 0 0,0-1 1,0 1-1,0-1 111,14 1-5964</inkml:trace>
  <inkml:trace contextRef="#ctx0" brushRef="#br0" timeOffset="1">415 345 8426,'0'0'8202,"0"0"-6346,0 0-1760,0 0-96,0 0-9354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5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 2817,'0'0'12530,"0"0"-10537,0 0 119,-110 155-223,77-95-1113,3-3-344,0-3-336,2-7 24,6-7-120,6-11-232,7-9-2145,9-15-5656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6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95 13499,'0'0'2096,"0"0"-503,29-10-266,5-2-1070,28-9 334,53-11-591,-114 33 8,0-1-1,0 0 1,-1 0 0,1-1-1,0 1 1,0 0 0,-1 0-1,1 0 1,0 0 0,0-1 0,-1 1-1,1 0 1,0-1 0,-1 1-1,1 0 1,0-1 0,-1 1-1,1-1 1,-1 1 0,1-1 0,-1 1-1,1-1 1,-1 1 0,1-1-1,-1 0-7,-15-5 272,-32 1 341,33 5-319,0 0 0,0 1 0,0 1 0,1 1 0,-1 0 0,1 0 0,0 1 0,-6 3-294,11-3 93,1 0 0,-1 0 0,1 1-1,-1-1 1,1 2 0,0-1 0,1 1-1,0 0 1,0 1 0,0-1 0,1 1 0,-1 0-1,-3 8-92,7-12 17,0 0 0,0 1-1,0-1 1,1 1-1,-1-1 1,1 1-1,0 0 1,0 0-1,0-1 1,0 1-1,1 0 1,-1 0-1,1 0 1,0 0-1,0 0 1,0 0-1,1-1 1,0 1-1,-1 0 1,1 0 0,1 0-1,-1-1 1,0 1-1,1-1 1,0 1-1,1 2-16,1-2 23,1 1-1,-1-1 1,1 0 0,0 0-1,-1 0 1,2-1 0,-1 0-1,0 0 1,1 0 0,0 0-1,-1-1 1,1 0 0,0 0-1,0-1 1,0 0 0,4 1-23,10 1-206,-1-1 1,1-1 0,0-1-1,0 0 1,0-1-1,0-2 1,0 0 0,0-1-1,-1 0 1,0-2-1,18-7 206,33-20-4871,-11 1-5091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6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7210,'0'0'6904,"0"0"-4416,0 0-1265,0 0-371,5 22-418,-4-17-416,4 17 28,1-1 0,0 0-1,2 0 1,0 0 0,2-1 0,9 16-46,-7-17 121,-1 1-1,-1-1 0,-1 2 1,-1 0-1,-1 0 1,0 0-1,-2 1 0,-1 0 1,0 0-1,-2 0 1,0 0-1,-1 0 0,-2 1 1,-1 14-121,1-33 63,0 0 0,0 0 0,-1 0 0,1 0-1,-1-1 1,0 1 0,0 0 0,0-1 0,0 1 0,0-1 0,-1 0 0,0 0 0,0 0 0,0 0 0,0 0 0,0 0 0,0-1-1,-1 0 1,1 0 0,-1 0 0,1 0 0,-1 0 0,0-1 0,0 1 0,0-1 0,0 0 0,0 0 0,0-1 0,0 1-1,0-1 1,0 0 0,0 0 0,-1 0-63,3-1 4,-1 1 0,1-1-1,0 0 1,0 0 0,0 0-1,0 0 1,0 0-1,0 0 1,1 0 0,-1-1-1,0 1 1,0-1 0,1 1-1,-1-1 1,1 0 0,0 1-1,-1-1 1,1 0 0,0 0-1,0 0 1,0 0 0,0 0-1,1 0 1,-1-1-1,0 1 1,1 0 0,0 0-1,-1 0 1,1-1 0,0 1-1,0-2-3,-1-3-139,1 0-1,-1 1 1,1-1-1,0 0 1,1 0-1,0 0 1,0 0-1,0 0 1,1 1-1,0-1 1,1 0 139,2-1-476,0 0 1,1 0-1,0 0 0,0 1 1,0-1-1,4-1 476,29-25-5024,8 0-7355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6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77 392 14027,'0'0'2036,"0"0"-494,0 0-260,-14 23-563,14-23-719,-18 29 282,2 1 1,-4 9-283,19-35 27,-1 0 1,1 0 0,0 0-1,0 0 1,0 0-1,0 0 1,1 0-1,0 1 1,0-1-1,0 0 1,0 0-1,0 0 1,1 0-1,0 1 1,0-1-1,0 0 1,1 0-1,-1-1 1,1 1-1,0 0 1,0 0-1,0-1 1,0 1-1,2 1-27,3 3 38,1 0 0,0-1-1,0 0 1,1 0 0,0 0-1,0-1 1,7 3-38,0-1-10,1-1-1,-1 0 0,2-1 0,-1-1 1,1 0-1,-1-1 0,1-2 1,0 1-1,0-2 0,0-1 1,1 0-1,-1-1 0,13-2 11,-26 2-23,0 0 0,0-1-1,0 1 1,0-1-1,-1 0 1,1 0-1,0-1 1,-1 1-1,0-1 1,1 0-1,-1 0 1,0 0-1,-1-1 1,1 1-1,-1-1 1,1 0 0,-1 0-1,0 0 1,0-1-1,-1 1 1,0-1-1,1 0 1,-1 1-1,-1-1 1,1 0-1,-1 0 1,0 0-1,0-2 24,4-20 21,-2 0 1,0 0-1,-2-1 0,-2 1 0,0-1-21,0-14-17,1 39 25,-3-242 893,-7 83 3185,28 284-3249,6-1 1,9 11-838,-23-91 106,-5-20-77,1-1 0,1 0 0,0 0-1,5 7-28,-8-19-410,0-1-1,1 0 0,-1 0 0,2 0 0,-1-1 0,1 1 0,0-1 0,0-1 0,0 1 1,1-1-1,0 0 0,2 1 411,22 8-10074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7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94 146 12883,'0'0'2728,"0"0"-635,23-9-287,12-4-1283,-4 2 100,-1-1 0,19-12-623,-48 24 25,0-1 0,0 1 0,1-1 0,-1 1 0,0-1 0,0 0 0,0 0 0,0 1 0,0-1 0,0 0 0,0 0 0,0 0-1,0 0 1,0 0 0,0-1 0,-1 1 0,1 0 0,0 0 0,-1 0 0,1-1 0,-1 1 0,1 0 0,-1 0 0,0-1 0,0 1 0,1 0 0,-1-1 0,0 1-1,0-1 1,0 1 0,-1 0 0,1-1 0,0 1 0,0 0 0,-1-1 0,1 1 0,-1 0 0,1 0 0,-1-1 0,1 1 0,-1 0 0,0 0 0,0 0 0,1 0 0,-1 0-1,0 0 1,0 0 0,0 0 0,0 0 0,0 0 0,0 0 0,-1 1 0,1-1 0,0 0 0,0 1 0,0-1 0,-1 1-25,-5-3 45,-1 0 0,1 0 0,-1 1 1,0 0-1,1 0 0,-1 1 0,0 0 0,0 1 1,0-1-1,0 1 0,0 1 0,0 0 0,0 0 0,0 0 1,0 1-1,1 1 0,-1-1 0,1 1 0,-1 0 1,1 1-1,0-1 0,0 2 0,1-1 0,-1 1 1,1 0-1,0 0 0,0 0 0,0 1 0,1 0 0,0 0 1,0 1-1,1-1 0,0 1 0,0 0 0,0 0 1,1 1-1,0-1 0,1 1 0,-1-1 0,1 1 1,1 0-1,-1 0 0,1 3-45,1-5 9,-1-1 0,1 1 0,0-1 0,0 1 0,1-1 0,0 1 1,0-1-1,0 1 0,1-1 0,-1 0 0,1 1 0,1-1 0,-1 0 0,1 0 0,-1-1 0,2 1 0,2 3-9,-1-3-24,0-1-1,0 0 0,0 0 1,1-1-1,-1 0 0,1 0 0,0 0 1,0 0-1,0-1 0,0 0 0,1 0 1,-1-1-1,1 0 0,-1 0 0,1-1 1,0 1 24,140 1-3859,-83-2-1770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7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11178,'0'0'4721,"0"0"-2232,0 0-545,0 0-823,0 0-249,0 0-464,-121 146-112,121-111 40,2-3 32,23-7 8,8-3-280,6-10 24,2-4-120,3-8-920,8-8-1793,-11-17-2576,-5-7-6233</inkml:trace>
  <inkml:trace contextRef="#ctx0" brushRef="#br0" timeOffset="1">366 35 6873,'0'0'10739,"0"0"-6714,0 0-2633,0 0-352,0 0-144,0 0-336,0 0-303,39 94-121,-28-72-128,3-5-16,5-4-1009,0-6-3720,-2-7-5641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7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14131,'0'0'2224,"0"0"313,0 0-80,0 0-681,0 0-552,63 136-680,-49-119-168,-3-5-280,-6-4-96,-2-6-240,0-2-944,-3 0-1480,0-10-4050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8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0 300 6569,'0'0'3937,"0"0"-2066,0 0-289,0 0-291,0 0-487,0 0-162,7 12 196,20 38 95,-26-50-871,-1 1 0,0-1 0,0 0 0,0 0 0,0 0 0,0 0 0,0 0 0,0 0 0,1 1 0,-1-1 0,0 0 1,0 0-1,0 0 0,0 0 0,0 0 0,1 0 0,-1 0 0,0 0 0,0 0 0,0 0 0,1 0 0,-1 0 0,0 0 0,0 0 1,0 0-1,0 0 0,1 0 0,-1 0 0,0 0 0,0 0 0,0 0 0,0 0 0,1 0 0,-1 0 0,0 0 0,0 0 0,0 0 1,0 0-1,1 0 0,-1 0 0,0-1 0,0 1 0,0 0 0,0 0 0,0 0 0,0 0 0,1 0 0,-1 0 0,0-1 0,0 1 0,0 0 1,0 0-1,0 0 0,0 0 0,0-1 0,0 1 0,0 0 0,0 0 0,0 0 0,0-1 0,0 1 0,0 0 0,0 0 0,0 0 1,0 0-1,0-1 0,0 1 0,0 0 0,0 0-62,7-27 857,2-36-851,-3-153 1818,-6 214-1857,0 0 0,1 0 0,-1-1 0,0 1 0,1 0 0,-1 0-1,1 0 1,0 0 0,0 0 0,-1 0 0,1 0 0,1 0 0,-1 1-1,0-1 1,0 0 0,1 1 0,-1-1 0,1 1 0,-1-1 0,1 1-1,0-1 1,-1 1 0,1 0 0,0 0 0,0 0 0,0 0 0,1 0 33,4-1-769,1 1 0,-1 0 0,0 0 0,1 1 0,-1 0 0,0 0 0,3 1 769,8 0-2676,18 1-5230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1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0 10178,'0'0'4521,"0"0"-1408,0 0-25,0 0-1055,-25 158-1057,-2-118-648,-15 0-168,-37 19-160,7-10-1024,1-4-5481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23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13851,'0'0'2007,"0"0"-57,0 0-230,0 0-657,27-4-468,84-12-159,-106 15-380,0 0 0,-1 0 0,1-1 0,-1 1 1,1-1-1,-1 0 0,0 0 0,0 0 0,0-1 0,0 1 0,0-1 0,0 0 1,-1 0-1,1 0 0,-1-1 0,1-1-56,-2 3 205,0-1 0,1 0 0,-1 1-1,1 0 1,-1 0 0,1 0 0,0 0 0,0 0 0,3-1-205,-6 3 33,1 0 0,-1-1 0,1 1 0,-1 0-1,1 0 1,0 0 0,-1 0 0,1 0 0,-1 0 0,1 0 0,-1 0 0,1 0 0,-1 0 0,1 1 0,-1-1-1,1 0 1,-1 0 0,1 0 0,-1 1 0,1-1 0,-1 0 0,1 1 0,-1-1 0,1 0 0,-1 1 0,0-1 0,1 0-1,-1 1 1,0-1 0,1 1 0,-1-1 0,0 1 0,1-1 0,-1 1 0,0-1-33,10 24-42,-7-16 137,10 25 21,80 215 440,-78-199-375,-3 0 0,-1 1 0,-2 0-1,-2 13-180,-7-62-33,0 0-1,0 0 0,0 0 0,0 1 1,0-1-1,1 0 0,-1 0 0,0 0 0,1 0 1,-1 0-1,1 0 0,-1 0 0,1 0 1,-1 0-1,1 0 0,0 0 0,-1 0 0,1 0 1,0-1-1,0 1 0,0 0 0,0 0 0,0-1 1,0 1-1,0 0 0,0-1 0,0 1 1,0-1-1,0 0 0,0 1 0,0-1 34,39-1-5931,-34 0 4668,25-5-8610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23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12499,'0'0'2023,"0"0"727,0 0-479,0 0-918,0 0-703,27 13-323,91 40-155,-115-52-165,0 1 1,1-1 0,-1 0-1,0 0 1,1 0 0,-1 0-1,1 0 1,-1-1-1,1 1 1,0-1 0,-1 0-1,1 0 1,-1-1 0,1 1-1,-1-1 1,1 0-1,-1 0 1,1 0 0,-1 0-1,1 0 1,-1-1 0,0 0-1,0 1 1,0-1 0,0 0-1,0-1 1,1 0-8,2-4 165,-1 0 1,1-1 0,-1 1-1,-1-1 1,1-1 0,-1 1-1,-1-1 1,2-3-166,8-18 1859,-13 30-1837,0 0 0,0 0 0,0 0-1,0 0 1,0 0 0,1-1 0,-1 1 0,0 0 0,0 0 0,0 0 0,0 0 0,0 0 0,0 0 0,0 0-1,1 0 1,-1 0 0,0 0 0,0-1 0,0 1 0,0 0 0,0 0 0,1 0 0,-1 0 0,0 0 0,0 0-1,0 0 1,0 0 0,0 0 0,1 0 0,-1 0 0,0 0 0,0 0 0,0 0 0,0 0 0,0 0 0,1 1-1,-1-1 1,0 0 0,0 0 0,0 0 0,0 0 0,0 0 0,0 0 0,1 0 0,-1 0 0,0 0 0,0 1-1,0-1 1,0 0 0,0 0 0,0 0 0,0 0 0,0 0 0,0 0 0,0 1 0,0-1 0,1 0 0,-1 0-1,0 0-21,7 16 273,2 16-266,-2 2 134,0 0 0,-2 1 0,-2-1-1,-1 1 1,-1 0 0,-3 0 0,0-1 0,-2 1 0,-2-1-1,-6 20-140,2-25-9,6-20-173,1 0 0,0 0 0,1 0 0,0 0 1,-1 10 181,3-69-3500,-3 20-1933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2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1 219 12635,'0'0'2450,"0"0"-285,0 0-135,27-22-743,85-70-395,-100 83-589,-1-1 1,-1-1-1,0 0 0,0-1 0,0-1-303,-7 9 234,0 0-1,0 0 1,0 0-1,0 1 1,1-1 0,-1 1-1,1 0 1,0 0-1,3-1-233,-7 4 41,1-1-1,0 1 0,0 0 1,0-1-1,0 1 0,-1 0 0,1 0 1,0-1-1,0 1 0,0 0 1,0 0-1,0 0 0,0 0 0,0 0 1,0 0-1,-1 1 0,1-1 1,0 0-1,0 0 0,0 1 0,0-1 1,0 0-1,-1 1 0,1-1 1,0 1-1,0-1 0,-1 1 0,1-1 1,0 1-1,-1 0 0,1-1 1,0 1-1,-1 0 0,1 0 1,-1-1-1,1 1 0,-1 0 0,0 0 1,1 0-1,-1 0 0,0-1 1,1 2-41,13 44-116,-12-36 257,6 32 6,-1 1 0,-3 0 0,0 34-147,-3-32 104,3 1 0,1-1-1,6 16-103,-10-55-11,1-1 0,-1 1-1,2 0 1,-1-1-1,0 1 1,1-1 0,2 3 11,-4-6-134,0-1 0,-1 0 0,1 0-1,0 0 1,0 0 0,0 0 0,0 0 0,0 0 0,0-1 0,1 1 0,-1 0 0,0 0 0,0-1 0,1 1 0,-1-1 0,0 1 0,0-1 0,1 0 0,-1 0-1,1 1 1,-1-1 0,0 0 0,1 0 0,-1 0 0,0 0 0,1 0 0,-1-1 0,1 1 0,-1 0 0,0-1 0,0 1 0,1-1 0,-1 1 0,0-1 0,1 0 134,12-11-6469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24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12715,'0'0'2991,"0"0"-126,0 0-1098,-26 16-807,-81 54-321,104-67-614,-1 1 0,0-1 0,1 1 1,0 0-1,0 0 0,0 0 0,0 0 1,1 1-1,-1-1 0,1 1 0,0-1 1,1 1-1,-1 0 0,1 0 0,0 0 1,0-1-1,0 1 0,1 0 0,0 0 1,0 0-1,0 0 0,1 0 0,-1 0 0,1 0 1,0 0-1,1 0 0,0 2-25,-2-5 7,1 1-3,1 1 1,-1-1-1,1 1 1,0-1-1,0 0 1,0 0-1,0 0 1,1 0-1,-1 0 1,1-1-1,0 1 1,-1-1-1,1 1 0,1-1 1,-1 0-1,0 0 1,0-1-1,1 1 1,-1-1-1,1 1 1,-1-1-1,1 0 1,-1 0-1,1-1 1,0 1-1,0-1 1,2 0-5,0 1-56,1 0 0,-1-1 1,1 0-1,-1 0 1,1 0-1,-1-1 0,0 0 1,1-1-1,-1 1 0,0-1 1,0 0-1,0-1 1,0 1-1,0-1 0,4-3 56,-4 0-106,0 0-1,-1 0 0,0 0 0,0-1 1,0 0-1,-1 1 0,0-2 0,-1 1 1,1 0-1,-1-1 0,-1 0 107,21-40-46,-22 47 76,-1 0 0,0 1-1,1-1 1,-1 1 0,0-1-1,1 1 1,-1-1 0,1 1 0,-1-1-1,1 1 1,-1-1 0,1 1 0,0 0-1,-1-1 1,1 1 0,-1 0 0,1-1-1,0 1 1,-1 0 0,1 0-1,0 0 1,-1 0 0,1 0 0,0 0-1,-1-1 1,1 1 0,0 1 0,-1-1-1,1 0 1,0 0 0,-1 0 0,1 0-1,0 0 1,-1 1 0,1-1-1,-1 0 1,1 0 0,0 1 0,-1-1-1,1 1 1,-1-1 0,1 0 0,-1 1-1,1-1 1,-1 1-30,19 22 537,3 23 290,-1 1 0,-3 1 0,-1 1-1,4 27-826,3 8-734,-22-79 355,0 0 0,0-1 0,1 1 0,-1 0 1,1-1-1,0 1 0,1-1 0,-1 0 0,1 0 0,0 0 1,0-1-1,0 1 0,0-1 0,0 0 0,1 0 1,0-1-1,-1 1 0,2 0 379,34 13-6021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25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0 14403,'0'0'2905,"0"0"968,0 0-2417,0 0-344,-127 126-384,116-81-240,11-6-160,0-1-16,25-9-184,11-6-63,11-9-41,2-6-24,25-8-641,-13-3-1903,-6-14-6122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25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12723,'0'0'2231,"0"0"385,0 0-386,0 0-752,0 24-454,1 2-632,0 1-1,5 18-391,-6-43 18,1 1-1,0-1 1,0 0-1,0 1 1,0-1 0,0 0-1,1 0 1,-1 0-1,1 0 1,-1 0 0,1 0-1,0 0 1,0 0-1,-1-1 1,1 1 0,0-1-1,1 1 1,-1-1-1,0 0 1,0 0 0,1 0-1,-1 0 1,0 0-1,1 0 1,-1-1 0,1 1-1,-1-1 1,1 0-1,-1 0 1,1 0 0,-1 0-1,2 0-17,5 0 33,5 2-22,0 0 0,0-2-1,0 1 1,0-2 0,0 0 0,0-1-1,0 0 1,4-2-11,-15 3 9,1-1 1,0 1-1,-1-1 0,1 0 0,-1 0 1,1 0-1,-1 0 0,0-1 0,0 1 0,0-1 1,0 0-1,0 0 0,-1 0 0,1 0 1,-1 0-1,0-1 0,0 1 0,0-1 0,0 1 1,-1-1-1,0 0 0,1 1 0,-1-1 1,0 0-1,-1 0 0,1 0 0,-1 0 0,0 0 1,0 0-1,0-3-9,-1 2 94,0-1 0,-1 1 1,1-1-1,-1 1 0,0-1 0,0 1 1,-1 0-1,0 0 0,0 0 1,0 1-1,0-1 0,-1 1 0,0-1 1,1 1-1,-2 0 0,1 1 0,0-1 1,-1 1-1,0 0 0,0 0 0,1 0 1,-2 0-95,-48-23-126,25 17-4588,58 9-4601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25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10362,'0'0'2806,"0"0"261,14 27 244,-3-4-2714,14 26 502,-2 1 0,-3 0 0,0 5-1099,-14-34 327,-1-6-197,0 1 0,-1-1 0,-1 1 0,-1 0 0,1 8-130,-3-23-352,0-4-57,-2-11 379,0-1 1,0 0 0,-2 1 0,1-1-1,-2 1 1,-2-6 29,-17-64 324,21 69-269,1 0 0,1 0 0,0 0 1,1 0-1,1 0 0,0-1 0,1 1 1,3-9-56,-2 14 22,0 1 0,1-1 0,0 1 0,1 0 0,0 0 0,0 0 0,1 1 1,0 0-1,1 0 0,-1 0 0,2 1 0,-1 0 0,3-2-22,3-2 3,1 0 0,1 1 1,-1 1-1,2 0 0,-1 1 0,1 1 0,0 0 0,1 1 0,-1 1 0,1 0 0,0 2 0,1-1 0,-1 2 0,0 1 1,1 0-1,13 1-3,-27 1 24,-1-1-1,1 1 1,-1 0 0,0 0 0,1 0 0,-1 0 0,0 1 0,0-1 0,0 1 0,0 0 0,0 0 0,0 0 0,0 0 0,-1 0 0,1 0 0,-1 1 0,0 0 0,1-1 0,-1 1 0,0 0 0,-1 0 0,1 0-1,0 0 1,-1 0 0,0 0 0,0 1 0,0-1 0,0 0 0,0 1 0,-1-1 0,1 1 0,-1-1 0,0 1 0,0-1 0,0 1 0,-1-1 0,1 0 0,-1 1 0,0-1 0,0 0 0,0 1 0,0-1 0,0 0-1,-1 0 1,0 0 0,1 0 0,-1 0 0,0 0 0,-1 0 0,1-1 0,-2 3-24,-6 2 84,0 0 0,0-1 0,0 0 1,-1 0-1,0-1 0,0-1 0,0 0 0,-1 0 0,0-1 0,1 0 0,-2-1-84,-23 3 82,0-2-1,0-2 1,-2 0-82,24-6-214,22-4-237,23-7-623,14-2-2051,5-1-4366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26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10522,'0'0'3952,"0"0"-1416,-10 22 532,-26 73-1411,34-91-1574,1-1-1,0 1 0,0 0 1,0-1-1,1 1 1,-1 0-1,1 0 0,0-1 1,0 1-1,0 0 1,1 0-1,-1 0 0,1-1 1,0 1-1,0 0-82,0-2 30,0 0 0,0 0-1,0 0 1,1 0 0,-1 0 0,0-1 0,1 1-1,0 0 1,-1-1 0,1 1 0,0-1 0,0 0-1,0 1 1,0-1 0,0 0 0,0 0 0,0 0-1,0 0-29,9 1-44,-1 0-1,1 0 0,-1-1 1,1 0-1,-1-1 0,1 0 1,0 0-1,0-1 45,1 0-158,-4 0-48,-1 0 0,1 0 1,0 0-1,-1-1 0,1 0 0,-1-1 1,0 0-1,0 0 0,0 0 1,0-1-1,0 0 0,-1 0 1,0-1-1,1 0 0,-2 0 1,1 0-1,0-2 206,37-48 475,-7-8 4107,-35 63-3599,-1 27-135,0-24-832,1 0-1,-1 0 1,0 0 0,1 0 0,0 0-1,0-1 1,0 1 0,0 0-1,0 0 1,0 0 0,1-1 0,-1 1-1,1-1 1,0 1 0,0-1-1,0 0 1,0 0 0,0 0 0,0 0-1,1 0 1,-1 0 0,1 0-1,-1-1 1,1 1 0,-1-1 0,1 0-1,0 0 1,2 1-16,8 1-273,-1-1 1,1 0-1,-1-1 1,1 0-1,0-1 0,3-1 273,1 1-986,37 0-6115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2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12163,'0'0'2504,"0"0"257,0 0-153,-8 153-631,8-94-425,0 1-320,0-6-296,0-7-439,0-10-297,-9-12-152,-7-5 32,-6-10-72,-6-3-16,-5-7-96,-5 0-352,-20 0-593,11-7-1735,3-8-6314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6T01:02:44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174 117 9722,'0'0'3930,"0"0"-1653,0 0-219,0 0-768,0 0-724,0 0-229,-12 2 874,-4 7-538,-27 12 80,42-20-728,-1 0 1,0-1-1,0 1 1,1 0 0,-1-1-1,0 1 1,0-1-1,0 0 1,0 0-1,0 0 1,0 0-1,0 0 1,0 0 0,0 0-1,1-1 1,-1 1-1,0-1 1,0 1-1,-1-2-25,2 0 54,0-1 0,0 0 0,0 0 0,0 0 0,1 1 0,0-1 0,-1 0 0,1 0 0,0 0 0,0 0 0,1 0 0,-1 0 0,0 0 0,1 0 0,0 0 0,0 0 0,0 1 0,0-1 0,0 0 0,0 1 0,1-1 0,-1 0 0,1 1-54,-1 1 9,0 1 0,-1 0 0,1-1 0,0 1 0,0 0 0,-1-1 0,1 1 0,0 0-1,0 0 1,0 0 0,-1-1 0,1 1 0,0 0 0,0 0 0,0 0 0,0 0 0,-1 1 0,1-1 0,0 0 0,0 0 0,0 0 0,-1 1 0,1-1 0,0 0 0,0 1 0,-1-1 0,1 1 0,0-1-1,-1 1 1,2 0-9,-2 0 5,1 0 0,0 1-1,0-1 1,-1 1 0,1 0-1,-1-1 1,1 1-1,-1-1 1,0 1 0,0 0-1,0-1 1,1 1 0,-2 0-1,1-1 1,0 1-5,0 2 6,0-1 1,-1 1-1,1-1 1,-1 0 0,0 1-1,0-1 1,0 0-1,0 0 1,-1 1-1,1-1 1,-1 0-1,0 0 1,0-1 0,0 1-1,0 0 1,0 0-7,0-2 3,1 0 1,0-1 0,-1 1 0,1 0 0,0 0 0,-1-1-1,1 1 1,-1-1 0,1 1 0,-1-1 0,1 0-1,-1 0 1,1 0 0,-1 1 0,0-1 0,1-1-1,-1 1-3,1 0 6,0 0-1,0-1 0,1 1 1,-1-1-1,0 1 0,0-1 1,1 1-1,-1-1 0,0 1 0,1-1 1,-1 1-1,1-1 0,-1 0 1,0 0-1,1 1 0,-1-1 1,1 0-1,0 0 0,-1 1 0,1-1 1,0-1-6,-2-3 21,1-1 1,0 0 0,0 0 0,1 1-1,0-1 1,0 0 0,1-5-22,-1 9-2,1 1 0,-1-1 0,1 1 0,-1 0 0,1-1 0,-1 1 0,1 0 0,0 0 0,0-1-1,0 1 1,0 0 0,-1 0 0,1 0 0,1 0 0,-1 0 0,0 0 0,0 0 0,0 1 0,0-1 0,1 0 0,-1 1 0,0-1 0,1 0 0,-1 1 0,0 0 0,1-1 0,1 1 2,-2 0-1,0-1-1,0 1 1,0 0-1,0 0 1,0 0-1,0 0 1,0-1 0,0 2-1,0-1 1,0 0-1,0 0 1,0 0-1,0 0 1,-1 1-1,1-1 1,0 0 0,0 1-1,0-1 1,0 1-1,0-1 1,0 1-1,0-1 1,-1 1 0,1 0-1,0-1 1,0 1-1,-1 0 1,1 0-1,-1-1 1,1 1-1,0 0 1,-1 0 0,1 0-1,-1 0 1,0 0-1,1 0 1,-1 0-1,0 0 2,1 3 9,-1 0-1,1 1 0,-1-1 1,0 0-1,0 1 0,0-1 1,-1 0-1,0 1 0,0-1 0,0 0 1,0 1-1,-1-1-8,1-2 6,0 0-1,0 0 0,0-1 1,0 1-1,0-1 1,-1 1-1,1-1 1,0 1-1,-1-1 1,0 0-1,1 1 0,-1-1 1,0 0-1,1 0 1,-1 0-1,0 0 1,0-1-1,0 1 1,0 0-1,0-1 1,0 0-1,0 1 0,0-1 1,0 0-1,0 0 1,-2 0-6,3 0 5,0-1 1,0 0 0,0 1-1,1-1 1,-1 1-1,0-1 1,0 0 0,0 1-1,0-1 1,1 0-1,-1 0 1,0 0-1,1 0 1,-1 0 0,1 0-1,-1 0 1,1 0-1,-1 0 1,1 0 0,0 0-1,0 0 1,-1 0-1,1 0 1,0 0 0,0 0-1,0 0 1,0 0-1,0 0 1,0 0 0,0-1-6,1-45 70,-1 34-46,0 2-13,1-29 29,0 39-39,-1 0-1,0 0 1,0 0 0,0 0-1,1 0 1,-1 0 0,0 0-1,1 0 1,-1 0 0,1 0-1,-1 0 1,1 1-1,0-1 1,-1 0 0,1 0-1,0 1 1,-1-1 0,1 0-1,0 1 1,0-1 0,0 0-1,0 1 1,0-1 0,-1 1-1,1 0 1,0-1 0,0 1-1,0 0 1,0 0 0,0-1-1,0 1 1,0 0 0,0 0-1,0 2 16,0 1 1,-1-1 0,1 0 0,-1 1 0,1-1 0,-1 0 0,0 1-1,0-1 1,0 1 0,0-1 0,-1 0 0,1 1 0,-1-1 0,0 1-17,1-2-67,-1 0 1,0 0 0,0 0 0,0 0-1,0-1 1,0 1 0,1 0 0,-1-1-1,0 1 1,-1 0 0,1-1 0,0 0-1,0 1 1,0-1 0,0 0 0,0 1-1,0-1 1,0 0 0,-1 0 0,1 0-1,0 0 1,0 0 0,0 0 0,0 0-1,0 0 1,-1-1 0,1 1 0,0 0-1,0-1 1,0 1 0,0-1 0,0 1-1,0-1 1,0 1 0,0-1 0,0 0-1,0 0 1,0 1 0,1-1 0,-1 0-1,0 0 1,0 0 0,1 0 0,-1 0-1,0 0 1,1 0 0,-1 0 0,1 0 0,0 0 66,-6-22-6646,3 0-6847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3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0 161 12899,'0'0'1351,"0"0"-664,0 0-138,30-26-116,23-18-214,24-14-219,-72 54 6,1 0 0,0 0 0,0 1 0,1 0 0,-1 0 0,0 1 0,1-1 0,0 1 0,0 1-1,-1-1 1,1 1 0,0 1 0,0-1 0,0 1 0,0 0 0,0 1 0,0-1 0,0 1 0,5 2-6,-5-2 0,1 1 19,0 1-1,0 0 0,1 0 0,-2 1 1,1 0-1,0 0 0,-1 0 0,0 1 1,0 1-1,0-1 0,-1 1 0,0 0 0,0 0 1,0 1-1,-1 0 0,3 4-18,12 19 397,-1 1-1,-2 0 1,5 15-397,-15-30 230,30 66 1297,-5 1 1,21 83-1528,31 178 1985,18 62-1259,-94-377-709,0-1 0,2-1 1,2 0-1,0-1 0,2 0 0,0 0 0,2-2 1,1 0-1,3 2-17,2-12-57,-22-14 26,1 0-1,-1 1 0,1-1 1,-1 0-1,1 0 0,-1 1 1,1-1-1,0 0 0,-1 0 1,1 0-1,-1 0 0,1 0 1,0 0-1,-1 0 0,1 0 1,-1 0-1,1 0 1,0 0-1,-1-1 0,1 1 1,-1 0-1,1 0 0,-1 0 1,1-1-1,0 1 0,-1 0 1,1-1-1,-1 1 0,0 0 1,1-1-1,-1 1 0,1-1 1,-1 1-1,0-1 0,1 1 1,-1-1-1,0 1 0,1-1 1,-1 1-1,0-1 0,0 0 1,1 1-1,-1-1 32,5-49-2722,-3 9-1892,-2-11-5587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3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717 1 14067,'0'0'1947,"-26"44"-903,-316 570 4024,1-14-1420,334-581-4077,24-36-845,1-2 685,117-97-7499,-68 62-337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4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53 392 1696,'0'0'10121,"0"0"-6825,0 0-1377,0 0-168,-11-25-756,-1-1-762,2 1 1,1-2 0,0-5-234,8 26 27,1 1 0,0-1 1,0 1-1,0-1 0,1 1 0,-1-1 0,1 1 0,1-1 0,-1 1 1,1 0-1,0-1 0,0 1 0,0 0 0,1 0 0,0 1 1,0-1-1,0 0 0,0 1 0,1 0 0,0 0 0,3-3-27,3-5 61,3-4 65,1 0 0,0 2-1,1-1 1,0 2 0,1 0 0,10-5-126,-21 15 23,-1 0 0,1 0 1,0 0-1,0 1 0,0 0 0,0 0 1,0 0-1,0 1 0,1-1 0,-1 1 1,0 0-1,1 1 0,-1 0 0,1-1 1,-1 2-1,1-1 0,-1 1 0,0 0 1,1 0-1,-1 0 0,0 1 1,0-1-1,1 1 0,-1 1 0,-1-1 1,1 1-1,3 2-23,4 5 37,0 1 0,0 0-1,-1 1 1,-1 0 0,0 1 0,8 13-37,50 90 158,-46-75-113,16 33-12,-27-49-1,1 1-1,2-2 1,1 0 0,1 0-1,0-2 1,2 0 0,7 6-32,-22-25 35,-1-1 1,1 0-1,0 0 1,0 0 0,-1 0-1,1 0 1,1-1-1,-1 1 1,0-1-1,0 0 1,1 0 0,-1 0-1,0-1 1,1 1-1,-1-1 1,1 0 0,-1 1-1,0-2 1,1 1-1,-1 0 1,1-1-1,-1 1 1,0-1 0,1 0-1,-1 0 1,0-1-1,0 1 1,0 0 0,0-1-1,0 0 1,0 0-1,1-1-35,9-7 186,0-1 0,-1 0-1,-1-1 1,0 0 0,0-1-1,-1-1-185,-4 7 37,15-20 68,-2 0 0,0-2 0,-2 0-1,-1-1 1,-2-1 0,-1 0-1,-1-1 1,6-26-105,-18 57-54,1 0 0,-1 0-1,1 0 1,-1 1 0,0-1 0,1 0 0,-1 0-1,0 0 1,0 0 0,1 0 0,-1 1 0,0-1 0,0 0-1,0 0 1,0 0 0,0 0 0,0 0 0,-1 0-1,1 0 1,0 1 0,0-1 0,-1 0 0,1 0 0,0 0-1,-1 0 1,1 1 0,-1-1 0,1 0 54,-19 18-3244,-1 6-2155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4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14227,'0'0'2569,"0"0"-1073,0 0-168,0 0 569,-7 256-457,-6-125-280,0 9-248,-4-16-424,4 7-223,3-12-193,7-23-56,-1-25-16,4-23-137,0-22-567,7-26-1096,16-14-2489,0-25-4721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4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16131,'0'0'3153,"0"0"-2473,0 0 16,0 194 785,0-72-297,0 20-464,0 4-104,0-21 80,0 9-608,0-9 8,3-30-96,1-14 0,-1-25-48,0-29-448,4-27-768,-1 0-1352,-2-21-2754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5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15899,'0'0'2441,"0"0"-713,0 0-776,0 0-503,172-18-289,-80 3-152,44-18-16,-24 7-1609,-16 5-3128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14403,'0'0'1800,"-77"229"937,25-21-737,12 21-743,20-33-305,20-50-688,3-56-96,34-22-168,12 3-8,8 1-672,22 8-1265,-20-23-3096,-9-25-6617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13715,'0'0'2328,"0"0"-789,0 0-525,0 0-557,-3 37-103,1 5-250,-4 48 592,-14 66-696,-41 131 2637,-32 65-2637,93-351 30,0 0 1,0-1 0,0 1 0,0 0 0,0 0 0,0-1 0,0 1 0,0 0-1,0-1 1,0 1 0,-1 0 0,1-1 0,0 1 0,0 0 0,-1-1 0,1 1-1,0-1 1,-1 1 0,1-1 0,-1 1 0,1-1 0,-1 1 0,1-1 0,-1 1-1,1-1 1,-1 1 0,1-1 0,-1 0 0,0 1 0,1-1 0,-1 0 0,0 0 0,1 1-1,-1-1-30,-9-22 560,-1-41-310,4-12-198,3-49-52,5 94-2,0 1 1,2-1 0,2 1-1,0 0 1,7-19 1,-1 14 2,4-14-8,16-35 6,-26 71-2,0 0 0,1 1 0,1 0 1,0 1-1,0-1 0,1 1 0,0 1 1,1 0-1,4-5 2,-11 13-3,-1 0 0,1-1-1,-1 1 1,1 0 0,0 0 0,0 0 0,-1 0 0,1 0 0,0 0-1,0 0 1,0 1 0,0-1 0,0 1 0,0 0 0,0-1 0,0 1-1,0 0 1,0 0 0,0 0 0,0 0 0,0 1 0,0-1-1,0 0 1,0 1 0,0-1 0,0 1 0,0 0 0,0 0 0,-1 0-1,1 0 1,0 0 0,0 0 0,-1 0 0,1 1 0,-1-1-1,1 0 1,-1 1 3,7 7-3,-1 0 0,0 0-1,-1 1 1,0 0-1,0 0 1,0 3 3,-3-8 8,61 133 35,30 102-43,-52-125 16,5-2 0,4-3 1,20 25-17,-60-117-1,0 0 0,2-1 0,9 11 1,-18-25 0,-1 1 0,0-1-1,1 1 1,0-1 0,0 0 0,0 0 0,0-1 0,0 1 0,0-1-1,1 0 1,-1 0 0,1-1 0,0 1 0,-1-1 0,1 0 0,0 0-1,0-1 1,0 1 0,-3-1 1,0-1 1,0 1-1,0-1 0,0 1 0,0-1 0,0 0 1,0 1-1,0-1 0,0 0 0,-1 0 1,1-1-1,0 1 0,-1 0 0,1 0 0,-1-1 1,1 1-1,-1-1 0,1 0 0,-1 1 0,0-1 1,0 0-1,0 0 0,0 1 0,0-1 0,0 0 1,-1 0-1,1 0 0,0-1-1,2-9 16,0 0 0,-1 0 0,0 0 0,0-7-16,1-64 66,-3 0 0,-4 0 0,-3 0 1,-5 0-1,-2 2 0,-9-19-66,6 30 63,-3-15 152,2-1 0,-3-71-215,23 128-99,-2 29 69,0 0 0,1-1 0,-1 1 0,0 0 0,0-1 0,0 1 0,0 0 0,0-1 0,1 1 0,-1 0 0,0 0 0,0-1 0,1 1 0,-1 0 0,0 0 0,1-1 0,-1 1 0,0 0 0,0 0 0,1 0 0,-1-1 0,0 1 0,1 0 0,-1 0 0,0 0 0,1 0 0,-1 0 0,1 0 0,-1 0 0,0 0 0,1 0 0,-1 0 0,0 0 0,1 0 30,2 2-263,1-1 0,-1 1 0,0 1 0,0-1 0,0 0 0,0 1 0,-1-1-1,1 1 1,0 0 0,0 2 263,28 32-4973,-2-4-3415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8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13139,'0'0'3088,"0"0"-2183,0 0 1431,0 0-968,0 0-991,0 0-89,0 0-216,159-30-24,-119 24-40,-7 0-8,-4 3-48,-5 3-609,-14 0-1111,-7 3-2233,-3 15-2968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6329,'0'0'8074,"0"0"-7170,0 0 1137,0 0-753,0 0-648,0 0-176,0 0-296,172-8-88,-109-4-80,16 6 0,-16-3-1472,-10 6-3289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9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9282,'0'0'3531,"0"0"-1489,0 0 247,0 0-870,0 0-878,0 0-288,23-16-125,70-50-50,-89 63-72,1 1-1,-1-1 1,1 1 0,-1 0 0,1 0 0,0 1-1,-1-1 1,1 1 0,0 0 0,0 0-1,0 1 1,0-1 0,0 1 0,0 0 0,0 1-1,0-1 1,0 1 0,0 0 0,0 0-1,0 0 1,3 2-6,-5-1 3,0 0-1,0 0 0,0 0 0,-1 0 1,1 1-1,0-1 0,-1 1 1,0-1-1,1 1 0,-1 0 1,-1 0-1,1 0 0,0 0 1,-1 1-1,1-1 0,-1 0 1,1 2-3,13 64 63,-10-32-13,-2 0 0,-2 1 1,-1-1-1,-2 0 0,-2 0 1,-1 1-1,-1-2 0,-3 1 0,-1-1 1,-1-1-1,-2 0 0,-2 0 1,-1-1-1,-1-1 0,-2-1 0,-1-1 1,-22 25-51,38-51 166,0-1 1,0 0 0,0 0-1,-1-1 1,1 1 0,-1-1-1,-5 3-166,9-6 42,0 1-1,0 0 0,0-1 1,0 1-1,0-1 1,0 1-1,-1-1 0,1 0 1,0 0-1,0 1 0,0-1 1,0 0-1,-1 0 0,1 0 1,0 0-1,0 0 0,0 0 1,-1-1-1,1 1 0,0 0 1,0-1-1,0 1 0,0-1 1,0 1-1,-1-1 1,1 1-1,0-1 0,0 0 1,1 1-1,-1-1 0,0 0 1,0 0-1,0 0 0,0 0 1,1 0-1,-1 0 0,0 0 1,1 0-1,-1 0 0,1 0 1,-1 0-42,-2-5 18,1 0 0,0 0 0,0 0 0,0 0 0,1 0 1,-1 0-1,2 0 0,-1 0 0,1-1 0,0 1 0,0 0 1,0 0-1,1-1 0,0 1 0,0 0 0,1 0 0,0 0 0,0 0 1,0 0-1,1 0 0,-1 1 0,2-1 0,-1 1 0,0 0 1,1 0-1,0 0 0,0 0 0,1 1 0,-1-1 0,1 1 0,1 0-18,2-1 12,-1 0-1,1 1 1,0 1-1,0-1 1,0 1-1,1 0 1,-1 1-1,1 0 1,-1 1-1,1-1 1,0 2-1,0-1 1,0 1-1,-1 1 1,1-1-1,0 1 1,0 1-1,-1 0 1,1 0-1,-1 1 1,0 0-1,0 0 1,0 1-1,0 0 1,0 0-1,2 3-11,52 53 76,-49-46-59,1 0 0,0 0 0,1-2 1,0 1-1,17 8-17,-29-19-87,1 0 0,1-1 1,-1 0-1,0 0 0,0-1 1,0 1-1,0-1 0,1 1 1,-1-1-1,0-1 1,0 1-1,0-1 0,1 1 1,-1-1-1,0 0 0,0-1 1,1 0 86,63-29-5913,-18 4-1914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9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49 2577,'0'0'4679,"0"0"-1808,0 0-575,0 0-480,0 0-706,0 0-432,-14 17 277,5-7-749,-2 2 40,1 1-1,0-1 1,1 2 0,1-1-1,0 1 1,1 0 0,1 1-1,0 0 1,-2 7-246,-3 20 443,1 1-1,3-1 1,1 2 0,2-1 0,2 0-1,2 1 1,3 15-443,-1-46 13,1 0 0,0-1-1,1 1 1,0-1 0,1 0 0,1 0-1,0 0 1,0-1 0,1 0 0,0 0 0,1-1-1,1 0 1,0 0 0,0-1 0,0 0-13,-2-3 31,-1 0 0,1 0 1,0-1-1,0 0 1,0-1-1,1 1 1,0-1-1,0-1 0,0 1 1,0-2-1,0 1 1,1-1-1,-1 0 1,1-1-1,0 1 0,-1-2 1,1 0-1,0 0 1,-1 0-1,1-1 1,0 0-1,6-2-31,-9 0 54,1 0 0,-1 0 0,0-1 0,0 1 0,0-2 0,-1 1 0,1 0 0,-1-1 0,0 0-1,-1 0 1,1-1 0,-1 1 0,0-1 0,0 0 0,-1 0 0,1 0 0,-1-1 0,-1 1 0,1-1 0,-1 1 0,-1-1 0,1 0 0,-1-2-54,5-22 224,-1 0 0,-2 0 1,-1-1-1,-2-15-224,0-24 300,-3 0 0,-5-13-300,4 59 57,0 0 0,-2 0 0,-1 1 0,-1 0 0,0 0 0,-2 1 0,-12-21-57,18 39-38,1-1 0,-1 1 0,-1 0 0,1 0 0,-1 0 0,0 0 0,0 1 0,0 0 0,0 0 0,-1 1 0,1-1 1,-1 1-1,0 0 0,0 0 0,-1 1 0,1 0 0,0 0 0,-1 1 0,1 0 0,-1 0 0,0 0 0,1 1 0,-1-1 0,1 2 1,-1-1-1,0 1 0,1 0 0,-1 0 0,1 1 0,-1 0 0,1 0 0,-1 1 38,-6 5-564,0 1 1,1 0-1,0 1 0,0 0 0,1 0 0,1 2 1,0-1-1,-8 13 564,-19 31-6175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19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595 0 5705,'0'0'9170,"0"0"-8026,0 0 1025,0 0-257,0 0-623,-46 185-793,-17-99-80,-19 6-272,-67 48-144,16-27-1072,11-15-7082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30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 1816,'0'0'8428,"0"0"-5829,5 33-1444,27 214 889,-20-122 1753,-5 91-3797,-7-215 729,0-1 24,-13-22 131,5 7-856,0 1 0,1-2 0,1 1 0,1-1 0,0 0 0,1 0 0,1 0 0,0-1-1,2 1 1,-1-1 0,2 1 0,0-1 0,1 0 0,2-6-28,0-1-1,2 0-1,0 0 1,2 0-1,1 1 0,0 0 1,2 1-1,0-1 1,2 2-1,6-9 2,-7 13-5,1 1 0,1 0 0,0 1 0,3-2 5,-12 12-1,1 1 0,0 0 0,0 0 0,0 0 0,0 1 0,0-1 0,1 1 0,0 1 0,0-1 0,-1 1-1,1 0 1,1 0 0,-1 1 0,0 0 0,1 0 1,-4 1-2,0 0-1,0 0 1,1 1-1,-1-1 1,0 1-1,0 0 1,0 0-1,-1 0 1,1 1 0,0-1-1,0 1 1,0-1-1,-1 1 1,1 0-1,-1 0 1,0 0-1,1 0 1,-1 1-1,0-1 1,0 0-1,-1 1 1,1 0-1,0-1 1,-1 1 0,1 1 2,6 11-2,-1 1 0,-1 1 1,0-1-1,0 5 2,-2-6-7,10 38 63,-3 0 0,3 47-56,11 51 155,-25-149-179,0 0 0,1 0 0,-1 0 0,1 0 0,0 0-1,-1 0 1,1 0 0,0 0 0,0-1 0,0 1 0,1 0 0,-1 0 0,0-1 0,1 1-1,-1-1 1,1 1 0,-1-1 0,1 0 0,0 0 0,0 0 0,-1 0 0,1 0 0,0 0-1,0 0 1,0 0 0,1 0 24,2-1-398,1 1 0,0-1 1,0 0-1,0 0 0,0 0 0,0-1 0,-1 0 0,6-1 398,25-11-4368,-2-4-2534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3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12659,'0'0'2784,"0"0"-1719,0 0 375,0 0-176,0 0-720,0 0-208,0 0-264,212 9-72,-173 0-152,4-3-1312,-13 0-1633,-13 0-5080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30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14115,'0'0'2128,"0"0"473,0 0-1129,0 0-671,0 0-585,0 0-48,0 0-168,162-35-384,-70 11-1529,-15 9-2560,-15 3-5785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3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1 365 12291,'0'0'1551,"0"0"-534,0-28 29,6-91-529,-3 102-472,0 1-1,1 0 0,1 0 1,0 0-1,1 1 1,1 0-1,0 0 1,5-6-45,21-49 2206,-31 69-336,0 12-783,0 33-500,0 55-446,-2 296 650,0-381-1312,-1-4-514,1-1-1,0 1 1,1-1 0,0 1-1,2 4 1036,4-12-5767,2-2-267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31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64 2721,'0'0'6550,"0"0"-4141,0 0-1134,30-9-22,97-30-487,-112 35-666,1 0 0,0 1 1,-1 1-1,1 0 0,0 1 0,0 1 1,6 1-101,-6 0 495,-40-2-272,1 1 0,-1 1 0,0 1-1,1 1 1,-1 2 0,1 0-1,0 1 1,0 2 0,1 0 0,0 1-1,0 1 1,1 1 0,-2 3-223,6-3 16,1 0 1,0 2-1,1-1 0,0 2 1,-10 12-17,20-20 13,0 1 0,0-1 0,0 1 1,1 0-1,0 0 0,1 1 0,-1-1 0,2 1 1,-1 0-1,1-1 0,0 1 0,0 0 0,1 0 1,0 1-1,1 1-13,0-9 1,0 0 1,1-1-1,-1 1 1,1 0-1,-1 0 1,1-1 0,-1 1-1,1 0 1,0 0-1,-1-1 1,1 1-1,0-1 1,0 1-1,-1-1 1,1 1-1,0-1 1,0 1-1,0-1 1,-1 0-1,1 1 1,0-1-1,0 0 1,0 0 0,0 1-1,0-1 1,0 0-1,0 0 1,0 0-1,0 0 1,0-1-2,37 2 61,-30-1-28,-2 0-16,32-1 32,0 2 1,0 1 0,0 3 0,0 0 0,23 8-50,-53-11-1,0 0 1,1 1-1,-1 0 0,0 1 1,-1 0-1,1 0 0,-1 0 1,1 1-1,-1 0 0,-1 1 1,1-1-1,-1 1 0,0 0 1,0 1-1,0 0 0,-1 0 1,0 0-1,-1 0 0,0 1 1,0 0-1,0 0 0,-1 0 1,0 0-1,-1 0 0,0 1 1,0-1-1,0 7 1,0-4 107,-1-1 0,-1 1 0,1-1 0,-2 1 0,1 0 0,-1-1 0,-1 1 0,-1 4-107,1-10 144,0 0-1,-1 0 1,1 0-1,-1 0 1,0 0-1,0-1 1,-1 1-1,1-1 1,-1 0-1,0 0 1,0 0-1,-1 0 1,1-1 0,-1 0-1,1 0 1,-4 1-144,-13 7 123,0-2 0,-1 0 0,0-2 0,0 0 0,-1-1 0,1-2 0,-2 0 0,1-1 0,0-2 0,0 0 0,-16-2-123,40 1-52,-1 0-1,0-1 0,0 1 0,0 0 1,0 0-1,0 0 0,1 0 1,-1 0-1,0 0 0,0 0 1,0-1-1,0 1 0,0 0 1,1 0-1,-1 0 0,0 0 1,0 0-1,0-1 0,0 1 1,0 0-1,0 0 0,0 0 1,0 0-1,0-1 0,0 1 1,0 0-1,0 0 0,0 0 1,0-1-1,0 1 0,0 0 1,0 0-1,0 0 0,0 0 1,0-1-1,0 1 0,0 0 1,0 0-1,0 0 0,0 0 1,0-1-1,0 1 0,-1 0 1,1 0-1,0 0 0,0 0 1,0 0-1,0-1 0,0 1 1,0 0-1,-1 0 0,1 0 1,0 0-1,0 0 0,0 0 1,0 0-1,-1 0 0,1 0 1,0 0-1,0 0 0,0-1 1,-1 1-1,1 0 0,0 0 0,0 0 1,0 0 52,15-10-6126,13 2-6849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31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1 15195,'0'0'2673,"0"0"-1785,0 0 840,0 0-631,0 0-713,-145 163-216,99-115-168,-34-4-728,11-8-3737,-1-12-9738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5:27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30 4177,'0'0'965,"0"0"452,0 0 2886,0 0-2042,0 0-539,0 6 179,0-1-1819,-1-4 8,1 0 0,0 1 0,0-1 1,0 0-1,0 1 0,0-1 0,0 0 1,0 1-1,0-1 0,0 0 0,1 0 0,-1 1 1,0-1-1,1 0 0,-1 0 0,1 0 1,-1 1-1,1-1 0,0 0 0,0 0 1,-1 0-1,1 0 0,0 0 0,0 0 1,0 0-1,0-1 0,0 1 0,0 0 1,0 0-1,0-1 0,1 1 0,-1-1 1,0 1-1,0-1 0,0 1 0,1-1 1,-1 0-1,0 0 0,1 1 0,-1-1 1,0 0-1,0 0 0,1 0 0,-1 0 1,0-1-1,1 1 0,-1 0 0,1-1-90,8 0 143,0 0 0,0-1 0,0 0 0,0 0 0,0-1-1,-1-1 1,1 0 0,-1 0 0,0-1 0,0 0 0,-1 0 0,1-1 0,5-5-143,-2 2 165,-10 8-119,1-1 0,-1 1-1,0 0 1,0-1 0,1 1-1,-1 0 1,1 0 0,-1 1 0,1-1-1,-1 0 1,1 1-46,-2 0 8,0 0 0,-1 0-1,1 0 1,0 0 0,-1 0 0,1 0-1,0 0 1,-1 1 0,1-1 0,0 0 0,-1 0-1,1 1 1,0-1 0,-1 1 0,1-1-1,0 0 1,-1 1 0,1-1 0,-1 1 0,1-1-1,-1 1 1,1-1 0,-1 1 0,0 0-1,1-1-7,1 5 6,-1 1-1,1-1 1,-1 0-1,0 1 0,0-1 1,-1 1-1,1-1 1,-1 5-6,0 2 30,5 92 435,-5-1 0,-4 1 1,-4 0-1,-6-1 0,-10 34-465,8-59 354,5-26-3709,14-76-1912,3-5-4734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5:2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24 120 11843,'0'0'1616,"0"0"-333,-3 29 350,0-9-1343,-4 51 1786,0 68-2076,7-94 505,-1 5 265,2 0 0,7 37-770,-6-72 87,1 0 1,0-1-1,1 1 0,1-1 0,0 0 1,1 0-1,0-1 0,1 1 0,1-1 1,0-1-1,5 6-87,-8-13 53,-1 1 0,1-1 0,1 0 1,-1-1-1,1 1 0,0-1 0,0 0 0,0 0 0,0-1 0,1 0 0,-1 0 1,1 0-1,0-1 0,0 0 0,0-1 0,0 1 0,0-1 0,0 0 0,0-1 1,1 0-1,-1 0 0,0-1 0,0 0 0,0 0 0,0 0 0,0-1 1,3-1-54,0 0 40,-1-1 0,1 0 1,-1-1-1,0 0 1,0-1-1,0 0 0,-1 0 1,0 0-1,0-1 1,-1-1-1,0 1 0,0-1 1,0 0-1,-1-1 1,-1 1-1,1-1 0,-1-1 1,2-6-41,2-9 140,-1-1-1,-1 0 1,-1 0 0,-1 0 0,-2-1 0,-1 0 0,0 0-1,-2 0 1,-2 1 0,-3-24-140,2 26 93,-2-1 0,-1 1 0,-1 0 0,0 0 0,-2 1 0,-1 0 0,-1 1-1,-1 0 1,0 1 0,-2 0 0,-13-15-93,18 26-62,0 1-1,0 1 0,-1 0 1,0 0-1,-1 1 0,0 0 1,0 1-1,0 0 0,-1 1 1,1 0-1,-1 0 0,-1 2 0,1-1 1,0 2-1,-1 0 0,0 0 1,1 1-1,-1 1 0,0 0 1,-11 1 62,20 0-161,0-1 1,0 1-1,0 0 1,0 0-1,0 0 1,1 0-1,-1 1 1,0 0-1,1-1 1,-1 1-1,1 1 1,0-1-1,0 0 1,0 1-1,0 0 1,-1 0 160,3-2-271,0 1 0,0-1 1,0 1-1,0 0 0,0-1 0,0 1 1,0 0-1,0 0 0,0 0 0,1 0 1,-1 0-1,1-1 0,0 1 0,-1 0 1,1 0-1,0 0 0,0 0 0,0 0 1,1 0-1,-1 0 0,0 0 0,1 0 1,-1 0-1,1 0 0,0 0 0,-1 0 1,1-1-1,0 1 0,0 0 0,0-1 1,0 1-1,1 0 0,-1 0 271,28 20-7563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5:28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5657,'0'0'6608,"0"0"-4377,0 0-712,0 0-506,31 24-301,-20-15-628,6 3 57,-1 0 0,0 1 0,-1 1 0,-1 1 0,0 0-1,-1 1 1,0 0 0,-2 1 0,0 0 0,0 1 0,-2 0 0,0 1-1,-2-1 1,5 15-141,6 45 643,-3 1-1,-3 1 0,-1 41-642,-3 241 1783,-8-331-1565,-1 0-1,-2 0 0,-1-1 0,-2 1 0,-1-1 0,-1 0 1,-10 24-218,-18 41 244,-5-1 0,-3-2 0,-18 20-244,58-144-3071,1-1-1,2 0 1,2-25 3071,5-1-5543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32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1488,'0'0'8768,"0"0"-5646,0 0-2098,0 0 415,5 36 149,33 228 1161,11 45-249,-53-349-1732,-5-45-662,0 39-91,3 0 0,1-1 0,2 1 0,3-10-15,8 63-100,-1 11 96,-1 0 0,-1 0 0,0 1 0,-1-1 0,-1 1 0,1 17 4,0 121 17,-4-143-16,0 48 70,0-57 10,0-8-6,0-32-10,1-387-19,0 408-46,1 0-1,0 0 1,1 0 0,0 1 0,1 0-1,1-1 1,0 2 0,1-1 0,0 0-1,1 1 1,1 1 0,0-1 0,0 1 0,1 0-1,0 1 1,1 0 0,5-4 0,-4 4-14,1 0 0,1 1 0,0 0 0,0 1 0,0 0 0,1 2 0,0-1-1,1 1 1,-1 1 0,1 1 0,0 0 0,0 1 0,1 0 0,-1 2 0,9-1 14,-20 2-101,0 1 0,0-1 0,0 1-1,0 0 1,0 0 0,0 0 0,0 1 0,-1-1 0,1 1-1,0 0 1,-1 0 0,0 0 0,1 1 0,-1-1-1,0 1 1,0 0 0,1 1 101,7 8-2165,-1 0-1,-1 1 1,8 13 2165,-11-17-1923,17 28-10791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33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2969,'0'0'7313,"0"0"-4744,0 0-817,0 0-432,0 0-519,0 0-321,0 0 616,79 24-456,-39-9-232,3-9-312,0 3 8,3-3-96,4 0-8,6 0-184,-13 0-1784,-13-3-3001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4:33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3633,'0'0'648,"0"0"688,0 0-464,0 0 481,0 0-209,0 0-680,0 0-232,208 36-72,-161-36-112,12 0-48,-16 3-752,-6-3-3169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35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0 2497,'0'0'2407,"0"0"241,0 0-826,0 0-382,0 0-457,0 0-279,4 3-33,3 0-507,-1 0-1,0 1 1,0 0 0,0 0 0,-1 1-1,0 0 1,1-1 0,-2 2-1,1-1 1,0 1 0,-1-1-1,0 1 1,-1 0 0,1 1-1,1 4-163,0 2 206,-1 1 0,-1 0 0,0-1 0,-1 1 0,0 0 0,-1 0-1,0 0 1,-2 2-206,1-4 91,-1 1-1,0-1 1,-1 1-1,0-1 0,-1 0 1,0 0-1,-1 0 1,-1-1-1,0 1 1,0-1-1,-1 0 0,0 0 1,-1-1-1,-1 0 1,-4 5-91,2-2 131,0-1 1,-1 0 0,-1 0-1,0-1 1,-1 0-1,0-1 1,-1-1 0,1 0-1,-2-1 1,-7 3-132,10-7 80,-1 0 1,0 0 0,0-1-1,-14 1-80,13-2 2,0 0 0,0 2 1,0 0-1,-3 1-2,10-3 174,-17 8-506,20-7 890,17-4 1294,3-2-1835,1-2-1,-1 0 1,0-1 0,14-8-17,-15 7 2,0 1 1,0 0-1,0 1 1,0 1-1,1 0 0,4 0-2,6 1 0,-12 1 8,0 0 0,1 1-1,-1 1 1,0 0 0,10 2-8,-20-2 0,0 1-1,0 0 1,-1 0 0,1 1-1,0-1 1,-1 1 0,1-1 0,-1 1-1,0 0 1,1 1 0,-1-1-1,0 0 1,0 1 0,0 0 0,-1 0-1,1 0 1,-1 0 0,1 0-1,-1 0 1,0 0 0,0 1 0,0 2 0,4 9-4,-1 0 0,-1 1 1,-1-1-1,0 1 0,-1 0 1,0 7 3,-2-11 10,1 1 0,1 0 0,0-1 0,1 1 1,0-1-1,1 0 0,0 0 0,1 0 0,0 0 1,3 2-11,-6-12 7,0 0 1,0 1 0,0-1 0,0-1 0,1 1 0,-1 0 0,1-1 0,-1 1-1,1-1 1,-1 0 0,1 1 0,0-1 0,0-1 0,0 1 0,-1 0 0,1-1-1,0 1 1,0-1-8,58 1 139,-39-2-113,-11 1-26,0-2 0,1 1-1,-1-2 1,0 1 0,0-2 0,0 1-1,-1-1 1,1-1 0,-1 0 0,0-1-1,0 0 1,0 0 0,39-32-2384,-39 20-1159,-9 5-1955,-1 8 2371,0-2-2979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5:31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5921,'0'0'2337,"0"0"-433,0 0-576,0 0-431,0 0-257,0 0-320,0 0-128,0 0-112,0 0-8,0 0 8,0 0-8,0 0-72,0 0-744,0 0-3193,0 0-4409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6:21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1536,'0'0'3184,"0"0"-329,0 0-1131,0 0-601,0 0-199,0 0-58,11 3-17,-3-1-802,1 0 160,0 0-1,0 0 0,0 1 1,0 0-1,0 1 1,-1 0-1,1 0 1,-1 1-1,-1 0 1,1 0-1,0 1 1,-1 0-1,0 0 1,-1 1-1,0 0 1,2 2-207,8 19 330,-1 0 0,-1 1 0,-2 0 0,-1 1 1,5 23-331,9 48 549,-3 10-549,-7-4 403,-5 0-1,-4 0 1,-6 1 0,-4 7-403,0-74 395,-1 0-1,-2 0 1,-1 0-1,-3-1 1,-1 0-1,-2-1 1,-2 0 0,-11 19-395,-3-1 520,-3-1 1,-2-1 0,-3-2-1,-2-2 1,-7 4-521,45-51 64,0-2-37,1-1 1,0 1-1,-1 0 0,1 0 1,-1-1-1,1 1 1,-1-1-1,0 0 1,0 1-1,0-1 1,0 0-1,0 0 1,0 0-1,-1 0-27,3-1 23,0 0-221,0-2-42,1 0-1,0 0 1,0 0-1,0 0 1,0 0-1,0 0 1,1 0-1,-1 1 0,1-1 1,-1 0-1,2-1 241,2-2-765,13-19-3011,-3 0-2154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6:28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553 1038 6977,'0'0'5939,"0"0"-3669,0 0-804,0 0 218,0 0-567,0 0-520,-1-19-99,-4-60 73,4 74-491,-1 1-1,1-1 1,-1 0-1,0 1 1,0 0 0,-1-1-1,1 1 1,-1 0-1,0 0 1,0 1 0,0-1-1,-1 1 1,1-1-1,-1 1 1,0 0-1,0 0 1,0 1 0,0-1-1,-1 1 1,1 0-1,-2-1-79,-7-4 146,-2-1-88,-1 1 0,1 1 1,-2 0-1,1 1 0,-1 1 1,1 0-1,-1 2 1,0 0-1,0 0 0,-1 2 1,1 0-1,0 1 0,0 1-58,8-1 1,1 1 0,0 0 1,0 1-1,0 0 0,0 0 0,1 1 0,-1 0 0,1 0 0,0 1 0,0 0 0,0 0 0,1 0 0,0 1 0,0 0 0,0 1 0,1-1 0,-5 7-1,-3 5 1,2 1 0,0 0 0,1 0 0,0 1 0,2 0 0,-2 9-1,2-3 1,2 0 0,1 1 0,1 0-1,1 0 1,1 0 0,2 1 0,1 7-1,-1-28 0,0-1 0,1 1 0,0-1 0,0 0 0,1 0 1,0 0-1,0 1 0,0-1 0,1-1 0,0 1 0,0 0 0,0-1 1,1 0-1,0 1 0,0-1 0,0-1 0,3 3 0,-1-2 0,1 0-1,0-1 1,0 1 0,0-1-1,0-1 1,0 0-1,1 0 1,0 0 0,-1-1-1,1 0 1,0 0-1,0-1 1,7 0 0,1 1-32,0-1-1,1-1 1,-1-1-1,0 0 1,0-1-1,0-1 1,0 0-1,0-1 1,15-7 32,-19 6-33,-1-1 0,1 0 0,-1-1 0,-1 0 0,1 0 0,-1-1 0,0-1 0,-1 0 0,0 0 0,0-1 0,-1 0 0,-1 0 0,1-3 33,5-8-26,-2 0 1,-1-1 0,0-1 0,-2 0 0,-1 0 0,0 0 0,-2-1 0,-1 0 0,1-17 25,1-46-6,-4 0 0,-3-7 6,-1 1 2,-2-100 764,-11-18-766,7 87 1542,6-5-1542,1 129 3,1 0 0,0-1 0,0 1 0,0 0 0,0 0 0,0-1 0,0 1 0,0 0 0,0 0 0,0-1 0,0 1 0,0 0 0,0 0 0,0-1 0,0 1 0,0 0 0,0 0 0,0-1 0,0 1 0,0 0 0,0 0 0,0-1 0,0 1 0,0 0 0,0 0 0,0 0 0,1-1 0,-1 1 0,0 0 0,0 0 0,0 0 0,0-1 0,1 1 0,-1 0 0,0 0 0,0 0 0,1 0 0,-1-1 0,0 1 0,0 0 0,0 0 0,1 0 0,-1 0 0,0 0 0,0 0 0,1 0 0,-1 0 0,0 0 0,0 0 0,1 0 0,-1 0 0,0 0-3,11 16 0,-6 12 16,0 0 0,-2 1 0,-1-1-1,-2 1 1,-1 19-16,0 1 37,0 114 148,-7 1 1,-15 66-186,-15 68-726,29-107-3735,9-119-2328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5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 0 12947,'0'0'1784,"0"0"-534,0 0 462,0 0-526,0 0-539,-21 26-86,-4 7-360,1 2 1,1 0-1,2 2 0,1 0 1,3 1-1,0 1 1,0 9-202,-205 724 2463,189-639-2028,6 3 0,6 0 0,5 1 0,4 102-435,12-160 69,-1 5 99,6 47-168,-2-106-4,0 0 0,2-1 0,0 1 0,2-1 0,1-1 0,0 1 1,6 6 3,-13-26-138,1 0 1,0-1 0,0 1 0,0 0 0,1-1 0,0 0 0,-1 1 0,1-1 0,0 0-1,0-1 1,1 1 0,-1 0 0,0-1 0,1 0 0,0 0 0,-1 0 0,1 0 0,0 0-1,0-1 1,0 0 0,0 0 0,0 0 0,1 0 0,-1-1 0,4 1 137,-2-2-653,-1 1 0,0-1 0,1 0 0,-1 0 0,1-1 0,-1 1 0,0-1 0,0-1 0,0 1 0,0-1 0,0 1 0,2-3 653,33-26-10845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56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146 194 6025,'0'0'6494,"-3"36"-3992,-33 261 1241,21-130-1556,7 109-2187,4-331-496,-2 1 1,-2 0-1,-14-50 496,6 33-467,-6-71 467,19 110-68,1-1-1,1 1 1,2 0-1,2 0 1,3-20 68,-3 38-70,1 0 0,0 1 0,1-1 0,0 1 0,1 0 0,1 1 0,0 0 0,0 0 0,1 0 0,1 1 0,0 0 0,0 0 0,9-6 70,-8 7-15,1 1-1,0 0 0,0 0 1,1 1-1,0 1 1,0 0-1,0 1 0,1 0 1,0 0-1,1 2 1,-1 0-1,1 0 0,0 1 1,-1 1-1,1 0 1,9 1 15,-20 1 3,-1 0 0,1 1-1,0-1 1,-1 1 0,1-1 0,0 1 0,-1 0 0,1 0 0,-1 1 0,1-1 0,-1 0 0,0 1-1,1-1 1,-1 1 0,0 0 0,0 0 0,0 0 0,0 0 0,-1 0 0,1 0 0,0 0 0,-1 1-1,0-1 1,1 0 0,-1 1 0,0-1 0,0 1 0,0 0 0,-1-1 0,1 2-3,2 10 64,-1 0-1,0 1 1,-1-1 0,0 1 0,-2 4-64,1-10 60,-1 7 42,0-1 0,-2 1 0,0 0 0,0 0-1,-2-1 1,0 0 0,-1 0 0,0 0-1,-7 11-101,-17 27 206,-2-3-1,-4 2-205,-14 22 156,29-43-30,9-14 17,0 1 1,1 1-1,1-1 1,0 1-1,2 1 1,0 0-1,1 2-143,7-20 52,-1 0 0,1-1 0,0 1-1,0 0 1,0 0 0,0-1 0,0 1 0,0 0 0,1-1 0,-1 1-1,0 0 1,1-1 0,-1 1 0,1 0 0,0-1 0,0 1 0,-1-1-1,1 1 1,0-1 0,0 0 0,1 1 0,-1-1 0,0 0 0,0 0-1,0 0 1,1 0 0,-1 0 0,1 0 0,-1 0 0,1 0-1,-1 0 1,1-1 0,-1 1 0,1-1 0,0 1 0,-1-1 0,1 1-1,0-1 1,0 0 0,-1 0 0,2 0-52,13 2 207,0-1 1,1-1 0,-1 0-1,9-2-207,3 1 19,21-1-64,39 1-638,-80 2-39,1 0 0,-2 0 0,1 0 0,0 1 0,0 0 1,0 1-1,-1 0 0,1 0 0,1 1 722,12 11-5811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56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0 177 984,'0'0'9380,"0"0"-6004,0 0-1733,0 0-214,0 0-261,30-28-215,91-85-70,-76 80-253,-24 30-157,-13 4-365,-5 0-97,-1-1 0,0 1-1,1 0 1,-1 0 0,0 0 0,1 0-1,-1 0 1,0 0 0,0 0 0,0 1-1,0-1 1,0 1 0,-1-1 0,1 1-1,0 0 1,-1 0 0,1 0 0,-1 0-1,1 0 1,-1 0-11,25 49 78,-20-37-21,17 45 155,-3 1 0,-2 1 0,0 15-212,29 99 265,-45-170-255,0 0-1,-1 1 1,2-1-1,-1 0 1,1 0 0,-1 0-1,1 0 1,1-1-1,-1 1 1,1-1-1,0 0 1,0 0 0,0 0-1,0 0 1,1-1-1,-1 0 1,2 1-10,2-1-23,1 0 1,-1 0-1,1-1 0,0 0 0,0 0 1,0-1-1,0 0 0,0-1 1,0 0-1,0 0 23,-7 0-86,0 0-1,0-1 0,0 1 1,0 0-1,0-1 1,-1 1-1,1-1 1,0 1-1,0-1 1,-1 0-1,1 0 0,-1 0 1,1 0-1,-1 0 1,1 0-1,-1 0 1,1-1-1,-1 1 1,0 0-1,0-1 1,0 1-1,0-1 0,0 0 1,0 1-1,0-1 1,0 0-1,0 1 1,-1-1-1,1 0 1,-1 0 86,3-9-1120,-1 1 1,-1 0-1,1-1 0,-2 1 1,0-2 1119,1 8-688,-1-40-7091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57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0 13339,'0'0'2072,"0"0"-255,0 0 647,0 0-1856,0 0-384,0 0-72,-181 223 385,111-125 87,4 4-360,3-13-64,10-12-144,17-20-48,16-21-8,20-16-136,0-14-952,46-9-1729,10-29-1752,4-7-6761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57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10866,'0'0'2657,"0"0"-961,24 29 70,2 2-1272,-1 1 1,-2 2-1,-1 0 0,-1 1 0,-3 1 1,0 1-1,-3 0 0,2 10-494,7 52 668,-4 1 0,-5 1 0,-4 0 0,-5 1 0,-5 78-668,-4-127 188,-2-1 0,-2 0 0,-2-1 0,-3 0 0,-2 0 0,-2-1 0,-2-1 0,-3-1 0,-22 38-188,-163 296-454,113-223-6147,72-124 1440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59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72 2497,'0'0'6369,"0"0"-3470,0 0-832,0 0-214,0 0-420,0 0-140,-1-12-165,-4-36-291,5 48-823,0-1 0,0 1 0,0 0 0,0-1-1,0 1 1,0 0 0,0-1 0,0 1 0,0 0 0,0-1-1,0 1 1,0-1 0,0 1 0,0 0 0,0-1 0,0 1-1,0 0 1,0-1 0,0 1 0,-1 0 0,1-1 0,0 1-1,0 0 1,0-1 0,-1 1 0,1 0 0,0 0 0,0-1-1,-1 1 1,1 0 0,0 0 0,-1-1 0,1 1-1,0 0 1,-1 0 0,1 0 0,0 0 0,-1 0 0,1-1-1,0 1 1,-1 0 0,1 0 0,0 0 0,-1 0 0,1 0-1,-1 0 1,1 0 0,0 0 0,-1 0 0,1 0 0,0 0-1,-1 1 1,1-1 0,0 0 0,-1 0 0,1 0 0,0 0-1,-1 0 1,1 1 0,0-1 0,-1 0 0,1 0 0,0 1-1,0-1 1,-1 0 0,1 0 0,0 1-14,-14 19 140,0 10 77,0 0-1,3 2 1,-8 27-217,-21 94 561,7 1 0,-12 156-561,21-24 618,12 60-618,12-250 61,4 1-1,4 0 0,18 77-60,-17-127-58,3 1-1,2-2 1,2 0-1,1-1 1,3-1-1,2 0 1,1-2-1,16 21 59,-34-56-316,0-1 0,0 0-1,0 0 1,1 0-1,0 0 1,0-1 0,7 5 316,-8-8-1035,-1 1 1,1 0 0,0-1 0,0 0 0,1 0 0,-1-1-1,5 1 1035,11 0-9995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02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38 7498,'0'0'4591,"0"0"-2292,0 0-1084,0 0 374,0 29-54,0 183 448,-3-143-921,-3 0-1,-7 21-1061,-4 43 940,17-133-913,0 0 1,0 0-1,0 0 1,0 0-1,-1 0 0,1 0 1,0 0-1,0 0 1,0 0-1,0 0 0,0 0 1,0 0-1,-1 0 1,1 0-1,0 0 0,0 0 1,0 0-1,0 0 1,0 0-1,0 0 1,-1 0-1,1 0 0,0 0 1,0 0-1,0 1-27,-4-34 247,-2-47-192,5 40-45,-2-29 5,4 1 0,4-16-15,-3 63 3,1 0 1,1 1-1,1-1 0,1 1 0,1 0 0,0 1 0,2 0 0,0 0 0,5-7-3,-11 21-1,0 1 1,0 0-1,0 0 1,1 0-1,-1 0 1,1 1-1,0 0 0,0-1 1,0 1-1,2-1 1,-4 3-1,0 1-1,0-1 0,0 0 0,0 0 0,0 1 1,0-1-1,0 1 0,0-1 0,0 1 1,0 0-1,1 0 0,-1 0 0,0 0 1,0 0-1,0 1 0,0-1 0,0 1 1,0-1-1,0 1 0,0 0 0,0-1 0,0 1 1,0 0-1,0 0 0,0 1 0,-1-1 1,1 0 1,10 11-6,-2 0 1,1 1 0,-2 0-1,0 1 1,0-1-1,-1 2 1,-1-1 0,0 1-1,-1 1 6,12 23 1,19 39 3,-23-44-1,2-1 0,0-1 0,3 0 0,0-2 0,2 0 0,16 16-3,-31-40 4,0 0-1,1-1 1,0-1-1,0 1 0,0-1 1,0 0-1,1 0 1,-1-1-1,1 0 1,0-1-1,0 0 1,0 0-1,0 0 0,1-1 1,-1 0-1,0-1 1,1 0-1,-1 0 1,5-1-4,-9 0 0,0 1 1,0 0 0,0-1 0,0 0 0,0 0-1,0 0 1,-1 0 0,1-1 0,-1 1 0,1-1-1,-1 0 1,1 0 0,-1-1 0,0 1 0,0 0-1,0-1 1,0 0 0,1-1-1,0-2 4,1 0 0,-1-1 0,0 0 0,-1 1 0,1-1 0,-1 0 0,-1-1 1,0 1-1,1-4-4,3-19 9,-2 0 1,-1 0 0,-1-1 0,-2-16-10,0 40-2,0-13 8,-1-1 0,0 1 0,-2 0 0,0 0 0,-1 0 0,-1 0 0,-1 1 0,-1 0 0,-3-6-6,-29-59-1667,39 88-4338,-1 3 2350,1 16-7735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0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17 11210,'0'0'1766,"0"0"-511,0 0-304,30-3-475,7 0-402,32-3 89,41 3-163,-99 3 4,-5-1 8,1 1 1,-1-1 0,0 1 0,1 1 0,-1-1-1,0 1 1,1 0 0,-1 1 0,0-1 0,0 1-1,0 1 1,0-1 0,0 1 0,-1 0 0,1 0-1,0 1-12,-6-4 18,1 0 0,-1 1-1,0-1 1,1 0 0,-1 0-1,1 1 1,-1-1-1,0 0 1,1 1 0,-1-1-1,0 0 1,0 1 0,1-1-1,-1 1 1,0-1 0,0 0-1,0 1 1,1-1-1,-1 1 1,0-1 0,0 1-1,0-1 1,0 1 0,0-1-1,0 1 1,0-1-1,0 1 1,0-1 0,0 0-1,0 1 1,0-1 0,0 1-1,0-1 1,-1 1 0,1-1-1,0 1 1,0-1-1,0 0 1,-1 1 0,1-1-1,0 1 1,-1-1 0,1 0-1,0 1 1,-1-1-1,1 0 1,0 1 0,-1-1-1,1 0 1,-1 0 0,1 0-1,-1 1-17,-26 6 951,-57 0-35,0-3 0,-45-5-916,34 0-2750,115 2-377,9 4-1477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03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89 4809,'0'0'6656,"0"0"-4521,0 0-862,0 35 548,0 5-1310,1 18 329,1-1-1,8 35-839,-1-29 576,1 0 53,-4 0 0,-1 18-629,-6-88 27,-1 0 0,1 0 0,-1 0 0,-1 1 0,1-1 0,-1 1 0,0-1 0,-3-2-27,-11-30 10,7 9-2,2-1-1,1 1 0,2-2 0,0 1 1,2-1-1,2 0-7,1 20 1,0-1 1,0 1-1,2 0 0,-1-1 0,2 1 1,0 0-1,0 0 0,1 0 1,0 1-1,1-1 0,1 1 0,-1 0 1,2 0-1,0 1 0,0 0 0,7-7-1,-1 3-16,1 1-1,1 1 1,0 0-1,1 0 1,0 2-1,8-4 17,-14 9-12,-1 0 0,1 1 1,0 1-1,1-1 0,-1 2 1,0-1-1,1 1 0,0 1 1,-1 0-1,1 0 0,0 1 0,2 1 12,-11 0-4,1-1 0,-1 1 0,0 0-1,0 0 1,-1 0 0,1 0 0,0 0-1,0 0 1,0 1 0,-1-1-1,1 1 1,-1-1 0,1 1 0,-1 0-1,1-1 1,-1 1 0,0 0-1,0 0 1,0 0 0,0 0 0,0 0-1,-1 0 1,1 0 0,0 0 0,-1 0-1,0 0 1,1 1 0,-1-1-1,0 0 1,0 0 0,0 0 0,-1 1 4,2 7-4,-1-1 0,-1 0 0,0 1 0,0-1 0,-1 1 0,0-1 0,-2 3 4,-7 12 7,-1-1 0,-2 0 0,0-1 0,-2 0 0,0-2 0,-1 0 0,-13 11-7,-26 33 9,45-50-13,-8 10 152,0 1-1,-7 14-147,21-32 108,1 1 0,0 0 0,1 0 1,0 0-1,0 1 0,0-1 0,1 1 0,1-1 0,-1 1 0,1 0 0,1 1-108,0-9 24,1-1-1,-1 1 1,1 0 0,0-1 0,0 1-1,-1 0 1,1-1 0,0 1-1,0-1 1,0 1 0,-1-1 0,1 1-1,0-1 1,0 0 0,0 1-1,0-1 1,0 0 0,0 0-1,0 0 1,0 0 0,0 0 0,0 0-1,1 0-23,32 3 286,-25-3-194,116 2 300,-87-3-945,1 1 0,-1 2 1,1 2-1,3 2 553,-18 2-3052,-11 0-2182,-5-1-3589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05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71 2601,'0'0'596,"0"0"-74,0 0 1234,0 0-125,0 0-413,0 0 316,0-5 108,0-12-536,0 9 890,-1 12 2702,-7 217-3965,1 4 723,3-211-1111,0-38 323,1-40 275,3 45-984,0 1 0,1 0 0,1 0 0,1-1 0,0 1 0,2 1 0,4-15 41,-5 61-160,-2 0-1,-1 29 161,-3 45 95,1-77 159,1-73-62,-1 22-189,1-18 6,1-1 0,2 1 0,2-1 0,2-5-9,-4 37-4,0-1 0,1 1 0,0 0-1,1 0 1,0 0 0,1 1 0,0-1 0,1 1 0,0 1-1,1 0 1,0 0 0,1 0 0,0 1 0,0 0 0,1 1-1,3-2 5,-9 7-2,0 0 0,0 0 0,1 1 0,-1 0 0,1 0 0,-1 0 0,1 0 0,0 1 0,-1-1 0,1 1 0,0 1 0,0-1 0,0 1 0,3 0 2,-6 0-5,1 0 1,0 1-1,-1-1 1,1 1-1,0 0 1,-1 0-1,1 0 1,-1 0-1,1 1 1,-1-1-1,0 1 1,1-1-1,-1 1 1,0 0-1,0 0 1,0 0-1,0 0 1,-1 0-1,1 0 0,-1 1 1,1-1-1,-1 0 1,0 1-1,0-1 1,1 2 4,6 19 9,0-1 0,-2 1 0,0 1 0,-2-1 0,-1 1 0,0 6-9,0 48-390,-3 20 390,-1-29-916,1-67 580,1 1 1,-1-1 0,1 0 0,-1 1 0,1-1-1,0 0 1,0 1 0,0-1 0,0 0 0,0 0-1,0 0 1,1 0 0,-1 0 0,1 0-1,-1 0 1,1-1 0,0 1 0,0-1 0,0 1-1,-1-1 1,2 1 0,-1-1 0,0 0 0,0 0-1,0 0 1,0 0 0,1-1 0,1 2 335,25 7-6042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0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6905,'0'0'3443,"0"0"-1662,0 0-127,0 0-741,0 0-647,0 0-131,35-1-33,9-1-52,-10-1 57,0 3 0,0 0 0,28 5-107,-21-4 1100,-40-1-141,-6 0-3,-212-6 919,318 3-1907,52 0-2405,-131 4 528,0 1 0,0 1 0,7 3 1909,-1 0-5735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0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3225,'0'0'7733,"0"0"-5011,0 0-837,0 0 146,0 0-886,0 0-699,20 3-162,-19-3-278,12 2 66,-1-1-1,0 2 1,0 0 0,0 0-1,0 1 1,-1 1-1,1 0 1,-1 1 0,0 0-1,-1 0 1,0 1-1,7 5-71,9 12 281,0 1-1,-2 1 0,-1 0 1,-1 2-1,1 4-280,-11-14 51,-1 1 0,-1 0 1,-1 0-1,0 1 0,-2 0 0,0 1 0,-1 0 0,-1 0 0,-1 1-51,7 18-262,-3-31-1131,-1-27-1357,-3-18-1923,-1-8-4310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07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1 13587,'0'0'2648,"0"0"-1455,0 0-201,0 0-472,0 0-176,-142 167 336,69-81 72,-6 6 57,2-9-161,11-8-184,13-16-240,17-14-152,16-18-72,23-27-616,31 0-3113,18-24-5257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07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2985,'0'0'6580,"0"0"-3269,0 0-988,0 0-565,0 0-479,20 33-168,-14-24-1032,17 28 220,-1 2-1,-2 1 0,-2 0 0,-1 2 0,-3 0 0,5 20-298,8 83 494,-6 1 0,-6 1-1,-7 0 1,-6 0 0,-9 28-494,4-111 156,-4-1 0,-2 1-1,-3-1 1,-3-1 0,-2 0 0,-3-1 0,-3-1 0,-3-2 0,-1 0 0,-26 37-156,-1-8-194,-3-3 1,-58 67 193,113-149-216,1-1 0,0 1 0,0-1 0,-1 0 0,1 0 0,-1 0 0,1 1 0,-1-1-1,1-1 1,-1 1 0,0 0 0,1 0 0,-1-1 0,0 1 0,0 0 216,-19-1-6432,3-3-2438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08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3577,'0'0'2936,"0"0"-284,0 0-635,0 0-140,38 7-465,234 40-89,637 128-193,-725-137-661,174 12-469,188-8 711,-55-6-199,601 21-237,0-60-222,-1061 3-50,534-14 4,165-1 120,-196 17 234,1115-20 176,-401-11-498,-558 17 615,-110 9 2442,-390 3-2619,-190 0-492,0 0 0,0 0 0,0 0-1,0-1 1,0 1 0,0 0 0,-1 0 0,1 0 0,0-1-1,0 1 1,0 0 0,0 0 0,0-1 0,0 1 0,0 0-1,0 0 1,0 0 0,0-1 0,0 1 0,0 0 0,0 0-1,0 0 1,1-1 0,-1 1 0,0 0 0,0 0-1,0 0 1,0-1 0,0 1 0,0 0 0,0 0 0,1 0-1,-1 0 1,0-1 0,0 1 0,0 0 0,0 0 0,1 0-1,-1 0 1,0 0 0,0 0 0,0 0 0,1-1-1,-1 1 1,0 0 0,0 0 0,0 0 0,1 0 0,-1 0-1,0 0 1,0 0 0,1 0 0,-1 0 0,0 0 0,0 0-1,0 0 1,1 0 0,-1 0 0,0 1 0,0-1-1,0 0 1,1 0 0,-1 0 0,0 0 0,0 0 0,0 0-1,0 0 1,1 1 15,-18-12-2278,-23-2-3755,-8-4-5324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09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 3873,'0'0'7924,"0"0"-4396,0 0-1043,0 0-975,0 0-986,0 0-380,0 14-62,-7 100 580,-5-1 0,-20 76-662,10-55 452,-39 228 644,-41 284 563,90-546-1369,5 1-1,5-1 0,7 60-289,-4-141-101,1 1 0,1 0-1,1-1 1,1 0-1,1 0 1,0 0-1,1 0 1,1-1-1,1-1 1,1 1-1,0-1 1,5 5 101,-13-20-195,0 1-1,0-1 1,1 0 0,-1 0 0,0 0 0,1-1-1,-1 1 1,1-1 0,0 1 0,0-1 0,-1 0-1,1 0 1,0 0 0,0 0 0,0-1 0,0 1-1,2-1 196,32-4-6146,-10-8-3312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10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24 241 3225,'0'0'5601,"0"0"-2921,0 0-1634,0 0-417,0 0-238,0 0-65,0 23 278,0 182 1161,1-176-1540,0-21-98,-1 1 1,1-1-1,-2 1 1,1-1-1,-1 0 1,-1 3-128,1-56 3142,-1 6-3095,2 20 13,-1 0-45,1 0 0,0 0 0,1 0-1,1-1 1,1 1 0,1 1 0,0-1-1,2 0 1,0 1 0,6-12-15,0 16-5,-6 21-2,-4 32-6,-2-32 12,0 29 5,1-6 16,-1-1-1,-2 1 1,0-1-1,-2 1 1,-6 20-20,-46 131 481,56-179-422,0-23 434,-2-50-275,0 17-156,3-1 0,3-9-62,-3 50-2,1 0-1,0 0 1,1 0-1,1 1 0,0-1 1,1 1-1,0 0 1,1 0-1,1 1 0,5-10 3,-10 20-10,-1 0 0,1 0 0,-1-1 0,1 1 0,0 0 0,0 1 0,0-1 0,0 0 0,0 0-1,1 1 1,-1-1 0,0 1 0,1 0 0,-1 0 0,2-1 10,-2 2-5,-1 0 0,0 0 0,0 0 0,1 0-1,-1 0 1,0 0 0,0 1 0,1-1 0,-1 0 0,0 1 0,0-1 0,0 0-1,0 1 1,0 0 0,1-1 0,-1 1 0,0 0 0,0-1 0,-1 1 0,1 0 0,0 0-1,0 0 1,0 0 5,5 8-13,0-1-1,-1 1 1,0 1-1,-1-1 1,0 1 0,-1 0-1,1-1 14,2 9 13,9 21-34,-3-3 17,1-1-1,2-1 0,2 0 1,1-1-1,1-1 0,2-1 0,4 3 5,-21-29 3,0-1 1,0-1-1,0 1 0,1 0 0,-1-1 0,1 0 1,0 0-1,0 0 0,0-1 0,0 0 0,1 0 1,-1 0-1,0-1 0,6 2-3,-8-3 2,0 0-1,0 0 1,0 1 0,1-2-1,-1 1 1,0 0 0,0-1-1,0 1 1,0-1 0,0 0-1,0 0 1,0 0 0,0-1-1,0 1 1,0-1 0,-1 1-1,1-1 1,-1 0 0,1 0-1,-1 0 1,0 0 0,1-1-1,-1 1 1,0-1 0,-1 1-1,2-2-1,6-12-1,-2 0 0,1-1 0,-2 0 0,0 0 0,-1 0 0,-1-1 0,0 0 0,0-12 1,2-39 126,-2-42-126,-4 89 45,1-272 1953,-1 292-2373,-4 5-296,1 1 1,-1-1-1,1 1 1,0 0-1,0-1 0,1 1 1,-1 1-1,1-1 0,-1 2 671,-7 11-3918,-16 18-7997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10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13 299 824,'0'0'8063,"0"0"-4847,-2 30-1247,-9 212 3156,11-240-4881,8-12 922,6-18-817,-1 0 0,-2 0 0,-1-1 0,0-4-349,24-64 636,-7 35-167,22-39-469,-37 80 27,1 1-1,0 0 0,2 1 1,0 0-1,1 1 0,8-6-26,-23 23 19,1-1 0,-1 1 1,1 0-1,-1-1 0,1 1 0,0 0 0,-1 0 0,1 0 0,0 0 0,0 0 0,-1 1 0,1-1 0,0 1 0,0-1 0,0 1 0,0 0 1,0-1-1,0 1 0,1 0-19,-1 1 10,-1-1-1,1 1 1,-1-1 0,0 1 0,1 0 0,-1 0 0,0-1-1,1 1 1,-1 0 0,0 0 0,0 0 0,0 0 0,0 1-1,0-1 1,0 0 0,0 0 0,0 1 0,-1-1 0,2 1-10,2 9 14,0 1 1,0-1 0,-1 1 0,-1-1 0,2 12-15,-2-8-2,10 73 65,-10-58-73,2-1 0,1 1 0,2-1 1,1 0 9,-7-26-93,0 0 1,0 0-1,1 0 1,-1 0-1,1 0 0,0 0 1,-1 0-1,1-1 1,1 1-1,-1-1 1,0 0-1,1 1 0,-1-1 1,1 0-1,-1 0 1,1-1-1,0 1 1,0 0-1,0-1 0,0 0 1,0 0-1,0 0 1,1 0 92,8 1-1129,-1 0-1,1-1 1,0 0 0,0-1 0,10-1 1129,5 0-3190,20 1-5564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11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725 15 3625,'0'0'992,"0"0"2561,0 0-981,0 0-269,0 0-293,0 0-547,-2-4-415,-4-6-147,16 35-249,20 40-136,-3 0 1,-3 2-1,-3 1 0,-3 1 1,-3 0-1,-3 1 1,-3 0-1,-3 1 0,-3 3-516,-1 55 822,-10 73-822,2-145 129,-2-1 1,-3 1 0,-2-2 0,-16 42-130,-5-10 148,-4-2 1,-4-2-1,-3-1 1,-4-3 0,-8 5-149,-291 363-1226,324-419-868,-1-1 0,-18 15 2094,-27 11-7791,26-29-2029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35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1568,'0'0'833,"0"0"-729,0 0-104,0 6 0,0 0 0,0 0 0,0 0 192,-10 3 112,0 6-64,0-3-240,4 0-2217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44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17 1536,'0'0'6163,"0"0"-3062,0 0-1490,0 0-798,0 0-445,0 0-190,10 1 92,22 2 996,0-1 0,-1-2 0,1 0 0,30-6-1266,-49 4 78,26-11 141,-38 13-151,-1 0 14,0 0 66,0 0-37,-31-1-56,9 1-40,0 0 0,-1 1 1,1 1-1,1 1 1,-4 2-16,17-3 0,1 0 0,-1 1 0,1 0-1,0 1 1,0-1 0,0 1 0,1 1 0,-1-1 0,1 1 0,0 0 0,0 1 0,1-1 0,-1 1-1,1 0 1,1 1 0,-3 2 0,2-1 5,-2 1 1,1-1 0,0 1 0,0 1 0,1-1 0,0 1 0,1 0-1,0 0 1,0 0 0,1 0 0,1 1 0,0-1 0,0 1 0,0 6-6,3-17 3,0 1 0,-1 0 1,1-1-1,0 1 1,-1-1-1,1 1 0,0-1 1,-1 0-1,1 1 0,0-1 1,0 0-1,0 1 1,-1-1-1,1 0 0,0 0 1,0 0-1,0 1 1,0-1-1,0 0 0,-1 0 1,1 0-1,0-1 1,1 1-4,28 0 31,-23 0-26,38-2 7,38 1 17,-76 1-27,0 0 0,0 1 0,0 0-1,0 1 1,0 0 0,0 0 0,-1 0 0,1 1 0,3 2-2,-2 2-6,0 1 1,-1-1 0,0 2-1,-1-1 1,0 1 0,0 0-1,-1 0 1,0 1 0,-1 0-1,0 0 1,0 0 0,-1 0-1,1 7 6,-4-14 3,1-1-1,-1 1 0,0-1 0,0 1 1,0 0-1,-1-1 0,1 1 1,-1 0-1,1-1 0,-1 1 1,0-1-1,0 1 0,0-1 0,0 0 1,0 1-1,-1-1 0,1 0 1,-1 0-1,1 0-2,-3 3 11,-1-1 1,1 0-1,0-1 1,-1 1-1,0-1 1,0 0-1,0 0 0,0 0 1,-1-1-12,-18 8 55,0-2-1,-1-1 1,0-1 0,-1 0-55,-3 0 30,4-1-283,0-1-1,-1-1 0,1-1 0,-19-2 254,44 0-162,-1 0 0,1 1 0,0-1 0,-1 0 0,1 0-1,-1 0 1,1 0 0,0 0 0,-1-1 0,1 1 0,-1 0-1,1 0 1,0 0 0,-1 0 0,1 0 0,0 0 0,-1-1-1,1 1 1,0 0 0,-1 0 0,1-1 0,0 1 0,-1 0-1,1 0 1,0-1 0,0 1 0,-1 0 0,1-1 0,0 1-1,0 0 1,0-1 0,-1 1 0,1 0 0,0-1 0,0 1 162,-3-9-8461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0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67 4441,'0'0'8000,"0"0"-4818,0 0-1109,0 0-107,-2-5-901,-2-15-629,3 16-292,1 4-68,0 0-41,0 0 56,0 0 94,0 0 94,7-2 239,1 1 0,-1-1 0,0 0 0,0 0 0,0-1 0,2-1-518,2-1-52,-1 1 1,1 1-1,0 0 1,7-1 51,-12 3 0,1 0 0,-1 0 0,0 1 0,0 0 0,1 1 0,-1-1 0,0 1 0,1 0 0,-1 1 0,0-1 0,0 1 0,1 1 0,-3-1-1,0 1 0,0 0-1,0 0 1,0 1 0,0-1-1,0 1 1,-1-1-1,0 1 1,0 0 0,0 0-1,0 1 1,-1-1-1,1 1 1,-1-1 0,1 3 1,9 23-4,-2 0-1,-1 1 1,-1 0 0,-1 1 0,2 31 4,0 45 9,-5 14-9,1 10 49,-2-82-32,1 30 100,8 31-117,-9-90 10,2 1 1,0-1 0,1-1-1,1 1 1,0-1-1,2 0 1,6 10-11,-14-29-43,0 1 1,0 0-1,1-1 0,-1 1 0,0-1 1,1 1-1,-1-1 0,1 1 1,0-1-1,-1 0 0,1 0 0,0 0 1,0 0-1,0 0 0,0 0 0,0-1 1,0 1-1,0-1 0,0 1 1,0-1-1,0 0 0,0 1 0,0-1 1,0 0-1,0 0 0,0-1 0,0 1 1,1-1 42,-2 0-147,0 0 1,0-1-1,0 1 0,0 0 1,0-1-1,-1 1 1,1-1-1,0 1 1,-1-1-1,0 1 0,1-1 1,-1 0-1,0 1 1,0-1-1,0 0 1,0 1-1,0-1 0,0 1 1,0-1-1,0 0 1,-1 1-1,1-1 147,-1-3-747,-2-31-4303,-13 0-3031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0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586 0 3745,'0'0'9755,"0"0"-6605,-14 27-1616,-28 57-234,-151 277 2394,-112 97-2099,300-450-1659,1-4 0,1 1 0,0-1-1,1 1 1,-1 0 0,1-1 0,0 1 0,0 0 0,1 0 0,-1 0 0,1 0 0,0 1 0,0 0 64,21-9-2729,-4-3 633,0-2 1,0 0-1,0-1 0,9-7 2096,18-16-11116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1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4601,'0'0'6963,"0"0"-4540,0 0-855,0 0 66,0 0-667,38-24-440,22-14-45,43-17-482,-99 52 33,0 1 0,1 0-1,-1 0 1,1 0-1,-1 1 1,1 0 0,-1-1-1,1 2 1,0-1-1,0 0 1,0 1-1,-1 0 1,1 0 0,0 1-1,0-1 1,0 1-1,-1 0 1,1 0 0,0 0-1,-1 1 1,1 0-1,-1 0 1,0 0-1,0 0 1,1 1 0,-1 0-1,-1-1 1,1 2-1,0-1 1,-1 0 0,1 1-33,7 6 131,10 10 122,0 1 1,-2 1-1,0 1 0,-2 1 0,-1 0 1,3 7-254,49 67 402,-65-93-363,0-1 0,1 0-1,0 0 1,0 0 0,0 0 0,0-1 0,1 0 0,-1 0 0,1 0 0,0 0 0,0-1 0,0 0 0,0 0-1,0 0 1,1 0 0,-1-1 0,1 0 0,-1 0 0,1-1 0,-1 1 0,1-1 0,-1 0 0,1-1 0,-1 0-1,0 1 1,1-1 0,-1-1 0,1 1 0,-1-1 0,0 0 0,0-1 0,0 1 0,0-1 0,-1 0-1,1 0 1,-1 0 0,1 0 0,-1-1 0,0 0 0,0 0 0,-1 0 0,1 0 0,-1-1 0,0 0 0,0 1-1,0-2-38,3-6 88,-1 0-1,0 0 1,-1 0-1,0 0 0,-1-1 1,-1 0-1,1 0 0,-2 0 1,0 0-1,-1-4-87,1-48-3438,-2 35-744,1 15-3376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1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11618,'0'0'4289,"0"0"-2152,0 0-793,0 0-192,0 0 73,76 209-89,-76-93-168,0 3-272,0 0-424,-3-12-64,0-15-208,3-17 0,0-22-392,16-32-992,17-18-3033,-3-3-3761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1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665 0 10666,'0'0'7058,"0"0"-6266,0 0 408,0 0 561,0 224-745,0-132-328,0 3-144,-6-9-440,-4-5-8,0-13-88,0-8-8,0-16 0,0-11-200,7-9-432,-4-15-792,-3-9-1385,0-27-1504,-3-6-6017</inkml:trace>
  <inkml:trace contextRef="#ctx0" brushRef="#br0" timeOffset="1">0 560 12995,'0'0'5593,"0"0"-4361,0 0 577,0 0-513,0 0-928,209-18-248,-120 6-112,7 0-16,-3 0-232,26 0-976,-23 0-1441,-4 4-3768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2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13 1488,'0'0'7130,"0"0"-4059,0 0-1090,0 0-45,0 0-400,0 0-313,-2-3-223,2 2-970,0 1-1,0-1 0,0 1 0,0-1 1,-1 1-1,1 0 0,0-1 0,0 1 1,-1-1-1,1 1 0,0-1 0,0 1 1,-1 0-1,1-1 0,-1 1 0,1 0 0,0-1 1,-1 1-1,1 0 0,-1 0 0,1 0 1,0-1-1,-1 1 0,1 0 0,-1 0 1,1 0-1,-1 0 0,1 0 0,-1-1 1,1 1-1,-1 0 0,1 0 0,-1 0 0,1 1 1,-1-1-1,1 0 0,-1 0 0,1 0 1,-1 0-1,1 0 0,-1 1-29,-18 20 418,-14 47-273,29-58-6,-21 48-31,2 1 1,4 1 0,1 0-1,4 2 1,2 0-1,3 0 1,2 1-1,3 0 1,3 0-1,6 47-108,-3-93-118,1 0-1,1 0 0,0 0 1,1-1-1,1 1 0,1-1 0,0-1 1,1 1-1,0-1 0,1 0 0,1-1 1,1 0-1,4 4 119,-2-4-976,1-1 1,0 0-1,1-1 1,0-1-1,1 0 1,0-1-1,11 4 976,38 12-8858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3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70 183 10242,'0'0'1818,"-1"30"-120,1-18-1478,-3 58 1444,-3-1 0,-7 24-1664,-11 54 4540,2 54-4540,28-339 255,7 0-1,6 1 1,29-107-255,-43 220 11,1-1 0,2 1-1,0 0 1,3-3-11,-10 25 11,-1 1 0,1 0 0,-1 0-1,1-1 1,-1 1 0,1 0 0,0 0 0,0 0 0,-1 0 0,1 0 0,0 0 0,0 0 0,0 0-1,0 0 1,0 0 0,1 0 0,-1 0 0,0 1 0,0-1 0,0 1 0,1-1 0,-1 1 0,0-1 0,1 1-1,-1-1-10,1 2 8,0 0-1,-1-1 1,1 1-1,0 0 1,-1 0-1,1 0 1,-1 0-1,0 0 0,1 0 1,-1 0-1,0 1 1,1-1-1,-1 0 1,0 1-1,0-1 0,0 1 1,0-1-1,0 1 1,-1 0-1,1 0-7,33 67 9,-4 1-1,10 36-8,28 68 9,-62-160-9,11 25 6,21 33-6,-33-64 0,0 0 0,0 0 1,1-1-1,0 1 0,0-1 0,1-1 1,-1 1-1,2-1 0,-1 0 1,1-1-1,2 2 0,-8-6 1,0 0 0,0 0-1,-1 0 1,1 0 0,0 0 0,0 0 0,0-1 0,0 1-1,0-1 1,0 0 0,0 1 0,0-1 0,0 0-1,1 0 1,-1 0 0,0-1 0,0 1 0,0 0 0,0-1-1,0 1 1,0-1 0,0 0 0,0 0 0,-1 1 0,1-1-1,0-1 1,0 1 0,-1 0 0,1 0 0,0-1 0,-1 1-1,1 0 1,-1-1 0,0 0 0,0 1 0,1-1-1,-1 0 1,0 0 0,0 1 0,-1-1 0,1 0 0,0 0-1,-1 0 1,1 0 0,-1-1-1,5-12 12,-2 0 0,0-1-1,-1 1 1,-1-1 0,0-9-12,0 20 3,1-38 23,-2-1 1,-1 1 0,-2 0-1,-2 0 1,-3 1 0,-9-34-27,-5-6-2497,21 56-3219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3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8890,'0'0'8450,"0"0"-7114,0 0 1241,0 196-761,0-148-1168,0-9-448,0-12-96,0-13-104,0-5-192,0-9-760,0-17-520,10-22-2769,7-12-6658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3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21 179 1592,'0'0'12776,"0"0"-9039,0 0-2621,-4 33 651,-7 106 129,6 6-1896,10-68 192,-2-63-19,-1-50-81,-2 3-86,1 0-1,2 0 1,1 1-1,2 0 1,1 0 0,2 0-1,1 1 1,1 0 0,1 1-1,2 0 1,2 1-1,0 1 1,2 0 0,10-11-6,-21 31 21,0 0 1,1 0-1,1 0 1,-1 1 0,1 0-1,0 1 1,1 0 0,2-1-22,-9 5 11,0 1 0,0-1 0,1 1 0,-1-1 0,0 1 0,1 0 0,-1 1 1,1-1-1,-1 0 0,1 1 0,0 0 0,-1 0 0,1 0 0,-1 0 1,1 1-1,-1-1 0,1 1 0,-1 0 0,1 0 0,-1 0 0,1 1 0,-1-1 1,0 1-1,0 0 0,0 0 0,0 0 0,1 0-11,1 4 28,0 0 1,0 0-1,-1 0 0,0 1 1,0 0-1,0-1 0,-1 1 1,0 1-1,0-1 0,-1 0 0,2 6-28,16 89 385,-20-100-379,4 37 108,-2 0 0,-2 13-114,0-12-160,1 0 1,5 18 159,-4-45-655,0-1 1,1 0-1,1 0 1,0 0-1,6 11 655,3 0-5844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4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17300,'0'0'2120,"0"0"-1376,0 0 417,0 0-713,0 0-312,-4 164-136,4-143-240,0-6-633,0-9-1559,0-6-281,-3 0-207,-4 0-4658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381 0 3041</inkml:trace>
  <inkml:trace contextRef="#ctx0" brushRef="#br0" timeOffset="1">381 0 3041,'0'48'8842,"0"-48"-6498,0 3-1288,-7 30 545,-13 8-273,-3 13-288,-13 2-384,-1 1-144,-6-3-264,4-7-144,-1-5-56,3-9-48,-6-4-200,10-8-1792,10-12-3857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5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15 148 5265,'0'0'4952,"0"0"-2821,0 29-692,0 205 1572,2-118-2155,0-38-395,-2 0 0,-5 0 0,-3 9-461,4-161 493,3 14-482,1-20 607,6-42-618,-3 95 241,1-1 1,2 1 0,0-1-1,2 2 1,1-1 0,4-7-242,4-1 227,0 0 1,2 2 0,24-32-228,-32 50-163,0 1 0,1 0 0,1 0 0,1 1 1,-1 1-1,2 0 0,0 1 0,0 1 0,6-2 163,-15 8-360,1 2-1,-1-1 1,1 1 0,0 0 0,0 0 0,0 0 0,0 1-1,6 0 361,32 4-5792,-20 4-2047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135 172 2817,'0'0'1428,"0"0"1610,0 0-1331,0 0-592,0 0-179,0 0-260,21-20-209,66-63-58,-79 76-219,-1 1 1,2-1-1,-1 1 0,1 0 0,0 1 0,0 0 0,0 1 0,1 0 0,-1 0 0,1 1 0,0 0 0,0 1 0,7-1-190,-15 2 51,0 1-20,-1-1 0,1 1 1,-1-1-1,1 1 0,0 0 0,-1-1 0,1 1 0,0 0 0,-1 0 0,1 0 0,0 1 0,-1-1 1,1 0-1,-1 0 0,1 1 0,0-1 0,-1 1 0,1 0 0,-1-1 0,1 1 0,-1 0 0,0 0 1,1 0-1,-1 0 0,0 0 0,1 0 0,-1 0 0,0 0 0,0 1 0,0-1 0,0 0 0,0 1-31,1 4 56,-1 0 0,1-1-1,-1 1 1,-1 0-1,1 0 1,-1 0-1,0 0 1,-1 3-56,1 3 182,0 4 50,-1 0-1,-1-1 1,0 1 0,-1-1-1,0 1 1,-2-1 0,0 0-1,0 0 1,-1-1 0,-4 5-232,-1 1 190,-1-2 0,-1 1-1,-1-2 1,0 0 0,-1 0 0,-1-2 0,-2 2-190,-11 8 415,-1-1 1,-31 20-416,51-37 51,-1-1 1,1 0 0,-1-1-1,0 0 1,-1-1 0,1 0-1,-1-1 1,0 0 0,1-1-1,-1 0 1,-5 0-52,15-3 12,1 0-1,0 1 1,0-1 0,0 0-1,0 0 1,0 0 0,0 0 0,0 0-1,0 0 1,0 0 0,1 0-1,-1 0 1,0 0 0,1 0-1,-1 0 1,1 0 0,-1-1 0,1 1-1,-1 0 1,1-1 0,0 1-1,0 0 1,0 0 0,-1-1-1,1 1 1,1 0 0,-1-1 0,0 1-1,0-1-11,0-2 5,-1 0 0,1-1 0,1 1 0,-1 0-1,1-1 1,-1 1 0,1 0 0,1-1 0,-1 1-5,1 2 2,0 0 0,0 0 0,0 0 0,1 0 0,-1 0 0,0 1 0,1-1 0,0 1 0,-1 0 0,1 0 0,0 0 0,-1 0 0,1 0 0,0 0 0,0 1 0,0-1 0,0 1 0,0 0 0,0 0-2,3-1 3,0 1 0,0 0 0,-1 0 1,1 0-1,0 1 0,0 0 0,0 0 0,-1 1 0,4 0-3,5 8 9,0 0 0,0 1-1,-1 0 1,-1 1-1,0 0 1,-1 1-1,0 1 1,-1-1 0,0 2-9,7 8 13,8 10 11,-18-21-9,1-1 0,0-1-1,0 0 1,1 0 0,1 0-1,5 3-14,-10-10 10,-1-1 0,1 0 0,-1-1 0,1 1-1,0-1 1,0 0 0,-1 0 0,1 0 0,0-1 0,0 0 0,0 0 0,0 0-1,4-1-9,1 0-113,-1 0-1,1 0 1,-1-1-1,0-1 0,0 0 1,7-3 113,11-9-2402,0-1 0,-1-2 1,19-16 2401,-2 1-6876,-16 14 644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49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6465,'0'0'5775,"0"0"-3741,0 0-843,0 0 476,0 0-455,29 7-401,-15-3-712,2-1 21,0 1 0,0 1 0,-1 1 0,0 0-1,4 3-119,-11-4 79,-1-1 0,0 1 0,0 0 0,0 0 0,-1 1 0,0 0 0,0 0 0,-1 1-1,1-1 1,-1 1 0,-1 0 0,1 1 0,-1-1 0,1 5-79,9 22 353,-3 0 1,-1 0-1,-1 1 0,-2 1 1,-2-1-1,0 5-353,2 71 1222,-6 35-1222,-1-99 95,-2 0-1,-3-1 1,-1 1 0,-13 42-95,12-61-88,-2 0 0,-2-1 0,0-1 0,-1 1 0,-2-2 0,-1 0 1,-1 0-1,-15 17 88,1-8-959,0-2 0,-5 2 959,-38 28-4224,-4-5-4864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38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26 9090,'0'0'2600,"-7"28"-838,-55 233 2655,54-210-3447,3-16 910,-1-64-773,-3-56-769,4 46-188,1 1-1,2-1 1,2 0-1,3-32-149,-3 69 1,0 0 0,1 0 0,-1 1 0,0-1-1,1 0 1,-1 0 0,1 0 0,-1 1 0,1-1 0,0 0 0,0 1-1,0-1 1,0 1 0,0-1 0,0 1 0,0-1 0,1 1-1,-1 0 1,0-1 0,1 1 0,-1 0 0,1 0 0,-1 0 0,1 0-1,0 0 1,-1 1 0,1-1 0,0 0 0,0 1 0,0-1-1,-1 1 1,1 0 0,0-1 0,0 1 0,0 0 0,0 0 0,-1 0-1,1 1 1,0-1 0,0 0 0,0 1 0,0-1 0,-1 1-1,2 0 1,3 1-7,1 0 1,-1 1 0,0 0 0,0 0 0,0 0 0,0 1 0,0 0 0,-1 0 0,0 1 0,0-1 0,2 3 5,18 26-3,-1 1 0,2 7 3,-13-18 3,2 0 0,0-1 0,1-1 0,1-1 0,1 0 0,14 10-3,-28-27 4,-1 0 1,2 0-1,-1 0 1,0-1 0,1 1-1,-1-1 1,1 0-1,-1-1 1,1 1 0,0-1-1,0 0 1,0 0-1,0 0 1,0-1 0,1 0-5,-4 0 4,1 0 1,-1-1-1,0 1 1,1-1-1,-1 1 1,0-1-1,0 0 1,1 0 0,-1 0-1,0 0 1,0-1-1,0 1 1,0 0-1,0-1 1,-1 0-1,1 1 1,0-1-1,-1 0 1,1 0-1,-1 0 1,0 0 0,0 0-1,1 0 1,-1 0-1,-1 0 1,1 0-1,0-1 1,0 1-1,-1 0 1,1-3-5,2-8 111,-1 0 0,-1-1 0,0 0 0,0 1 1,-2-1-1,1 1 0,-2-1 0,0 1 0,-2-9-111,-6-14 564,-2 0-1,-12-25-563,17 45 19,7 16-121,0-1 0,-1 1-1,1-1 1,-1 0 0,1 1 0,0-1 0,0 0 0,-1 1 0,1-1 0,0 0 0,0 1 0,0-1 0,0 0-1,0 1 1,0-1 0,0 0 0,0 0 0,0 1 0,0-1 0,0 0 0,0 1 0,0-1 0,1 0 0,-1 1-1,0-1 1,1 0 0,-1 1 0,0-1 0,1 1 0,-1-1 102,20 0-6835,6 9-1805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38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3209,'0'0'5273,"0"0"-672,0 0-2905,0 0 353,0 0-193,0 0-728,0 0-600,185 18-368,-142-18-160,-6 3-24,-11 6-1080,-16 2-1680,-10 1-2274,0-3-3943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3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5937,'0'0'7218,"0"0"-5466,0 0-239,0 0 183,0 0-672,0 0-496,0 0-528,258-54-872,-165 24-2241,-14 3-7417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3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44 107 7138,'0'0'6942,"0"0"-4550,0 0-797,0 0-527,29-18-412,94-54-364,-119 70-278,0 0 1,1 0-1,-1 0 1,1 0-1,-1 0 0,1 1 1,0 0-1,-1 0 1,1 1-1,0-1 0,5 1-14,-9 0 4,1 0-1,-1 0 0,1 1 0,-1-1 0,0 1 0,1-1 0,-1 1 1,0 0-1,1-1 0,-1 1 0,0 0 0,0 0 0,1 0 1,-1 0-1,0 0 0,0 0 0,0 0 0,0 0 0,-1 0 0,1 0 1,0 1-1,0-1 0,0 1-3,1 5 28,0 1 0,-1-1 0,0 0 0,0 1 0,-1-1-1,0 1 1,0-1 0,0 1 0,-2 6-28,1-2 103,-1-2-65,-1 0-1,0 0 0,0 0 1,-1 0-1,0 0 0,-1-1 0,0 1 1,0-1-1,-1 0 0,0-1 0,-1 0 1,0 0-1,0 0 0,-1-1 0,0 0 1,0 0-1,-2 0-37,-13 11 47,-2-1 1,0-1-1,-1-1 1,-1-1-1,-15 5-47,23-13 1244,19-6-1103,22 2 375,48 14-71,-1 3 0,0 3 0,36 18-445,-98-37-205,0-1 1,0 0 0,1 0-1,-1-1 1,0 0 0,1 0-1,-1-1 1,0 0 0,1 0-1,-1 0 1,4-2 204,-2 1-931,-1-1-1,0 0 1,1 0 0,-1-1 0,0 0 0,0-1 931,32-18-7546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39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68 4081,'0'0'9174,"0"0"-5757,0 0-1297,-18 32-669,-53 110-475,69-137-940,-1 0 1,1 0-1,1 1 0,-1-1 1,1 1-1,-1-1 0,1 1 0,1 0 1,-1-1-1,1 1 0,0 0 0,1-1 1,-1 1-1,1 0 0,0-1 0,1 1 1,-1-1-1,1 1 0,0-1 1,0 0-1,1 0 0,-1 0 0,1 0 1,0 0-1,1 0 0,-1-1 0,1 0 1,0 1-1,0-2 0,0 1 1,1 0-1,-1-1 0,1 0-36,8 5 22,0 0 0,0-1 0,1-1 0,0-1 0,0 0 1,1 0-1,-1-2 0,1 0 0,0 0 0,9-1-22,-5 0 3,0-1 0,1-1 1,-1-1-1,1 0 0,-1-2 0,0 0 0,16-5-3,-28 5-3,1 0-1,-1 0 0,1 0 0,-1-1 0,0 0 1,-1 0-1,1-1 0,-1 0 0,0 0 0,0 0 1,0-1-1,-1 0 0,0 0 0,0 0 0,0-1 1,-1 0-1,0 0 0,0 0 0,-1 0 0,1-4 4,1-2 27,-2-1-1,1 0 1,-2 0-1,0 0 0,0 0 1,-2-1-1,0 1 1,0 0-1,-1-1 0,-1 1 1,-1 0-1,0 0 0,0 0 1,-1 1-1,-3-5-26,4 10-77,0 1 0,-1 0 0,1 1-1,-1-1 1,-1 0 0,1 1 0,-1 0-1,-1 0 1,1 1 0,-1-1 0,0 1-1,0 0 1,0 1 0,-1-1 0,-6-2 77,7 4-310,0 1-1,-1 0 1,0 0 0,0 0 0,0 1 0,1 0-1,-1 0 1,0 1 0,0 0 0,0 0 0,0 0 0,-5 2 310,-4 5-5284,11 9-3218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40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8618,'0'0'5820,"0"0"-3441,2 26-403,19 188 1157,12 58-1465,-30-529-1296,-3 248-363,0 1-1,1-1 1,0 1-1,0-1 0,1 1 1,0 0-1,1 0 1,-1 0-1,2 0 1,0-2-9,-2 7 4,0 0 1,-1 0-1,1 1 1,0-1-1,0 1 1,1-1 0,-1 1-1,1 0 1,-1 0-1,1 0 1,-1 0 0,1 0-1,0 1 1,0-1-1,0 1 1,0 0 0,0 0-1,0 0 1,0 0-1,1 1 1,-1-1 0,0 1-1,0 0 1,1 0-1,-1 0 1,0 0 0,3 1-6,-2-1 16,-1 1 0,0 0 0,0-1 0,1 1 0,-1 1 0,0-1 0,0 0-1,0 1 1,0 0 0,-1-1 0,1 1 0,0 0 0,-1 1 0,1-1 0,-1 0-1,0 1 1,0-1 0,2 4-15,4 5 43,-2 1 0,1 1 0,-2-1 0,2 5-43,-5-9-7,1 0 0,0-1 0,0 1 1,1-1-1,0 0 0,0 0 0,1 0 0,0-1 0,0 0 0,0 1 0,1-2 0,0 1 0,5 3 7,-1-4-596,1-1 1,-1 0-1,1 0 1,0-1-1,0 0 1,1-1-1,4 0 596,36 2-6576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40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2497,'0'0'14011,"0"0"-11283,0 0-263,0 0-1209,0 0-920,0 0-336,198-41-464,-145 32-432,-10 0-1177,-16 3-2640,-21 0-6081</inkml:trace>
  <inkml:trace contextRef="#ctx0" brushRef="#br0" timeOffset="1">41 284 7194,'0'0'8137,"0"0"-5416,0 0-193,0 0-343,0 0-1017,0 0-768,218-51-336,-132 24-64,23-12-904,-26 7-1833,-14 2-5840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41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3169,'0'0'13819,"0"0"-11403,0 0 145,0 0-497,-9 166-768,9-112-479,0-4-449,13-5-192,0-9-128,-3-9-48,0-7-208,13-17-705,-6-3-1111,6 0-4249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4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78 10122,'0'0'1486,"0"0"-334,34-11-224,173-52-525,-205 61-906,-7 1 204,-20 0 144,-40 6 400,26 3 749,0 2 0,-33 12-994,56-16 448,0 1 0,0 0 0,1 1 0,0 0 1,1 1-1,0 1 0,0 0 0,0 2-448,13-11 23,-1 0 0,1 0 0,0 0 0,0 0 0,0 0 0,0 0-1,0 0 1,0 0 0,0 0 0,0 1 0,0-1 0,1 0 0,-1 1 0,0-1 0,1 1 0,-1-1 0,1 0-1,0 1 1,-1-1 0,1 1 0,0-1 0,0 1 0,0-1 0,0 1 0,0-1 0,0 1 0,0-1 0,1 1-1,-1-1 1,0 1 0,1-1 0,0 1 0,-1-1 0,1 0 0,0 1 0,-1-1 0,1 0 0,0 1 0,0-1-1,0 0 1,0 0 0,0 0 0,1 1-23,7 4 39,0 0 0,-1-1-1,2 0 1,-1 0 0,1-1-1,3 1-38,13 6 93,-8-1-54,-1 1 0,0 1 0,-1 0 0,0 1 0,-1 0 0,-1 2 0,3 3-39,-10-10 110,0 0 1,-1 0-1,0 1 1,0-1-1,-1 1 1,-1 1-1,1-1 1,-1 1-1,-1-1 1,0 1 0,0 0-1,-1 0 1,0 1-1,-1-1 1,0 1-111,-1-9 33,-1-1 0,1 0 1,-1 1-1,0-1 0,1 0 0,-1 0 1,0 0-1,1 0 0,-1 1 0,0-1 1,0 0-1,0 0 0,0-1 1,0 1-1,-1 0 0,1 0 0,0 0 1,0-1-1,0 1 0,-1-1 0,1 1 1,0-1-1,-1 1 0,1-1 1,0 0-1,-1 1 0,1-1 0,-1 0-33,-49 6 334,43-5-282,-76 3-726,29-5-2948,13 1-3296,8 0-4202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22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1776,'0'0'10019,"0"0"-8091,0 0-680,0 0-184,0 0-784,0 0 41,46 33 103,-10-24-104,4-3-120,3 0-120,0-6-32,-7 0-48,-3 0-528,-6 0-473,-17 3-639,-7-3-2633,-3 0-2464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22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9154,'0'0'2448,"0"0"-703,0 0 7,0 0-560,0 0-471,0 0-369,195-6-288,-135 0-64,16 0-192,-16 3-2017,-14 0-5088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42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3649,'0'0'847,"0"0"2417,0 0-756,0 0-901,0 0-441,0 0-247,4 5 131,-1 0-683,-1 0 0,1 0-1,-1 0 1,0 0 0,0 1 0,0-1 0,-1 0 0,0 1 0,0-1-1,0 1 1,-1 0 0,0-1 0,0 1 0,0-1 0,0 1 0,-2 3-367,-3 12 714,0 0 0,-1-1 0,-10 19-714,8-18 162,0 1 0,1 0 0,-1 13-162,2 8 95,3 1 0,1 1 0,4 22-95,-1 8 64,-1 1091 566,2-1069-605,4 0-1,5 0 1,9 32-25,-4-58 317,3-1 0,2 0-1,4-2 1,26 51-317,-35-83 260,-12-24-168,1 0 1,1 0-1,0-1 0,0 1 1,1-1-1,0-1 1,1 1-1,3 1-92,-10-10-287,0-1 0,0 0 1,0 0-1,-1 1 0,1-1 0,0 0 1,0 1-1,-1-1 0,1 1 0,-1-1 0,1 1 1,-1-1-1,0 1 0,0-1 0,0 1 287,2 6-2315,1 7-3468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43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1384,'0'0'7954,"0"0"-4599,0 0-1304,0 0 35,0 0-427,0 0-557,0 0-1067,0-1 0,0 1 0,1 0 0,-1-1 0,0 1 0,0 0 0,0-1-1,1 1 1,-1 0 0,0-1 0,1 1 0,-1 0 0,0-1 0,0 1 0,1 0 0,-1 0 0,1 0 0,-1-1 0,0 1 0,1 0 0,-1 0 0,0 0 0,1 0 0,-1 0 0,1 0 0,-1 0 0,0 0 0,1 0-1,-1 0 1,1 0 0,-1 0 0,0 0 0,1 0 0,-1 0 0,1 0 0,-1 0 0,0 0 0,1 1 0,-1-1 0,0 0 0,1 0 0,-1 0 0,0 1 0,1-1 0,-1 0 0,0 0 0,1 1 0,-1-1-35,4 9 194,1 1 1,-2-1 0,1 1 0,-1 0 0,-1 0 0,0 0 0,0 1 0,-1 1-195,8 80 598,-4 0 0,-3 0 0,-5 2-598,1 35 287,2-129-302,0 0 1,0 0-1,-1 1 0,1-1 0,0 0 0,0 0 0,0 1 0,0-1 1,0 0-1,0 0 0,0 1 0,0-1 0,0 0 0,0 0 0,0 1 1,0-1-1,0 0 0,0 0 0,0 1 0,1-1 0,-1 0 0,0 0 0,0 1 1,0-1-1,0 0 0,0 0 0,0 0 0,1 1 0,-1-1 0,0 0 1,0 0-1,0 0 0,1 0 0,-1 1 0,0-1 0,0 0 0,0 0 1,1 0-1,-1 0 0,0 0 0,0 0 0,1 0 0,-1 0 0,0 0 0,0 0 1,1 0-1,-1 0 0,0 0 0,0 0 0,1 0 0,-1 0 0,0 0 15,11-14-2097,12-57-8765,-14 37 525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43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32 3121,'0'0'8403,"0"0"-5373,0 0-1991,0 0 130,-6 26 77,-5 31-466,2 0 1,3 0 0,1 19-781,5-71 46,0 0 1,0 0-1,1 0 0,-1 1 1,1-1-1,0 0 1,0 0-1,1-1 1,-1 1-1,1 0 1,0 0-1,1-1 1,-1 1-1,1-1 0,0 0 1,0 1-1,0-1 1,0-1-1,1 1 1,0 0-1,0-1 1,0 0-1,0 0 0,0 0 1,0 0-1,1-1 1,0 0-1,-1 0 1,1 0-1,0 0 1,0-1-1,0 0 0,0 0 1,0 0-1,3 0-46,5 0 37,-1 0 0,1-1 0,0-1 0,0 0-1,0-1 1,0 0 0,-1-1 0,1 0-1,-1-1 1,0 0 0,0-1 0,0-1 0,9-6-37,-13 8 11,-1-1 0,0 0 1,0 0-1,0-1 0,-1 0 1,0 0-1,0-1 0,0 0 1,-1 0-1,0 0 0,-1 0 1,1-1-1,-1 0 0,-1 0 1,0 0-1,0 0 0,0 0 1,-1-1-1,0 1 0,-1-1 1,0-1-12,0 4 52,-1-1 0,0 1 0,-1-1-1,1 1 1,-1-1 0,0 1 0,-1 0 0,0-1 0,0 1 0,0 0 0,0 0 0,-1 0 0,0 1 0,-1-1 0,1 1 0,-1-1 0,-2-1-52,-7-6 76,0 0 0,-1 1 0,0 0 0,-1 1-1,-9-4-75,15 8-12,-1 1-1,0 0 0,0 1 0,-1 1 0,0-1 0,1 2 0,-1-1 0,-1 1 0,-2 1 13,9 1-181,0 0 1,-1 1-1,1 0 1,0 0-1,-1 0 0,1 1 1,0 0-1,-1 0 0,1 0 1,0 1-1,0-1 1,0 1-1,0 1 0,0-1 1,0 1-1,1-1 1,-1 1-1,1 1 0,0-1 1,-1 1 180,-32 38-5680,6 0-4817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45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0 3321,'0'0'541,"0"0"1761,0 0-55,0 0-851,0 0-414,0 0 33,-5 1-7,4-1-838,0 0 0,0 0 1,0 0-1,0 0 0,0 0 0,0 1 0,0-1 1,0 0-1,0 1 0,1-1 0,-1 1 0,0-1 1,0 1-1,0-1 0,0 1 0,1-1 0,-1 1 0,0 0 1,0 0-1,1-1 0,-1 1 0,1 0 0,-1 0 1,1 0-1,-1 0 0,1 0 0,-1-1 0,1 2-170,-3 35 4378,3-21-5613,2-2 1272,0 0 0,1 1 0,1-1 0,0 0 0,1 0 0,0-1 0,5 8-37,12 38 57,11 67 322,-6 1-1,8 102-378,-25-138 314,-4 0-1,-4 1 1,-9 85-314,-5-96 302,-4-1 0,-4-1 0,-3-1 0,-20 43-302,12-28 100,21-66-68,-19 65 219,-5-2 1,-3-1-1,-13 15-251,34-78 419,11-19-355,1-1 1,0 1-1,0 0 0,1 0 1,0 0-1,0 0 1,0 1-1,1-1 1,0 1-1,1 0 1,-1 0-1,1 2-64,2-12-84,-1 0 1,1 0-1,-1 0 0,1 1 0,0-1 0,0 0 1,0 1-1,0-1 0,0 0 0,0 1 0,0-1 0,0 1 1,1 0-1,-1-1 84,2-1-163,94-91-5929,-42 46-1410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4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3385,'0'0'7663,"0"0"-4589,0 0-1578,0 0 38,0 0-230,0 0-392,-8 4-252,7-4-648,-2 1 43,0 0 0,1 0 0,-1 0-1,1 1 1,-1-1 0,1 1 0,-1-1 0,1 1 0,0 0 0,0-1 0,0 1 0,0 1-1,0-1 1,0 0 0,1 0 0,-1 1 0,1-1 0,-1 0 0,1 1 0,0 0 0,0-1-1,0 1 1,1 0 0,-1-1 0,0 1 0,1 0 0,0 0-55,-27 166 1261,7 2 0,4 139-1261,16-198 122,5 0 1,4 0 0,5-1 0,6-1-1,3 0 1,25 62-123,9 5 19,-11-31 51,60 129-70,-97-256 6,0 0 0,2 0 0,8 11-6,-17-28 40,0-2-74,-3-39-6524,-7 24 1394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51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2633,'0'0'5107,"0"0"-2439,0 0-697,0 0-180,0 0-419,0 0-220,23-11-308,78-35-109,-95 43-632,0 0 0,0 1 0,0 0 1,0 0-1,1 1 0,-1 0 0,0 0 0,1 0 0,-1 1 0,1 0 0,-1 0 0,1 0 0,-1 1 0,1 0 1,2 1-104,-5 0 39,0 0 0,0 0 0,0 0 0,-1 0 0,1 0 0,-1 1 0,1 0 0,-1-1 0,0 1 0,0 1 1,-1-1-1,1 0 0,-1 0 0,1 1 0,-1 0 0,0-1 0,1 4-39,2 7 98,-1 0-1,0 1 1,-1-1-1,-1 1 1,0-1-1,-1 1 1,0 0-1,-1 0 1,-1-1-1,-2 10-97,2-15 40,-1 0-1,0-1 1,-1 1-1,0-1 0,0 0 1,-1 0-1,0 0 1,0-1-1,-1 1 1,0-1-1,0 0 0,-5 5-39,-13 11 215,0 0-1,-23 16-214,4-3 380,27-28 587,12-6 278,16 1-977,-11-3-314,34 8 398,4-1-117,0 2-1,-1 2 0,-1 1 0,9 6-234,-46-18-54,1 1 0,0-1 0,0 1 0,0-1 0,0 0-1,0 0 1,0 0 0,0 0 0,0 0 0,0 0 0,0 0 0,0-1-1,-1 1 1,1-1 0,0 0 0,0 1 0,0-1 0,-1 0 0,1 0-1,0 0 1,-1 0 0,1 0 0,0 0 0,-1-1 0,1 0 54,36-41-3154,-29 30 1804,15-17-4188,-3 0-3290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51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11723,'0'0'1851,"0"0"-39,0 0-189,0 0-589,0 0-608,0 0-270,0 4-2,-1 22 121,2-1 1,1 0 0,0 0 0,2 0 0,3 5-276,-1 9 212,-3-23-114,1 11 82,1 0 1,1 0-1,10 26-180,-14-48 24,0 0 0,0 0 0,0 0 0,0 0 0,1-1 0,0 1 0,0-1 0,0 1 0,0-1 0,1 0 0,0 0 0,-1-1 0,2 1 0,-1-1 0,0 0 0,1 0 0,-1 0 0,1 0 0,0-1 0,0 0 0,0 0 0,0 0 0,0-1-24,1 1 44,1-1 1,-1 0-1,1 0 1,-1-1-1,1 0 1,-1 0-1,1 0 1,-1-1-1,1 0 1,-1 0-1,1-1 1,-1 0-1,0 0 1,0 0-1,0-1 1,0 0-1,0 0 1,-1 0-1,1-1 1,-1 0-1,0 0 1,0 0 0,-1-1-1,1 0 1,-1 0-1,0 0 1,0 0-1,0 0 1,-1-1-1,0 0 1,0 0-1,0 0 1,-1 0-1,0 0 1,0 0-1,-1 0 1,1-1-1,-1 1 1,-1-1-1,1 1 1,-1-1-1,0-1-44,1-1 63,-1 0 0,0 0 0,0 0-1,0 0 1,-1 0 0,-1 0 0,1 0-1,-1 0 1,-1 0 0,0 0 0,0 1-1,-1-1 1,0 1 0,0 0 0,-1 0-1,0 1 1,0-1 0,-1 1 0,0 0-63,-76-77 255,72 75-257,-1 0 0,0 0 0,-1 1 0,0 0 0,0 1 0,-1 0 0,-1 1 2,12 5-85,3 1 44,-1 0 0,0 1 0,0-1-1,0 0 1,0 0 0,0 0 0,0 1 0,1-1-1,-1 0 1,0 0 0,0 1 0,0-1-1,0 0 1,0 0 0,0 1 0,0-1-1,0 0 1,0 1 0,0-1 0,0 0-1,0 0 1,0 1 0,0-1 0,-1 0-1,1 0 1,0 1 0,0-1 0,0 0 0,0 0-1,0 0 1,0 1 0,-1-1 0,1 0-1,0 0 1,0 0 0,0 1 0,-1-1-1,1 0 1,0 0 0,0 0 0,0 0-1,-1 0 1,1 0 0,0 1 0,0-1 0,-1 0-1,1 0 1,0 0 0,0 0 0,-1 0-1,1 0 1,0 0 0,0 0 0,-1 0-1,1 0 1,0 0 0,0 0 0,-1 0-1,1 0 1,0-1 0,0 1 0,-1 0-1,1 0 1,0 0 0,0 0 0,-1 0 0,1 0-1,0-1 1,0 1 41,1 7-876,1-1-1,0 0 1,0 1 0,1-1-1,0 0 1,0 0 0,0-1-1,0 1 1,1-1 0,2 3 876,23 25-9002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52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4097,'0'0'4055,"0"0"-1173,0 0-876,0 0-427,0 0-583,0 0-505,15 0-120,184 3 2908,-198-3-2668,-1 0 54,0 0 57,-4 0-159,-220 0-419,224 0-752,4 0-674,61 2-3896,-22-2-389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52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8002,'0'0'7321,"0"0"-4351,0 0-812,0 0-836,0 0-726,0 0-128,9 24 61,8 25-118,-2 0 0,-2 1 0,3 30-411,-12-37 109,-3-24-68,2 0-1,0 0 0,0 0 0,6 14-40,-9-33-10,0 0-1,0 1 1,0-1-1,0 0 1,0 0-1,1 1 1,-1-1-1,0 0 1,0 1-1,0-1 0,0 0 1,1 0-1,-1 1 1,0-1-1,0 0 1,1 0-1,-1 0 1,0 1-1,0-1 1,1 0-1,-1 0 1,0 0-1,0 0 1,1 0-1,-1 0 1,0 1-1,1-1 1,-1 0-1,0 0 0,0 0 1,1 0-1,-1 0 1,0 0-1,1 0 1,-1 0-1,0 0 1,1 0-1,-1-1 1,0 1-1,1 0 1,-1 0-1,0 0 1,0 0-1,1 0 1,-1 0-1,0-1 0,0 1 1,1 0-1,-1 0 1,0 0-1,0-1 1,0 1-1,1 0 1,-1 0-1,0-1 1,0 1-1,0 0 1,0 0-1,1-1 1,-1 1-1,0 0 1,0-1-1,0 1 0,0 0 1,0-1-1,0 1 1,0 0 10,11-23-2199,-10 22 1940,13-39-5089,-1-4-4313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52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70 150 13483,'0'0'1776,"0"0"178,1 31-378,10 100-665,-9-122-859,-1-1-1,1 1 0,0-1 1,1 0-1,0 0 0,0 0 1,0-1-1,1 1 0,1-1 1,-1 1-1,1-2 0,0 1 1,1 0-1,0-1 0,0 0 1,0 0-1,0-1 0,1 0 1,0 0-1,0 0 0,1-1 1,-1 0-1,1 0 0,3 0-51,4 1 99,0-1-1,0 0 1,1-2-1,-1 1 1,0-2-1,1 0 1,0-1-1,-1-1 0,1 0 1,-1-1-1,10-2-98,-18 2 24,-1 1 0,0-1 0,0-1 0,0 1 0,0-1 1,-1 0-1,1 0 0,-1 0 0,0-1 0,0 0 0,0 0 0,0 0 0,0-1 0,-1 1 0,0-1 0,0-1-24,2-2 54,-1-1 0,0 0 0,0 0 0,-1 0 0,-1 0 0,1-1 0,-2 0 0,1 1 0,-1-1 0,0-1-54,-1-4 60,1 1 0,-1-1-1,-1 1 1,-1-1 0,0 0-1,-1 1 1,-1-1 0,0 1-1,0 0 1,-2 0 0,0 0-1,0 1 1,-1 0 0,-3-4-60,3 8-4,0 1 0,-1 0 0,0 0 0,0 1 0,-1 0 0,0 0 0,0 1 0,0 0 0,-1 0 0,0 1 1,0 0-1,0 0 0,-1 1 0,1 1 0,-1 0 0,0 0 0,0 1 0,0 0 0,-1 0 0,-7 1 4,-5 0-834,-1 1 0,0 1 1,1 2-1,-1 0 0,1 1 0,0 2 0,1 0 0,-13 6 834,-50 22-9256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5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3545,'0'0'557,"0"0"1654,0 0 258,0 0-689,0 0-454,0 0-287,-13 18 2971,13 212 2670,0 305-5076,0-535-1666,-1 0-1,1 1 1,0-1-1,-1 0 0,1 0 1,0 1-1,-1-1 1,1 0-1,0 0 0,-1 0 1,1 1-1,0-1 1,-1 0-1,1 0 0,-1 0 1,1 0-1,0 0 1,-1 0-1,1 0 1,-1 0-1,1 0 0,0 0 1,-1 0-1,1 0 1,-1 0-1,1 0 0,0 0 1,-1 0-1,1 0 1,-1-1-1,1 1 0,0 0 1,-1 0-1,1 0 1,0-1-1,-1 1 0,1 0 1,0 0-1,0-1 1,-1 1-1,1 0 0,0-1 1,0 1-1,-1 0 1,1-1-1,0 1 63,-1-5-904,1 0 0,-1 0 0,1 0 0,0 0 0,0 0 1,1 1-1,0-1 0,-1 0 0,2 0 0,-1 0 0,0 1 0,1-1 0,0 1 0,0-1 0,2-2 904,18-25-8295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56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40 6889,'0'0'3555,"0"0"-1816,0 0-747,0 0-329,0 0-83,0 0-75,-1 0-378,1 0-1,-1 1 1,0-1-1,1 0 1,-1 0-1,1 0 1,-1 0-1,0 1 1,1-1-1,-1 0 1,1 1-1,-1-1 1,1 0-1,-1 1 1,1-1-1,-1 1 1,1-1-1,0 0 1,-1 1-1,1-1 1,-1 1-1,1 0 1,0-1-1,0 1 1,-1-1-1,1 1 1,0 0-127,-8 20 760,1 1 1,2 1 0,0-1 0,1 1 0,0 19-761,0 118 739,4-115-351,0-37-354,0-1-1,1 1 0,0 0 1,0 0-1,1-1 1,0 1-1,0-1 0,0 1 1,1-1-1,0 0 0,1 0 1,0 0-1,0-1 1,0 1-1,1-1 0,0 0 1,0 0-1,0 0 0,1-1 1,0 0-1,0 0 1,0 0-1,1-1 0,0 0 1,0 0-1,0-1 0,0 0 1,0 0-1,0-1 1,1 0-1,-1 0 0,1 0 1,0-1-1,0 0 0,-1-1 1,1 0-1,4 0-33,-5 0 18,-1 1 0,1-1 1,-1 0-1,1-1 0,-1 0 0,1 0 0,-1 0 0,1-1 0,-1 1 0,0-2 1,0 1-1,0-1 0,0 0 0,0 0 0,-1 0 0,1-1 0,-1 0 0,0 0 1,0-1-1,0 1 0,-1-1 0,1-1-18,5-7 79,0-1 0,-1 0 0,-1 0 0,-1-1 0,0 0 0,0-1 1,-2 1-1,0-1 0,-1 0 0,0-1 0,-1 1 0,-1 0 0,-1-1 0,0 0 0,-2 1 0,1-1 0,-4-14-79,2 19 45,-1 1 0,-1 0-1,0 0 1,0 0 0,-1 0-1,0 1 1,-1 0 0,0 0-1,-1 0 1,0 1 0,0 0-1,-1 0-44,-4-5 16,-1 1-1,-1 1 1,0 0-1,0 0 1,-1 2-1,-1 0 0,-4-2-15,16 10-61,-1-1 0,0 2 0,1-1 0,-1 0-1,0 1 1,0 0 0,0 0 0,0 0-1,0 1 1,0-1 0,0 1 0,-1 1 0,1-1-1,0 1 1,0 0 0,0 0 0,0 0-1,0 1 1,1-1 0,-1 1 0,0 0 0,1 1-1,-1-1 1,1 1 0,0 0 0,-3 2 61,-10 10-1126,2 0 0,0 1 0,0 0 0,1 1 0,-7 13 1126,3-5-2559,-30 41-6783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0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6913,'0'0'6462,"0"0"-3776,0 0-1313,0 0-463,0 0-461,-3 8-179,-6 40 446,2 0 0,2 0 1,2 0-1,2 8-716,-5 66 1162,-7 247-151,7-417-7412,6 22 1088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0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44 8994,'0'0'2572,"0"0"-979,0 0 194,0 0-447,0 0-274,0 0-183,6 2 54,13 4 202,-39-7-196,-51-12-424,50 8-495,-26-7 125,-1 1 0,-14 1-149,153 21-159,140 14-525,-176-23-7353,42-2 8037,-49-5-8702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06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0 592,'0'0'2457,"0"0"1455,0 0-671,0 0-1284,0 0-453,0 0 51,-1 9 180,0-2-1488,0 1 0,1 0-1,1-1 1,-1 1 0,1 0 0,0-1 0,1 1-1,0-1 1,0 0 0,1 1 0,0-1 0,0 0-1,0 0 1,1-1 0,1 2-247,25 45 466,-2 1 0,-3 1 1,-2 1-1,-2 2 0,-3 0 0,9 55-466,-9-9 93,-4 2 0,-6-1-1,-3 58-92,-4-107 14,-1 83 165,-7 35-179,1-120 174,-1 0 0,-4 0 0,-1-1 0,-20 51-174,-27 41 412,-7-3 0,-14 12-412,14-26 192,55-106-240,1 1 0,1 0 1,1 0-1,1 1 0,-3 24 48,9-46-279,-1 0 0,1 0 0,0 0 0,-1 0 1,1 0-1,-1 0 0,0 0 0,0-1 0,1 1 0,-1-1 0,0 1 0,0-1 0,-1 0 0,1 0 0,0 0 1,0 0-1,0 0 0,-1 0 0,1-1 0,-1 1 0,1-1 0,-2 1 279,-7 2-2336,-21 9-4138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07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1 497 5513,'0'0'4317,"0"0"-2774,0 0-1063,33-8-92,10-2-288,15-5 61,2 3 0,29-2-161,176-6 1423,1 11 0,18 12-1423,-38-1 105,1417-22 829,-1484 15-627,513-24 1035,-502 17-1234,892-49 394,-214 57-20,-73 3-432,142-61-1,-514 27-57,1435-75 97,-1417 78 474,-217 14 1226,-208 14-519,-12-2-2092,-8 0-3147,-10-3-2857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09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31 3169,'0'0'4237,"0"0"-1199,0 0-466,0 0-210,0 0-56,0 0-434,0-4-450,-3-22 1137,3 26-2060,0 0-115,0 0-177,0 18-26,-3 40 13,-2 0 1,-3-1-1,-3 3-194,-8 61 233,-12 163 161,13 0 0,14 139-394,5-400 12,2 1-1,0 0 0,2-1 1,0 0-1,1 0 0,2-1 1,0 0-1,11 20-11,15 20 64,2-1-1,14 14-63,-12-16 109,-26-44 462,-15-29 598,-4-15-2293,8 6-2807,5 16-1953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11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43 113 4705,'0'0'7608,"0"0"-4399,0 0-1215,0 0 352,0 0-833,0 0-805,8-15-338,-2 4-274,-3 5-53,-1 1 0,1 0 0,0 0 0,0 0 1,0 0-1,1 0 0,-1 1 0,1 0 0,0 0 1,1 0-1,-1 0 0,1 0 0,-1 1 1,1 0-1,0 0 0,1 0 0,-1 1 0,1-1-43,2 1 103,-1 0 0,1 0 0,-1 1 0,1 0 0,0 0 0,0 1 0,0-1 0,1 2-103,-7-1 12,1 1-1,-1-1 0,1 1 0,-1 0 1,1 0-1,-1 0 0,1 0 0,-1 0 0,0 0 1,0 1-1,0-1 0,0 1 0,0 0 1,0-1-1,0 1 0,0 0 0,0 0 1,-1 0-1,1 0 0,-1 1 0,0-1 0,1 0 1,-1 1-1,0 1-11,7 22 24,-2 1-1,0 0 1,-2 0 0,-1 0 0,-2 0 0,0 1-1,-2-1 1,-1 1-24,2-22 5,-2 13 15,0-1 0,-2 0 0,0 0 0,-1-1 0,-1 1 0,0-1 0,-1 0 0,-1-1 0,-1 0 0,0 0 0,-2-1 0,1 0 0,-2 0 0,0-2 0,0 1 0,-1-1 0,-1-1 0,0-1 0,-1 0 0,0 0 0,-11 4-20,24-14 48,0 0 0,0 0 0,0 0 0,0 0 0,0 0 0,0-1 0,0 1 0,0-1 0,-1 1 0,1-1 0,0 0 0,0 0 0,0 0 0,-1 0 0,1 0 0,0-1 0,-2 0-48,3 1 30,-1-1 0,1 0 0,0 0 0,0 0 0,0 0 1,-1 0-1,1 0 0,0 0 0,0 0 0,0 0 1,1 0-1,-1 0 0,0-1 0,0 1 0,1 0 0,-1-1 1,1 1-1,-1-1 0,0 0-30,0-9 81,-1 1 0,1 0 0,1-1 0,0 1 0,0 0 0,2-7-81,-2 11 4,1 3 4,0 0 1,0 1 0,0-1 0,0 0-1,1 1 1,-1-1 0,1 1-1,-1 0 1,1-1 0,0 1-1,0 0 1,0 0 0,0 0 0,0 0-1,0 0 1,1 1 0,-1-1-1,1 1 1,-1 0 0,1-1 0,0 1-1,-1 0 1,3 0-9,74-22 73,-64 20-33,28-7-123,0 3 0,1 2 0,0 1 0,24 2 83,-58 2-633,0-1 0,-1 0 0,1-1-1,-1 0 1,1-1 0,-1 0 0,6-2 633,20-10-4630,-33 14 4174,37-16-7847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11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13139,'0'0'2030,"0"0"-515,0 0-52,0 0-767,0 0-416,-2 26 84,-9 226 1226,10-243-1467,2 0 1,-1 0 0,1 0 0,0 0 0,1 0 0,0 0 0,0 0 0,1 0 0,3 5-124,-4-10 54,0-1-1,0 0 0,1 1 0,-1-1 0,1 0 1,0-1-1,-1 1 0,1 0 0,0-1 0,1 0 0,-1 1 1,0-1-1,1-1 0,-1 1 0,1 0 0,-1-1 1,1 0-1,0 0 0,0 0 0,0 0 0,-1 0 0,1-1 1,3 0-54,2 1 51,0 0 1,-1-1 0,1 0-1,0-1 1,-1 0 0,1 0-1,-1-1 1,1 0 0,-1 0 0,0-1-1,0 0 1,2-2-52,-5 2 20,-1 1 1,0-1-1,0-1 0,0 1 1,-1-1-1,1 1 1,-1-1-1,0 0 0,0 0 1,0-1-1,0 1 0,-1 0 1,0-1-1,1 0 1,-2 1-1,1-1 0,-1 0 1,1 0-1,-1 0 1,-1 0-1,1-3-20,1-2 68,-1 0-1,0 1 1,0-1 0,-1 0 0,0 1-1,-1-1 1,0 0 0,0 0 0,-1 1-1,0-1 1,-1 1 0,0 0-1,-1 0 1,0 0 0,0 0 0,-1 0-1,0 1 1,0 0 0,-5-5-68,4 5-48,0 1 0,-1 0 0,0 0 0,0 1-1,-1 0 1,1 0 0,-1 1 0,0 0 0,-1 0 0,1 1 0,-1 0 0,0 1 0,0 0 0,0 0 0,0 1 0,-1 0-1,1 0 1,-1 1 0,-3 0 48,10 2-179,1-1 0,-1 0 1,0 1-1,1-1 0,-1 1 0,1 0 0,-1-1 0,0 1 0,1 1 0,0-1 0,-1 0 0,1 1 0,0-1 0,-1 1 0,1 0 0,0-1 1,0 1-1,1 0 0,-1 0 0,-1 2 179,-27 50-5522,24-40 3329,-14 31-7438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12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12099,'0'0'2679,"0"0"-595,0 0-173,0 0-464,0 0-593,0 0-466,25-14-216,5-1-130,-1 1 17,-2-2 0,0 0 0,0-2 1,15-14-60,-37 28 109,9-9 82,-14 13-171,0 0 0,1-1 0,-1 1-1,0 0 1,0 0 0,0 0 0,0 0 0,0-1-1,0 1 1,0 0 0,0 0 0,1 0 0,-1 0-1,0 0 1,0 0 0,0-1 0,0 1-1,0 0 1,1 0 0,-1 0 0,0 0 0,0 0-1,0 0 1,1 0 0,-1 0 0,0 0-1,0 0 1,0 0 0,0 0 0,1 0 0,-1 0-1,0 0 1,0 0 0,0 0 0,1 0 0,-1 0-1,0 0 1,0 0 0,0 0 0,0 0-1,1 0 1,-1 0 0,0 1 0,0-1 0,0 0-1,0 0 1,0 0 0,1 0 0,-1 0-1,0 0 1,0 1 0,0-1 0,0 0 0,0 0-1,0 0 1,0 0 0,0 1 0,0-1 0,1 0-1,-1 0 1,0 0 0,0 1 0,0-1-20,6 376 999,3-394-3831,6-17-1128,1-8-3881,-3 2-1777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12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56 984,'0'0'8719,"0"0"-5758,0 0-1934,0 0-428,0 0-323,29-9-186,89-27-72,-80 27-9,-38 9 98,-12 0 792,-22 0-467,9-1-66,1 1 0,0 1 0,-1 2 0,-9 2-366,27-4 39,0 1 1,0 0-1,0 0 1,0 1-1,1 0 0,-1 0 1,1 1-1,0 0 0,0 0 1,0 0-1,0 1 1,1 0-1,-1 0 0,1 0 1,1 1-1,-1-1 1,0 2-40,4-5 19,-1 1 1,0-1 0,1 0 0,0 1 0,-1-1 0,1 1 0,0 0 0,0-1 0,0 1-1,1 0 1,-1-1 0,1 1 0,-1 0 0,1 0 0,0 0 0,0 0 0,0-1 0,1 1-1,-1 0 1,1 0 0,-1-1 0,1 2-20,1-1 60,0 0-1,0-1 1,0 1 0,0 0-1,0-1 1,0 1 0,1-1-1,-1 0 1,1 0-1,0 0 1,-1 0 0,1 0-1,0-1 1,0 1 0,0-1-1,0 0 1,0 0 0,1 0-60,46 15 524,-27-9-427,1 1 1,-1 0 0,-1 2 0,0 1-1,9 5-97,-26-12 15,0-1-1,0 1 0,0 0 0,0 0 0,0 1 0,-1-1 0,0 1 0,0 0 0,0 0 0,-1 1 0,0-1 0,0 1 0,0-1 0,0 1 0,-1 0 0,0 0 0,0 0 1,-1 1-1,0-1 0,0 0 0,0 0 0,-1 1 0,0 0-14,0-4 59,0 1-1,0 0 1,0 0 0,0 0-1,-1 0 1,0-1 0,1 1 0,-1 0-1,-1 0 1,1-1 0,-1 1 0,1-1-1,-1 1 1,0-1 0,0 0-1,-1 0 1,1 0 0,0 0 0,-1 0-1,0 0 1,0-1 0,0 1-1,0-1 1,0 0 0,0 0 0,-1 0-1,1 0 1,-1-1 0,1 1 0,-1-1-1,-2 1-58,-20 8 18,-1-1 0,0-1 0,0-2 0,-1 0 0,0-2 0,0-1 0,0-2 0,-5 0-18,36-1-564,0 0 0,-1-1 0,1 1-1,0-1 1,0 1 0,0-1 0,-1 0-1,1 0 1,0 0 0,1-1 564,6-3-2406,29-12-8099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1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6313,'0'0'5731,"0"0"-3065,0 0-818,0 0 51,0 0-614,0 0-389,26 25-135,-26-25-761,38 35 643,34 40-643,-66-67 60,0 1 0,0 0 0,0 1 0,-1-1 0,-1 1 0,1 0 0,-2 0 0,1 1 0,-2-1 1,1 1-1,-1 0 0,-1-1 0,0 1 0,0 0-60,2 19 134,5 52 238,-4 1 1,-5 29-373,1-48 88,-3 12 67,-3-1 0,-3 1 0,-3-2-1,-6 6-154,-85 294 949,73-272-696,13-45-52,-27 85 183,37-124-102,-1 1-1,-1-2 0,0 1 1,-2-2-1,0 1 1,-6 5-282,0-11-1271,-5-10-3797,14-1 2582,-11 0-7632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5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50 832,'0'0'9170,"0"0"-5277,0 0-1885,0 0-191,0 0-465,0 0-186,0-10 29,0-27-9,0 37-1145,0 0 0,0 0-1,0 0 1,0 0 0,0 0-1,0 0 1,0 0 0,1 0-1,-1 0 1,0 0 0,0 0-1,0 0 1,0 0 0,0 0-1,0 0 1,1 0 0,-1 0-1,0 0 1,0 0 0,0 0-1,0 0 1,0 0 0,0 0-1,1 0 1,-1 0 0,0 0-1,0 0 1,0 0 0,0 0-1,0-1 1,0 1 0,0 0-1,0 0 1,0 0 0,1 0-1,-1 0 1,0 0 0,0 0-1,0 0 1,0-1 0,0 1-1,0 0 1,0 0-1,0 0-39,5 14 141,11 66 1739,2 68-1881,-9-61 500,14 49-500,-19-175-5213,-1 7-655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52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22 984,'0'0'9392,"0"0"-6261,0 0-2271,0 0-40,0 32-45,4 109-131,-3-115-326,1 0 1,1 0-1,3 12-318,-4-31 127,0 0 1,0-1-1,0 1 1,1-1 0,0 1-1,1-1 1,-1 0-1,1 0 1,0 0-1,1-1 1,2 4-128,-3-6 64,0 0-1,0 0 1,0 0-1,0 0 1,0-1 0,0 0-1,1 0 1,-1 0-1,1 0 1,0 0-1,-1-1 1,1 0 0,0 0-1,0-1 1,0 1-1,0-1 1,0 0 0,-1 0-1,1-1 1,0 1-1,0-1 1,0 0-1,2-1-62,2-1 33,-1 1 0,1-1 0,-1-1 0,0 0 0,-1 0 0,1 0 0,-1-1 0,1 0 0,-1-1 0,-1 1 0,1-1 0,2-4-34,-2 2 28,-1-1-1,0 1 1,-1-1 0,0 0-1,0-1 1,-1 1 0,0-1-1,0 0 1,-1 0 0,1-7-28,-1-4 332,0 0 0,-2 0 1,0 0-1,-2-16-332,1 32 38,0 0 1,-1 1 0,0-1-1,0 0 1,0 1 0,-1-1-1,1 0 1,-1 1-1,0 0 1,0-1 0,-1 1-1,1 0 1,-1 0 0,0 1-1,0-1 1,0 0 0,-1 1-1,1 0 1,-1 0-1,0 0 1,0 0 0,0 0-1,0 1 1,0 0 0,-1-1-39,-7-2-65,0 1 0,0 0 0,-1 1 0,1 0 1,-1 1-1,1 0 0,-1 1 0,0 1 1,-1 0 64,8 0-245,-1 0 0,1 1 0,0 0 0,-1 0 0,1 1 0,0 0 0,0 0 0,0 0 1,0 0-1,0 1 0,0 0 0,1 1 0,-1-1 0,0 2 245,-42 41-5979,19-10-3004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53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6185,'0'0'6122,"0"0"-4626,0 0 176,0 0-103,0 0-849,0 0-384,0 0-88,83 0-72,-40 0-80,0 0-40,-3 0-48,-7 0-8,-7 0-672,-13 0-832,-6 0-1625,-7 3-4777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53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11330,'0'0'3217,"0"0"-2257,0 0-176,0 0-71,0 0-409,182-5-304,-133 5-248,-16 0-1713,-20 0-4736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5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1872,'0'0'1593,"0"0"-1593,0 0-1297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56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2905,'0'0'7971,"0"0"-4531,0 0-1446,0 0-128,0 0-430,0 0-541,-8 0-292,5 0-556,0 0 1,0 0-1,0 0 1,0 1-1,0-1 1,0 1-1,0 0 1,1-1-1,-1 1 1,0 1-1,0-1 1,1 0-1,-1 1 1,1-1-1,-1 1 1,1 0-1,0 0 1,-1 0-1,1 0 1,0 0-1,0 0 1,1 0-1,-1 1 1,0-1-1,1 1 1,-1-1-1,1 1 1,0 0-1,-1 1-47,-22 46 459,3 1 0,1 1 0,3 1 0,-6 34-459,-36 223 620,36-105-208,8 0 1,10 123-413,6-291 49,2 0 0,2 0 0,1-1 0,2 1 0,1-1 0,2-1-1,2 0 1,0-1 0,5 4-49,-6-10 17,7 16-4,21 34-13,-34-67 8,0 0-1,2-1 1,-1 0 0,1 0-1,1-1 1,-1 0 0,2 0-1,-1-1 1,5 3-8,7-3-184,-11-14-1948,-6-29-5301,-3 21 4507,1-24-9042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56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11747,'0'0'5866,"0"0"-3169,0 0-1332,0 0-683,0 32-14,0-9-525,6 194 920,5 73 215,-8-274-1554,5-16-2418,8-22-4944,-3-7-2878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57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23 195 232,'0'0'14415,"0"0"-9929,0 0-3256,0 0-128,4 33-190,17 102-344,-21-129-525,2-1 0,-1 1 0,1-1 0,-1 0 0,2 1 0,-1-1 0,0 0 0,1-1 0,0 1 0,0 0 1,1-1-1,-1 0 0,1 1 0,0-1 0,0-1 0,0 1 0,0-1 0,1 1 0,0-1 0,-1-1 0,1 1 0,0-1 0,0 1 0,1-1 0,3 0-43,5 1 111,0-1 0,0-1-1,0 0 1,0-1 0,0 0-1,0-1 1,0-1 0,1 0-111,-7 0 35,1 0 0,0 0 1,0-1-1,-1 0 0,1-1 1,-1 1-1,0-2 0,0 1 1,0-1-1,-1 0 0,0-1 1,0 1-1,0-2 0,-1 1 1,0-1-1,0 0 0,0 0 1,-1 0-1,0-1 1,-1 0-1,1 0 0,2-8-35,-1 0 94,0 0-1,-1 0 1,-1-1 0,0 0-1,-1 0 1,-1 0-1,-1 0 1,0 0 0,-1 0-1,-1 0 1,-2-14-94,1 25-20,1 0 1,-1-1 0,0 1-1,0 0 1,-1 0 0,0 0 0,0 0-1,0 1 1,-1-1 0,0 1-1,0 0 1,0 0 0,-1 0-1,0 0 1,1 1 0,-2 0 0,1 0-1,0 0 1,-1 1 0,0 0-1,0 0 1,0 0 0,0 1-1,0 0 1,0 0 0,-1 0-1,1 1 1,0 0 0,-1 0 0,0 1-1,1-1 1,-1 2 0,1-1-1,-1 1 1,1 0 0,-1 0-1,1 0 1,0 1 0,-1 0 0,-4 3 19,2 1-317,-1 0 1,1 1-1,0 0 1,1 0-1,0 1 1,0 0 0,1 1-1,-7 8 317,-47 79-3624,49-76 2679,-39 68-4574,10-7-3162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57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4153,'0'0'8655,"0"0"-4621,0 0-1370,0 0-607,0 0-1041,0 0-666,-1 20-90,-2 51 354,3 0 0,7 55-614,-2-88 29,9 52-176,-10-91-4659,0-11 1492,3-13-2391,-1-8-3265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57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19 12859,'0'0'2110,"0"0"-712,-6 30 163,-18 103-572,22-124-943,0-1 0,1 1 0,0 0-1,1-1 1,-1 1 0,2-1 0,-1 1 0,1 0-1,1-1 1,0 1 0,0-1 0,0 0-1,1 1 1,0-1 0,2 1-46,-2-5 17,0-1 0,0 1 0,1-1 0,0 0 0,0 0 0,0 0-1,0 0 1,0-1 0,0 1 0,1-1 0,-1 0 0,1 0 0,0-1 0,-1 0 0,1 0 0,0 0 0,0 0 0,0-1 0,0 1-1,-1-1 1,1 0 0,3-1-17,-2 1 29,1 0 1,-1 0-1,1 0 0,-1-1 0,1 0 0,-1 0 0,0-1 0,0 1 0,1-1 0,-1-1 1,0 1-1,-1-1 0,1 0 0,0-1 0,-1 1 0,0-1 0,0 0 0,0 0 1,0-1-1,-1 0 0,0 1 0,0-1 0,0-1 0,0 1 0,-1-1 0,0 1 0,0-1 1,0 0-1,-1 0 0,0 0 0,0 0 0,0-1 0,-1 1 0,0 0 0,-1-1 1,1-4-31,0 3 91,-1 1 0,0 0-1,0 0 1,0-1 0,-1 1-1,-1 0 1,1 0 0,-1 0-1,0 0 1,0 0 0,-1 0-1,0 0 1,0 1 0,-1-1-1,-3-4-89,0 4 63,0-1-1,0 2 1,0-1-1,-1 1 1,0 0-1,0 0 1,-1 1-1,1 0 1,-1 1-1,0 0 1,-6-1-63,-68-20 220,64 22-4124,49 3-670,9 0-1423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58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 3369,'0'0'6498,"0"0"-3604,0 0-1185,0 0-36,0 0-644,0 0-600,6-1-156,-4 1-220,0 0 0,0 0 0,0 0-1,0 0 1,0 0 0,0 0-1,0 0 1,0 1 0,0-1-1,0 1 1,0 0 0,0 0-1,-1-1 1,1 1 0,0 0-1,0 0 1,-1 1 0,1-1 0,0 0-1,0 2-52,3 2 120,-1-1 0,0 1 0,0 1-1,0-1 1,-1 1 0,0-1 0,2 4-120,5 16 363,-1 1 0,0 0 0,0 9-363,12 64 476,-4 1-1,-4 0 1,-3 28-476,-1 308 1077,-10-328-400,-5 1 1,-5-1-1,-24 102-677,19-129 309,0 0 20,-3 0 0,-4-1 0,-28 66-329,32-113 53,15-28-45,1-1 0,0 1 0,0 0 0,0 0 0,1 0 0,0 0 0,0 0 0,0 0-1,1 1 1,-2 4-8,3-9-25,0-1-151,0 0-379,17-2-3806,0-5-2763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9:59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3777,'0'0'1631,"0"0"2552,0 0-1247,0 0-1176,0 0 46,0 0 2,0 4 4377,-3 39-5763,-18 51 398,-8 15-820,-15 58 388,-2 62 74,-6 119-462,38-191 154,6 0 0,11 123-154,1-239-91,2 0-1,1-1 1,2 0 0,3 4 91,54 150-881,-61-181 812,27 71-2984,17 23 3053,13 16-6817,-24-49-2667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01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5337,'0'0'6379,"0"0"-3257,0 0-928,0 0-211,0 0-760,0 0-586,7 0-249,24-2-18,-30 2-343,0 0 1,0 0-1,0 0 1,1 1-1,-1-1 1,0 0-1,0 1 1,0-1-1,1 0 1,-1 1-1,0 0 1,0-1-1,0 1 1,0 0-1,0-1 1,0 1-1,0 0 1,0 0-1,-1 0 1,1 0-1,0 0 1,0 0-1,-1 0 1,1 0-1,-1 0 1,1 0-1,-1 0 1,1 1-1,-1 0-27,9 38 582,-9-32-452,7 73 773,-4 0 1,-6 60-904,1-14 199,11-169-12623,-2 9 612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0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 5433,'0'0'7248,"0"0"-4664,0 0-1639,0 0 113,0 0-157,-5 34-155,-13 114-232,18-136-421,-1 0 0,1 1 0,1-1 0,0 0-1,1 0 1,1 0 0,0 0 0,0 0-1,1 0 1,0-1 0,1 1 0,1-1 0,-1-1-1,2 1 1,0-1 0,1 2-93,-3-4 72,2 2 11,-1 0 1,2-1-1,-1 0 1,1 0-1,1-1 0,0 0 1,0 0-1,0-1 1,5 2-84,-9-6 51,1 0 0,-1 0 0,1-1 0,-1 1-1,1-1 1,0-1 0,0 1 0,0-1 0,0 0 0,0 0 0,1-1 0,-1 0 0,0 0 0,0 0 0,0-1 0,0 0 0,0 0 0,0-1 0,0 1-51,-2-1 23,0-1 0,0 1 0,-1-1 0,1 1 0,-1-1 0,0 0 1,0 0-1,0 0 0,0-1 0,0 1 0,-1-1 0,1 1 0,-1-1 0,0 0 0,0 0 0,-1 0 1,1 0-1,-1-1 0,0 1 0,0 0 0,0 0 0,0-1 0,-1 1 0,0-1 0,0 1-23,2-21 185,-1 0-1,-1 1 1,-4-20-185,3 34 55,-2-1 0,1 0 0,-2 1 0,1-1 0,-1 1 0,-1 0 0,0 0 0,0 1 0,-1-1 0,0 1 0,-1 1 0,0-1 0,0 1 0,-1 0 0,0 1 0,0-1 0,-9-5-55,10 8-163,1 1 0,-1-1 1,0 1-1,0 0 1,-1 1-1,1 0 0,-1 0 1,0 0-1,1 1 1,-1 0-1,0 1 0,0 0 1,0 0-1,-1 0 1,1 1-1,0 1 1,0-1-1,0 1 0,0 1 1,0-1-1,0 1 1,0 1-1,1-1 0,-4 3 163,-33 26-4384,4 6-2602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0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2761,'0'0'8712,"0"0"-5539,0 0-1849,0 0-118,28-12-153,93-40-358,-92 42-286,0 1 0,15-2-409,-34 10 122,1-1 0,-1-1 0,0 0 0,0 0 0,-1-1 0,1 0 0,-1-1 0,0 0 0,0-1 0,0 1 1,4-5-123,-12 9 11,0 0 1,0 0 0,0 0 0,0 0 0,0 0-1,0 0 1,0-1 0,0 1 0,0 0 0,0-1-1,-1 1 1,1 0 0,-1-1 0,1 1 0,-1-1-1,1 1 1,-1-2-12,0 2 15,0 0 0,0 1 0,0-1 1,-1 0-1,1 0 0,0 0 0,-1 1 0,1-1 0,0 0 0,-1 0 0,1 1 0,-1-1 0,1 0 1,-1 1-1,1-1 0,-1 0 0,0 1 0,1-1 0,-1 1 0,0-1 0,1 1 0,-2-1-15,-2-1 45,0 0 0,0 1 0,-1-1 0,1 1 0,-1 0 0,1 0-1,-1 0 1,0 1 0,1 0 0,-2 0-45,-12-1-3,0 2 0,0 0 0,0 1 1,0 1-1,-1 0 3,14-1-2,-1 0 1,1-1 0,0 2-1,0-1 1,-1 1 0,1 0-1,1 0 1,-1 0 0,0 0-1,1 1 1,0 0-1,0 0 1,0 0 0,0 0-1,1 1 1,-1 0 0,1 0-1,0 0 2,1-2 0,1 1 0,0-1 0,0 0-1,0 1 1,0-1 0,0 1-1,1-1 1,-1 1 0,1 0 0,0-1-1,0 1 1,0-1 0,1 1-1,-1 0 1,1-1 0,0 1 0,0-1-1,0 0 1,1 1 0,-1-1-1,1 0 1,-1 0 0,1 0 0,0 0-1,0 0 1,1 0 0,-1 0-1,1-1 1,-1 1 0,1-1 0,0 0-1,0 0 1,0 1 0,42 20 1,-16-9 5,-1 1-1,-1 2 0,0 1 0,14 12-5,-34-24 2,0 0 0,-1 1 0,1 0 0,-1 0 0,-1 0 0,1 1 0,-1 0 0,-1 0 0,0 0 0,0 0 0,0 1 0,-1 0 0,0 0 0,-1 0-1,0 0 1,0 0 0,-1 0 0,0 1-2,0-2 60,-1 0-1,1 0 0,-2 1 0,1-1 0,-1 0 1,0 0-1,-2 6-59,1-11 38,1 0 0,-1 0 0,0 0 0,1 0 0,-1-1-1,0 1 1,-1-1 0,1 1 0,0-1 0,-1 0 0,1 0 0,-1 0 0,0 0 0,0 0 0,0-1 0,1 1 0,-2-1 0,1 0 0,0 0 0,-2 1-38,-16 3 163,-1-1 1,0 0-1,0-2 1,0 0-1,0-2 0,0 0 1,-13-3-164,2 2-254,0 1 0,-28 3 254,59-3-145,0 0 1,1 0-1,-1 0 1,1 1-1,-1-1 0,0 1 1,1-1-1,-1 1 1,1-1-1,-1 1 0,1 0 1,-1 0-1,1 0 1,0-1-1,-1 1 0,1 1 1,0-1-1,0 0 1,0 0-1,0 0 0,0 1 1,0-1-1,0 0 1,0 1-1,0-1 0,1 1 1,-1-1-1,0 2 145,10-1-6414,13-2 2754,-19 0 2104,35 0-5954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03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7962,'0'0'5468,"0"0"-2640,0 0-918,17 27 109,0 1-1731,-1 1 0,-2 0 0,-1 0 0,-1 2 0,-2-1 0,-1 2 0,-1-1 0,-1 1 1,-1 10-289,4 104 593,-6 0 1,-6 0 0,-7 0-1,-6 0 1,-28 117-594,23-162 182,7-27-309,-3 0 0,-3-1 0,-23 55 127,38-118-289,-1-1 0,1-1 0,-1 1 0,-1-1 0,0 0 0,0 0 0,0 0 0,-1-1 0,0 0 0,-1-1 0,-1 2 289,-1 0-1291,-1-1 1,-1 0-1,1-1 0,-1 0 1,-2 0 1290,-45 12-9332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0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2881,'0'0'1097,"0"0"2940,0 0-1623,0 0-726,0 0 83,0 0-188,32 1-254,224 4 1522,91-5-956,1068-15-585,977-15-274,-2210 30-1000,54 3-23,178-4 337,-395 0-309,1-2 1,-1 0-1,0-1 1,0 0 0,11-6-42,-41 12-1434,-1-1 1,1-1-1,0 1 1,-1-2-1,-8-1 1434,-24 0-4352,-42 2-6323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04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2713,'0'0'9567,"0"0"-6380,0 0-2257,0 0 122,-10 33 347,4-14-1175,-10 33 415,2 0-1,3 1 1,-4 45-639,1 106 2015,11 110-2015,3-208 287,1-52-97,2 1 0,2-1 0,6 17-190,-6-44 26,2 1 1,1-1-1,1-1 1,1 0-1,1 0 1,1-1-1,5 6-26,-13-25-48,0 0 1,0 0-1,0-1 0,1 1 1,-1-1-1,2 0 0,-1-1 1,0 1-1,1-1 0,0 0 0,0 0 1,2 0 47,-5-2-267,1-1 0,0 0 0,0 0 0,-1 0 0,1 0 0,0 0 0,0-1 1,0 0-1,0 0 0,0 0 0,0 0 0,-1-1 0,1 0 0,0 1 0,0-1 0,0-1 1,-1 1-1,1 0 0,0-1 0,-1 0 0,0 0 0,3-1 267,31-29-5983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05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11923,'0'0'2048,"0"0"-701,0 0-260,0 0-430,0 0-330,28 6-168,-28-6-159,32 5 34,-1 3 0,20 7-34,-48-14 11,-1 0-1,1 0 1,-1 1 0,0-1 0,0 0 0,0 1 0,0-1-1,0 1 1,0 0 0,0 0 0,0 0 0,-1 0-1,1 0 1,-1 0 0,1 0 0,-1 0 0,0 1 0,0-1-1,0 0 1,0 1 0,0-1 0,-1 1 0,1-1 0,-1 1-1,1 0 1,-1-1 0,0 1 0,0-1 0,0 1-1,-1-1 1,1 1 0,-1 0 0,1 0-11,-1 12 99,0-2-22,0 1 0,-1-1 0,-1 1 0,0-1-1,0 0 1,-1 0 0,-1 0 0,-1 0 0,1-1 0,-2 0 0,0 0 0,0 0 0,-4 3-77,-13 16 228,-2-1 1,-2-1-1,0-1 1,-2-1-229,29-27 56,1 0 0,0 0 1,0 0-1,0 1 0,0-1 1,0 0-1,0 0 0,0 0 1,0 0-1,0 0 0,0 1 0,0-1 1,0 0-1,0 0 0,0 0 1,0 0-1,0 1 0,0-1 1,0 0-1,0 0 0,0 0 1,0 0-1,0 0 0,0 1 1,0-1-1,0 0 0,0 0 1,0 0-1,0 0 0,0 0 1,0 1-1,0-1 0,0 0 1,1 0-1,-1 0 0,0 0 1,0 0-1,0 0 0,0 1 1,0-1-1,0 0 0,1 0 0,-1 0 1,0 0-1,0 0 0,0 0 1,0 0-1,0 0 0,1 0 1,-1 0-1,0 0 0,0 0 1,0 0-1,0 0 0,1 0 1,-1 0-1,0 0 0,0 0 1,0 0-1,0 0 0,1 0 1,-1 0-1,0 0 0,0 0 1,0 0-1,0 0 0,0-1-56,25 2 923,32-6-581,12-5 3,0 4-1,51 2-344,-115 3-248,-1 1 0,1 0-1,-1-1 1,1 0-1,-1 0 1,0 0-1,1 0 1,-1-1-1,0 0 1,0 0-1,0 0 1,3-2 248,25-24-5062,-2-7-4486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05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82 15155,'0'0'2873,"0"0"-778,0 0-301,-13 33-801,-39 107-450,50-135-518,1-1-1,0 1 1,0-1-1,0 1 1,0 0 0,1-1-1,0 1 1,0 0-1,0 0 1,0-1 0,1 1-1,0 0 1,0-1-1,1 5-24,0-6 14,-1 0-1,1 0 0,0 0 1,0 0-1,0 0 0,0 0 1,1-1-1,-1 1 0,1-1 1,0 1-1,-1-1 1,1 0-1,0 0 0,0 0 1,1 0-14,7 2 43,0 0 0,0 0 0,0-1 1,0 0-1,0-1 0,1-1 1,-1 0-1,9 0-43,-2-1 66,0 0-1,0-2 1,0 0-1,0-1 1,-1-1 0,1 0-1,-1-1 1,0-1 0,-1-1-1,5-3-65,-12 6 51,-1 0 1,-1 0-1,1-1 0,-1 0 0,0 0 0,0-1 0,0 0 0,-1 0 0,1-1 0,-2 0 0,1 0 0,-1 0 0,0 0 0,-1-1 0,1 0 0,-1 0 0,-1 0 0,0-1 0,0 1 0,-1-1 0,1-5-51,-1 7 13,-1 0-1,0 0 0,-1 0 1,0 0-1,0 0 1,0 1-1,-1-1 1,0 0-1,-1 0 0,1 0 1,-1 1-1,0-1 1,-1 1-1,0-1 0,0 1 1,0 0-1,-1 0 1,1 0-1,-2 1 0,1 0 1,0-1-1,-1 1 1,0 1-1,0-1 0,-1 1 1,1 0-1,-1 0 1,0 0-1,0 1 1,0 0-1,-1 0 0,1 0 1,-1 1-1,1 0 1,-1 1-1,0-1-12,-5 0-179,0 0-1,0 1 1,0 0-1,0 1 1,0 0-1,0 1 0,0 0 1,0 1-1,0 1 1,1 0-1,-8 3 181,-1 1-1367,0 2 1,1 0-1,0 1 1,1 1-1,0 1 0,0 1 1366,-50 40-11110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05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5905,'0'0'6372,"0"0"-3134,0 0-1467,0 0-489,0 0-527,0 0-299,22-20-120,71-60 111,-91 77-338,0 0 0,1 1 0,0-1 0,-1 1 1,1 0-1,0 0 0,0 0 0,1 1 0,-1-1 1,0 1-1,0-1 0,1 1 0,1 0-109,-4 1 19,-1 0 0,1 1 0,0-1-1,-1 1 1,1-1 0,-1 1 0,0-1-1,1 1 1,-1-1 0,1 1 0,-1 0 0,0-1-1,1 1 1,-1-1 0,0 1 0,0 0 0,0-1-1,1 1 1,-1 0 0,0-1 0,0 1 0,0 0-1,0 0 1,0-1 0,0 1 0,0 0-1,0-1 1,-1 1 0,1 0-19,1 9-44,4 42 509,-3 0 1,-2 0-1,-5 46-465,-1 39 147,6-136-177,0-1 0,0 1 1,0-1-1,0 0 0,0 1 0,1-1 0,-1 0 0,0 1 1,0-1-1,0 1 0,0-1 0,1 0 0,-1 1 0,0-1 0,0 0 1,1 0-1,-1 1 0,0-1 0,1 0 0,-1 1 0,0-1 1,1 0-1,-1 0 0,0 0 0,1 1 0,-1-1 0,0 0 0,1 0 1,-1 0-1,1 0 0,-1 0 0,0 0 0,1 0 0,-1 0 1,1 0-1,-1 0 0,0 0 0,1 0 0,-1 0 0,1 0 0,-1 0 1,0 0-1,1 0 0,-1-1 0,0 1 30,22-10-1958,-10-3-432,0-1-1,-2 0 0,1-1 0,-2 0 0,1-2 2391,17-31-7770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06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93 7138,'0'0'5814,"0"0"-3539,0 0-1271,0 0-185,0 0-419,29-15-253,7-4-131,80-38-1,-115 56 38,-1 1 104,-16 0 629,-3 0-480,-1 1 1,1 0-1,0 2 1,0 0-1,1 1 1,-14 5-307,22-6 30,1 1 1,-1 1-1,1-1 0,0 2 1,1-1-1,-1 1 0,1 0 1,0 1-1,0 0 1,1 0-1,0 1 0,1 0 1,-4 5-31,6-8 9,0 1 0,1-1 0,0 1 0,0 0 0,0 0 1,1 1-1,0-1 0,0 1 0,1-1 0,-1 1-9,2-5 18,0 1-1,0-1 0,0 0 1,0 0-1,0 0 1,0 0-1,1 1 1,-1-1-1,0 0 1,1 0-1,0 0 0,0 0 1,-1 0-1,1 0 1,1 0-1,-1 0 1,0 0-1,0-1 1,1 1-1,-1 0 1,1-1-1,-1 1 0,1-1 1,-1 1-1,1-1 1,0 0-1,0 0 1,0 0-1,0 0 1,2 1-18,32 13 291,5 2-69,0 1-1,25 17-221,-56-29 2,0 1-1,0 0 0,0 1 0,-1-1 0,0 2 1,-1-1-1,1 1 0,-2 1 0,1-1 1,-2 1-1,1 0 0,0 3-1,-5-10 42,0 0 1,-1 0-1,1 1 1,-1-1-1,1 0 0,-1 1 1,0-1-1,-1 1 0,1-1 1,0 1-1,-1 0 0,0-1 1,0 1-1,0-1 1,0 1-1,-1 0 0,0-1 1,1 1-1,-1-1 0,0 1 1,-1-1-1,1 0 0,0 1 1,-1-1-1,0 0 1,0 0-1,0 0 0,0 0 1,0 0-1,-1-1 0,1 1 1,-1-1-1,0 1 1,0-1-1,0 0 0,0 0 1,0 0-1,0 0 0,0-1 1,-1 0-1,1 1 0,0-1 1,-4 0-43,-12 5 110,-1-2-1,1 0 1,-1-1 0,1-2-1,-1 0 1,-3 0-110,-57 4-2049,79-5 2116,-7 1-2674,13-3-8946,15-3 3713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06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0 5097,'0'0'7880,"0"0"-4707,0 0-1639,0 0-130,0 0-170,0 0-229,11 34-229,73 223 617,-69-200-1201,-3 1 0,-2 0 0,-3 0 0,-2 5-192,0 77 552,-6 18-552,-2-111 160,-2 0-1,-1 0 1,-3-1-1,-2 0 1,-2 0 0,-13 30-160,-7 3 181,-3-2 0,-3-1 1,-16 18-182,54-93 580,-5 9 22,0-3-4238,2-6-3001,3-9-1767,1-2 173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1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8370,'0'0'5537,"0"0"-2138,0 0-835,0 0-557,0 0-796,114 0 1296,27-2-1813,-69 1-1478,2 1-4403,-74 0-584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1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10866,'0'0'5674,"0"0"-3626,0 0 288,0 0-815,0 0-721,0 0-352,205 9-448,-72-9-16,-21-6-1472,-13-9-4594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12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8090,'0'0'4601,"0"0"-2057,0 0-699,0 0-242,-27 26-307,-24 24-227,-9 14-1069,52-55 137,1 0-1,1 1 1,0-1-1,0 1 1,1 0-1,0 1 1,1-1-1,0 1 1,1 0-1,0 0 0,0 0 1,1 0-1,1 1 1,0-1-1,0 0 1,1 1-1,2 7-136,-2-7 109,-1-4-40,1 0 0,1 0 0,0 0 0,0 0 0,0 0 1,1 0-1,0 0 0,3 5-69,-3-9 22,0 0 1,0-1 0,1 1-1,-1-1 1,1 1 0,0-1-1,0 0 1,0 0-1,0-1 1,1 1 0,-1-1-1,1 1 1,0-1 0,-1 0-1,1 0 1,0-1 0,1 1-23,23 6 56,0-1 1,0-1-1,1-2 1,-1-1-1,1-1 1,0-1-1,0-2 1,-1-1-1,1-1 1,5-3-57,-20 4 3,0-2 0,0 1 0,0-2-1,-1 0 1,0-1 0,0 0 0,0-1 0,-1 0 0,0-1-1,0-1-2,-8 7 17,0-1-1,0 0 0,0-1 0,-1 1 0,0-1 0,1 0 1,-1 1-1,0-1 0,-1-1 0,1 1 0,-1 0 0,0-1 1,0 1-1,0-1 0,-1 1 0,0-1 0,1 0 0,-2 0 1,1 0-1,0 0 0,-1 1 0,0-1 0,0 0 0,-1 0 1,1 0-1,-1 0 0,0 0 0,0 1 0,-1-1 0,0 0 0,0 0-16,-2-3 43,-1 0 0,0 1 0,0 0 0,-1 0 0,0 1 0,0 0 0,0 0 0,-1 0 0,0 0 0,0 1 0,-1 1 0,-3-3-43,-23-12 102,-1 2 0,-6-2-102,38 18 2,-10-5-79,-1 0 1,0 1-1,-1 0 1,1 1-1,-1 1 1,0 0-1,1 1 1,-1 1-1,0 0 0,-11 1 77,25 0-74,0 0 0,0 1-1,0-1 1,0 0-1,0 1 1,0-1-1,0 1 1,1-1-1,-1 1 1,0-1-1,0 1 1,0 0 0,1-1-1,-1 1 1,0 0-1,1-1 1,-1 1-1,0 0 1,1 0-1,-1 0 1,1 0-1,0 0 1,-1-1 0,1 1-1,0 0 1,-1 0-1,1 0 1,0 0-1,0 0 1,0 1 74,-1 34-3787,2-22 663,-1 14-5555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13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1008,'0'0'14027,"0"0"-11042,0 0 47,-16 152-1143,-14-81-729,-6 4-448,-1-7-288,1-5-272,0-13-104,3-8 0,6-12-48,4-9-280,13-21-768,10 0-2585,0-15-3544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13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13299,'0'0'2591,"0"0"-716,0 0-407,-16 27-415,-1 0-798,6-11-123,2-1 1,-1 1-1,2 1 1,0 0-1,1 0 0,1 0 1,1 1-1,0 0 1,-1 9-133,2-3 279,1 0 0,1-1 0,1 1 0,0 0 0,4 22-279,-2-38 24,0-1-1,1 0 0,0 0 1,0 1-1,0-2 0,1 1 0,0 0 1,1 0-1,-1-1 0,1 0 1,0 0-1,1 0 0,0 0 1,0 0-1,0-1 0,0 0 0,1 0 1,0-1-1,0 1 0,5 2-23,7 0 17,-1 0 0,1-1 0,0-1 0,0-1 0,1 0 0,0-1 0,-1-1 0,1-1 0,0-1 0,14-1-17,-23 0-1,0 1 1,1-1-1,-1 0 1,0-1-1,1 0 1,-1-1-1,0 0 0,0-1 1,-1 0-1,1 0 1,3-3 0,-6 2-1,-1 1 1,0 0-1,0-1 1,-1 0-1,1-1 1,-1 1-1,0-1 0,-1 0 1,0 0-1,1-1 1,-2 1-1,1-1 1,-1 0-1,0 0 1,0 0-1,0-4 1,0 0 12,-1 0 0,0 0 0,0 0 0,-1-1 0,-1 1 0,0 0 0,0-1 0,-1 1 0,-1 0 0,0-1 0,0 1 0,-1 0 0,-1 1 0,0-1 0,0 0 0,-1 1 0,0 0 0,-1 0 0,0 1 0,0-1 0,-4-2-12,-6-7 17,-2 1 1,0 0 0,-1 1-1,-1 1 1,0 1 0,-1 1-1,-1 1 1,0 0 0,-2 1-18,15 7-61,0 1 1,0 1 0,-1-1-1,1 1 1,-1 1-1,1 0 1,-5 0 60,12 1-178,-1 1-1,1 0 1,0 0 0,0 0 0,0 0-1,0 0 1,0 0 0,0 1-1,0-1 1,0 1 0,0-1 0,0 1-1,0 0 1,0 0 0,0 0-1,1 0 1,-1 0 0,0 0 0,0 0-1,1 0 1,-1 1 0,1-1-1,-1 1 1,1-1 0,0 1 0,0 0-1,0 0 1,-1-1 0,2 1-1,-1 0 1,0 0 0,0 0 0,1 0-1,-1 0 1,0 0 178,-3 33-4862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15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1200,'0'0'9784,"0"0"-5909,0 0-1958,0 0-126,0 0-448,0 0-425,0-4-260,0 2-627,0 1 0,1 0 1,0-1-1,-1 1 0,1 0 0,0 0 0,-1 0 0,1 0 1,0 0-1,0 0 0,0 0 0,0 0 0,0 0 1,0 0-1,0 0 0,0 0 0,0 1 0,0-1 1,1 0-1,-1 1 0,0-1 0,1 1 0,-1-1 1,0 1-1,1 0 0,-1 0 0,0-1 0,1 1 1,-1 0-1,1 0-31,63-4 331,-33 3-163,-10-2-120,-1 0 0,1-1-1,-1-2 1,1 0 0,-2-1 0,1-1 0,13-8-48,-34 16 5,1 0 0,-1 0 1,0 0-1,0 0 1,1 0-1,-1 0 0,0 0 1,1 0-1,-1 0 1,0 0-1,0 0 0,1 0 1,-1 0-1,0 0 1,0 0-1,1 0 0,-1 0 1,0 0-1,0 0 1,1 0-1,-1 0 0,0 1 1,0-1-1,0 0 1,1 0-1,-1 0 0,0 0 1,0 1-1,0-1 1,1 0-1,-1 0 0,0 0 1,0 1-1,0-1 1,0 0-1,0 0 0,1 1 1,-1-1-1,0 0 1,0 0-1,0 1 0,0-1 1,0 0-1,0 1-5,3 20 62,-4 25-32,1-43-13,-5 29 120,-1 1 0,-2-1-1,-1-1 1,-1 1-1,-13 24-136,-17 58 542,32-87-449,2-1 0,1 2 1,1-1-1,2 0 0,0 22-93,2-48-6,0-1-1,0 1 0,1-1 0,-1 1 0,0 0 0,0-1 0,1 1 0,-1-1 0,0 1 0,1-1 0,-1 1 1,1-1-1,-1 1 0,1-1 0,-1 1 0,1-1 0,-1 0 0,1 1 0,-1-1 0,1 0 0,-1 1 0,1-1 1,0 0-1,-1 0 0,1 1 0,-1-1 0,1 0 0,0 0 0,-1 0 0,1 0 0,0 0 0,-1 0 1,1 0-1,0 0 0,-1 0 0,1 0 0,0-1 0,-1 1 0,1 0 0,-1 0 0,1-1 7,27-8-1216,-2-12-1919,-2-5-2841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16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0 224,'0'0'11029,"0"0"-6904,0 0-2233,0 0-363,0 0-620,0 0-149,-33 28 14,-105 96 58,128-115-684,0 1 0,1 0 0,0 1 0,1 0-1,0 0 1,0 1 0,2 0 0,-1 0 0,-3 11-148,0 1 243,0-2-86,2 0 0,1 0 0,0 1 1,2-1-1,1 1 0,1 1 0,0-1 0,2 0 1,1 14-158,0-31 7,0-1 1,1 1 0,-1 0 0,1 0 0,0 0 0,1-1-1,-1 1 1,1-1 0,0 1 0,1-1 0,-1 0-1,1 1 1,0-1 0,1-1 0,-1 1 0,4 3-8,-1-2 2,0-1 1,0 0 0,1 0 0,0 0 0,0-1-1,0 0 1,1 0 0,-1-1 0,1 0 0,7 2-3,16 2-1,1-2 0,-1 0 1,1-3-1,0 0 0,16-3 1,-42 1-2,0 0 1,0 0-1,0-1 0,0 0 0,-1 0 1,1-1-1,0 1 0,0-1 0,-1-1 0,1 1 1,-1-1-1,0 0 0,1 0 2,-4 1 2,0 1 0,-1-1 0,1 0 0,0 0 0,-1 0 0,1 0 0,-1 0 0,1 0 0,-1 0 0,0 0 0,0-1 0,0 1 0,0 0 0,0-1 0,-1 1 0,1-1 0,-1 1 0,1-1 0,-1 1 0,0-1-1,0 1 1,0-1 0,-1 1 0,1-1 0,0 1 0,-1-1 0,0 1 0,1 0 0,-1-1 0,0 1 0,0 0 0,-1-2-2,-1 0 1,1 0 0,-1 0 0,0 1 0,0-1 0,-1 1 0,1-1 0,-1 1 0,1 0 0,-1 1 0,0-1 0,0 1 0,0-1 0,-1 1 0,1 0 0,0 1-1,-1-1 1,1 1 0,-1 0 0,-1 0-1,-12-4-4,-1 2-1,0 1 1,0 0-1,-5 1 5,-4 0-491,0 2 0,0 0 0,0 2 0,0 1 0,0 1-1,1 1 1,-1 2 0,1 1 491,-56 20-6432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0:1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1792,'0'0'1601,"-36"238"-1593,36-173 32,0 19-40,23-16-128,-3-11-1825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07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13707,'0'0'3478,"0"0"-1987,0 36 148,0-4-1233,-2 253 3610,-17 51-4016,-24-16 1147,-2 16-1024,44-302-142,-1-10-449,2-21-2268,-1-12-2824,-2-25-5639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07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13243,'0'0'2142,"36"-13"-165,-7 3-1538,8-4 54,0 2 1,1 2-1,0 1 1,1 1-1,37-1-493,-68 9 38,26-3 124,-1 3-1,1 0 1,0 2 0,18 4-162,-42-4 19,-1 0 0,1 0 0,-1 1 0,0 1 1,0-1-1,0 2 0,0-1 0,-1 1 0,1 0 1,-1 1-1,-1 0 0,1 0 0,-1 1 1,0 0-1,0 0 0,-1 1 0,5 6-19,-6-5 53,0-1 0,0 2 1,0-1-1,-1 0 0,-1 1 0,0 0 0,0 0 0,0 0 0,-2 0 0,1 0 1,-1 0-1,-1 0 0,1 1 0,-2-1 0,0 0 0,0 0 0,0 0 0,-3 4-53,1 0 114,-2-1 0,1-1-1,-2 1 1,0-1-1,0 0 1,-1 0-1,-1 0 1,0-1-1,0-1 1,-1 1 0,-1-1-1,1-1 1,-7 5-114,-7 5 103,-1-1 0,0-2 0,-2 0 0,0-1 1,0-2-1,-2 0 0,1-2 0,-1-1 0,-1-2 0,0 0 1,0-2-1,-1-1 0,1-1 0,-12-2-103,40-1-14,-1-1 0,0 0 1,0 1-1,0-1 0,0 0 0,0 0 0,0 0 0,0-1 1,0 1-1,1 0 0,-1-1 0,0 1 0,0-1 1,0 0-1,1 0 0,-1 1 0,0-1 0,1 0 1,-1 0-1,1-1 0,-1 1 0,1 0 0,-1 0 0,1-1 1,0 1-1,-1-1 0,1 1 0,0-1 0,0 1 1,0-1-1,1 0 0,-1 0 0,0 1 0,1-1 0,-1 0 1,1 0-1,-1 0 0,1 0 0,0 0 0,0 1 1,0-1-1,0 0 0,0 0 0,0 0 0,0 0 0,1 0 1,-1-1 13,1-5-488,0 0 1,0 1-1,0-1 1,1 0-1,0 1 1,1-1-1,0 1 1,0-1-1,0 1 1,1 0-1,0 0 1,1 1-1,3-5 488,36-35-9231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07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119 620 13067,'0'0'2832,"0"0"73,0 0 784,0 0-2681,0 0-312,0 0-280,-119-179-72,119 111-200,0 0 40,10 2-112,17 4-72,-1 8 0,10 9-56,7 10-448,30 14-1112,-7 6-3609,-9 9-3401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08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1 302 10018,'0'0'2863,"0"0"-171,0 26 72,0 87-883,0-106-1786,0-1-1,0 1 1,0-1 0,1 0 0,0 1 0,0-1 0,0 0 0,1 0 0,0 0 0,0 0 0,1 0 0,0 0 0,0-1-1,0 1 1,0-1 0,1 0 0,0 0 0,0 0 0,1 0 0,-1-1 0,1 0 0,0 0 0,0 0 0,0 0 0,1-1-1,-1 0 1,1 0 0,0 0 0,0-1 0,3 1-95,13 3 83,1-2 0,1 0 0,-1-2 0,0 0 0,1-2 0,-1-1 0,2 0-83,-25 1 2,11-1 6,-1 1 0,1-1 0,-1-1 0,1 0 0,-1 0 0,0-1-1,0 0 1,0-1 0,-1 0 0,1 0 0,-1-1 0,0-1 0,0 0 0,-1 0 0,1 0 0,-1-1 0,-1 0 0,1-1 0,-2 0 0,1 0 0,-1 0 0,0-1 0,0 0 0,-1 0 0,0 0 0,-1-1 0,0 1 0,-1-1 0,0 0 0,0-1 0,-1 1 0,0 0-1,-1-1 1,0-1-8,1-10 2,-1 0 0,-1 1 0,-1-1 0,-1 0 0,-1 1-1,0-1 1,-2 1 0,-5-14-2,5 21 6,-1 0-1,0 0 1,-1 1 0,-1 0-1,0 1 1,-1-1 0,0 2-1,0-1 1,-2 1 0,1 1-1,-1 0 1,-1 0-1,-1 0-5,1 4-31,10 10 4,6 10-19,-4-14 45,41 87 4,-5-14 75,17 54-78,-37-74 27,-1 1 0,-3 0-1,-3 0 1,-2 1 0,-2 1-1,-2 38-26,-4-142-52,3 0-1,2 0 0,2 0 0,8-29 53,-10 60-3,1 0-1,0 1 1,2-1 0,0 1 0,0 1-1,2-1 1,0 1 0,1 1 0,0 0-1,1 0 1,0 1 0,1 0-1,1 1 1,9-7 3,-11 11-4,1 0-1,0 1 0,1 0 1,-1 1-1,1 0 1,0 1-1,1 0 1,-1 1-1,1 1 1,0 0-1,0 1 0,0 1 1,0 0-1,0 0 1,0 2-1,0 0 1,0 0-1,12 4 5,-16-3-3,-1 0 1,0 1-1,0 0 0,0 1 0,-1 0 0,1 1 1,-1-1-1,0 2 0,-1-1 0,1 1 0,-1 0 1,0 0-1,0 1 0,-1 0 0,0 0 0,0 1 1,-1 0-1,0 0 0,0 0 0,-1 1 1,0-1-1,0 1 0,-1 0 0,0 0 0,-1 0 1,0 0-1,0 1 0,-1 0 3,1 1 23,-1 0 1,0 0-1,-1 0 1,0 0-1,-1 0 0,0 0 1,0-1-1,-1 1 1,-1 0-1,0 0 1,-1-1-1,0 0 0,0 0 1,-1 0-1,0 0 1,-1 0-1,0-1 0,0 0 1,-1-1-1,0 1 1,-1-1-1,0-1 0,0 1 1,-1-1-1,0-1 1,0 0-1,0 0 0,-1-1 1,0 0-1,0 0 1,-7 1-24,7-2 24,0 0 0,0-1 1,0-1-1,0 0 1,-1 0-1,1-1 1,-1 0-1,1-1 0,-1 0 1,-4-1-25,11 1 2,0-1 0,0 0 1,0 0-1,0 0 0,1 0 0,-1 0 0,0-1 1,0 0-1,1 0 0,-1 0 0,1 0 0,0 0 1,-1-1-1,1 0 0,0 1 0,1-1 0,-1 0 1,0 0-1,1-1 0,0 1 0,0-1 1,0 1-1,0-1 0,0 1 0,1-1 0,-1 0 1,1-1-3,-1-3-107,0-1 0,0 0 0,1 0 0,0 0 0,0 0 0,1 0 0,1 0 1,0 0-1,0 0 0,0 0 0,1 0 0,0 0 0,1 0 0,0 1 0,2-3 107,0 0-1025,1 0 0,0 0 0,1 1-1,0 0 1,1 0 0,7-7 1025,35-32-9406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08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15739,'0'0'2135,"-28"0"-419,-9 1-787,0 1 1,-11 4-930,42-5 72,0 1 0,0-1 0,-1 2 1,1-1-1,0 1 0,1 0 0,-1 0 0,0 0 1,1 1-1,0 0 0,0 0 0,0 0 1,0 1-1,1-1 0,-1 1 0,1 0 1,1 1-1,-1-1 0,1 1 0,0-1 1,-3 6-73,0 5 86,1-1 0,0 1 1,1 0-1,1 0 1,1 0-1,0 1 0,0 2-86,1-3 82,0 0 0,1 0 0,0 0 0,2 0 0,-1-1 0,2 1 1,2 5-83,-3-14 21,0-1 1,1 1 0,0-1 0,1 0 0,-1 0 0,1 0 0,0 0 0,1-1 0,-1 0 0,1 0 0,0 0 0,0 0 0,1-1-1,-1 0 1,1 0 0,0 0 0,7 2-22,0 1 17,0-1 0,1-1 0,0 0 0,1-1-1,-1-1 1,0 0 0,1-1 0,0 0 0,0-1 0,-1-1 0,1 0-1,1-2-16,-9 2 5,0-1 0,1 0 0,-1 0-1,0-1 1,0 0 0,-1-1-1,1 1 1,0-1 0,-1 0 0,1-1-1,-1 0 1,0 0 0,0 0-1,-1-1 1,1 1 0,-1-1 0,0-1-1,0 1 1,-1-1 0,0 0-1,0 0 1,0 0 0,0 0 0,-1-1-1,0 0-4,3-15 24,-1 1 0,-1 0-1,-2-1 1,0 0 0,-1 1 0,0-1-1,-3-11-23,1-8 184,1 37-123,-1-24 459,1 28-484,-1-1 0,1 0 0,0 1 0,0-1 0,0 0 0,0 1 0,-1-1 0,1 0 0,0 1 0,0-1 0,-1 0 0,1 1 0,-1-1 0,1 1 0,0-1 0,-1 1 0,1-1 0,-1 1 0,1-1 0,-1 1 0,1-1 0,-1 1-1,0 0 1,1-1 0,-1 1 0,0 0 0,1 0 0,-1-1 0,0 1 0,1 0 0,-1 0 0,0 0-36,1 1 10,-1-1-1,0 1 0,1 0 1,-1 0-1,0 0 1,1 0-1,-1 0 1,1 0-1,0 0 0,-1 1 1,1-1-1,0 0 1,0 0-1,-1 0 1,1 0-1,0 0 1,0 1-1,0-1 0,0 0 1,1 0-1,-1 0-9,0 3 23,-1 11 20,-1 20 56,2-1 0,3 32-99,-2-57-1,0 0-1,1 0 1,0 1 0,0-2 0,1 1-1,0 0 1,1 0 0,0-1 0,0 0-1,1 0 1,0 0 0,1 0 0,1 1 1,-6-7-61,1 0 1,0-1-1,-1 1 1,1 0-1,0-1 1,0 1 0,0-1-1,0 1 1,0-1-1,0 0 1,1 0-1,-1 0 1,0 0 0,1-1-1,-1 1 1,0 0-1,1-1 1,-1 0-1,1 0 1,-1 1 0,1-1-1,-1-1 1,1 1-1,-1 0 1,0-1-1,1 1 1,0-1 60,1-1-373,0 0 0,0 0 0,-1 0 0,1 0 0,-1-1 0,1 0 0,-1 0 1,0 0-1,0 0 0,0 0 0,-1 0 0,1-1 0,-1 1 0,0-1 0,1 0 373,20-45-7520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0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11963,'0'0'4627,"0"0"-899,0 0-1755,0 0-946,7 40-64,48 275 556,-41-238-1182,52 312 70,-68-422-975,1 1-1,1 0 0,2-1 1,2 1-1,2-8 569,-2 15-35,1 0 0,2 0 0,0 0 0,1 1 0,2 0 0,0 1 0,2 0-1,0 1 1,2 0 0,0 0 35,-8 14-3,0 0 0,1 1 0,-1-1 0,1 1 0,1 0 0,-1 1 0,1 0 0,0 0 0,1 1 0,-1 0 0,1 0 0,0 1 0,0 0 0,1 1 0,-1 0 0,1 0 0,-1 1 0,1 0 0,0 1 0,0 0 0,0 1 0,0 0 0,0 0 0,0 1 0,-1 0 0,1 1 0,1 0 3,-4 1-2,1-1 0,0 2 0,0-1 0,-1 1 0,0 0 0,0 0 0,0 1 0,0 0 0,-1 0 0,0 1 0,0 0 0,0 0 0,-1 0 0,1 1 1,-2-1-1,1 1 0,-1 0 0,0 1 0,0-1 0,-1 1 0,1 2 2,2 8 14,0 1 1,-1-1-1,-1 1 1,0 1-1,-2-1 1,0 0-1,-1 1 1,-2 11-15,1-22 58,-1 0 0,-1 0 0,0 0 0,0-1 0,-1 1 0,0-1 0,0 0 0,-1 1 0,0-1 0,0-1 0,-1 1 0,0-1 0,0 0 0,-1 0 0,0 0 0,0-1 0,-1 0 0,0 0 0,0 0 0,0-1 1,-1 0-1,1-1 0,-1 0 0,0 0 0,-2 0-58,-5 3 86,-1-2 1,0 0 0,0 0 0,0-2 0,0 0-1,-1-1 1,1 0 0,-1-2 0,0 0 0,1 0-1,-1-2 1,1 0 0,-7-2-87,18 3-72,0-1 1,-1 0 0,1 0-1,0 0 1,0-1-1,0 0 1,0 0 0,1 0-1,-1-1 1,1 1-1,0-1 1,0 0 0,0 0-1,0 0 1,1-1 0,-1 1-1,1-1 1,0 0-1,1 0 1,-1 0 0,1 0-1,0-1 1,1 1-1,-1-1 1,1 1 0,0-1-1,0 1 1,1-1-1,-1 1 1,1-1 0,0 0-1,1 1 1,0-1-1,0 0 1,0 1 0,0 0-1,1-1 1,0 1-1,0 0 1,0-1 0,3-3 71,28-36-4848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09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16540,'0'0'2736,"0"0"1041,0 0-2321,-17 151-880,11-109-504,2-12-72,1-15-336,0-9-1432,-1-6-5226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0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9578,'0'0'9282,"0"0"-7081,0 0 807,0 0-1728,0 0-807,0 0-105,0 0 112,155 196-136,-128-104-128,-4-2-120,-7-4-88,-6-9-8,-3-8-328,-4-4-368,10 4-945,-3-16-1383,4-17-5490</inkml:trace>
  <inkml:trace contextRef="#ctx0" brushRef="#br0" timeOffset="1">414 625 19948,'0'0'2441,"0"0"-617,0 0-568,0 158-599,17-89-377,3-7-224,3-11-56,-3-16-24,23-17-961,0-15-1727,10-3-6098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0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257 441 14419,'0'0'1890,"0"0"-566,0 0 418,-34 5-653,-9 1-878,1 2 0,-13 5-211,51-11 26,0-1 0,0 1-1,0 0 1,0 0 0,0 0 0,0 1 0,0-1 0,1 1 0,-1 0 0,1 0 0,0 0 0,0 1-1,0-1 1,0 1 0,1-1 0,-1 1 0,1 0 0,0 0 0,0 0 0,0 2-26,-1 4 91,0 1 0,1 0 0,0-1 0,1 1 0,0 0 0,1 5-91,-1-2 91,0-6-49,0 0 0,1 0 0,0 1 0,0-1 0,1 0 0,0 0 0,0 0 0,1 0 0,0 0 0,1 0 0,-1 0 0,2-1 0,-1 1 0,1-1 0,0 0 0,0 0-1,1 0 1,0-1 0,0 0 0,1 0 0,0 0 0,0 0 0,0-1 0,0 0 0,1 0 0,0-1 0,0 0 0,0 0 0,8 2-42,8 3 13,0-1-1,0-1 1,1-2-1,0 0 1,0-2-1,1 0 0,-1-2 1,0 0-1,2-2-12,-19 2-41,-1-1-1,1 0 0,-1 0 1,1-1-1,-1 0 0,0 0 0,1 0 1,-1-1-1,0 0 0,0 0 1,0 0-1,0-1 0,0 0 1,0 0-1,-1-1 0,0 1 0,0-1 1,0 0-1,0-1 0,0 1 1,-1-1-1,0 0 0,0 0 1,0 0-1,0-1 0,-1 0 0,0 1 1,0-1-1,-1 0 0,1-3 42,4-9-75,-2-1 0,-1 1-1,0-1 1,-1 0-1,-1 0 1,-1-16 75,-1-26 10,-6-31-10,-3 33 825,-2 0 1,-3 1 0,-2 1 0,-3 0-1,-2 1 1,-27-49-826,36 85 791,12 20-778,0 0 0,0 0 0,0-1-1,0 1 1,0 0 0,-1 0 0,1 0 0,0 0-1,0 0 1,0 0 0,0 0 0,0 0 0,0 0-1,-1 0 1,1 0 0,0 0 0,0 0 0,0 0 0,0 0-1,0 0 1,0 0 0,-1 0 0,1 0 0,0 0-1,0 0 1,0 0 0,0 0 0,0 0 0,-1 0 0,1 0-1,0 0 1,0 0 0,0 0 0,0 0 0,0 0-1,0 1 1,0-1 0,0 0 0,-1 0 0,1 0-1,0 0 1,0 0 0,0 0 0,0 0 0,0 0 0,0 1-1,0-1 1,0 0 0,0 0 0,0 0 0,0 0-1,0 0 1,0 1 0,0-1 0,0 0 0,0 0-1,0 0 1,0 0 0,0 0 0,0 0 0,0 1 0,0-1-13,5 41 317,14 20-306,2-2 0,12 19-11,3 9 15,4 15-7,47 113-392,-80-198 77,2-1-1,0 0 0,0 0 1,2-1-1,0 0 0,11 10 308,-14-16-705,2-1-1,-1 0 0,1 0 1,0-1-1,1 0 0,3 1 706,31 8-7016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0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13675,'0'0'2979,"0"0"-165,0 0-623,0 0-1218,0 0-319,-5 38 76,-17 128 65,19-146-653,2 0 0,0-1 1,1 1-1,1 0 0,1 0 1,1 0-1,5 18-142,-7-33 7,0 0 0,1 0 1,0 0-1,0 0 0,1-1 0,-1 1 0,1-1 0,0 1 1,0-1-1,0 0 0,1 0 0,0 0 0,0 0 1,0-1-1,0 0 0,0 0 0,0 0 0,1 0 0,0 0 1,-1-1-1,1 0 0,0 0 0,0 0 0,0-1 0,1 0 1,2 1-8,-4-2-34,-1 1 1,1-1 0,-1 0 0,1 0-1,-1 0 1,0-1 0,1 1 0,-1-1 0,1 0-1,-1 0 1,0 0 0,1 0 0,-1 0-1,0-1 1,0 1 0,0-1 0,0 0 0,2-2 33,0 0-78,-1-1 0,1 0 0,-1 0 0,0 0 0,-1 0 0,1 0 0,-1-1 1,0 0-1,-1 1 0,1-2 78,5-17-232,-1 0-1,-1 0 1,-1-1 0,2-20 232,-7 42 4,5-66 2563,-2-38-2567,-4 168 143,-1-15-116,2 1 0,6 35-27,-5-76-62,0 1 0,0-1-1,0 0 1,1 1 0,0-1-1,1 0 1,-1 0-1,1 0 1,0-1 0,1 1-1,-1-1 1,1 1 0,0-1-1,0 0 1,1 0 0,0-1-1,0 0 1,0 0-1,0 0 1,0 0 0,5 2 62,16 6-704,0 0 0,1-1 0,1-2 0,4 0 704,76 17-5577,20-6-9745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237 417 16347,'0'0'2236,"0"0"-920,0 0 188,-32 6-616,6-2-778,0 1-1,1 2 0,-1 0 1,-1 3-110,23-8 20,0 0 1,0 1 0,0-1-1,1 1 1,-1 0 0,1 0-1,-1 0 1,1 0 0,0 1-1,0-1 1,1 1-1,-1 0 1,1 0 0,0 0-1,0 0 1,-2 4-21,0 4 83,1 0 0,0 0 1,1 0-1,-1 12-83,2-14 50,-1 8 41,0 1 0,1 0 0,1 0-1,1 0 1,0-1 0,5 19-91,-4-29 26,0 0 0,1 0 1,0 0-1,0-1 0,0 1 0,1-1 1,0 0-1,1 0 0,0 0 0,0-1 1,0 1-1,0-1 0,1-1 0,0 1 1,1-1-1,-1 0 0,2 1-26,5 1 25,0 0 1,1-1-1,-1 0 0,1-1 0,0-1 0,1 0 1,-1-1-1,0 0 0,1-1 0,0-1 0,3 0-25,-10 0-8,0-1-1,0-1 1,0 1-1,-1-1 0,1 0 1,0-1-1,0 0 0,-1 0 1,1-1-1,-1 1 1,0-2-1,0 1 0,0-1 1,0 0-1,-1-1 0,1 1 1,-1-1-1,0 0 0,0-1 1,-1 0-1,3-3 9,1-6-53,0 0 1,-2-1-1,0 0 0,0 0 0,-2-1 0,0 1 0,-1-1 1,0 0-1,0-15 53,2-31-35,-4 1 1,-2-6 34,0 37-3,1-44 6,1 23 459,-2 1 1,-2-1-1,-3 1 0,-2-1 1,-1 2-1,-6-8-462,12 52 630,0 8-273,0 19-199,5 31-247,16 50 98,15 41-9,-2-13-816,-30-121 346,8 24-96,1-23-1731,6-6-3486,-3-4-755</inkml:trace>
  <inkml:trace contextRef="#ctx0" brushRef="#br0" timeOffset="1">670 114 6041,'0'0'6202,"0"0"-4386,0 0-128,0 0-527,0 0-769,0 0-296,0 181-96,0-148-2489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0 331 11506,'0'0'2930,"0"0"-522,0 0 272,0 0-979,18-32-771,-4 5-717,-8 12-113,2 1 0,-1 0 1,2 0-1,0 1 0,0 0 0,1 0 1,1 1-1,0 0 0,1 1 1,0 0-1,1 1 0,0 1 1,8-5-101,4-1 157,0 2 0,1 1 0,0 1 0,1 1 0,0 1 0,0 2 0,1 0 1,0 2-1,0 1 0,11 1-157,-34 3 3,0 0 0,1 0 0,-1 0 0,0 1 0,0 0 0,1 0-1,-1 1 1,0-1 0,0 1 0,0 0 0,0 1 0,-1-1 0,1 1 0,-1 0 0,1 0 0,-1 0 0,2 3-3,0 0 1,0 0 0,-1 1-1,0 0 1,-1 0 0,0 0-1,0 0 1,0 1 0,-1 0-1,0 0 1,1 5-1,3 17-4,-1 0-1,-2 1 0,-1-1 1,-2 1-1,-1 23 5,-2-24 32,-1 0 0,-1 0 1,-2 0-1,-1-1 0,-2 0 0,0 0 0,-2-1 0,-1 0 0,-1-1 0,-2 0 0,-11 15-32,2-7 55,-1-1-1,-2-1 1,-1-1 0,-1-2 0,-2-1 0,-1-1-1,-1-2 1,-5 2-55,35-26 23,-1 1 0,0 0 0,1-1 0,-1 0 0,0 0 0,-1 0 0,1 0 0,0-1 0,0 0 0,-1 0 0,1 0 0,-1 0 0,1-1 0,-5 1-23,8-1 18,1 0 1,-1-1 0,1 1-1,-1 0 1,0 0 0,1-1 0,-1 1-1,1 0 1,-1-1 0,0 1-1,1 0 1,-1-1 0,1 1-1,-1-1 1,1 1 0,0-1 0,-1 1-1,1-1 1,-1 1 0,1-1-1,0 1 1,-1-1 0,1 0-1,0 1 1,0-1 0,0 1 0,-1-1-1,1 0 1,0 1 0,0-1-1,0 0-18,0-25 106,0 17-26,1-5-73,0 0 0,1 1 0,0-1 0,1 1 0,1-1-1,0 1 1,0 0 0,1 1 0,1-1 0,0 1 0,1 0 0,1 0-1,-1 1 1,2 0 0,0 1 0,0-1 0,9-6-7,-6 6 8,1 0 0,1 1 0,-1 0 0,2 2 0,-1-1 0,1 2 0,0 0 0,1 1 0,0 0 0,0 1 0,0 1 0,0 1 0,1 0 1,11 0-9,-2 1 49,1 1 0,-1 2 0,0 0 1,1 2-1,6 3-49,-21-4 9,-1 1 0,0 1 0,0 0 0,0 1 0,0 0 0,-1 0 0,0 1 0,0 1 0,0-1 0,-1 2 0,0-1 1,-1 1-1,1 1-9,-1 0-9,-7-7-39,1 0 0,-1 0 0,1-1 0,0 1 0,0 0 1,0-1-1,0 1 0,0-1 0,0 0 0,0 1 0,0-1 0,0 0 0,1 0 0,-1-1 0,0 1 0,1 0 0,-1-1 0,1 1 0,-1-1 1,1 0-1,-1 0 0,3 0 48,-3 0-68,22 1-1165,1-1-1,0-1 1,-1-2 0,1 0 1233,47-17-7170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1 15715,'0'0'4857,"0"0"-3616,0 0 407,0 0-656,-185 143-584,132-81-24,3 1-232,4-13 16,13-8-168,3-15 0,7-12-280,-7-15-1040,7-18-3313,3-18-8498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4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10522,'0'0'7994,"0"0"-5642,0 0-383,0 0-649,175 128-176,-128-60-471,-4 4-441,-10-4-112,-4-5-120,1-7-72,20-11-849,-11-15-1991,4-15-7362</inkml:trace>
  <inkml:trace contextRef="#ctx0" brushRef="#br0" timeOffset="1">1043 19 11723,'0'0'5623,"0"0"-3520,0 0-285,-33 36-457,-34 38-415,-2 11-946,62-77 81,2 0 0,-1 0 0,1 0-1,0 0 1,1 1 0,0 0-1,0 0 1,1 0 0,0 0 0,1 1-1,0-1 1,0 1 0,1 0-1,0-1 1,1 1 0,0 0 0,1 2-81,-1 9 121,0-14-90,0-1-1,0 0 1,1 1-1,-1-1 1,1 1-1,1-1 1,-1 0-1,1 0 1,0 0 0,1 0-1,-1 0 1,1 0-1,1 0-30,-1-2 12,0-1-1,0 0 0,1 1 1,0-1-1,-1-1 1,1 1-1,0 0 1,0-1-1,1 0 0,-1 0 1,0 0-1,1 0 1,-1-1-1,1 0 1,-1 0-1,1 0 0,0 0 1,0-1-12,15 2 33,0 0 0,0-2 0,0-1 0,0 0 0,-1-1 0,1-1 0,0-1 1,-1-1-1,0 0 0,0-2 0,-1 0 0,0-1 0,0-1 0,0 0 0,8-8-33,-15 10 53,-1 0 0,0-1 0,-1-1 0,1 0 0,-1 0-1,-1 0 1,0-1 0,0-1 0,-1 1 0,-1-1 0,1 0 0,-2-1 0,0 1 0,0-1 0,-1 0-1,0 0 1,-1-1 0,0 1 0,-1-1 0,-1 0 0,0 1 0,-1-1 0,0 0 0,-2-9-53,1 15 26,0 1 1,-1-1 0,0 1 0,0 0 0,0 0-1,-1 0 1,0 0 0,0 0 0,-1 1 0,1-1-1,-1 1 1,-1 0 0,1 0 0,0 0 0,-1 1 0,0 0-1,0 0 1,-1 0 0,1 0 0,-1 1 0,0 0-1,-4-2-26,-4-1-111,-1 0-1,1 1 1,-1 1-1,0 1 1,0 0 0,0 1-1,0 0 1,0 1-1,-1 1 112,16 0-179,0 0 0,-1 0 0,1 0 0,0 0 1,-1 1-1,1-1 0,0 0 0,-1 0 0,1 0 0,0 1 0,0-1 0,-1 0 0,1 1 0,0-1 0,0 0 0,-1 0 0,1 1 1,0-1-1,0 0 0,0 1 0,0-1 0,0 0 0,-1 1 0,1-1 0,0 0 0,0 1 0,0-1 0,0 1 0,0-1 1,0 0-1,0 1 0,0-1 0,0 0 0,0 1 0,0-1 0,1 0 0,-1 1 0,0-1 0,0 0 0,0 1 0,0-1 1,0 0-1,1 1 0,-1-1 0,0 0 0,0 1 0,1-1 0,-1 0 0,0 0 0,1 1 179,15 14-16693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4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17012,'0'0'2200,"0"0"2417,-113 164-3345,74-96-591,12-8-473,7-13-208,14-14-72,6-27-1009,13-6-3464,20-6-11258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37 14323,'0'0'3933,"0"0"-1658,0 0-760,0 0-413,-23 36-298,-15 23-95,-17 35-709,51-86 35,1-1 0,-1 0 1,1 1-1,0 0 0,1 0 0,0 0 0,0 0 0,1 0 0,0 0 0,0 0 0,1 0 0,0 1 0,0-1 0,1 0 1,0 0-1,1 0 0,-1 0 0,2 0 0,-1 0 0,1 0 0,0-1 0,1 1 0,0-1 0,2 4-35,1-3 14,0 0-1,0 0 0,0-1 1,1-1-1,0 1 0,0-1 0,1 0 1,0-1-1,0 0 0,0-1 1,0 1-1,1-2 0,0 1 1,-1-1-1,1-1 0,6 1-13,3 0 20,1-1-1,-1 0 0,0-1 1,0-2-1,1 0 0,-1-1 1,0 0-1,0-2 0,0 0 1,-1-1-1,4-3-19,-14 5 9,1-1 0,0 0-1,-1 0 1,0-1 0,0 0-1,-1 0 1,1-1 0,-1 0 0,0-1-1,-1 1 1,1-1 0,-1-1-1,-1 1 1,1-1 0,-1 0 0,-1 0-1,1 0 1,-2-1 0,1 0-1,-1 0 1,0 0 0,-1 0 0,1-6-9,-1 2 42,0 1 1,-1-1 0,0 0 0,-1 0 0,-1 0 0,0 0 0,-1 1 0,0-1 0,-3-8-43,2 12 50,0 1 0,-1 0 0,0-1 0,0 1 0,-1 1 0,0-1 0,0 1 1,-1 0-1,0 0 0,0 0 0,0 1 0,-1 0 0,-7-5-50,-3-1 12,0 2 0,0-1 0,-1 2 0,0 1 0,-1 0 0,0 1 0,0 1 0,-1 0 0,-1 2-12,21 4-41,-1-1 0,1 1 0,0 0 0,0 0 0,0 0 0,0 0 0,0 0 0,0 0 0,0 0 0,0 0 0,-1-1 0,1 1 0,0 0 0,0 0 0,0 0 0,0 0 0,0 0 0,0 0 0,-1 0 0,1 0 0,0 0 0,0 0 0,0 0 0,0 0 0,0 0 0,-1 0 0,1 0 0,0 0 0,0 0 0,0 0 0,0 0 0,0 0-1,-1 0 1,1 0 0,0 0 0,0 0 0,0 0 0,0 1 0,0-1 0,0 0 0,0 0 0,-1 0 0,1 0 0,0 0 0,0 0 0,0 0 0,0 0 0,0 1 0,0-1 0,0 0 0,0 0 0,0 0 0,0 0 0,0 0 0,0 0 0,0 1 0,-1-1 0,1 0 0,0 0 0,0 0 0,0 0 0,0 0 0,0 1 0,1-1 0,-1 0 0,0 0 0,0 0 0,0 0 0,0 0 41,0 2-1067,0 14-5891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15507,'0'0'3834,"0"0"-978,10-26-1092,32-82-846,-40 104-872,18-39 436,-20 42-434,1-1 0,0 1 0,0-1 0,0 1 0,1 0 0,-1-1 0,0 1 1,0 0-1,1 0 0,-1 0 0,1 0 0,-1 0 0,1 0 0,-1 0-48,3 30 200,-9 49 172,-3 0 0,-3-1-1,-20 70-371,23-119-81,3 1-1,0 0 1,2 1 0,0-1-1,3 1 1,0 8 81,1-37-139,-1 1 1,0-1-1,1 0 0,-1 1 1,1-1-1,0 0 0,-1 1 1,1-1-1,0 0 1,0 0-1,-1 0 0,1 1 1,0-1-1,0 0 0,0 0 1,1 0-1,-1-1 0,0 1 1,0 0-1,0 0 0,1-1 1,-1 1-1,0 0 0,1-1 1,-1 0-1,0 1 0,1-1 1,-1 0-1,1 1 0,-1-1 1,1 0-1,-1 0 0,1 0 139,31 1-6680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5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 14211,'0'0'2355,"0"0"6,0 0-950,-27 29-515,3-5-646,2-3 6,1 1 0,2 1 0,0 1 0,1 0 0,2 1 0,0 1 0,2 1 0,-1 3-256,-2 11 579,2 1 1,1 0 0,-5 31-580,15-48 107,0-1 1,1 1-1,1 0 1,2 0-1,0 0 0,2-1 1,2 11-108,-3-28 6,2 1 0,-1-1 0,1 1 0,0-1 0,0 0 0,1 0 0,0-1 1,0 1-1,0-1 0,1 0 0,0 0 0,0 0 0,1 0 0,0-1 0,0 0 0,0-1 0,0 1 0,1-1 1,0 0-1,-1-1 0,2 1 0,-1-1 0,0-1 0,0 0 0,1 0 0,3 1-6,-1-1 3,1 0-1,-1 0 1,1-1-1,0 0 1,0-1-1,0 0 1,0-1-1,-1 0 1,1-1 0,0 0-1,-1-1 1,1 0-1,-1 0 1,0-1-1,0-1 1,0 1-1,-1-2 1,6-3-3,-8 4-2,-1-1 1,1 0-1,-1 0 1,0-1-1,0 0 1,-1 0-1,1-1 0,-2 1 1,1-1-1,-1 0 1,-1 0-1,1-1 1,-1 1-1,-1-1 0,1 1 1,-1-1-1,-1 0 1,0 0-1,0 0 1,-1 0-1,0 0 1,0 0-1,-1-1 2,0 5 4,0 0 0,0 0 1,0 1-1,-1-1 0,0 0 1,0 1-1,0-1 0,0 1 0,-1-1 1,1 1-1,-1 0 0,0 0 1,-1 0-1,1 1 0,-1-1 0,1 1 1,-1 0-1,0 0 0,0 0 0,-1 0 1,-2-1-5,0 0-270,-1 1 1,1-1-1,-1 1 1,0 1 0,0-1-1,0 1 1,0 1-1,-1-1 1,1 2-1,0-1 1,-1 1 0,-5 0 269,4 4-4240,8 7-3574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6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15 13067,'0'0'4793,"0"0"-2201,0 0-1279,0 0-609,175-3-568,-106-6-136,-6 6-64,-10 3-1008,-17 0-1937,-19 0-2208</inkml:trace>
  <inkml:trace contextRef="#ctx0" brushRef="#br0" timeOffset="1">1 280 13179,'0'0'4217,"0"0"-64,0 0-2145,0 0-976,201 0-664,-121 0-296,-11 0-72,-16 0-96,-13 9-584,-14 0-1408,-12 0-3273,-8-3-4882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7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0 12459,'0'0'2438,"-30"3"-326,-13 0-632,0 3 1,-1 2-1481,38-7 87,0 1 1,1 0 0,-1 0-1,1 0 1,-1 1 0,1-1 0,0 1-1,0 1 1,0-1 0,1 1-1,-1 0 1,1 0 0,0 0-1,0 0 1,0 1 0,1 0 0,-1 0-1,1 0 1,0 0 0,1 0-1,-1 1 1,1-1 0,0 1-1,0 0-87,-1 6 115,1 0-1,0 0 1,0 0-1,2 1 1,-1-1-1,1 0 1,1 1-1,0-1 1,3 11-115,-1-14 27,0 0-1,0 0 1,1-1-1,0 1 1,0-1 0,1 0-1,0 0 1,1 0 0,-1-1-1,2 1 1,-1-2 0,1 1-1,0-1 1,0 0 0,1 0-1,-1-1 1,1 0-1,1 0 1,-1-1 0,1 0-1,-1 0 1,7 1-27,14 4 71,0 0 0,1-2-1,0-1 1,0-1 0,0-2 0,14-1-71,-4 0 92,0-2 1,0-1-1,22-5-92,-51 5 17,0-1 1,0-1-1,0 0 0,0 0 1,0-1-1,-1-1 1,0 0-1,0 0 0,0-1 1,0 0-1,-1 0 0,0-1 1,0-1-1,6-6-17,-11 10 41,-1-1 0,1 0 0,-1 1 0,0-1 0,0 0-1,-1 0 1,0-1 0,0 1 0,0 0 0,0-1 0,-1 1 0,0-1 0,0 0 0,0 1 0,-1-1 0,0 0 0,0 1-1,0-1 1,-1 0 0,-1-5-41,0 4 38,0-1 0,0 0 0,-1 1 0,-1 0 0,1-1 0,-1 1 0,0 1 0,0-1 0,-1 0 0,0 1 0,0 0 0,-1 0 0,0 1 0,-3-3-38,-10-6 37,1 1 1,-2 1 0,0 0 0,0 2 0,-1 0 0,-1 2 0,1 0 0,-17-3-38,6 4 0,1 1 0,-1 2 0,0 0-1,0 3 1,-30 1 0,57 0-111,1 1 0,-1-1 0,0 1 0,0 0-1,0 0 1,1 1 0,-1-1 0,1 1 0,-1 0 0,1 0-1,0 1 1,-1-1 0,1 1 0,0 0 0,1 0 0,-1 0 0,1 1-1,-1-1 1,1 1 0,0 0 0,0 0 0,1 0 0,-1 0-1,1 0 1,0 1 0,0-1 0,0 1 0,0 0 0,1-1-1,0 1 1,0 0 111,-2 34-5326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7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0 12707,'0'0'5057,"0"0"-3481,-179 155 2313,106-77-2929,7 2-552,20-9-256,9-8-104,17-22-48,10-11-424,10-24-1072,7-6-3153,16 0-3001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20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67 13731,'0'0'2315,"0"0"735,0 0-1440,-22 29-507,-69 96-94,86-119-927,0 1-1,1 0 1,0 0 0,1 0-1,-1 0 1,1 0-1,1 1 1,-1-1-1,1 1 1,1 0 0,-1 0-1,1-1 1,1 1-1,0 0 1,0 5-82,0-4 91,0-5-67,0 0-1,0 0 1,1-1-1,-1 1 1,1 0-1,0 0 1,0-1-1,0 1 0,1-1 1,-1 1-1,1-1 1,0 0-1,-1 1 1,2-1-1,-1 0 1,0 0-1,1-1 1,-1 1-1,1 0 1,0-1-1,0 1 1,0-1-1,0 0 1,0 0-1,0 0 1,1-1-1,-1 1 1,1-1-1,-1 0 1,1 0-1,0 0 1,2 0-24,15 3 42,0-2 0,0 0 1,0-1-1,0-2 1,13-1-43,-6 1 78,-9 0-61,0-1 0,-1 0-1,1-2 1,-1 0 0,0-1 0,0-1 0,0 0 0,5-4-17,-16 7 28,0 0 0,0-1 0,-1 0-1,1-1 1,-1 1 0,0-1 0,0 0 0,-1 0 0,1-1 0,-1 0-1,-1 0 1,1 0 0,-1 0 0,0-1 0,0 0 0,-1 0-1,0 0 1,0 0 0,0 0 0,-1-1 0,1-3-28,-2 3 51,0 1 0,-1 0 1,0 0-1,0-1 0,0 1 1,-1 0-1,0-1 0,0 1 0,-1 0 1,0 0-1,0 0 0,-1 0 1,1 1-1,-2-1 0,1 1 0,-1-1 1,0 1-1,0 0 0,0 0 1,-4-2-52,-4-4 63,-1 1 1,0 0 0,-1 1 0,0 1 0,-1 0 0,1 1-1,-2 0 1,-6-1-64,2 0-16,0 2 0,-1 0 0,0 1 0,0 2 0,0 0 0,0 1 0,-1 1 0,-4 0 16,25 2-32,1 0 0,-1 0 0,1 0 0,-1 0 0,1 0 0,0 0 0,-1 0 0,1 0 0,-1 0 0,1 0 0,-1 0-1,1 0 1,-1 0 0,1 0 0,-1 0 0,1 1 0,0-1 0,-1 0 0,1 0 0,-1 0 0,1 1 0,0-1 0,-1 0 0,1 1 0,0-1 0,-1 0 0,1 1 0,0-1-1,-1 0 1,1 1 0,0-1 0,0 0 0,-1 1 0,1-1 0,0 1 0,0-1 0,0 1 0,0-1 0,0 1 0,0-1 0,0 0 0,0 1 0,0-1 0,0 1 0,0-1 0,0 1-1,0-1 1,0 1 0,0-1 0,0 1 0,0-1 0,0 0 0,1 1 0,-1-1 0,0 1 0,0-1 32,18 25-1854,19 5-2532,11-5-1375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21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 15243,'0'0'2678,"0"0"550,0 0-1936,32-1-943,7-1-315,1 3-1,12 2-33,-49-3 0,0 1 0,0-1 0,0 1 0,-1 0 1,1 0-1,0 0 0,-1 0 0,1 0 0,-1 0 0,1 1 0,-1-1 0,1 1 1,-1 0-1,0 0 0,0 0 0,0 0 0,0 0 0,0 0 0,0 0 0,-1 1 1,1-1-1,-1 1 0,0-1 0,1 1 0,-1-1 0,0 1 0,-1 0 0,1 0 0,0 4 2,0 1-1,0-1 1,-1 0-1,0 1 0,0-1 1,0 1-1,-3 6-1,2-8 6,-1-1 1,0 1-1,0-1 0,0 1 0,-1-1 0,0 0 0,0 0 1,0 0-1,0-1 0,-1 1 0,0-1 0,0 1 1,0-1-1,-1-1 0,1 1 0,-1-1 0,-3 3-6,-14 7 67,-1 0-1,0-1 1,-11 3-67,18-8 41,11-4 9,41-3 0,-27 0-34,-2 0-13,1 0 1,-1 0 0,0 1-1,0 0 1,0 0 0,0 1-1,0-1 1,0 1 0,-1 1-1,1 0 1,-1 0 0,1 0-1,-1 0 1,0 1 0,0 0-1,0 1 1,-1-1 0,0 1-1,0 0 1,0 0 0,0 1-1,-1-1 1,0 1-1,0 0 1,0 0 0,-1 1-1,0-1 1,0 1 0,0-1-1,-1 1 1,0 0 0,-1 0-1,0 0 1,0 0 0,0 0-1,-1 0 1,0 0 0,0 1-1,0-1-3,-1-4 25,1 0 0,-1 0 0,0 0 0,0 0 0,0-1 0,0 1 0,0 0-1,-1-1 1,1 1 0,-1-1 0,1 1 0,-1-1 0,0 0 0,0 0 0,0 1 0,-1-1 0,0 0-25,-3 2 74,0 0 0,0 0 0,0 0 0,-1-1 1,1 0-1,-1-1 0,-3 1-74,-12 3 189,0-1 0,0-2-1,0 0 1,-9-1-189,11-1 92,3 1-50,1-1 0,0-1 1,0-1-1,0 0 0,-7-2-42,22 3-21,0 0 1,0 0-1,0-1 0,0 1 1,0 0-1,0-1 1,0 1-1,0-1 0,0 1 1,0-1-1,0 1 1,0-1-1,0 0 0,1 1 1,-1-1-1,0 0 1,0 0-1,1 0 0,-1 1 1,1-1-1,-1 0 1,0 0-1,1 0 0,0 0 1,-1 0-1,1 0 1,0 0-1,-1 0 0,1 0 1,0 0-1,0 0 0,0 0 1,0-1-1,0 1 1,0 0-1,0 0 0,0 0 1,1 0-1,-1 0 1,0 0-1,0 0 0,1 0 1,-1 0-1,1 0 1,-1 0-1,1 0 0,-1 0 1,1 1-1,0-2 21,10-5-717,0 1 0,0 1 0,0-1 0,1 2 0,-1-1 0,1 2-1,3-1 718,46-14-5642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21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26 10418,'0'0'4149,"0"0"-1562,0 0-102,0 0-1031,31-5-576,99-13-151,-125 17-698,-1 0 1,1 1-1,-1 0 0,1 0 0,-1 0 0,1 0 0,-1 1 1,1 0-1,-1-1 0,0 2 0,1-1 0,-1 0 0,0 1 1,0 0-1,0 0 0,0 0 0,0 1 0,-1-1 0,1 1 1,-1 0-1,1 0 0,-1 0 0,0 0 0,0 1 0,0-1 1,-1 1-1,1 0 0,-1-1 0,0 1 0,0 1 0,0-1 1,-1 0-1,1 1-29,0 4 5,0-1 1,-1 1-1,0-1 1,0 1-1,-1 0 0,0-1 1,0 1-1,-1 0 1,0-1-1,-1 1 1,1-1-1,-2 1 1,1-1-1,-3 5-5,-3 0 17,0 0-1,0-1 0,-1 0 1,-1 0-1,0 0 1,-1-2-1,0 1 1,0-1-1,-6 3-16,-34 24 124,-35 18-124,77-49 12,-24 12 8,23-13-10,0 1-1,0-1 1,0 2 0,1-1 0,0 1-1,0 1 1,-6 7-10,15-15 1,0 1-1,0 0 0,1-1 1,-1 1-1,0 0 1,0-1-1,1 1 0,-1-1 1,0 1-1,1 0 1,-1-1-1,1 1 1,-1-1-1,1 1 0,-1-1 1,1 0-1,-1 1 1,1-1-1,-1 1 0,1-1 1,0 0-1,-1 1 1,1-1-1,0 0 1,-1 0-1,1 0 0,0 1 1,-1-1-1,1 0 0,0 0 3,32 12 86,1-1 1,0-1-1,1-2 1,0-2-1,30 2-89,49-2 592,19-4-592,-131-3 1,0 1 0,1-1 0,-1 0 1,-1 0-1,1 1 0,0-1 0,0 0 0,0 0 1,0-1-1,-1 1 0,1 0 0,0-1 0,-1 1 1,1-1-1,-1 1 0,0-1 0,1 0 1,-1 1-1,1-2-1,23-42-71,-22 38 35,22-50-923,-15 16-5074,-8 22-3596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1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100 200 11899,'0'0'4722,"0"27"-2723,0 486 3685,0-409-5697,-4-87-529,-7-19-319,-14-24-872,17 8 1133,-1 0 1,2 0-1,1-1 0,0 0 0,1 0 1,1 0-1,1-1 0,0-6 600,-3-45 343,4-47-343,2 89 648,1-1 0,1 1 0,2 1 0,1-1 0,1 0 0,1 1 0,11-24-648,-13 39 111,1 1-1,0-1 0,1 1 1,1 0-1,0 0 1,1 1-1,0 0 0,0 1 1,1 0-1,0 0 1,1 1-1,0 1 0,1 0 1,0 0-1,0 1 1,0 0-1,4 0-110,1 0 48,0 1 0,0 1 0,0 1 0,1 0 0,0 1 0,0 1 0,0 0 0,-1 2 0,1 0 0,2 1-48,-13-1 4,0 1-1,-1 0 0,1 0 0,0 0 0,0 1 0,-1 0 1,1 0-1,-1 1 0,0 0 0,0 0 0,0 0 0,0 1 1,0 0-1,-1 0 0,1 0 0,-1 1 0,0-1 0,-1 1 1,1 1-1,-1-1 0,0 1 0,0-1 0,-1 1 0,0 0 1,0 1-1,2 5-3,-2 0 32,0-1 1,-1 1 0,0 0-1,-1 0 1,-1 0-1,0 0 1,0 0 0,-2 0-1,1 0 1,-1 0 0,-1-1-1,0 1 1,-1-1-1,0 1 1,0-1 0,-1 0-1,-1-1 1,0 1-1,0-1 1,-1-1 0,-1 1-1,1-1 1,-2 0 0,-1 2-33,-4 3 50,-1-1 1,0-1-1,0 0 1,-1-1-1,-1 0 0,0-1 1,0-1-1,-1-1 1,0 0-1,0-2 1,-1 0-1,0-1 1,0-1-1,-13 2-50,30-6-39,1 0-1,0 1 0,-1-1 1,1 0-1,0 0 0,-1 0 1,1 0-1,0 0 0,-1 0 1,1 0-1,-1 0 0,1 0 1,0-1-1,0 1 1,-1-1-1,1 1 0,0-1 1,0 1-1,-1-1 0,1 0 1,0 0-1,0 1 0,0-1 1,0 0-1,0 0 0,0 0 1,0 0-1,0 0 0,1 0 1,-1-1-1,0 1 0,0 0 1,1-1 39,-1-3-741,0-1-1,1 1 1,-1-1 0,1 1 0,1 0 0,-1-1 0,1 1-1,0-2 742,0 1-974,10-47-10858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1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4049,'0'0'7740,"37"-7"-4116,-9 2-3091,62-10 3769,93-5-4302,79 14 1593,-236 1-1655,-52-3 56,-21 4 703,0 2 1,0 1-1,-14 4-697,52-3 80,0 1 0,1 1 1,-1-1-1,0 2 0,0-1 0,1 1 0,0 0 0,-1 1 1,1 0-1,0 0 0,1 1 0,-1 0 0,1 0 0,0 1 1,0 0-1,1 0 0,-1 0 0,1 1 0,1 0 0,0 0 0,-4 6-80,2 0 55,1-1 0,0 2-1,1-1 1,0 0 0,1 1-1,1 0 1,0 0 0,1 0-1,0 1 1,1-1 0,1 0-1,0 1 1,1 3-55,0-11 4,-1-1 0,1 0 0,1 1-1,-1-1 1,1 0 0,0 0 0,1 0 0,-1 0 0,1-1 0,0 1 0,0-1 0,1 0-1,0 1 1,0-2 0,0 1 0,4 3-4,-1-2-19,1 0 0,0-1 1,0 0-1,1 0 0,0 0 0,0-1 0,0-1 0,0 0 0,0 0 0,4 0 19,23 4-383,0-3-1,1 0 0,0-3 0,0-1 1,8-2 383,-25 1-400,114-9-4482,-4-11-5920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2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337 440 15659,'0'0'3040,"0"0"-488,-33 4-603,33-4-1949,-47 5 457,0 2 0,1 2-457,39-7 46,1 0-1,0 0 0,0 0 1,0 1-1,0 0 0,1 0 0,-1 1 1,1-1-1,0 1 0,-1 0 0,2 1 1,-1-1-1,1 1 0,-1 0 1,1 0-1,0 0 0,1 1 0,0 0 1,0-1-1,-2 6-45,-1-1 61,-3 8 26,1 1 0,0-1 0,2 1 0,0 1-1,1-1 1,1 1 0,1-1 0,1 1-1,0 0 1,2 0 0,0 1 0,1-1 0,3 10-87,-3-24 5,0 1 0,1 0 0,0-1 0,0 1 0,1-1 0,0 0 0,0 0 0,1 0 0,-1 0 0,1 0 0,1-1 0,-1 1 0,1-1 1,0-1-1,0 1 0,0 0 0,0-1 0,1 0 0,0-1 0,0 1 0,0-1 0,0 0 0,1-1 0,5 3-5,8 1-85,0-1 0,0 0 0,0-1 0,1-2 0,0 0 0,-1-1 0,18-1 85,-30 0-172,1 0 0,0-1 0,-1 0 0,1-1 0,-1 1 0,1-1 0,-1-1 0,0 0 0,1 0 0,-2-1 0,1 0 0,0 0 0,-1-1 0,0 0 0,0 0 0,0 0 0,0-1 0,-1 0 0,0-1 0,-1 1 0,1-1 0,-1 0 0,0 0 0,-1-1 1,0 0-1,0 1 0,1-5 172,6-17-461,-2-2 1,0 0 0,-2 0 0,-2 0-1,0 0 1,-1-32 460,-2-29 232,-8-71-232,0 109 1576,-2-1 1,-2 1-1,-3 1 1,-2 0 0,-9-18-1577,22 64 349,2 6-278,0 0 0,0 0-1,0 0 1,-1 0 0,1 0-1,0 0 1,-1 0-1,1 0 1,0 0 0,-1 0-1,1 1 1,-1-1-1,0 0 1,1 0 0,-1 0-1,0 0 1,1 1-1,-1-1 1,0 0 0,0 1-1,0-1 1,0 1 0,1-1-1,-1 1 1,-1-1-71,-1 9 456,2 37-332,1 0 0,3-1 1,2 1-1,1-1 0,10 34-124,2-11-626,3-1 0,3 0 1,16 28 625,-18-49-2632,-6-19-3582,-5-15-5283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2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16628,'0'0'4937,"0"0"-3337,0 0-912,0 0-376,0 0-64,0 0-176,66 166-64,-26-133-8,46-9-568,-7-9-3257,7-9-10986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2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355 476 16836,'0'0'2653,"0"0"-17,-36 8-1101,-16 3-714,-47 17-821,89-23 71,0 0-1,0 0 0,0 1 1,1 0-1,0 1 0,0 0 0,1 0 1,-1 1-1,2 0 0,-1 0 1,1 1-1,1 0 0,-1 1 1,1-1-1,1 1 0,0 0 1,0 0-1,1 1 0,1 0 1,0-1-1,0 1 0,-1 10-70,1-8 34,0 0 1,1-1-1,1 1 0,0 0 0,1 0 0,0 0 0,1 0 0,0 0 0,1 0 1,1-1-1,0 3-34,0-7 2,0 0 1,1-1-1,-1 0 0,2 0 1,-1 0-1,1 0 0,-1 0 1,2-1-1,-1 0 1,1 0-1,0-1 0,0 1 1,1-1-1,-1-1 1,1 1-1,0-1 0,8 3-2,1 1-39,0-1 1,1-1-1,1-1 0,-1 0 0,0-1 0,1-1 0,0 0 0,0-2 0,0 0 1,13-1 38,-22 0-63,0-1 0,0 0 1,0-1-1,0 0 1,0 0-1,0-1 1,-1 0-1,1 0 1,-1-1-1,0 0 1,0-1-1,0 1 1,-1-2-1,1 1 1,-1-1-1,-1 0 1,1-1-1,-1 1 1,0-1-1,0 0 1,3-6 62,0-4-70,-1 0 0,0-1 1,-1 1-1,-1-1 1,-1-1-1,0 1 1,0-9 69,3-32-73,-1-43 73,-5 68-18,5-259 344,-2 9 2536,-1 268-2131,3 22-305,5 30-282,23 174-4,-27-141-296,4 0-1,2 0 1,4-2 0,20 52 156,-34-110-170,1 0-1,0 0 1,0 0 0,1-1 0,0 1 0,0-1 0,1-1 0,0 0 0,1 0 0,0 0 0,0-1-1,0 0 1,1 0 0,4 2 170,8 2-1370,-1-1 0,2-1 0,-1-1 0,1 0 0,0-2-1,0 0 1371,81 8-12669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13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0 17412,'0'0'2123,"0"0"-496,0 0-163,-34 24-714,-12 10-532,1 1 1,-4 8-219,42-36 47,1 1 1,-1 0-1,1-1 0,1 2 0,0-1 0,0 1 1,0-1-1,1 1 0,0 1 0,1-1 0,0 1 1,0-1-1,1 1 0,1 0 0,0-1 0,0 1 1,0 0-1,2 5-47,-2-1 68,0-3-29,1 0 0,0 0 0,0 0 0,1 0 0,1 0 0,0 0 0,0-1 0,1 1 1,1 2-41,-1-8 7,-1 0 0,1 0-1,0 0 1,0 0-1,0-1 1,1 1-1,0-1 1,0 0 0,0 0-1,0 0 1,1-1-1,-1 1 1,1-1-1,0 0 1,0-1 0,0 1-1,0-1 1,1 0-6,5 3-30,1-1 0,-1-1 0,1 0 1,-1-1-1,1 0 0,0 0 0,0-1 0,0-1 1,0 0-1,0-1 0,-1 0 0,1-1 1,0 0-1,0-1 0,9-3 30,-12 2-79,0 0 1,0-1-1,0 1 1,-1-2-1,0 1 0,0-1 1,0-1-1,-1 1 0,1-1 1,-2-1-1,1 1 1,-1-1-1,0 0 0,-1-1 1,0 1-1,0-1 1,-1 0-1,4-10 79,0-12 192,0 0 0,-2-1 1,-1-1-1,-2 1 0,-1 0 0,-2-1 0,-2-18-192,1-4 2356,-12 145-1893,4 10-689,-13 103 88,17-169-1833,-3-1 1,0 0-1,-3 0 1,-12 28 1970,-10 2-13118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24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96 1144,'0'0'2853,"0"0"-311,0 0 424,0 0-262,0 0-621,-6 0 2081,-22 0-3845,26 0-297,0 0 1,0 0 0,0 0-1,0-1 1,-1 1 0,1 0-1,0-1 1,0 0 0,0 1-1,0-1 1,0 0-1,0 0 1,0 0 0,1 0-1,-1 0 1,0-1 0,0 1-1,1 0 1,-1-1 0,1 1-1,-1-1 1,1 0 0,0 0-1,-1 1 1,1-1 0,0 0-1,0-1-22,-1-3 84,0 0 0,0-1 0,1 1 0,0-1 0,0 1 0,0-1 0,1 0 0,0-3-84,0 10 9,0-2 17,9 0-27,-9 5 1,0-1-1,0 0 1,0 0-1,0 1 1,0-1-1,0 0 0,-1 1 1,1-1-1,-1 0 1,1 0-1,-1 0 1,0 1 0,-3 2 29,1 1 0,-1-1 0,0-1 1,0 1-1,0 0 0,-1-1 0,0 0 1,0 0-1,-1 0-29,-14 12 127,20-15-57,0-1 38,8-27-27,-7 24-73,1 1-1,0 0 1,0 0-1,0-1 0,1 1 1,-1 1-1,0-1 1,1 0-1,-1 1 1,1-1-1,0 1 1,0-1-1,-1 1 1,1 0-1,0 1 1,0-1-1,0 0 1,0 1-1,0-1 0,1 1-7,-4 2 6,0 0 0,0-1-1,0 1 1,0 0-1,0 0 1,0-1 0,0 1-1,-1 0 1,1 0-1,0-1 1,-1 1-1,0 0 1,1-1 0,-1 1-1,0-1 1,0 1-6,-4 2 35,0 0 0,0 0 0,0-1-1,0 0 1,-1 0 0,1 0 0,-1-1 0,0 0 0,1 0 0,-1 0 0,-4 0-35,10-2 53,8-10-3,-4 7-52,1 0 1,-1 0 0,0 0 0,1 0 0,-1 1 0,1 0 0,0 0 0,0 0 0,0 1-1,0-1 1,0 1 0,0 0 0,0 1 0,0-1 0,0 1 0,0 0 0,1 0 0,-1 1 1,-4 0 0,0 0 0,0 0 1,-1 0-1,1 0 0,0 0 1,-1 0-1,1 0 0,-1 0 1,0 0-1,1 1 0,-1-1 1,0 0-1,0 0 0,1 0 1,-1 1-1,0-1 0,0 0 1,0 0-1,-1 0 0,1 1 1,0-1-1,0 0 0,-6 28 69,0-22-17,-1 1 0,1-1 0,-1-1 0,-1 1 1,1-1-1,-1-1 0,0 1 0,-1-1 0,1-1 1,-1 1-1,0-1 0,0-1 0,0 0 0,-7 1-52,16-4 5,0 0-1,0 0 1,0 0-1,-1 0 0,1 0 1,0 0-1,0 0 1,0 0-1,-1 0 0,1 0 1,0 0-1,0 0 1,0 0-1,0 0 0,-1 0 1,1 0-1,0 0 1,0 0-1,0-1 0,0 1 1,-1 0-1,1 0 1,0 0-1,0 0 0,0 0 1,0-1-1,0 1 1,0 0-1,0 0 0,0 0 1,-1 0-1,1-1 1,0 1-1,0 0 0,0 0 1,0 0-1,0 0 0,0-1 1,0 1-1,0 0 1,0 0-1,0 0 0,0-1 1,0 1-1,0 0 1,0 0-1,0 0 0,0-1-4,5-14 19,7-10-109,21-19-108,-11 30-1411,5 9-4076,-17 5-2225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28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811 30 7866,'0'0'5776,"0"0"-3415,-38-4-219,-121-16-91,147 18-1826,0 0 0,-1 1 0,1 0 0,0 1 0,0 1-1,0 0 1,0 0 0,0 2 0,0-1 0,0 1 0,-5 3-225,7 0 82,1 0 0,0 1 0,1 0 0,-1 0 1,1 1-1,1 0 0,-1 1 0,1 0 0,1 0 1,-3 4-83,-34 51 297,2 2 1,4 2 0,-18 44-298,-11 44 614,2 16-614,47-126 94,3 1 1,1 0-1,3 1 1,0 9-95,8-42 17,1 0 0,0 1-1,1-1 1,1 0 0,0 0 0,1 0-1,1 1 1,0-2 0,1 1-1,1 0 1,0-1 0,1 0 0,0 0-1,1 0 1,3 1-17,0 0 9,0-1 0,2-1-1,0 0 1,0 0 0,1-1 0,1-1-1,0 0 1,0-1 0,1 0-1,0-1 1,1-1 0,0 0 0,0-2-1,8 3-8,9 0 10,-1-1 0,1-1 0,0-2 0,0-2 0,1 0 0,-1-3 0,8-1-10,-21 0 10,-1 0 0,1-2 0,-1 0 0,1-2 0,-1 0 0,-1 0 1,16-8-11,-27 10 7,-1 0 0,1 0 0,-1-1 0,0 0 0,0 0 0,0 0 1,-1 0-1,1-1 0,-1 0 0,0-1 0,-1 1 0,1-1 0,-1 1 1,0-2-1,0 1 0,-1 0 0,0-1 0,0 1 0,-1-1 0,1 0 1,-1 0-1,-1 0 0,1 0-7,-1-12 24,0 1 0,-1-1 0,-1 0 0,0 1 0,-2-1 0,0 1 0,-1 0 0,-1 0 0,0 0 0,-2 0 0,0 1 0,-1-1-24,3 8 11,0 1 1,0 0-1,-1 0 0,0 0 0,0 1 0,-1-1 0,0 2 0,-1-1 1,1 1-1,-2 0 0,1 1 0,-1-1 0,0 2 0,0-1 0,0 2 1,-1-1-1,0 1 0,1 0 0,-2 1 0,1 0 0,0 1 0,-2 0-11,-10 0 1,-1 1 1,0 1-1,0 1 0,0 1 0,0 1 0,1 1 0,-1 1 0,1 0 0,0 2 0,1 1 0,-1 1 0,2 0 0,-1 2 1,1 0-1,1 2 0,-7 5-1,11-3-99,15-11-48,14-7 106,24-15 99,-2-2 0,-1 0 0,20-17-58,-14 9 68,2 2 1,24-10-69,-49 27-6,-1 2 0,1 1 1,0 0-1,1 1 1,-1 1-1,1 0 0,0 2 1,0 0-1,16 1 6,-30 1-5,-1 0 0,0 1 0,0 0 1,0 0-1,0 0 0,0 0 0,0 0 0,0 1 0,0 0 1,0 0-1,0 0 0,-1 0 0,1 0 0,-1 1 0,0-1 1,3 4 4,-1 0-5,0 0 1,0 0-1,-1 0 1,0 1 0,0 0-1,0 0 1,-1 0 0,0 0-1,0 1 5,4 18-2,-1 1 1,-1-1-1,-1 1 0,0 26 2,0 158 34,-4-158-15,0-53-15,0 0 0,0 1 1,0-1-1,0 1 0,0-1 0,0 0 0,1 1 0,-1-1 0,0 0 0,0 1 0,0-1 0,0 0 0,0 1 0,1-1 0,-1 0 1,0 1-1,0-1 0,1 0 0,-1 0 0,0 1 0,0-1 0,1 0 0,-1 0 0,0 1 0,1-1 0,-1 0 0,0 0 0,1 0 1,-1 0-1,0 1 0,1-1 0,-1 0 0,0 0 0,1 0 0,-1 0 0,0 0 0,1 0 0,-1 0 0,1 0 0,-1 0 0,0 0 1,1 0-1,-1 0 0,0-1 0,1 1 0,-1 0 0,0 0 0,1 0 0,-1 0 0,0 0 0,1-1 0,-1 1 0,0 0 0,1 0 1,-1-1-1,0 1 0,0 0 0,1-1 0,-1 1 0,0 0 0,0 0 0,0-1 0,1 1 0,-1 0-4,21-21 355,11-38-238,-3-1 0,-3-1-1,-2-2 1,10-42-117,15-39-6,-47 138-43,0 0 1,1 0-1,-1 0 1,1 0 0,1 0-1,-1 0 1,1 1 0,0 0-1,0-1 1,1 2 0,4-6 48,-4 7-302,0 0 0,1 1-1,-1-1 1,0 1 0,1 0 0,-1 0 0,1 1 0,0-1 0,-1 1 0,1 1 0,0-1 0,0 1 0,0 0 0,1 0 302,9 0-1071,15 0-3644,0 1 0,15 3 4715,11 9-9626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28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421 102 13203,'0'0'4470,"0"0"-1405,0 0-745,-32-1-937,-5 0-980,1 1 0,-30 5-403,59-3 38,0-1 0,0 2 0,0-1-1,0 1 1,1 0 0,-1 0 0,1 1 0,0 0 0,0 0 0,0 0 0,0 1 0,1 0 0,0 0 0,0 0 0,0 1 0,1-1 0,-1 1 0,2 1 0,-4 4-38,-5 7 98,-5 7 34,1 1 0,1 0 1,1 2-1,1-1 0,-6 24-132,13-32 30,0-1-1,2 1 0,0 0 0,1 0 0,1 1 0,1-1 0,1 0 1,0 1-1,3 10-29,-2-26 0,0 1 0,0-1 1,0 0-1,0 1 0,1-1 0,0 0 1,0 0-1,0 0 0,1 0 0,-1-1 1,1 1-1,0-1 0,0 1 0,0-1 1,0 0-1,0 0 0,1 0 0,0-1 1,-1 1-1,1-1 0,0 0 0,0 0 1,0 0-1,1-1 0,-1 1 0,0-1 1,1 0-1,14 3 11,1 0 1,-1-2 0,1 0 0,0-1 0,9-2-12,-28 1 2,15 0-19,0-1 1,-1 0-1,1-1 1,-1-1-1,1 0 1,-1-1 0,0-1-1,0-1 1,-1 0-1,0 0 1,4-4 16,-8 4-23,0-1 0,0 0 0,-1-1 0,0 0 0,0-1 0,-1 0 1,0 0-1,0 0 0,-1-1 0,-1 0 0,0-1 0,0 0 0,-1 1 1,0-2-1,0-1 23,5-25-10,-1-1 1,-2 0-1,-2-1 0,-1 0 1,-2 1-1,-2-1 1,-2-4 9,2-6 32,-1 21 85,-1 1 0,-1-1 0,-4-13-117,9 87 60,-2-6-84,20 115 35,13 31-11,0 1 10,-21-124 108,-10-57-72,0-8-5,-1-30 9,-2-48-29,-1 16 12,4 0 0,7-56-33,-6 102-2,0 0 1,2 1-1,0-1 1,0 1-1,2 0 0,0 1 1,2-1-1,0 2 0,0-1 1,1 1-1,13-14 2,-19 25 3,0 1 0,0 0 0,1 0 0,0 0 0,0 0 0,0 1 0,0-1 0,0 1 0,1 1 0,1-2-3,-5 4 1,0-1 1,0 0-1,0 1 1,0-1-1,0 1 1,0 0-1,0-1 1,1 1 0,-1 0-1,0 0 1,0 1-1,0-1 1,0 0-1,0 1 1,0-1-1,0 1 1,0 0-1,0 0 1,0 0 0,0 0-1,0 0 1,0 0-1,-1 0 1,1 0-1,0 1 1,-1-1-1,1 1 1,-1-1-1,0 1 1,1-1 0,0 2-3,3 7 8,0-1 0,0 1 0,-1 0 0,0 0 0,0 1-1,-2-1 1,1 1 0,-1 0 0,0-1 0,-1 6-7,2 31 69,-3 41-69,-1-44 8,1 78-1622,2-108-2872,9-11-5170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2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185 266 17268,'0'0'2928,"0"0"-303,0 0-697,-29 184-1088,15-127-311,11-7-329,0-8-160,3-15-40,0-21-793,0-6-1071,0 0-4121</inkml:trace>
  <inkml:trace contextRef="#ctx0" brushRef="#br0" timeOffset="1">0 16 18668,'0'0'3689,"0"0"-2361,0 0-512,0 0-816,0 0-528,169-15-1976,-106 15-4762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29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16756,'0'0'5161,"0"0"-3753,0 0-80,0 0-800,0 0 105,-30 214 7,24-97-192,-8 7 48,4-7-344,-3-19-40,0-18-112,3-20 0,0-19-72,7-20-552,0-21-825,-1 0-1399,4-18-5858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2:29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18804,'0'0'3538,"0"0"-1500,0 0-867,0 0-654,43-11-339,283-71-101,-199 42-75,-78 22 12,1 3 1,17-1-15,-65 15-5,0 1 0,0-1 1,0 1-1,-1 0 0,1-1 1,0 1-1,0 0 0,0 1 1,0-1-1,0 0 0,0 0 1,0 1-1,-1-1 0,1 1 1,0 0-1,0-1 0,-1 1 1,1 0-1,0 0 0,-1 0 1,1 0-1,-1 0 0,1 1 1,-1-1-1,1 0 1,-1 1-1,0-1 0,1 2 5,1 2-6,0 1 0,-1 0 0,0 1 0,0-1 0,0 0 0,-1 1 0,1 3 6,3 16 17,-1-12-2,0 0 0,1 0 1,0-1-1,1 0 0,1 0 1,0 0-1,5 5-15,-8-13 4,0 0 1,0 0-1,0-1 0,1 0 1,0 0-1,0 0 0,0 0 1,0-1-1,1 0 0,-1 0 1,1 0-1,0-1 0,0 0 1,0 0-1,0 0 0,0-1 1,0 0-1,4 0-4,6 1 27,-1-1 1,1 0-1,-1-2 0,1 0 1,-1 0-1,1-2 0,-1 0 1,3-1-28,-13 3 27,0-1 1,0 0-1,0 0 1,0 0 0,0-1-1,-1 0 1,1 1-1,-1-2 1,1 1 0,-1 0-1,0-1 1,0 0-1,-1 0 1,1 0-1,-1 0 1,0-1 0,0 1-1,0-1 1,-1 0-1,0 0 1,0 0-1,0 0 1,0 0 0,-1 0-1,0-1-27,1-1 36,-1-1 0,0 0-1,0 1 1,-1-1 0,0 0 0,0 1 0,-1-1-1,0 0 1,0 1 0,-1-1 0,0 1-1,0-1 1,-1 1 0,0 0 0,0 0-1,-1 0 1,0 0 0,-3-3-36,2 4-4,0 1 0,0 0 0,-1 0 1,0 0-1,0 1 0,0 0 0,-1 0 0,1 0 0,-1 1 0,0 0 1,0 0-1,0 1 0,0 0 0,0 0 0,-1 0 0,1 1 0,-1 1 1,1-1-1,-1 1 0,-5 0 4,-18 3-431,0 1 0,0 1 1,1 1-1,0 2 0,0 1 0,1 1 1,-13 7 430,-83 41-5439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06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20 5857,'0'0'5227,"0"0"-2667,0 0-782,0 0 62,0 0-537,-1-4-547,-5-12 101,-1 32-369,-5 44 144,11-55-516,-21 157 1415,7 0 0,7 45-1531,12 330 1147,0-352-939,-2-132-189,0 34 74,-6 34-93,4-119-13,-6 38 49,6-38-53,0 0-1,0 0 1,-1 0-1,1 0 0,-1 0 1,0-1-1,1 1 1,-1 0-1,0 0 1,0-1-1,0 1 1,0-1-1,0 1 1,-1-1-1,1 1 1,0-1-1,-2 1 18,2-1-62,0-1 1,0 0-1,0 1 1,0-1-1,0 0 0,0 0 1,0 0-1,0 0 0,0 0 1,0 0-1,0 0 0,0 0 1,0 0-1,0-1 0,0 1 1,0 0-1,0-1 0,0 1 1,0-1-1,0 1 0,0-1 1,1 1-1,-1-1 0,0 1 1,0-1-1,0 0 0,1 0 1,-1 1-1,0-1 0,1 0 1,-1 0-1,1 0 0,-1 0 1,1 1-1,-1-2 62,-13-37-2339,10 12-452,1 1 0,2-1-1,1-7 2792,0-22-6796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06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6465,'0'0'2682,"0"0"-704,0 0-318,0 0-527,0 0-281,21-26-68,65-84 8,-78 100-552,1 0 1,0 0-1,0 1 0,0 0 0,1 1 0,1 0 1,0 1-1,0 0 0,10-5-240,-13 9 105,0 0-1,0 1 1,0 0-1,0 1 0,0 0 1,0 0-1,1 0 1,-1 1-1,0 0 1,0 1-1,0 0 1,5 1-105,-8-1 36,1 1 0,0 0 1,-1 0-1,1 1 0,-1-1 1,1 1-1,-1 0 1,0 1-1,0-1 0,-1 1 1,1 0-1,-1 0 0,0 1 1,2 2-37,11 13 295,-2 1 0,11 20-295,-13-20 176,2 1 19,-1 1 0,-2 0 1,0 1-1,-1 0 0,-2 1 1,0 0-1,-2 0 1,-1 1-1,0 0 0,-2 0 1,-2 0-1,1 9-195,-4-24 72,-1-1 1,0 1-1,0-1 1,-1 0-1,0 0 1,-1 0-1,0 0 1,0-1-1,-1 1 1,-1-1-1,1 0 1,-1-1-1,-1 0 0,0 1 1,0-2-1,-4 5-72,-22 18 153,0-1 0,-2-2-1,-12 6-152,43-30 10,-14 11-1,0-1 1,0-2-1,-1 0 1,-1 0-1,0-2 1,0-1-1,-1 0 1,0-1-1,0-2 0,0 0 1,-1-1-1,0-1 1,-9 0-10,31-3-50,-1 0 0,1 0 0,-1 0 0,0 0 0,1 0 0,-1 0 0,1 0 0,-1 0 0,0 0 0,1 0 0,-1 0 0,1 0-1,-1-1 1,0 1 0,1 0 0,-1 0 0,1-1 0,-1 1 0,1 0 0,-1-1 0,1 1 0,-1 0 0,1-1 0,-1 1 0,1-1 0,0 1 0,-1-1 0,1 1 0,-1-1 0,1 1 0,0-1 50,7-16-2035,26-15-2656,-1 11-352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0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6 5777,'0'0'5909,"0"0"-3055,0 0-449,0 0-639,0 0-565,0 0-346,-10-2-293,7 1-527,0 0 1,0 1-1,0-1 1,0 1 0,0 0-1,0 0 1,0 0 0,0 0-1,-1 0 1,1 1-1,0-1 1,0 1 0,1 0-1,-1 0 1,0 0 0,0 0-1,0 1 1,1-1-1,-3 2-35,-4 4 145,1 1 0,0-1 0,1 1 0,0 1-1,0 0 1,-2 4-145,-19 26 346,2 1 0,2 0 0,1 2 0,3 1 0,-1 7-346,9-18 113,2 1 0,1 0 0,2 1 0,1 0 0,1 0 0,3 1 0,0 14-113,2-22 25,1-1-1,1 1 1,2 2-25,-2-18 5,1 1 0,0-1 0,1-1 0,0 1 0,0 0 0,2-1 0,-1 0 0,4 4-5,0 1 4,2-1 0,0 0 0,0 0 0,1-1 0,1-1 0,1 1-4,-8-8-85,1 0-1,0 0 1,0-1-1,0 0 1,0 0 0,1-1-1,0 0 1,0 0-1,-1-1 1,2 0-1,-1 0 1,0-1 0,0 0-1,0 0 86,-2-1-162,8 1-596,-1-1 0,1 0 0,-1-1 0,3-1 758,-11 1-771,0 0-1,0-1 1,0 1 0,0-1-1,0-1 1,-1 1-1,4-3 772,23-17-7405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0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12051,'0'0'2992,"0"0"-2152,0 0 1081,0 0-417,0 0-600,162 164-120,-116-107-343,0-1-105,-6 1-264,-4-10-24,-3-5-48,-6-9 8,-7-9-8,-7-13-192,-3-5-801,-10-6-1167,0-6-361,0-14-2880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0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 7098,'0'0'6476,"0"0"-4169,0 0-787,0 0-96,-17 29-209,0 0-924,-99 164 1317,40-74-607,-5-4-1,-44 44-1000,187-202-6388,-23 13 1551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08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3689,'0'0'8850,"0"0"-7138,0 0-104,0 0-191,0 0-145,0 0-496,0 0-440,159 12-160,-116-12-176,0 0 56,-10 0-56,-3 0-440,-10 0-1040,-10 3-785,-10 6-1888,0-3-2888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08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5601,'0'0'7618,"0"0"-6146,0 0 1345,0 0-833,0 0-784,0 0-543,0 0-65,59 24-248,-9-24-232,6 0-48,0 0-64,-3 0-536,13 0-1073,-13 0-2287,-10 0-2858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0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10442,'0'0'2921,"0"0"-271,0 0 865,0 0-1573,0 0-1046,0 0-249,1 19 364,0 82 214,-2-17-532,3 1 0,5-1 1,16 82-694,-23-164-65,0 0 0,1-1 0,-1 1 0,0 0 1,1 0-1,-1-1 0,1 1 0,-1 0 0,1-1 1,0 1-1,0-1 0,0 1 0,0-1 0,0 1 0,0-1 1,0 1-1,0-1 0,0 0 0,1 0 0,-1 0 1,0 0-1,1 0 0,-1 0 0,1 0 0,0 0 1,-1 0-1,1-1 0,0 1 0,1 0 65,0-2-403,-1 1-1,1-1 1,-1 0 0,1 0-1,-1 0 1,1 0-1,-1-1 1,0 1 0,0 0-1,0-1 1,1 0-1,-1 0 1,-1 1 0,1-1-1,0 0 1,0 0-1,-1-1 1,2 0 403,19-27-9698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09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26 7586,'0'0'5998,"0"0"-3675,0 0-255,0 0-806,0 0-575,-9 27 59,3-8-593,-3 5 16,2 0 0,0 1 1,2 0-1,1 0 1,1 0-1,0 25-169,3-35 135,-1 15 98,1 0 0,2 0 1,1 0-1,1 0 0,7 22-233,-9-45 21,1 0 0,-1 0-1,1 0 1,0 0 0,1-1 0,-1 1 0,1-1 0,1 0-1,-1 0 1,1 0 0,0-1 0,0 0 0,1 0 0,0 0 0,-1 0-1,2-1 1,-1 0 0,0 0 0,1-1 0,0 0 0,-1 0 0,1-1-1,1 1 1,-1-1 0,7 0-21,-3 0 45,0 0 1,1-2-1,-1 1 1,0-1-1,1-1 1,-1 0-1,0-1 0,0 0 1,0-1-1,0 0 1,0 0-1,-1-1 0,1-1 1,-1 0-1,0 0 1,-1-1-1,1 0 0,-1-1 1,0 0-1,-1 0 1,0-1-1,0 0 1,0 0-1,-1-1 0,0 0 1,-1 0-1,0-1 1,0 0-1,-1 0 0,-1 0 1,0-1-1,0 1 1,-1-1-1,0 0 1,-1 0-1,0 0 0,-1 0 1,1-6-46,-1 3 160,0-1 1,-1 1-1,-1-1 1,0 1-1,-1 0 1,0 0 0,-1 0-1,0 0 1,-5-10-161,3 13 71,0 1 0,-1-1 0,0 1 0,-1 1-1,0-1 1,-1 1 0,0 1 0,0-1 0,0 1 0,-1 1 0,-1-1 0,-1 0-71,-7-5-114,-1 2 0,0 0 1,-1 0-1,0 2 0,-1 1 0,1 0 0,-2 2 0,1 0 0,-1 1 0,1 1 0,-1 1 1,-1 2-1,1 0 0,0 1 0,-19 2 114,40-2-53,0 0 0,1 0 0,-1 0 0,0 0 0,0 0 0,0 0 0,1 0 0,-1 0 0,0 0 0,0 1 0,1-1 0,-1 0 0,0 0 0,0 1 0,1-1 0,-1 0 0,0 1 0,1-1 0,-1 1 0,0-1 0,1 1 1,-1-1-1,1 1 0,-1-1 0,1 1 0,-1 0 0,1-1 0,-1 1 0,1 0 0,0-1 0,-1 1 0,1 0 0,0 0 0,0-1 0,-1 1 0,1 0 0,0 0 0,0-1 0,0 1 0,0 0 0,0 0 0,0 0 0,0-1 0,0 1 0,0 0 0,1 0 0,-1-1 0,0 1 0,0 0 0,1 0 53,0 2-446,1-1 0,0 1 0,0-1 0,0 1 0,0-1 0,0 0 0,1 0 0,-1 1-1,0-2 1,1 1 0,0 0 0,0 0 446,38 16-7763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7:09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10218,'0'0'2826,"0"0"-935,0 0-214,12 26 191,17 40-325,-3 1-1,-2 1 1,11 60-1543,-26-61 850,-4 1 0,-2-1 1,-4 20-851,1-31 368,-1-17-202,-2 0 0,-2-1 0,-1 1 1,-2-1-1,-1-1 0,-2 0 0,-4 5-166,-6 10-297,-2-1 0,-3-1 0,-1-2 0,-22 28 297,44-69-357,-26 33-1529,3-24-3696,15-14-128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31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5329,'0'0'5131,"0"0"-2935,0 0-353,0 0-41,0 0-674,0 0-509,16 6 86,-14-5-676,5 1 55,-1 0 0,0 1 1,0 0-1,0 0 0,0 1 0,0-1 0,-1 1 0,1 1 0,-1-1 0,0 1 0,0 0 1,-1 0-1,1 0 0,-1 0 0,-1 1 0,1 0 0,-1 0 0,0 0 0,2 4-84,5 24 349,-1 1-1,-1 0 0,-2 1 0,0 27-348,0 146 512,-6-191-472,0-18 0,0-36-87,-20-199-174,20 218 181,-1-15-33,3-1 0,2-19 73,-2 41-8,0 0 0,1 0-1,0 0 1,1 1 0,0-1-1,1 1 1,0 0 0,0 0 0,4-4 8,1 0-14,0 0 0,1 0 0,1 1 0,0 1 0,0 0 0,6-4 14,-12 12-7,0 0 0,0 0 0,1 0 0,-1 1 0,1 0 0,0 0 0,0 0 0,0 1 0,0 0 0,0 1 0,0-1 0,1 1 0,-1 1 0,0 0 0,1 0 0,1 0 7,-8 0-3,1 1 1,0-1 0,0 1-1,0 0 1,-1 0 0,1-1-1,0 1 1,-1 0 0,1 0-1,-1 1 1,1-1 0,-1 0-1,1 0 1,-1 1 0,0-1-1,0 1 1,0-1 0,0 1 0,0-1-1,0 1 1,0 0 0,0 0-1,-1-1 1,1 1 0,0 0-1,-1 0 1,0 0 0,1-1-1,-1 1 1,0 2 2,2 65-27,-3-58 9,0-1 25,-1 0 0,0 0 0,-1 0 0,0 0 0,0-1-1,-1 1 1,-1-1 0,1 0 0,-2 0 0,-4 8-7,-16 19-1,-28 31 1,33-42 4,-16 16 12,25-30-14,1 1 1,0 1-1,1 0 1,0 0-1,1 1 1,1 0-1,-4 8-2,11-20 6,0 0 0,0 0 0,1 1 1,-1-1-1,1 0 0,-1 0 0,1 0 0,0 0 0,0 1 0,0-1 0,0 0 0,0 0 0,0 0 0,1 1 0,-1-1 0,1 0 0,-1 0 0,1 0 0,0 0 1,0 0-1,0 0 0,0 0 0,0 0 0,0 0 0,1 0 0,-1-1 0,1 1 0,-1-1 0,1 1 0,-1-1 0,1 1 0,0-1 0,0 0 0,0 0 0,0 0 1,0 0-1,0 0 0,0 0 0,1 0-6,11 4 192,1-1 0,0-1-1,0 0 1,0-1 0,10 1-192,5 0 434,70 18 378,-96-20-1212,-1 0 0,1-1 0,0 0 0,0 1 0,0-1 1,0 0-1,0-1 0,0 1 0,0-1 0,0 0 0,0 1 0,2-3 400,0 1-1206,0 0-1,0-1 1,0 0-1,0 0 1,-1 0-1,1-1 1,-1 0 1206,22-19-9189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31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5249,'0'0'6057,"0"0"-4056,0 0-1137,0 0 472,0 0-680,0 0-423,0 0-161,162 3-72,-129-3-64,-3 0-1673,-7 0-5368,-16 0 55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32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12499,'0'0'2344,"0"0"-1304,0 0 1233,0 0-993,0 0-744,0 0-232,182-30-296,-122 15 80,-4 3-88,-10 3-192,1-3-1304,-14 0-2313,-10 0-5609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32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4441,'0'0'9466,"0"0"-7426,0 0-775,0 0 463,0 0-128,0 0-455,20 167-233,-14-105-128,-2-5-384,-1-7-200,-3-5-152,3-12-32,1-7-16,-1-8-96,0-6-632,20-12-1432,1-3-2265,-1-24-4089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48:32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32 5721,'0'0'5372,"0"0"-3086,0 0-736,0 0 366,-3 33-421,-5 105-580,7-131-823,0 0 1,1-1-1,0 1 1,0 0-1,1-1 0,0 1 1,0 0-1,0-1 1,1 1-1,0-1 1,0 1-1,1-1 1,0 0-1,0 0 1,0 0-1,1-1 0,0 1 1,0-1-1,0 0 1,1 0-1,-1 0 1,1 0-1,0-1 1,1 0-1,-1 0 0,1 0 1,0-1-1,0 0 1,4 2-93,6 0 174,0-1 1,-1 0 0,2-1-1,-1 0 1,0-2 0,0 0-1,1 0 1,-1-2 0,0 0-1,7-2-174,-17 2 19,0 1-1,0-2 1,0 1-1,0-1 0,0 0 1,0 0-1,-1-1 0,1 1 1,-1-1-1,0 0 0,0-1 1,0 1-1,0-1 1,0 0-1,-1 0 0,0-1 1,0 1-1,0-1 0,0 0 1,-1 0-1,0-1 1,0 1-1,0 0 0,-1-1 1,1 0-1,-1 1 0,0-4-18,0 1 57,-1 0 0,0-1-1,0 1 1,0 0 0,-1-1-1,-1 1 1,1-1 0,-1 1-1,-1 0 1,1 0 0,-2 0-1,1 0 1,-1 0 0,0 0-1,-1 0 1,1 1-1,-2-1 1,1 1 0,-5-5-57,0 1 18,0-1 0,-2 1 1,1 1-1,-1 0 0,-1 0 0,0 1 1,-11-6-19,15 10-112,1 1 0,-1 1 1,0 0-1,0 0 0,-1 0 0,1 1 1,0 1-1,-1-1 0,1 1 0,-1 1 1,0-1-1,1 1 0,-1 1 0,-6 1 112,0 1-742,0 1 0,0 0-1,1 1 1,0 1 0,0 0-1,1 1 1,-1 0-1,1 1 1,0 1 742,-45 35-6919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3:12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46 2801,'0'0'4314,"0"0"-2480,0 0-599,0 0-127,0 0-257,0-9 15,0-17 264,0 16 133,0 26-808,-23 598 1497,13-258-1594,11-346-1957,3-15-513,1-16-1028,-5-3-1142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3:1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5937,'0'0'1291,"0"0"-348,0 0 396,0 0 123,0 0-497,0 0-446,6-4-82,-5 3-403,1 0-1,-1 0 1,0 1-1,1-1 1,-1 0-1,1 1 1,-1-1-1,1 1 1,0-1-1,-1 1 1,1 0-1,-1-1 1,1 1-1,0 0 1,-1 0-1,1 0 1,0 1 0,-1-1-1,1 0 1,-1 1-1,1-1 1,-1 0-1,1 1 1,-1 0-1,1-1 1,-1 1-1,1 0 1,-1 0-34,44 40 693,-34-30-628,52 61 326,-63-72-351,1 0 1,-1 1 0,1-1 0,0 1 0,-1-1 0,1 0 0,0 0 0,0 1 0,-1-1 0,1 0 0,0 0 0,-1 0 0,1 0 0,0 0 0,0 0 0,-1 0 0,1 0-1,0 0 1,0 0 0,-1 0 0,1 0 0,0-1 0,0 1 0,-1 0 0,1 0 0,0-1 0,-1 1 0,1-1 0,-1 1 0,1 0 0,0-1 0,-1 1 0,1-1 0,0 0-41,18-22 400,-15 18-375,184-219 861,-187 222-992,0 1 0,1-1 0,-1 1 0,1-1 0,-1 1 0,1 0 1,0 0-1,0 0 0,-1 0 0,1 0 0,0 0 0,0 1 0,0-1 0,0 1 0,0-1 1,0 1-1,0 0 0,0-1 0,0 1 0,0 0 0,0 0 106,6 0-1412,8-1-3514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4:46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85 10018,'0'0'2487,"0"0"-1217,0 0 120,0 0-155,0 0-101,0 0-104,-7 25-266,-24 78-332,31-101-420,0 0 0,-1 0 0,0 0 1,1 0-1,-1 0 0,0-1 0,0 1 0,0 0 0,0 0 0,0-1 0,-1 1 0,1-1 0,0 1 0,-1-1 0,1 0 0,-1 1 0,1-1 0,-1 0 1,0 0-1,0 0 0,1 0 0,-1 0 0,0-1 0,0 1 0,0 0 0,0-1 0,0 1 0,0-1 0,0 0 0,0 0 0,0 0 0,0 0 1,0 0-1,0 0 0,0 0 0,0-1 0,0 1 0,0-1 0,0 1 0,0-2-12,0 1 17,1 0 0,0 0 1,1-1-1,-1 1 0,0 0 0,0-1 1,0 1-1,1-1 0,-1 1 0,1-1 0,-1 1 1,1-1-1,0 0 0,0 1 0,-1-1 1,1 0-1,0 1 0,0-1 0,1 1 0,-1-1 1,0-1-18,4-36 54,-3 34-50,0 0 1,1 0-1,-1 0 0,1 0 1,0 0-1,1 1 1,-1-1-1,1 1 0,0-1 1,0 1-1,0 0 0,0 0 1,1 1-1,-1-1 0,1 0 1,0 1-1,1 0 0,-1 0 1,4-2-5,1 1 3,-1 0 0,1 1 0,0 0 0,0 0 0,0 0 0,0 2 0,0-1 0,0 1 0,1 0 0,4 1-3,-10 0 2,-1 0 0,0 0 0,0 1-1,0-1 1,0 1 0,0 0-1,0 0 1,0 0 0,0 0-1,0 0 1,0 1 0,-1-1 0,1 1-1,0 0 1,-1 0 0,0 0-1,1 0 1,-1 0 0,0 0-1,0 1 1,0-1 0,0 1-1,0 0 1,-1-1 0,1 1 0,-1 0-1,0 0 1,0 0 0,0 0-1,0 0 1,0 0 0,-1 0-1,1 3-1,-1-1 38,1 0-1,-1 0 1,0 0-1,0 0 0,0 0 1,-1 0-1,0 0 0,0-1 1,0 1-1,-1 0 0,1 0 1,-1-1-1,0 1 0,0-1 1,-1 1-1,0-1 0,1 0 1,-1 0-1,-1 0 0,1-1 1,-3 3-38,-9 6 138,-1-1 1,-1 0 0,0-1-1,0-1 1,-7 2-139,17-8 31,-1 1 0,0-1 0,0-1 0,0 0 0,0 0 0,0 0 0,-1-1 0,1 0 0,-1-1 0,1 0 0,0 0 0,-1-1 0,-5-1-31,12 1 25,0 1-1,0-1 1,0 0 0,0-1-1,0 1 1,1 0 0,-1-1-1,0 1 1,1 0 0,-1-1-1,1 0 1,0 1 0,-1-1 0,1 0-1,0 0 1,0 0 0,0 0-1,0 0 1,1 0 0,-1 0-1,0 0 1,1 0 0,-1 0-1,1-2-24,-4-56 213,5 48-178,-2-1-21,2-1 1,0 0-1,0 1 1,1-1-1,1 1 1,0 0-1,1-1 1,3-4-15,-5 14 2,0-1 0,0 1 0,1-1 1,0 1-1,0 0 0,0 0 0,0 0 1,1 1-1,-1-1 0,1 1 0,0 0 1,0 0-1,0 0 0,0 0 0,1 1 1,-1 0-1,1 0 0,0 0 0,-1 0 0,1 1 1,0-1-1,0 1 0,0 1 0,2-1-2,-3 0 2,0 0-1,0 1 0,1 0 0,-1-1 1,0 1-1,0 1 0,0-1 0,0 1 1,0 0-1,0-1 0,0 2 0,0-1 1,0 0-1,0 1 0,-1 0 0,1 0 0,0 0 1,-1 0-1,0 0 0,1 1 0,-1 0 1,1 1-2,-1 1 2,0 0 1,0 1 0,0-1 0,-1 1 0,0-1 0,0 1-1,0 0 1,-1 0 0,0 0 0,0 0 0,-1 0-1,1 0 1,-1 0 0,-1 0 0,1 2-3,-1-1 27,-1 0 0,1 0 1,-1 0-1,0 0 0,-1 0 0,0-1 1,0 1-1,0-1 0,-1 0 1,0 0-1,0 0 0,0 0 0,-1-1 1,0 0-1,0 0 0,0 0 1,-1-1-1,-1 2-27,-2 1 30,-1 0 0,0-1 1,0 0-1,0 0 0,0-1 0,-1-1 1,0 0-1,0 0 0,0-1 1,-1 0-1,-1-1-30,12-2 5,0 0-1,-1 0 1,1 0 0,0 0 0,0 0-1,-1 0 1,1 0 0,0 0 0,0-1-1,-1 1 1,1 0 0,0-1 0,0 1-1,0-1 1,-1 0 0,1 1-1,0-1 1,0 0 0,0 1 0,0-1-1,0 0 1,0 0 0,0 0 0,1 0-1,-1 0 1,0 0 0,1 0 0,-1 0-1,0-1 1,1 1 0,-1 0 0,1 0-1,0 0 1,-1-1 0,1 1-1,0 0 1,0-1-5,-2-8 26,1 1 1,1-1-1,0 1 0,0-1 0,2-1-26,-1-10-6,-1 11 8,0 0 0,1-1 0,1 1 0,0 0 0,0 0 0,1 0 0,0 0 0,1 1 0,0-1-1,0 1 1,1 0 0,2-3-2,-4 9 0,-1-1 0,1 1 0,0-1-1,0 1 1,0 0 0,1 0 0,-1 0-1,1 0 1,-1 1 0,1 0 0,0 0-1,0 0 1,0 0 0,0 0 0,0 1-1,0-1 1,1 1 0,-1 0 0,1 1-1,-1-1 1,0 1 0,1 0 0,-1 0-1,1 0 1,-1 1 0,0-1 0,1 1 0,-1 0-1,0 0 1,1 1 0,-1 0-2,0 0 0,-1 0 0,1 0-1,0 1 1,-1-1 0,1 1 0,-1 0 0,0 0 0,0 0 0,0 1-1,-1-1 1,1 1 0,-1-1 0,1 1 0,-1 0 0,-1 0 0,1 0 0,0 0-1,-1 0 1,0 1 0,0-1 0,0 0 0,-1 1 0,1-1 0,-1 0-1,0 5 3,1 1 13,-1 0-1,-1 1 0,1-1 0,-1 0 0,-1 1 1,0-1-1,-1 0 0,0 0 0,0-1 0,-1 1 1,-2 3-13,-3 2 55,-1-1 1,-1 0 0,0 0-1,-1-1 1,0-1 0,-1 0-1,0-1 1,-1 0 0,0-1-1,-1 0 1,-4 1-56,19-11 12,-1 1 0,0-1-1,0 0 1,0 1 0,0-1 0,0 0 0,0 0 0,1 1 0,-1-1 0,0 0-1,0 0 1,0 0 0,0 0 0,0 0 0,0 0 0,0 0 0,0-1 0,0 1 0,0 0-1,0-1 1,1 1 0,-1 0 0,0-1 0,0 1 0,0-1 0,0 1 0,1-1-1,-1 1 1,0-1 0,1 0 0,-1 1 0,0-1 0,1 0 0,-1 0 0,1 1-1,-1-1 1,1 0 0,-1 0 0,1 0 0,0 0 0,-1 0 0,1 1 0,0-1-1,0 0 1,0 0 0,0 0 0,0 0 0,0 0 0,0 0 0,0 0-12,-1-63 259,3 43-264,-3 11 15,2 0-1,0 0 1,0 1-1,1-1 1,0 0-1,0 0 1,1 1-1,1 0 1,-1-1-1,4-2-9,-5 7 1,1 1-1,-1 0 1,1 0-1,1 0 1,-1 0 0,0 1-1,1-1 1,0 1-1,0 0 1,0 0-1,0 0 1,0 1-1,1-1 1,-1 1-1,1 0 1,-1 0 0,1 1-1,0-1 1,0 1-1,0 0 1,4 0-1,-3 0-5,0 0 0,1 1 0,-1 0 0,0 0 0,0 0 0,1 1 0,-1 0 0,0 0 0,0 0 0,0 1 0,0 0 1,0 0-1,1 1 5,-4-1 1,-1 0 1,1 1-1,0-1 0,-1 0 1,0 1-1,1 0 1,-1 0-1,0-1 1,0 1-1,-1 0 1,1 1-1,0-1 0,-1 0 1,0 0-1,0 1 1,0-1-1,0 1 1,-1-1-1,1 0 1,-1 1-1,0 0 0,0-1 1,0 1-1,0 0-1,-1 1 34,0 1 0,0-1-1,-1 1 1,1-1 0,-1 0-1,0 0 1,-1 0 0,1 0-1,-1 0 1,0 0 0,0 0 0,-1-1-1,1 0 1,-1 0 0,0 0-1,0 0 1,-1 1-34,-1 0 23,0 0 0,0 0 0,0-1 0,-1 0 0,0 0 0,1-1 0,-1 1 1,0-1-1,-1-1 0,1 1 0,0-1 0,-6 0-23,12-2 5,1 0 1,-1 0 0,0 0-1,0 0 1,1 0 0,-1 0-1,0 0 1,0 0-1,1 0 1,-1 0 0,0-1-1,0 1 1,1 0 0,-1-1-1,0 1 1,1 0-1,-1-1 1,1 1 0,-1-1-1,0 1 1,1-1 0,-1 1-1,1-1 1,-1 0-1,1 1 1,0-1 0,-1 1-1,1-1 1,0 0 0,-1 0-1,1 1 1,0-1-1,0 0 1,-1 1 0,1-1-6,-2-29 69,3 23-51,-1-46-398,0-32 874,0 27-9913,0 50-7266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4:46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1 7218,'0'0'6769,"0"0"-3784,0 0-977,0 0 40,126 268-375,-120-69-537,-19 63-352,-56 15-312,-37-22-304,-20-40-168,-6-52-688,23-47-1616,6-29-8771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4:48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11514,'0'0'2924,"0"0"-101,0 0-565,0 0-720,0 0-598,0 0-296,0-10-151,0-32-21,0 32 0,0 10-9,0 0 19,0 0-137,0 3-66,2 37-17,2 0 1,5 21-263,5 55 302,-9 263 588,-6-238-603,-1-104-1181,1-90-3657,1 15-2924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4:49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2681,'0'0'8233,"0"0"-4929,0 0-1736,0 0-246,-11 35-186,-32 116 76,35-123-666,2 1 0,1 0-1,1 0 1,2 1 0,1-1 0,1 8-546,0-9 313,0-18-249,0 1 1,0 0 0,1 0 0,0-1 0,1 1 0,0 0 0,1-1-1,0 0 1,1 0 0,0 0 0,0 0 0,1 0 0,0-1 0,1 0 0,0 0-1,0 0 1,1-1 0,1 0 0,-1 0 0,1-1 0,0 0 0,3 1-65,8 7 46,1-2 1,0-1-1,1 0 1,0-2-1,1 0 1,0-1 0,0-2-1,1 0 1,0-1-1,0-2 1,0 0 0,1-1-1,0-2 1,0 0-47,-22-1 6,1 0-1,-1 0 1,1 0 0,-1-1 0,1 1 0,-1-1 0,0 0 0,1 1 0,-1-1 0,0 0 0,1-1-1,-1 1 1,0 0 0,0 0 0,0-1 0,0 1 0,0-1 0,-1 0 0,1 0 0,1-1-6,0-1 41,-1 0 0,1-1 1,-1 1-1,0-1 0,0 0 1,0 1-1,-1-1 0,0 0 1,0 0-1,0-2-41,1-10 169,-1 0 0,-1-1-1,0 1 1,-2 0 0,-2-16-169,-2 5 143,-2 1 1,0 0-1,-2 0 1,-1 1-1,-8-13-143,-73-124 386,85 151-357,-1-3-5,-2 0 1,0 0-1,0 1 0,-1 1 1,-11-10-25,17 18-13,-1 1 1,1 0-1,-1 0 1,1 1-1,-1 0 1,0 0 0,-1 0-1,1 1 1,0-1-1,-1 2 1,1-1-1,-1 1 1,0 0-1,1 0 1,-1 1 0,-3 0 12,5-1-145,0 1-1,1 0 1,-1 0 0,1 1 0,-1 0 0,0 0 0,1 0 0,-1 0 0,1 0 0,0 1 0,0 0 0,-1 0 0,1 0 145,1 1-303,0 0-1,0 0 1,0 0 0,1 0 0,-1 1 0,1-1-1,0 1 1,0 0 0,0-1 0,0 1 0,1 0-1,-1 0 1,1 0 0,0 2 303,-9 35-7115,9-2-5448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4:4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 3105,'0'0'8536,"0"0"-5473,0 0-1263,0 0-267,0 0-726,0 0-319,-22 6 220,6-2-530,8-3-104,1 0 0,0 1 0,0 0 0,0 0 0,0 1 0,0 0 0,1 0 0,-1 1 0,1-1 0,0 1 0,0 1 0,0-1 0,1 1 0,-1 0 0,1 0 0,0 1 0,1-1 0,-1 1 0,1 0 0,-3 6-74,-16 37 301,1 2 1,3 0 0,2 1-1,3 0 1,1 1-1,3 1 1,3 0-1,2 0 1,2 1-1,2 7-301,2-48 15,0-1 0,1 0-1,0 0 1,1 0 0,0 0 0,1 0-1,0 0 1,1-1 0,1 0 0,0 0-1,1-1 1,5 8-15,-6-11 6,0-1-1,0 0 1,1 0-1,0-1 1,0 0 0,0 0-1,1 0 1,0-1-1,0-1 1,1 1 0,-1-1-1,1 0 1,0-1-1,0 0 1,0-1-1,1 0 1,-1 0 0,1-1-6,0 1 17,1-1 1,0 0-1,0-1 0,0 0 1,0-1-1,-1 0 1,1-1-1,0 0 1,0 0-1,-1-1 0,0-1 1,0 0-1,0 0 1,0-1-1,0 0 1,-1-1-1,0 0 1,0 0-1,-1-1 0,1 0 1,-2-1-1,1 0 1,-1 0-1,0 0 1,-1-1-1,0 0 0,0-1-17,4-7 43,-1-1 0,-1 0 0,0 0 0,-2-1 0,0 0 0,-1 0 0,-1-1-1,-1 0 1,0 1 0,-2-1 0,0 0 0,-1 0 0,-1 0 0,-2-7-43,2 22 2,1 0 1,-1 0-1,0 0 1,0 0-1,-1 1 1,0-1-1,0 0 1,0 1-1,0-1 1,0 1-1,-1 0 1,0 0-1,0 0 1,0 0-1,-1 0 1,1 1-1,-1-1 1,0 1-3,-3-2 5,0 1 0,0 0 1,0 0-1,0 1 0,-1 0 0,1 0 1,-1 0-1,0 1 0,0 1 1,-7-2-6,-3 2 6,-1 0 1,1 0 0,-1 2 0,1 1 0,-1 0 0,1 1 0,0 1 0,0 0 0,-12 6-7,-70 34-8,96-43 5,23-3 11,0 0-1,1-1 1,-1-1 0,0-1 0,5-2-8,64-13-27,-64 17 25,0 1 1,1 1-1,-1 1 1,7 2 1,-22-2-4,-1 1 1,-1 1 0,1-1 0,0 1 0,0 1 0,-1 0-1,1 0 1,-1 0 0,0 1 0,0 0 0,0 0 0,0 1-1,-1 0 1,5 4 3,1 5 0,1 1 0,-2 1 0,0 0 0,-1 1 0,0 0 0,-2 0 0,0 1 0,-1 0-1,-1 1 1,0-1 0,-1 1 0,-2 0 0,0 1 0,-1-1 0,0 10 0,-2-28 51,0-16 263,-10-73-62,6 58-78,0 1 0,1-25-174,3 47 12,0 0 1,1 0-1,0-1 0,0 1 0,0 0 1,1 0-1,0 0 0,1 0 0,-1 0 0,1 1 1,1-1-1,-1 1 0,3-3-12,2-2-91,1 1 1,1-1-1,0 1 0,0 1 0,1 0 0,0 1 1,0 0-1,1 0 0,7-2 91,47-18-4888,7 7-7812,-43 15 6219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4:50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 1776,'0'0'2074,"0"0"2721,0 0-66,0 0-890,0 0-1125,0 0-824,-18 3-835,6-1-918,5-1-78,0 0 1,0 0-1,1 0 1,-1 1 0,0 0-1,1 0 1,-1 1-1,1 0 1,0 0 0,0 0-1,0 1 1,0 0-1,1 0 1,-1 1-1,1-1 1,0 1 0,1 0-1,-2 2-59,-7 13 140,1 1 0,0 1 0,2 0 0,0 0 0,2 1 0,0 0 0,2 0 0,1 1 0,0 0 0,2 0 0,0 0 0,2 0 1,1 3-141,0-22 4,1-1 1,-1 1 0,1 0-1,0 0 1,0 0 0,0-1-1,1 1 1,0-1 0,-1 1-1,2-1 1,-1 0 0,0 1 0,1-1-1,0-1 1,0 1 0,0 0-1,2 1-4,1 0 6,0 0 0,1-1 0,-1 0 0,1 0 0,-1 0 0,1-1 0,0 0 0,1 0 0,-1-1 0,5 1-6,9 1 5,-1-1-1,0-1 0,1-1 1,-1 0-1,1-2 1,-1 0-1,1-2 0,0 0-4,-13 1-5,0 1 0,-1-1 0,1-1 0,-1 0 0,1 0 0,-1 0 1,0-1-1,-1 0 0,1 0 0,-1 0 0,1-1 0,-1 0 0,0-1 0,1-2 5,0 0-11,0-1 1,-1 0-1,0-1 1,0 0-1,-1 0 1,-1 0-1,1 0 1,-2-1-1,2-4 11,3-24-12,-2 1-1,-1-1 1,-2 0-1,-2 0 1,-2-8 12,1 31 10,0-67 328,0 72 128,0 52-344,5 60 118,4 0-1,19 80-239,-14-99 116,-14-75-96,0-67 67,-2 19-60,2 0-1,3 0 0,0 0 0,3-2-26,-3 31 3,-1 1 0,1-1 0,1 1 0,0 0-1,1 1 1,0-1 0,0 1 0,1 0-1,1 0 1,-1 0 0,2 1 0,-1 0 0,1 1-1,1-1 1,-1 2 0,5-4-3,-9 8 1,1 0 0,0 0 0,-1 0 0,1 0 0,0 1 1,1 0-1,-1 0 0,0 0 0,0 1 0,1 0 0,-1 0 0,1 0 0,-1 1 1,1-1-1,-1 1 0,1 1 0,0-1 0,-1 1 0,1 0 0,-1 0 0,4 2-1,-2-1 9,0 2 1,0-1-1,0 1 0,-1 0 0,0 0 0,0 0 0,0 1 0,0 0 0,-1 0 0,0 1 0,0 0 1,0-1-1,-1 2 0,1-1 0,0 3-9,2 5 80,0 0 1,-1 1-1,0 0 1,-1 0-1,-1 0 1,0 0-1,0 12-80,2 40-852,-5 2-4387,-1-67-2844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4:50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14779,'0'0'5585,"0"0"-4736,0 0 1239,0 0-760,0 0-432,0 167-495,0-134-233,7-3-136,-7-10-32,0-14-769,0-6-1575,-3 0-4810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4:51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3777,'0'0'14691,"0"0"-12115,0 0-119,0 0-1129,0 0-912,0 0-416,0 0-432,132-86-1312,-66 92-3809,-9-6-5882</inkml:trace>
  <inkml:trace contextRef="#ctx0" brushRef="#br0" timeOffset="0.99">729 0 14619,'0'0'5341,"0"0"-3020,0 0-1033,0 0-242,5 40 2,2 8-755,10 71 801,-4 22-1094,-10 21 543,-3-86-851,3-1-1,8 39 309,-7-159-12078,-4 11-708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4:51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1 317 864,'0'0'14781,"0"0"-9740,0 0-3132,0 0-902,28-16-647,-1 0-301,-5 2-47,1 1-1,0 1 1,1 2-1,0 0 0,1 1 1,0 1-1,2 1-11,9 0 2,0 2 1,0 1-1,0 2 0,27 2-2,-57 0 1,0 1-1,1-1 0,-1 1 0,0 1 0,0-1 0,0 1 0,0 1 0,0-1 0,0 1 0,0 0 0,-1 0 1,0 0-1,1 1 0,-1 0 0,4 3 0,4 8 76,1 0 1,-2 0-1,0 1 1,4 7-77,-4-4 124,1-1 0,1 0 1,8 7-125,-17-20 23,0-1 0,1 1-1,-1-1 1,1 0 0,0 0 0,0-1 0,1 1 0,-1-1 0,0-1-1,1 1 1,0-1 0,0-1 0,0 1-23,10 1 43,0-2-1,0 0 1,0-1 0,-1 0-1,1-1 1,0-1 0,0-1-1,-1-1 1,1 0 0,-1-1 0,0 0-1,-1-2 1,1 1 0,-1-2-1,8-5-42,-12 6 44,-1 0-1,1-1 1,-1 0 0,-1-1-1,1 0 1,-2 0 0,1-1-1,-1 0 1,-1 0-1,0-1 1,0 0 0,-1 0-1,0-1 1,-1 0-1,-1 0 1,0 0 0,0 0-1,-1-1 1,-1 1-1,1-9-43,-1 11 2,-1 1 0,-1-1 0,0 0 0,0 1 0,-1-1 0,0 0 0,0 1 0,-1-1 0,-2-3-2,2 10-39,0-1 1,0 1 0,0 0-1,-1 0 1,0 0-1,1 0 1,-1 0 0,0 0-1,0 1 1,-1-1-1,1 1 1,0 0-1,-1 0 1,1 0 0,-1 0-1,0 1 1,0-1-1,0 1 1,1 0 0,-1 1-1,0-1 1,0 0-1,0 1 1,0 0-1,-3 0 39,-71-3-5215,-51 5 5215,32 6-7767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4:51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4 297 6009,'0'0'7539,"0"0"-4331,0 0-1360,0 0-498,0 0-313,0 0 123,-1 32-25,-1-5-790,2 1 0,0-1 0,5 23-345,-5-46 55,1 0-1,0 0 1,1-1 0,-1 1-1,1 0 1,0 0-1,0-1 1,0 1 0,0-1-1,1 1 1,-1-1 0,1 0-1,0 0 1,0 0-1,0-1 1,0 1 0,0-1-1,4 3-54,2-1 158,0 0 0,0 0 1,1 0-1,0-1 0,9 1-158,-15-3 47,13 4 99,0-2-1,0 0 1,0-1 0,0-1 0,1-1 0,-1 0 0,0-1 0,0-1 0,0-1 0,0 0 0,0-1 0,9-4-146,-15 4 91,-1 0 1,0-1 0,0-1-1,0 0 1,-1 0 0,0-1-1,0 0 1,-1 0 0,0-1-1,0 0 1,-1-1 0,0 0-1,0 0 1,-1 0 0,0-1-1,0 0 1,-2 0 0,1 0-1,2-9-91,-2 5 116,-1-1 0,0 0 0,-1 0 0,-1 0 0,0-1 0,-1 1 0,0-1 0,-2 1 0,0 0 0,-1-4-116,1 9 34,-1 1 0,-1 0 0,1 0 0,-2-1 1,1 2-1,-1-1 0,0 0 0,-1 1 1,0 0-1,0 0 0,-1 0 0,0 1 1,-1 0-1,1 0 0,-1 0 0,-7-4-34,2 3-40,1 0 0,-1 1 0,0 0 0,-1 1 0,0 0 0,0 1-1,0 1 1,0 0 0,-1 1 0,1 0 0,-10 0 40,16 2-174,1 1 0,-1 0-1,0 0 1,0 0 0,1 1 0,-1 0 0,0 1-1,1-1 1,-1 1 0,1 0 0,-1 1 0,1 0-1,0 0 1,0 0 0,0 0 0,1 1-1,-1 0 1,1 1 0,0-1 0,0 1 0,0 0-1,1 0 1,0 0 0,-2 3 174,0 2-614,0 0 0,1 0 1,1 0-1,0 1 0,0 0 0,1-1 0,0 1 0,1 1 614,-5 55-9251,6-28-2794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4:52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4545,'81'144'7019,"-80"-142"-6869,1 0 1,-1 1 0,0-1 0,0 1-1,0-1 1,0 1 0,-1-1-1,1 1 1,-1 0 0,1-1-1,-1 1 1,0 0 0,0-1-1,0 1 1,0 0 0,-1-1-1,1 1 1,-1 0 0,0-1 0,1 1-1,-1-1 1,0 1 0,0-1-1,-1 1 1,1-1 0,-1 0-1,1 0 1,-1 0 0,1 0-1,-1 1-150,-8 11 906,0 9-191,2 0 0,1 2 0,0-1 0,2 0-1,1 1 1,1 0 0,1 0 0,1 0 0,1 0-1,1 0 1,5 21-715,-5-37 79,1 0-1,0 0 1,1-1 0,0 1-1,1-1 1,0 0-1,0 0 1,0 0 0,1 0-1,0-1 1,1 0-1,0 0 1,0 0-1,0-1 1,1 0 0,0 0-1,0-1 1,0 0-1,1 0 1,0 0-1,0-1 1,0 0 0,0-1-1,1 0 1,-1 0-1,6 0-78,14 4 121,-1-2-1,1-1 0,0-1 1,0-2-1,0 0 1,0-2-1,-1-1 0,4-2-120,-11 1 45,0-1-1,0 0 0,0-2 1,-1 0-1,0-1 0,0-1 1,0-1-1,1-2-44,-11 6 29,0-1 1,0 0-1,0-1 0,-1 0 0,0 0 0,0 0 0,-1-1 0,1-1 1,-2 1-1,1-1 0,-2 0 0,1 0 0,-1-1 0,0 0 1,-1 0-1,0-1-29,2-13 61,-2 1 0,0-1 0,-2 0 1,0 0-1,-2 0 0,-1 0 0,-1 0 0,0 0 0,-2 1 1,-1-1-1,-1 1 0,-1 0 0,-1 0 0,-1 1 1,0 0-1,-2 1 0,-9-14-61,14 25-22,-1 1 0,0-1 0,0 2 0,-1-1 0,0 1 1,0 0-1,-1 0 0,0 1 22,3 3-89,0 0 0,0 1 0,0 0 0,-1 0 0,1 1-1,-1 0 1,1 0 0,-1 0 0,0 1 0,0 0 0,0 0 0,1 1 0,-1 0 0,0 0 0,-2 1 89,-16 3-673,1 0-1,0 2 1,0 1-1,1 0 1,-1 2-1,2 1 1,-1 1-1,-6 5 674,-72 47-7347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11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1792,'0'0'7394,"0"0"-6474,0 0-920,0 0-48,0 0-1168,0 0-857,0 0-3216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1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23 9690,'0'0'6946,"0"0"-4842,-2 40-1222,1-9-632,-6 269 2316,10-175-1595,6-1 0,4 1 0,21 73-971,-28-175 73,-3-20 111,-2-37 47,-1 27-250,-8-184 59,2 100-14,3 0-1,5-7-25,0 70 3,1 1 0,1 0 0,2-1-1,0 2 1,2-1 0,1 1 0,1 0 0,12-21-3,-6 17-26,2 1 1,1 1-1,16-19 26,-29 39-7,0 1-1,1 0 0,0 0 1,0 0-1,0 1 1,1 1-1,0-1 0,0 1 1,0 0-1,1 1 1,-1 0-1,1 0 0,0 1 1,9-2 7,-17 5-4,0-1 0,0 1 0,0 0 0,0 0 0,0 0 0,-1 0 0,1 1 0,0-1 1,0 0-1,0 0 0,0 0 0,0 1 0,0-1 0,-1 0 0,1 1 0,0-1 0,0 1 0,-1-1 0,1 1 0,0-1 1,-1 1-1,1 0 0,0-1 0,-1 1 0,1 0 0,-1-1 0,1 2 4,7 28-46,-11 35 30,-2-46 25,0 1-1,-1-1 1,0 0 0,-2-1-1,0 0 1,-2 0 0,0-1-1,0 0 1,-10 11-9,-21 24 40,-1-2 0,-17 12-40,7-8 21,62-62-6,0 1 0,0 1 0,0-1 0,1 1 0,0 1 0,1 0-15,12-6 10,-7 2-15,1 1 0,0 0 1,0 2-1,1 0 1,0 1-1,0 1 1,0 1-1,1 1 1,-1 0-1,9 1 5,-21 1-2,1 1 0,-1-1 0,0 1 1,1 0-1,-1 1 0,0 0 0,0 0 0,0 1 0,0-1 0,-1 1 0,1 1 0,-1-1 0,0 1 1,0 1-1,0-1 0,0 1 0,-1 0 0,1 0 0,-1 0 0,-1 1 0,1 0 0,-1 0 0,0 0 0,0 0 1,-1 1-1,0-1 0,0 1 0,1 5 2,-1-4 22,-1 0 0,0 0 0,0 0 0,-1 0 0,0 0 0,0 0 0,-1 1 0,0-1 0,0 0 0,-1 0 0,0 0 0,-1 0 0,0 0 0,0 0 0,-1 0 0,0 0 0,0-1 0,0 0 0,-1 1 0,-1-1 0,1 0 0,-1-1 0,0 1 0,0-1 0,-1 0 0,0 0 0,0-1 0,0 0 0,-1 0 0,-4 3-22,-16 9 27,0 0 0,-1-2 0,-1 0 0,0-2-1,-1-2 1,-1 0 0,1-3 0,-1 0 0,-1-2 0,1-1 0,-1-1 0,-2-2-27,33-2-16,1 0 0,0 0 0,0 0 0,0-1 1,-1 1-1,1 0 0,0 0 0,0 0 0,0 0 0,0 0 1,-1-1-1,1 1 0,0 0 0,0 0 0,0 0 0,0-1 0,0 1 1,0 0-1,-1 0 0,1 0 0,0-1 0,0 1 0,0 0 1,0 0-1,0-1 0,0 1 0,0 0 0,0 0 0,0-1 1,0 1-1,0 0 0,0 0 0,0-1 0,0 1 0,0 0 1,1 0-1,-1 0 0,0-1 0,0 1 0,0 0 0,0 0 1,0 0-1,0-1 0,1 1 0,-1 0 0,0 0 0,0 0 1,0 0-1,0-1 0,1 1 16,8-13-547,6 2-200,1 0 0,0 1-1,1 0 1,0 2 0,1 0 0,13-4 747,14-7-1656,76-35-4149,1 6-4161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1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523 17 14875,'0'0'4184,"-39"-4"-1844,-133-8-535,159 11-1685,1 1 0,-1 1 1,1-1-1,0 2 0,-1 0 0,1 0 1,0 2-1,0-1 0,0 1 1,1 1-1,0 0 0,-1 0 1,2 2-1,-1-1 0,1 1 0,0 1 1,0-1-1,-7 9-120,8-5 69,0 0 0,1 0 1,0 1-1,0 0 0,2 0 0,-1 1 0,2 0 1,-1 0-1,2 1 0,0-1 0,0 1 0,2 0 0,-1 0 1,1 8-70,1-15 6,1 0 0,-1-1 1,1 1-1,0 0 1,1 0-1,0 0 1,0-1-1,0 1 0,1-1 1,0 1-1,0-1 1,0 1-1,1-1 0,0 0 1,1 0-1,-1 0 1,1-1-1,0 1 1,0-1-1,1 0 0,-1 0 1,1 0-1,1-1 1,-1 0-1,0 0 0,1 0 1,0-1-1,0 1 1,0-1-1,0-1 1,1 1-1,4 0-6,14 4-16,0-1-1,1-1 1,-1-1 0,1-2 0,0 0-1,-1-2 1,1-1 0,0-1-1,23-4 17,-41 4-18,0 0-1,0 0 1,0-1-1,0 0 1,-1 0-1,1-1 0,-1 1 1,1-2-1,-1 1 1,-1-1-1,1 0 1,-1-1-1,0 1 1,0-1-1,0-1 1,-1 1-1,0-1 0,0 0 1,-1 0-1,3-6 19,0-3 164,-1 0 0,-1-1 0,0 0-1,-1 1 1,-1-1 0,0-1 0,-2 1-1,0 0 1,-1-10-164,-2 144 547,2 87 224,2-167-682,2-1 0,2 0 1,1 0-1,6 19-89,-11-48-71,0 0 1,0 1-1,1-1 0,0 0 0,0 0 0,1 0 1,0-1-1,0 1 0,0-1 0,1 0 0,2 2 71,-7-8-57,1 1-1,-1-1 1,0 0-1,1 0 1,-1 1-1,1-1 0,-1 0 1,0 0-1,1 0 1,-1 1-1,1-1 1,-1 0-1,1 0 1,-1 0-1,1 0 0,-1 0 1,1 0-1,-1 0 1,1 0-1,-1 0 1,1 0-1,-1 0 1,0-1-1,1 1 0,-1 0 1,1 0-1,-1 0 1,1-1-1,-1 1 1,0 0-1,1 0 0,-1-1 1,0 1-1,1 0 1,-1-1-1,0 1 1,1 0-1,-1-1 1,0 1-1,1-1 0,-1 1 1,0 0-1,0-1 1,0 1-1,1-1 1,-1 1-1,0-1 0,0 1 1,0-1-1,0 1 1,0-1 57,5-26-3922,-5 25 3160,3-33-12180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22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11586,'0'0'2296,"0"0"-487,0 0-512,0 0-568,3 28 263,24 173 997,-16-126-855,-4 0 0,-2 21-1134,-5-146 634,3 1-1,6-38-633,-5 67-6,0-1-1,1 1 1,1-1-1,1 2 1,1-1-1,0 1 1,2 0-1,0 1 1,1-1 6,4-1-6,0-1 0,2 2 0,0 0 0,15-11 6,-25 23-9,1 0 0,1 1 1,-1 0-1,1 0 0,0 1 0,0 0 1,1 1-1,-1 0 0,1 1 0,0 0 1,0 0-1,0 1 0,0 0 9,-7 2-2,1 0 1,-1 0-1,0 1 0,0-1 1,0 1-1,0 0 0,0 0 0,0 0 1,0 0-1,0 0 0,-1 1 1,1-1-1,0 1 0,-1 0 0,1 0 1,-1 0-1,1 0 0,-1 0 0,0 1 1,0-1-1,0 1 0,0-1 1,-1 1-1,1-1 0,-1 1 0,1 0 1,-1 0-1,0 0 0,0 1 2,6 15-11,-1-1 0,-1 1 0,-1 0 0,1 8 11,-2-10-2,8 60-10,-4 0 0,-2 16 12,-1-14-69,-4-73-225,1 0 0,-1-1 1,1 1-1,1 0 0,-1 0 1,1-1-1,0 1 0,0-1 1,0 1-1,1-1 0,0 0 1,0 0-1,0 0 1,1-1-1,-1 1 0,1-1 1,4 4 293,-2-4-595,0 1 0,0-2 1,0 1-1,0-1 1,1 0-1,0 0 1,-1-1-1,1 0 1,0 0-1,0-1 0,0 1 1,0-2-1,5 1 595,51 1-5736,-3-2 530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22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10506,'0'0'3897,"0"0"-2745,0 0 561,0 0-457,0 0-584,175 0-480,-132 6-72,0 0-120,-10 0-392,-10-3-1704,-13 0-4578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23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10418,'0'0'4785,"0"0"-2712,0 0 207,0 0-1024,0 0-887,0 0-249,192-71-120,-106 41-289,-17 3-1031,-16 1-3097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23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51 11386,'0'0'2248,"0"0"-233,0 0 417,0 0-827,0 0-593,0 0-276,29-11-152,-29 11-584,39-14 516,39-9-516,-76 23 16,0-1 0,0 1 0,0-1 0,0 1 0,0 0 0,0 0 0,0 0 0,0 0 0,0 0 0,0 1 0,0-1 0,0 0 0,-1 1 0,1 0 0,0-1 0,0 1-1,0 0 1,-1 0 0,1 0 0,0 0 0,-1 0 0,1 0 0,-1 1 0,1-1 0,-1 0 0,0 1 0,1-1 0,-1 1 0,0 0 0,0-1 0,0 1 0,0 0 0,-1 0 0,1-1 0,0 1 0,-1 0 0,1 0 0,-1 0 0,1 0 0,-1 0 0,0 0-1,0 0 1,0 0-16,2 6 74,2 13 68,-1 1 0,-1-1-1,-1 1 1,-1 0 0,-1 7-142,0 14 109,-1-16-85,-1-1 0,-2 0 1,0 0-1,-2-1 0,0 1 0,-2-1 1,-1-1-1,-1 0 0,-1 0 0,-1-1 1,-8 10-25,18-29 49,0 0-1,-1 0 1,1 0 0,0-1 0,-1 1 0,0-1 0,0 0 0,0 0 0,0 0 0,-1-1 0,1 1 0,-1-1 0,1 0 0,-1-1 0,0 1 0,1-1 0,-1 0 0,0 0 0,0 0 0,0-1 0,0 1 0,0-1 0,0 0 0,0-1 0,0 0 0,0 1 0,0-1-1,0-1 1,-3 0-49,3 0 43,0 1-1,0-1 1,0 0-1,0-1 1,1 1-1,-1-1 1,1 1-1,0-1 1,0-1-1,0 1 1,0-1-1,0 1 1,1-1-1,0 0 1,-1 0-1,1-1 1,1 1-1,-1-1 1,1 1-1,0-1 1,0 0-1,0 0 1,0 0-1,1 0 1,0 0-1,0 0 1,1 0-1,-1-1-42,1 4 5,0 0-1,0 0 0,1 1 0,-1-1 0,1 0 0,-1 1 1,1-1-1,-1 1 0,1-1 0,0 0 0,0 1 0,0-1 1,0 1-1,0 0 0,0-1 0,0 1 0,0 0 0,0 0 1,1 0-1,-1-1 0,1 1 0,-1 1 0,0-1 0,1 0 1,0 0-1,-1 0 0,1 1 0,-1-1 0,1 1 0,0 0 1,-1-1-1,2 1-4,8-2 7,0 1 1,0 0 0,0 1-1,10 0-7,-6 0 6,3 1-9,-1 1-1,1 0 1,-1 1 0,0 0 0,1 2 0,10 4 3,97 45 111,-82-34 12,0-2-1,19 5-122,-59-22-106,0 0-1,0 0 1,0-1-1,1 1 1,-1-1-1,0 0 1,0 1-1,0-2 1,1 1 0,-1 0-1,0 0 1,0-1-1,0 0 1,0 0-1,0 0 1,0 0-1,0 0 1,0 0-1,0-1 1,0 0-1,-1 1 1,1-1-1,0-1 107,4-3-1282,0-2 0,-1 1-1,0-1 1,-1 0 0,1 0-1,2-7 1283,3-3-3397,10-16-6461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23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3137,'0'0'9287,"0"0"-4563,0 0-2256,0 0-891,0 0-759,0 0-532,-2 11 28,-7 41 386,2 0 0,3 1 0,2-1 0,4 45-700,-1-92 33,-1 0 0,1 0 1,0 1-1,0-1 0,1 0 0,-1 0 1,1 0-1,0 0 0,1 0 1,-1-1-1,1 1 0,0-1 1,0 0-1,0 1 0,1-1 0,-1-1 1,1 1-1,0 0 0,0-1 1,1 0-1,-1 0 0,1 0 0,-1 0 1,1-1-1,0 0 0,0 0 1,0 0-1,0-1 0,0 1 0,0-1 1,0-1-1,3 1-33,4 1 48,0-1 1,0-1-1,1 0 0,-1-1 1,0 0-1,0 0 0,0-2 1,0 1-1,0-2 0,-1 1 1,1-2-1,-1 1 0,11-7-48,-13 6 56,0 0-1,0-1 0,0 0 0,-1-1 0,0 1 0,0-2 0,-1 1 0,1-1 0,-2 0 1,1 0-1,-1-1 0,-1 0 0,1 0 0,-1-1 0,-1 1 0,0-1 0,0 0 0,-1 0 0,0 0 1,-1-1-1,0 1 0,-1 0 0,0-1 0,-1 0 0,0 1 0,0-1 0,-1 1 0,-1-4-55,1 7 11,-1 1 0,0-1 0,0 1-1,0 0 1,-1 0 0,0 0-1,0 0 1,-1 0 0,1 0 0,-1 1-1,-1 0 1,1 0 0,-1 0-1,1 0 1,-1 1 0,-1-1-1,1 1 1,-1 1 0,1-1 0,-1 1-1,0 0 1,0 0 0,-1 1-1,1 0 1,0 0 0,-5-1-11,-11-2-196,0 0 0,0 1 0,-1 2 1,1 0-1,-1 1 0,0 2 0,-8 1 196,5 1-713,1 2 0,1 1-1,-1 1 1,1 1 0,0 1 0,1 1-1,0 1 1,-21 14 713,-1-1-3178,-45 23-7259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29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445 313 2777,'0'0'7264,"0"0"-4078,0 0-1355,0 0-20,0 0-500,-8-5-207,-66-40 2778,65 34 30,-8-10-4210,10 17 292,0 1-1,0 0 0,0 1 0,0 0 0,-1 0 0,1 0 0,-1 1 0,1 0 1,-1 1-1,-2 0 7,-6-1-17,1 2 1,0 0-1,0 1 1,-11 2 16,18-2-3,1 0 1,0 1 0,0-1-1,0 1 1,0 1 0,0-1-1,1 1 1,-1 0 0,1 1-1,0 0 1,1 0 0,-1 0-1,1 0 1,-2 3 2,0 1-5,1 1 1,0 0 0,0 0-1,1 0 1,0 1 0,1 0-1,0 0 1,-2 11 4,-2 19-16,3 1 0,1 0 1,2 0-1,3 35 16,-1-36-9,0-27 9,0 1-1,2-1 1,-1 0 0,2 0 0,0 0 0,0 0 0,2 0 0,2 6 0,-5-14 0,1-1 0,0 1 0,1-1 1,-1 1-1,1-1 0,0 0 0,0 0 1,0-1-1,1 1 0,0-1 0,0 0 1,0 0-1,0-1 0,1 0 0,-1 0 1,1 0-1,0 0 0,0-1 0,0 0 1,3 1-1,5 0-21,0 0 0,0 0-1,1-2 1,-1 0 0,1 0 0,0-2 0,-1 0 0,1 0 0,-1-1 0,6-2 21,-13 2-12,1 0 0,-1-1 0,0 1-1,0-2 1,0 1 0,-1-1 0,1 0 0,-1 0 0,0 0 0,0-1-1,0 0 1,0-1 0,-1 1 0,0-1 0,0 0 0,-1 0 0,0-1-1,0 1 1,0-1 0,1-2 12,3-16-5,-2 1 0,0-1 0,-1 0 0,-2-1 0,0 1 0,-2-1 0,-1 1 0,-2-15 5,2 2-4,-2 9 3,-1-1 0,-2 1-1,0-1 1,-2 2 0,-4-8 1,2 7 8,2 0 0,1 0 0,1-1 0,1 1 0,2-9-8,0-8 37,0 33-3,1-1 1,1 1-1,0-1 0,1 1 0,1-1 0,0-3-34,4 40-68,-8 77 33,0-44-28,1-1-1,4 0 0,1 0 1,8 30 63,-12-82-147,1 0 0,0 0-1,0 0 1,0 0 0,0 0 0,1 0 0,-1 0-1,1 0 1,0 0 0,0-1 0,0 1 0,2 1 147,-3-2-487,1-1 0,0 1 0,0-1 0,0 0 0,0 0 1,0 0-1,0 0 0,1 0 0,-1 0 0,0 0 0,3 0 487,17 0-7543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29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4689,'0'0'1674,"0"0"2296,0 0-1619,0 0-1051,0 0-497,0 0-343,0 4-1,0 7 857,1-1 0,0 0 0,1 1 0,-1-1 0,3 3-1316,7 17 3,23 30 1019,3-2 0,9 8-1022,-20-32 40,-2 1 1,-2 1-1,-1 1 1,-1 0-1,-3 2 1,-1 0-1,2 11-40,-8-5 98,-2 0 0,-1 1 0,-1 40-98,-5 140 207,-3-104-111,1-53-43,-3 0-1,-3-1 0,-10 41-52,9-71 218,-1-1 1,-2-1-1,-2 0 1,-1 0-1,-2-1 1,-2-1-1,-6 9-218,22-41 39,1 1-1,-1-1 1,0 0-1,0 0 1,0 1-1,0-1 1,0-1-1,0 1 1,0 0-1,-1 0 1,1-1-1,-1 0 1,1 1-1,-1-1 1,1 0-1,-1 0 1,0 0-1,0-1 1,0 1-1,1-1 1,-1 1-1,0-1 1,-2 0-39,4 0-154,1 0-378,-10 0-5229,4 0-606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41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10242,'0'0'3865,"0"0"-2921,0 0 673,0 0-1105,0 0-400,0 0-16,0 0-96,195-6 0,-165 6-104,-7 0-416,-3 0-937,-10 6-1439,0 3-3266,-10-3 1009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42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4745,'0'0'8010,"0"0"-6722,0 0-360,0 0-224,0 0-480,208-9-224,-138 9-976,-17 0-4841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42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12395,'0'0'4169,"0"0"-3073,0 0 584,0 0-1144,0 0-312,169-21-216,-136 21-8,-10 0-504,-6 9-752,-7 9-737,-7-3-2175,-3-7-3346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43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6769,'0'0'9146,"0"0"-6929,0 0-153,0 0-799,0 0-745,0 0-520,212 21-608,-126-9-1713,-10 3-4664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1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8410,'0'0'6845,"0"0"-2376,0 0-2052,0 0-744,0 0-828,0 0-513,-1 39-62,-14 267 592,4-134-1365,8 70 503,18-270-2638,9-34-2085,-7 14-1396,3-10-5381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14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3289,'0'0'8879,"0"0"-5536,38-10-1409,125-29-383,-123 31-1197,2 1-1,-1 2 1,0 2-1,1 2 0,4 2-353,3-1 79,-50 0-61,1 0 0,0 0 1,0 0-1,0 0 1,0 0-1,-1 0 0,1 0 1,0 0-1,0 0 0,0-1 1,0 1-1,0 0 0,0 0 1,0 0-1,-1 0 0,1 0 1,0-1-1,0 1 0,0 0 1,0 0-1,0 0 1,0 0-1,0-1 0,0 1 1,0 0-1,0 0 0,0 0 1,0 0-1,0-1 0,0 1 1,0 0-1,0 0 0,0 0 1,0 0-1,0-1 0,0 1 1,0 0-1,0 0 1,0 0-1,0 0 0,0-1 1,1 1-1,-1 0 0,0 0 1,0 0-1,0 0 0,0 0 1,0 0-1,0-1 0,1 1 1,-1 0-1,0 0 0,0 0 1,0 0-1,0 0 1,0 0-1,1 0 0,-1 0 1,0 0-1,0 0 0,0 0 1,1 0-19,-17-10 685,-2 6-645,-1 0 1,1 1-1,0 1 1,-1 1-1,1 0 1,-1 1-1,1 2 0,-1 0 1,1 0-1,-1 2 1,1 0-1,1 1 1,-1 1-1,1 1 1,-1 0-41,1 4 49,0 1 0,0 0 0,1 1 0,1 1 0,0 0 0,1 1 0,-5 7-49,12-13 16,0 0 0,1 0 0,0 1 0,0 0 0,1 0 0,0 0 0,1 1 0,0-1 0,1 1 0,0 0 0,1 0 0,0 1-1,1-1 1,0 2-16,1-12 2,0 0 0,1 0 0,-1 0-1,1 0 1,-1 0 0,1 0 0,0 0-1,-1 0 1,1 0 0,0 0 0,0 0-1,-1 0 1,1 0 0,0-1-1,0 1 1,0 0 0,0-1 0,0 1-1,0-1 1,0 1 0,0-1 0,0 1-1,1-1 1,-1 0 0,0 1 0,0-1-1,0 0 1,0 0 0,1 0 0,-1 0-1,1 0-1,50 2 49,-36-2-42,23 0 0,1 2 0,-1 2 0,0 1 0,0 2 0,9 5-7,-37-9 1,-1 0 1,1 2-1,-1-1 0,0 1 0,-1 0 0,1 1 0,-1 0 0,0 1 0,0 0 0,-1 0 0,0 1 0,-1 0 0,1 0 0,-1 1 0,-1 0 0,0 0 0,0 1 0,-1-1 0,0 1 0,0 0 0,-1 2-1,2 9-2,-2-1-1,0 1 1,-2 0-1,0 0 1,-1 0-1,-2 19 3,1-22 26,0-15 22,0 1 0,0-1 0,0 0 0,-1 1 0,0-1 0,1 0 0,-1 1 0,-1-1 0,1 0 1,0 0-1,-1 0 0,1 0 0,-1 0 0,0 0 0,0-1 0,0 1 0,0 0 0,-1-1 0,1 0 0,-1 1 0,1-1 0,-1 0 0,0 0 1,0-1-1,0 1 0,0-1 0,0 1 0,0-1 0,-1 0 0,1 0 0,-3 0-48,-12 3 119,0-2-1,-1 0 0,1 0 1,0-2-1,-11-1-118,2 0-6,6-1 27,1-1-1,0-1 0,0-1 1,0 0-1,1-2 1,0 0-1,0-1 0,0-1 1,1-1-1,-4-4-20,-55-24-919,75 36 716,-11-4-3965,8-7-6312,4 6 482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1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 6185,'0'0'6040,"0"0"-3515,-6 38-863,2-18-1378,-9 65 1237,-5-1 0,-11 26-1521,2-24 800,5-19-148,2 1 0,4 0 0,-7 64-652,20-101 128,4-40 73,4-51-40,1-12-75,3 0 0,3 1 0,4 1 0,8-19-86,-17 65 75,2 1-1,0-1 1,2 2 0,0 0 0,2 0-1,0 1 1,1 0 0,1 1 0,1 1-1,1 0 1,1 2 0,0 0 0,1 1 0,4-2-75,-17 14 41,0 0 1,1 1 0,-1 0 0,1 0 0,0 0 0,-1 1 0,1 0 0,0 0 0,1 1 0,-1-1 0,5 1-42,-8 1 14,0 0 0,0 0 0,0 1 0,1-1 1,-1 1-1,0 0 0,0 0 0,0 0 1,0 1-1,0-1 0,0 1 0,-1 0 0,1 0 1,0 1-1,-1-1 0,0 1 0,1-1 1,-1 1-1,0 0 0,1 2-14,12 16 122,-1 0 1,0 2-1,-2 0 1,-1 0-1,0 1 1,-1 4-123,21 58 367,-1 14-367,-5-17 60,9 14-60,-15-52-151,14 33 1,-25-27-4246,-12-56 467,-6-4 2159,3 4-28,-16-20-6137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15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7826,'0'0'5329,"0"0"-2681,0 0-898,40-12-190,137-34-315,-165 43-1142,0 1 0,1 1 1,-1 0-1,0 0 0,1 2 0,-1-1 1,1 2-1,-1 0 0,0 0 1,0 1-1,0 0 0,0 1 0,4 3-103,5 3 215,-1 2-1,-1 0 0,0 1 0,-1 1 1,10 10-215,-5-3 166,-1 1 0,0 1 0,-2 1 0,-1 1 0,-1 0 0,-1 2 0,-1 0 0,-1 0 0,-2 2 0,2 6-166,-6-17 124,-5-17 124,-3-28 125,-1 12-447,0-7 61,0 0 0,2 1 0,1-1 1,1 1-1,0 0 0,6-15 13,-6 25-74,0 1-1,1 0 1,0 0-1,1 0 1,-1 1-1,2 0 1,0 0 0,0 0-1,0 1 1,1 0-1,0 1 1,1 0-1,-1 0 1,3 0 74,1-1-214,1 1 1,0 0 0,0 1-1,1 0 1,0 1 0,0 1-1,10-2 214,17-1-596,-1 2-1,3 1 597,33-3-449,-75 7 450,-1 0 0,1 0 0,-1 0 0,0 0 0,1 0 0,-1 0 0,0 0-1,1 0 1,-1 0 0,0 0 0,1-1 0,-1 1 0,1 0 0,-1 0 0,0 0-1,0-1 1,1 1 0,-1 0 0,0 0 0,1-1 0,-1 1 0,0 0 0,0-1-1,1 1 1,-1 0 0,0-1 0,0 1 0,0 0 0,0-1 0,1 1 0,-1 0 0,0-1-1,0 1 1,0 0 0,0-1 0,0 1 0,0-1 0,0 1 0,0 0 0,0-1-1,0 1 1,0 0 0,0-1 0,0 1 0,0-1 0,-1 1 0,1 0 0,0-1-1,0 0 7,-1 1 0,1-1 0,-1 0 0,1 0 0,-1 0 0,0 1 0,1-1 0,-1 0 0,0 1 0,1-1 0,-1 1 0,0-1 0,0 1 0,0-1 0,0 1 0,1-1 0,-1 1 0,0 0 0,0-1 0,0 1 0,-1 0-7,-4-1 40,1 1 0,-1-1 0,1 1 0,-1 0 0,0 1 0,1 0 0,-1 0 0,1 0 0,-1 0 0,1 1 0,0 0 1,-1 0-1,1 0 0,0 1 0,0 0 0,0 0 0,-3 3-40,1 0 36,1 0 0,-1 1 0,1 0 0,1 0 0,0 0 1,0 1-1,0-1 0,1 1 0,0 0 0,-2 8-36,-2 5 80,2 1 0,1 0-1,0 0 1,2 0 0,0 0 0,2 1-1,0-1 1,3 22-80,-2-39 6,1 0 1,0 0-1,0 0 0,0 0 0,1-1 0,-1 1 1,1 0-1,0-1 0,1 1 0,-1-1 0,1 0 1,0 0-1,0 0 0,0 0 0,0 0 0,5 2-6,-2-1 14,1 0-1,0 0 1,0-1-1,0 0 1,1 0-1,0-1 1,-1 0-1,1 0 1,7 1-14,8 0-51,-1-1 1,1 0 0,0-2-1,-1-1 1,1 0 0,0-2-1,4-1 51,-19 2-85,0-1 0,0 1 0,-1-2 0,1 1 0,0-1 0,-1 0 0,0 0 0,0-1 0,0 0 0,0-1 0,0 1 0,-1-1-1,0-1 1,2-1 85,0-2-210,0 0-1,-1 0 0,-1-1 0,1 0 0,-2 0 0,1-1 1,-1 1-1,-1-1 0,1-4 211,3-9-134,-2 0 0,-1-1 0,-1 1 0,0-4 134,2-93 2892,-5 138-2205,0-1 1,2 1-1,3 12-687,3 13 283,23 235 1010,-39-362-1443,1 31 138,3-1-1,2 1 1,2-1-1,6-33 13,-5 80 19,0 0 0,0 0-1,1 0 1,0 0 0,0 1 0,1-1-1,0 1 1,1 0 0,-1 0 0,1 0-1,1 1 1,0-2-19,-4 6 3,0 0 1,1 0-1,-1 0 0,0 0 1,1 0-1,-1 1 0,1-1 1,-1 1-1,1-1 0,0 1 1,-1 0-1,1 0 0,0 1 0,0-1 1,0 0-1,0 1 0,0 0 1,0-1-1,0 1 0,0 1 1,-1-1-1,1 0 0,0 1 0,0-1 1,0 1-1,0 0 0,0 0 1,-1 0-1,1 0 0,0 0 1,-1 1-1,1-1 0,-1 1 1,1 0-1,-1 0 0,2 1-3,4 6 1,1 0-1,-1 0 1,-1 0-1,0 1 1,0 1-1,-1-1 0,0 1 1,-1 0-1,0 0 1,2 7-1,10 33 3,8 44-3,-14-51-5,-10-37 2,1 0 0,0 0 0,0 0 0,1 0 0,0 0 0,0 0 0,1 0 0,-1-1 0,1 0 0,1 1 3,-2-5-251,1 1 1,-1-1-1,1 0 1,-1 0-1,1 0 1,0 0 0,0 0-1,-1-1 1,1 0-1,0 0 1,0 0-1,1 0 1,-1-1-1,0 0 1,0 1-1,0-1 1,0-1 0,1 1 250,28 0-7986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16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347 488 15987,'0'0'4353,"0"0"-3641,0 0 1257,0 0-545,0 0-456,-3 182-447,3-149-233,0-13-280,0-8-8,-10-12-641,-3-3-615,-4-24-4113</inkml:trace>
  <inkml:trace contextRef="#ctx0" brushRef="#br0" timeOffset="1">0 54 11090,'0'0'7658,"0"0"-4945,0 0-921,0 0-1144,0 0-648,0 0-144,195-54-1664,-132 66-4786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16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0 6361,'0'0'13755,"0"0"-11690,0 0-1145,57 161 776,-41-69-543,-3 6-353,-6-2-416,-4-13-216,-3-15-120,0-11-48,0-18-280,0-13-752,-16-23-761,-11-3-3552,4 0-6666</inkml:trace>
  <inkml:trace contextRef="#ctx0" brushRef="#br0" timeOffset="1">1 554 12995,'0'0'5265,"0"0"-2320,0 0-401,0 0-1416,0 0-808,225-107-224,-119 92-96,13 6-416,56-3-1168,-26 6-1089,-20-3-4488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17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15 11739,'0'0'5569,"-30"1"-2647,7-1-2433,10 0-304,1-1-1,-1 2 1,0 0-1,1 0 1,-1 1 0,0 0-1,1 2 1,0-1 0,0 1-1,0 1 1,0 0-1,1 1 1,0 0 0,-4 3-185,7-2 110,1 0 0,0 0 0,0 0 0,0 1 0,1 0 1,0 0-1,1 1 0,0 0 0,0 0 0,1 0 0,0 0 0,1 1 0,0 0 1,0-1-1,1 1 0,0 0 0,1 7-110,0-12 28,1 1-1,0-1 1,0 1 0,0-1-1,1 1 1,0-1-1,0 1 1,0-1 0,1 0-1,0 1 1,0-1 0,0 0-1,0 0 1,1 0 0,0-1-1,0 1 1,0-1-1,1 1 1,-1-1 0,1 0-1,0-1 1,0 1 0,1-1-1,-1 1 1,1-1-1,0 0 1,-1-1 0,1 1-1,1-1 1,-1 0 0,0 0-1,1-1-27,9 3-41,-1-1 0,1 0 0,0-1 0,0-1 0,0 0 0,-1-1 0,1-1 0,0 0-1,0-1 1,0 0 0,-1-1 0,1-1 0,-1-1 0,0 0 0,0-1 0,0 0 0,-1-1 0,0 0 0,-1-1 0,1-1-1,-1 0 1,-1 0 0,0-1 0,0-1 0,-1 0 0,-1 0 0,1-1 0,-2 0 0,0-1 0,0 0 0,-1 0 0,-1-1 0,0 1-1,-1-1 1,-1-1 0,1-1 41,0-3 435,0 0-1,-1 0 1,-1 0-1,0-1 1,-2 0-435,-17 364 893,16-155-1906,0-185-1212,-3-4-4934,-8 0-7923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43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4081,'0'0'8226,"0"0"-5490,0 0-1271,0 0-265,0 0 32,0 0-760,0 0-296,142 0-88,-105 0-80,-14-3-8,-3 3-160,-7 0-1904,-3-3-2033,-4 3-5241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44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9522,'0'0'5257,"0"0"-3288,0 0-649,0 0-680,179-3-416,-87 0-224,-19 3-1216,-17 0-4729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4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 79 416,'0'0'7375,"0"0"-4068,0 0-1029,0 0 137,0 0-584,0 0-486,0-13-374,-3-38-325,3 50-618,-1 0 0,1 0 0,-1 0 0,1 0-1,-1 0 1,0 0 0,1 1 0,-1-1 0,0 0 0,0 1-1,0-1 1,0 0 0,1 1 0,-1-1 0,0 1-1,0-1 1,0 1 0,0-1 0,0 1 0,0 0-1,0 0 1,0-1 0,0 1 0,0 0 0,-1 0 0,1 0-1,-1 0-27,-34 1 435,27 0-267,-22-1 296,0 1-1,0 1 1,0 2-1,0 1 1,-7 3-464,26-4 59,-1 0 0,1 0 0,1 1 0,-1 1 0,1 0 0,0 0 0,0 1 0,1 1 0,0 0 1,0 0-1,1 1 0,0 0 0,0 1 0,-1 3-59,-9 13 57,2 1 1,1 0-1,0 1 0,3 1 1,0 0-1,2 1 1,1 1-1,1-1 1,2 2-1,1-1 0,2 1 1,1-1-1,1 1 1,2 0-1,2 17-57,-1-43 4,0 0-1,1-1 0,-1 1 1,1 0-1,0-1 0,1 1 1,0-1-1,0 0 0,0 1 1,0-1-1,1-1 0,-1 1 1,1-1-1,1 1 0,-1-1 1,0 0-1,1 0 0,0-1 1,0 0-1,0 0 0,1 0 1,-1 0-1,0-1 0,1 0 1,0 0-1,0 0 0,4 0-3,18 4 25,0-1-1,0-2 0,0-1 0,1-1 1,5-1-25,-27 0 3,11 0 3,0 0 0,0-2 0,0 0 0,-1 0 0,1-2-1,-1 0 1,0-1 0,8-4-6,-20 7 2,1-1 0,-1 0-1,0 0 1,0 0-1,0-1 1,0 0 0,0 0-1,-1 0 1,0 0-1,0-1 1,0 0 0,0 0-1,-1 0 1,0 0 0,0 0-1,0-1 1,0 1-1,-1-1 1,0 0 0,-1 0-1,1 1 1,-1-1-1,0 0 1,0-1 0,-1 1-1,0-1-1,-6-194 63,6 200-65,1-1 0,-1 1 1,0 0-1,1-1 0,-1 1 0,1 0 1,-1-1-1,1 1 0,-1 0 0,1 0 0,0 0 1,0 0-1,0-1 0,-1 1 0,1 0 1,0 0-1,1 1 0,-1-1 0,0 0 0,0 0 1,0 0-1,0 1 0,1-1 0,-1 1 1,0-1-1,0 1 0,1-1 0,-1 1 0,0 0 1,1-1-1,-1 1 0,1 0 0,-1 0 1,0 0-1,1 0 0,-1 0 0,1 1 0,-1-1 1,1 0 1,3 1-6,0-1 1,-1 1-1,1 0 1,0 0-1,0 0 1,-1 1-1,1 0 1,-1 0 0,1 0-1,-1 0 1,3 2 5,2 5-6,-1-1 1,0 1 0,-1 1-1,0 0 1,0 0 0,-1 0 0,0 1-1,-1 0 1,0 0 0,0 0-1,-2 0 1,1 1 0,1 10 5,4 26-6,-2 1 0,0 36 6,-6-77-1,0-2 0,0-5 2,-1 0-1,0 0 1,1 0-1,-1 0 1,0 0-1,0 1 0,0-1 1,0 0-1,0 0 1,0 0-1,0 0 1,-1 1-1,1-1 1,0 0-1,-1 0 0,1 0 1,-1 1-1,-1-2 6,0-1-1,1 1 1,-1-1 0,0 0-1,1 0 1,-1 0 0,0 1 0,1-2-1,-1 1 1,1 0 0,-1 0 0,1 0-1,0-1 1,-1 1-6,-8-11 9,0 0-1,1 0 1,0-1-1,1 0 1,1-1-1,0 0 1,1 0 0,-2-7-9,4 10 5,0 0 1,1-1 0,0 1 0,1-1 0,1 0 0,0 0 0,0 0 0,1 0 0,0 0-1,1 0 1,2-6-6,-1 13-2,0 1 1,0-1-1,0 1 0,1 0 0,0-1 0,-1 1 0,1 0 0,1 1 0,-1-1 1,1 0-1,-1 1 0,1 0 0,0 0 0,0 0 0,1 1 0,-1-1 0,0 1 1,2-1 1,6-3-36,1 1 0,-1 0 0,1 1 0,0 0 0,0 1 0,4 0 36,9 0-747,0 1 0,0 1 1,7 2 746,7 0-2257,10-1-3274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49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51 11450,'0'0'2249,"0"0"-386,0 0 201,0 0-689,0 0-629,-29-10-222,-14-5-85,-36-8-439,76 23 25,0-1 0,0 1 0,0-1 0,0 1 0,1 0 0,-1 0 0,0 0 0,0 0 0,0 1 0,0-1 1,0 1-1,1 0 0,-1 0 0,0 0 0,1 0 0,-1 0 0,0 1 0,1-1 0,-1 1 0,1-1 0,0 1 0,0 0 0,0 0 0,0 0 1,0 0-1,0 0 0,0 1 0,0-1 0,1 1 0,0-1 0,-1 1 0,1-1 0,0 1-25,-6 9 172,-6 7 19,2 1 0,0 0 0,2 1 0,0-1 0,1 2 0,1-1 0,1 1 0,1 0 0,1 0 0,1 1 0,1 0 0,0-1 0,2 4-191,0-21 11,0-1 0,0 0 1,0 0-1,0 0 0,0 0 0,1 0 1,0 0-1,0 0 0,0 0 0,0 0 1,1 0-1,0 0 0,0 0 0,0-1 1,0 1-1,0-1 0,1 1 0,-1-1 1,1 0-1,0 0 0,0 0 0,0 0 1,0-1-1,1 1 0,-1-1 1,1 0-1,-1 0 0,1 0 0,0 0 1,0-1-1,0 0 0,0 0 0,0 0 1,2 1-12,8 1 13,0 0 0,0-1 0,0 0 0,1-1 0,-1 0 0,0-2 0,1 0 0,-1 0 0,0-1 0,1-1 0,11-4-13,-18 5 1,0-1-1,0-1 0,-1 1 1,0-2-1,0 1 0,0-1 1,0 1-1,0-2 0,-1 1 1,0-1-1,-1 0 0,1 0 1,-1-1-1,0 0 0,0 1 1,-1-2-1,0 1 0,0 0 1,-1-1-1,0 0 0,0-1 0,3-23 11,-1 0 0,-2-1-1,-1 1 1,-2 0-1,-1-7-10,1 29 3,4 65 107,2-1 0,3 0 1,2 0-1,10 27-110,4 23 89,-32-133-87,-2 0-1,2-1 1,1 0-1,-1-27-1,6 47 2,0 0-1,1 0 0,0 0 0,0 0 0,1 0 0,1 0 0,-1 0 1,2 0-1,-1 0 0,1 0 0,1 1 0,0-1 0,0 1 0,5-7-1,3 0 0,0 1 0,1 0 0,0 0-1,1 1 1,1 1 0,7-5 0,-16 14 22,-1 0 0,0 0 0,1 0 0,0 1 0,0 0 0,0 0-1,0 0 1,0 1 0,1 0 0,-1 0 0,1 1 0,-1 0 0,1 0 0,0 0 0,-1 1 0,1 0 0,0 0 0,-1 1 0,1 0 0,6 1-22,-10 0 17,0 0 0,1 0 1,-1 1-1,0-1 0,-1 1 0,1-1 1,0 1-1,-1 0 0,1 0 1,-1 0-1,0 0 0,0 1 0,0-1 1,0 0-1,-1 1 0,0-1 0,1 1 1,-1 0-1,0 0 0,-1 0-17,15 78 159,-10-12-714,-3 28 555,-2-95-341,1 4-978,2-4-2713,3-2-3617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0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209 271 2601,'0'0'14723,"0"0"-11987,0 0-1784,0 0 809,0 0-577,0 0-672,0 0-224,37 179-288,-37-147 80,0-8-80,0-3-432,0-21-1296,0 0-3561,0-18-3961</inkml:trace>
  <inkml:trace contextRef="#ctx0" brushRef="#br0" timeOffset="1">1 48 14755,'0'-6'3025,"0"-3"-793,10 3-543,23 0-1233,13 0-456,24 0-296,-14 3-1657,-10-3-3232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0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15107,'0'0'2593,"0"0"-1169,0 0-384,0 0 617,0 164-233,0-87-528,0 6-48,0-5-224,0-4-319,0-8-161,0-13-96,0-14-40,0-9-8,0-13 0,0-11-753,0-6-463,0-15-1152,0-11-4202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0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0 175 13395,'0'0'1944,"0"0"-916,0 0-290,30-12-451,100-38-283,-91 37-93,0 2 1,1 1 0,0 2-1,6 1 89,-1 0 2,-35 5 20,1 0 1,-1 1 0,1 0 0,0 0 0,-1 1 0,1 1-1,0 0-22,-8 0 54,0 0 0,0-1-1,0 2 1,-1-1-1,1 0 1,0 0 0,-1 1-1,1 0 1,0-1 0,-1 1-1,0 0 1,1 0-1,-1 0 1,0 1 0,0-1-1,0 1 1,-1-1 0,1 1-1,0-1 1,-1 1-1,0 0 1,0 0 0,0 0-1,0-1 1,0 3-54,16 52 1215,-11-32-884,1-1 1,1 0-1,1-1 1,1 0-1,3 3-331,-9-20 31,0 1-1,1-1 1,-1 0-1,1 0 1,1 0-1,-1-1 1,1 0-1,0 0 1,0 0-1,1 0 0,-1-1 1,1-1-1,0 1 1,0-1-1,0 0 1,0 0-1,1-1 1,6 1-31,-1 0 56,0-1 1,0-1 0,0 0-1,0-1 1,0 0 0,-1-1-1,1-1 1,0 0-1,0 0 1,-1-1 0,1-1-1,-1 0 1,0-1 0,0 0-1,7-5-56,-10 5 11,-1-1 0,0 0-1,0 0 1,0 0 0,-1-1-1,0 0 1,0-1 0,-1 1-1,0-1 1,0-1 0,-1 1-1,0-1 1,-1 0 0,1 0-1,-2 0 1,1-1 0,-2 1-1,1-1 1,-1 1 0,0-7-11,0 5 3,-1 0 1,0-1 0,-1 1 0,0 0 0,-1 0 0,0-1 0,-3-7-4,3 15 0,0 0 0,-1 0-1,1 0 1,-1 0 0,0 0 0,-1 0 0,1 1 0,0-1 0,-1 1 0,0 0 0,0-1 0,0 1 0,0 0-1,0 1 1,-1-1 0,1 1 0,-1-1 0,0 1 0,0 0 0,-3-1 0,-9-3-83,0 2 1,-1-1-1,1 2 0,-1 0 1,1 1-1,-1 1 0,0 0 0,-5 2 83,-152 3-2255,48 10-1990,-17 11-4685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3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7090,'0'0'6900,"0"0"-3033,0 0-621,0 0-1794,0 0-927,-8 48 173,-111 575 1225,100-541-1723,5 0 0,3 1-1,0 81-199,11-102-733,0-51-1404,0-40-621,0-24-3958,0-8-5048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3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10866,'0'0'2701,"36"-14"-825,2-2-1391,13-7 285,2 3 0,1 2 1,37-7-771,-63 18 238,0 2 1,0 1 0,0 1-1,1 2 1,-1 1 0,1 1 0,-1 1-1,2 1-238,-26-2 41,1 1 0,-1-1 0,0 0 0,1 1 0,-1 0 0,0 0 0,0 0 0,0 1 0,-1-1 0,1 1 0,0 0 0,-1 0 0,0 0 0,0 0 0,0 1 0,0 0 0,0-1 0,-1 1 0,1 0 0,-1 0 0,0 0 0,0 0 0,0 3-41,2 6 203,-1 0 0,0 0 1,-1 0-1,0 1 0,-1 0 1,0-1-1,-1 3-203,-1-6 82,0 0 0,-1-1 0,0 0 0,-1 1-1,0-1 1,0 0 0,-1 0 0,0 0 0,0-1 0,-1 0 0,0 1-1,-1-2 1,1 1 0,-2-1 0,1 1 0,-1-2 0,0 1 0,0-1 0,-1 0-1,-4 2-81,-17 11 132,1-1-1,-2-1 0,0-2 1,-1-1-1,-9 1-131,17-7-150,0-1 0,0-1 1,0-1-1,0-2 0,-1 0 0,1-1 1,-17-2 149,39 0-85,0 0 0,1 0 0,-1-1 0,0 1 0,1 0 0,-1-1 0,0 1 0,1-1 0,-1 1-1,0-1 1,1 1 0,-1-1 0,1 0 0,-1 1 0,1-1 0,0 0 0,-1 1 0,1-1 0,0 0 0,-1 1 0,1-1 0,0 0 0,0 0 0,-1 0 0,1 1 0,0-1 0,0 0 0,0 0 0,0 1 0,0-1 0,0 0 0,0 0 0,1 0 85,3-32-4865,13 4-2806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3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14803,'0'0'2273,"0"0"-726,0 0-52,-19 33-88,0-1-1042,-11 20 340,3 1-1,1 1 1,-2 14-705,7-10 927,2 1-1,-1 14-926,15-51 101,1 0-1,1 1 1,1 0-1,1 0 0,1-1 1,1 1-1,3 16-100,-3-32 2,1-1-1,0 0 0,0 0 0,0 0 1,1 0-1,0 0 0,0-1 0,1 1 1,0-1-1,0 0 0,0 0 0,0 0 1,1-1-1,-1 1 0,1-1 0,2 1-1,10 7-446,1 0-1,1-1 0,0-1 0,4 1 447,-17-9-449,1 1 0,-1-1 0,1 0 0,-1 0 0,1-1 0,-1 0 0,6 0 449,26 0-5871,-26-1 3257,21 0-9551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4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13691,'0'0'4569,"0"0"-3177,0 0 433,0 0-145,172 194-600,-136-114-168,-10 1-311,-2-7-265,-1-6-288,-3-11 24,-1-15-64,1-10-8,-6-8-232,-8-12-313,1-12-343,-4-6-440,-3-24-1113,0-5-6785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4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0 3817,'0'0'8018,"0"0"-4248,0 0-2093,0 0 188,-18 28-124,-1 3-1311,-13 20 564,-1-1-1,-26 26-993,5-16 1929,-29 23-1929,37-39 365,2 2 0,-35 49-365,76-92-56,0 1 1,1-1-1,0 1 0,0 0 0,0 0 0,0 0 0,1 0 1,-1 1-1,1-1 0,0 0 0,0 1 0,1-1 0,-1 0 1,1 1-1,0 1 56,0-6 0,0 0-24,0 0 1,0 0 0,0 1 0,0-1-1,0 0 1,1 1 0,-1-1 0,0 0-1,0 0 1,0 1 0,0-1 0,0 0-1,1 0 1,-1 0 0,0 1 0,0-1-1,0 0 1,1 0 0,-1 0-1,0 1 1,0-1 0,1 0 0,-1 0-1,0 0 1,0 0 0,1 0 0,-1 0-1,0 0 1,0 1 0,1-1 0,-1 0-1,0 0 1,1 0 0,-1 0 0,0 0-1,0 0 1,1 0 0,-1 0 0,0-1-1,1 1 1,-1 0 0,0 0-1,0 0 24,10 0-738,0 0-1,0-1 1,-1 0-1,1 0 1,-1-1-1,1-1 1,-1 1-1,0-2 1,3 0 738,43-22-9614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4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11242,'0'0'5826,"0"0"-3522,0 0-335,0 0-937,0 0 56,0 0-296,0 0-336,198 21-312,-151-21-72,-11 0-72,-6 0-328,-4 0-936,-12 0-3321,-8 0-5105</inkml:trace>
  <inkml:trace contextRef="#ctx0" brushRef="#br0" timeOffset="1">24 238 12939,'0'0'2840,"0"0"-367,0 0 472,0 0-1089,0 0-720,0 0-552,195 9-440,-129-9-120,-6-6-24,3-2-232,-17 2-1168,-13-3-4377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10538,'0'0'5115,"0"0"-1210,0 0-1793,0 0-565,0 0 15,0 34-319,0 203 598,0-34-574,0-116-5084,1-95 67,8-12-4570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5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14 15483,'0'0'2331,"0"0"-213,-6 26-611,-1 6-1132,-4 17 304,2 1 0,0 19-679,8-63 61,-2 24 174,1-1 0,1 0-1,1 1 1,1-1 0,5 18-235,-5-42 31,1 0 0,0 1-1,0-1 1,1-1 0,-1 1 0,1 0 0,0-1 0,0 1 0,1-1 0,-1 0 0,1 0 0,0 0 0,0-1 0,1 1 0,-1-1 0,1 0 0,-1 0 0,1-1 0,0 1 0,0-1 0,0 0 0,0 0 0,1-1 0,-1 0 0,0 1 0,1-2 0,-1 1 0,4-1-31,1 1 28,0 0 1,0-1-1,0 0 1,0-1-1,1 0 0,-1-1 1,0 0-1,-1 0 1,1-1-1,0 0 1,-1-1-1,1 0 0,-1-1 1,0 0-1,0 0-28,0-3 11,0 1 0,0-1 0,-1 0 0,0-1-1,-1 0 1,0 0 0,0 0 0,-1-1 0,0 0 0,-1-1 0,0 1-1,0-1 1,0-5-11,1-3 115,-2 0 0,-1 0 1,0-1-1,-1 1 0,-1-1 0,-1 1 0,-2-12-115,1 21 5,-1 1 0,0 0 0,-1-1 0,0 1 0,0 0 0,-1 0 0,0 0 0,-1 1 0,0 0 0,0-1 0,-1 2 0,0-1 0,0 1 0,-1 0 0,0 0 0,0 0-1,-1 1 1,1 1 0,-1-1 0,-1 1 0,1 0 0,-1 1 0,0 0 0,0 0 0,0 1 0,0 0 0,0 1 0,-1 0 0,-8 0-5,9 1-267,0 0 0,1 1 0,-1 0-1,0 1 1,0 0 0,0 0 0,0 1 0,1 0 0,-1 1-1,-6 2 268,8-1-971,1-1-1,-1 2 1,1-1-1,0 0 1,0 1-1,1 0 1,-1 1-1,-2 3 972,-13 18-11130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5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7114,'0'0'7020,"0"0"-4077,0 0-1269,29 27 174,-5-6-1433,-8-8-202,0 0 0,-1 2 1,0 0-1,-1 1 0,-1 0 0,0 1 1,-2 0-1,0 1 0,0 0 0,-2 1 1,0 0-1,1 7-213,1 24 410,-1 0 0,-3 1 0,-2 0 0,-2 0 0,-2 0 1,-3 12-411,0-34 136,-1-1 0,-2 0 0,0 0 0,-2-1 0,-1 1 0,-1-1 0,-1-1 0,-2 0 0,0 0 0,-15 20-136,13-24-158,-2 1 0,0-2 0,-2-1 0,0 0 0,-7 4 158,9-9-896,-1-2 0,0 0 1,-1-1-1,0-1 1,-1 0-1,-14 4 896,5-4-7363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7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1504,'0'0'1961,"0"0"3080,0 0-1752,0 0-765,0 0-19,0 0-488,4-6-632,-4 4-1335,1 1 0,0 0 0,-1-1 1,1 1-1,0 0 0,0 0 0,0-1 0,0 1 1,0 0-1,1 0 0,-1 0 0,0 0 1,0 0-1,1 1 0,-1-1 0,0 0 0,1 1 1,-1-1-1,1 1 0,-1-1 0,1 1 1,-1-1-1,1 1 0,-1 0 0,1 0 0,-1 0 1,1 0-1,-1 0 0,1 0 0,0 0 1,-1 1-1,1-1-50,5 3 167,-1 0 0,1 1 0,-1-1 1,0 1-1,0 0 0,-1 1 0,1-1 0,3 5-167,34 35 543,-2 2 0,-2 2 0,-2 1 0,-2 2 0,7 18-543,4 4 128,3-3-1,20 20-127,-67-89-11,0 3-25,1 0 1,0 0-1,0-1 0,0 1 1,1-1-1,-1 0 1,1 0-1,0 0 1,0 0-1,0-1 1,0 1-1,0-1 1,1 0-1,-1-1 1,1 1-1,3 0 36,-6-1-162,1-10-1354,-5-54-5893,-6 30-918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7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551 0 9026,'0'0'5738,"0"0"-2625,0 0-1083,0 0-827,0 0-540,-18 33 147,3-6-606,-125 206 1173,76-144-849,-4-3 1,-4-3 0,-78 70-529,127-128-1485,49-44-731,12-12-3133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5:5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0 232 13051,'0'0'3139,"0"0"-501,0 0-1124,0 0-918,0 0-399,31-7-90,101-18-36,-127 24-54,1 1 0,-1-1 1,0 1-1,1 0 0,-1 0 1,1 0-1,-1 1 0,0 0 1,0 0-1,1 0 0,-1 1 1,0 0-1,0 0 0,0 0 1,0 0-1,-1 1 0,5 3-17,-2 0 54,-1 0-1,1 0 0,-1 1 0,-1 0 0,0 1 1,0-1-1,4 7-53,-1-1 85,48 90 613,-38-67-346,1-2 1,1-1-1,9 9-352,-26-38 38,0 0 0,1 0 0,-1 0 0,1 0 0,0-1 0,0 0 0,0 0 0,1 0 0,-1 0 0,1-1 0,0 1 0,-1-1 0,1 0 0,0-1 0,0 1 0,0-1 0,0 0 0,1 0 0,-1-1 0,0 0 1,0 0-1,0 0 0,1 0 0,3-1-38,1-2 70,-1 1 0,1-1 0,-1 0 1,0-1-1,0 0 0,-1-1 1,1 0-1,-1 0 0,0-1 1,0 0-1,-1 0 0,5-5-70,0-1 127,-1 0 0,0 0-1,-1-1 1,0-1 0,-1 1 0,-1-2 0,0 1-1,-1-1 1,0 0 0,-1-1 0,-1 1-1,-1-1 1,0 0 0,-1-1 0,-1 1 0,1-15-127,13-83 668,-9 74-587,-2 0 0,0-33-81,-2 118-10869,-3-19 817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0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15131,'0'0'4596,"0"0"-1909,0 0-878,0 0-813,0 0-543,5 8-279,4 7-99,-1 2 1,0-1 0,-2 1-1,0 0 1,-1 0 0,0 0 0,-2 1-1,0 0 1,-1 0 0,0 1-76,2 58 850,-6 61-850,1-80 114,-6 48 42,-4-1 0,-12 38-156,11-70-220,12-73 187,0 0 0,-1 0 0,1 0 0,0-1 0,0 1 0,0 0 0,0 0 0,0 0-1,-1-1 1,1 1 0,0 0 0,0 0 0,0 0 0,-1 0 0,1 0 0,0 0 0,0-1 0,-1 1 0,1 0-1,0 0 1,0 0 0,-1 0 0,1 0 0,0 0 0,0 0 0,-1 0 0,1 0 0,0 0 0,0 0 0,-1 0-1,1 0 1,0 0 0,0 0 0,0 0 0,-1 1 0,1-1 0,0 0 0,0 0 0,-1 0 0,1 0 0,0 0 0,0 1-1,0-1 1,-1 0 0,1 0 0,0 0 0,0 0 0,0 1 0,0-1 0,0 0 0,-1 0 0,1 1 0,0-1-1,0 0 1,0 0 0,0 1 33,-9-23-1317,1-13-1785,3-3-2810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05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14963,'0'0'3661,"0"0"-2075,0 0-734,9 34 168,-2-7-795,10 34 327,-4 1 0,-2 0-1,-3 5-551,9 306 1467,-10-142-1355,-8-204-160,1-27 4,0 1-1,0-1 1,0 0-1,0 0 1,0 0 0,0 1-1,0-1 1,0 0-1,0 0 1,0 0-1,0 1 1,0-1-1,0 0 1,0 0 0,0 0-1,-1 1 1,1-1-1,0 0 1,0 0-1,0 0 1,0 0-1,0 1 1,-1-1-1,1 0 1,0 0 0,0 0-1,0 0 1,0 0-1,-1 0 1,1 1-1,0-1 1,0 0-1,0 0 1,-1 0 0,1 0-1,0 0 1,0 0-1,-1 0 1,1 0-1,0 0 1,0 0-1,0 0 1,-1 0 44,-21-28-6606,-2-5 1649,-12-2-4029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05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11931,'0'0'5625,"0"0"-3729,0 0-528,0 0-927,205-39-321,-119 21-32,29-6-88,-19 7-633,-16-7-4328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0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 11739,'0'0'3960,"0"0"-1127,0 0-641,0 0-1447,0 0 15,-119 175 136,79-68-336,7 15-16,13 6-168,17-6-160,3-12-200,39-20-16,18-16-240,32-8-680,-16-19-1352,-10-17-4050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14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96 112 14939,'0'0'3800,"0"0"-1737,0 0-795,0 0-530,-10 27-225,-3 6-366,3-10-2,1 1 0,2-1-1,0 1 1,2 1 0,-3 21-145,-3 20 704,5-34-368,1 1 0,2 0 0,1 2-336,2-34 247,1-8-66,0 0 0,0 0 0,-1 0 0,0-1 0,0 1 0,-1-1-181,2-38 62,5 14-60,1 1 1,1 1-1,2 0 0,1 0 0,1 1 1,1 0-1,2 1 0,1 0 0,4-3-2,-19 30-4,-1 0-1,1-1 1,0 1-1,0 0 1,-1 0-1,1 0 1,0 0-1,0 0 1,0 0-1,0 0 1,0 0-1,0 0 1,0 1-1,1-1 1,-1 0-1,0 1 1,0-1-1,1 1 1,-1-1-1,0 1 1,0-1-1,1 1 1,-1 0-1,1 0 1,-1 0-1,0 0 1,1 0-1,-1 0 1,0 0-1,1 0 1,-1 0-1,0 1 1,1-1-1,-1 1 1,0-1-1,0 1 1,1-1-1,-1 1 1,0 0-1,0-1 1,0 1 0,0 0-1,0 0 1,0 0-1,0 0 1,1 1 4,3 5-19,0 1 0,0 0 0,0 0 1,-1 0-1,-1 0 0,2 6 19,-2-9-1,25 70-17,-9-24 13,2-1 0,2-1 0,10 14 5,-29-57 5,0 0 1,1 0 0,0 0-1,0-1 1,0 1-1,1-1 1,0 0-1,-1-1 1,2 0 0,-1 0-1,0 0 1,6 2-6,-10-5 2,1 0 1,0 0 0,-1 0-1,1 0 1,0-1-1,0 1 1,0-1 0,-1 0-1,1 0 1,0 0 0,0 0-1,0 0 1,-1-1-1,1 1 1,0-1 0,0 0-1,-1 1 1,1-1 0,0-1-1,-1 1 1,1 0-1,-1-1 1,0 1 0,1-1-1,-1 0 1,0 1-1,0-1 1,0 0 0,0 0-1,0-1 1,-1 1 0,1 0-1,-1-1 1,1 0-3,6-10 12,-1-1 0,-1-1 0,0 1-1,-1-1 1,-1 0 0,0-1 0,-1 1 0,0 0 0,-1-9-12,1-33 128,-3-54-128,-1 88 28,0 5 57,-1 1 0,-1-1 1,0 1-1,-2 0 0,0 0 1,-2-4-86,-9-28 236,18 48-475,-1 0 0,0 1 1,1-1-1,-1 1 0,0-1 0,1 1 1,-1 0-1,1-1 0,-1 1 1,0 0-1,1 0 0,-1 0 1,1 0-1,-1 0 0,1 0 0,-1 1 1,1-1 238,-1 0-497,31 3-6137,1 3-5197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14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66 11827,'0'0'7985,"0"0"-5752,0 0-129,0 0-1208,0 0-728,169-66-168,-113 66-624,0 0-1136,-16 9-2625,-20 3-4601</inkml:trace>
  <inkml:trace contextRef="#ctx0" brushRef="#br0" timeOffset="1">1 408 14635,'0'0'4129,"0"0"-1224,0 0-745,0 0-1480,169-92-520,-87 56-160,-2 9-136,9 7-736,-23 8-1512,-16 0-4114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1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72 12083,'0'0'4397,"0"0"-1629,32-13-419,101-36-928,-128 47-1371,0 0-1,0 1 0,0 0 0,0 0 1,0 0-1,0 0 0,1 1 1,-1 0-1,0 0 0,0 0 0,1 1 1,-1-1-1,4 2-49,-7-1 8,0 0 0,0 0-1,0 0 1,-1 0 0,1 0 0,0 1-1,0-1 1,-1 0 0,1 1 0,-1-1-1,1 1 1,-1 0 0,0-1 0,0 1-1,1 0 1,-1 0 0,0 0 0,-1 0-1,1 0 1,0 0 0,-1 0 0,1 0-8,0 5 9,0 0 0,-1 1 0,0-1 1,0 0-1,-1 0 0,0 0 0,0 0 0,0 1 0,-1-1 1,0-1-1,-1 1 0,0 0 0,0 0 0,-1 0-9,-7 11 32,-2-1 0,0 0 0,-1-1 0,-1-1 0,-1 0 0,0-1 1,0-1-1,-1 0 0,-1-1 0,-7 3-32,31-19 19,1 0 1,1 1 0,-1 0 0,0 0 0,1 1 0,0 0 0,-1 0 0,1 1 0,0 0 0,0 0 0,0 1 0,0 0 0,0 0 0,-1 1 0,2 0-20,-4 0-3,0 0-1,0 0 1,-1 1 0,1 0 0,-1 0-1,1 0 1,-1 0 0,0 1 0,0-1-1,0 1 1,0 0 0,0 1 0,-1-1-1,1 1 1,-1-1 0,0 1 0,0 0-1,0 0 1,-1 0 0,1 0 0,-1 1-1,0-1 1,0 1 0,-1 0-1,1-1 1,-1 2 3,2 5 20,-1 0-1,0 1 1,-1-1-1,-1 0 1,1 0-1,-2 1 1,1-1-1,-2 0 1,1 0-1,-1 0 0,-1 0 1,0 0-1,-1 0 1,0-1-1,-1 0 1,0 1-1,0-2 1,-1 1-1,0-1 1,-1 1-1,-2 1-19,-2 1 57,-1 0 0,0-1 0,0 0 0,-1-1 0,0 0 0,-1-1 0,0-1 0,-1 0 0,1-1 0,-1 0 0,-1-2 0,1 1 0,-1-2 0,-8 1-57,5-2 19,-1-1-1,1-1 1,0 0 0,-5-2-19,22 1-14,1 0 0,-1 0 0,1 0 0,-1-1 1,1 1-1,-1 0 0,1-1 0,0 1 0,-1-1 0,1 1 0,-1-1 1,1 0-1,0 1 0,-1-1 0,1 0 0,0 0 0,0 0 0,0 0 1,0 0-1,0 0 0,0 0 0,0-1 0,0 1 0,0 0 0,0 0 1,1-1-1,-1 1 0,1-1 0,-1 1 0,0-2 14,1-1-115,-1 0 0,1 0-1,0 0 1,0 0 0,0 0 0,1 0-1,-1 0 1,1 0 0,0 0 0,0 0 0,0 0-1,1 0 1,0 0 115,6-14-1051,2 1 0,-1 1 0,2 0-1,5-6 1052,31-37-6190,16-13-6396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15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40 14075,'0'0'2479,"29"-7"-437,2-1-1422,-5 1-80,0 1-1,1 2 1,-1 0-1,1 2 1,17 1-540,-38 1 75,-1-1 0,1 2 0,0-1-1,0 1 1,-1-1 0,1 2 0,-1-1 0,1 1 0,4 1-75,-8-1 13,0-1-1,0 1 1,0-1 0,0 1 0,-1 0 0,1 0 0,0 0 0,-1 0 0,0 0-1,1 0 1,-1 0 0,0 0 0,0 1 0,0-1 0,0 0 0,-1 1-1,1-1 1,-1 1 0,1-1 0,-1 1 0,0-1 0,0 1 0,0 0-13,-1 6 65,1 0 1,-2 0 0,1-1-1,-1 1 1,-1 0 0,0-1-1,0 1 1,0-1 0,-1 0-1,0 0 1,-1 0 0,0-1-1,0 1 1,-1-1 0,0-1-1,0 1 1,0-1 0,-1 0-1,-4 3-65,-16 13 83,-1-1-1,0-1 1,-2-2-1,-14 6-82,31-18 20,10-7-32,19-13-70,-9 10 65,-1 0 1,1 1-1,0 0 1,0 0 0,1 0-1,-1 1 1,0 0 0,1 0-1,0 1 1,-1 0-1,1 0 1,0 1 0,-1 0-1,1 0 1,0 1 0,-1 0-1,1 0 1,-1 1-1,1 0 17,-1 0 0,-1 1 0,0-1 0,-1 1 0,1 1 0,0-1 0,-1 1 0,0 0 0,1 0 0,-2 0 0,1 1 0,0 0 0,-1 0 0,0 0 0,0 0 0,-1 1 0,1-1 0,-1 1 0,0 0 0,-1 0 0,0 0 0,1 1-1,-1 3 1,1 0 37,-1 1-1,0 0 1,0-1-1,-1 1 0,-1 0 1,0 0-1,-1 0 0,0 0 1,-2 9-37,2-13 37,-1-1 1,0 0-1,0 0 1,-1 1 0,0-2-1,0 1 1,0 0-1,-1-1 1,0 1-1,0-1 1,0 0-1,-1 0 1,1-1 0,-1 1-1,0-1 1,-4 2-38,-9 5 12,-1-2 1,0 0 0,-1-1 0,0-1-1,0-1 1,0 0 0,0-2-1,-1-1 1,0 0 0,0-1 0,0-1-1,0-2 1,-7 0-13,27 1-101,0 0 0,0 0-1,1 0 1,-1 0 0,0 0 0,0 0 0,0 0-1,0 0 1,0 0 0,0-1 0,0 1 0,0 0-1,0-1 1,0 1 0,0 0 0,0-1-1,0 1 1,1-1 0,-1 0 0,0 1 0,0-1-1,1 0 1,-1 1 0,0-2 101,-1-13-4858,2-5-6582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1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0 10386,'0'0'6530,"0"0"-4186,-176 155-624,120-90-1151,3 13-569,20-22-4305,3-14-11331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16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48 5113,'0'0'10704,"0"0"-6505,0 0-2760,0 0-520,-1 28 49,-2 79-169,5-1 0,10 58-799,-11-155 10,-2-6-6,1-1 0,0 0 0,0 0 0,0 0 1,1 0-1,-1 1 0,0-1 0,1 0 0,-1 0 1,1 0-1,0 0 0,0 0 0,0 0 0,0 0 1,0 0-1,0 0 0,0 0 0,1-1 0,0 1-4,5-63-65,-4 34 38,1 0 0,2 0 1,0 0-1,2 1 0,1-1 0,1 2 0,8-14 27,-10 24-22,1 1 0,1 0 0,0 0-1,0 1 1,1 0 0,1 1 0,0 0-1,1 1 1,0 0 0,1 1 0,0 0-1,13-5 23,-6 4-19,0 1-1,0 1 1,13-3 19,-26 9-7,0 1 1,0 1 0,0-1-1,0 1 1,0 0 0,0 1-1,0 0 1,0 0 0,0 1-1,0 0 1,0 0 0,1 1 6,-5 0-8,0 0 0,-1 0 0,1 1 1,0-1-1,-1 1 0,0 0 0,1 0 1,-1 0-1,0 0 0,-1 1 0,1-1 1,0 1-1,-1-1 0,0 1 1,2 4 6,27 65-44,-30-69 44,8 28 41,0 1 1,-3 0-1,0 6-40,0 2-263,3 0 0,1 2 263,13 13-4331,-19-47 2534,1-1-1,0 0 0,1-1 0,0 1 1,2 1 1797,9 7-7999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20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4441,'0'0'9386,"0"0"-5321,0 0-1993,0 0-799,0 0-553,0 0-280,199 6-224,-116-3-136,-4-3-16,-3 0-64,-13-9-584,-23-9-2281,-24 6-4392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2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4441,'0'0'9826,"0"0"-7802,0 0-831,0 0-641,219-89-552,-147 59-424,-9-3-4137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20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12163,'0'0'2403,"0"0"-1204,0 0-167,0 0-393,0 0-169,0 0 76,24-20 262,78-61 74,-96 77-744,-1 1 1,1-1 0,-1 1 0,1 0 0,0 0-1,1 1 1,-1 0 0,4-1-139,-8 2 40,0 1 0,0 0 0,0 0 0,0-1-1,0 1 1,0 0 0,0 1 0,0-1 0,0 0 0,0 1 0,0-1 0,0 1 0,0-1-1,0 1 1,0 0 0,-1 0 0,2 1-40,0 0 35,-1 1-1,1 0 1,-1-1 0,0 1-1,0 0 1,0 1 0,0-1-1,0 0 1,-1 0 0,1 1-1,-1-1 1,0 1 0,0-1-1,0 1 1,-1 0 0,1-1-1,-1 1 1,0 3-35,2 19 140,-1 0 0,-2-1 0,0 1-1,-2 0 1,-1-1 0,-1 1 0,-1-1 0,-1-1 0,-1 1-1,-1-1 1,-1 0 0,-1-1 0,-6 7-140,-38 54 116,50-77-110,0 0-1,-1 0 1,0 0 0,0-1 0,-1 0 0,0 0 0,0-1 0,0 0 0,-6 3-6,12-7 9,0-1-1,1 1 0,-1-1 1,0 0-1,0 1 0,0-1 1,0 0-1,0 1 0,0-1 1,0 0-1,0 0 0,0 0 1,1 0-1,-1 0 1,0 0-1,0 0 0,0 0 1,0 0-1,0 0 0,0-1 1,0 1-1,0 0 0,0 0 1,0-1-1,0 1 0,1-1 1,-1 1-1,0-1 0,0 1 1,0-1-1,1 0 1,-1 1-1,0-1 0,1 0 1,-1 0-1,1 1 0,-1-1 1,1 0-1,-1 0 0,1 0 1,-1 0-1,1 0 0,0 1 1,-1-1-1,1 0 0,0 0 1,0 0-1,0 0 1,0 0-1,0 0 0,0 0 1,0 0-1,0 0 0,0-1-8,0-1 36,0 0 0,0 0 1,1 0-1,-1 0 0,0 0 0,1 0 0,0 0 0,0 0 0,0 0 0,0 0 0,1 0 0,-1 0 0,1 0 0,-1 1 0,1-1 0,0 0-36,4 0 48,0 0-1,0 0 0,0 0 0,0 1 0,0 0 0,0 0 0,1 0 0,-1 1 0,1 0 0,-1 1 0,1-1 0,3 1-47,81 4 409,-69 5-413,-20-8-53,-1 0 0,1 0-1,-1 0 1,1-1 0,0 1 0,0 0 0,-1-1 0,1 1 0,0-1 0,0 1 0,0-1 0,-1 0-1,1 0 1,0 0 0,0 0 0,0 0 0,0 0 0,0-1 0,-1 1 0,1 0 0,0-1-1,0 0 1,0 1 57,36-25-2218,-1-13-3283,2-11-4731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21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60 8330,'0'0'6134,"0"0"-3274,-11 36-385,-33 119-604,41-139-1598,0 0 0,0 1 0,2-1 0,0 1-1,1 12-272,1-21 82,0-1-1,0 0 0,0 0 0,1 0 0,0 1 0,0-1 0,1-1 0,0 1 0,0 0 1,3 2-82,-2-3 39,1 0 0,1 0 0,-1-1 0,1 0 0,0 0 1,0 0-1,0-1 0,1 0 0,-1 0 0,1 0 1,0-1-1,1 0 0,-1-1 0,0 1 0,1-2 1,-1 1-1,1-1 0,-1 0 0,1 0 0,6-1-39,1 1 22,0 0 1,0-1-1,0-1 0,0-1 0,0 0 1,0 0-1,-1-2 0,1 0 0,-1-1 0,11-5-22,-17 7 6,0-1-1,-1-1 1,0 0-1,0 0 1,0 0-1,0-1 0,-1 0 1,0 0-1,0 0 1,-1-1-1,0 0 1,0 0-1,0 0 0,-1-1 1,0 0-1,0 1 1,-1-1-1,0-1 1,0-3-6,1 1 29,-2 1 0,1-1 0,-1 0 1,-1 0-1,0 0 0,-1 0 0,0 1 1,0-1-1,-1 0 0,-1 0 0,0 0 1,0 0-1,-1 1 0,0 0 0,-1-1 1,0 1-1,-1 0 0,0 1 0,-1-1 1,1 1-1,-2 0 0,1 0 0,-2 1 1,1 0-1,-1 0 0,0 1 0,0 0 1,-1 0-1,-5-2-29,0 0-11,-1 1 1,0 0-1,-1 2 1,1-1-1,-1 2 0,0 0 1,-1 1-1,1 1 1,-1 0-1,0 1 1,0 1-1,-2 0 11,17 1-54,1 0 0,0 0 0,0 0 0,0 0 0,0 0 0,0 0 0,0 0 0,-1 1 0,1-1 0,0 0 0,0 0 0,0 1 0,0-1 0,0 1 0,0-1 0,0 1 0,0 0 0,0-1 0,0 1 0,0 0 0,1-1 0,-1 1 0,0 0 0,0 0 0,1 0 0,-1 0 0,0 0 0,1 0 0,-1 0 0,1 0 0,-1 0 0,1 0 54,-1 4-840,1-1 0,0 0 0,0 1 1,0-1-1,0 0 0,1 1 0,0-1 0,0 2 840,7 19-9667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21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0 15699,'0'0'4593,"0"0"-2496,0 0-1,-106 196-1368,63-133-520,-10 5-208,14-17-1032,6-12-5777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22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21 232,'0'0'12379,"0"0"-8418,0 0-2049,0 0-216,0 0-1256,0 0-296,179-21-144,-136 21 0,-7 0-720,-9 0-1024,-17 0-1009,-7 0-3416,-3 0-1081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22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11146,'0'0'2153,"0"0"-121,0 0 697,0 0-1009,0 0-968,0 0-560,218 0-192,-145-6-1632,23 0-2193,-20 3-4280,-10 3 2247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2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43 2881,'0'0'316,"0"0"1345,0 0 4983,0 0-1706,0 0-2201,0 0-1052,-3-9 646,1 97 476,3-60-2100,0-71-475,-1-49-64,0 77 93,0 63-171,-2 61 80,0-24 320,7 67-490,-5-149-157,0 0 0,0 0 0,1 0 0,-1 0 1,1 0-1,0 0 0,0 0 0,0 0 0,0 0 0,0 0 0,1-1 0,-1 1 0,1-1 0,0 1 1,0-1-1,0 1 0,0-1 157,0-1-207,-1-1 0,0 1 1,1-1-1,-1 0 0,1 1 1,-1-1-1,1 0 0,-1 0 0,1 0 1,-1 0-1,1 0 0,-1 0 1,0 0-1,1-1 0,-1 1 0,1-1 1,-1 1-1,1-1 0,-1 1 1,0-1-1,0 0 0,1 1 0,-1-1 1,0 0-1,0 0 0,0 0 1,0 0-1,0 0 0,0 0 0,0 0 1,0-1-1,0 1 0,0 0 1,-1-1 206,21-23-11518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23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48 1400,'0'0'11287,"0"0"-6744,0 0-2801,0 0-808,0 0-153,0 0-9,-4 34 16,-14 113-147,16-138-574,1 1 1,0 0-1,1 0 1,0-1-1,0 1 1,1 0-1,1 0 1,-1-1-1,1 1 1,1-1-1,0 1 1,0-1 0,1 0-1,2 4-67,-2-9 42,0 1 1,0-1-1,0 0 0,0-1 1,1 1-1,-1-1 0,1 1 1,0-1-1,0-1 1,0 1-1,1-1 0,-1 0 1,0 0-1,1 0 0,0-1 1,-1 0-1,1 0 0,0 0 1,-1-1-1,4 0-42,5 1 46,0 0 1,0-1-1,-1-1 0,1 0 1,0-1-1,-1-1 0,1 0 1,-1-1-1,0 0 1,10-5-47,-16 6 6,-1 0 0,0 0 0,-1-1 0,1 0 0,-1 0 0,1-1 0,-1 1 0,-1-1 0,1 0 0,-1-1 0,1 1 1,-2-1-1,1 0 0,-1 1 0,1-2 0,-2 1 0,1 0 0,-1-1 0,0 1 0,0-1 0,0 0 0,-1-5-6,1 1 84,-1-1-1,-1 0 0,0 1 0,-1-1 0,0 0 0,-1 1 0,0-1 0,-1 1 0,0-1 1,0 1-1,-2 0 0,1 1 0,-1-1 0,-4-5-83,4 8-1,0 1 1,-1 0-1,0 0 0,0 0 1,0 0-1,-1 1 1,0 0-1,0 0 0,-1 1 1,1 0-1,-1 0 0,0 1 1,-1 0-1,1 1 1,-1-1-1,0 2 0,1-1 1,-9 0 0,-19 1-3808,31 2-2491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23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1216,'0'0'11411,"0"0"-9003,67 163 673,-54-50-401,-13 18-623,0 0-769,-33-3-448,-4-15-472,-2-20-184,-1-16-184,-26-15-648,10-17-3112,3-18-10307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29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18 3649,'0'0'2574,"0"0"1504,0 0-1732,0 0-489,-13 29 44,5-9-1564,2-10-185,0 0 0,2 1 1,-1-1-1,1 1 0,1 1 1,0-1-1,1 0 0,0 1 0,0-1 1,1 1-1,1-1 0,0 1 0,0 0 1,1-1-1,1 1 0,0-1 1,1 0-1,0 2-152,62 141 1820,-43-109-1446,-2 1 0,-2 1-1,-3 1 1,8 37-374,-16-32 399,-10-43 233,-8-31-188,-4-18-398,3 0 0,1-1 1,2-1-1,2 1 0,2-1 0,1 0 0,2-40-46,2 68 1,1-1-1,0 0 1,1 1-1,0-1 1,1 1 0,1 0-1,0 0 1,1 0 0,0 0-1,1 1 1,0 0-1,3-3 1,1 0 1,1 1-1,0 1 1,1 0-1,0 0 1,1 1-1,1 0 1,4-2-2,-11 9-1,78-56 0,-75 54 0,0 1 0,1 1 0,0-1 0,0 2-1,0-1 1,0 2 0,5-2 1,-16 5-3,1 0 0,-1 0-1,1 0 1,-1 0 0,0 0 0,1 0-1,-1 0 1,1 0 0,-1 0-1,1 0 1,-1 0 0,0 0-1,1 0 1,-1 0 0,1 1 0,-1-1-1,0 0 1,1 0 0,-1 0-1,1 1 1,-1-1 0,0 0 0,1 0-1,-1 1 1,0-1 0,0 0-1,1 1 1,-1-1 0,0 0 0,0 1-1,1-1 1,-1 0 0,0 1-1,0-1 1,0 1 0,0-1 0,1 0-1,-1 1 1,0-1 0,0 1-1,0-1 4,-1 22-25,0-15 4,-1 9 14,-1 0 0,-1 0 0,0 0 0,-1 0 0,-1-1 0,0 0 0,-1 0 0,-2 1 7,-23 40 30,-19 23-30,26-41 6,-2-1 10,-1-1 0,-3 0-16,-45 59 15,75-95-12,1 1 1,-1 0 0,0 0 0,1-1 0,-1 1 0,1 0 0,-1 0-1,1 0 1,-1 0 0,1 0 0,-1-1 0,1 1 0,0 0 0,0 0 0,0 0-1,-1 0 1,1 0 0,0 0 0,0 0 0,0 0 0,0 0 0,0 0-1,1 0 1,-1 0 0,0 0 0,0 0 0,1 0 0,-1 0 0,0 0-1,1 0 1,-1 0 0,1-1 0,-1 1 0,1 0 0,0 0 0,-1-1-1,1 1 1,0 0 0,0-1 0,-1 1 0,1 0 0,0-1 0,0 1 0,0-1-1,0 1 1,-1-1 0,1 0 0,0 1 0,0-1 0,0 0 0,0 0-1,0 0 1,0 1 0,0-1 0,0 0 0,0 0 0,0-1-4,13 3 91,0-1 0,-1 0 0,1-1 0,4-1-91,-2 0 72,5 2 4,0-2 1,0 0-1,0-2 1,0 0-1,0-1 0,0-1-76,-10 2-682,-1 1-1,1 1 1,0 0-1,0 0 1,-1 1-1,5 0 683,3 1-2133,5-1-5650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30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1328,'0'0'15292,"0"0"-12668,0 0-1232,0 0-567,0 0-321,218 0-336,-135 0-160,-14 0-8,-12 0-1016,-21 0-3321,-23 0-4497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30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6369,'0'0'8642,"0"0"-5881,0 0-617,0 0-903,0 0-729,238-30-392,-145 15-120,20-6-192,-27 7-4473,-17-1-10539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39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23 1712,'0'0'7021,"0"0"-3557,0 0-1023,0 0-125,0 0-945,1-6-696,4-10-332,-3 21 298,-5 42 613,-10 33 373,-3-1 1,-19 56-1628,-1 1 555,21-75-455,1-8-168,2 1 1,3 0-1,1 1 0,2 22 68,-9-90-3466,-102-112-7292,67 75 8528,2-2 4283,46 45 6289,9 4-5866,16 4-3513,-18-1 1895,-1 1-820,0-1 1,-1 1-1,1 0 0,0 0 0,0 0 0,-1 0 0,1 0 0,-1 1 1,1 0-1,-1 0 0,0 0 0,1 0 0,-1 0 0,0 1 1,0-1-1,-1 1 0,1 0-38,3 4 65,-1 0 0,0 0 0,0 0 0,-1 0 0,0 1-1,-1 0 1,1 0 0,-1 0-65,4 15 160,-1-1 0,-1 1 0,-1 1-1,-1-1 1,-1 13-160,-2-21 65,2 20-31,-1-35-29,-1 1-1,0 0 1,1-1 0,-1 1 0,0-1-1,1 1 1,-1 0 0,1-1 0,-1 1 0,1-1-1,-1 0 1,1 1 0,0-1 0,-1 1 0,1-1-1,-1 0 1,1 1 0,0-1 0,-1 0 0,1 0-1,0 0 1,0 1 0,-1-1 0,1 0 0,0 0-1,-1 0 1,1 0 0,0 0 0,0 0 0,-1 0-1,1-1 1,0 1 0,-1 0 0,1 0-1,0-1 1,-1 1 0,1 0 0,0 0 0,-1-1-1,1 1 1,-1-1 0,1 1 0,-1-1 0,1 1-5,7-5 37,0-1 1,-1 0-1,0-1 1,0 1-1,0-1 1,-1-1-1,0 1 1,0-1 0,1-4-38,15-17 130,20-23 257,27-44-387,-59 70-542,-9 14-5629,-1 11-4578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4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33 105 4657,'0'0'3945,"0"0"-1695,0 0-10,0 0 211,0 0-373,9 26-479,26 84-333,-33-106-1139,-1-1 0,0 0 0,0 0 0,0 1 0,0-1 0,-1 0 0,1 1 0,-1-1 0,0 1 0,0-1 0,0 1 0,0-1 0,-1 0 0,1 1 0,-1-1 0,-1 3-127,2-5 58,-1 0 0,-1-1-1,1 1 1,0 0 0,0-1 0,0 1 0,0-1-1,0 1 1,-1-1 0,1 1 0,0-1-1,0 0 1,-1 0 0,1 1 0,0-1 0,0 0-1,-1 0 1,1 0 0,0-1 0,-1 1-1,1 0 1,0 0 0,0-1 0,-1 1-1,1-1-57,0 1 9,1-1-1,-1 1 1,0-1-1,0 0 1,1 1-1,-1-1 0,0 0 1,1 0-1,-1 1 1,1-1-1,-1 0 1,1 0-1,-1 0 1,1 0-1,0 0 0,-1 0 1,1 0-1,0 1 1,0-1-1,0 0 1,0 0-1,0 0 0,0 0 1,0 0-1,0-1-8,0-31 57,0 26-4,0-6-14,0 1 1,1-1 0,0 0 0,1 1 0,1 0 0,0-1 0,0 1 0,2-3-40,-2 10 4,-1 0 0,1 1-1,-1-1 1,1 1 0,0-1-1,1 1 1,-1 0 0,1 0-1,0 1 1,0-1 0,0 1 0,0 0-1,1 0 1,-1 0 0,1 0-1,0 1 1,0 0 0,0 0 0,0 0-1,0 1 1,1-1-4,-3 1 5,0 0 1,1 0-1,0 1 1,-1-1-1,1 1 0,-1-1 1,1 1-1,-1 0 1,1 1-1,0-1 0,-1 1 1,1-1-1,-1 1 1,1 0-1,-1 0 0,2 1-5,-3 0 4,0-1-1,-1 1 1,1 0-1,0 0 1,-1 0-1,1 0 1,-1 0-1,0 0 1,1 0-1,-1 0 1,0 0-1,0 1 1,-1-1-1,1 0 1,0 1-1,-1-1 1,0 1-1,1-1 1,-1 1-1,0-1 1,0 1-1,0-1 1,-1 2-4,2 3 41,-1 0-1,0 0 1,-1 0 0,1 0 0,-2 0 0,1 0 0,-1 0 0,0 0-1,0 0 1,0-1 0,-1 1 0,0-1 0,-1 1 0,0-1 0,0 0-1,0 0 1,0-1 0,-1 0 0,0 1 0,0-1 0,0-1 0,-1 1-41,-10 10 87,-47 38 38,59-50-118,0 0 1,-1 0-1,0 0 0,0 0 1,0-1-1,0 0 1,0 0-1,0 0 1,-1-1-1,1 1 0,-1-2 1,-2 2-8,7-3 6,0 1 0,0 0 0,0-1 0,0 1 0,0-1 0,0 1 0,0-1 0,0 0 0,1 1 0,-1-1 0,0 0 0,0 0 0,1 1 0,-1-1 0,0 0 0,1 0 1,-1 0-1,1 0 0,-1 0 0,1 0 0,0 0 0,-1 0 0,1 0 0,0 0 0,0 0 0,-1 0 0,1 0 0,0 0 0,0 0 0,0 0 0,0 0 0,1 0 0,-1 0 0,0 0 0,0 0 0,1 0 0,-1 0 0,0 0 0,1 0-6,-1-9 14,1-2-3,0 0-1,1 0 1,0 0-1,1 0 1,0 1-1,1-1 1,1 1-1,-1 0 0,2 0 1,3-6-11,-6 11-5,0 1-1,0 0 1,0 0 0,1 1 0,0-1-1,0 1 1,0-1 0,0 1 0,1 1 0,0-1-1,-1 1 1,1-1 0,0 1 0,1 1-1,-1-1 1,1 1 0,-1 0 0,1 0-1,0 0 1,-1 1 0,1 0 0,5 0 5,-10 1-1,0 0 0,0 1 0,1 0 0,-1-1 0,0 1 0,0 0 0,0-1 0,0 1 0,0 0 0,0 0 0,-1 0 0,1 0 0,0 0 0,0 0 0,-1 0 0,1 0 0,0 0 0,-1 0 0,1 0 0,-1 0 0,1 1 0,-1-1 0,0 0 0,0 0 0,1 0 0,-1 1 0,0-1 0,0 0 0,0 0 0,0 1 0,0-1 0,-1 0 0,1 0 0,-1 2 1,1 1 1,0 0-1,0 0 1,-1-1 0,0 1 0,1 0 0,-2 0 0,1 0-1,0-1 1,-1 1 0,1 0 0,-1-1 0,-1 1-1,-2 1 11,0 0 0,-1 0 0,0-1 0,0 0 0,-1 0 0,1 0 0,-1-1 1,0 0-1,1 0 0,-1 0 0,-1-1 0,1 0 0,0-1 0,0 0 0,-1 0 0,1 0 1,-1-1-1,0 0-11,7 0 2,0-1 0,0 1 0,0 0 1,0-1-1,0 1 0,0-1 1,1 1-1,-1-1 0,0 0 0,0 1 1,0-1-1,1 0 0,-1 1 0,0-1 1,1 0-1,-1 0 0,1 0 0,-1 0 1,1 1-1,-1-1 0,1 0 1,0 0-1,-1 0 0,1 0 0,0 0 1,0 0-1,0 0 0,0 0 0,0 0 1,0-1-3,-1-37 52,1 28-43,0 4-10,0 0-1,0 1 1,1-1-1,0 1 1,0-1 0,1 1-1,-1 0 1,1-1-1,1 1 1,-1 0 0,1 0-1,0 0 1,0 1-1,1-1 1,0 1 0,0 0-1,0-1 1,0 2-1,1-1 1,0 1-1,0-1 1,0 1 0,1 1-1,-1-1 1,1 1-1,0 0 1,0 0 0,0 1-1,0-1 1,0 2-1,1-1 1,-1 0 0,1 1-1,-1 1 1,1-1-1,-1 1 1,5 0 1,-9 0-2,0 1-1,1-1 1,-1 1 0,1-1-1,-1 1 1,0 0 0,0 0-1,1 0 1,-1 0 0,0 1 0,0-1-1,0 1 1,0-1 0,-1 1-1,1 0 1,0-1 0,-1 1-1,1 0 1,-1 0 0,1 0-1,-1 0 1,0 0 0,0 1-1,0-1 1,0 0 0,0 1-1,-1-1 1,1 0 0,-1 1 0,1 1 1,0 1 10,0 0 0,-1 0 0,0-1 0,0 1-1,0 0 1,0 0 0,-1 0 0,0 0-1,0 0 1,0-1 0,-1 1 0,1 0-1,-1-1 1,0 1 0,0-1 0,-2 2-9,-4 4 68,0-1 0,-1 0 0,0-1 0,0 0 1,-1 0-1,0-1 0,-4 2-68,6-4 22,1 0-1,-1-1 1,0 0 0,-1 0 0,1-1-1,0 0 1,-1-1 0,0 1 0,1-2-1,-9 1-21,16-2 5,0 0 0,0 0 0,0 0-1,0 0 1,0-1 0,1 1 0,-1 0-1,0-1 1,0 1 0,0-1 0,0 1-1,0-1 1,0 0 0,1 1 0,-1-1-1,0 0 1,0 1 0,1-1 0,-1 0-1,1 0 1,-1 0 0,0 0 0,1 0-1,0 0 1,-1 1 0,1-1 0,-1 0-1,1 0 1,0 0 0,0 0-1,0 0 1,0 0 0,0 0 0,0-1-5,-1-42-7,2 30 17,-1 9-42,0-1 0,0 1 1,0 0-1,0 0 1,1 0-1,0 0 1,0 0-1,1 0 0,-1 0 1,3-3 31,-3 6-73,1 1-1,-1-1 1,1 0-1,0 1 1,-1-1 0,1 1-1,0-1 1,0 1 0,0 0-1,0 0 1,0 0-1,0 0 1,1 0 0,-1 0-1,0 1 1,1-1 0,-1 1-1,0-1 1,1 1 0,-1 0-1,0 0 1,1 0-1,-1 0 74,34 0-2828,-2 0-3446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47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16 11803,'0'0'1828,"0"0"394,0 0-6,-8 27-783,-30 84-320,36-105-1028,0-1 0,-1 0 0,1 0 0,-1 0 0,0 0 0,-1 0 0,1-1 0,-1 1 0,0-1 0,0 0 0,0 0 0,-1 0-85,2-2 60,0 0 0,0 0 1,-1-1-1,1 1 0,0-1 0,-1 0 1,1 0-1,-1 0 0,1 0 0,-1-1 1,1 1-1,-1-1 0,-1 0-60,4 0 47,1-1 0,-1 1 1,1-1-1,-1 1 0,0-1 0,1 1 0,-1-1 0,1 0 1,-1 1-1,1-1 0,0 0 0,-1 1 0,1-1 0,0 0 0,-1 1 1,1-1-1,0 0 0,0 0 0,0 1 0,-1-1 0,1 0 1,0 0-1,0 0 0,0 1 0,0-1 0,1 0 0,-1 0-47,0-32 241,0 25-143,0 1-89,1 0-1,-1 1 0,1-1 0,1 1 0,-1 0 0,1-1 0,0 1 0,0 0 0,1 0 1,0 0-1,0 0 0,0 1 0,1-1 0,0 1 0,0 0 0,0 0 0,0 0 1,1 1-1,0-1 0,0 1 0,5-3-8,-1 1 6,1 1-1,0 0 1,0 0 0,0 1-1,0 0 1,1 1 0,0 0-1,0 1 1,0 0 0,0 0-1,0 1 1,8 1-6,-17 0 4,0 0-1,0 1 0,1-1 1,-1 0-1,0 1 0,0 0 1,0 0-1,1-1 0,-1 1 1,0 0-1,0 1 0,0-1 1,-1 0-1,1 1 0,0-1 1,0 1-1,-1-1 0,1 1 1,-1 0-1,1-1 0,-1 1 1,0 0-1,0 0 0,0 0 1,0 0-1,0 1 0,0-1 1,0 1-4,0 0 13,0 0 0,0 1 1,-1-1-1,1 1 1,-1-1-1,0 1 1,0-1-1,0 0 1,-1 1-1,1-1 1,-1 1-1,0-1 1,1 0-1,-2 1 1,1-1-1,0 0 1,-1 0-1,1 0 0,-1 0 1,-1 2-14,-7 6 76,-1-1 0,0 0-1,0-1 1,0-1 0,-1 1 0,-1-2 0,1 0 0,-1 0-1,0-1 1,-1-1 0,1 0 0,-1-1 0,0-1 0,0 0 0,-4 0-76,15-26 202,4 19-202,-1-1 0,1 1 1,0-1-1,0 1 0,1 0 0,-1 0 0,1-1 0,0 1 0,0 0 0,0 0 0,0 1 0,1-1 1,0 0-1,0 1 0,0 0 0,0-1 0,0 1 0,0 0 0,1 1 0,0-1 0,0 1 0,-1-1 1,1 1-1,0 0 0,1 1 0,-1-1 0,0 1 0,1-1 0,6-1-3,0-1 0,1 2-1,-1-1 1,1 2 0,0-1 0,0 2 0,-1 0-1,1 0 1,0 1 0,7 1 3,-17-2 4,0 1 0,0-1 1,0 1-1,0-1 0,-1 1 1,1 0-1,0 0 0,0 0 1,0 0-1,-1 0 0,1 0 0,0 0 1,-1 0-1,1 1 0,-1-1 1,0 1-1,1-1 0,-1 1 1,0-1-1,0 1 0,0 0 0,0 0 1,0-1-1,0 1 0,-1 0 1,1 0-1,-1 0 0,1 0 1,-1 0-1,1 0 0,-1 0 1,0 1-5,0 0 45,0 1 1,-1-1 0,1 0 0,-1 0 0,0 0 0,0 1 0,0-1 0,0 0 0,0 0 0,-1 0 0,1-1 0,-1 1 0,0 0 0,1 0 0,-2-1 0,1 0 0,0 1 0,0-1 0,-3 2-46,-5 3 78,-1 0-1,0 0 1,0-1 0,-1 0 0,0-1-1,0 0 1,0-1 0,0-1 0,-1 0-1,1 0 1,-1-1 0,0-1 0,0 0-78,12-1-1,1-1 0,-1 1 0,0 0 0,1-1 0,-1 1 0,1 0 1,-1-1-1,1 1 0,-1 0 0,1-1 0,-1 1 0,1-1 0,-1 1 0,1-1 1,0 1-1,-1-1 0,1 0 0,0 1 0,-1-1 0,1 1 0,0-1 0,0 0 1,0 1-1,0-1 0,-1 0 0,1 1 0,0-1 0,0 1 0,0-1 0,0 0 1,0 1-1,1-1 0,-1 0 0,0 1 0,0-1 1,4-26-361,-2 21 233,1 1 1,-1-1-1,2 0 1,-1 1 0,0 0-1,1 0 1,0 0 0,0 0-1,1 0 1,-1 1 0,1 0-1,0 0 1,0 0 0,5-2 127,6-6-435,45-37-2398,1 2-2845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48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7586,'0'0'8261,"0"0"-5236,0 25-1925,4 94 2402,15 84-3502,3-72 827,-2-13 124,-3 16-951,-18-126 176,-2-9-50,-8-22 9,-12-42-81,17 45-48,1 1 0,1-1 1,1 0-1,1-1 0,0 1 0,2 0 1,0 0-1,1-1 0,1 1 0,2 0 1,-1 0-1,2 0 0,1 1 1,0 0-1,2 0 0,0 0 0,1 1 1,0 0-1,2 1 0,0 0 0,1 0 1,1 1-1,13-13-6,-15 17-4,1 1-1,0 0 1,1 1 0,0 1-1,0-1 1,1 2 0,0 0-1,0 1 1,1 0 0,0 1-1,0 1 1,1 0 0,-1 1-1,1 1 1,0 1 0,8-1 4,-22 3-3,0 0 1,0 0-1,1 1 1,-1-1 0,0 1-1,0-1 1,-1 1 0,1 0-1,0-1 1,0 1 0,0 0-1,0 0 1,-1 1 0,1-1-1,0 0 1,-1 0 0,1 1-1,-1-1 1,1 1-1,-1-1 1,0 1 0,0 0-1,0 0 1,0-1 0,0 1-1,0 0 1,0 0 0,0 0-1,-1 0 1,1 0 0,-1 0-1,0 0 1,1 0 0,-1 0-1,0 0 1,0 0 0,0 0-1,-1 0 1,1 0-1,-1 2 3,1 6-2,-2 0-1,1 0 0,-2 0 0,1 0 0,-1 0 0,-1-1 0,0 1 0,-2 4 3,-7 7-1,-1 0-1,-1-1 1,-1 0 0,0-2-1,-1 0 1,-12 10 1,-15 9-3,-1-1-1,-17 8 4,124-95 19,-42 40-31,0 2-1,0 0 1,1 1-1,0 1 1,0 1-1,1 1 1,0 1-1,0 1 1,0 1-1,0 1 0,0 0 1,0 2-1,16 3 13,-33-3-2,1 0 0,0 0-1,-1 1 1,1 0-1,-1 0 1,1 1-1,-1-1 1,0 1-1,0 0 1,0 0-1,0 1 1,-1 0-1,0 0 1,1 0-1,-1 0 1,-1 0-1,1 1 1,-1 0-1,1 0 1,-1 0 0,1 3 2,-2-4 2,0 0 1,0 1 0,-1-1-1,1 1 1,-1-1 0,0 1 0,0-1-1,-1 1 1,1 0 0,-1-1-1,0 1 1,0 0 0,-1-1 0,0 1-1,1 0 1,-1-1 0,-1 1-1,1-1 1,-1 0 0,0 1 0,0-1-1,0 0 1,0 0 0,-1 0-1,1 0 1,-1 0 0,-2 1-3,-6 5 52,0 0 0,-1 0 0,0-2 0,0 1 0,-1-2 0,0 1 1,-1-2-1,1 0 0,-1 0 0,-1-2 0,1 0 0,-2 0-52,-19 4 60,0-2 0,0-2 0,-1-1 0,-21-2-60,56-1-25,0 0 0,0 0 0,0 0 0,-1 0 0,1 0 0,0 0 0,0-1 0,0 1 0,0 0 0,0-1 0,0 1 0,0-1 0,0 1 0,1-1 0,-1 1 0,0-1 0,0 0 0,0 1 0,0-1 0,1 0-1,-1 0 1,0 0 0,1 1 0,-1-1 0,1 0 0,-1 0 0,1 0 0,-1 0 0,1 0 0,-1 0 0,1 0 0,0 0 0,0 0 0,0 0 0,-1 0 0,1 0 0,0-1 0,0 1 0,0 0 0,1 0 0,-1 0 0,0 0 0,0 0 0,1 0 0,-1 0-1,0 0 1,1 0 0,-1 0 0,1 0 0,-1 0 0,1 0 0,0 1 0,-1-1 0,1 0 0,0 0 0,-1 0 0,1 1 0,0-1 25,12-9-885,-1 0 1,1 1-1,1 1 0,0 0 1,0 1-1,2-1 885,46-19-6025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48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31 4097,'0'0'9651,"0"0"-5521,-32-6-1329,-108-15-564,128 19-2076,1 1 0,0 1 0,0 0 0,-1 0 1,1 1-1,0 0 0,0 1 0,0 1 1,0 0-1,0 0 0,1 1 0,-1 0 0,1 1 1,0 0-1,0 1 0,-2 2-161,-4 4 90,1 1 0,1 0 0,0 1 0,0 1 0,2 0 1,0 1-1,-6 11-90,10-16 37,2 0 0,0 1 0,0 0 0,1 0 0,0 0 0,1 1 1,0 1-38,3-10 6,0 0 0,0 0 0,1 0 0,-1 0 0,1 0 0,-1 0 0,1 0 0,1 0 0,-1 0 0,1 0 0,-1 0 0,1 0 0,0 0 0,0 0 0,1 0 0,-1-1 0,1 1 0,0 0 0,0-1 0,0 1 0,1-1 0,-1 0 0,1 0 0,-1 0 0,1 0-6,4 2 6,0-1 0,0 1-1,1-1 1,-1-1 0,1 0-1,0 0 1,0 0-1,0-1 1,0 0 0,0-1-1,5 1-5,21 1-9,0-2 0,10-1 9,-18 0-17,-3 0-84,0-1 0,0-1 0,-1-1 0,1-1-1,-1 0 1,1-2 0,-2-1 0,20-9 101,-32 13-33,-1-1 0,0-1 0,0 0 1,-1 0-1,1 0 0,-1-1 0,0 0 0,-1-1 0,1 0 0,-1 1 0,-1-2 0,1 1 0,-1-1 1,-1 0-1,1 0 0,-1 0 0,-1-1 0,1 1 0,-1-1 0,-1 0 0,0 0 0,0 0 0,0-3 33,0-122 1734,-2 448 120,0-176-6395,0-138 293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29 3753,'0'0'8964,"0"0"-6206,0 0-1381,0 0-252,0 0-673,-29-6-329,-95-14-11,121 20-76,0-1-1,1 0 1,-1 1-1,0 0 1,0 0-1,0 0 1,0 0 0,0 0-1,0 0 1,1 1-1,-1-1 1,0 1-1,0 0 1,1 0-1,-1 0 1,0 0 0,1 1-1,-1-1 1,1 1-1,-1-1 1,1 1-1,0 0 1,0 0 0,-2 1-36,4-2 31,-1 1 1,1-1 0,-1 1 0,1-1 0,0 1 0,0 0 0,-1-1 0,1 1-1,0-1 1,0 1 0,1-1 0,-1 1 0,0-1 0,0 1 0,1 0 0,-1-1-1,1 0 1,-1 1 0,1-1 0,0 1 0,0-1 0,-1 0 0,1 1-1,0-1 1,0 0 0,0 0 0,0 0 0,1 1 0,-1-1 0,0 0-32,19 16 40,-1 2-1,-1 0 1,-1 1 0,-1 1 0,8 13-40,-17-22 7,0 0 0,-1 1 0,-1-1 0,0 1 0,0 0 0,-1 1 0,-1-1 0,-1 0 0,0 1 0,0 0 0,-1 11-7,-1-21 108,1 0 0,-1 0 0,-1 1 0,1-1 0,-1 0 1,1 0-1,-1 0 0,0 0 0,-1 0 0,1 0 0,-1 0 0,0 0 1,0-1-1,-1 4-108,-1-4 161,1 0 1,-1 0-1,1-1 1,-1 1-1,0-1 1,0 0 0,0 0-1,0 0 1,0 0-1,-1-1 1,1 1-1,0-1 1,-3 0-162,-19 4 278,0-2 1,0 0-1,0-2 1,0-1-1,-19-2-278,37 0-111,0 0-1,0 0 1,0 0 0,0-1-1,1 0 1,-1-1 0,1 0-1,0 0 1,0 0 0,0-1-1,0 0 1,-5-6 111,12 11-160,-1-3-1885,1 2 186,0-3-3278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4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7394,'0'0'6160,"0"0"-3763,0 0-1318,0 0 310,0 0-460,0 0-339,-27 24 54,-83 80 105,105-99-676,1-1-1,0 0 1,0 1 0,1-1-1,-1 1 1,1 0 0,0 0-1,0 1 1,1-1-1,-1 1 1,1-1 0,1 1-1,-1-1 1,1 1-1,0 0 1,0 0 0,0 0-1,1 0 1,0 0 0,0 0-1,1 0 1,0 4-73,0-3 77,0-4-58,-1-1 0,1 1 0,0-1 0,0 1 1,0 0-1,0-1 0,1 0 0,-1 1 0,1-1 0,-1 0 0,1 0 0,0 0 0,0 0 0,0 0 0,0 0 0,0 0 0,0 0 0,0-1 0,1 0 0,-1 1 0,1-1 0,-1 0 1,1 0-1,-1 0 0,1 0 0,0-1 0,-1 1 0,1-1-19,13 3 31,0 0 0,0-1 0,0-1 0,7-1-31,-13 0 28,6 1-29,0-1 1,0 0 0,0-1 0,-1-1-1,1-1 1,0 0 0,13-6 0,-24 8 12,-1-1 0,0 0 1,1 0-1,-1-1 1,0 1-1,-1-1 0,1 0 1,0 0-1,-1-1 1,0 1-1,0 0 1,0-1-1,0 0 0,0 0 1,-1 0-1,1 0 1,-1 0-1,0 0 0,-1-1 1,1 1-1,-1-1 1,1 1-1,-2-1 0,1 0 1,0 1-1,-1-1 1,0 0-1,0-4-12,-14 71 3319,5-22-7165,9-62-1828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4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12411,'0'0'6905,"0"0"-5833,0 0 865,0 0-1273,0 0-488,0 0-176,0 0-104,0 143-1272,7-92-2625,-7-9-3545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5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9978,'0'0'8186,"0"0"-6170,0 0 465,0 0-1721,0 0-384,0 154 480,0-61-264,-7 2-55,4 0-161,0-15-256,-1-11-64,4-16-40,-3-14-16,3-15-72,-3-9-585,-1-15-855,-2 0-712,-1-21-4426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5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0 189 6649,'0'0'10617,"0"0"-6510,0 0-2039,0 0-772,0 0-758,0 0-386,39-15-108,126-50-78,-27 12-1073,-78 31-3048,4-3-6957,-46 19 5423,5 3 7911,-22 4-1911,0-1-1,0 1 1,0-1-1,0 1 1,0 0 0,0-1-1,0 1 1,0 0 0,0-1-1,0 1 1,0 0 0,0 0-1,-1 0 1,1 0 0,0 0-1,0 0 1,-1 0-1,1 0 1,-1 0 0,1 1-1,-1-1 1,0 0 0,1 0-1,-1 0 1,0 0 0,0 1-1,0-1 1,0 0 0,0 0-1,0 1-310,8 59 3822,2-1-1,9 25-3821,-19-85 23,-1 1 1,1-1-1,0 1 0,0-1 1,0 1-1,1-1 0,-1 1 0,0-1 1,0 1-1,0 0 0,0-1 0,0 1 1,1-1-1,-1 1 0,0-1 1,0 0-1,1 1 0,-1-1 0,0 1 1,1-1-1,-1 1 0,0-1 1,1 0-1,-1 1 0,1-1 0,-1 0 1,1 1-1,-1-1 0,0 0 0,1 0 1,-1 0-1,1 1 0,0-1 1,-1 0-1,1 0 0,-1 0 0,1 0 1,-1 0-1,1 0 0,-1 0 0,1 0 1,-1 0-1,1 0 0,-1 0 1,1 0-1,-1 0 0,1-1 0,-1 1 1,1 0-1,-1 0 0,1 0 1,-1-1-1,1 1-23,1-2 20,-1 1 0,1-1 0,0 0 0,-1 1 0,0-1 0,1 0 0,-1 0 0,0 0 0,0 0 0,0 0 0,0 0 0,-1-1-20,5-19 117,-1-1 1,-2 0 0,0 0-1,-1 0 1,-3-23-118,1-3 1699,1 48-1458,0 5-189,0 302-2005,-8-306-5886,-1 0 517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6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2785,'0'0'1140,"0"0"2262,0 0-739,0 0-864,0 0-449,0 0-427,0 12 157,2 148 1306,-5 222 1411,1-357-3750,-1-1-1,-1 0 1,-1 0 0,-1 0 0,-9 20-47,15-44-142,0 0-1,0 0 0,0 0 1,0 0-1,1 0 0,-1 0 1,0 0-1,0 0 0,0 0 1,0 0-1,0-1 1,0 1-1,0 0 0,0 0 1,1 0-1,-1 0 0,0 0 1,0 0-1,0 0 0,0 0 1,0 0-1,0 0 0,0 0 1,1 0-1,-1 0 0,0 0 1,0 1-1,0-1 1,0 0-1,0 0 0,0 0 1,0 0-1,0 0 0,0 0 1,1 0-1,-1 0 0,0 0 1,0 0-1,0 0 0,0 0 1,0 0-1,0 1 0,0-1 1,0 0-1,0 0 1,0 0-1,0 0 0,0 0 1,0 0-1,0 0 0,0 1 1,0-1 142,12-10-8117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6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34 5753,'0'0'6998,"0"0"-4412,0 0-1369,0 0 304,0 0-499,0 0-600,-13-7-135,-46-19 119,56 26-348,0 0-1,0 0 0,0 0 0,0 0 1,0 0-1,0 1 0,0-1 1,0 1-1,0 0 0,0 0 1,1 0-1,-1 0 0,0 1 0,1-1 1,-1 1-1,1 0 0,-1-1 1,1 1-1,0 0 0,0 0 1,0 1-1,0-1 0,0 0 0,0 1 1,0-1-1,1 1 0,-1 0 1,1 1-58,-4 3 217,-4 6-39,0 1-1,2 0 1,0 1 0,0-1-1,1 1 1,1 1 0,1-1-1,0 1 1,1 0 0,0 0 0,2 0-1,0 0 1,0 12-178,2-26 5,-1 0 1,1 0 0,-1 0-1,1 0 1,0 0 0,0-1-1,-1 1 1,1 0-1,1 0 1,-1-1 0,0 1-1,0 0 1,1-1-1,-1 1 1,0-1 0,1 0-1,0 1 1,-1-1-1,1 0 1,0 0 0,0 0-1,-1 0 1,1 0 0,0 0-1,0-1 1,0 1-1,0-1 1,0 1 0,0-1-1,2 0-5,11 3 23,0-1 0,0 0-1,14-1-22,-21-1 17,17 1-163,104 1-962,-43-7-4417,-26-5-3155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7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13051,'0'0'2744,"0"0"-435,0 0-407,0 0-992,0 0-505,-30 11 69,-12 4-197,1 2 0,-3 3-277,37-15 88,-1 0 1,1 1 0,0 0-1,1 0 1,-1 0 0,1 1-1,1-1 1,-1 1 0,1 1-1,0-1 1,1 1 0,0 0-1,0 0 1,1 0 0,0 1-1,0-1 1,1 1 0,0 0-1,0 3-88,-1-1 112,1-4-53,0 0 0,1 0 0,-1 0 1,2 0-1,-1 0 0,1 0 0,0 0 0,0 0-59,1-5 4,-1 0 1,0 0-1,1-1 0,-1 1 0,1-1 1,0 1-1,0 0 0,-1-1 1,1 1-1,0-1 0,0 0 1,0 1-1,1-1 0,-1 0 1,0 1-1,0-1 0,1 0 1,-1 0-1,1 0 0,-1 0 0,1-1 1,-1 1-1,1 0 0,-1 0 1,1-1-1,0 1 0,-1-1 1,1 0-1,0 1 0,0-1 1,-1 0-1,1 0-4,9 1-29,0 0 1,-1 0-1,1-2 0,0 1 1,0-1-1,-1 0 0,1-1 1,-1-1-1,1 0 0,-1 0 1,0-1-1,0 0 1,6-4 28,-9 4-21,-1 0 1,0 0 0,-1-1 0,1 0 0,-1 0 0,0-1 0,0 1 0,-1-1-1,0 0 1,0-1 0,0 1 0,-1 0 0,0-1 0,0 0 0,0 0 0,-1 0 0,0 0-1,0 0 1,-1 0 0,0-3 20,0-3 225,1-1 234,-2 17-168,0 7-241,-1 1 38,1 0 0,0 0 0,1 0 0,0 1 0,0-1 0,1 0 0,1 0 0,0-1 0,0 1 0,1 0 0,0-1 0,5 8-88,13-10-680,-14-12-4651,-5-5-789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7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57 1720,'0'0'8003,"0"0"-5015,0 0-1855,0 0-274,0 0-241,0 0 6,-28-9 73,-91-29 70,111 36-616,0 0 0,0 0 0,-1 1 0,1 0 0,-1 0-1,1 1 1,-1 0 0,-3 0-151,9 1 36,1-1 0,-1 1 0,0 0 0,1-1 0,-1 1 0,1 0 0,-1 1 0,1-1 0,0 0 0,-1 1 0,1-1 0,0 1 0,0 0 0,0-1 0,0 1 0,0 0 0,1 0 0,-2 2-36,2-2 6,0 1 0,0-1-1,0 1 1,0-1 0,0 1 0,1 0-1,-1-1 1,1 1 0,0 0 0,0 0-1,0-1 1,0 1 0,0 0 0,0 0-1,1-1 1,0 3-6,15 41 28,40 44 54,10 20-68,-59-96-7,0 0 0,-1 0 0,-1 1 1,0-1-1,-1 1 0,2 15-7,-6-28 41,1 0 0,-1 0 0,1 0 0,-1 0 0,0 0 0,0 0 0,0 0 0,0 0 0,-1 0 0,1 0 0,0 0 0,-1 0 0,1 0 0,-1 0 0,0 0 0,0 0 0,0-1 0,0 1 0,0 0 0,0-1 0,0 1 0,0 0 0,-1-1 0,1 1 0,-1-1-41,-3 2 138,1-1-1,-1 0 0,0 0 0,0-1 1,0 1-1,0-1 0,0 0 1,0-1-1,0 1-137,0 0-22,-27 3 329,0-1-1,-22-1-306,53-2-19,0-1 0,0 1-1,1 0 1,-1 0-1,0-1 1,0 1 0,0-1-1,1 1 1,-1-1-1,0 1 1,0-1 0,1 1-1,-1-1 1,0 0-1,1 1 1,-1-1 0,1 0-1,-1 0 1,1 1-1,-1-1 1,1 0 0,0 0-1,-1 0 1,1 1-1,0-1 1,-1 0 0,1 0-1,0 0 1,0 0-1,0 0 1,0 0 0,0 0-1,0 1 1,0-1-1,0 0 1,0 0 0,1 0-1,-1 0 1,0 0-1,0 0 1,1 1-1,-1-1 1,1 0 0,-1 0-1,1 0 1,-1 1-1,1-1 1,-1 0 0,1 1-1,0-1 1,0 0 19,6-4-976,1 1 1,-1 0 0,1 1-1,0-1 1,0 1-1,0 1 1,6-2 975,31-8-7901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8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9634,'0'0'5513,"0"0"-2936,0 0-566,-28 2-890,28-2-1121,-29 2 216,0 1-1,-28 7-215,55-10 7,0 1 0,-1 0 0,1 0-1,0 1 1,0-1 0,0 0 0,0 1 0,0 0 0,0-1-1,0 1 1,0 0 0,1 0 0,-1 0 0,0 0-1,1 0 1,0 0 0,0 0 0,-1 1 0,1-1 0,1 0-1,-1 1 1,0-1 0,1 1 0,-1-1 0,1 1-1,-1-1 1,1 1 0,0-1 0,0 1 0,0-1-1,1 1 1,-1-1 0,1 1 0,-1-1 0,1 1-7,0 11 23,-1-6-17,0 1 0,1-1 0,-1 0 0,2 0 0,-1 1 0,1-1 0,0 0 0,1 0 0,0 0 0,2 2-6,-3-6 3,1 0-1,0 0 0,0 0 1,0 0-1,0-1 0,1 1 1,0-1-1,-1 0 0,1 0 1,0 0-1,0-1 0,1 1 1,-1-1-1,0 0 0,1 0 1,0-1-1,-1 1 0,4 0-2,2 0 10,1 1 0,-1-1 0,1-1 0,0 0 0,0-1 0,0 0 0,-1 0 0,1-1 0,0 0 1,9-3-11,-16 3-15,0-1 1,0 1 0,1-1 0,-2 0 0,1 0 0,0 0 0,0-1-1,-1 1 1,1-1 0,-1 0 0,0 0 0,0 0 0,0 0 0,0-1-1,0 1 1,-1-1 0,0 0 0,1 0 0,-1 0 0,-1 0 0,1 0 0,-1 0-1,1 0 1,-1 0 0,0-1 0,-1 1 0,1-3 14,1-104 1739,-2 124-1629,1 1 0,1-1 0,0 0 0,1 1 0,1-1 1,0-1-1,0 1 0,1 0 0,4 6-110,-7-15-80,0 0 0,0 0 0,0-1 0,1 1 0,-1 0 0,1-1 0,-1 0 0,1 0 0,0 0 1,1 0-1,-1 0 0,0-1 0,1 1 0,0-1 0,-1 0 0,1 0 0,0 0 0,0 0 0,0-1 0,0 0 0,0 0 0,1 0 0,-1 0 0,0-1 1,0 1-1,1-1 0,-1 0 0,0 0 0,0-1 0,1 1 0,-1-1 0,4-1 80,-5 1-539,-1 0 0,0 0 1,1 0-1,-1-1 0,0 1 0,0 0 0,0-1 1,0 1-1,0-1 0,0 0 0,1-1 539,18-27-10206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12219,'0'0'4337,"0"0"-1337,0 0-783,0 0-1585,0 0 104,0 0 224,33 217-288,-23-137-360,0-8-160,0-7-144,0-11-8,-4-10 0,1-11-408,-4-3-536,4-12-1144,-4-7-3049,4-8-5546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9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0 12443,'0'0'4937,"0"0"-2577,0 0-23,0 0-1633,0 0-328,0 0 152,93 188-96,-86-105-120,-4 1-168,-3-4-80,0-9-64,0-14 0,0-13-352,0-14-1264,0-12-2833,-17-12-3553</inkml:trace>
  <inkml:trace contextRef="#ctx0" brushRef="#br0" timeOffset="1">1 542 2633,'0'0'8164,"0"0"-5229,30-26-1692,1-3-965,-11 9-153,1 1 1,1 1-1,1 1 0,0 1 1,1 1-1,1 1 0,22-9-125,-27 14 21,-1 1 0,1 0 1,1 2-1,-1 1 0,1 0 0,0 1 0,0 2 0,16-1-21,-33 3-1,-1 1 0,1-1-1,-1 1 1,1-1-1,-1 1 1,1 0-1,-1 1 1,0-1 0,0 0-1,0 1 1,0 0-1,0 0 1,0 0-1,0 0 1,0 0 0,-1 1-1,1-1 1,-1 1-1,0-1 1,0 1-1,0 0 1,0 0 0,0 0-1,0 0 1,-1 0-1,0 1 1,1 0 1,5 15 81,-1 0 1,-1 0-1,-1 1 1,1 13-82,5 17 941,1-10-135,-5-24-581,-2 0 0,0 1 0,0 0 0,-2 0 0,0 10-225,-1-27 12,0 1-1,-1 0 1,1-1 0,0 1 0,-1-1 0,1 1-1,0-1 1,0 1 0,-1-1 0,1 0 0,0 1-1,0-1 1,0 0 0,0 1 0,-1-1 0,1 0-1,0 0 1,0 0 0,0 0 0,0 0 0,0 0-1,0 0 1,-1 0 0,2 0-12,29-1-455,-26 1 180,32 0-3168,2 0-4404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9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14163,'0'0'2977,"0"0"-841,0 0-408,0 0-1143,-195 68-193,172-8 64,13 5-160,10-8-184,0-10-112,36-8-8,47-18-912,-7-9-1545,-3-12-3088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6:59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2415 649 15715,'0'0'2929,"0"0"-1177,0 0-479,0 0-617,-155 152-320,155-117-192,33-11-48,23-15-16,10-9-16,-6-6-8,-14-27-56,-13 1 8,-20-1-8,-13 9-136,-26 18-784,-24 6-1737,-3 0-2672</inkml:trace>
  <inkml:trace contextRef="#ctx0" brushRef="#br0" timeOffset="1">113 0 11763,'0'0'4681,"0"0"-2049,0 0-631,0 0-1153,0 0-520,-53 208-328,30-142-160,-14-7-4353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0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29 696,'0'0'1845,"0"0"-1019,0 0-223,0 0 1875,0 0 1219,0 0-1033,0-8 3495,0-13-1741,1 153-4153,1 52 305,-8-1 0,-21 110-570,21-251 19,-13 77-18,6 2 0,2 64-1,11-185-39,0 0-1,0 0 1,0-1-1,1 1 1,-1 0-1,0 0 1,0 0-1,0 0 1,0 0-1,0 0 1,1 0-1,-1 0 1,0 0 0,0 0-1,0 0 1,0 0-1,1 0 1,-1 0-1,0 0 1,0 0-1,0 0 1,0 0-1,1 0 1,-1 0-1,0 0 1,0 0 0,0 0-1,0 1 1,0-1-1,1 0 1,-1 0-1,0 0 1,0 0-1,0 0 1,0 0-1,0 0 1,0 1-1,0-1 1,1 0 0,-1 0-1,0 0 1,0 0-1,0 0 1,0 1-1,0-1 1,0 0-1,0 0 1,0 0-1,0 0 1,0 1-1,0-1 1,0 0-1,0 0 1,0 0 0,0 0-1,0 1 1,0-1-1,0 0 1,0 0-1,0 0 1,0 0-1,0 0 1,-1 1-1,1-1 1,0 0-1,0 0 41,9-12-3512,3-12-3912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0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0 207 3897,'0'0'6349,"0"0"-3411,0 0-625,0 0-569,39-29-797,128-92-164,-157 114-704,0 1-1,0 0 1,1 1 0,0 0 0,-1 0 0,2 1 0,-1 0 0,0 1 0,1 1-1,0-1 1,-1 2 0,1 0 0,8 0-79,0 0 119,7-1 98,-1 1 1,1 1-1,-1 2 0,23 3-217,-40-3 23,-1 0 0,0 1 0,0-1-1,0 1 1,0 1 0,0 0 0,0 0-1,-1 0 1,0 1 0,0 0 0,0 1 0,-1-1-1,0 1 1,0 1 0,0-1 0,3 6-23,-2-2 62,0 1 1,-1 0 0,0 1 0,-1-1 0,-1 1-1,0 0 1,0 0 0,-1 0 0,0 3-63,1 12 195,-1 0 1,-1 0 0,-3 22-196,0-35 86,-1 1 0,-1-1 0,0 0 0,-1 0 0,-1-1 0,0 1-1,-1-1 1,0 0 0,-1 0 0,0-1 0,-1 0 0,0 0 0,-1-1 0,-1 0 0,0 0 0,0-1 0,-1-1 0,-8 6-86,-5 4 110,0-2 0,-2 0-1,0-2 1,-1-1 0,0-1 0,-1-1 0,-1-2 0,-13 3-110,28-9 9,-1-1 0,1-1 1,0-1-1,-1 0 0,-10-1-9,24 0-22,0 0-1,0 0 1,0 0-1,1-1 0,-1 1 1,0 0-1,0 0 1,0-1-1,1 1 0,-1 0 1,0-1-1,0 1 1,1-1-1,-1 1 0,0-1 1,1 1-1,-1-1 1,1 1-1,-1-1 0,1 0 1,-1 1-1,1-1 1,-1 0-1,1 0 0,-1 1 1,1-1-1,0 0 1,0 0-1,-1 1 0,1-1 1,0 0-1,0 0 1,0 0-1,0 0 0,0 1 1,0-1-1,0 0 1,0 0-1,0 0 0,0 0 1,0 0 22,1-2-341,-1-1 0,1 1 0,0 0 1,0-1-1,0 1 0,0 0 0,0-1 1,1 1-1,0 0 0,1-2 341,21-21-5500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0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11282,'0'0'2932,"0"0"-961,0 0-248,0 0-796,-17 37-215,1-3-484,-17 37 769,2 2 0,-10 47-997,21-57 500,3 0 0,3 1 1,3 1-1,2 1 0,4-1 0,2 1 1,3 7-501,2-63-4,-1 0 1,1 0-1,1 0 1,0-1-1,0 1 1,1-1-1,0 1 1,1-1-1,0-1 1,0 1-1,1-1 1,0 1-1,0-2 1,1 1-1,0-1 1,0 0-1,1 0 0,0-1 1,0 0-1,0-1 1,1 1-1,0-2 1,4 3 3,-4-3-444,1-1 0,-1 0-1,1 0 1,-1-1 0,1 0 0,0-1 0,2 0 444,-3 0-949,-1-1 1,1-1 0,0 1-1,-1-1 1,1-1-1,-1 0 1,1 0 0,3-2 948,32-19-11117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03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5697,'0'0'7402,"0"0"-4954,0 0-191,0 0-857,0 0-216,175 131-39,-135-63-321,0 6-192,-1 4-104,-6-1-264,-3-8-120,-10-10-144,-4-11 48,-2-15-48,-1-16-360,7-17-1136,-4-12-2281,1-23-3409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0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1 11570,'0'0'2872,"0"0"-977,0 0 17,-21 38-199,-5 11-1199,-106 184 1840,-8-19-1012,-33 57-277,172-270-1065,-3 5-69,1-1 0,0 1 0,0 0 0,0-1 0,1 1 0,0 1 0,0-1-1,0 0 1,1 0 0,0 1 0,0 0 69,1-7-25,0 0 0,0 0 0,0 0 0,0 1 0,0-1 0,1 0 0,-1 0 0,0 1 0,0-1 0,0 0 0,0 0 0,0 0 0,0 1 0,0-1 0,1 0-1,-1 0 1,0 0 0,0 0 0,0 1 0,0-1 0,1 0 0,-1 0 0,0 0 0,0 0 0,0 0 0,1 0 0,-1 1 0,0-1 0,0 0 0,1 0 0,-1 0 0,0 0 0,0 0 0,1 0 0,-1 0 0,0 0 0,0 0-1,0 0 1,1 0 0,-1 0 0,0 0 0,0-1 0,1 1 0,-1 0 0,0 0 0,0 0 0,0 0 0,1 0 0,-1 0 0,0 0 25,7-1-467,-1 0 0,1 1 0,-1-2 0,1 1 0,-1-1 0,1 0 0,1-2 467,32-16-4938,9-15-6831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03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2665,'0'0'11306,"0"0"-8281,0 0-1489,0 0-816,0 0-216,0 0-176,0 0-96,205 26-56,-155-23-88,-7-3-88,-3 0-1320,-7 0-3417,-13 0-6801</inkml:trace>
  <inkml:trace contextRef="#ctx0" brushRef="#br0" timeOffset="1">80 263 1464,'0'0'11291,"0"0"-9451,0 0 473,0 0-705,0 0-232,0 0-440,0 0-263,152 26-273,-109-26-264,0 0-88,13 0-48,-10 0-560,-6-9-4201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04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60 111 4217,'0'0'7293,"0"0"-4229,0 0-941,0 0-677,0 0-584,-11 29-157,-32 91-53,42-118-629,0 0 1,1 0 0,-1 1-1,0-1 1,1 0-1,-1 1 1,1-1 0,0 1-1,0-1 1,0 0 0,0 1-1,0-1 1,1 0-1,-1 1 1,1-1 0,-1 0-1,1 1 1,0-1 0,0 0-1,0 0 1,1 2-24,0-2 21,-1-1 0,1 0 0,0 1 0,0-1 0,0 0 0,0 0 0,0 0 0,0-1 0,0 1 0,0 0 0,0-1 1,1 1-1,-1-1 0,1 0-21,6 2 98,13 3 94,0-1-1,1-1 0,-1-1 1,0-1-1,1-1 0,-1-1 1,19-4-192,-26 3 53,1 0 0,-1-2 0,0 0 0,0-1 0,0 0 0,-1-1 0,0 0 0,0-2 0,-1 0 0,1 0 0,7-8-53,-15 11 43,-1 0-1,0-1 1,0 0-1,0 0 1,-1 0-1,0 0 1,0-1-1,-1 0 1,0 0 0,0 0-1,0 0 1,-1 0-1,1-5-42,-2 8 46,0-1 1,-1 1-1,1-1 0,-1 1 1,0-1-1,0 1 0,0-1 0,-1 1 1,1-1-1,-1 1 0,0 0 0,-1-1 1,1 1-1,-1 0 0,0 0 1,0 0-1,0 0 0,0 0 0,-1 0 1,1 1-1,-1-1 0,-2-1-46,-4-3 17,0 1 0,0 0 0,-1 1 0,0 0 0,0 0 0,0 1 0,-1 0 0,0 1 0,0 1 0,0-1 0,0 2 0,0-1 0,-1 2 0,1-1 0,-1 2 0,-5 0-17,7 0-527,-1 1-1,1 0 1,0 1 0,0 0 0,-4 2 527,6-2-1072,0 1 0,0 1 0,0-1 0,0 1 0,1 1 0,-4 2 1072,-18 15-9940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04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1 0 5433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0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5433,'25'161'4640,"-24"-158"-4495,0 0-1,-1 0 1,1 0 0,-1 0 0,0 0 0,0 1-1,0-1 1,0 0 0,-1 0 0,1 0 0,-1 0-1,1 0 1,-1 0 0,0 0 0,-1 0 0,1 0-1,0 0 1,-1 0 0,0-1 0,1 1-1,-1 0 1,-2 0-145,-5 10 1009,-4 10 679,1 1 0,2 0 0,-7 21-1688,10-22 407,1 0 0,1 0-1,1 1 1,1-1 0,1 1-1,2-1 1,0 1-407,0-20 26,0-1-1,1 0 1,-1 0-1,1 0 1,-1 1-1,1-1 1,0 0-1,1 0 1,-1 0-1,0 0 1,1-1 0,0 1-1,-1 0 1,1-1-1,0 1 1,0-1-1,1 1 1,-1-1-1,0 0 1,1 0-1,-1 0 1,1 0-1,0-1 1,0 1 0,0-1-1,0 1 1,0-1-1,0 0 1,0 0-1,1 0-25,11 2 106,1 0 0,0-1 0,0-1 1,0 0-1,11-2-106,-14 1 61,7 0-17,0-1 0,0-1-1,0-1 1,0-1 0,0-1 0,17-6-44,-27 7 10,0 1 0,-1-2 0,0 1 0,0-1 0,0-1 0,-1 0 0,1 0 1,-1 0-1,-1-1 0,1-1 0,-1 1 0,-1-1 0,1 0 0,2-5-10,-6 8 46,0-1 1,-1 0-1,1 1 1,-1-1-1,0 0 1,-1 0-1,1-1 0,-1 1 1,-1 0-1,1 0 1,-1-1-1,0 1 1,0 0-1,-1-1 1,0 1-1,0 0 0,0 0 1,-1 0-1,0 0 1,0 0-1,-1 0 1,1 0-1,-1 1 1,0-1-1,-1 1 1,0 0-1,1 0 0,-2 0 1,1 0-1,0 1 1,-1 0-1,0 0 1,0 0-1,0 0 1,0 1-1,-7-3-46,-4-1-16,-1 1 0,-1 1 1,1 0-1,-1 1 0,0 1 0,0 1 0,-4 0 16,12 1-423,1 0 0,-1 1 0,0 0 0,1 1 0,-1 0 0,0 0 1,1 1-1,-1 0 0,1 1 0,0 0 0,0 1 0,0 0 0,-7 4 423,-4 10-6152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05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8130,'0'0'6489,"0"0"-5513,0 0 641,0 0 63,115 187-456,-72-109-360,-13 8 193,-10 3 7,-17 7-408,-3 2-264,-6 0-152,-31 0-168,-6-3-72,-10 1-216,-29 17-1208,12-21-3841,4-21-9490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0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2713,'0'0'7500,"0"0"-4760,0 0-1553,0 0-180,0 0-385,0 0-262,16-5-140,13-3 364,-1 2 0,1 0 0,0 2 0,0 1 0,1 1 1,14 2-585,-39 0 44,-1 2 1,1-1 0,0 0 0,-1 1-1,1 0 1,0 0 0,-1 0 0,0 1 0,0-1-1,0 1 1,0 0 0,0 0 0,0 0-1,-1 1 1,1 0 0,-1-1 0,0 1 0,1 3-45,9 11 115,-2 2 0,0-1 0,4 14-115,-7-17 116,40 94 326,-33-71-352,2-1 0,1-1 0,2 0 0,1-2 0,8 8-90,-27-40-1,0-1 1,0 1-1,0-1 0,1 1 1,-1-1-1,1 0 1,0 0-1,-1 0 0,1 0 1,0-1-1,3 2 1,-5-3-59,0 0-1,-1 0 1,1 0 0,0 0-1,0 0 1,0 0-1,-1 0 1,1 0 0,0 0-1,0 0 1,-1-1 0,1 1-1,0 0 1,0-1-1,-1 1 1,1 0 0,0-1-1,-1 1 1,1-1-1,0 1 1,-1-1 0,1 0-1,-1 1 1,1-1-1,-1 1 1,1-1 0,-1 0-1,1 0 1,-1 1-1,0-1 1,1 0 0,-1 0-1,0 1 1,0-1-1,0 0 1,1 0 0,-1 1-1,0-1 1,0 0-1,0 0 1,0 0 0,0 0-1,-1 1 1,1-1-1,0 0 60,3-30-5194,-3-2-3856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09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614 0 10066,'0'0'5104,"0"0"-3013,0 0-528,-27 26-464,-178 171 623,109-115-312,-51 30-1410,15-13 374,132-98-428,0-1 0,-1 0-1,1 0 1,0 0 0,-1 0 0,1 0 0,0 0 0,-1 0-1,1 0 1,0 0 0,0 1 0,-1-1 0,1 0 0,0 0-1,0 0 1,-1 1 0,1-1 0,0 0 0,0 0-1,-1 1 1,1-1 0,0 0 0,0 0 0,0 1 0,0-1-1,0 0 1,-1 1 0,1-1 0,0 0 0,0 1-1,0-1 1,0 0 0,0 1 0,0-1 0,0 0 0,0 0-1,0 1 1,0-1 0,0 0 0,0 1 0,0-1 0,0 0-1,1 1 1,-1-1 0,0 0 0,0 1 0,0-1-1,0 0 55,14 2-4435,-14-2 4403,17 0-4382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16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0 330 2721,'0'0'6649,"0"0"-3674,0 0-1108,0 0-473,0 0-372,32-17-116,104-52-209,-129 65-619,0 1 1,0-1-1,0 1 1,0 1-1,1-1 1,-1 1-1,1 1 1,-1-1-1,1 1 1,0 1-1,0 0 1,7 0-79,4 1 211,-8-1-163,0 0-1,0 1 1,0 0-1,-1 1 1,1 0-1,-1 1 1,1 0-1,-1 1 1,0 0 0,0 1-1,0 0 1,-1 0-1,0 1 1,0 0-1,0 0 1,-1 1-1,0 1 1,0-1-1,-1 1 1,1 1-48,27 31 75,-23-26-18,0 1 0,1-2 1,1 0-1,0-1 0,1 0-57,-9-8 48,0 0 1,0-1-1,1 0 0,-1 0 0,1 0 0,-1-1 1,1 0-1,0 0 0,0-1 0,0 0 0,0 0 1,0-1-1,0 0 0,0 0 0,5-1-48,-2-1 79,0 0 0,1-1-1,-1 0 1,0 0 0,0-1-1,-1-1 1,1 0 0,-1 0-1,0-1 1,0 0 0,-1 0-1,0-1 1,0 0 0,0-1-1,-1 0 1,0 0 0,-1 0-1,1-1 1,2-7-79,1 1 140,-2 0-1,0-1 1,0 0 0,-2-1-1,0 1 1,-1-1 0,-1 0-1,0-1 1,-1 1 0,-1 0 0,0-11-140,-3 17 80,1 1 1,-1-1 0,0 1-1,-1 0 1,-1 0 0,1-1-1,-5-8-80,6 17-114,0 0-1,0-1 1,1 1-1,-2 1 1,1-1 0,0 0-1,0 0 1,0 0-1,-1 0 1,1 1-1,-1-1 1,0 1-1,1-1 1,-1 1 0,0 0-1,0 0 1,0-1-1,0 1 1,0 0-1,0 1 1,0-1 0,0 0-1,0 1 1,0-1-1,-1 1 1,1 0-1,0-1 1,0 1 0,0 0-1,-1 0 1,1 1-1,0-1 1,0 0-1,0 1 1,-1-1-1,1 1 1,0 0 0,0 0-1,0 0 1,-1 0 114,-8 9-5107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17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16628,'0'0'3088,"0"0"-2136,0 0 289,0 0-345,0 163 64,0-88-424,0-4-144,0-2-176,-4-13-120,4-8-48,0-13-48,0-5 0,0-12-344,0-6-800,0-6-1745,0-6-2896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17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0 10442,'0'0'7394,"0"0"-5866,0 0 96,0 0-23,0 0-497,49 191-456,-46-129-296,1-2-88,-4-10-176,0-5-80,0-13-8,3-8 0,0-9-728,-3-6-784,0-9-1321,-6-3-1440,-17-18-4064</inkml:trace>
  <inkml:trace contextRef="#ctx0" brushRef="#br0" timeOffset="1">1 369 12411,'0'0'5649,"0"0"-4209,0 0 64,228-65-943,-135 47 119,-7 6-400,-7 6-280,14 6-416,-21 0-3441,-9 0-7105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17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4481,'0'0'8002,"0"0"-5258,0 0-655,0 0-545,0 0-1000,0 0-24,0 0 160,-73 181-191,60-110-273,10 1-136,3-10-8,0-8-72,20-12 0,13-7 0,33-17-312,-10-9-2705,0-9-6001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18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22 161 13779,'0'0'2147,"0"0"-657,0 0-85,-1 30-279,-7 219 349,4-160-1115,4-88-268,-3-30 208,3 13-294,-4-50 29,3-1 0,3 0 0,4-8-35,-5 67 5,1-1 0,0 1-1,1 0 1,0 0 0,0 0 0,1 0 0,0 0 0,0 1 0,1 0 0,0 0-1,0 0 1,5-4-5,-8 9 7,-1 0-1,1 0 0,0 1 0,0-1 0,0 1 1,1-1-1,-1 1 0,0-1 0,1 1 0,-1 0 0,1 0 1,-1 0-1,1 1 0,-1-1 0,1 1 0,-1-1 1,1 1-1,0 0 0,-1 0 0,1 0 0,0 0 1,-1 0-1,1 1 0,-1-1 0,1 1 0,0 0 1,-1-1-1,1 1 0,-1 1 0,0-1 0,1 0 1,-1 0-1,0 1 0,0-1 0,0 1 0,0 0 1,0 0-1,0 0 0,0 0 0,-1 0 0,1 0 0,0 1-5,15 19 221,-1 1 0,-2 0 0,11 21-222,-16-26 88,0 0 0,2-1 0,0 0 0,1 0 0,1-1 0,0-1 0,1 0 0,8 5-88,-16-16 15,-1 0 0,1 0 0,1-1-1,-1 0 1,1 0 0,-1 0-1,1-1 1,0 0 0,0-1 0,0 1-1,-1-1 1,2-1 0,-1 1-1,0-1 1,0-1 0,0 1 0,3-1-15,-4 0 9,-1 0 0,1-1 0,-1 1 0,1-1 0,-1 0 1,0 0-1,0-1 0,0 0 0,0 0 0,0 0 0,-1 0 1,1-1-1,-1 1 0,0-1 0,0 0 0,-1-1 1,1 1-1,-1-1 0,0 1 0,0-1 0,2-3-9,0-6 35,0-1-1,-1 0 0,0 0 1,-1 0-1,-1-1 1,-1 1-1,1-10-34,-2-11 219,-1 1 0,-5-28-219,-5 28 181,1-3-2037,10 37-2720,0 1-4923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18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40 8314,'0'0'7921,"0"0"-5288,0 0-240,0 0-1129,0 0-800,202-36-320,-166 33-144,-16 3-520,-13 0-1865,-7 3-3832</inkml:trace>
  <inkml:trace contextRef="#ctx0" brushRef="#br0" timeOffset="1">1 209 2985,'0'0'11002,"0"0"-6937,0 0-1121,0 0-1135,0 0-785,0 0-176,0 0-344,49 18-224,21-27-280,6 0-16,20 3-848,-23 6-2168,-21-3-5098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19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76 6969,'0'0'5186,"0"0"-3201,0 0-383,29-12 200,95-38-421,-118 47-1243,1 1 0,-1 0 0,1 0-1,0 0 1,0 1 0,0 0-1,0 1 1,0-1 0,0 1 0,0 0-1,6 2-137,-6-1 144,-6-1-132,1 0 0,-1 1 0,0-1 0,0 0 0,0 1 0,0-1 0,0 1 0,1 0 0,-1-1 0,0 1 0,0 0 0,-1 0 0,1 0 0,0 0 0,0-1 0,0 1 0,0 0-1,-1 0 1,1 1 0,0-1 0,-1 0 0,1 0 0,-1 0 0,0 0 0,1 0 0,-1 1 0,0-1 0,0 0 0,1 0 0,-1 1 0,0-1 0,0 0 0,0 0 0,-1 1 0,1-1 0,0 0 0,0 0-1,-1 0 1,1 1 0,0-1 0,-1 0 0,0 0 0,1 0 0,-1 0-12,-1 5 19,0 0-1,0 0 1,-1 0-1,0 0 0,0-1 1,-1 1-1,1-1 1,-4 3-19,-12 9 33,-1 0 1,-1-2-1,-1 0 1,-3 0-34,-12 10-26,27-12-381,18-5 256,36 1 214,-22-6-64,-9 1 46,0 0 1,0 1-1,-1 0 0,0 1 1,8 5-46,-17-9 35,0 0 1,0 0 0,0 0-1,-1 0 1,1 0 0,-1 0 0,1 1-1,-1-1 1,0 1 0,0 0 0,0 0-1,0 0 1,-1 0 0,1 0-1,-1 0 1,1 0 0,-1 0 0,0 0-1,0 1 1,-1-1 0,1 0 0,-1 1-1,0-1 1,0 2-36,0-3 55,0 0 0,-1 0 0,0-1-1,1 1 1,-1-1 0,0 1 0,0-1 0,0 1 0,0-1-1,0 1 1,0-1 0,-1 0 0,1 1 0,0-1 0,-1 0-1,1 0 1,-1 0 0,1 0 0,-1 0 0,1 0 0,-1-1 0,0 1-55,-45 16 505,31-13-365,-8 5-66,-18 5-206,0-1 1,0-2-1,-20 1 132,107-30-8664,0-5-452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19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25 3185,'0'0'7051,"0"0"-3713,30-4-759,94-14-395,-119 17-2092,-1 0 0,1 1 1,-1-1-1,0 1 0,1 0 0,-1 1 0,1-1 0,-1 1 0,1-1 0,-1 1 0,0 1 0,0-1 0,3 2-92,-6-3 21,0 1-1,0 0 0,0 0 1,0-1-1,0 1 0,-1 0 0,1 0 1,0 0-1,0 0 0,-1 0 1,1 0-1,-1 0 0,1 0 0,-1 0 1,0 0-1,1 0 0,-1 0 1,0 0-1,0 0 0,1 1 0,-1-1 1,0 0-1,0 0 0,0 0 1,-1 0-1,1 0 0,0 1 0,0-1 1,-1 1-21,-1 3 88,0 0 0,-1 1 0,1-1 0,-1 0 0,0 0 1,-1 0-1,1-1 0,-1 1 0,0-1 0,0 0 0,-1 0 0,1 0 1,-2 1-89,-28 14 339,-1-1 1,0-1-1,-1-2 1,-1-2-1,-20 4-339,79-19 20,-1 2 0,1 0 0,15 2-20,24 0-68,-53-2 64,0 0 1,0 1-1,1 0 0,-1 1 0,0-1 0,0 2 0,0-1 0,0 1 0,3 2 4,-9-4 7,0 0-1,0 0 1,0 0-1,0 0 0,-1 1 1,1-1-1,0 1 0,-1-1 1,1 1-1,-1-1 0,0 1 1,1 0-1,-1 0 1,0 0-1,0 0 0,0 0 1,0 0-1,-1 0 0,1 0 1,0 0-1,-1 0 0,0 0 1,1 0-1,-1 0 1,0 1-1,0-1 0,0 0 1,0 0-1,0 0 0,-1 0 1,1 1-1,-1-1 0,1 0 1,-1 0-1,0 0 1,0 0-1,0 0 0,0 0 1,-1 0-7,-2 4 77,-1-1 1,0 0 0,0 0-1,-1 0 1,1 0-1,-1-1 1,0 0 0,-1 0-1,1-1 1,-1 0 0,1 0-1,-1 0 1,-4 0-78,-12 7 88,-82 36-196,61-31-2640,35-13-2197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19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16836,'0'0'2640,"0"0"-271,0 0-1129,0 0-872,0 0-368,0 0-320,0 0-2201,-56 140-3512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20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13235,'0'0'4530,"0"0"-2503,0 0-513,0 0 80,3 27-377,4 16-828,4 28 1483,0 42-1872,-10-107 110,0 46 292,-2-38-268,-3-31 34,1-3-151,0-1-1,1 0 0,2 1 0,0-1 0,1 0 0,1 1 0,1-1 0,4-14-16,-3 21 1,1 1-1,0 0 1,1 0-1,0 0 1,1 0-1,1 1 1,0 1 0,0-1-1,1 1 1,1 1-1,0 0 1,0 0 0,2 0-1,0 0 1,-1 2 1,2 0-1,-1 0 1,1 1-1,0 1 1,1 0 0,13-4-2,-22 8-1,1 1 0,-1 0 0,1 0 0,-1 0 0,1 1 0,0 0 0,-1 0 0,1 0 0,-1 1 0,4 0 1,-6 0-2,0 0 1,0 0-1,-1 0 0,1 0 0,0 0 0,0 1 0,-1 0 0,1-1 0,-1 1 0,1 0 0,-1 0 0,0 0 0,0 1 0,0-1 1,0 0-1,0 1 0,0-1 0,-1 1 0,1 0 2,3 9-1,0-1-1,0 1 1,-1-1 0,-1 1-1,0 1 1,-1-1 0,1 10 1,0 92 9,0-11-239,-2-101 147,-1-1 0,0 1 0,0 0-1,0-1 1,1 1 0,-1-1 0,1 1-1,-1-1 1,1 1 0,-1-1-1,1 1 1,0-1 0,0 1 0,0-1-1,0 0 1,0 0 0,0 1 0,0-1-1,0 0 1,1 0 0,0 0 83,1 1-886,-1-1-1,1 0 1,0 0 0,0-1-1,0 1 1,0-1 0,0 1-1,0-1 1,1 0 0,1 0 886,18 0-14261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2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1 200,'0'0'13339,"0"0"-9210,0 0-2265,0 0-872,0 0-704,221 0-184,-148 0-104,-17 0-1944,-23 0-3761</inkml:trace>
  <inkml:trace contextRef="#ctx0" brushRef="#br0" timeOffset="1">166 170 4297,'0'0'8482,"0"0"-4409,0 0-1009,0 0-1135,0 0-617,0 0-496,0 0-536,169 9-280,-77-15-312,-19-3-1576,-7 0-3497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20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10282,'0'0'5432,"0"0"-3342,0 0-383,0 0-834,32-18-477,102-52 154,-129 67-446,0 1 0,1-1 0,-1 1 0,1-1 0,0 2 0,-1-1 0,1 1 0,0 0 0,0 0 0,0 0 0,0 1 0,0 0-1,0 0-103,7 1 300,-13-2-283,1 1 1,0 1-1,0-1 1,0 0-1,-1 0 1,1 0-1,0 0 1,0 0-1,-1 1 1,1-1-1,0 0 1,0 1-1,-1-1 1,1 1-1,0-1 1,-1 0-1,1 1 1,-1-1-1,1 1 1,-1 0-1,1-1 1,-1 1-1,1-1 1,-1 1-1,1 0 1,-1 0-1,0-1 1,1 1-1,-1 0 1,0 0-18,1 30 207,-3-22-160,0-1 1,-1 0-1,0 0 0,0 0 1,-1 0-1,-3 7-47,-15 13 140,-1 0-1,-1-1 0,-2-2 1,-21 17-140,-47 49 77,93-90-41,0-1 0,1 1 0,-1-1 0,0 1 0,1-1 0,-1 1 0,1-1 1,-1 1-1,1 0 0,-1-1 0,1 1 0,-1 0 0,1-1 0,0 1 0,-1 0 0,1 0 0,0 0 0,0-1 0,-1 1 1,1 0-1,0 0 0,0 0 0,0-1 0,0 1 0,0 0 0,0 0 0,0 0 0,0 0 0,1-1 0,-1 1 0,0 0 1,0 0-1,1-1 0,-1 1 0,0 0 0,1 0 0,-1-1 0,1 1 0,-1 0 0,1-1 0,-1 1 0,1-1 0,0 1 0,-1 0 1,1-1-1,0 0 0,-1 1 0,1-1 0,0 1 0,0-1 0,-1 0 0,1 1 0,0-1 0,0 0 0,-1 0 0,1 0 1,0 1-1,0-1 0,0 0 0,0 0 0,-1 0 0,1-1 0,0 1-36,70 5 175,-55-5-11,28 2-116,-25 0-107,1-1-1,0 0 0,0-2 0,0 0 1,0-2-1,-1 0 0,1-1 1,-1-1-1,3-1 60,9-9-1790,0-1 1,-1-2-1,19-14 1790,9-13-9375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21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13955,'0'0'4276,"0"0"-1980,0 0-442,-8 26-685,1 0-950,0 0-1,1 1 0,1 9-218,5-32 19,0 0 0,0 1 0,0-1 0,0 1 0,1-1 0,0 0 0,0 0 0,0 1 0,0-1-1,1 0 1,0 0 0,0 0 0,0 0 0,0-1 0,0 1 0,1-1 0,2 4-19,3 0 22,-1 0 0,1-1 1,0 0-1,0-1 0,0 1 1,2-1-23,-10-5 0,18 9 25,0-2 1,0 0-1,1-1 0,0 0 0,0-2 1,1 0-1,-1-2 0,1 0 0,-1-1 0,1-1 1,4-1-26,-16 2 8,0-2-1,0 1 1,0-1 0,0 0 0,-1-1 0,1 0 0,0 0 0,-1-1 0,0 1 0,1-2-1,-1 1 1,0-1 0,-1 0 0,1 0 0,-1-1 0,1-1-8,-3 2 12,1-1-1,-1 1 1,-1-1 0,1 0 0,-1-1-1,0 1 1,0 0 0,-1-1 0,1 0-1,-1 0 1,0 0 0,-1 1 0,0-2 0,1 1-1,-2 0 1,1 0 0,-1 0 0,0 0-1,0 0 1,-2-6-12,2 7-1,-1 0 0,0 0 1,-1 0-1,1 0 0,-1 0 0,0 1 0,0-1 0,0 0 0,-1 1 1,1 0-1,-1 0 0,0 0 0,0 0 0,-1 0 0,1 0 1,-3 0 0,-1-2 22,0 0 1,-1 1 0,0 0-1,0 1 1,0 0 0,-1 0-1,0 1 1,1 0 0,-2 0-23,-6-1-364,0 0 0,-1 1 0,1 1 0,-1 1 1,0 1-1,1 0 0,-1 0 0,0 2 0,1 0 1,-2 2 363,-22 14-5650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2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12003,'0'0'5913,"0"0"-4705,0 0 913,0 0-465,-69 158-576,39-99-696,0-5-272,1-10-112,-1 1-584,7-15-1640,6-12-3850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22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116 222 4305,'0'0'8010,"0"0"-4660,0 0-1226,0 29-517,-3 209 227,-1-161-1711,4-77-158,0 1 0,0-1 0,0 0 0,0 0 1,0 0-1,0 1 0,0-1 0,0 0 1,0 0-1,0 1 0,0-1 0,0 0 0,0 0 1,0 0-1,0 1 0,0-1 0,0 0 1,0 0-1,0 0 0,-1 1 0,1-1 0,0 0 1,0 0-1,0 0 0,0 1 0,0-1 1,-1 0-1,1 0 0,0 0 0,0 0 0,0 0 1,-1 0-1,1 1 0,0-1 0,0 0 0,0 0 1,-1 0-1,1 0 0,0 0 0,0 0 1,-1 0-1,1 0 0,0 0 0,0 0 0,0 0 1,-1 0-1,1 0 35,-9-10-1532,-6-17-636,-30-103-1051,36 100 4080,2 1-1,0-2 0,3 1 1,0-1-1,1-22-860,4 46 82,0 0 1,0 0-1,1 0 0,0 0 1,0 0-1,1 1 0,0-1 1,0 1-1,0-1 0,1 1 1,0 0-1,0 0 0,0 1 1,1-1-1,0 1 0,0 0 1,0 1-1,1-1 0,-1 1 1,1 0-1,0 0 0,1 0 1,4-1-83,10-6 236,0 2 1,1 0 0,0 1 0,1 1-1,-1 1 1,19-2-237,-30 6 233,0 0-1,0 1 1,0 0-1,0 1 1,0 0 0,0 1-1,11 2-232,-20-3 14,1 1-1,0 0 1,0 0-1,-1 0 1,1 1 0,-1-1-1,1 1 1,-1-1 0,1 1-1,-1 0 1,0 0-1,0 0 1,0 0 0,0 0-1,0 0 1,-1 1-1,1-1 1,0 1 0,-1-1-1,0 1 1,0 0-1,0-1 1,0 1 0,0 0-1,0 0 1,-1-1-1,1 1 1,-1 0 0,0 0-1,0 0 1,0 1-14,1 8 22,-1 1 0,0-1 0,-1 1 0,0-1 0,-3 11-22,3-16 5,-2-1 1,1 1-1,-1-1 0,0 0 1,0 0-1,0 0 1,-1 0-1,0-1 0,0 0 1,-1 1-1,-2 1-5,-73 62 81,62-56-63,1 2-1,0 0 0,0 0 1,2 2-1,0 0 1,-9 14-18,23-30 26,0 0 1,1-1 0,-1 1-1,0 0 1,1-1 0,-1 1 0,1 0-1,-1 0 1,1 0 0,0-1 0,-1 1-1,1 0 1,0 0 0,0 0 0,-1 0-1,1 0 1,0 0 0,0 0 0,0 0-1,0 0 1,0 0 0,0 0-1,0-1 1,1 1 0,-1 0 0,0 0-1,0 0 1,1 0 0,-1 0 0,0 0-1,1-1 1,-1 1 0,1 0 0,-1 0-1,1 0 1,0-1 0,-1 1 0,1 0-1,0-1 1,-1 1 0,1-1-1,0 1 1,0-1 0,0 1 0,-1-1-1,1 1 1,0-1 0,0 0 0,0 0-1,0 1 1,0-1-27,8 2 344,0-1 1,0 0-1,0-1 0,1 1 1,4-2-345,3 1 94,282 3 2000,-298-1-2256,0-1-1,-1 0 1,1 0 0,0 0 0,0 0 0,0 0 0,0 0 0,0 0 0,0 0 0,0 0-1,0 0 1,0 0 0,1-1 0,-1 1 0,0 0 0,1-1 0,-1 1 0,1-1 162,64 1-4980,-27-1-1228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2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7210,'0'0'7424,"0"0"-2899,0 0-2309,0 0-897,0 0-648,0 0-356,33-1-191,233-6 5,-247 6-169,-13 0-71,0 1-1,0 0 1,0 0-1,0 1 1,-1-1-1,1 1 1,4 2 111,-10-3-115,0 0 0,0 0 0,0 0 0,1 0 0,-1 0-1,0 0 1,0 0 0,0 0 0,1 0 0,-1 0 0,0 0 0,0 0 0,0 1 0,0-1 0,1 0 0,-1 0 0,0 0-1,0 0 1,0 0 0,0 1 0,0-1 0,1 0 0,-1 0 0,0 0 0,0 1 0,0-1 0,0 0 0,0 0 0,0 0 0,0 1-1,0-1 1,0 0 0,0 0 0,0 0 0,0 1 0,0-1 0,0 0 0,0 0 0,0 1 0,0-1 0,0 0 0,0 0-1,0 0 1,0 1 0,0-1 0,0 0 0,-1 0 0,1 0 115,-12 11-3515,-16 4-282,28-15 3705,-68 34-5521,0 6 3745,4 6 4862,9 8 5982,37-23-3991,18-30-4901,0-1 0,0 1 0,0 0 0,0-1 0,0 1 0,0 0-1,0 0 1,0-1 0,0 1 0,0 0 0,0-1 0,1 1 0,-1 0-1,0-1 1,0 1 0,1 0 0,-1-1 0,0 1 0,1-1 0,-1 1-1,1 0 1,-1-1 0,1 1 0,-1-1 0,1 1 0,-1-1 0,1 0 0,-1 1-1,1-1 1,0 1 0,-1-1 0,1 0 0,0 0 0,-1 1 0,1-1-1,0 0 1,-1 0 0,1 0 0,0 0 0,-1 0 0,1 0 0,0 0-1,0 0 1,-1 0 0,1 0 0,0 0-84,59 3 965,0-3 0,9-3-965,25-11-1526,-75 9-889,1-1-1,-1 0 0,12-7 2416,17-11-15370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2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8730,'0'0'4816,"0"0"-2492,0 0-441,0 0-393,0 0-458,0 0-331,14 24-27,-14-24-674,11 22 249,1-2 1,1 1-1,14 15-249,-23-33 45,0 1 0,1-1-1,-1 0 1,1 0 0,-1-1-1,1 1 1,0-1 0,0 0-1,0 0 1,0-1 0,0 0-1,1 1 1,-1-2 0,0 1-1,1-1 1,-1 1 0,0-2 0,1 1-1,-1 0 1,5-2-45,12 1 86,-13 1-56,8 0 5,-1 0 0,1-1-1,-1-1 1,0 0 0,9-3-35,-22 4 12,1 0-1,0 0 0,0-1 1,-1 1-1,1-1 1,-1 0-1,1 0 1,-1 0-1,0-1 0,0 1 1,0-1-1,0 0 1,0 1-1,0-1 1,-1-1-1,0 1 0,1 0 1,-1-1-1,0 1 1,-1-1-1,1 1 1,-1-1-1,1 0 0,-1 0 1,0-1-12,1-3 60,-1 0 0,0 1 1,0-1-1,-1 0 0,0 0 0,0 0 1,-1 0-1,0 0 0,0 0 1,-1 0-1,0 1 0,-1-1 0,1 0 1,-1 1-1,-1 0 0,0 0 1,0 0-1,0 0-60,0 2-24,0 1 1,0-1 0,0 1-1,0 0 1,-1 0 0,0 1-1,0-1 1,0 1-1,0 0 1,0 1 0,-1-1-1,1 1 1,-1 0 0,1 0-1,-1 1 1,0 0-1,0 0 1,0 0 0,0 0-1,0 1 1,0 0 0,0 1-1,1-1 1,-5 2 23,6-2-376,0 1 0,0 0 0,0 1 0,0-1 0,0 1 0,0-1 0,0 1 0,0 0 0,1 1 0,-1-1 0,1 1 0,0-1 0,0 1 0,0 0 0,-3 3 376,-12 21-6949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23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10922,'-40'159'2596,"17"-85"2906,21-67-5138,-1 0 1,1 1 0,0-1 0,1 0 0,0 1-1,0-1 1,0 1 0,1-1 0,0 1 0,1 4-365,-1-10 38,1 1 0,-1 0 0,1 0 1,-1 0-1,1 0 0,0-1 1,0 1-1,0 0 0,1-1 1,-1 1-1,1-1 0,-1 1 0,1-1 1,0 0-1,0 1 0,0-1 1,0 0-1,1 0-38,3 2 37,-1 0 1,1 0-1,0-1 1,0 0-1,1 0 1,-1 0-1,1-1 0,0 0-37,18 4 58,1 0 0,-1-2 0,25 0-58,-43-3 23,19 1-4,90 4 39,-104-6-47,1 0 0,-1-1 0,0-1 0,1 0 0,-1-1 1,0 0-1,9-4-11,-18 6 11,-1 1 1,1-2-1,0 1 1,-1 0-1,1-1 1,-1 1-1,1-1 0,-1 1 1,0-1-1,0 0 1,0 0-1,0 0 1,0 0-1,0-1 1,-1 1-1,1-1 0,-1 1 1,1-1-1,-1 1 1,0-1-1,0 1 1,0-1-1,0 0 1,-1 0-1,1 0 1,-1 1-1,0-1 0,0 0 1,1 0-1,-2 0 1,1 0-1,0 0 1,-1 1-1,1-1 1,-1-1-12,-1-1 21,0 0 1,0 0 0,-1 0 0,0 0 0,0 0 0,0 0 0,0 1 0,0 0 0,-1 0 0,0 0 0,0 0 0,0 0 0,0 1 0,-1 0-1,1 0 1,-1 0 0,-3-1-22,-6-2-629,0 2 1,0-1-1,0 2 0,-1 0 0,1 1 0,-1 0 0,0 1 0,0 1 0,-5 0 629,18 0-5694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7:23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0 1664,'0'0'10579,"0"0"-7603,0 0-567,0 0-713,0 0-784,0 0-176,172 205 257,-172-101-25,-4 7-48,-45-1-168,-11-6-472,-9-9-248,-4-12-32,-23-2-928,20-22-3153,10-17-8257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0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33 10298,'0'0'1308,"34"-5"-82,5-3-781,-8 1-68,0 2 0,0 1 1,0 2-1,0 1 0,14 2-377,-40-2 30,0 1 0,0 1 0,0-1 0,0 1 0,1 0 0,-1 0 0,-1 0 0,1 1 0,0-1-1,0 1 1,0 0 0,-1 1 0,1-1 0,-1 1 0,0 0 0,0 0 0,0 0 0,0 1 0,0 0 0,-1-1 0,0 1 0,1 0 0,-1 1-1,-1-1 1,1 0 0,-1 1 0,0 0 0,0-1 0,0 1 0,0 0 0,-1 0 0,0 0 0,0 0 0,0 0 0,-1 0 0,0 0-1,0 1 1,0-1 0,0 0 0,-1 0 0,0 2-30,-1 1 133,0 0 1,-1 1-1,0-1 0,0-1 0,0 1 0,-1 0 1,0-1-1,-1 0 0,0 0 0,0 0 0,0 0 1,-1-1-1,0 0 0,0 0 0,-1-1 1,0 0-1,1 0 0,-2 0 0,-1 0-133,-26 17 432,-2-3 0,0-1 0,-15 5-432,39-18 29,-38 17 121,32-13-69,17-8 11,6-2 53,31-11-135,1 2 1,1 1 0,-1 2-1,1 1 1,0 2 0,11 2-11,-43 2 12,0 0-1,0 0 1,0 0 0,0 1-1,1 0 1,-1 0 0,0 0 0,-1 1-1,1 0 1,0 0 0,0 0-1,-1 0 1,1 1 0,-1 0 0,0 0-1,0 0 1,0 0 0,0 1 0,0 0-1,-1-1 1,0 1 0,0 0-1,0 1 1,0-1 0,0 0 0,-1 1-1,0 0 1,0 0 0,0-1 0,-1 1-1,1 0 1,-1 0 0,0 0-1,-1 1 1,1-1 0,-1 0 0,0 0-1,-1 0 1,1 0 0,-1 0-1,0 0 1,0 0 0,-1 3-12,-1 0 124,0-1 0,0 0 0,-1 0 0,0 0 0,0 0 0,-1-1 0,0 0 0,0 0 0,0 0 0,-1 0 0,0-1 0,0 0 0,0 0-1,-1-1 1,-3 3-124,-14 8 418,-1-2-1,0 0 0,-21 6-417,21-10 82,-1-2 0,0-1-1,0-1 1,0-1 0,-1-2 0,1 0-1,-21-2-81,45 0-16,0 0-1,-1 0 0,1 0 1,-1-1-1,1 1 0,0 0 1,-1-1-1,1 0 0,0 0 1,0 1-1,-1-1 0,1-1 0,0 1 1,0 0-1,0 0 0,0-1 1,1 1-1,-1-1 0,0 0 1,-1-1 16,3 2-104,-1-1 0,0 1 1,0-1-1,1 1 0,-1-1 1,1 0-1,0 0 0,-1 1 1,1-1-1,0 0 0,0 0 1,0 1-1,0-1 0,0 0 0,0 0 1,1 1-1,-1-1 0,1 0 1,-1 1-1,1-1 0,0 0 1,-1 1-1,1-1 0,0 1 1,0-1-1,0 1 0,0 0 1,1-2 103,31-25-5734,12-1-5988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01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0 9114,'0'0'9450,"0"0"-7866,0 0 1473,-182 155-1529,119-99-592,10-2-527,7-9-105,13-10-256,7-8-48,2-9-56,1-9-673,3-6-999,7-3-3841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02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16251,'0'0'3729,"0"0"-1832,0 0-33,0 0-872,186 134-504,-137-93-352,-3 1-80,-9-6-56,-1 2-368,-6-5-952,-7-12-4217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02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11747,'0'0'6025,"0"0"-5217,0 0 2001,0 0-1161,-33 217-800,30-152-408,0-2-336,3-7-40,0-11-64,0-9-200,0-13-968,16-8-3809,1-15-6186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02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99 268 16484,'0'0'1875,"0"0"-480,-16 31 278,-46 103-555,58-123-1021,0 0 0,1 0 0,0 0 1,1 0-1,0 1 0,0-1 0,2 1 0,-1-1 0,1 1 1,1-1-1,2 10-97,-2-8 80,0-5-54,1 1 0,0-1 0,0 0 0,0 0-1,1 0 1,1 0 0,-1-1 0,1 1 0,1-1-1,-1 0 1,1 0 0,0 0 0,1-1 0,0 1 0,0-2-1,0 1 1,1 0 0,-1-1 0,1-1 0,0 1-1,1-1 1,-1 0 0,1-1 0,0 1 0,0-2-1,4 2-25,15 4 38,0-1-1,1-2 1,0-1-1,0-1 1,0-1-1,1-1 1,9-2-38,-29 1 12,0-1 0,0 1-1,1-1 1,-1-1 0,0 0 0,0 0 0,0-1-1,-1 0 1,1-1 0,-1 0 0,1 0 0,-1-1-1,0 0 1,-1 0 0,1-1 0,-1 0 0,0 0 0,-1 0-1,1-1 1,-1 0 0,-1-1 0,1 1 0,-1-1-1,-1 0 1,1 0 0,-1-1 0,-1 1 0,0-1-1,0 0 1,0 0 0,-1 0 0,-1 0 0,1 0 0,-2-1-1,1 1-11,0-3 78,-1 1 0,0-1 0,-1 0 0,0 1 1,-1-1-1,0 0 0,-1 1 0,0 0 0,-1 0 0,0 0 0,-1 0 0,0 0 0,0 1 0,-1 0 0,-2-1-78,-2-2 69,-1 0 0,-1 0 0,0 1 0,0 1 1,-1 0-1,-1 0 0,0 2 0,0-1 0,-1 2 0,-3-1-69,10 4-98,0 1 0,0 0-1,-1 1 1,1-1 0,-1 2-1,0-1 1,0 1 0,0 1 0,-1-1-1,1 2 1,0-1 0,0 1-1,-1 1 99,5 3-2533,4 6-2979</inkml:trace>
  <inkml:trace contextRef="#ctx0" brushRef="#br0" timeOffset="1">734 0 4217,'0'0'11210,"0"0"-9257,0 0-841,0 0-712,169 0-400,-123 0-1240,-13 0-5338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03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7 8874,'0'0'2740,"0"0"-631,0 0-397,0 0-479,0 0-417,0 0-15,-8-1-129,-14-2-385,0 1-1,0 1 1,-1 2-1,1 0 1,0 1-287,16-2 57,0 1 0,-1 0 0,1 0 1,0 1-1,0 0 0,0 0 1,0 0-1,0 1 0,1 0 0,-1 0 1,1 0-1,0 0 0,0 1 1,0 0-1,0 0 0,1 1 0,-1-1 1,1 1-1,0 0 0,1 0 1,-1 1-58,3-4 4,0 0 1,-1 1 0,2-1-1,-1 1 1,0-1-1,0 1 1,1 0 0,0-1-1,-1 1 1,1 0 0,0-1-1,0 1 1,0-1 0,1 1-1,-1 0 1,1-1 0,-1 1-1,1-1 1,0 1 0,0-1-1,0 1 1,0-1-1,1 0 1,-1 1 0,0-1-1,1 0 1,0 0 0,0 0-1,1 2-4,7 5-3,1 0 0,0-1 0,1 0 0,-1-1 0,8 4 3,18 11 45,18 24-55,-52-43 27,0 1 0,-1-1 0,1 0 0,-1 0 0,0 1 0,0 0 0,0-1 0,0 1 0,-1 0 0,1 0 0,-1 0 0,0 0 0,0 0 0,-1 0 0,1 0 0,-1 1-17,-2-4 125,0 1-1,0-1 0,0 1 1,0-1-1,0 0 1,-1 0-1,1 0 0,0 0 1,-1 0-1,1-1 0,-1 1 1,1-1-1,-1 1 0,-1-1-124,-1 1 154,-35 12 306,-16 3-83,53-16-563,-1 0 1,1 1-1,0-1 0,0-1 1,0 1-1,-1 0 0,1-1 1,0 0-1,0 0 1,0 0-1,0 0 0,0 0 1,0 0-1,0-1 0,1 1 1,-3-3 185,-12-8-3658,0 0-1006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03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3953,'0'0'2504,"0"0"121,0 0-337,0 0-639,0 0-449,0 0-448,0 0-504,178-35-248,-168 35-136,0 0-2176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09.25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514 641 5737,'0'0'742,"47"-6"-569,326-55 3,29-2 1496,-384 57-674,-17 3-15,-14-1 777,-70-3-515,-1 3 0,-71 7-1245,21-1 471,47-2-224,1 3-1,-1 4 1,1 4 0,0 3 0,-27 11-247,54-4 18,56-20-21,-1 1 1,1-1-1,0 1 1,0 0-1,0 1 1,0-1-1,0 0 1,0 1-1,1 0 0,-1-1 1,1 1-1,-1 0 1,0 3 2,2-5-5,1 0 1,-1 0 0,1 0-1,-1 0 1,1 0 0,0 0-1,-1 0 1,1 0 0,0 0-1,0 0 1,0 0 0,0 0-1,0 1 1,0-1 0,0 0-1,0 0 1,0 0 0,1 0-1,-1 0 1,0 0 0,1 0-1,-1 0 1,1 0 0,-1 0-1,1 0 1,-1 0 0,1 0-1,0 0 1,0 0-1,-1-1 1,1 1 4,3 2-2,0 0 0,0 0 1,0 0-1,1-1 0,-1 1 0,0-1 0,1-1 0,0 1 2,47 14 41,0-3 0,1-2 0,0-2-1,14-2-40,265 24 406,292-11-406,-588-26 65,-35 5-57,-1 1 0,1 0 0,0-1 0,-1 1 0,1-1 0,-1 1 0,1-1 0,0 1 0,-1-1 0,1 1 0,-1-1 0,1 0 0,-1 1 1,0-1-1,1 0 0,-1 1 0,0-1 0,1 0 0,-1 0 0,0 1 0,0-1 0,0 0 0,0 0 0,1 0 0,-1 1 0,0-1 0,0 0 0,-1 0 1,1 1-1,0-1 0,0 0 0,0 0 0,0 1 0,-1-1 0,1 0 0,0 0 0,-1 1 0,1-1 0,0 0 0,-1 1 0,1-1 0,-1 0 0,1 1 0,-1-1 1,1 1-1,-1-1 0,0 1-8,-5-7 31,-1 1 0,0 1 0,0-1 0,-1 1 0,1 0 0,-1 1 0,0 0 0,0 0 0,-1 1 0,1 0 0,-7-2-31,-8-3 16,-65-25-6,-1 5 0,-1 3 0,-26-1-10,61 16 9,0 3 0,-1 2-1,0 2 1,0 3 0,1 3 0,-10 2-9,55-3 1,0-1 0,1 1 0,-1 1 0,0 0 0,1 0 0,-1 1 0,1 0 0,0 0 0,0 1 0,-2 2-1,7-4-3,0 0 0,0 1 0,1-1 0,-1 1 0,1 0 0,0 0 0,0 0 1,0 0-1,0 1 0,1-1 0,0 1 0,0 0 0,0-1 0,0 1 0,1 0 0,0 0 0,0 0 1,0 0-1,1 0 0,-1 1 3,1-1-7,0-1 0,0 1 0,0-1 0,1 1 0,-1-1 0,1 0 1,0 1-1,0-1 0,1 0 0,-1 1 0,1-1 0,0 0 0,0 0 0,1-1 1,-1 1-1,1 1 7,4 2-13,-1-1 0,1 1 0,1-1 0,-1 0 0,1-1 1,0 0-1,7 4 13,18 7-10,0 0 1,1-3-1,1 0 0,0-3 1,1-1-1,-1-1 0,4-2 10,69 8 108,83-3-108,-139-8 11,107 2 54,17-6-65,-128-2 5,-2-1 0,1-2 0,0-3 0,-1-1 0,-1-3 0,2-2-5,-37 12-44,0-2 0,-1 1-1,1-1 1,-1-1 0,-1 1-1,1-2 1,-1 1 0,6-6 44,-12 10-15,0 0-1,0 0 1,-1 0 0,1 0 0,0 0 0,-1-1-1,0 1 1,1 0 0,-1-1 0,0 1 0,0-1-1,0 1 1,-1-1 0,1 1 0,-1-1 0,1 0-1,-1 1 1,0-1 0,0 0 0,0 1 0,0-1 0,0 0-1,-1 1 1,1-1 0,-1 0 0,0 1 0,0-1-1,0 1 1,0-1 0,0 1 0,0 0 0,-1-1-1,1 1 1,-1 0 0,0 0 0,-1-2 15,-5-3-31,0 0 0,0 0-1,-1 1 1,0 0 0,0 0 0,0 1 0,-1 0-1,0 1 1,-7-3 31,-103-30-103,109 34 92,-59-15-6,0 3 0,-1 3 0,-51-1 17,83 10 19,0 3 1,0 1-1,0 2 0,0 2 1,0 2-1,1 1 0,-28 10-19,2 4 30,-27 15-30,74-30 4,1 1 0,0 1 0,0 1 0,1 0 0,0 1 0,0 1 0,-10 11-4,14-6-8,11-16 7,0-1 0,0 0 1,0 1-1,1-1 1,-1 0-1,0 1 0,0-1 1,0 0-1,0 1 1,0-1-1,0 0 1,0 1-1,0-1 0,1 0 1,-1 0-1,0 1 1,0-1-1,0 0 0,1 0 1,-1 1-1,0-1 1,0 0-1,1 0 0,-1 1 1,0-1-1,1 0 1,-1 0-1,0 0 1,0 0-1,1 0 0,-1 0 1,0 1-1,1-1 1,44-1-47,26-12 54,-1-3-1,-1-3 1,0-3 0,43-21-7,14-4 24,-37 16 0,383-123 90,-390 133 18,0 4-1,1 3 1,1 4 0,78 0-132,-152 10 10,0 0 1,0 1-1,0 0 1,0 0-1,0 1 0,-1 0 1,1 1-1,-1 0 0,0 0 1,4 2-11,-7-1-6,-1 0 0,1 0 1,-1 0-1,0 1 0,0-1 1,-1 1-1,1 0 0,-1 1 1,0-1-1,0 1 0,-1-1 0,0 1 1,0 0-1,2 6 6,0-1-1,-1 1 1,0 0-1,-1 0 1,0 1-1,-1-1 0,0 1 1,-1-1-1,0 1 1,-1-1-1,-1 1 0,0 0 1,0-1-1,-2 1 1,1-1-1,-2 0 0,-2 7 1,-1-2 10,0-1-1,-1 0 0,-1 0 1,-1-1-1,0 0 1,-1-1-1,0 0 0,-1-1 1,-1 0-1,0-1 0,-12 8-9,-21 14 20,-2-2-1,-2-3 0,0-2 0,-2-2 1,-12 2-20,-50 17 39,-109 24-39,155-50 10,0-4-1,-1-2 0,-42 0-9,103-12 7,-1 1 0,0-1-1,0 0 1,1-1-1,-1 0 1,0 0 0,1-1-1,-1 0 1,1 0-1,-8-4-6,12 4 4,0-1-1,1 1 0,-1-1 1,1 0-1,0 0 0,0 0 1,0 0-1,0 0 0,0-1 1,1 1-1,0-1 0,-1 0 1,1 0-1,0 0 0,1 0 1,-1 0-1,1 0 0,0 0 1,0 0-1,0-1 0,0-1-3,-1-11-12,0 0-1,1 0 1,0 0-1,1-1 1,1 1 0,1 0-1,1 0 1,0 0-1,1 0 1,1 1-1,0-1 1,1 1-1,1 0 1,4-5 12,3-3-71,1 0 0,1 1 1,2 0-1,0 2 0,1 0 0,1 1 1,1 1-1,14-9 71,13-7-137,2 2 0,1 3 0,1 2 0,2 2 0,0 2 0,2 3 0,0 3 0,10-1 137,-9 5-22,1 3-1,0 2 1,1 3-1,0 2 1,-1 3-1,1 2 1,6 3 22,-45-1 11,-1 0 1,1 1 0,-1 1 0,0 1 0,8 5-12,-20-9 1,0 2 0,-1-1 0,1 1 0,-1 0 0,0 0 0,0 1 1,0 0-1,-1 0 0,0 0 0,0 1 0,0-1 0,0 1 0,-1 1 1,0-1-1,1 3-1,1 7 4,-1 1 1,0 0-1,-2 0 1,0 0-1,0 0 1,-2 1-1,0-1 1,-1 1-1,-1-1 1,-1 1-1,0-1 1,-1 0-1,-1 0 1,0 0-1,-1 0 1,-1-1-1,-1 0 1,-2 2-5,-4 4 79,-1-1 1,-2 0-1,0-2 1,-1 0-1,0 0 0,-2-2 1,0 0-1,-1-1 1,-1-1-1,0-1 0,-12 5-79,-34 17 515,-1-3-1,-1-3 1,-25 5-515,31-12 226,0-2 1,-2-4 0,0-2-1,-1-3 1,0-3 0,0-3 0,-1-3-1,-11-3-226,71 0 11,0 0-1,0-1 1,0 0-1,0 0 1,0-1-1,0 0 1,1 0-1,-1-1 0,0 1 1,1-1-1,0-1 1,0 1-1,0-1 1,0 0-1,-4-4-10,4 1 9,1 0 0,-1 0 0,1 0 0,0-1 0,1 0 0,0 0-1,0 0 1,1-1 0,0 1 0,0-1 0,0-3-9,-2-9-41,1 0 0,1 0 0,1 0 0,0-1 0,2 1 0,0-1 0,2 1-1,0 0 1,1 0 0,2 0 0,0 0 0,1 1 0,1-1 0,0 1 0,2 1 0,0 0 0,2 0 0,0 1 0,1 0 0,9-10 41,-2 4-177,2 1 0,1 1 1,1 1-1,0 1 0,2 0 1,0 2-1,1 1 0,1 2 1,1 0-1,0 2 0,0 0 1,1 3-1,29-8 177,1 5-140,1 3 0,0 3-1,0 2 1,1 2 0,-1 4 0,1 1-1,15 6 141,-53-5-5,-1 2-1,0 0 0,0 1 0,0 1 1,-1 2-1,0 0 0,0 1 0,-1 1 0,-1 0 1,2 3 5,-8-4-32,-1 0 1,0 0-1,-1 1 1,0 1 0,-1 0-1,0 1 1,-1 0-1,-1 0 1,1 1 0,-2 0-1,0 0 1,-1 0-1,-1 1 1,4 13 31,-4-11-31,-1 1 1,0 0-1,-1 0 0,-1 1 1,-1-1-1,0 0 1,-2 1-1,-1 12 31,0-21 14,-1 1 0,1-1 0,-2 0 0,0 0 0,0-1 0,-1 1 0,0-1 0,0 0 1,-1 0-1,0 0 0,-1-1 0,0 0 0,0 0 0,-1-1 0,0 0 0,-1 1-14,-28 20 263,-2-1 1,0-3-1,-2-1 1,0-1-1,-2-3 0,-1-1-263,-37 12 775,-1-4 0,-70 12-775,101-27 163,-1-3 0,1-2 1,-1-2-1,-1-2 0,-5-2-163,40-2 19,0-1-1,-1 0 0,1-1 1,0-1-1,1-1 1,-1 0-1,1-2 0,1 0 1,-1 0-1,-3-4-18,-16-12 20,1-1-1,1-3 1,-17-17-20,10 5-74,2-2 1,3-1-1,1-1 1,2-2-1,-9-20 74,-40-78-385,-4-26 385,82 160-1,3 8-2,0 0 0,0 0 0,0 1 0,0-1 0,0 0 1,-1 0-1,1 0 0,-1 1 0,1-1 0,-1 1 0,1-1 0,-1 1 0,0 0 0,0-1 0,0 1 0,1 0 0,-1 0 0,0 0 0,0 1 0,-1-1 0,1 0 0,0 1 0,0-1 0,0 1 0,0 0 0,0 0 0,-1 0 0,1 0 0,0 0 0,0 0 0,0 0 0,-1 1 0,1-1 0,0 1 0,0 0 3,-9 3-22,1 1 0,-1 0 0,1 0 0,1 1 0,-1 1 0,-2 2 22,9-7-2,-106 73-9,-81 40 11,137-86 21,0-4 1,-2-1-1,0-3 0,-57 14-21,96-32 16,0 1 0,0-2 0,0 0 0,0-2 0,0 1 0,-11-2-16,25 0 5,-1 0-1,0 1 0,1-1 1,-1 0-1,1 0 1,0-1-1,-1 1 0,1 0 1,0-1-1,0 1 0,0-1 1,0 0-1,0 0 1,0 0-1,0 0 0,0 0 1,1 0-1,-1 0 0,1 0 1,0-1-1,0 1 0,0-1 1,0 1-1,0-1 1,0 1-1,0-1 0,1 0 1,0 1-1,-1-1 0,1-2-4,-2-13-11,1-1 0,1 0-1,1 0 1,1-5 11,-1 2-24,1 1 33,1 1 0,0 0 0,2 0 0,0 0 1,2 1-1,0-1 0,1 2 0,0-1 0,2 1 0,0 0 1,1 1-1,1 0 0,1 1 0,0 0 0,4-2-9,-9 10 10,0 0-1,0 0 0,1 1 1,-1 1-1,2-1 0,-1 1 0,1 1 1,0 0-1,0 0 0,0 1 0,1 0 1,-1 1-1,1 0 0,0 1 1,0 0-1,0 0 0,0 2 0,0-1 1,0 1-1,0 1 0,1 0 0,-1 0 1,0 1-1,-1 1 0,1 0 1,0 0-1,-1 1 0,8 4-9,-7-2 1,0 1 0,-1 0 0,0 0 0,-1 1 0,0 0 0,0 1 0,-1 0 0,0 0 0,0 1 0,-1 0 0,0 1 0,-1-1 0,0 1 0,-1 0 0,0 1 0,-1-1 0,0 1-1,0 4 0,0-2 5,0 0 0,-2 1 0,0-1-1,-1 1 1,0-1 0,-1 1-1,0-1 1,-1 1 0,-1-1 0,-1 1-1,0-1 1,-1 0 0,0 0-1,-1 0 1,-5 10-5,0-7 15,-1-1 1,0 0-1,-2-1 0,1 0 0,-2-1 0,0 0 1,0-1-1,-1-1 0,-1 0 0,-15 8-15,16-11 11,0 0 0,0-1 0,-1-1 1,0-1-1,0 0 0,-1-1 0,0 0 0,0-2 0,0 0 0,0-1 0,0 0 1,-10-2-12,24 0 4,0 0 0,1 0 0,-1-1 1,0 0-1,0 1 0,1-1 0,-1 0 1,0 0-1,1 0 0,-1-1 0,1 1 1,0-1-1,-1 1 0,1-1 1,0 0-1,0 0 0,0 0 0,0 0 1,0 0-1,-1-1-4,0-2 2,1 0 1,-1 0 0,1 0-1,0 0 1,1 0-1,-1 0 1,1 0-1,0-1 1,0 1-1,0-6-2,0-3-16,2 0 0,-1-1 0,2 1 0,0-1-1,0 1 1,1 0 0,1 0 0,4-9 16,-1 7-12,1 1-1,1 0 1,0 1 0,1-1 0,0 2-1,1-1 1,1 2 0,0-1 0,1 2-1,0 0 1,0 0 0,1 1 0,1 1-1,0 0 1,0 1 0,4-1 12,15-5-3,0 1 1,0 1-1,1 2 1,0 2-1,1 1 1,0 1 0,7 2 2,22-2-11,0 4 0,54 4 11,-101 0-3,0-1-1,0 2 1,0 1 0,0 0-1,0 1 1,-1 1-1,0 0 1,0 2 0,0 0-1,-1 0 1,15 12 3,-22-13-6,-1 1 1,1 0-1,-2 1 1,1-1 0,-1 2-1,0-1 1,-1 1-1,0 0 1,0 0-1,-1 1 1,-1-1-1,0 1 1,1 5 5,0 3-12,0 1 0,-2 0 1,-1 1-1,0-1 0,-1 0 0,-2 20 12,-1-23-2,-1 0 0,-1 0 0,0-1 0,-1 1 0,-1-1 0,0 0 0,-1-1 0,-1 0 0,-1 0 0,0 0 0,0-1-1,-2-1 1,0 0 0,0 0 0,-1-1 0,-1 0 0,-8 5 2,-6 5-24,0-2 1,-2-1-1,0-2 1,-1 0-1,-1-2 1,0-2-1,-1 0 0,-15 2 24,31-10-51,-1-1-1,0 0 0,0-2 1,0 1-1,-1-2 0,1-1 1,-12-1 51,24 1-5,0 0 1,0-1-1,1 0 1,-1 0 0,0 0-1,1-1 1,-1 1-1,1-1 1,-1 0-1,1-1 1,0 1 0,0-1-1,0 0 1,0 0-1,0 0 1,1 0 0,-1-1-1,1 1 1,0-1-1,0 0 1,0 0-1,1 0 1,0 0 0,-1 0-1,1-1 1,1 1-1,-1-1 1,0-2 4,-3-12-51,2 0 0,0-1-1,1 1 1,1 0 0,1-1 0,0 1 0,2-1 0,0 1-1,1-1 1,1 1 0,1 0 0,0 1 0,2-1 0,0 1-1,1 0 1,1 1 0,0 0 0,2 0 0,0 1 0,11-13 51,-3 7-69,1 0 1,0 2-1,2 0 1,0 2 0,1 0-1,1 1 1,1 2 0,0 0-1,1 2 1,0 1-1,1 1 1,1 1 0,25-5 68,12 1 14,1 3 0,0 3 0,1 3 1,0 3-1,0 3 0,-1 3 0,1 3 1,-1 2-1,-1 4 0,63 19-14,-93-20 13,0 1 0,0 2-1,-2 1 1,0 1 0,-1 2-1,6 6-12,-26-16 2,0 0 1,-1 1-1,0 0 0,0 1 0,-1 0 0,0 1 0,-1 0 1,-1 1-1,0-1 0,0 2 0,-1-1 0,-1 1 0,-1 0 1,0 0-1,0 0 0,-1 3-2,-1-2 1,0 0-1,-1 1 1,-1-1-1,-1 0 1,0 1 0,-1-1-1,0 0 1,-1 1 0,-4 11-1,3-16 7,-1 0 1,0 0 0,-1-1-1,0 0 1,-1 0 0,0 0-1,-1 0 1,0-1 0,0 0-1,-1-1 1,0 1 0,0-1-1,-2 0-7,-20 15 14,-1-2 0,-1-1 0,-1-2 0,-1-1 0,0-1-1,-1-2 1,-1-2 0,0-1 0,0-2 0,-1-1 0,0-2 0,-1-2-1,-33 0-13,58-3 6,1-1-1,-1 0 0,0-1 0,1 0 0,-1-1 0,1-1 0,0 0 1,-1 0-1,2-2 0,-1 1 0,0-2-5,4 2 4,0-1-1,1 0 0,0-1 1,0 1-1,1-1 1,-1-1-1,2 1 1,-1-1-1,0 0 1,1-1-1,1 1 1,-1-1-1,1 0 0,1 0 1,-1-1-1,0-2-3,-4-20-18,0 0 1,2 0-1,2 0 0,0-1 0,3 0 0,0 1 0,2-1 0,1 0 0,6-26 18,-1 11-146,3 0-1,1 0 1,2 1-1,2 0 1,3 1 0,1 1-1,2 1 1,2 1-1,10-12 147,-15 27-80,1 2-1,1 0 1,2 1-1,0 1 1,2 1-1,0 1 1,1 1-1,1 2 1,1 0-1,1 2 1,0 1-1,1 1 1,0 1-1,20-5 81,1 5-10,0 1-1,1 3 1,0 2-1,19 1 11,191 1 76,-192 7 21,68 9-97,-111-7 26,-1 1 0,1 1 0,-1 1 0,0 1 0,-1 2 0,6 3-26,-19-7 17,0 0 0,-1 0 1,1 2-1,-1-1 0,-1 1 0,1 1 0,-2-1 0,1 2 0,-1-1 0,0 1 1,-1 0-1,-1 1 0,1 0 0,-1 0 0,-1 0 0,0 1 0,-1-1 0,1 5-17,2 12 68,-1 1-1,-2 0 0,0 0 0,-2 1 1,-1-1-1,-2 0 0,-1 5-67,1-16 77,-1 0 0,0-1 0,-1 1 0,-1-1 0,0 0 1,-2 0-1,0 0 0,-1-1 0,0 0 0,-2 0 0,1-1 0,-2 0 0,0-1 0,-1 1 0,-3 1-77,-15 17 299,-1-2-1,-2-1 1,-1-1-1,-1-2 1,-1-1-1,-29 15-298,39-27 66,0-2 0,-1 0 0,0-1 0,0-2 0,-1 0-1,-1-2 1,1-1 0,-1-1 0,0-2 0,-27 1-66,47-4 10,-1 0 0,1 0 0,0-1 0,0 0 0,0-1 0,0 0-1,0 0 1,-6-3-10,9 3 7,0-1-1,1 0 0,-1 0 1,1 0-1,0-1 0,0 1 1,0-1-1,1 0 0,-1 0 1,1 0-1,0-1 0,0 1 1,1-1-1,-2-2-6,-3-8 9,0 0 0,2-1 0,-1 0 0,2 0 0,0-1-1,1 1 1,0-5-9,-6-128 16,9 89-23,2 0 0,2 0 0,10-43 7,-7 69-9,1-1 0,1 2 1,2-1-1,2 1 0,1 1 1,1 0-1,4-3 9,-13 24-8,1 1 1,1-1-1,-1 1 0,1 1 1,1 0-1,0 0 0,0 0 0,1 1 1,0 1-1,0-1 0,1 2 0,4-3 8,1 2-2,1 1-1,0 0 0,0 1 0,0 1 0,0 1 0,1 0 0,-1 1 0,7 1 3,1-1 4,1 1-1,0 2 1,0 0 0,0 2-1,0 1 1,-1 1 0,1 1-1,6 3-3,-18-4-6,-1 1 0,0 0 0,0 1 0,-1 0 0,0 1 0,0 0 0,-1 1 0,0 0 0,-1 1 0,0 0 0,0 1 0,-1 0 0,0 0 0,-1 1 0,6 10 6,-7-7 4,0 0 0,0 0 1,-1 0-1,-1 0 0,-1 1 1,0 0-1,-1 0 0,0 0 0,-2 1 1,0-1-1,0 0 0,-2 1 0,0-1 1,-1 0-1,0 0 0,-2 1 1,-1 4-5,-1-3 24,-1 0 0,0 0 0,-1-1 1,-1 0-1,-1 0 0,0-1 0,-1 0 0,-1-1 1,-1 0-1,0-1 0,0 0 0,-2-1 1,1-1-1,-15 9-24,-6 0 37,-1-1 0,-1-1 0,-1-2 1,-1-2-1,0-2 0,-1-1 0,0-2 0,-1-2 1,-15 1-38,-75 4 20,0-4 1,-32-7-21,144-2 1,-29 1-9,0-2 0,0-3 0,-7-2 8,37 2-4,0 0 1,0-1-1,0-1 0,1 0 1,0-2-1,0 0 0,1-1 1,0 0-1,-14-12 4,5 2-136,0-1 0,2-1-1,0-1 1,1-1 0,2-1 0,0-1-1,2-1 1,1 0 0,0-1 0,3-1-1,0-1 1,1 0 0,2 0 0,2-1 0,0-1-1,2 0 1,1 0 0,2 0 0,1-1-1,1-3 137,1 23-46,0 0 0,1-1 0,1 1-1,0 0 1,1 0 0,0 0-1,1 0 1,0 0 0,1 1 0,0-1-1,1 1 1,0 0 0,1 0-1,0 0 1,1 1 0,0 0 0,1 1-1,-1-1 1,2 1 0,0 1-1,0 0 1,0 0 0,1 0 0,0 1-1,0 1 1,1 0 0,1 0 46,6-2 6,0 0 0,0 2 1,1 0-1,0 1 0,0 1 1,0 0-1,1 2 0,-1 0 0,1 1 1,-1 1-1,1 1 0,-1 1 1,0 1-1,1 0 0,-1 1 0,0 2 1,5 1-7,-11-2 16,0-1 0,-1 1 0,1 1 0,-1 1 0,0-1 0,-1 2 0,1 0 1,-1 0-1,-1 1 0,0 0 0,0 1 0,-1 0 0,0 1 0,-1-1 0,0 2 0,0-1 1,-1 1-1,-1 0 0,0 1 0,-1 0 0,0-1 0,-1 2 0,-1-1 0,2 10-16,-4-13 40,0 0-1,-1 0 0,0 1 1,0-1-1,-2 0 0,1 1 1,-1-1-1,0 0 0,-1 0 1,0 0-1,-1-1 0,0 1 1,-4 6-40,-1-1 56,-2 1 0,1-1 0,-2-1-1,0 0 1,0 0 0,-1-1 0,-9 6-56,-25 16 124,-2-2-1,-1-1 0,-1-3 1,-21 6-124,-8 5 177,-61 19-177,106-46 20,-2-3 0,1 0 0,-1-3 0,0-1 0,-11 0-20,39-5 8,1-1-1,-1 0 1,1 0-1,-1-1 1,1 0 0,-1 0-1,1-1 1,-1 0 0,1-1-1,0 1 1,0-2-1,0 1 1,0-1 0,1 0-1,0-1 1,-1 0 0,2 0-1,-7-5-7,6 2 7,0 0 0,1-1-1,0 1 1,0-1 0,1 0-1,0 0 1,0-1 0,1 0-1,1 0 1,-1 0 0,2 0-1,-1 0 1,1 0 0,0-10-7,0-2-10,1-1 1,0 0-1,2 0 1,1 1-1,1-1 1,0 1-1,2-1 1,1 1-1,0 0 1,2 1-1,0 0 1,2-1 9,-2 7-30,0 1 0,1-1 0,0 2 0,1 0 0,1 0 0,0 1 0,0 0 0,1 0 0,1 2 0,0 0 0,1 0 0,-1 1 0,2 0 0,-1 2 0,1 0 0,1 0 0,0 1 29,2 0-8,0 1-1,0 1 0,0 1 1,1 0-1,-1 2 0,1 0 1,-1 1-1,1 1 0,-1 0 1,1 1-1,-1 2 0,0 0 1,0 0-1,12 6 10,-18-5-9,-1 0-1,0 0 0,0 1 1,-1 0-1,1 1 1,-1 0-1,-1 0 1,0 1-1,0 1 1,0-1-1,-1 2 1,0-1-1,-1 1 0,0 0 1,-1 0-1,0 1 1,0 0-1,-1 0 1,-1 1-1,0-1 1,0 1-1,0 6 10,-1-3-3,0-1 0,-2 1-1,0 0 1,0-1 0,-1 1 0,-1 0-1,-1 0 1,0-1 0,-1 1 0,0-1-1,-1 0 1,-1 1 0,0-2 0,-1 1 0,0-1-1,-1 0 1,-1 0 0,0-1 0,-1 0-1,0 0 1,-4 3 3,-8 7 8,-2-1 1,0-1-1,-2 0 0,0-2 0,0-1 1,-2-1-1,-21 8-8,26-13 6,-1-2 0,0-1 0,-1-1 1,0 0-1,0-2 0,0-1 0,0-1 0,-1-1 0,-22-1-6,40-1-17,-1-1 0,1 0 0,-1 0 0,1-1 0,0 0 0,0 0-1,0 0 1,0-1 0,0 0 0,0-1 0,0 1 0,1-1 0,0 0-1,0-1 1,-3-2 17,2-1-61,0 1 0,0-2-1,1 1 1,-1-1-1,2 0 1,0 0 0,0 0-1,0-1 1,1 0 0,0-2 61,-5-20-226,1-1 1,2 0 0,2 0 0,0 0 0,2 0 0,2-16 225,-3-103-1675,-24 232 1727,-7 22 349,-13 72-401,29-82 257,5 1 1,3 0-1,4 76-257,6-153 55,0 1-1,2-1 0,0 1 1,0-1-1,2 0 0,0 0 1,1 0-1,1 0 0,0-1-54,-1-5 14,0-1 1,0 0-1,1 0 0,0 0 0,1-1 0,0 0 0,0 0 0,1-1 0,0 0 1,0-1-1,0 1 0,1-1 0,0-1 0,8 4-14,2-1 37,0 0-1,1-2 1,0 0-1,0-1 1,1-1-1,-1-1 1,1-1-1,0-1 1,-1-1-1,1 0 1,8-3-37,-7 1 15,0-1-1,0-1 1,0-1 0,0-1 0,-1-1-1,0-1 1,-1-1 0,1 0 0,-2-2-1,10-6-14,-17 8-112,0-1-1,-1 0 1,0-1-1,0 0 1,-1-1-1,-1 0 0,0 0 1,-1-1-1,0 0 1,-1 0-1,0-1 1,-1 0-1,-1 0 0,4-15 113,-4 7-444,0-1 0,-1 1 0,-2-1 0,0 0 0,-2-1 0,0 1 0,-1 0-1,-2 0 1,-3-12 444,5 26 35,-2-1 0,1 1 0,-2 0 0,1 0 0,-1 0 0,0 0 0,-1 1 0,0-1 0,0 1 0,-1 0 0,0 1 0,-1-1 0,-1 0-35,-2-1 142,-1 0 1,0 1-1,0 0 0,-1 1 1,0 0-1,0 1 1,-1 0-1,-10-2-142,-21-5 350,-1 2 1,0 3-1,-1 1 1,0 2-1,-1 3-350,40 1 2,-128-6 588,-82-9 407,174 11-783,1-2 0,-1-3 0,-39-13-214,27-6 10,44 22 180,-1 1 0,0-1 0,0 2 0,-10-3-190,19 7 36,0 0 0,0 0 0,-1 0 1,1 1-1,0 0 0,-1-1 0,1 1 0,0 1 1,-1-1-1,1 0 0,0 1 0,0-1 1,-1 1-1,1 0 0,0 0 0,0 1 0,0-1 1,0 1-1,0-1 0,-1 2-36,-3 2-1,0 1-1,0 0 1,1 0 0,0 1-1,0 0 1,0 0 0,1 0-1,0 1 1,0-1 0,1 1-1,0 0 1,1 1 0,0-1-1,0 1 1,0-1-1,1 3 2,-3 18-8,1 0-1,1 0 0,2 0 0,1 12 9,-1-40 11,1 0 1,0 1 0,-1-1 0,1 0-1,-1 0 1,1 0 0,-1 0 0,0 0-1,1 0 1,-1 0 0,0 0-1,0 0 1,0 0 0,0 0 0,0 0-1,0 0 1,0-1 0,0 1-1,0 0 1,0-1 0,0 1 0,0-1-1,-1 1 1,1-1 0,0 0 0,0 0-1,-1 1 1,1-1 0,0 0-1,0 0 1,-1 0 0,1 0 0,0 0-12,-58 0 606,41-1-484,-72 1 8,87 0-186,30 12-173,63 32 299,201 95 43,-281-135-102,-1-1 1,1 0 0,0 0-1,0-1 1,0 0-1,0-1 1,0 0 0,0 0-1,0-1 1,0-1 0,0 1-1,3-2-11,8-3-12,0 0 0,-1-1 0,0-2 0,0 0-1,2-2 13,-17 8-176,1 0-1,0 0 0,-1 0 1,1 1-1,0 0 0,0 0 1,0 0-1,0 1 0,0 0 1,0 0-1,0 0 0,0 1 1,0 0-1,1 0 177,1 1-921,-1 0-1,0 1 1,0 0-1,0 0 1,0 1 0,4 2 921,22 15-7351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2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101 142 10970,'0'0'1895,"0"0"-257,0 0-558,0 0-705,0 0-218,4 3 49,-2-2-162,-1-1 0,1 1 0,-1 0 0,1 0 1,-1 0-1,0 0 0,1 0 0,-1 0 0,0 1 0,0-1 1,0 0-1,0 1 0,0-1 0,0 1 0,0-1 0,0 1 0,0-1 1,-1 1-1,1 0 0,-1-1 0,1 1 0,-1 0 0,0-1 1,1 1-1,-1 0 0,0 0 0,0-1 0,0 1 0,-1 0 1,1 0-1,0-1 0,-1 1 0,1 0 0,-1-1 0,1 1 0,-1 0 1,0-1-1,0 1 0,0-1 0,0 1 0,0-1 0,0 0 1,0 1-1,0-1 0,0 0 0,-1 0 0,1 0 0,0 0 1,-1 0-1,1 0 0,-1 0 0,1 0 0,-1 0 0,0-1-44,1 1 13,-1 0-1,0 0 0,0 0 1,0-1-1,0 1 1,1 0-1,-1-1 0,0 0 1,0 1-1,0-1 0,0 0 1,0 0-1,0 0 1,0 0-1,0 0 0,0-1 1,0 1-1,0-1 0,0 1 1,0-1-1,0 0 0,0 0 1,1 1-1,-2-2-12,1 0 11,1 0 0,0 1 0,-1-1 0,1 0-1,0 0 1,0 0 0,0 0 0,0 0 0,1 0 0,-1 0-1,0 0 1,1-1 0,0 1 0,-1 0 0,1 0-1,0 0 1,0-1 0,0-1-11,1-2 15,-1 0 0,1-1-1,0 1 1,1 0 0,-1 0 0,1 0 0,0 0-1,1 0 1,-1 0 0,1 1 0,0-1-1,1 1 1,0 0 0,-1-1 0,3 0-15,-1 3 24,0-1 1,0 1-1,1 0 0,-1 0 1,1 0-1,0 1 0,0 0 1,0 0-1,0 0 0,0 1 1,3 0-25,-7 0 19,0 1 0,1 0 0,-1-1 0,0 1 0,1 0 0,-1 0 1,0 0-1,1 1 0,-1-1 0,0 0 0,0 1 0,0 0 0,1-1 0,-1 1 0,0 0 0,0 0 1,0 0-1,0 1 0,0-1 0,0 0 0,-1 1 0,1-1 0,0 1 0,-1-1 0,1 1 0,-1 0 1,1 0-1,-1 0 0,0 0 0,0 0 0,0 0-19,2 5 93,-1 0 1,0 0-1,-1 0 0,0 0 1,0 0-1,0 0 0,-1 1 1,0-1-1,-1 0 0,0 0 1,0 0-1,0 0 0,-1 0 1,0 0-1,0 0 0,0 0 1,-1-1-1,-1 1-93,-3 6 118,0-1 1,-1 0-1,-1 0 0,0-1 0,0 0 0,-2 0 1,1-1-1,-5 3-118,10-9 15,0 0 1,-1 0 0,1-1-1,-1 0 1,0 0 0,0 0-1,0-1-15,5-1 10,0-1 1,0 1-1,0-1 1,-1 1-1,1-1 0,0 0 1,0 1-1,0-1 1,0 0-1,-1 0 0,1 0 1,0 0-1,0 0 0,0 0 1,0 0-1,-1-1 1,1 1-1,0 0 0,0-1 1,0 1-1,0-1 0,0 1 1,0-1-1,0 1 1,0-1-1,0 0 0,0 1 1,0-1-1,0 0 1,0 0-1,1 0 0,-1 0 1,0 0-1,0 0 0,1 0 1,-1 0-1,1 0 1,-1 0-1,1 0 0,-1 0 1,1-1-11,-3-13 17,0 1 1,1-1-1,1 0 1,0 1-1,1-1 1,1 0-1,0 0 0,1-1-17,-1 5-3,1 1-1,0 0 0,1 0 0,0-1 0,1 2 0,0-1 0,0 0 1,1 1-1,1 0 0,-1 0 0,6-6 4,-7 10-3,1 1 1,0 0-1,0 0 1,0 0-1,0 1 0,1-1 1,-1 1-1,6-2 3,-10 4-1,1 1-1,-1-1 1,0 0 0,1 1-1,-1-1 1,1 1 0,-1 0-1,1-1 1,-1 1-1,1 0 1,-1 0 0,1 0-1,-1 0 1,1 0-1,-1 0 1,1 0 0,-1 1-1,1-1 1,-1 1 0,0-1-1,1 1 1,-1-1-1,1 1 1,-1 0 0,0-1-1,0 1 1,1 0 0,-1 0-1,0 0 1,0 0-1,0 0 1,0 0 0,0 1-1,0-1 1,0 0-1,-1 0 1,1 1 0,0-1-1,-1 1 2,4 11 34,-1 0-1,-1 1 1,0-1-1,-1 1 1,0 0-1,-1-1 1,-1 1-1,0 0 1,-1-1-1,0 1 1,-1-1-1,-1 0 1,0 0-1,0 0 1,-2 0-1,-4 8-33,6-14 31,2-3-20,0 0 0,0 0 0,-1 0 0,1 0 0,-1 0 0,0-1 0,0 1 0,0-1 0,0 0 0,-1 0 0,1 0 0,-1 0 0,0-1 0,0 1 0,0-1 0,0 0 0,-4 2-11,7-4 6,0 0 1,0-1-1,0 1 0,0 0 1,0 0-1,0 0 0,0-1 1,0 1-1,0 0 1,0-1-1,0 1 0,0-1 1,0 1-1,0-1 1,1 0-1,-1 1 0,0-1 1,0 0-1,1 0 0,-1 1 1,0-1-1,1 0 1,-1 0-1,1 0 0,-1 0 1,1 0-1,0 1 0,-1-1 1,1 0-1,0 0 1,0 0-1,-1 0 0,1 0 1,0 0-1,0 0 0,0-1-6,-3-45 116,3 40-93,-1-7-12,0-24 0,2 0-1,1-3-10,-1 29-1,1 1-1,0-1 1,1 1 0,0 0-1,0 0 1,1 0 0,1 0-1,0 1 1,1-1 1,-4 8-5,1-1 1,0 0-1,0 1 0,0 0 1,1 0-1,-1 0 1,1 0-1,2-1 5,-6 4-2,1-1 0,-1 1 0,1-1 0,-1 1 0,1 0 0,0-1 0,-1 1 0,1 0 0,-1-1 0,1 1 0,0 0 0,-1 0 0,1 0 0,0-1 0,0 1 0,-1 0 0,1 0 0,0 0 0,-1 0 0,1 0 0,0 0 0,0 0 0,-1 1 0,1-1 0,0 0 0,-1 0 0,1 0 0,0 1 1,-1-1-1,1 0 0,-1 1 0,1-1 0,0 1 0,-1-1 0,1 1 0,-1-1 0,1 1 0,-1-1 0,1 1 0,-1-1 0,0 1 0,1-1 0,-1 1 0,0 0 0,1-1 0,-1 1 0,0 0 0,0-1 0,1 1 0,-1 0 0,0-1 0,0 1 0,0 0 0,0 0 0,0-1 0,0 1 2,1 10 18,-1-1 1,0 1-1,-1 0 1,0-1-1,0 1 1,-1-1-1,0 0 1,-1 0-1,-1 1 1,1-2-1,-5 8-18,5-10 32,0-1 0,0 0 0,-1 1 0,0-1 0,0 0 0,-1-1 0,0 1-1,0-1 1,0 0 0,0 0 0,-1-1 0,0 0 0,0 1 0,0-2 0,0 1 0,-1-1-1,0 0 1,1 0-32,5-3 10,0 0 0,0 0-1,0 0 1,0 1-1,0-1 1,1 0-1,-1 0 1,0 0 0,0 0-1,0 0 1,0 0-1,0-1 1,0 1 0,0 0-1,1 0 1,-1-1-1,0 1 1,0 0-1,0-1 1,1 1 0,-1-1-1,0 1 1,0-1-1,1 1 1,-1-1 0,0 0-1,1 1 1,-1-1-1,1 0 1,-1 0-10,0-1 7,-1-1 1,1 0-1,0 0 0,0 1 1,0-1-1,0 0 0,0 0 1,1 0-1,-1 0 0,1-1-7,0-4-67,-1 1 0,1 0-1,1-1 1,-1 1-1,1 0 1,1 0 0,-1-1-1,1 1 1,1-2 67,2 2-513,0 1 0,0-1 0,0 1-1,1-1 1,0 1 0,0 1 0,0-1 0,1 1 0,6-3 513,20-14-6839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2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11707,'0'0'1533,"-7"38"-342,-52 267 2296,-16 227 1379,73-507-3518,3-55-712,0-7-585,2 0 1,2 0-1,2 1 1,1-2-52,42-145-37,-44 161 47,5-14-23,2 0 0,1 0 0,1 2 1,2 0-1,2 0 0,1 2 0,9-9 13,-26 36-10,1 0 0,0 1 0,1-1 0,-1 1-1,1 0 1,0 0 0,0 1 0,0 0 0,0 0 0,0 0-1,1 0 1,-1 1 0,1 0 0,0 0 0,0 0 0,2 1 9,-4 0 3,0 1-1,1-1 0,-1 1 0,1 1 0,-1-1 0,0 1 1,1-1-1,-1 1 0,0 1 0,1-1 0,-1 0 0,0 1 0,0 0 1,0 0-1,0 0 0,-1 1 0,1-1 0,-1 1 0,1 0 0,-1 0 1,3 3-2,8 10 21,0 1 1,-1 1 0,-1 0-1,0 1 1,-2 0 0,0 0-1,-1 1 1,-1 1 0,-1-1-1,4 19-21,1 24 79,-2 0-1,2 64-78,7 53 41,-18-172-64,-1-5 7,0 0 0,0-1 1,0 1-1,1 0 1,-1-1-1,1 1 0,0-1 1,-1 1-1,1-1 0,0 1 1,0-1-1,1 0 1,-1 1-1,0-1 0,1 0 1,0 0-1,-1 0 1,1 0-1,0 0 0,0 0 16,-1-2-90,-1-1 0,1 1 0,-1 0 0,1 0 0,-1-1 0,1 1 0,-1 0 0,0-1 0,1 1 0,-1-1 0,1 1 0,-1-1 0,0 1 0,0 0 0,1-1 0,-1 1 0,0-1 0,0 1 0,1-1 0,-1 0 0,0 1 0,0-1 0,0 1 0,0-1 0,0 1 0,0-1 0,0 1 0,0-1 0,0 1 0,0-1 0,0 0 0,0 1 0,-1-1 90,2-28-4176,-1 24 2342,0-27-9254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28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11506,'0'0'1358,"35"-3"-518,121-11 466,-143 13-1187,0 1 0,0 0-1,0 0 1,0 1 0,0 1 0,0 0 0,0 1 0,0 1 0,-1-1-1,0 2 1,1 0 0,-2 0 0,1 2 0,-1-1 0,0 1 0,0 1-1,0 0 1,-1 0 0,-1 1 0,1 0 0,-2 1 0,1 0 0,-1 0-1,-1 1 1,0 0 0,0 0 0,-1 1 0,-1 0 0,1 0-1,-2 0 1,0 1 0,-1-1 0,2 11-119,-3 49 1958,-2-70-1438,0-8 177,-1-59-353,-1 34-347,2-1 0,1 1 0,1-1 0,3-4 3,-3 25-83,1 1-1,0-1 0,0 1 1,1 0-1,0 0 1,1 0-1,0 1 1,1-1-1,0 1 1,0 1-1,1-1 1,0 1-1,0 0 1,4-2 83,1 0-78,0 1 0,1 0 0,0 1 1,1 1-1,-1 0 0,1 1 0,1 0 0,-1 1 1,1 1-1,10-2 78,23-3-20,0 2 1,29 1 19,-25 2-141,-62 5 184,1 1-1,0 0 0,-1 1 1,1 0-1,0 0 0,1 1 0,-1 0 1,1 0-1,-1 1 0,1 0 1,0 0-1,1 1 0,0 0 0,0 1 1,0 0-1,0 0 0,1 0 1,-5 8-43,5-6 108,0 1 0,1 0 0,0-1 0,0 2 1,1-1-1,1 0 0,-1 1 0,2 0 0,-1 0 1,2-1-1,-1 1 0,2 0 0,-1 1 0,1-1 1,1 0-1,1 6-108,-1-13 21,0-1 0,0 1 0,1-1 0,-1 1 0,1-1-1,0 0 1,0 1 0,0-1 0,0 0 0,0 0 0,1 0 0,0-1 0,-1 1 0,1 0 0,0-1 0,0 0 0,0 0 0,1 0 0,-1 0 0,0 0 0,1-1-1,-1 1 1,1-1 0,0 0 0,-1 0 0,2 0-21,14 3 22,1-1 0,-1-1 0,0 0 0,12-2-22,-29 0 1,27 1-167,-1-2 0,1 0 0,0-2 0,-1-2 0,1 0 0,-1-2 0,19-8 166,-39 13-350,1-1 0,-1-1 0,0 0 0,-1 0 0,1 0 0,-1-1 0,0 0 0,0-1 0,0 1 0,-1-1-1,0-1 1,0 1 0,-1-1 0,1 0 0,-1 0 0,-1-1 0,0 1 0,0-1 0,0 0 0,-1 0 0,0-1 0,0 1 0,-1 0 0,-1-1 0,1 0 0,-1 1 0,0-3 350,-1-40 642,0 35 1594,0 14-578,0 28-210,2-1-679,0 1-1,2-1 1,1 0-1,7 23-768,6 26 1234,-15-48-841,-3-26-389,0 0 1,0 0 0,0 0 0,0 0-1,0 0 1,0 0 0,-1 0 0,1-1-1,0 1 1,0 0 0,0 0 0,0 0-1,0 0 1,0 0 0,0 0 0,0 0-1,0 0 1,0 0 0,-1 0-1,1 0 1,0 0 0,0-1 0,0 1-1,0 0 1,0 0 0,0 0 0,0 0-1,-1 0 1,1 0 0,0 0 0,0 0-1,0 0 1,0 0 0,0 0 0,0 0-1,0 0 1,-1 0 0,1 0 0,0 0-1,0 0 1,0 1 0,0-1 0,0 0-1,0 0 1,0 0 0,-1 0 0,1 0-1,0 0 1,0 0 0,0 0 0,0 0-1,0 0 1,0 0 0,0 1 0,0-1-1,0 0 1,0 0 0,0 0 0,0 0-1,0 0 1,0 0 0,0 0-1,-1 1 1,1-1 0,0 0 0,0 0-1,0 0 1,0 0-5,-23-40 138,17 28-132,1 0 0,0 0 0,0 0 0,1-1 1,1 0-1,0 0 0,1 0 0,0 0 0,1 0 0,1-1 0,0 1 0,0 0 0,2 0 0,1-8-6,-2 14 14,1 1-1,0-1 1,1 0 0,0 0 0,0 1 0,0 0 0,1-1 0,0 1 0,0 1 0,0-1 0,1 1 0,0-1 0,0 1 0,0 0-1,1 1 1,-1 0 0,1 0 0,0 0 0,0 0 0,1 1 0,-1 0 0,1 0 0,0 1 0,0 0 0,-1 0 0,1 0 0,3 1-14,-4-1 21,0 1 1,0 0 0,0 0 0,0 1 0,0 0-1,0 0 1,0 0 0,0 1 0,0 0 0,0 0-1,0 0 1,0 1 0,0 0 0,-1 0 0,1 0-1,-1 1 1,1 0 0,0 1-22,0 1 35,0 0 0,-1 1 0,1 0 1,-2 1-1,1-1 0,0 1 0,-1 0 0,-1 0 0,1 0 1,-1 0-1,0 0 0,-1 1 0,2 5-35,40 171 197,-44-183-298,1 1-1,-1-1 0,1 0 0,-1 1 0,1-1 1,0 0-1,0 0 0,-1 1 0,1-1 0,0 0 1,0 0-1,0 0 0,0 0 0,1 0 0,-1 0 1,0 0-1,0-1 0,0 1 0,1 0 0,-1-1 1,0 1-1,1-1 0,-1 1 0,1-1 102,22-3-7889,-7-10-3311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28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215 381 14051,'0'0'2224,"0"0"1849,0 0-2424,0 0-745,0 0-256,33 179-328,-33-152-200,3-12-120,-3-15-808,0 0-3177,0-3-7409</inkml:trace>
  <inkml:trace contextRef="#ctx0" brushRef="#br0" timeOffset="1">0 69 6953,'0'0'10635,"0"0"-9355,0 0 929,0 0-2081,0 0-128,0 0-2945,215-68-4177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2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11058,'0'0'8338,"0"0"-7442,0 0 1105,3 152-665,14-75-488,-1 3-280,-3-2-208,1-1-264,-4-11-48,-4-7-48,1-11-8,-7-10-760,0-14-1704,0-15-5754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29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0 284 17572,'0'0'2508,"0"0"-273,0 0-844,39-16-953,1-1-498,12-4-397,1 1 0,1 3 0,37-6 457,133-22-5720,114-29-992,-323 70 6090,-3 2-72,0-2 0,-1 1 0,1-1 0,-1-1 1,0 0-1,8-5 694,-19 10 148,0 0 1,0 0-1,0 0 1,1-1 0,-1 1-1,0 0 1,0 0-1,0 0 1,1 0-1,-1 0 1,0 0-1,0 0 1,0-1 0,0 1-1,1 0 1,-1 0-1,0 0 1,0 0-1,0-1 1,0 1-1,0 0 1,0 0-1,0 0 1,1-1 0,-1 1-1,0 0 1,0 0-1,0 0 1,0-1-1,0 1 1,0 0-1,0 0 1,0 0 0,0-1-1,0 1 1,0 0-1,0 0 1,0-1-1,0 1 1,-1 0-1,1 0 1,0 0-1,0-1 1,0 1 0,0 0-1,0 0-148,-13-4 3595,-21 3-859,32 1-2289,-6 0-192,0 1 0,0 1 0,1-1 0,-1 1-1,0 1 1,1-1 0,0 1 0,-1 0 0,1 1 0,1 0 0,-1 0 0,0 0 0,1 1 0,0 0 0,0 0 0,0 1 0,0 1-255,0-1 147,0 1 0,1 0 0,0 0 0,0 0 0,0 0 0,1 1 0,0 0 0,1-1 0,0 2 0,0-1 0,1 0 0,0 0 0,0 1-1,1-1 1,-1 9-147,2-16 22,0 1-1,0-1 0,1 1 1,-1-1-1,0 1 0,1-1 1,-1 1-1,1-1 0,-1 0 1,1 1-1,0-1 0,-1 0 0,1 1 1,0-1-1,0 0 0,0 0 1,0 0-1,0 0 0,0 0 1,0 0-1,0 0 0,1 0 0,-1 0 1,1 0-22,2 1 27,0 0 0,1 0-1,-1-1 1,1 0 0,-1 0 0,1 0 0,-1 0 0,5 0-27,9-1 36,0 0 0,0-1 0,0-1 0,7-2-36,-9 0 11,-1 0 0,1-1 0,0 0 0,-1-1 0,0-1 0,-1-1 0,0 0-1,8-6-10,17-15-46,-1-1 0,8-11 46,-45 41 1,-1-1-1,1 0 1,0 1-1,0-1 1,0 0 0,-1 1-1,1-1 1,0 1 0,0 0-1,0-1 1,0 1-1,0 0 1,0 0 0,0-1-1,0 1 1,0 0 0,0 0-1,0 0 1,0 0-1,0 0 1,0 0 0,0 0-1,0 1 1,0-1 0,0 0-1,0 1 1,0-1-1,0 0 1,0 1 0,0-1-1,-1 1 1,1-1 0,0 1-1,0 0 1,0-1-1,-1 1 1,1 0 0,0 0-1,-1-1 1,1 1 0,-1 0-1,1 0 1,-1 0-1,1 0 1,-1 0 0,1 0-1,-1 0 0,21 56 38,-17-45-34,6 16-248,14 45-2059,-22-66 1782,0-1 1,-1 1-1,0-1 1,-1 1 0,1-1-1,-1 1 1,0 0-1,-1-1 1,-1 6 520,-3 0-8989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29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4081,'0'0'10475,"0"0"-6796,0 0-1950,3 43 113,-1-19-1557,29 288 2116,29 414-266,-58-708-2575,-1-20-1026,-4-32-2253,-11-14-3936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30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0 460 2473,'0'0'7213,"0"0"-3923,26-34-1084,-4 2-1780,-2 3-129,1 1-1,1 0 1,1 2 0,2 0 0,0 2-1,2 1 1,5-3-297,20-11 1049,2 1 1,48-22-1050,-86 49 135,0 1 1,0 2 0,1-1-1,0 2 1,0 0-1,0 1 1,1 1 0,0 0-1,-1 2 1,1 0 0,0 0-1,11 3-135,-23-1 13,0 0 1,-1 1-1,0-1 0,1 1 0,-1 0 0,0 1 0,0-1 1,0 1-1,0 0 0,-1 0 0,1 1 0,-1-1 0,0 1 1,3 3-14,0 1 33,-1 1 0,1 0 1,-1 0-1,-1 0 0,1 1 0,-2 0 1,3 6-34,1 8 145,0 1 0,-2-1 0,-1 1 0,-1 1 0,-1-1 1,-1 7-146,0-1 388,-2-1 0,-1 1 0,-3 11-388,3-32 106,-1 0-1,-1 0 1,0 0 0,0-1-1,-1 0 1,0 1-1,0-1 1,-1 0-1,0-1 1,-1 1-1,0-1 1,-1 0-106,-2 2 85,0 0 0,-1-1 0,0 0 0,0-1 0,-1 0 0,0-1 0,0 0 0,-1-1 0,0 0 0,0-1 0,-1 0 0,1-1 0,-7 2-85,-14 0-533,0-1-1,0-1 0,-1-2 0,-25-2 534,72 13-9365,0 4-578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31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 11642,'0'0'2625,"0"0"-801,0 0-7,0 0-777,-76 223-40,66-119-120,10 0-287,0-11-81,3-16-192,24-18-128,2-14-96,4-15-24,-6-6-72,-1-7-32,-3-5 16,4 0-1080,-7-3-1737,0-6-3216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3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15755,'0'0'2934,"0"0"-719,0 0-606,33 28-376,-33-28-1233,138 125 890,-118-102-686,0 0 0,-2 1-1,0 1 1,-2 1 0,-1 0 0,-1 1 0,8 25-204,24 43 307,-14-46-230,-23-36-191,-1-1 1,0 1-1,-1 0 0,0 1 0,-1 0 0,0 2 114,-6-16-535,0 3 743,-2-3-5942,-9-5 938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31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0 14227,'0'0'1912,"0"0"273,0 0-329,-47 218-711,8-120-265,-5 0 48,5-3-256,2-15-192,8-17-264,5-15-112,8-16-88,6-14 32,7-6-48,3-6-128,0-6-584,13 0-1200,10-6-3890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32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13883,'0'0'2120,"0"0"777,0 0-1345,195-6-903,-145 6-497,-4 0-152,-16 0-1425,-10 0-3528</inkml:trace>
  <inkml:trace contextRef="#ctx0" brushRef="#br0" timeOffset="1">96 334 8674,'0'0'4545,"0"0"-2169,0 0 649,0 0-1865,0 0-840,232-68-184,-166 41-136,13-3-80,-16 3-1320,-13 6-6162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32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10018,'0'0'2177,"0"0"390,0 0-339,0 0-515,0 0-212,0 0-196,2-13-441,-2 11-820,7-36 285,-7 38-326,0 0 0,0 0 0,0 1 0,0-1 0,0 0 0,1 0 0,-1 0 0,0 0 0,0 0 0,0 0 0,0 0 0,0 0 0,0 0 0,0 0 0,0 0 0,1 0 0,-1 0-1,0 0 1,0 1 0,0-1 0,0 0 0,0 0 0,0 0 0,0 0 0,1 0 0,-1 0 0,0 0 0,0-1 0,0 1 0,0 0 0,0 0 0,0 0 0,1 0 0,-1 0 0,0 0 0,0 0 0,0 0 0,0 0 0,0 0 0,0 0 0,0 0 0,0 0 0,0 0 0,1-1 0,-1 1 0,0 0 0,0 0 0,0 0 0,0 0 0,0 0 0,0 0 0,0 0 0,0 0 0,0-1 0,0 1 0,0 0 0,0 0 0,0 0 0,0 0 0,0 0 0,0 0 0,0-1 0,0 1 0,0 0 0,0 0 0,0 0 0,0 0 0,0 0 0,0 0 0,0-1-3,5 28 338,4 95 1005,-5 1-1,-7 21-1342,1 6 53,6-129-792,16-16-4418,-1-5-2167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3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49 9162,'0'0'1296,"0"0"61,0 0-476,0 0-569,0 0-164,0 0 18,7-8 168,-5 6-314,-1 0-1,1 0 1,0 0-1,-1 0 1,1 0-1,-1-1 1,0 1-1,1 0 1,-1-1-1,-1 1 1,1-1 0,0-1-20,-1 3 5,0 1 0,0-1 1,0 1-1,0 0 0,0-1 1,0 1-1,0-1 0,-1 1 1,1 0-1,0-1 0,0 1 1,0 0-1,-1-1 0,1 1 0,0 0 1,-1-1-1,1 1 0,0 0 1,-1 0-1,1-1 0,0 1 1,-1 0-1,1 0 0,0 0 1,-1-1-1,1 1 0,-1 0 1,1 0-1,0 0 0,-1 0-5,-29 1 249,16 2-24,-1 0-1,1 2 1,0 0-1,0 0 1,1 1-1,0 1 1,0 0-1,0 1 1,1 1-1,0 0 1,-1 1-225,8-6 147,-1 1 1,1 0 0,0 0 0,1 0 0,-1 0 0,1 1 0,0-1 0,0 1-1,0 0 1,1 0 0,0 1 0,1-1 0,-1 1 0,1-1 0,0 1 0,1 0 0,0 0-1,0 0 1,0 0 0,1 0 0,0 0 0,0 0 0,1 0 0,0 3-148,0-8 30,0 0-1,0 0 1,0 0 0,0 0 0,1 0 0,-1 0 0,0 0 0,1-1 0,0 1 0,-1 0-1,1-1 1,0 1 0,0-1 0,0 0 0,0 1 0,0-1 0,0 0 0,0 0-1,0-1 1,1 1-30,54 16 349,-24-8-216,-18-3-116,0 1 1,0 0 0,0 0 0,-1 2 0,0 0 0,-1 1 0,0 0-1,3 4-17,-10-9 17,0 1 0,0 0 0,-1 0 0,0 1 0,0 0 0,-1-1 0,0 1 0,0 1 0,-1-1 0,0 1 0,0-1 0,0 1 0,-1 0 0,0 0-1,-1 0 1,0 0 0,0 6-17,-1-10 80,-1-1 0,1 1-1,-1-1 1,0 0-1,0 1 1,0-1 0,-1 0-1,1 0 1,-1 0-1,0 0 1,1 0 0,-1 0-1,-1-1 1,1 1 0,0-1-1,-1 1 1,1-1-1,-1 0 1,0 0 0,0 0-1,1 0-79,-14 8 307,-1 0 0,1-2 0,-12 5-307,-2 1 329,-6 6-144,23-12-149,-2 0 1,1 0-1,-1-2 1,0 1-1,-9 0-36,61-36-7610,-5 8-822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3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4689,'0'0'7244,"0"0"-4667,26 25-670,-20-19-1774,15 14 215,-1 1 1,-1 0-1,-1 2 0,0 0 0,-2 1 0,-1 0 1,-1 2-1,-1 0 0,3 10-348,-1 14 662,-3 1-1,-2 0 0,-2 1 0,-2 0 1,-3 1-1,-2-1 0,-2 0 1,-7 40-662,3-53 143,-1 0 0,-2-1 0,-2 0 1,-2-1-1,-1 0 0,-2 0 1,-2 1-144,14-32-40,0-1 1,0 0-1,-1 0 1,1 0 0,-1 0-1,0 0 1,-1-1 0,1 0-1,-1 0 1,1 0-1,-1 0 1,-1-1 0,-1 2 39,3-4-245,0 1 0,1-1 0,-1 1 0,0-1 0,0 0 0,0-1 0,0 1 0,0-1 0,-1 1 245,1-1-728,-1-1 0,0 1 1,0-1-1,1 0 0,-1 0 0,0 0 0,1 0 0,-3-2 728,-24-17-10052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33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12499,'0'0'2483,"0"0"-109,0 0-377,0 0-1122,32-27-513,108-85 18,-134 107-294,0 0 1,0 1 0,1 0-1,-1 0 1,1 0-1,0 1 1,0 0-1,1 0 1,-1 1-1,0 0 1,1 0 0,-1 1-1,1 0 1,0 0-1,0 1 1,-1 0-1,1 0 1,0 0 0,-1 1-1,1 1 1,0-1-1,4 3-86,-5-2 72,1 1-1,-1 0 0,0 0 0,0 1 1,0 0-1,-1 0 0,1 1 1,-1-1-1,0 1 0,1 2-71,57 62 397,-33-34-289,9 8-221,3-2 1,1-1 0,2-3-1,9 4 113,-55-41-232,1 1-1,0-1 0,0 1 0,0-1 0,-1 1 0,1-1 0,0 0 0,0 0 1,0 1-1,0-1 0,-1 0 0,1 0 0,0 0 0,0 0 0,0 0 1,0 0-1,0 0 0,0 0 0,-1-1 0,1 1 0,0 0 0,0 0 0,0-1 1,0 1-1,-1 0 0,1-1 0,0 1 0,0-1 0,-1 1 0,1-1 1,0 0 232,6-14-4277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34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1 12067,'0'0'2011,"-10"30"564,7-19-2305,-12 36 526,-2-2 0,-2 0 0,-2-2 0,-8 11-796,-13 12 1528,-4-1 1,-38 41-1529,-113 112 1826,183-204-1761,3-2-41,6-8-16,0 1 0,1 0-1,0 0 1,0 0-1,0 1 1,0-1-1,1 1 1,-1 1-8,3-5-25,11-3-512,-1 0 0,0-1 0,1 0 1,-1 0-1,0-1 0,-1 0 0,1 0 1,0-1-1,-1-1 0,0 1 0,3-3 537,19-10-3416,23-9-4960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34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12339,'0'0'2452,"0"0"249,0 0-825,0 0-1001,0 0-354,29-23-107,96-71 138,-119 89-446,1 1 0,-1-1 0,1 1 1,0 0-1,0 1 0,0 0 0,0 0 0,1 0 0,-1 1 0,1 0 0,0 1 1,-1 0-1,1 0 0,0 0 0,0 1 0,6 1-106,5-1 122,-15 0-115,0 1-1,0 0 0,0 0 0,0 0 0,0 0 1,0 1-1,0-1 0,0 1 0,-1 0 1,1 0-1,-1 1 0,1-1 0,-1 1 0,0-1 1,0 1-1,0 0 0,-1 0 0,1 0 1,-1 1-1,2 1-6,9 14 29,-2 1 1,0 0-1,3 10-29,5 9 42,-9-22-27,1 1 1,0-1-1,1-1 0,1 0 1,1 0-1,8 7-15,-13-16 5,0 0-1,0 0 1,0-1-1,1 0 1,-1-1-1,1 0 1,1 0 0,-1-1-1,1-1 1,0 1-1,-1-2 1,11 2-5,-2-1 18,-1-1 0,1-1 1,0 0-1,0-1 0,0-2 0,0 0 0,12-3-18,-25 4 10,1-1-1,0 0 1,-1-1-1,0 1 1,1-1-1,-1-1 1,0 1-1,-1-1 1,1 0-1,0 0 1,-1-1-1,0 0 1,0 0-1,-1 0 1,1 0-1,-1-1 1,0 1-1,-1-1 0,1 0 1,-1 0-1,0-1 1,0-1-10,4-15 84,-1-1 0,-2 0 0,0-1 0,-1 1 0,-2 0 0,0-1-1,-3-13-83,2 9-14,0 28 1,0 1 0,0-1 0,0 0 0,0 0-1,0 0 1,0 1 0,-1-1 0,1 0 0,0 0 0,0 1-1,-1-1 1,1 0 0,-1 1 0,1-1 0,0 0-1,-1 1 1,1-1 0,-1 0 0,0 1 0,1-1 0,-1 1-1,1-1 1,-1 1 0,0-1 0,1 1 0,-1 0 0,0-1-1,0 1 1,1 0 0,-1-1 0,0 1 0,0 0-1,0 0 1,1 0 0,-1 0 0,-1 0 13,-28 2-1100,30-2 1083,-37 14-3279,1 6-3835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1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1280,'0'0'11385,"0"0"-6805,0 0-2079,0 0-1281,3 33-241,-2-15-838,12 234 1339,-13-193-1062,-2 0 0,-3 0 0,-11 51-418,2-47 104,3-19-202,2 0-1,2 1 1,1 0 0,3 2 98,3-45-1954,0-5-2994,0-12-3959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1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12995,'0'0'2080,"0"0"-167,0 0 615,0 0-1704,0 0-256,72 179 169,-65-87 87,-4 0-224,1-9-240,-1-11-216,0-13-48,4-17-40,-4-12-56,0-15-24,-3-9-72,0-6-1120,0 0-1265,-3-21-3872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1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13123,'0'0'3825,"0"0"-1497,0 0-487,185-41-945,-76 14-432,11-3-304,-5 6-80,-6 7-80,20 5-856,-26 6-2201,-20 0-5961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12499,'0'0'2304,"0"0"-952,0 0 1121,0 0-1049,-122 241-448,102-128-15,10 3-57,10-3-376,0-14-376,17-19-104,22-21-48,14-17-120,33-27-1088,-13-12-3209,-7-3-7050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64 224 4721,'0'0'7054,"0"0"-4546,-1 26-286,-4 56-184,-4 0-1,-3 0-2037,9-63 385,2-11-251,1-1-1,-2 0 1,1 0-1,-1 0 1,0 0 0,0 0-1,-1 0 1,0 0-1,0-1 1,-1 1-1,-2 2-133,5-17 362,0-82-192,-1 21-137,3-1 1,4-13-34,-3 63-6,1-1 1,1 1-1,1 0 0,0 0 1,2 1-1,0 0 0,1 0 1,2 0-1,6-9 6,-14 23-2,1 1 1,0 0-1,0 0 0,0 0 0,1 1 0,0-1 1,-1 1-1,1 0 0,0 0 0,0 0 0,1 1 0,-1-1 1,1 1-1,1-1 2,-3 3-4,-1-1 0,1 0 0,0 1 0,0 0 1,0 0-1,0 0 0,0 0 0,0 0 0,-1 0 0,1 1 1,0-1-1,0 1 0,0 0 0,-1 0 0,1 0 0,0 0 1,-1 1-1,1-1 0,-1 1 0,0-1 0,1 1 0,-1 0 1,0 0-1,0 0 0,1 1 4,9 12 5,0 1 0,0 0 1,-2 1-1,0 0 0,-1 1 1,-1 0-1,-1 0 0,0 1 1,-1 3-6,1 0 17,1 0 0,1-1 1,1 0-1,1 0 1,0-1-1,13 15-17,-19-29 3,0-1 0,1 0 0,0 0 0,0-1 0,1 1 0,-1-1 0,1-1 0,0 1 0,0-1 0,0 0 0,0-1 0,1 0 0,-1 0 0,1 0 0,-1-1 0,1 0 0,0-1 0,-1 0 0,1 0 0,0 0 0,3-1-3,-8 0 1,0 1 1,1-1 0,-1 0 0,0 0 0,1 0 0,-1 0-1,0 0 1,0-1 0,0 1 0,0-1 0,0 0 0,0 0 0,-1 0-1,1 0 1,0-1 0,-1 1 0,0-1 0,0 1 0,0-1-1,0 0 1,0 0 0,0 0 0,-1 0 0,1 0 0,-1 0-1,0 0 1,0-1 0,0 1 0,0 0 0,0-3-2,2-14 3,0 0-1,-1 0 1,-1-1 0,-1-16-3,0 20 2,1-2 95,-1 0 1,-1 0 0,-1 0-1,0 0 1,-1 1 0,-1-1 0,-1 1-1,0 0 1,-2 0 0,0 0 0,-7-12-98,13 29-417,1 1-1354,3 0-3588,11 0-3903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2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4425,'0'0'11354,"0"0"-9977,0 0 31,0 0-104,0 0-272,0 0-735,202 24-161,-142-21-136,-1 9-313,-22 0-1895,-14 0-3369</inkml:trace>
  <inkml:trace contextRef="#ctx0" brushRef="#br0" timeOffset="1">43 357 13707,'0'0'2200,"0"0"-399,0 0 863,0 0-1599,0 0-593,182 3-328,-106-9-144,17-15-824,-17 4-1785,-20-1-3744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3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18 368,'0'0'8823,"0"0"-5642,0 0-959,30-4-593,90-9-766,-119 13-832,1 0 0,0 0-1,0 0 1,0 0-1,-1 0 1,1 0 0,0 0-1,0 0 1,0 1-1,-1-1 1,1 0 0,0 1-1,-1 0 1,1-1-1,0 1 1,-1 0 0,1 0-1,-1 0 1,1 0-1,-1 0 1,0 0 0,1 1-1,-1-1 1,0 0-1,0 1 1,0-1 0,0 1-1,0-1 1,0 1 0,0-1-1,0 1 1,-1 0-1,1 1-30,0 2 106,-1 0-1,0-1 0,0 1 0,0 0 0,-1 0 0,1 0 1,-1 0-1,0 0 0,-1 0-105,1 1 104,-1 0-32,0 0-1,0 0 1,-1 0 0,0 0-1,0 0 1,0-1 0,-1 0 0,0 0-1,0 0 1,0 0 0,0 0 0,-1-1-1,0 0 1,-1 1-72,-18 13 218,-1 0-1,-18 8-217,31-19 12,15-8-37,0 1-1,1-1 1,-1 1 0,0 0 0,0 0 0,1 0 0,-1 0-1,0 1 1,0-1 0,3 2 25,5-1-36,3 0 20,1 1 1,0 1 0,-1 0 0,0 1 0,1 0 0,-2 1-1,1 1 1,0 0 15,-10-3 0,1-1-1,-1 0 1,0 1-1,1 0 1,-1 0-1,-1 0 1,1 0-1,0 1 1,-1 0-1,0-1 1,1 1-1,-1 0 1,-1 1-1,1-1 1,-1 0-1,0 1 1,0 0-1,0-1 1,0 1-1,-1 0 1,0 0-1,0 0 1,0 0-1,-1 4 1,0-4 51,-1-1-1,0 0 0,0 0 1,0 0-1,0 0 0,-1 0 1,0 0-1,0 0 0,0-1 1,0 1-1,0-1 1,-1 1-1,0-1 0,1 0 1,-1 0-1,0 0 0,-1 0 1,1-1-1,0 1 0,-1-1 1,0 0-1,-2 1-50,-15 9 360,-1-1-1,-1-2 1,-14 5-360,11-5 116,14-3-92,0-2-1,0 0 0,-1 0 0,0-1 0,0 0 1,0-2-1,0 1 0,-1-1-23,23-26-1738,21-1-1443,9-4-2290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12243,'0'0'1851,"0"0"193,29-9-49,95-26-792,-111 31-1030,0 2-1,0 0 1,1 0 0,-1 1-1,0 1 1,1 0-1,-1 1 1,4 1-173,-15-2 38,1 0-14,0 1 0,-1 0 0,1-1 0,0 1 0,-1 0 0,1 0 0,-1 0 0,1 1 0,-1-1 0,0 0 0,1 1 0,-1 0 0,0-1 0,0 1-1,0 0 1,0 0 0,-1 0 0,1 0 0,0 1 0,-1-1 0,0 0 0,1 1 0,-1-1 0,0 1 0,0-1 0,0 1 0,-1 0 0,1-1 0,-1 1 0,1 0 0,-1-1 0,0 1 0,0 0 0,0 0 0,0-1 0,-1 1-1,0 2-22,1 3 45,-1 0 0,-1 0 1,0 0-1,0 0 0,0 0 1,-1 0-1,0-1 0,-1 1 1,1-1-1,-1 0 0,-5 7-46,-8 5 57,-1-1-1,0-1 1,-2-1-1,0 0 1,0-1-1,-4 0-56,62-16-231,-17 2 145,3-3 68,-4 0-2,0 0 1,0 2-1,0 0 0,1 1 0,-1 1 0,13 3 20,-29-4 3,0 0 0,0 0 0,-1 1 0,1-1 0,0 1 0,-1 0 0,1 0 0,-1 0 0,1 1 0,-1-1 0,0 1 0,0 0 0,0 0 0,0 0 0,-1 0 0,1 0 0,-1 0 0,0 1 0,0-1 0,0 1 0,-1 0 0,1 0 0,-1-1 0,1 1 0,-1 0 0,-1 0 0,1 0 0,0 0 0,-1 0 0,0 1 0,0-1 0,0 0 0,-1 0 0,1 0 0,-1 1-3,-1 2 41,0 0 0,-1-1-1,1 1 1,-1-1 0,0 0 0,-1 1 0,0-2 0,0 1 0,0 0 0,0-1 0,-1 0-1,0 0 1,0 0 0,-1 0 0,1-1 0,-1 0 0,0 0 0,-2 0-41,-12 9 160,-1-1 0,0-2 0,0 0 0,-21 6-160,40-15-93,0 0-1,0 0 1,0 0 0,0-1-1,-1 1 1,1-1-1,0 1 1,0-1 0,0 0-1,-1 0 1,1 0-1,0 0 1,0 0 0,-3-1 93,5 0-152,-1 0 0,0 0 0,0 0-1,1 0 1,-1 0 0,1 0 0,-1 0 0,1 0 0,-1 0 0,1-1 0,0 1 0,-1 0 0,1 0 0,0 0 0,0 0 0,0-1 0,0 1-1,0 0 1,0 0 0,0 0 0,0-1 0,1 1 0,-1 0 0,0 0 0,1 0 0,-1 0 152,9-32-6758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3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13691,'0'0'2584,"0"0"1449,0 0-2152,-10 182-697,-13-123-848,0-2-208,3-9-128,7-10-112,9-14-1216,4-9-3321,0-12-4025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4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10322,'0'0'2166,"0"0"392,0 31 625,0 201-14,0-27-364,5-252-2864,1 0 0,2 0 0,12-38 59,-13 63-35,1-1 1,0 2 0,1-1-1,2 1 1,0 1-1,1 0 1,1 1-1,14-16 35,-22 29-10,0 1 0,1 0 0,-1 0 0,1 0 0,0 1 0,0 0 0,1 0 0,3-1 10,-8 4 0,-1 0-1,0 1 1,1-1-1,-1 1 1,1-1-1,-1 1 1,1-1-1,-1 1 1,1 0-1,-1 0 1,1 0-1,-1 0 1,1 0-1,-1 0 1,1 0-1,-1 1 1,1-1-1,-1 0 1,1 1-1,-1-1 1,1 1-1,-1 0 1,0-1-1,1 1 1,-1 0-1,0 0 1,0 0-1,1 0 1,-1 0-1,0 0 1,0 0-1,0 0 1,0 1-1,0-1 1,-1 0-1,1 1 1,0-1-1,-1 0 1,1 1-1,0-1 1,-1 1-1,1 0 1,4 23 71,0-1 0,-1 1-1,-2 1 1,0-1 0,-2 0 0,-1 0-1,-1 3-70,1 34 101,-1-12-46,0-34-58,2-1 0,-1 1 0,2 0 0,0-1 0,1 1 1,2 3 2,-4-17-100,1-1 0,0 1 0,0-1 0,0 0 0,-1 1 1,1-1-1,1 0 0,-1 0 0,0 0 0,0 0 1,0 0-1,1 0 0,-1 0 0,0 0 0,1 0 1,-1-1-1,1 1 0,-1 0 0,1-1 0,-1 1 1,1-1-1,-1 0 0,1 0 0,-1 1 0,1-1 0,-1 0 1,1 0-1,0 0 0,0-1 100,-1 1-106,25 1-5413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4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18 13155,'0'0'4553,"0"0"-2625,0 0-471,0 0-897,0 0-408,212-18-96,-153 18-56,-6 0-264,-20 0-1321,-10 0-2896,-19 0-4273</inkml:trace>
  <inkml:trace contextRef="#ctx0" brushRef="#br0" timeOffset="1">0 292 12915,'0'0'3064,"0"0"745,0 0-1696,0 0-1313,209-42-576,-123 18-224,36-11-576,-23 8-1809,-19-3-3392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13571,'0'0'1538,"0"0"-199,0 0 45,34-13-320,110-36 20,-81 36-142,-61 12-883,1 1-1,-1 0 1,1 0 0,-1 0-1,1 0 1,-1 1 0,1-1-1,-1 1 1,1 0 0,-1-1-1,0 1 1,1 0 0,0 1-59,-1 0 31,0 0 1,0 0 0,-1 1 0,1-1 0,0 1 0,-1-1 0,0 1 0,1 0-1,-1-1 1,0 1 0,-1 0 0,1 0 0,0 0 0,-1 0 0,1-1 0,-1 1 0,0 0-1,0 0 1,0 0 0,-1 0 0,1 2-32,-1 4 47,-1 1 0,1-1 0,-2 0 0,1 0 0,-1 0 0,-1 0 0,1 0 0,-1 0 0,-1-1 1,0 0-1,0 0 0,0 0 0,-1-1 0,0 0 0,-6 6-47,-19 18 141,-2-2 1,-33 24-142,30-25 31,26-20 15,7-7-19,0 1 1,1-1-1,-1 1 0,1 0 0,0 0 0,-1 0 0,1 0 1,0 0-1,0 1 0,0-1 0,1 0 0,-1 1 1,1-1-1,-1 1 0,1 0 0,0 0 0,0-1-27,1-1 35,0 0 0,1 0 0,-1-1 0,0 1 0,1 0-1,-1-1 1,1 1 0,-1-1 0,0 1 0,1 0 0,0-1-1,-1 1 1,1-1 0,-1 0 0,1 1 0,0-1-1,-1 1 1,1-1 0,0 0 0,-1 1 0,1-1 0,0 0-1,0 0 1,-1 0 0,1 0 0,1 1-35,24 3 466,-23-4-389,63 6 272,0-4 0,0-2 0,34-6-349,-70 3-176,0-2 1,28-8 175,-43 9-1328,0-1 0,0-1 0,13-7 1328,-3-2-6288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5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2537,'0'0'11381,"0"0"-7486,0 0-754,-25 32-1343,-74 103-814,96-131-947,1-1 0,-1 1 0,1 0 0,0 0 0,1 0 0,-1 1 0,1-1 0,0 0 0,0 1 0,0-1 1,0 0-1,1 1 0,0-1 0,0 1-37,0-2 22,1-1 0,-1 0 0,1 0 0,0 1 1,-1-1-1,1 0 0,0 0 0,0 0 0,1 0 0,-1 0 1,0 0-1,1-1 0,-1 1 0,1 0 0,-1-1 0,1 1 1,0-1-1,1 2-22,5 1 53,0 0 1,0-1-1,0 1 0,1-2 1,-1 1-1,1-1 1,-1 0-1,1-1 1,3 0-54,18 2 73,1 0 1,-1-3-1,0 0 1,1-2-1,25-5-73,-44 5 8,0 0 0,0-1 0,0 0 0,0-1 0,0-1-1,-1 0 1,0 0 0,0-1 0,-1 0 0,1-1 0,-1 0 0,-1-1-1,1 0 1,-1 0 0,5-8-8,-10 11 2,-1 0 0,0 0-1,0 0 1,0-1 0,-1 1 0,0-1-1,0 1 1,0-1 0,-1 0 0,0 0-1,0 0 1,0 0 0,-1-5-2,0 8-10,0-1 0,0 1 0,0 0 0,-1-1 0,1 1 0,-1 0 0,0 0 0,0 0 0,-1 0 0,1 0 0,0 0 0,-1 0 0,0 0 0,0 0 0,0 1 0,0-1 0,0 1 0,0-1 0,-1 1 0,1 0 0,-1 0 0,1 0 0,-1 0 0,-2 0 10,-7-3-116,-1 0 0,1 2 0,-1 0 0,0 0 0,0 1 0,0 0 1,0 2-1,-1-1 0,-11 2 116,24-1-7,-55 1-1022,0 2-1,0 2 1,-23 7 1029,-35 11-4749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110 647 12363,'0'0'6513,"0"0"-5777,0 0 1321,0 0-977,-73 199-488,53-134-424,4-8-168,16-18-464,0-16-2105,0-20-4656</inkml:trace>
  <inkml:trace contextRef="#ctx0" brushRef="#br0" timeOffset="1">659 1 16628,'0'0'2192,"0"0"-712,0 0 833,13 211-969,0-136-608,4-7-552,-1-17-80,-6-16-104,0-14-232,-3-15-832,-4-6-1176,0-27-2850,-3-5-7344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5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0 198 7866,'0'0'4305,"0"0"-2398,0 0-219,31-27-444,104-88-662,-127 108-481,1 1 0,-1 1 1,1-1-1,1 1 0,-1 1 1,1-1-1,-1 2 0,1-1 1,0 2-1,1-1 0,-1 1 1,0 1-1,1-1 0,-1 2 1,1 0-1,9 1-101,0-1 266,-17 0-243,0-1 0,0 1 0,0 0 1,0 0-1,0 1 0,-1-1 0,1 1 0,0-1 1,0 1-1,0 0 0,0 0 0,-1 0 0,1 0 1,-1 1-1,1-1 0,-1 1 0,1 0 0,-1-1 1,0 1-1,0 0 0,0 0 0,0 0 0,1 2-23,0 1 35,-1 1-1,0-1 1,-1 1-1,1 0 1,-1-1-1,0 1 0,0 0 1,-1 0-1,0 0 1,0 0-1,0 1-34,-1-2 27,1 1 1,-1 0-1,-1 0 0,1 0 1,-1-1-1,0 1 1,0-1-1,0 1 0,-1-1 1,0 0-1,0 0 0,0 0 1,-5 4-28,-8 10 83,0-1 1,-17 13-84,3-2 61,-120 123 150,118-110-234,31-39 111,-1-1 0,1 0-1,0 1 1,0-1-1,0 1 1,1-1-1,-1 1 1,0-1 0,1 1-1,0 0 1,-1-1-1,1 1 1,0 0-1,1-1 1,-1 1-1,0 0 1,1-1 0,0 2-88,2-2 150,1-1 1,0 0 0,0 1 0,0-2 0,-1 1 0,1 0 0,0-1 0,0 1 0,0-1 0,0-1 0,0 1 0,0 0 0,1-1-151,3 1 259,99-2 601,-25 0 834,58 6-1694,-137-3-193,1-1 0,0 1 1,0 0-1,-1 1 0,1-1 0,0 1 0,-1-1 0,0 1 0,1 0 0,0 1 193,20 10-2773,-11-10-2924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6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13155,'0'0'3849,"0"0"-1721,0 0-368,0 0-1199,238 0-313,-171 0-192,-18-3-56,-16 3-592,-23 0-1457,-10 0-1928,0 0-3384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6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1 423 3393,'0'0'8794,"0"0"-5794,0 0 1289,0 0-2400,0 0-241,0 0-144,0 0-544,168 32-391,-88-32-497,-1-3-8,-13-5-64,-10 2-449,-6-6-1023,-17 0-3761,-6 0-9298</inkml:trace>
  <inkml:trace contextRef="#ctx0" brushRef="#br0" timeOffset="0.99">781 0 13483,'0'0'4841,"0"0"-3089,0 0 513,0 0-561,33 191-560,-33-120-335,-3-6-321,-10-5-312,6-12-80,4-16-96,3-8-464,0-21-1193,20-3-3048,0 0-6777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7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99 6617,'0'0'2202,"0"0"49,28-9-373,8-1-1445,0 1-10,0-2 1,-1-1 0,0-3-1,1-1-423,-35 16 26,-1 0 1,0 0-1,1 0 0,-1 0 0,1 0 1,-1 0-1,1-1 0,-1 1 0,0 0 1,1 0-1,-1 0 0,1 0 0,-1-1 0,0 1 1,1 0-1,-1 0 0,0-1 0,1 1 1,-1 0-1,0-1 0,0 1 0,1 0 1,-1-1-1,0 1 0,0 0 0,1-1 1,-1 1-1,0-1 0,0 1 0,0 0 0,0-1 1,0 1-1,0-1 0,1 1 0,-1-1 1,0 1-1,0 0 0,0-1 0,-1 0-26,-18-3 346,-40 5-282,56-1-22,-15 2 63,0 1-1,0 0 0,1 1 1,-1 1-1,1 1 0,0 0 1,0 2-1,1 0 0,0 0 1,1 2-1,0 0 0,0 0 1,1 1-1,0 1 1,1 1-1,-11 12-104,20-20 233,1 0 1,0 1-1,-1-1 1,2 0-1,-1 1 1,-1 5-234,3-10 34,0 1 0,1-1 0,-1 1 0,1-1 0,0 1 0,-1-1 0,1 1 0,0-1 0,0 1 0,0-1 0,0 1 0,0-1 0,0 1 0,0-1 0,1 1 0,-1-1 0,0 0 0,1 1 0,-1-1 0,1 1 0,0-1 0,-1 0 0,1 1-1,0-1 1,0 0 0,0 0 0,0 1 0,0-1 0,0 0 0,1 1-34,13 4 79,-1 0-1,1-1 0,-1 0 0,1-1 0,1-1 1,9 1-79,43 11 80,-57-12-77,0 1 0,-1 0 0,1 1-1,-1 0 1,0 1 0,-1 0 0,0 0 0,2 3-3,-8-7 38,0 1 1,0-1-1,-1 1 0,1-1 0,-1 1 0,0 0 0,0 0 1,0 0-1,0 0 0,0 1 0,-1-1 0,1 0 1,-1 1-1,0-1 0,0 1 0,0-1 0,-1 1 1,1 0-1,-1-1 0,0 1 0,0 0 0,0-1 1,0 1-1,-1 0 0,0-1 0,0 4-38,0-5 64,-1 0 0,1 0 0,0 0 0,-1 0 0,1 0 0,-1-1 0,0 1-1,0 0 1,1-1 0,-1 0 0,0 1 0,0-1 0,0 0 0,-1 0 0,1 0 0,0 0 0,0 0 0,-1-1 0,-1 1-64,-55 12 753,35-8-435,-112 30 66,122-28-652,14-1-1573,23 1-2350,6-6-470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47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9522,'0'0'2977,"0"0"-537,0 0 649,109 223-953,-86-119-519,-13 3-73,-10-8-480,0-10-560,-6-15-216,-18-8-240,-9-10-48,-6 1-40,-44 17-976,10-14-2697,4-10-6081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3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174 272 3041,'0'0'6773,"0"0"-4407,3 41-288,23 285 1586,-15-150-1197,-3-34 506,13 50-2973,-20-188 79,-2-17-23,0 0 0,-1 0 0,-1 0 0,1 1 1,-2-1-1,0 1 0,0 0 0,-4-6-56,-52-93-270,36 70 220,1 2 37,3 0 0,1-2 0,2 0-1,2 0 1,1-2 0,2-3 13,9 30-2,0 0-1,1 0 1,0-1 0,1 1 0,1 0 0,1-1 0,0 1-1,2 0 1,-1 0 0,2 0 0,0 0 0,1 0 0,1 1-1,0 0 1,1 0 0,0 0 0,1 1 0,2-1 2,9-12-14,2 1 0,1 1 0,0 1 1,2 1-1,1 0 0,1 2 0,1 1 1,12-6 13,-22 15-10,2 1 1,-1 1 0,2 0-1,-1 1 1,1 1 0,0 1 0,0 1-1,1 0 1,-1 2 0,1 1 0,0 0-1,0 1 1,17 2 9,-31 0-1,0 0 1,0 0 0,0 0-1,0 1 1,0 0-1,0 0 1,0 1-1,-1 0 1,0 0-1,1 1 1,-1-1-1,0 1 1,-1 1-1,1-1 1,-1 1-1,4 4 1,-3-2 0,-1 1 0,0-1 0,0 1 0,-1 1 0,0-1 0,0 0 0,-1 1 0,0 0 0,-1 0 0,0 0 0,0 0 0,-1 6 0,1 4 44,-1 0 0,-1 0 1,0 0-1,-2 0 0,0-1 0,-1 1 1,-1-1-1,-1 1 0,-1-1 0,0-1 0,-1 1 1,-1-1-1,-4 5-44,1-2 106,-1-1-1,-2 0 1,1 0 0,-2-2 0,-1 0-1,0-1 1,-1 0 0,0-1 0,-2-1-1,-16 9-105,25-17 14,0-1 0,-1 0 0,0-1-1,0 0 1,0 0 0,0-2 0,-1 1 0,1-1-1,-1-1 1,0 0 0,1-1 0,-3 0-14,13 0-21,-1 0 0,0 0 1,0 0-1,1 0 0,-1 0 0,0-1 1,1 1-1,-1-1 0,0 1 1,1-1-1,-1 0 0,1 1 0,-1-1 1,1 0-1,-1 0 0,1 0 1,0 0-1,-1 0 0,1 0 1,0-1-1,0 1 0,0 0 0,0 0 1,0-1-1,0 1 0,0-1 1,0 1-1,1-1 0,-1 0 21,-1-5-606,0 0 1,1 0-1,0 0 0,0 0 1,1 0-1,0-4 606,-1 4-910,1-32-7570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3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1 210 14947,'0'0'2401,"34"-13"-857,237-84 859,-135 59-2104,-69 21-1619,38-17 1320,-99 29-2256,-16 2 1868,-20 1 734,9 2 24,-4-1 229,1 2-1,0 0 1,0 2-1,0 0 0,-7 3-598,24-4 83,0 0 0,1 0 0,-1 1-1,1 0 1,-1 0 0,1 1 0,0-1-1,0 2 1,1-1 0,-1 0-1,1 1 1,0 0 0,0 0 0,0 1-1,1-1 1,0 1 0,0 0-1,0 0 1,1 1 0,-2 3-83,1 5 137,-1 0 1,2 0 0,0 1-1,1-1 1,1 1-1,0-1 1,1 1-1,1 10-137,-1-22 34,0 0 0,1 0 0,0 0-1,-1 0 1,1 0 0,0 0 0,1 0 0,-1 0-1,1-1 1,0 1 0,0 0 0,0-1-1,0 1 1,1-1 0,-1 0 0,1 0 0,0 0-1,0 0 1,0 0 0,0-1 0,0 1 0,1-1-1,-1 0 1,1 0 0,-1 0 0,1-1 0,0 1-1,0-1 1,0 0 0,3 1-34,15 2 23,0 0-1,0-2 1,1-1-1,-1 0 1,11-2-23,0 0-44,135 1-3658,-91 0-2385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4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269 366 15227,'0'0'1845,"0"0"6,-32 3-371,-13 2-1009,1 2 0,-1 2-471,40-8 39,1 0 0,-1 1 0,1 0 0,0 0 0,0 0 1,-1 0-1,1 0 0,0 1 0,1 0 0,-1 0 1,0 0-1,1 0 0,0 0 0,0 1 0,0-1 1,0 1-1,0 0 0,1 0 0,-1 0 0,1 0 0,0 1 1,1-1-1,-1 1 0,1-1 0,0 1 0,-1 3-39,0-1 67,-2 8 104,0 0 1,1 0-1,1 1 0,0-1 0,1 1 0,1-1 1,0 1-1,1-1 0,2 10-171,-2-19 27,1 0 1,-1 1-1,1-1 0,0 0 0,0 0 1,1-1-1,0 1 0,0 0 0,0-1 1,1 0-1,0 0 0,0 0 0,0 0 1,1-1-1,-1 1 0,1-1 0,0 0 1,0-1-1,0 1 0,1-1 0,0 0 1,-1 0-1,1-1 0,1 1-27,12 2 13,0 0-1,0-1 0,1-1 1,-1-1-1,1-1 0,0-1 1,-1 0-1,1-2 0,0 0 1,-1-1-1,0-1 1,0 0-1,0-2 0,0 0 1,1-2-13,-12 4-31,1 0 1,-1 0-1,0-1 1,0 0-1,-1 0 1,0-1-1,0 0 1,0 0-1,0-1 1,-1 0-1,0 0 1,-1 0-1,1-1 1,-1 1-1,-1-2 1,0 1-1,0 0 1,0-1-1,-1 1 0,0-1 1,-1 0-1,0 0 1,-1 0-1,1-9 31,-1-42 82,-3-1 0,-3 1 0,-3 1 0,-1-1 0,-16-45-82,-3-31 1740,24 110-337,10 44-348,6 17-1110,35 98 182,-20-53-242,3-1 0,3-2 0,28 44 115,-48-99-1174,2-1 0,0-1 0,18 19 1174,-5-13-5495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4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11266,'0'0'9931,"0"0"-8659,0 0 296,0 0-584,0 0-376,53 154-391,-33-115-217,-4-9-72,21-15-1113,-8-9-4064,8-6-9722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4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 13971,'0'0'4434,"0"0"-1999,-37 1-542,37-1-1893,-46 1 530,1 2 0,-23 5-530,60-6 46,1 0 1,0 1-1,-1-1 0,1 1 1,1 1-1,-1-1 0,0 1 1,1 1-1,0-1 0,0 1 0,0 0 1,0 0-1,1 1 0,0-1 1,0 1-1,1 0 0,-1 1 1,1-1-1,1 1 0,-1 0 0,0 1-46,-2 3 56,-1 3 18,-1 1-1,2 0 0,0 1 0,1-1 1,0 1-1,1 0 0,1 0 0,1 1 1,0-1-1,1 1-73,0-12 13,1 1 1,0 0-1,1 0 1,-1 0-1,1-1 1,0 1-1,0 0 1,1-1-1,0 1 0,0-1 1,0 1-1,1-1 1,-1 0-1,1 0 1,0 0-1,1-1 1,-1 1-1,1-1 1,0 1-1,0-1 1,1 0-1,-1-1 0,1 1 1,-1-1-1,1 0 1,0 0-1,1 0 1,-1-1-1,1 0-13,16 5-2,0-2-1,0-1 1,0 0-1,0-2 1,1-1 0,-1 0-1,1-2 1,-1 0-1,0-2 1,0 0-1,0-2 1,0 0 0,0-1-1,-1-2 1,0 0-1,-1-1 1,19-11 2,-29 13-39,-1 0 0,1 0 0,-1-1 1,-1 0-1,0 0 0,0-1 0,0 0 0,-1-1 1,-1 0-1,0 0 0,0 0 0,-1-1 0,0 0 1,-1 0-1,1-1 39,0-8 376,0 1 0,-1-1 0,-1 1 0,-1-1 1,-1 0-1,0 0 0,-2 0 0,-1-5-376,7 68 136,1 0 0,3-1 1,1 0-1,2 1-136,-3-15-754,2 0 0,11 20 754,-12-30-2139,0 0 0,1-1 0,1 0 0,5 4 2139,-2-4-11449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5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15195,'0'0'2833,"0"0"-2105,7 197 920,9-4-95,4-2-537,0-25-40,0-56-400,-4-38-256,4 2-176,0-2-96,0-1 8,-10-23-56,-4-16-16,-2-20-448,-4-9-304,0-9-808,-20-26-3513,-7-7-6290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6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1 318 3809,'0'0'8971,"40"-33"-6140,-9 6-2436,2-3 21,2 2-1,0 1 1,2 2-1,1 2 1,1 1-1,1 2 1,10-3-416,-14 10 258,1 1 0,0 2 1,1 2-1,0 1 0,0 2 0,1 2 1,-1 1-1,1 2 0,26 4-258,-54-3 11,0 1 1,0 0-1,0 1 0,0 1 0,0-1 1,-1 2-1,1-1 0,-1 1 0,0 1 0,6 4-11,-10-5 4,0 0-1,0 0 0,-1 1 0,0-1 0,0 1 0,0 0 0,0 0 0,-1 1 0,0-1 0,-1 1 1,0 0-1,0 0 0,0 1 0,-1-1 0,2 6-3,-2-3 72,0 1 1,0-1-1,-1 1 1,0 0-1,-1-1 1,0 1-1,-1 0 0,0-1 1,-1 1-1,0 0 1,-1-1-1,0 0 1,0 0-1,-1 0 0,-1 0 1,-2 5-73,-2-2 200,0 0-1,-1 0 1,-1-1 0,0 0 0,0-1 0,-1 0-1,-1-1 1,0 0 0,0-1 0,-10 5-200,-10 4 234,-1-2 0,-1-2 0,0-1 0,-15 3-234,-79 31-400,114-39 486,9-2-1553,6 0-5525,3-6-1996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6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1 14011,'0'0'2659,"0"0"-366,0 0-425,0 0-1048,-34 28-493,-20 17 94,-35 39-421,79-72 80,0 0-1,1 0 0,0 1 1,1 0-1,1 0 0,0 1 0,1 0 1,0 0-1,1 1 0,1-1 1,0 1-1,1 3-79,-5 11 174,-2 13 54,2 0 0,2 0 0,2 1 0,1 0 0,2 1-228,1-39 9,0-1 0,0 1-1,0-1 1,1 1 0,0-1-1,0 0 1,0 1 0,0-1-1,0 0 1,1 0 0,0 0-1,0 0 1,0 0 0,0 0 0,2 1-9,-1-2 5,0 0 0,0 0 1,1-1-1,-1 0 1,1 0-1,-1 0 1,1 0-1,0 0 1,0-1-1,-1 1 0,1-1 1,0 0-1,1 0 1,-1-1-1,0 1 1,2-1-6,13 2 23,0-1-1,0-1 1,0-1 0,0 0 0,0-2 0,0 0 0,16-5-23,-26 6 1,1-2 0,0 1 1,-1-1-1,0-1 0,0 1 0,0-2 1,0 1-1,-1-1 0,0 0 0,0-1 0,-1 0 1,0 0-1,0-1 0,0 0 0,2-5-1,-7 11 3,-1 0-1,1 0 1,-1-1-1,1 1 0,-1 0 1,0-1-1,0 0 1,0 1-1,0-1 0,0 0 1,-1 1-1,1-1 1,-1 0-1,0 1 0,0-1 1,0 0-1,0 0 1,0 0-1,-1 1 0,0-2-2,0 2 3,0 0 0,0 0 0,0 0 0,-1 0 0,1 0-1,-1 0 1,0 1 0,1-1 0,-1 1 0,0-1 0,0 1-1,0 0 1,0-1 0,0 1 0,0 0 0,0 0 0,0 1 0,-1-1-1,1 0-2,-15-3 15,1 1-1,-1 1 1,0 0-1,0 1 1,-15 2-15,24-1 1,-22-1 5,12 1-2,-1 0 0,0 0-1,0 2 1,1 1-1,-4 1-3,156-66 280,-127 60-280,2-3 1,1 1 1,-1 1-1,1 0 1,-1 0-1,1 1 1,0 0-1,0 1 1,0 0-1,0 0 1,0 1-1,0 1 1,8 0-2,-16 0 0,-1 0 1,1 0-1,-1 0 1,1 0-1,-1 0 0,0 0 1,1 0-1,-1 0 1,0 1-1,0-1 1,0 0-1,0 1 1,0-1-1,0 1 0,0-1 1,-1 1-1,1-1 1,0 1-1,-1 0 1,0-1-1,1 1 1,-1 0-1,0 1 0,4 46 33,-4-38-12,0 47 55,-3 0 1,-2 0-1,-4 10-76,8-62-35,-1 26-117,3-31 72,-1 0-1,0 0 1,1-1 0,-1 1 0,1 0 0,-1 0 0,1-1 0,-1 1 0,1 0-1,-1-1 1,1 1 0,0 0 0,-1-1 0,1 1 0,0-1 0,0 1 0,-1-1 0,1 1-1,0-1 1,0 0 0,0 1 0,0-1 0,0 0 0,-1 0 0,1 0 0,0 0 0,0 1-1,0-1 1,0 0 0,0-1 0,0 1 0,0 0 80,36 0-4697,5 0-2945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7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14979,'0'0'2897,"0"0"-1593,0 0 1153,43 196-857,-33-80-552,-7 6-128,-3-6-367,0-18-289,0-23-192,3-19-64,1-20-8,2-15-176,-2-18-569,-4-3-271,0-21-840,0-9-4746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1 250 2537,'0'0'12322,"0"0"-8225,0 0-408,0 0-2577,0 0-648,0 0-248,221-101-104,-128 68-104,0 1-16,29-4-384,-23 9-1640,-9 6-4202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7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7074,'0'0'9611,"0"0"-6450,0 0-1228,0 0-938,0 0-703,0 0-88,5 24 330,42 359 2370,-42-339-2792,19 221-578,-9 127 466,-23-425-846,0 6 742,-11-92 283,6-1-1,6 0 1,7-114-179,2 207 29,2 0 0,1 0-1,0 0 1,2 0 0,2 1 0,0 1-1,1-1 1,2 2 0,1-1 0,0 2-1,2-1-28,8-11-4,2 2 0,1 1-1,1 1 1,2 2-1,0 0 1,33-23 4,-53 44-2,1 1 1,0 0-1,0 0 1,0 1-1,1 0 1,0 1-1,0 0 1,0 0-1,1 1 0,-1 1 1,1 0-1,0 1 1,0 0-1,0 1 1,1 0 1,-11 1-1,0 0 0,-1 0 0,1 1 0,0-1 0,0 1 0,-1-1 0,1 1 0,0 0 0,-1-1 0,1 1 0,-1 0 0,1 0 0,-1 0 0,1 0 0,-1 0 0,0 1 0,1-1 0,-1 0 0,0 0 0,0 1 0,0-1 0,0 1-1,0 1 2,2 2-5,-1 0 0,0 1-1,0-1 1,-1 0-1,0 1 1,0 0-1,0-1 1,0 3 5,-1 17-21,0-1 0,-2 1 1,-2 11 20,4-35 0,-5 20 20,0-1 1,-1 0-1,-1 0 1,0 0 0,-2-1-1,-1 0 1,0 0-1,-1-1 1,-1-1 0,0 0-1,-9 8-20,-15 16 89,-1-2 0,-2-2 0,-40 30-89,70-59-46,1-1-1,-1 0 1,-1 0-1,1-1 1,-1 0-1,0-1 1,0 0-1,-1 0 1,0-1-1,0-1 1,0 0-1,0 0 1,0-1-1,0 0 1,-4-1 46,14-1-139,1 0 0,0 0 0,-1 0 0,1 0 0,0 0 0,-1 0 1,1 0-1,-1 0 0,1 0 0,0 0 0,-1 0 0,1 0 0,0 0 1,0 1-1,-1-1 0,1 0 0,0 0 0,-1 0 0,1 0 0,0 1 1,0-1-1,-1 0 0,1 0 0,0 1 0,0-1 0,-1 0 0,1 1 1,0-1-1,0 0 0,0 0 0,0 1 0,-1-1 0,1 0 1,0 1 138,0 5-8126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8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14283,'0'0'1956,"0"0"-331,1 29 410,10 204 591,4 25-704,-17-303-1847,-7-37-75,-3-40 19,11 99-16,1 0-1,1 0 1,1 0-1,1 0 1,1 0 0,4-12-3,-5 25 0,1 1 1,0 0 0,0 0-1,1 0 1,0 1 0,1 0 0,0 0-1,0 0 1,1 1 0,0 0-1,0 0 1,0 0 0,1 1-1,0 0 1,0 1 0,6-3-1,-6 3-7,-1 1 0,1 1 0,0-1 0,1 1 0,-1 1 0,0-1 0,1 2 0,0-1-1,-1 1 1,1 0 0,0 1 0,-1 0 0,1 0 0,3 1 7,-10 0-2,-1 0 1,1-1-1,0 1 0,-1 0 0,1 0 1,-1 0-1,1 0 0,-1 0 0,1 0 0,-1 1 1,0-1-1,0 0 0,1 1 0,-1-1 1,0 1-1,0-1 0,-1 1 0,1 0 0,0-1 1,0 1-1,-1 0 0,1 0 0,-1-1 0,1 1 1,-1 0-1,0 0 0,0 0 0,0-1 1,0 1-1,0 0 0,0 0 0,-1 0 0,1-1 1,0 1-1,-1 0 2,0 5-2,0 0 0,0-1 0,-1 1 0,1 0 0,-2-1 0,1 0 0,-1 1 0,0-1 0,-2 2 2,-5 5-78,-1 0 0,0-1 0,-1-1-1,0 0 1,-1-1 0,0 0 0,-1-1 0,-6 3 78,18-11-983,100-6-772,-73 2 1907,-1 1 0,1 1 0,-1 1 1,1 1-1,-1 1 0,0 1 0,20 6-152,-38-6 76,1-1 0,0 1 0,0 1-1,-1-1 1,0 1 0,0 1 0,0-1-1,0 1 1,-1 0 0,1 0 0,-1 0-1,-1 1 1,1 0 0,-1 0 0,3 5-76,-5-7 54,0 0 1,0 0 0,0 1-1,0-1 1,-1 1-1,0 0 1,0-1 0,0 1-1,0 0 1,-1 0 0,0-1-1,0 1 1,0 0-1,-1 0 1,1 0 0,-1-1-1,0 1 1,-1 0 0,1-1-1,-1 1 1,0-1-1,0 1 1,0-1 0,-1 0-1,0 0-54,-5 8 107,-2-2-1,1 1 1,-1-2-1,-1 1 1,0-1-1,0-1 1,-1 0-1,0 0 1,0-1-1,-1-1 1,1 0-1,-10 2-106,0 0-19,0-1-1,-1 0 0,0-2 1,0-1-1,0-1 0,-1-1 1,-6-1 18,30-1-56,-1 0-1,1 1 0,-1-1 0,1 0 0,-1 0 0,0 0 0,1 0 0,-1-1 0,1 1 0,-1 0 0,1 0 0,-1 0 0,0 0 0,1-1 0,-1 1 0,1 0 0,-1 0 0,1-1 0,-1 1 0,1 0 0,0-1 0,-1 1 0,1 0 0,-1-1 0,1 1 0,0-1 0,-1 1 0,1-1 0,0 1 0,-1-1 1,1 1-1,0-1 0,0 1 0,0-1 0,-1 1 0,1-1 0,0 0 0,0 1 0,0-1 0,0 1 0,0-1 0,0 1 0,0-1 0,0 0 0,0 1 0,0-1 0,1 1 0,-1-1 0,0 1 0,0-1 0,0 1 0,1-1 0,-1 1 0,0-1 0,1 1 0,-1-1 0,0 1 0,1-1 0,0 0 58,23-29-7039,11 6-5546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17356,'0'0'2559,"0"0"-348,0 0-967,3 28-478,7 45-293,21 221 1417,-27-226-1316,-3-1 1,-3 1-1,-3 0 0,-3-1 0,-15 62-574,15-103 9,5-16-372,0-1-1,1 0 1,0 1-1,1 0 1,-1 9 363,-15-21-8977,11-8 2523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8:59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1 290 14507,'0'0'3033,"0"0"-33,0 0-1047,0 0-913,222-42-352,-120 18-8,7-6-272,-6-2-264,-7-4-96,-4 0-48,18-3-648,-24 10-1288,-14 8-4850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9:00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4153,'0'0'14987,"0"0"-13371,0 0-127,-10 172-9,10-2-232,-7 44-335,1-11-89,-1-46-120,0-53-280,7-47-208,0-3-88,0-7-128,0-8-136,14-27-856,2-21-553,-3-33-2287,-3-11-8123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9:00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0 522 10202,'0'0'2614,"0"0"-503,9-36 187,5-19-875,17-41-1423,-26 84 150,1 0-1,0 1 1,1 0 0,0 0-1,0 0 1,1 1-1,1 0 1,-1 1 0,2 0-1,-1 0 1,1 1 0,1 0-1,4-2-149,4-4 294,10-8 20,0 2-1,2 0 0,0 3 1,1 0-1,0 2 1,2 1-1,-1 2 0,2 2 1,-1 0-1,1 3 1,1 1-1,-1 1 0,24 1-313,-52 4 39,1 0 0,0 0 0,-1 1-1,1 0 1,-1 0 0,1 1 0,-1 0 0,1 0-1,-1 1 1,0 0 0,0 0 0,1 1-39,-4 0 6,1 0 1,0 0-1,-1 0 1,0 0-1,0 1 1,0-1-1,-1 1 1,1 0-1,-1 0 1,0 1-1,-1-1 1,1 1-1,-1-1 1,0 1-1,1 4-6,2 11 34,-1 1 1,-1-1-1,0 0 0,-2 1 0,0 0 1,-2-1-1,0 1 0,-1-1 0,-2 1 1,0-1-1,-1 0 0,-1 0 0,-1-1 1,-1 0-1,0 0 0,-2-1 0,0 0 0,-8 10-34,2-4 62,-2-1-1,0-1 1,-1-1-1,-1-1 1,-2 0-1,0-1 0,-1-2 1,0 0-1,-2-2 1,0 0-1,0-2 1,-2-1-1,-11 4-61,28-13-25,0-1-1,1 0 1,-1-1-1,0 0 0,0-1 1,0 1-1,-7-2 26,16 0-52,0 0 0,0 0 0,0-1 0,0 1 0,0 0 0,0-1 0,0 1 0,0-1 0,0 1 0,0-1 0,0 1 0,0-1 0,1 0 0,-1 1 0,0-1 0,0 0 0,1 0 0,-1 0 0,0 1 0,1-1-1,-1 0 1,1 0 0,-1 0 0,1 0 0,-1 0 0,1 0 0,0 0 0,0 0 0,-1 0 0,1 0 0,0 0 0,0-1 0,0 1 0,0 0 0,0 0 0,0 0 0,1 0 0,-1 0 0,0 0 0,0 0 0,1 0 0,-1-1 52,2-5-1262,-1-1 1,1 1 0,1-1 0,-1 1 0,4-6 1261,21-30-12004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9:00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0 8058,'0'0'1341,"0"0"-725,0 0-367,0 0-128,0 0 347,0 0 1319,0 4 1219,0-3-2762,0 0 0,0 0 0,0 0 0,0-1 0,0 1 0,0 0 0,0 0 1,0 0-1,0-1 0,0 1 0,0 0 0,-1 0 0,1 0 0,0-1 0,0 1 0,-1 0 0,1-1 0,-1 1 0,1 0 0,-1-1 0,1 1 0,-1 0 1,1-1-1,-1 1 0,1-1 0,-1 1 0,0-1 0,1 1 0,-1-1 0,0 1 0,1-1 0,-1 0 0,0 1 0,0-1 0,1 0 0,-1 0 0,0 0 1,0 1-1,1-1 0,-1 0 0,0 0 0,0 0 0,0 0 0,1 0 0,-1-1 0,0 1 0,0 0 0,0 0 0,0 0-244,-12 1-1263,4 1 1266,-1 0 1,1 1 0,0 1 0,0-1 0,0 1 0,1 1-1,-1 0 1,1 0 0,0 0 0,0 1 0,1 1-1,0-1 1,-6 7-4,0 0-5,2 1 0,-1 0 0,2 0 0,0 1 0,0 1 0,2-1 0,-1 2 5,6-8-1,0-1 0,0 1 0,1 0 0,0 0 0,0 0 0,1 3 1,0-9 0,1 0 0,0 0 0,0 0 1,0-1-1,0 1 0,0 0 1,1 0-1,-1 0 0,1 0 1,0 0-1,0 0 0,0-1 1,0 1-1,0 0 0,0-1 1,1 1-1,0-1 0,-1 0 1,1 1-1,0-1 0,1 1 0,6 2 2,-1 0 0,1 0 1,0-1-1,0 0 0,0-1 0,1 0 0,-1-1 0,1 0 0,0 0 0,0-1 0,2 0-2,13 1-123,1-2 0,-1 0 0,25-4 123,-45 3-28,1 0 1,0 0 0,-1-1 0,1 0 0,-1 0 0,0 0 0,0-1 0,1 0 0,-2 0 0,1 0 0,0 0-1,-1-1 1,1 0 0,-1 0 0,0 0 0,0-1 0,-1 1 0,1-1 0,-1 0 0,0 0 0,0 0-1,-1 0 1,1 0 0,-1 0 0,0-1 0,-1 0 0,1 1 0,-1-5 27,4-20 134,-1 1 0,-1-1-1,-2-1 1,-1 1 0,-2-5-134,1-11 758,21 135-65,-7-37-587,-10-38-58,4 16 116,1 0 1,1 0 0,5 10-165,-9-30 16,0 0 1,0-1-1,0 0 0,1 0 0,1 0 1,0-1-1,0 1 0,0-2 1,1 1-1,1-1 0,4 4-16,-1 1-166,-12-12 154,1 1 1,-1 0-1,1 0 0,-1 0 1,1 0-1,0-1 1,-1 1-1,1 0 1,0-1-1,-1 1 1,1 0-1,0-1 1,0 1-1,0-1 0,0 1 1,-1-1-1,1 0 1,0 1-1,0-1 1,0 0-1,0 0 1,0 1-1,0-1 1,0 0-1,0 0 0,0 0 1,0 0-1,0 0 1,0 0-1,0-1 1,0 1-1,0 0 1,0 0-1,0-1 1,-1 1-1,1 0 0,0-1 1,0 1-1,0-1 1,0 1-1,-1-1 1,1 0-1,0 1 1,0-1-1,-1 0 1,1 0 11,28-30-586,-5 5-5298,-17 22-2096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9:04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11058,'0'0'2897,"0"0"-88,0 0 159,0 0-1968,0 0-391,0 0 631,40 196-536,-21-101-232,-2 4-152,-1-1-88,-2-6-144,-4-6-72,-10-11-8,0-10-8,0-11-240,0-1-992,-7-11-3337,-3-15-4137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9:0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14771,'0'0'2089,"0"0"-130,0 0-238,0 0-886,-29 7-544,-2 1-225,0 1 0,1 2 1,-1 1-67,25-9 23,0 1-1,1 0 1,-1 0 0,1 0 0,0 1 0,0 0 0,1 0 0,-1 0 0,1 0 0,0 1 0,0-1 0,1 1-1,0 0 1,0 0 0,0 1 0,1-1 0,0 1 0,0-1 0,1 1 0,-1-1 0,1 2-23,-2 4 60,-3 16 121,1 0 0,1 0-1,1 1 1,2-1 0,1 1-1,3 21-180,-3-45 16,1 0 0,1 0-1,-1 0 1,1 0 0,0 0-1,0 0 1,0 0 0,1-1-1,-1 1 1,1-1 0,0 0-1,1 0 1,-1 0-1,1 0 1,-1 0 0,1-1-1,0 1 1,1-1 0,-1 0-1,0-1 1,1 1 0,0-1-1,0 0 1,-1 0 0,1 0-1,0 0 1,0-1 0,1 0-1,-1 0 1,0-1 0,4 1-16,4 0 2,0 0 0,0-1 1,1-1-1,-1 0 0,0 0 1,0-1-1,0-1 0,-1 0 1,1-1-1,0-1 0,-1 1 1,3-4-3,-6 4-40,-1-1 1,0 0 0,1-1 0,-2 0-1,1-1 1,-1 1 0,0-1-1,0-1 1,-1 1 0,0-1 0,-1 0-1,1 0 1,-1-1 0,-1 0-1,0 0 1,0 0 0,-1 0 0,0-1-1,0 1 1,-1-1 0,-1 1-1,1-1 1,-2 0 0,1 0 0,-1 0-1,-1-3 40,1 2 23,-1-44-7,1 53 1,0 1 0,0 0 1,-1-1-1,1 1 0,0 0 1,0 0-1,-1-1 0,1 1 1,0 0-1,-1-1 0,1 1 1,-1 0-1,0 0 0,1 0 1,-1 0-1,0 0 1,0 0-1,0 0 0,0 0 1,0 0-1,0 0 0,0 0 1,0 0-1,0 1 0,0-1 1,0 0-1,0 1 0,-1-1 1,1 1-1,0-1 0,0 1 1,-1 0-18,1 1 7,0 0 1,0 0-1,-1 0 1,1 0-1,0 1 1,1-1 0,-1 1-1,0-1 1,0 0-1,1 1 1,-1-1-1,0 1 1,1 0 0,0-1-1,-1 1 1,1-1-1,0 1 1,0 0-1,0-1 1,0 1-1,0 0 1,0-1 0,0 1-8,0 4 31,-4 56 1079,5 53-1110,-1-109 31,0 0 1,0 0-1,1 0 1,0 0-1,1 0 1,-1 0-1,1-1 1,0 1-1,0 0 1,1-1-1,0 0 1,0 0-1,2 4-31,-2-6 0,0 0 0,1 0-1,-1 0 1,1 0 0,-1 0 0,1-1-1,0 1 1,0-1 0,0 0-1,0 0 1,0-1 0,0 1-1,1-1 1,-1 0 0,0 0-1,1 0 1,-1-1 0,5 1 0,-2-1-170,1 1 0,-1-2 0,1 1 0,0-1 0,-1 0 1,0 0-1,1-1 0,-1 0 0,0-1 0,0 1 0,7-5 170,21-18-4646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9:42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183 139 15739,'0'0'1917,"0"0"-804,0 0 504,0 0-618,0 0-650,0 0-176,1 0-137,0 0 0,-1 0 0,1 1 0,0-1 0,0 0 0,-1 0 0,1 1 0,0-1 0,-1 1 0,1-1 0,-1 0 0,1 1 0,-1-1 0,1 1 0,0-1 0,-1 1 0,0 0 0,1-1 0,-1 1 0,1 0 0,-1-1 0,0 1 1,1 0-1,-1 0-36,1 2 38,0 1 1,0 0-1,0-1 1,-1 1-1,0 0 1,1-1-1,-1 1 1,-1 0 0,1 0-1,0-1 1,-1 1-1,0-1 1,0 1-1,0 0 1,0-1-1,-1 1 1,1-1 0,-1 0-1,0 0 1,0 1-1,0-1 1,0 0-1,-1-1 1,1 1 0,-1 0-1,1-1 1,-1 1-1,0-1 1,0 0-1,0 0 1,-1 0-1,1 0 1,0-1 0,-1 1-1,1-1 1,-1 0-1,1 0 1,-1 0-1,0 0 1,1-1-1,-1 0 1,0 1 0,0-1-1,1-1 1,-1 1-1,-1-1-38,3 1 8,1-1 0,-1 0-1,1 0 1,0 0 0,-1 0 0,1 0-1,0 0 1,0 0 0,0 0 0,0 0-1,0 0 1,0-1 0,0 1-1,0 0 1,0-1 0,0 1 0,1-1-1,-1 1 1,1-1 0,-1 1 0,1-1-1,0 1 1,-1-2-8,-3-40 105,4 37-84,-1-10 14,0 7 9,0 1 0,1-1 0,0 0 0,1 0 0,0 0 0,0 1 0,1-1-44,-2 8 6,1-1-1,-1 1 0,1-1 1,0 1-1,0-1 0,-1 1 1,1 0-1,0-1 0,0 1 1,0 0-1,1 0 0,-1 0 1,0 0-1,0 0 0,1 0 1,-1 0-1,0 0 0,1 0 1,-1 1-1,1-1 0,-1 1 1,1-1-1,-1 1 0,1-1 1,-1 1-1,1 0 0,-1 0 1,1 0-1,0 0 0,-1 0 0,1 0 1,-1 0-1,1 0 0,0 1 1,-1-1-1,1 0 0,-1 1 1,1 0-1,-1-1 0,1 1-5,1 1 3,-1-1 0,1 1 0,-1-1 1,1 1-1,-1 0 0,0 0 0,0 0 0,0 0 0,0 0 0,0 0 0,0 1 0,-1-1 0,1 0 0,-1 1 0,0 0 0,1-1 0,-1 1 0,0 0 0,-1 0 0,1-1 0,0 1 0,-1 0 0,1 3-3,1 11 52,0 1 1,-2 0-1,0 8-52,0-16 29,0 1 37,-1 1 0,0-1-1,-1 0 1,-1 0 0,1 0-1,-2-1 1,1 1 0,-4 5-66,4-10 26,0 0-1,0 0 1,0 0 0,-1 0 0,0-1 0,0 0-1,0 0 1,-1 0 0,0 0 0,0-1 0,0 0-1,0 0 1,-1 0 0,1-1 0,-3 1-26,8-4 12,0 1 1,-1-1 0,1 0-1,-1 0 1,0 1 0,1-1 0,-1 0-1,1 0 1,-1 0 0,1 0-1,-1 0 1,1 0 0,-1 0-1,1 0 1,-1 0 0,1 0 0,-1 0-1,0 0 1,1-1 0,-1 1-1,1 0 1,-1 0 0,1 0-1,-1-1 1,1 1 0,-1 0 0,1-1-1,0 1 1,-1 0 0,1-1-1,-1 1-12,-6-20 214,6-35-74,1 43-110,1-7-19,0 0-1,1 0 0,0 0 1,2 0-1,0 1 0,1 0 1,7-14-11,-8 21 2,1 0 1,1 0-1,0 0 1,0 1-1,1 0 1,1 0-1,0 1 1,0 0-1,0 0 1,1 1-1,1 0 1,5-4-3,-10 9-3,0 0 0,0 0 0,0 1 0,0 0 0,0 0 0,0 0 0,0 0 0,1 1 0,-1 0 0,6 0 3,-10 1-1,1-1 1,-1 1-1,1 0 1,0 1-1,-1-1 1,1 0-1,-1 0 1,1 1 0,-1-1-1,1 1 1,-1-1-1,1 1 1,-1-1-1,0 1 1,1 0-1,-1 0 1,0 0 0,1 0-1,-1 0 1,0 0-1,0 0 1,0 0-1,0 0 1,0 0-1,0 1 1,0-1 0,-1 0-1,1 1 1,0-1-1,-1 1 1,1-1-1,-1 1 1,1-1 0,-1 1-1,0-1 1,0 1-1,0 0 1,1 9 19,0 0 0,-1 0 0,0 0 0,-1 0 0,-1 0 0,0 0 0,0 0 0,-1-1 0,0 1 0,-1-1 0,0 1 0,0-1 0,-2 0 0,1-1 0,-3 4-19,-6 6 55,0 0 0,-2-1-1,0-1 1,-1 0 0,0-2 0,-15 11-55,30-24 7,1-1 0,-1 1 0,-1 0 0,1-1 0,0 0 0,0 1 0,0-1 0,-1 0 0,1 0 0,-1 0 0,1-1 0,-1 1 1,1 0-1,-1-1 0,1 0 0,-1 1 0,1-1 0,-2 0-7,3-1 8,0 1-1,-1-1 1,1 0 0,0 1-1,0-1 1,-1 0-1,1 0 1,0 0 0,0 0-1,0 0 1,0 0 0,0 0-1,0 0 1,1 0 0,-1 0-1,0 0 1,0-1 0,1 1-1,-1 0 1,1-1 0,-1 1-1,1 0 1,0-1-8,-3-13 48,1 1 0,0 0-1,2-1 1,-1 1 0,3-14-48,-1 5-20,-2 0 33,1 11-17,-1 1 1,2 0-1,0 0 1,0-1-1,1 1 1,1-3 3,-2 10-6,0 1 1,1 0 0,-1 0-1,1 0 1,0 0-1,0 0 1,0 0-1,0 0 1,0 1 0,0-1-1,1 1 1,-1-1-1,1 1 1,0 0-1,0 0 1,0 0 0,0 1-1,0-1 1,0 1-1,0-1 1,1 1-1,1 0 6,2-2-7,-1 1-1,1 1 1,0-1-1,-1 1 1,1 1-1,0-1 1,0 1-1,0 0 1,0 1-1,0-1 1,-1 1-1,1 1 1,0-1-1,1 2 8,-5-2-2,1 1-1,-1 0 1,0 0-1,0 0 0,0 0 1,0 0-1,0 1 1,0-1-1,0 1 1,-1 0-1,0 0 0,1 0 1,-1 0-1,0 0 1,0 1-1,-1-1 1,1 1-1,-1-1 0,1 1 1,-1-1-1,-1 1 1,1 0-1,0 0 1,-1-1-1,1 3 3,-1 4 1,0-1 1,-1 0-1,1 1 1,-2-1-1,1 0 1,-1 0-1,-1 0 0,0 0 1,0-1-1,0 1 1,-1-1-1,-1 1 0,1-1 1,-6 6-2,1-2 7,0 0 1,-1-1-1,0 0 1,0-1-1,-1 0 0,-1-1 1,0 0-1,0-1 1,-2 1-8,12-7 7,-1-1 1,1 1-1,-1-1 1,0 1-1,0-1 1,0 0-1,1 0 1,-1 0-1,0-1 1,0 1-1,0-1 1,0 1-1,0-1 1,0 0-1,0 0 1,0-1-1,0 1 1,0 0-1,0-1 1,0 0 0,0 0-8,0 0 6,0-1 0,1 0 0,-1 0 0,1 0 0,-1 0 0,1 0 0,0-1 1,0 1-1,0-1 0,0 1 0,1-1 0,-1 0 0,0 1 0,1-1 0,0 0 1,-1-3-7,-3-11 6,1-1 1,1 0 0,0 0-1,1 0 1,1 0 0,1-2-7,-1 6 3,1 3-7,-1 0 0,1 1 0,1-1 0,0 0 0,0 1 0,3-9 4,-3 16-6,1 0-1,-1 0 1,0 0 0,1 0 0,-1 1-1,1-1 1,0 0 0,0 1 0,0 0-1,0-1 1,1 1 0,-1 0-1,0 0 1,1 0 0,0 1 0,-1-1-1,1 1 1,0-1 0,0 1 0,0 0-1,0 0 1,0 0 0,0 0 0,0 1-1,2-1 7,1 0-6,0 0 0,0 0 0,0 0 0,1 1 0,-1 0 0,0 1 0,0-1 0,1 1 0,-1 0 0,0 1 0,0-1 0,0 1 0,0 1 0,0-1 0,-1 1 0,1 0 0,-1 0-1,1 0 1,-1 1 0,0 0 0,-1 0 0,1 0 0,-1 1 0,1-1 0,2 5 6,-2-1-1,0 0 0,-1 1-1,0-1 1,0 1 0,0 0-1,-1 0 1,-1 0 0,1 0-1,-1 0 1,-1 1 0,0-1 0,0 1-1,-1-1 1,0 1 0,-1-1-1,-1 8 2,1-12 0,0 0 0,0 0-1,-1 0 1,1 0 0,-1 0-1,0 0 1,-1-1 0,1 1-1,-1-1 1,0 0 0,0 0-1,0 0 1,0 0 0,-1 0-1,0 0 1,1-1 0,-1 0-1,-1 0 1,1 0 0,0 0-1,-1-1 1,1 0 0,-1 0-1,-2 1 1,6-3-7,1 0 0,-1 0 0,0 0 0,1 0 0,-1 0 0,1 0 0,-1 0 0,0 0 0,1 0 0,-1 0 0,1 0 0,-1 0 0,0 0 0,1-1 0,-1 1 0,1 0 0,-1 0 0,1-1 0,-1 1 0,0 0 0,1-1 0,0 1 0,-1-1 0,1 1 0,-1-1 0,1 1 0,-1-1 0,1 1 0,0-1 0,-1 1 0,1-1 0,0 1 0,0-1 0,-1 0 0,1 1 0,0-1 7,-3-24-294,3 19 235,-1-9-104,0 8 84,1-1-1,0 1 1,0-1 0,0 1 0,1-1 0,0 1 0,2-5 79,-3 10-8,1 0 0,0 1 0,0-1 0,0 0 0,0 0 0,0 1 1,1-1-1,-1 1 0,0-1 0,1 1 0,-1 0 0,1-1 0,0 1 0,-1 0 1,1 0-1,0 0 0,0 0 0,-1 0 0,1 0 0,0 1 0,0-1 0,0 1 0,0-1 1,0 1-1,0 0 0,0 0 0,0 0 0,0 0 0,0 0 0,1 0 8,0 0-1,0 1 0,0-1 0,0 1 0,0 0 0,-1 0 0,1 0 0,0 0 0,0 0 0,-1 1 0,1-1 0,-1 1 0,1-1 0,-1 1 0,0 0 0,0 0 0,1 0 0,-1 0 0,-1 1 0,1-1 0,0 1 0,0-1 0,-1 1 0,0-1 0,1 1 0,-1 0 0,0-1 0,0 1 0,-1 0 0,1 0 0,-1 0 0,1 0 0,-1 0 0,0 0 1,1 3 8,0-1 0,-1 1 0,0 0-1,0-1 1,0 1 0,-1 0 0,1-1 0,-1 1 0,-1-1-1,1 1 1,-1-1 0,0 0 0,0 1 0,-1-1 0,1 0 0,-1 0-1,-3 3-7,3-4 8,0-1-1,-1 1 1,1-1-1,-1 0 0,1-1 1,-1 1-1,0 0 1,0-1-1,0 0 0,0 0 1,0 0-1,-1-1 1,1 1-1,-1-1 0,1 0 1,-1 0-1,1-1 1,-1 1-1,1-1 0,-1 0 1,0 0-1,1-1 1,-1 1-1,1-1 0,-1 0 1,1 0-1,-1-1 1,1 1-1,0-1 0,-1 0 1,1 0-1,0 0 1,1-1-1,-1 1 0,0-1 1,1 0-1,-1 0 1,1-1-1,0 1 0,-1-1-7,-6-12-34,1 0 0,1-1-1,0 0 1,1 0-1,1 0 1,0-1-1,2 0 1,0 0-1,1-1 1,0 1-1,2-1 1,0-9 34,1 26-61,0 1 1,0-1-1,0 0 0,0 0 0,1 0 1,-1 0-1,0 0 0,1 1 0,-1-1 1,1 0-1,0 0 0,0 1 0,0-1 1,0 0-1,0 1 0,0-1 0,0 1 1,0-1-1,0 1 0,1 0 0,-1-1 1,1 1-1,-1 0 0,1 0 1,-1 0-1,1 0 0,0 0 0,-1 1 1,1-1-1,0 0 0,0 1 0,-1-1 1,1 1-1,0 0 0,0-1 0,0 1 1,0 0-1,1 0 61,5 0-469,0 1 0,0 0-1,0 0 1,0 1 0,-1 0 0,1 0 0,-1 0-1,1 1 1,1 2 469,38 22-5137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9:5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90 6665,'0'0'1169,"0"0"911,0 0 1402,0 0-1217,0 0 73,-4-5-74,-14-15-490,14 15-517,5 4-1174,0 0 0,0 0 0,-1 1 0,1-1 0,0 0 0,0 0 0,1 0-1,-1 1 1,0-1 0,0 1 0,0-1 0,0 1 0,1-1 0,-1 1 0,0-1 0,0 1-1,1 0 1,-1 0 0,0 0 0,1 0 0,-1 0 0,0 0 0,1 0-83,6-1 190,98-18-180,2 5-1,0 5 1,9 4-10,-116 5-45,-1 0 0,1 0-1,-1 0 1,0 0 0,1 1 0,-1-1-1,1 0 1,-1 0 0,0 1 0,1-1-1,-1 0 1,0 0 0,1 1 0,-1-1-1,0 0 1,1 1 0,-1-1 0,0 0-1,1 1 1,-1-1 0,0 1 0,0-1-1,0 0 1,1 1 0,-1-1 0,0 1-1,0-1 1,0 1 0,0-1 0,0 0-1,0 1 1,0-1 0,0 1 0,0-1-1,0 1 1,0-1 0,0 1 0,0-1 45,-4 19-1812,-14 2-1821,-7-3-1228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9:54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 1240,'0'0'5927,"0"0"-3360,0 0-820,0 0-95,0 0-85,0 0-149,-20 21-22,-65 74-91,78-87-1129,1 1 0,0-1 0,1 1 0,0 1 0,1-1 0,0 1 0,0-1 0,1 1 0,0 0 1,-1 8-177,-2 7 254,-9 52 344,2 1 1,4 1-1,4 0 1,4 72-599,1-138 30,1 0 1,0-1-1,1 1 1,0-1 0,1 0-1,0 0 1,1 0-1,0 0 1,1 0-1,1-1 1,1 3-31,-3-8 12,0 0 0,0 0 0,1 0 0,-1-1 0,1 0 0,0 0 0,1 0 0,-1-1 0,1 1 1,0-1-1,0-1 0,0 1 0,0-1 0,1 0 0,0 0 0,-1-1 0,1 0 0,0 0 0,0-1 0,3 1-12,1-1 25,1 0-1,-1-1 1,0 0 0,0 0-1,0-1 1,0-1-1,0 0 1,0 0 0,6-3-25,-13 4-113,-1-1 1,1 0-1,0 0 1,-1 0-1,1 0 1,-1 0 0,0-1-1,0 0 1,0 0-1,0 1 1,2-4 112,-2 2-331,-1 1-1,0 0 1,-1-1 0,1 1-1,0-1 1,-1 0 0,0 0 0,0 1-1,0-1 1,-1 0 0,1 0-1,-1 0 1,0 0 0,0 0 331,0-24-5116,0 1-3463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9:54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11090,'0'0'4257,"0"0"-2664,0 0 383,0 0-968,0 0-592,0 0-248,206-68-112,-144 47-56,18-12-696,-21 10-2168,-9 2-5586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9:54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12323,'0'0'1809,"0"0"-516,0 0-113,0 0-267,0 0-172,-29 36 171,29-36-912,-120 155 1151,114-147-1027,0 0 0,1 1 0,0 0 0,1 0 0,0 0 0,0 0 0,1 0 0,0 1 0,1 0 0,0-1 0,0 1 0,1 0 0,0 0 0,1 10-124,-1 2 240,1-20-219,-2 30 241,1-1 0,2 1 1,1-1-1,5 29-262,-5-50 8,1-1 0,0 1 1,0-1-1,1 0 0,0 0 0,0-1 0,1 1 1,0-1-1,1 0 0,0 0 0,0 0 1,1-1-1,0 0 0,0-1 0,0 1 0,1-1 1,7 4-9,-6-5-135,1 0 0,-1 0 1,1-1-1,0-1 0,0 1 1,1-2-1,-1 1 0,0-1 0,1-1 1,2 0 134,65 1-5729,-63-2 3828,17 0-5580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9:55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20 153 9194,'0'0'2561,"0"0"-777,0 0 488,0 0-15,0 0-529,195 169-592,-158-118-303,2-4-265,-2-5-232,-8-3-264,-2-9 24,-4-4-96,-6-8 0,-7-3-48,-1-9-680,-2-6-1633,0-6-2072,-7-18-3945</inkml:trace>
  <inkml:trace contextRef="#ctx0" brushRef="#br0" timeOffset="1">371 1 9882,'0'0'1634,"0"0"405,0 0 1,0 0-1038,0 0-2,-16 30 539,-6 13-1004,-77 137 1432,52-109-542,-18 19-1425,11-17 197,2 4-197,50-74-133,0 1 1,0-1 0,0 0 0,1 1-1,-1-1 1,1 1 0,0-1-1,0 1 1,0-1 0,1 1 0,-1 0 132,8-4-1866,2-2 862,-1 0 1,0 0-1,0-1 1,-1 0-1,1-1 1,0 1-1,-1-2 1,6-3 1003,30-22-10103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6:59:55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10922,'0'0'2073,"0"0"-513,0 0 657,175 146 87,-135-63-552,-17 7-487,-16 2-193,-7 0-416,-7-6-352,-22-5-176,-8-10-64,-3-2-64,-3-7-456,-19 21-1544,12-17-3105,4-10-5938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07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12699,'0'0'2384,"0"0"-159,0 0 15,0 0-776,0 0-783,192-24-193,-149 18-96,-3 3-280,-7 0-112,-7 3-256,-6 0-1096,-7 0-2785,-13 0-4529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0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10178,'0'0'5185,"0"0"-3512,0 0 375,0 0-528,0 0-671,0 0-553,192-9-176,-132-9-72,-7 3-40,-4-2-8,-2-1-1017,-14 3-3808,-10 6-6569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18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12163,'0'0'2233,"0"0"-511,0 0 495,23 26-633,72 86-456,-80-92-819,-2 0 0,0 0 0,-1 1 0,-1 1 0,-1 0 1,-1 0-1,-1 1 0,-1 0 0,-1 1 0,-1 0 0,-2-1 0,1 10-309,4 63 403,-8-94-335,0-16 325,-7-92-145,3 66-232,1 1 0,2-1-1,2 0 1,4-21-16,-4 52 3,0 0-1,1 0 0,0 0 1,1 0-1,0 0 0,0 1 1,1-1-1,0 1 0,0 0 1,1 0-1,0 0 0,1 1 1,0 0-1,0 0 0,0 0 1,1 1-1,0-1 0,0 2 1,1-1-1,-1 1 0,4-1-2,-7 3-2,1 1 0,-1-1 0,1 1 0,-1 0 0,1 1-1,0-1 1,0 1 0,0 0 0,0 0 0,0 0 0,0 1 0,0 0 0,0 0 0,0 0-1,0 1 1,0-1 0,0 1 0,0 0 0,0 1 0,0-1 0,-1 1 0,1 0-1,0 0 1,-1 0 0,0 1 0,1 0 0,-1 0 0,0 0 0,-1 0 0,1 1-1,0-1 1,-1 1 0,0 0 0,0 0 0,0 0 0,2 4 2,5 10-9,0 0-1,-1 1 1,-1 1 0,-1 0-1,0 0 1,-2 0 0,0 1 0,-1 6 9,11 117-127,-14-110-165,1-1 0,2 1 0,2-1 0,0 0 0,3 0-1,9 24 293,-1-24-4290,3-13-3607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19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0 174 11690,'0'0'2241,"0"0"39,9 31 21,3 8-1680,11 35 1649,8 55-2270,-13-39 816,-5 1-1,-3 0 0,-4 38-815,-6-128 81,0-3 105,-1-13-99,-1 1 1,-1 0 0,0 0-1,-1 0 1,-1 0-1,0 1 1,-3-5-88,-13-38 51,9 15-27,3 0 0,1 0 0,1-1 0,3 0 0,1-41-24,3 69 0,2 0-1,0 1 1,0-1-1,2 1 1,-1-1-1,2 1 1,0 1 0,0-1-1,1 0 1,1 1-1,0 1 1,1-1-1,0 1 1,6-6 0,7-8-7,1 2 1,2 1-1,0 0 1,1 2-1,21-12 7,-39 26-8,1 1-1,0 0 1,0 1 0,0 0-1,0 0 1,1 1-1,0 0 1,-1 0 0,1 1-1,0 0 1,0 1-1,0 0 1,7 0 8,-15 1-1,0 0 1,0 0-1,0 0 0,0 1 0,0-1 1,0 0-1,0 0 0,0 1 1,0-1-1,0 1 0,0-1 0,0 1 1,0-1-1,-1 1 0,1 0 0,0-1 1,0 1-1,0 0 0,-1 0 1,1 0-1,0-1 0,-1 1 0,1 0 1,-1 0-1,1 0 1,7 33-13,-8-22 10,0 0 0,0 1 0,-2-1 0,-1 10 3,-3-6 1,0 0-1,-1 0 0,-1-1 0,-1 0 0,0 0 1,-1-1-1,0 0 0,-1-1 0,-3 3 0,-25 33 1,8-5-2,3-7-4,1 1 1,2 2 0,2 0-1,-18 44 5,39-77 1,0 1-1,0-1 1,1 1 0,0 0-1,1 0 1,0 0-1,0-1 1,0 1 0,1 2-1,0-8 0,-1-1 1,1 0 0,0 0-1,-1 0 1,1 0 0,0 0-1,-1 0 1,1 0 0,0-1 0,0 1-1,0 0 1,0 0 0,0 0-1,0-1 1,0 1 0,0-1-1,0 1 1,0-1 0,0 1 0,0-1-1,1 1 1,-1-1 0,0 0-1,0 0 1,0 0 0,1 0-1,38 4 38,-34-4-29,40 1 57,1-1 1,0-3-1,-1-1 1,0-3-1,0-1 1,24-9-67,-8 0-1724,0 10-3555,-50 7-3503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20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0 293 5329,'0'0'1701,"0"0"106,0 0-132,0 0-111,0 0 16,0 0 107,37-4-44,4 0-1163,33-4 663,-1-3-1,6-5-1142,411-81 3712,132-30-2130,-496 101-2657,-203 60-5055,32-10 605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21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78 306 11082,'0'0'1594,"0"0"9,-3 32 999,-14 198 832,-15 63 896,14-430-2969,13 54-1294,3 0 0,4-7-67,0 79 2,-1 0-1,2 1 1,0-1-1,0 0 0,1 1 1,0 0-1,0 0 1,2 0-1,-1 0 0,1 1 1,0 0-1,1 0 1,0 0-1,0 1 1,8-6-2,-12 11-3,0 0 1,1 0 0,-1 0 0,1 1 0,-1-1 0,1 1-1,0 0 1,0 0 0,0 0 0,0 0 0,1 1 0,-1 0 0,0 0-1,1 0 1,-1 0 0,1 1 0,-1-1 0,0 1 0,1 0-1,-1 1 1,1-1 0,-1 1 0,1 0 0,-1 0 0,0 0 0,1 1-1,-1-1 1,0 1 0,0 0 0,0 0 0,-1 0 0,1 1-1,0 0 1,-1-1 0,1 1 0,-1 0 0,0 1 0,0-1 0,0 1 2,56 69 10,-38-45-1,0-2 1,1 0 0,2-2-1,24 20-9,-41-38 5,0-1 0,1 0 0,-1 0 0,1-1-1,0 0 1,0 0 0,0-1 0,1 0 0,-1-1 0,1 0-1,0 0 1,-1-1 0,1 0 0,0 0 0,0-1 0,0 0-1,0-1 1,0 0 0,-1 0 0,9-3-5,-10 2 5,-1 0 1,1-1-1,0 0 1,-1-1-1,0 1 0,0-1 1,0-1-1,0 1 1,-1-1-1,1 0 0,-1 0 1,0 0-1,-1-1 1,1 0-1,-1 0 0,0 0 1,-1 0-1,0 0 1,0-1-1,0 0 1,0 0-1,0-5-5,3-11 150,0-1 0,-2 0 0,-1 0 0,-1 0 0,-1-1 0,-1-2-150,-2-23 95,-2 1-1,-2 0 1,-2 0 0,-8-21-95,16 70-62,0-1 1,0 0-1,0 0 1,0 0-1,0 1 1,0-1-1,-1 0 1,1 0-1,0 0 1,-1 1-1,1-1 1,0 0-1,-1 0 1,1 1-1,-1-1 1,1 0-1,-1 1 1,0-1-1,1 1 1,-1-1-1,0 1 1,1-1-1,-1 1 1,0-1-1,1 1 1,-1 0-1,0-1 1,0 1-1,0 0 1,1 0-1,-1-1 1,0 1 0,0 0-1,0 0 1,0 0-1,1 0 1,-1 0-1,0 0 1,0 0-1,0 1 1,0-1-1,1 0 1,-1 0-1,0 1 1,0-1-1,1 0 1,-1 1-1,0-1 1,0 1-1,1-1 1,-1 1-1,0-1 1,1 1-1,-1-1 62,-35 34-5520,34-32 4983,-33 36-8848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22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7074,'0'0'6977,"0"0"-5657,0 0 1553,0 0-1281,0 0-640,182-56 169,-106 47-297,0 3-312,-3 0-272,-4 3-232,-9-3 64,-8-3-72,-9 3-328,-33-3-1400,-10 0-2793,0 6-4345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23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0 12995,'0'0'2248,"0"0"-893,0 0 559,-20 38-504,-66 128-219,72-137-856,2 2 0,1-1 0,2 2 0,1-1 1,1 1-1,1 0 0,3 1 0,0-1 0,2 1 1,3 26-336,-2-58 7,-1 12 71,2 1-1,-1-1 1,2 0 0,0 1 0,0-1-1,2 0 1,-1-1 0,2 1 0,0 2-78,-1-8 32,0 0 1,0 0-1,1-1 0,0 1 1,0-1-1,1 0 0,-1 0 1,1-1-1,0 0 1,1 0-1,-1 0 0,1-1 1,0 0-1,0 0 0,6 1-32,5 2-26,1 0 0,1-2-1,-1 0 1,1-1 0,-1-2-1,1 1 1,0-2 0,0-1-1,0-1 1,0 0 0,0-1-1,0-1 1,-1-1 0,1-1-1,-1-1 1,0-1 0,-1 0-1,1-1 1,-2-1 0,3-2 26,-16 8-147,0 1 0,0-1 1,0 0-1,-1 0 1,1-1-1,-1 1 0,0-1 1,0 0-1,0 1 0,-1-1 1,1-1-1,-1 1 1,0 0-1,0 0 0,0-1 1,-1 1-1,0-1 0,1 0 1,-2 1-1,1-3 147,-1 0-618,0 0 0,0 1 0,-1-1 0,0 1 0,0-1 0,-1 1 0,0-1 0,0 1 0,-1 0 0,1 0 0,-1 0 0,-1 0 0,1 1 0,-2-2 618,-33-44-12658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2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15107,'0'0'2425,"0"0"-185,0 0-1152,0 0-711,0 0 199,0 0-280,238-3-104,-142-15-136,0-6-56,27-17-416,-24 8-4137,-17 0-7450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23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4745,'0'0'10562,"0"0"-9001,0 0 663,0 0-1016,0 0-183,-146 217-81,123-116 144,6 6-128,7 4-160,10-10-264,0-15-231,20-18-225,27-17-64,19-24-16,10-18-144,36-21-793,-16-27-1607,-16-8-4282</inkml:trace>
  <inkml:trace contextRef="#ctx0" brushRef="#br0" timeOffset="1">477 227 13771,'0'0'2633,"0"0"-873,0 0 648,0 0-391,215 107-657,-156-59-520,-6-1-288,-6-2-288,-14-6-184,-7-7-72,-6-8-8,-7-9-48,-3-6-656,-7-9-624,1-12-1241,-4-15-3968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24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0 12939,'0'0'2712,"0"0"-663,0 0-545,0 0-48,-93 152-31,33-69-401,-2 4-160,-1-4-272,7-15-232,16-11-248,10-15-64,17-16-48,10-11-8,3-6-640,19-9-536,21 0-1305,6 0-3288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24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10922,'0'0'3778,"0"0"-1998,0 0 1047,30 34-1124,102 120-360,-120-137-1116,0 0 1,-1 1-1,0 1 1,-2 0-1,0 1 0,-1-1 1,-1 1-1,-1 1 1,3 19-228,-3 4 451,-2 0 0,-1 0 0,-4 28-451,0-23 291,-1-6-159,-2-1 0,-1 0 0,-3 0 0,-2 0 0,-1-1 0,-2-1 0,-2 0 0,-17 34-132,25-54-685,20-35-1267,-1-1 659,21-24-5041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2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12883,'0'0'2792,"0"0"-751,0 0-521,0 0-328,172 0-551,-109 0-233,-4 0-96,-9 0-232,-7 0-56,-10 0-24,-10-6-1953,-13 3-3584</inkml:trace>
  <inkml:trace contextRef="#ctx0" brushRef="#br0" timeOffset="1">60 343 7770,'0'0'7033,"0"0"-5545,0 0 2313,0 0-2704,0 0-273,176 6-520,-114-21-160,-9 3-144,-6 6-344,-14 6-2153,-17 0-3496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0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0 258 11282,'0'0'2876,"0"0"-1340,0 0-216,0 0 147,0 0 111,0 0-380,35-17-416,109-58-268,-132 69-391,-1-1 0,1 0 0,-1-1-1,-1 0 1,0-1 0,0 0 0,0 0 0,-1-1 0,-1-1 0,0 1 0,6-11-123,16-21 838,-30 42-824,0-1 0,1 1 0,-1-1 0,0 1 0,1-1 0,-1 1 0,0-1 0,1 1 0,-1-1 1,0 1-1,1 0 0,-1-1 0,1 1 0,-1 0 0,1 0 0,-1-1 0,1 1 0,-1 0 0,1 0 1,-1-1-1,1 1 0,0 0 0,-1 0 0,1 0 0,-1 0 0,1 0 0,-1 0 0,1 0 0,0 0 1,-1 0-1,1 0 0,-1 0 0,1 0 0,-1 1 0,1-1 0,-1 0 0,1 0 0,-1 1 0,1-1 1,-1 0-1,1 1 0,-1-1 0,1 0 0,-1 1 0,1-1 0,-1 0 0,0 1 0,1-1 0,-1 1 0,0-1-14,14 29-71,-14-28 94,13 39 22,-2 1 0,-2-1 1,-1 2-1,0 20-45,3 168 391,-6-86-256,-1-111-145,-4-31-112,0-2-269,0-7-500,0-34-2189,0 9-2298,0-7-5551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0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57 101 10898,'0'0'1737,"0"0"-112,28-8-654,213-61-296,-224 65-651,-12 3 33,0 0-1,0-1 1,0 1-1,0-1 1,-1 0-1,1 0 1,0-1-1,3-2-56,-7 4 750,-1 1 297,-42 2 1094,21 2-2107,0 2 0,1 0 0,-1 1-1,1 1 1,1 1 0,0 1 0,0 1 0,0 0-1,2 2 1,-1 0 0,2 0 0,-13 15-34,20-19 101,0 1 1,0 1-1,1-1 1,1 1-1,0 1 1,1-1-1,0 1 1,0 0 0,1 1-1,1-1 1,0 1-1,1 0 1,1 0-1,-1 0 1,1 7-102,3-20 7,0 1 0,0 0 0,0 0 0,-1 0-1,1 0 1,0-1 0,0 1 0,0 0 0,0-1 0,0 1 0,0-1 0,1 1 0,-1-1 0,0 1 0,0-1 0,0 0 0,0 1 0,0-1 0,1 0 0,-1 0 0,0 0 0,0 0-1,0 0 1,1 0 0,0-1-7,46 1 87,-35-1-71,23 1-9,0 1 1,0 1-1,-1 2 1,0 2-1,31 9-7,-54-12 5,0 1-1,-1 1 0,0 0 0,0 1 0,0 0 0,0 0 0,-1 1 0,0 0 1,-1 1-1,0 0 0,0 1 0,0 0 0,-1 0 0,-1 1 0,1 0 1,-2 0-1,1 1 0,3 10-4,-6-13 82,-1 0-1,0 0 1,0 1 0,-1-1-1,0 1 1,-1 0 0,0-1 0,0 1-1,-1 0 1,0 5-82,-1-10 89,1 0 0,-1 0 0,1 0 0,-1 0 1,0 0-1,-1 0 0,1 0 0,-1-1 0,0 1 0,0 0 0,0-1 0,0 1 1,0-1-1,-1 0 0,0 0 0,1 0 0,-1 0 0,0 0 0,-1 0 1,1-1-1,0 0 0,-3 2-89,-11 3 140,-1 0 0,1-1-1,-1-1 1,0-1 0,-1-1 0,1 0 0,-1-1 0,1-1 0,-1-1 0,1 0 0,-10-3-140,19 2 5,1-1 1,-1 0-1,0-1 1,1 0-1,0 0 1,0-1-1,0 0 1,0 0-1,1 0 1,-1-1-1,1-1 1,0 1-1,-5-6-5,4 3-109,-1-1 1,1 1-1,1-2 0,-1 1 0,2-1 0,-1 0 0,1 0 0,1-1 0,0 1 0,0-2 109,3 8-178,1 0 0,0 0 0,0 0 0,0 0 1,1 0-1,-1 0 0,1 0 0,0 0 0,0 0 0,1 0 0,-1 0 0,1 0 0,0 0 0,0 0 0,0 0 0,0 1 0,1-1 178,0-1-797,1 0-1,0 1 1,0-1-1,0 1 1,0 0 0,1 0-1,3-3 798,34-28-11472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1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79 3169,'0'0'8076,"0"0"-4191,0 0-1059,0 0-930,0 0-772,0 0-483,-24 7-332,-76 20-122,98-26-166,0 0 0,0 0 0,0-1 0,0 1 0,0 0 0,0-1 0,0 0 0,0 1 0,0-1 0,0 0 0,0 0 0,0 0 0,0-1 0,0 1 0,0 0 0,0-1 0,0 1 0,0-1 1,0 0-1,1 1 0,-1-1 0,0 0 0,-1-1-21,2 0 17,1 1 1,-1-1-1,1 1 1,-1-1-1,1 0 1,-1 1 0,1-1-1,0 0 1,0 0-1,0 1 1,0-1-1,0 0 1,1 1-1,-1-1 1,0 0-1,1-1-17,1-11-4,-2 11 3,0 1 1,0-1-1,1 0 0,-1 1 1,1-1-1,0 0 1,0 1-1,0-1 0,0 1 1,0-1-1,0 1 1,1 0-1,-1-1 0,1 1 1,0 0-1,0 0 1,-1 0-1,1 0 0,0 0 1,1 1-1,-1-1 0,0 1 1,0-1-1,1 1 1,-1 0-1,1 0 0,-1 0 1,1 0-1,0 0 1,-1 1-1,1-1 0,1 0 1,6 0 4,1-1 0,-1 1 0,0 1 0,1 0 0,-1 0 0,1 1 0,-1 1 0,2 0-4,-11-2 9,1 0 0,0 1 0,-1-1 0,1 1 0,-1-1 0,0 1 0,1 0 0,-1 0 0,1-1 0,-1 1 0,0 0 0,0 0 0,1 0 0,-1 0 0,0 1 0,0-1 0,0 0 0,0 0 0,0 1 0,-1-1 0,1 1 0,0-1 0,-1 1 0,1-1 0,-1 1 0,1-1 0,-1 1 0,1-1 0,-1 1 0,0-1 0,0 1 0,0 0 0,0-1-9,0 2 75,0 0-1,-1 0 1,1-1-1,-1 1 0,1 0 1,-1-1-1,0 1 1,0 0-1,0-1 1,0 1-1,-1-1 1,1 1-1,-1-1 1,1 0-1,-1 0 1,0 0-1,0 0 1,-1 1-75,-8 5 157,0-2 1,0 1 0,0-2-1,0 1 1,-1-2-1,0 1 1,-7 0-158,15-3 14,0-1 0,-1 0 0,1 0 0,-1 0 0,0 0-1,1-1 1,-1 1 0,1-1 0,-1 0 0,0-1 0,1 1 0,-1-1 0,1 0-1,-1 0 1,1-1 0,0 1 0,-1-1 0,1 0 0,0 0 0,0 0 0,-3-3-14,5 3-1,0 1 0,1-1 1,0 0-1,-1 0 1,1 0-1,0-1 0,0 1 1,0 0-1,0 0 0,0-1 1,0 1-1,1 0 1,-1-1-1,1 1 1,0 1-36,0 0 0,0 0 0,0 0 0,0 0 1,0 0-1,0 0 0,1 0 0,-1 1 0,0-1 0,0 0 0,1 0 0,-1 0 0,1 0 1,-1 1-1,1-1 0,-1 0 0,1 0 0,-1 1 0,1-1 0,0 0 0,-1 1 0,1-1 1,0 0-1,0 1 0,-1-1 0,1 1 0,0 0 0,0-1 0,0 1 0,0 0 0,-1-1 1,1 1-1,0 0 0,0 0 0,0 0 0,0 0 0,0 0 0,0 0 0,0 0 36,96-4-6573,-47 4-369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1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11210,'0'0'2926,"0"0"-148,0 0 266,0 0-1872,0 0-633,0 0 585,1 31 96,1 5-865,5 155 1172,-9-113-901,1-32-572,1 0 1,2 0-1,2-1 1,5 21-55,-9-66-76,0 0-1,1 0 1,-1-1 0,0 1 0,0 0-1,0 0 1,0 0 0,0 0 0,0 0-1,0 0 1,0 0 0,0 0-1,0 0 1,1 0 0,-1 0 0,0 0-1,0 0 1,0 0 0,0 0 0,0 0-1,0 0 1,0 0 0,0 0-1,1 0 1,-1 0 0,0 0 0,0 0-1,0 0 1,0 0 0,0 0 0,0 0-1,0 0 1,0 1 0,0-1-1,1 0 1,-1 0 0,0 0 0,0 0-1,0 0 1,0 0 0,0 0-1,0 0 1,0 0 0,0 0 0,0 0-1,0 1 1,0-1 0,0 0 0,0 0-1,0 0 1,0 0 0,0 0-1,0 0 1,0 0 0,0 0 0,0 1-1,0-1 1,0 0 0,0 0 76,4-10-3783,-4 9 2651,6-19-10439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1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74 13899,'0'0'2230,"0"0"-714,0 0-456,-3 25-261,2-9-677,-6 52 928,2 50-1050,4-90 263,2 0-1,0 0 0,2-1 0,2 1 0,6 22-262,-9-40 46,2-1 0,-1 0 0,2 0 0,-1-1 0,1 1 0,0-1 0,1 0 0,-1 0 0,2-1 0,-1 0 0,1 0 0,0 0 0,1-1 0,-1 0 0,1 0 0,0-1 1,1 0-1,5 2-46,0-1 37,-1-1 0,1 0 1,0-1-1,1 0 0,-1-2 1,1 1-1,-1-2 1,1 0-1,0 0 0,0-2 1,-1 0-1,1 0 0,-1-2 1,1 1-1,-1-2 1,7-2-38,-11 2 8,0 1 1,0-2 0,0 1 0,0-1-1,-1-1 1,0 0 0,0 0 0,0-1-1,-1 0 1,0 0 0,-1-1 0,1 0 0,-2-1-1,1 1 1,-1-1 0,0 0 0,-1-1-1,0 0 1,0 0 0,-1 0 0,-1 0-1,2-5-8,-1-3 39,0-1 1,-1 0-1,-1 0 0,-1 0 0,-1 0 0,0 0 0,-1-1 0,-3-10-39,2 18 64,-1 0 1,-1 0-1,0 0 1,0 0-1,-1 1 1,0-1-1,-1 1 1,-1 1-1,0-1 1,0 1-1,-1 0 1,0 1-1,-4-4-64,-3-1-43,0 2 1,-1-1-1,0 2 0,-1 0 0,0 1 0,-1 1 1,0 0-1,0 1 0,-1 1 0,0 1 0,0 1 1,0 0-1,-1 2 0,-8-1 43,7 2-927,-1 2-1,1 0 0,-17 2 928,17 1-2023,0 1 0,0 0 0,-15 6 2023,-43 19-11401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 4705,'0'0'5776,"0"0"-3024,0 0-166,37-5-320,237-32 523,1260-146 43,-491 138-2575,166-12 952,-1174 54-1184,-1-1 1,0-1-1,0-2 1,28-10-26,-53 14 120,0 0 1,0-1-1,-1 0 1,1 0 0,-1-1-1,0-1 1,0 1-1,-1-1 1,0 0 0,0-1-1,0 0 1,-1 0 0,0 0-1,0-1 1,-1 0-1,0 0 1,0 0 0,2-7-121,-7 15-38,0 0 0,0 0 0,-1 0 0,1 0 0,0 0 0,0 0 0,-1 0 0,1 0 0,0 0 0,0 0 0,-1 0 0,1 0 0,0 0 0,-1 0 0,1 0 0,0 0 0,0 0 0,-1 0 0,1 0 0,0 0 0,0-1 0,0 1 0,-1 0 0,1 0 0,0 0 0,0 0 0,0 0 0,-1-1 0,1 1 0,0 0 0,0 0 0,0 0 0,0-1 0,-1 1 0,1 0 0,0 0 0,0-1 0,0 1 0,0 0 0,0 0 0,0-1 0,0 1 0,0 0 0,0 0 0,0-1 0,0 1 0,0 0 0,0 0 0,0-1 0,0 1 0,0 0 0,0 0 0,0-1 0,0 1 0,0 0 0,0 0 0,0-1 1,0 1-1,1 0 0,-1 0 0,0 0 0,0-1 0,0 1 0,0 0 0,1 0 38,-22 11-988,19-9 562,-32 20-4137,-5 2-2970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3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11987,'0'0'2036,"0"0"163,0 0-194,0 0-865,0 0-675,0 0-311,21-15 14,71-47 201,-87 58-319,0 0 1,0 1-1,0 0 1,1 0-1,-1 1 0,1-1 1,0 1-1,0 1 1,0-1-1,0 1 0,0 0 1,0 0-1,0 0 1,0 1-1,0 0 0,1 1-50,-4-1 10,0 1-1,0 0 1,1 1-1,-1-1 1,0 1-1,-1-1 1,1 1-1,0 0 1,0 0-1,-1 0 1,1 0-1,-1 0 1,1 1-1,-1-1 1,0 1-1,0 0 1,0 0-1,-1-1 1,1 1-1,0 3-9,4 10-3,-1 1 0,0 0-1,-1 0 1,-1 0 0,-1 0-1,0 1 1,-2-1 0,0 11 3,0-12 2,1 15 21,-1 0-1,-2-1 1,-1 1-1,-1 0 1,-2-1-1,-5 15-22,-6 5 494,-2-2 0,-20 36-494,30-66 164,-1-1 0,-1 0 1,0 0-1,-1-2 0,-1 1 0,0-2 1,-1 1-1,-14 9-164,28-23 5,0-1 0,-1 1 1,1-1-1,-1 1 0,1 0 0,-1-1 1,1 1-1,-1-1 0,0 0 0,1 1 1,-1-1-1,1 1 0,-1-1 1,0 0-1,1 1 0,-1-1 0,0 0 1,0 0-1,1 0 0,-1 1 0,0-1 1,0 0-1,1 0 0,-1 0 1,0 0-1,0 0 0,1 0 0,-1-1 1,0 1-1,0 0 0,1 0 0,-1 0 1,0-1-1,1 1 0,-1 0 1,0-1-1,1 1 0,-1-1 0,1 1 1,-1-1-1,0 1 0,1-1 0,-1 1 1,1-1-1,-1 1 0,1-1 1,0 0-1,-1 1 0,1-1 0,0 0 1,-1 1-1,1-1 0,0 0 0,0 1 1,-1-1-1,1 0 0,0 0 1,0 1-1,0-1 0,0-1-5,1-57 99,0 43-105,-1 6 31,1 1 0,0-1-1,1 1 1,0-1 0,1 1 0,-1 0-1,2 0 1,-1 0 0,1 1 0,1-1-1,-1 1 1,1 0 0,4-4-25,-5 7 71,1-1 1,0 2-1,0-1 1,0 0-1,0 1 1,1 0-1,0 0 1,-1 1-1,1 0 1,1 0-1,-1 0 1,0 1-1,1-1 1,-1 2 0,1-1-1,0 1 1,0 0-1,-1 0 1,3 1-72,11-1 85,-1 1 0,0 1 1,1 1-1,-1 0 1,0 2-1,0 0 1,-1 1-1,1 1 1,-1 0-1,-1 2 1,1 0-1,-1 1 0,1 1-85,-2 0 20,-7-4 8,1-1 0,-1 1 0,1-2-1,0 0 1,3 1-28,-9-4-17,0 0 1,-1 0-1,1-1 1,0 1-1,-1-1 1,1 0-1,0 0 1,0-1-1,-1 1 1,1-1-1,0 0 0,-1 0 1,1 0-1,-1 0 1,1 0-1,-1-1 1,3-1 16,7-6-317,-1 0 1,0 0-1,0-1 0,-1-1 1,0 0-1,1-3 317,12-11-970,38-39-4361,-4 1-5068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 10018,'0'0'4473,"0"0"-2595,-19 31 130,0-1-1508,7-13-272,0 0 0,2 2 0,0-1 0,0 1 0,2 1 0,0-1 0,2 1 0,0 1 0,1-1 0,1 5-228,0 3 442,1 1 0,1-1 0,2 1 1,1 6-443,-1-29 51,1 0 1,0 0 0,-1 0 0,2 0-1,-1 0 1,1 0 0,0-1 0,0 1-1,1 0 1,-1-1 0,1 0-1,0 1 1,1-1 0,-1 0 0,1-1-1,0 1 1,0-1 0,1 0 0,-1 0-1,1 0 1,0 0 0,2 0-52,5 2 40,0-2 1,1 0 0,-1 0 0,1-1-1,0-1 1,0 0 0,0-1-1,0 0 1,0-1 0,0 0-1,12-3-40,-8 1 15,1-1-1,0-1 1,-1 0 0,0-1-1,0-1 1,0-1-1,-1 0 1,5-4-15,-8 4 7,-1-2 1,0 1 0,0-1-1,-1-1 1,0 0-1,0-1 1,-1 0-1,-1-1 1,0 0-1,4-7-7,-8 11 5,-1-1-1,1 0 0,-2 0 0,1 0 1,-1 0-1,-1 0 0,0-1 1,0 1-1,-1-1 0,0 0 0,0 1 1,-1-1-1,-1 0 0,1 1 1,-2-1-1,-1-7-4,2 12-6,-1 1 0,0 0 0,0-1 0,0 1 0,0 0 1,-1 0-1,0 0 0,1 0 0,-2 0 0,1 1 0,0 0 0,-1-1 0,1 1 0,-1 0 0,0 1 1,0-1-1,0 1 0,0 0 0,-1 0 0,1 0 0,-1 0 0,1 1 0,-1-1 0,1 1 1,-1 1-1,0-1 0,0 0 0,-2 1 6,-15-1-156,0 0 0,0 1 0,0 2-1,0 0 1,-8 3 156,-1 0-1093,1 3-1,-17 6 1094,-59 23-5059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4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540 1 8674,'0'0'1680,"0"0"-1056,-156 238 649,64-45-697,-1 4-400,0-1-104,30-65-72,20-51-4089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5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0 7162,'0'0'1392,"-125"238"-512,78-157 728,-22 47-1272,12-21-336,5-6-2816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6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11562,'0'0'3161,"0"0"-872,0 0-617,0 0-344,0 0-255,0 0-321,192 33-400,-119-33-96,9 0-112,8-3-48,-8-15-96,-15 3-112,-21 7-872,-33 8-1425,-13 0-2048,0 3-2336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7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4609,'0'0'7994,"0"0"-5858,0 0 817,0 0-1297,0 0-456,0 0 113,0 0-553,116 18-376,-70-18-232,1 0-56,2-12-96,18-17-752,-11 5-2337,-13-3-4681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7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10642,'0'0'2694,"0"0"97,0 0-854,0 0-914,31 4 66,102 14-179,-118-15-750,-1 0 0,1 1 0,-1 1 0,0 0-1,0 1 1,-1 1 0,0 0 0,0 0 0,0 2 0,-1-1 0,0 2 0,-1-1 0,5 6-160,-4-3 87,-1 1 0,0 0 0,-1 0 0,0 1 0,-1 0 0,-1 1-1,0 0 1,-1 1 0,0-1 0,-2 1 0,0 0 0,0 1 0,-2-1 0,2 14-87,2 33 357,-3 1 0,-3 0 1,-4 23-358,1 11 25,2-94 79,-3 17-1412,3-20 1154,-1-1 1,1 1 0,-1-1-1,0 0 1,1 1 0,-1-1-1,1 0 1,-1 1 0,0-1-1,1 0 1,-1 0 0,0 0-1,1 0 1,-1 1 0,0-1-1,0 0 1,1 0 0,-1 0-1,0-1 1,1 1 0,-1 0-1,0 0 1,1 0 0,-1 0-1,0-1 1,1 1 0,-1 0 0,0-1-1,1 1 1,-1 0 0,0-1 153,-15-9-5023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14387,'0'0'2673,"0"0"-9,0 0-1792,0 0-584,205-68-208,-126 47-80,-6 0-32,-4 9-1008,-16 3-2665,-13 3-4496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8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154 158 15419,'0'0'2454,"0"0"-212,0 0-1148,0 0-713,0 0-292,0 0-69,-5-18-9,-12-52 18,14 55 1286,7 16-996,3 18-119,-7-17-162,0 0-1,0 0 1,-1 0-1,1 0 1,-1 0-1,1-1 1,-1 1-1,0 0 1,0 0-1,0 0 1,0-1-1,0 1 1,0-1-1,0 1 1,-1-1-1,1 1 1,0-1-1,-1 1 1,1-1-1,-1 0 1,0 0 0,1 0-1,-1 0 1,0 0-1,0 0 1,0-1-1,1 1 1,-1-1-1,0 1 1,0-1-1,0 1 1,-1-1-38,-5 1 66,0 0 1,-1 0-1,1-1 0,0 0 1,-1 0-1,1-1 1,-6-1-67,12 1-7,0 0 0,1 0-1,-1 0 1,0-1 0,1 1 0,-1-1 0,1 1 0,-1-1 0,1 1 0,0-1 0,0 0 0,0 1-1,0-1 1,0 0 0,0 0 0,0 0 0,1 0 0,-1 0 0,1 0 0,-1 0 0,1 0-1,0 0 1,-1 0 0,1 0 0,0 0 0,1 0 0,-1 0 0,0 0 0,1 0 0,-1 0 0,1 0-1,-1 0 1,1 0 0,0 0 0,0 0 0,0 0 0,0 0 7,57-27-3544,-44 23 1751,23-9-4515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0:38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43 9034,'0'0'2754,"0"0"-980,0 0-90,36-2-441,116-7-482,-122 8-525,1-2 0,-1 0 0,0-2-1,13-5-235,-41 7 1203,-15 1-743,-19 1-221,-51-1-171,22 0 1495,-57 6-1563,99-2 185,1 0 1,0 2-1,1 0 0,-1 1 1,1 0-1,0 1 1,0 1-1,-10 7-185,23-12 15,-1 1-1,1-1 1,0 1-1,0 0 1,0 1 0,1-1-1,-1 1 1,1-1 0,0 1-1,0 0 1,0 0-1,1 1 1,-1-1 0,1 0-1,0 1 1,0 0 0,0-1-1,1 1 1,0 0-1,0 0 1,0 0 0,0 0-1,1 0 1,0 0-1,0 0 1,0 0 0,1 0-1,0 2-14,0-4 4,0 0 0,0 0 0,0-1 0,1 1 0,-1 0 0,1-1 0,0 1-1,0-1 1,0 1 0,0-1 0,0 0 0,0 0 0,1 0 0,-1 0 0,1 0 0,0 0-1,-1-1 1,1 1 0,0-1 0,0 0 0,1 1-4,69 22-2,-62-21 6,77 19 21,12 4 8,32 16-33,-127-41-1,-1 1 0,1 0 0,0 0 0,-1 0-1,0 1 1,1-1 0,-1 1 0,0 0 0,-1 0 0,1 0 0,0 1 0,-1 0 0,0-1 0,0 1 0,0 0 0,0 0 0,2 5 1,-3-1 10,1-1-1,-1 1 1,-1 0 0,1 0 0,-2 0 0,1 0-1,-1 0 1,0 0 0,0 0 0,-2 6-10,1-11 16,1-1 0,-1 1 1,0 0-1,0-1 0,0 1 0,0-1 1,-1 0-1,1 1 0,-1-1 0,1 0 1,-1 0-1,0 0 0,0 0 0,0 0 1,0 0-1,0 0 0,0-1 0,0 1 1,-1-1-1,1 0 0,-1 1 0,1-1 1,-1 0-1,-1 0-16,-10 4 34,-1-1-1,1 0 1,-1-1 0,0 0-34,6-2 15,-92 21-2838,-43 18 2823,80-22-5522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09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14427,'0'0'2114,"0"0"-1291,0 0-90,26 33 235,3 3-682,131 175 1009,38 80 64,-192-283-1277,0 0 0,0-1 0,1 0 0,0 0 0,0 0 0,0-1 0,6 3-82,-12-8 41,1 0 1,0 0-1,-1 0 1,1 0-1,0 0 1,-1-1-1,1 1 1,0 0 0,0-1-1,0 0 1,0 1-1,0-1 1,-1 0-1,1 0 1,0 0 0,0 0-1,0 0 1,0-1-1,0 1 1,0 0-1,-1-1 1,1 0-1,0 1 1,0-1 0,-1 0-1,1 0 1,0 0-1,-1 0 1,1 0-1,-1 0 1,1 0-1,-1-1 1,0 1 0,1 0-1,-1-1 1,0 1-1,0-1 1,0 0-1,0 1 1,0-1 0,0-1-42,7-14 164,0 0 1,-1-1 0,-1 0 0,0 0 0,-2-1 0,0 1 0,-1-1-1,0-11-164,1-42 471,-3-47-471,-2 61 68,1 46-55,-5-115 70,4 113-67,-1 0-1,-1 0 1,0 0 0,-1 1 0,0 0 0,-1-1 0,-7-10-16,3 15-212,6 19-418,4 17-1043,15 0-3104,8-5-4476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10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33 14979,'0'0'1858,"-2"30"212,-16 211 684,3-59-1077,4-49-579,4 18-1098,7-150 83,0-7 25,0-61-39,0-50 16,11-87-85,-7 169-1,1 0 0,2 0 0,2 0 0,1 1 0,1 1 0,2-1 0,1 2 0,2 0 1,-12 26 0,0-1-1,0 1 0,0 1 0,1-1 0,-1 0 1,1 1-1,1 0 0,-1 1 0,1-1 0,0 0 1,-3 4-1,-1-1-1,1 1 0,-1 0 0,1-1 0,0 1 0,0 0 0,0 0 0,-1 1 1,1-1-1,0 1 0,0-1 0,0 1 0,0 0 0,0 0 0,0 0 0,0 1 1,0-1-1,0 1 0,0-1 0,-1 1 0,1 0 0,0 0 0,0 0 0,-1 1 1,3 0 1,1 3-4,0 0 1,0 0-1,-1 1 1,0 0-1,0 0 1,0 0-1,0 0 1,-1 1 0,0-1-1,-1 1 1,1 2 3,33 84 48,-20-34 65,-3 1-1,-1 13-112,-5-26 45,2 1 0,2-2 0,2 0-1,5 6-44,-2-27-53,-8-22-691,-5-17-1611,-4-13-2601,0-5-3539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10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0 277 17180,'0'0'2152,"0"0"513,0 0-1401,0 0-792,0 0-328,225-95-104,-129 53-40,17-14-1056,-21 11-2849,-22 6-3809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11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0 294 12699,'0'0'2043,"0"0"1125,10 32-1383,34 101-796,-30-93-391,2 0-1,1-2 0,3 1-597,1 1 242,-40-75-115,6 13-119,1 0 0,1-1 0,1-1 0,1 1 1,1-1-1,1-1 0,1 0 0,1-4-8,3 14 10,1-1-1,1 1 0,1-1 1,0 1-1,1 0 0,0 0 1,1 0-1,1 0 0,0 0 1,2 1-1,-1-1 0,2 1 1,-1 0-1,2 1 0,0 0 1,1 0-1,0 1 0,9-9-9,-7 7 2,2 1-1,0 0 0,1 0 0,0 2 1,0 0-1,5-2-1,-11 8-5,0 0 1,0 1-1,0 0 1,1 1-1,0 0 1,-1 0-1,1 1 1,0 0 0,0 1-1,0-1 1,0 2-1,0-1 1,5 2 4,-11-1-2,0 1 0,-1-1 1,1 1-1,0 0 1,0 0-1,-1 0 1,1 0-1,-1 0 0,1 1 1,-1-1-1,1 1 1,-1 0-1,0 0 1,0-1-1,0 1 0,0 1 1,0-1-1,0 0 1,-1 0-1,1 1 1,-1-1-1,1 1 0,-1-1 1,0 1-1,0 0 1,0-1-1,-1 1 1,1 0-1,0 0 0,-1 0 1,0-1-1,0 2 2,2 8-5,-2 1 0,1-1 0,-2 1-1,0-1 1,0 1 0,-1-1 0,-1 3 5,-2 1 13,0 0 1,-1 0 0,0-1-1,-2 0 1,0 0-1,0 0 1,-5 5-14,-79 98 215,31-42-50,53-66-98,-5 7 178,1 0 0,1 1-1,-7 15-244,15-28 40,1 0-1,0 0 1,0 1-1,0-1 0,1 1 1,0-1-1,0 0 1,0 1-1,1 0 1,0-1-1,0 1 0,0-1 1,1 1-1,-1-1 1,1 1-1,2 4-39,-1-7 21,-1 0-1,1 0 1,0 0 0,0-1 0,0 1-1,1 0 1,-1-1 0,1 1 0,-1-1-1,1 0 1,0 0 0,0 0 0,0 0-1,0-1 1,0 1 0,0-1 0,1 1-1,1-1-20,66 16 411,-27-11-314,1-3 0,-1-1 0,1-2 0,34-6-97,-74 6-54,1-1 0,-1 0 0,0-1 0,0 1-1,0-1 1,0 0 0,-1 0 0,1 0 0,0-1-1,2-2 55,21-24-4934,-18 9-3599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11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 8066,'0'0'7025,"0"0"-6001,0 0 1897,0 0-1505,-125 202-447,112-110 223,13 4-336,0-4-192,0-12-216,23-14-304,16-16-80,4-14-16,10-15-48,4-9-64,25-12-640,-12-6-1608,-7-18-3882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11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74 143 13915,'0'0'1792,"0"0"409,0 0-305,0 0-583,175 143 23,-122-86-192,-3-4-408,-7-5-408,-4-4-120,-6-5-200,-6-3 16,-4-12-24,-6-4-752,-1-20-1416,-6 0-2969,0 0-5698</inkml:trace>
  <inkml:trace contextRef="#ctx0" brushRef="#br0" timeOffset="1">567 0 10058,'0'0'3858,"0"0"-2197,0 0 452,0 0-1044,0 0-449,-34 34 332,-1-1-671,-41 43 1378,-57 73-1659,52-56 587,38-46-267,2 1 0,2 3 0,-29 50-320,66-97-28,-1 0-1,1 0 1,1 1-1,-1-1 1,1 0-1,-1 1 1,1-1-1,0 1 1,1-1 0,-1 1-1,1 1 29,0-6-23,0 0 0,0 1 1,0-1-1,0 0 0,0 1 0,0-1 0,0 0 0,0 1 1,0-1-1,0 0 0,0 1 0,0-1 0,0 0 0,0 1 1,1-1-1,-1 0 0,0 1 0,0-1 0,0 0 0,0 0 1,1 1-1,-1-1 0,0 0 0,0 0 0,1 1 1,-1-1-1,0 0 0,0 0 0,1 0 0,-1 0 0,0 1 1,1-1-1,-1 0 0,0 0 0,1 0 0,-1 0 0,0 0 1,1 0-1,-1 0 0,0 0 0,1 0 0,-1 0 0,0 0 23,7 1-456,-1-1-1,0 0 0,0 0 0,0-1 0,1 0 0,-1 0 0,4-1 457,31-12-5057,12-14-7907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12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11570,'0'0'1681,"0"0"599,14 37 3,8 13-1573,0 0 115,-2 2 0,-3 0 0,1 12-825,-8-21 573,-3 0 0,-2 1-1,-2-1 1,-1 1 0,-2 0-1,-3 0 1,-2 6-573,2-28 98,-2 0 0,-1-1-1,0 0 1,-1 0 0,-2 0 0,-3 4-98,-21 39-163,-13 15 163,3-6-1163,41-69-1059,3-6-2287,5-11-2363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12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11506,'0'0'1945,"0"0"-553,0 0 905,0 0-1505,0 0-520,202 30-128,-149-30-144,-10 0 0,-10 0-1280,-10 0-2617,-13-6-5785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1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8706,'0'0'4953,"0"0"-3809,0 0 2809,0 0-2569,0 0-263,0 0-449,195 41-248,-135-50-232,-7-5-144,-4-1-48,-9 6-1160,-13 6-3978,-14 0-8024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29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30 8362,'0'0'1942,"0"0"-346,0 0-118,0 0-428,0 0-365,0 0-283,-5 0-108,-11 0 28,30-1-160,41-4-64,36-7 161,47 2-259,-39 8 3896,-121 4-3391,0 1 0,0 1 0,0 0 1,0 2-1,1 0 0,-3 3-505,-63 16 436,63-19-704,1-1 0,-1-1 0,0-2 0,0 0 0,0-1 0,0-2 0,-5 0 268,13-5-4033,5-2-2180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25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12563,'0'0'2229,"0"0"-409,0 0 152,0 0-1064,8 17-501,25 68 892,-4 1 0,-3 4-1299,-10-37 379,-14-44-284,7 22-3,-9-30-67,1 0-1,-1 0 1,0 0-1,1 0 1,-1 0-1,1 0 1,-1 0-1,1 0 1,-1 0-1,1 0 0,-1-1 1,1 1-1,0 0 1,0 0-1,-1-1 1,1 1-1,0-1 1,0 1-1,0 0 1,0-1-1,-1 1 1,1-1-1,1 0-24,-1 0 49,0-1-1,-1 0 0,1 0 0,0 0 0,0 0 1,-1 0-1,1 0 0,-1 0 0,1 0 0,-1-1 0,1 1 1,-1 0-1,0 0 0,1 0 0,-1-1 0,0 1 1,0 0-1,0-1-48,1-3 123,20-83 155,-8 31-214,18-52-64,-25 94-2,0-1 1,1 1 0,0 0-1,2 0 1,0 1 0,0 0-1,1 0 1,11-10 1,-19 21-2,1 0 0,0 1 1,0-1-1,0 0 0,0 1 0,1 0 0,-1 0 1,1 0-1,-1 0 0,1 0 0,0 1 0,0-1 1,0 1-1,0 0 0,0 0 0,0 1 0,0-1 0,0 1 1,0 0-1,0 0 0,0 0 0,0 1 0,0-1 1,0 1-1,3 1 2,-1 0-2,-1 1 1,1 0 0,-1 0-1,0 0 1,0 0 0,0 1-1,0 0 1,0 0 0,-1 0-1,0 1 1,0 0 0,0-1-1,0 1 1,-1 1 0,0-1-1,0 1 2,13 28 15,-2 1 0,-2 1-1,-1 0 1,-2 0 0,-1 1-1,2 33-14,4 10-26,-14-77-406,5 14 650,-1-12-2603,4-7-4510,1-5-3425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2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 10066,'0'0'1789,"0"0"579,42-1-54,540-48 1993,43-4-1187,217 25-3120,-798 26-9,-32 1-106,0 0-1,0 1 1,0 0-1,0 1 1,0 0-1,6 2 116,-17 2-5529,-1-5-433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2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136 375 9418,'0'0'2514,"0"0"-842,-12 29 795,5-12-2102,-83 219 3030,85-220-2920,-17 66 3093,24-94-3428,1 0-1,0 0 0,0 1 0,1-1 1,1 1-1,0 0 0,0 0 0,1 1 1,5-7-140,9-19 176,14-30-81,3 1-1,3 2 1,39-46-95,-79 108-3,1 0-1,-1 0 0,1 0 1,0 0-1,0 0 1,-1 0-1,1 0 1,0 1-1,0-1 1,0 0-1,0 0 1,0 1-1,0-1 0,0 1 1,0-1-1,1 1 1,-1-1-1,0 1 1,0-1-1,0 1 1,0 0-1,1 0 0,-1 0 1,0 0-1,0 0 1,0 0-1,1 0 1,-1 0-1,0 0 1,0 0-1,0 1 0,1-1 1,-1 0-1,0 1 1,0-1-1,0 1 1,0 0-1,0-1 1,0 1-1,0 0 0,0 0 1,0-1-1,0 1 1,0 0-1,-1 0 1,1 0-1,0 0 1,0 0-1,-1 0 1,1 0-1,-1 1 4,7 9-20,0 1 1,-2 0-1,1 0 0,2 13 20,1-3-4,-1-3 5,2 1 0,0-2-1,2 0 1,0 0 0,12 13-1,-19-25 1,0 0 0,1-1 0,0 1 1,0-1-1,1 0 0,-1-1 0,1 0 0,0 0 1,0 0-1,0-1 0,1 0 0,-1-1 0,1 1 0,0-1 1,-1-1-1,1 0 0,2 0-1,-2 0 5,0-1-1,1 0 1,-1 0 0,0-1-1,1 0 1,-1-1 0,0 0-1,0 0 1,0-1-1,-1 0 1,1 0 0,-1-1-1,1 1 1,2-4-5,-2 1 5,0-1-1,0 1 1,-1-2 0,0 1-1,0-1 1,-1 0 0,0 0-1,0-1 1,-1 0-1,0 0 1,2-7-5,0-2 14,-2-2 0,0 1 1,-1-1-1,-1 0 0,-1 0 0,0 0 0,-2 0 1,-1 0-1,0-1-14,1-17 20,-2 26-13,1 0-1,-2 1 1,1-1-1,-3-6-6,-11-55-499,16 70 161,-1 0-1,1 0 1,0 0 0,0 0 0,1 0 0,-1 0 0,1 0 0,-1 0 0,1 0 0,0 0 0,0 0-1,0 0 1,1 0 0,-1 0 0,0 1 0,1-1 0,0 0 0,0 1 0,1-1 338,21-16-6752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28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8650,'0'0'2719,"0"0"-606,0 0 210,-22 32-530,4-6-1455,1-3-33,1 1 1,1 0 0,1 1 0,1 1 0,1 0 0,1 1 0,2 0 0,-3 14-306,-80 369 5165,-4 153-5165,88-511 232,2 0-1,3 1 0,1-1 1,6 43-232,-2-83 4,0-1 0,0 1 0,1-1-1,1 1 1,0-1 0,1 0 0,3 6-4,-5-10-7,1-1 0,0 0 0,0 0-1,1 0 1,0 0 0,0-1 0,0 1-1,0-1 1,1-1 0,0 1-1,0-1 1,0 0 0,2 0 7,9 2-294,1-1 0,-1-1 0,1-1 0,0-1 0,0 0 0,0-1 0,0-1 0,6-1 294,-21 1-122,75 0-4671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28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0 243 15091,'0'0'3718,"0"0"-1512,0 0-676,0 0-842,9-30-395,32-98 73,-20 69 65,-20 57-352,1 0-1,-1-1 1,0 1-1,1 0 0,-1 0 1,1 0-1,-1 0 0,1 1 1,0-1-1,0 0 1,0 1-1,1-1-78,-3 2 8,1 0 1,0-1-1,-1 1 1,1 0-1,-1 0 0,1 0 1,0 1-1,-1-1 0,1 0 1,-1 0-1,1 0 1,0 0-1,-1 0 0,1 1 1,-1-1-1,1 0 1,-1 0-1,1 1 0,-1-1 1,1 1-1,-1-1 0,1 0 1,-1 1-1,0-1 1,1 1-1,-1-1 0,1 1 1,-1-1-1,0 1 0,0-1 1,1 1-1,-1-1 1,0 1-1,0 0 0,0-1 1,1 1-1,-1-1 0,0 1 1,0 0-9,14 44 157,-1 1-1,-3 0 1,-1 0 0,-3 1-1,0 14-156,-2-25 28,-2-16-222,15 138 461,-10-55-4708,-6-71-3110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35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5 191 8754,'0'0'7387,"0"0"-5041,-1 27-827,0 2-1114,-1-3-112,1-1 0,2 1 0,0 0 0,2-1 0,0 1 0,4 5-293,5 10 280,3-1 0,1-1 0,11 18-280,-9-21 43,-2 0 1,-1 1-1,-3 0 0,1 7-43,-8-8 58,-6-36-59,1 1 1,-1-1-1,1 1 1,0-1-1,-1 0 1,1 0-1,-1 1 1,1-1-1,0 0 1,-1 0-1,1 0 1,-1 1-1,1-1 1,-1 0-1,1 0 1,-1 0-1,1 0 1,-1 0-1,1 0 1,-1 0-1,1 0 1,-1 0-1,1 0 1,-1 0-1,1 0 1,-1 0-1,1-1 1,-1 1-1,1 0 1,-1 0-1,1 0 1,-1-1-1,1 1 1,0 0-1,-1-1 1,1 1-1,-1 0 1,1-1 0,-6-4-12,0 0-1,1-1 1,0 0 0,0 0 0,1 0-1,-1 0 1,1-1 0,1 1 0,-1-1-1,1 0 1,0 0 0,1-1 12,-8-20-3,1 0 1,-1-18 2,2 5 1,2 1 1,1-1 0,3 0-1,1 0 1,2 0-1,2 0 1,2-4-2,0 25 8,0 1 0,0 0 1,2 0-1,0 1 0,2 0 1,0 0-1,1 0 0,0 2 0,1-1 1,1 1-1,1 1 0,0 0 1,1 1-1,1 0 0,0 1 1,1 1-1,11-7-8,-23 17-1,0-1 0,0 1 1,1 0-1,-1 0 0,1 0 0,-1 0 1,1 1-1,0 0 0,-1 0 1,1 0-1,0 1 0,0-1 0,0 1 1,0 1-1,-1-1 0,1 0 0,0 1 1,0 0-1,-1 0 0,1 1 0,3 1 1,-3-1-2,-1 1 0,-1 0 0,1 1 0,0-1 0,-1 1 0,1-1 0,-1 1 0,0 0 0,-1 0 0,1 0 0,-1 1 0,1-1 0,-1 1 0,-1-1 1,1 1-1,0 0 0,-1-1 0,0 1 0,0 0 0,-1 0 0,1 0 2,1 9 4,0 0 1,-1 1 0,-1-1-1,0 0 1,-1 1 0,0-1-1,-1 0 1,-1 0 0,0 0-1,-1 0 1,0-1 0,-1 1-1,-1-1 1,0 0 0,-1-1-1,0 1 1,-1-1 0,-3 3-5,-28 35 88,22-30-40,0 2 0,2-1-1,0 3-47,11-16 27,0 0-1,0 1 0,0-1 0,1 1 0,1 0 0,0-1 1,0 1-1,0 0 0,1 0 0,0 10-26,2-16 33,0 1 0,0-1 0,0 1 0,0-1 0,1 1 1,-1-1-1,1 0 0,0 1 0,0-1 0,0 0 0,0 0 0,0 0 0,1-1 0,0 1 0,-1-1 0,1 1 0,0-1 1,0 0-1,0 0 0,0 0 0,1 0 0,-1-1 0,0 1 0,1-1 0,-1 0 0,1 0 0,1 0-33,9 4 146,0-1-1,1-1 1,-1 0-1,1-1 0,0-1 1,5 0-146,14-1 179,-1 0 1,1-3 0,-1 0-1,0-3 1,0 0-1,0-3-179,-16 4-161,30-7 339,-46 12-368,0-1-1,1 1 0,-1 0 1,0 0-1,1 0 0,-1 1 1,0-1-1,0 0 1,1 0-1,-1 1 0,0-1 1,0 1-1,1-1 0,-1 1 1,0-1-1,0 1 0,0 0 1,0 0-1,0-1 0,0 1 1,0 0-1,0 0 0,0 0 1,0 0-1,-1 0 0,1 0 1,0 0-1,-1 1 0,1-1 1,-1 0-1,1 0 191,3 12-7160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3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4 143 8938,'0'0'4017,"0"0"-2425,-1 35 578,-2 199 358,3-231-2498,5 74 447,-5-72-452,1-1-1,0 1 1,0 0 0,0 0-1,0 0 1,1-1 0,0 1-1,0-1 1,0 1 0,1-1 0,0 0-1,-1 0 1,1 0 0,1 0-25,-3-4 385,-2-97 2064,-1 78-2411,1-1 0,1 1 0,1-1-1,0 1 1,2-1 0,0 1 0,1 0 0,1 0 0,5-11-38,0 8 6,2 0 0,0 1 1,1 0-1,2 1 0,0 0 0,1 1 1,0 1-1,2 1 0,0 0 0,1 1 0,1 1 1,15-9-7,-34 24-3,0-1 1,1 0-1,-1 0 1,0 1 0,1-1-1,-1 1 1,1-1-1,-1 1 1,1 0 0,-1 0-1,1-1 1,-1 1-1,1 0 1,-1 0 0,1 0-1,-1 1 1,1-1 2,-1 0-2,0 1 0,-1-1 0,1 1 0,0-1 0,-1 1 1,1-1-1,0 1 0,-1-1 0,1 1 0,-1-1 0,1 1 0,-1 0 0,0-1 1,1 1-1,-1 0 0,0 0 0,1-1 0,-1 1 0,0 0 0,0 0 1,1-1-1,-1 1 0,0 0 2,0 6-5,0 1-1,0-1 1,0 0 0,-1 0 0,0 1 0,-1 1 5,1-5 4,-2 9-4,0 0 0,-1-1 0,0 0 0,-1 0 0,-1 0 0,0-1 0,0 1-1,-2 0 2,-67 86 3,51-70-2,2 1 0,-15 25-2,35-50 22,-1-1-1,2 1 1,-1 0 0,0 0-1,1 0 1,0 0-1,0 0 1,0 0 0,0 0-1,1 0 1,0 0 0,-1 0-1,2 1-21,-1-2 23,0-1-1,1 0 1,-1 0-1,1 0 0,-1 0 1,1 0-1,0 0 1,0-1-1,0 1 0,0 0 1,0 0-1,1 0 0,-1-1 1,1 1-1,-1-1 1,1 1-1,-1-1 0,1 0 1,0 1-1,-1-1 1,1 0-1,0 0 0,0 0 1,1 0-23,18 7 193,0-1 1,0-1-1,1 0 0,0-2 1,0-1-1,2 0-193,44 1 93,23-4-93,2 1-246,-84-1-338,1 1-1,-1 0 1,0 0 0,1 1 0,-1 0 0,0 1 0,4 2 584,12 6-6515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40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14107,'0'0'2318,"0"0"-108,0 0-643,31 9-668,-12-3-769,-5-3-45,0 1 0,0 0 1,-1 1-1,1 0 0,-1 1 0,0 1 0,-1 0 1,1 1-1,-1 0 0,-1 1 0,0 1 0,0-1 1,-1 2-1,0-1 0,-1 1 0,2 3-85,9 22 163,-1 2 0,-1 0 0,-2 0 0,-2 2-1,-2 0 1,-1 0 0,-2 1 0,-2 0 0,-2 2-163,9 104 661,-5 126-661,-8-236 66,-1 109 585,-8 23-651,2-104 250,-3 0-1,-3-1 1,-16 50-250,26-107 12,-11 39 35,-2 0-1,-17 30-46,19-56 25,13-20-47,-1 0-1,1 0 1,0 1 0,-1-1-1,1 0 1,0 0 0,-1 0-1,1 0 1,0 0 0,-1 0-1,1 0 1,0 1 0,-1-1 0,1 0-1,0 0 1,-1 0 0,1 0-1,0-1 1,-1 1 0,1 0-1,0 0 1,-1 0 0,1 0-1,0 0 1,-1 0 0,1 0-1,0-1 1,-1 1 0,1 0-1,0 0 1,0 0 0,-1-1 22,0-1-269,-1 0 0,1 0 1,0 0-1,0-1 0,0 1 1,0-1-1,0 1 0,0 0 1,1-1-1,-1 1 0,1-1 1,0 0-1,0 0 269,-1-35-6387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40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13651,'0'0'1568,"0"0"-103,-70 274 415,41-36-256,2 29-39,11-5-97,12-53-168,4-78-424,0-36-439,33-21-265,10 9-144,7 1-32,9 5-8,-2-21-8,2-17-184,11-24-497,-11-15-1127,-16-12-4177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41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7770,'0'0'4182,"0"0"-2264,0 0-992,0 0 313,5 30 174,32 183 476,-30-135 748,-3 19-2637,-14-384 760,10 281-749,0 1 1,0 0-1,0 0 0,1 0 0,0-1 1,0 1-1,1 0 0,-1 0 0,1 1 0,0-1 1,0 0-1,1 0 0,1-2-11,-2 5 3,0 0 0,0 0 0,0 1 0,0-1 0,0 0 0,0 1-1,1-1 1,-1 1 0,0 0 0,1 0 0,0 0 0,-1 0 0,1 0 0,-1 0 0,1 1 0,0-1-1,-1 1 1,1 0 0,0 0 0,0 0 0,-1 0 0,1 0 0,0 0 0,0 1 0,-1 0 0,2 0-3,3 1 0,-1 0 0,1 0 0,-1 0 0,0 1 0,0 0 0,0 1 0,-1-1 0,1 1 1,-1 0-1,0 1 0,0-1 0,51 58-4,-30-31 1,4 4 8,-4-4-7,1-1 1,2-1-1,1-2 1,2 0 1,-22-20 6,0 0 0,1 0 0,0-1 0,0 0 0,1-1 1,-1 0-1,1-1 0,0 0 0,1-1 0,-1-1 0,0 0 0,1 0 1,0-1-1,-1-1 0,1 0-6,-10 0 10,1 0 0,-1 0-1,1-1 1,-1 0 0,0 0 0,1 0 0,-1 0 0,0 0-1,0 0 1,0-1 0,0 0 0,0 1 0,0-1 0,0 0-1,0-1 1,-1 1 0,1 0 0,-1-1 0,2-1-10,0-2 55,0 0 0,-1 0 0,0 0 0,0 0 0,-1-1 1,1 1-1,-1-1 0,-1 1 0,2-8-55,0-13 183,-1 0-1,-1 0 1,-2-1 0,-2-17-183,0 27 81,0 0 1,-1 1 0,-1-1-1,0 1 1,-2 0 0,-6-12-82,-14-41-77,26 65-273,1 5-2935,0 0-3209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42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1136,'0'0'14571,"0"0"-10410,0 0-1920,0 0-1209,0 0-536,215-62-440,-136 35-56,-16 6-1704,-10 0-4802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42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13867,'0'0'1862,"0"0"127,0 0 103,13 28-801,2 2-1000,72 162 1366,-57-113-1253,-29-78-364,-1-10-25,-4-50-38,2 30 30,1-1 1,2-18-8,-1 41 2,1 0 1,0 0 0,0 0-1,0 1 1,1-1 0,0 0-1,1 1 1,0-1 0,0 1-1,0 0 1,0 0 0,1 0-1,1-1-2,5-3 4,1 0 0,1 1 0,-1 0 0,1 0 0,1 2 0,-1-1-1,1 2 1,1-1 0,-1 2 0,1 0 0,0 1 0,0 0 0,0 1 0,1 0-1,-1 1 1,1 1 0,-1 0 0,1 2 0,0-1 0,10 3-4,-19-2-6,-1 0 0,1 0 0,0 0 1,-1 1-1,1 0 0,-1 0 0,0 1 1,0-1-1,0 1 0,0 0 0,0 1 1,-1-1-1,1 1 0,-1 0 0,3 2 6,-2 1 18,0 0-1,0 0 1,0 1-1,-1-1 1,0 1-1,-1 0 0,0 0 1,0 0-1,1 8-17,3 16-143,-3 1 0,-1 0 0,-1 0 0,-1 1-1,-3 1 144,2-1-577,-2 28-2639,-9-7-2834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42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0 267 11570,'0'0'2868,"0"0"-1279,0 0 421,0 0-163,33 1-484,16 0-966,300-3 2039,86-45-1519,-173 14-785,1313-78 4,-1368 100-90,-154 8-5,127-10-20,-155 9 11,1 0 0,-1-2 0,0-1 0,-1 0 0,15-8-32,-42 12-610,-15 1-728,-23 2-3120,-2 7-2010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5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1 459 12043,'0'0'2433,"0"0"-480,0 0 634,0 0-972,0 0-559,0 0-256,2 5-113,-2-5-660,0 1 0,1-1 0,-1 1 0,0 0-1,0-1 1,0 1 0,1-1 0,-1 1 0,0-1-1,1 1 1,-1-1 0,0 1 0,1-1 0,-1 1-1,1-1 1,-1 0 0,0 1 0,1-1 0,-1 0-1,1 1 1,-1-1 0,1 0 0,0 1 0,-1-1-1,1 0 1,-1 0 0,1 0 0,0 0-27,9-13 519,6-49-25,-9 32-443,11-51 135,-13 52-80,1 1-1,2-1 1,0 1 0,2 1 0,1-1 0,2 0-106,-12 26 8,1 0 0,-1-1 1,0 1-1,1 0 1,-1 0-1,1 0 1,0 0-1,0 1 1,0-1-1,0 0 1,0 1-1,0-1 1,0 1-1,0 0 1,1 0-1,-1 0 1,0 0-1,1 0 1,-1 0-1,1 1 1,-1-1-1,1 1 0,-1-1 1,1 1-1,-1 0 1,1 0-1,-1 0 1,1 1-1,-1-1 1,1 0-1,-1 1 1,1 0-1,-1 0 1,1-1-1,-1 2 1,0-1-1,2 0-8,4 4-6,0 0 0,0 0 0,0 1 0,-1 0 0,1 0 0,-1 1-1,-1 0 1,1 0 0,0 3 6,16 24-7,-3 0 0,0 1 0,-3 1 0,11 30 7,24 49-10,-50-111 9,1 0 0,-1 1 1,1-1-1,1 0 1,-1 0-1,0-1 1,1 1-1,0-1 0,3 3 1,-6-5 3,1 0-1,-1 0 0,1 0 1,-1 0-1,1-1 0,-1 1 1,1-1-1,-1 1 0,1-1 1,-1 1-1,1-1 0,0 0 1,-1 0-1,1 0 0,-1 0 1,1 0-1,0 0 0,-1 0 1,1 0-1,-1-1 0,1 1 1,0-1-1,-1 1 0,1-1 1,-1 1-1,1-1 0,-1 0 1,0 0-1,1 0 0,-1 0 1,0 0-1,1 0-2,3-5 11,-1 0-1,0 0 1,1 0 0,-2-1-1,1 1 1,-1-1 0,0 0-1,-1 0 1,1 0 0,-1 0 0,-1-1-1,1-2-10,3-16 41,-2 0-1,1-26-40,-3 10 49,1-16 395,-2 0 1,-4-15-445,-5 33 394,-1 21-1211,10 19 667,0-1-1,-1 1 1,1 0 0,0-1 0,-1 1 0,1 0 0,0-1 0,-1 1 0,1 0 0,0 0 0,-1-1 0,1 1 0,-1 0-1,1 0 1,-1 0 0,1-1 0,0 1 0,-1 0 0,1 0 0,-1 0 0,1 0 0,-1 0 0,1 0 0,-1 0 0,1 0 0,-1 0-1,1 0 1,0 0 0,-1 1 0,1-1 0,-1 0 150,-2 2-6119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5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16740,'0'0'2128,"0"0"-1368,0 0 785,189-56-1041,-123 41-336,-3 3-160,-10 9-8,6-3-1321,-16 3-2960,-13-3-3840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5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18508,'0'0'2064,"0"0"-991,0 0 111,0 0-688,0 0-360,24 188-136,-24-146-88,3-13-1512,-3-8-4330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52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13635,'0'0'1523,"22"33"-596,-13-21-797,45 67 1377,-4 3 0,37 80-1507,-49-70 453,-3 2-1,-5 1 0,-4 2 0,-5 0 0,-3 1 0,-5 1 0,-4 1 0,-5-1 0,-4 21-452,-1-58 203,-3-1 0,-2 1 0,-4-2 0,-9 34-203,10-60 92,-2-1-1,-1 0 0,-2-1 0,-1-1 0,-1 0 1,-2-1-1,-1 0 0,-19 22-91,-122 137 430,-33 43-3993,170-202-1941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03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5521,'0'0'5027,"0"0"-2535,0 0-191,0 0-98,0 0-995,0 0-729,12-6-307,8-2-110,1 2 0,-1 1-1,1 1 1,0 0 0,1 2 0,-1 0 0,1 2 0,16 1-62,393 1 1060,888-28 297,-520-28-991,-793 54-373,35-5 94,-40 5-97,0-1 1,0 1-1,0 0 1,1 0-1,-1-1 1,0 1-1,0 0 1,0-1-1,0 1 1,0-1-1,0 1 1,0-1 0,0 0-1,0 1 1,-1-1-1,1 0 1,0 0-1,0 0 1,0 0-1,-1 1 1,1-1-1,-1 0 1,1 0-1,0 0 1,-1 0 0,0-1-1,1 1 1,-1 0-1,0 0 10,0 1-20,0 0 0,0-1 0,0 1-1,0 0 1,0 0 0,0-1 0,0 1 0,0 0 0,0 0 0,0-1-1,0 1 1,0 0 0,-1 0 0,1 0 0,0-1 0,0 1-1,0 0 1,0 0 0,-1 0 0,1 0 0,0-1 0,0 1-1,0 0 1,-1 0 0,1 0 0,0 0 0,0 0 0,0 0-1,-1 0 1,1-1 0,0 1 0,0 0 0,-1 0 0,1 0 0,0 0-1,0 0 1,-1 0 0,1 0 0,0 0 0,0 0 0,-1 0-1,1 1 1,0-1 20,-96-1-6193,34 1-31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04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10658,'0'0'1417,"0"0"219,28-26 14,95-80-103,-109 94-1196,0 2 1,1 0 0,0 1 0,1 0 0,-1 1 0,2 1-1,0 0-351,-5 3 185,0 1 0,0 1 0,0 0-1,0 0 1,0 1 0,0 1 0,0 0-1,4 1-184,-12 0 15,0-1-1,0 1 0,0 0 0,0 0 0,-1 1 0,1-1 0,0 1 0,-1 0 0,1 0 0,-1 0 1,1 0-1,-1 1 0,0-1 0,0 1 0,0 0 0,0 0 0,-1 0 0,1 0 0,-1 0 0,0 1 1,0-1-1,0 1 0,0-1 0,-1 1 0,1 0 0,-1 0 0,0-1 0,0 1 0,0 0 0,-1 1-14,4 16 127,-1-1 0,-2 0 0,0 1 0,-1-1 0,-2 9-127,0-15 76,0 0 0,-2-1-1,0 1 1,0-1 0,-1 0 0,-1 0 0,0 0-1,-1-1 1,0 0 0,-1 0 0,0-1 0,-1 0-1,0 0 1,0-1 0,-2 0 0,1-1 0,-1 0-1,0-1 1,-2 1-76,12-8 41,1-1 0,-1 1-1,1-1 1,-1 1 0,0-1-1,1 1 1,-1-1 0,0 1-1,1-1 1,-1 0 0,0 1-1,0-1 1,1 0 0,-1 0-1,0 1 1,0-1 0,1 0 0,-1 0-1,0 0 1,0 0 0,1 0-1,-1 0 1,0 0 0,0 0-1,0-1 1,1 1 0,-1 0-1,0 0 1,1-1 0,-1 1-1,0 0 1,0-1 0,1 1-41,0-1 20,1 0 0,-1 1 0,1-1-1,-1 0 1,1 0 0,-1 1 0,1-1 0,0 0 0,-1 1 0,1-1 0,0 1 0,0-1 0,-1 1 0,1-1 0,0 1 0,0 0 0,0-1 0,0 1-1,0 0 1,-1 0 0,1 0 0,0-1 0,0 1 0,0 0 0,0 0 0,0 0 0,0 1 0,0-1 0,0 0 0,0 0-20,64 0 468,0 4 0,0 1 0,31 9-468,-78-11 75,18 2 48,1-1 1,32-1-124,-56-3-152,0-1 1,0 0-1,0-1 0,0-1 1,-1 0-1,0-1 0,1 0 1,-1-1-1,-1 0 0,6-3 152,119-78-7125,-76 45-228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04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19 12395,'0'0'2620,"0"0"-670,0 0-335,-13 27-503,0-1-856,3-9-101,2 0 1,0 1 0,1-1 0,1 2 0,0-1-1,2 0 1,0 1 0,1 0 0,0 3-156,2-8 179,0 0-1,0 0 1,2-1 0,-1 1-1,2 0 1,0 0 0,3 9-179,-3-19 33,-1 0 0,1 0 1,0 0-1,1 0 0,-1 0 0,1-1 0,-1 1 1,1-1-1,0 0 0,1 1 0,-1-1 1,0-1-1,1 1 0,0 0 0,-1-1 1,1 0-1,0 0 0,0 0 0,0-1 0,1 1 1,-1-1-1,0 0 0,1 0 0,-1 0 1,4 0-34,8 0 29,0 0 1,0-2-1,-1 1 1,1-2 0,0 0-1,-1-1 1,1 0-1,-1-2 1,0 1-1,0-2 1,-1 0-1,0-1 1,0 0 0,13-9-30,-12 6 7,0-1 0,0 0 0,-1 0 0,0-1 0,-1-1 0,-1-1 0,0 1 0,0-2 0,-2 0 0,0 0 0,0-1 0,5-14-7,-11 20 18,-1 1 0,0-1-1,0 0 1,-1 0-1,-1 0 1,1 0-1,-2 0 1,1 0 0,-2-2-18,1 8 13,0 1-1,0-1 1,-1 0 0,0 1 0,1-1 0,-1 1 0,-1 0 0,1-1 0,0 1 0,-1 0 0,0-1 0,0 1 0,0 0 0,0 0 0,0 1 0,0-1-1,-1 0 1,1 1 0,-1-1 0,0 1 0,0 0 0,0 0 0,0 0 0,0 0 0,-3 0-13,-14-4-4,0 2 0,0 0 0,-1 1 0,0 1 0,1 1-1,-1 1 1,0 0 0,-13 3 4,16-2-22,-18 3-575,1 2-1,0 1 0,0 1 1,0 2-1,1 2 0,-18 8 598,23-9-1740,-43 17-8537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0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12683,'0'0'4385,"0"0"-2889,0 0-332,-9 31-556,-4 23-57,-7 49-551,13-26 846,3 60-846,0 774 2608,4-885-2539,-1 61 278,4-1 0,4 1 0,8 35-347,-7-86 49,2 0 0,1-1 1,2 0-1,1-1 0,1-1 1,3 0-1,0-1 1,9 9-50,-24-36-13,1 0 0,0 0 1,0 0-1,0-1 0,0 0 1,1 1-1,0-2 0,0 1 1,0-1-1,0 1 0,0-1 1,1-1-1,0 1 0,2 0 13,3 0-395,0-1 0,0 0 0,0 0 0,1-1 1,-1-1-1,0 0 0,7-1 395,36-4-5364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54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13827,'0'0'1800,"0"0"-1144,0 0 513,0 0-761,172 0-264,-102 0-72,-4 0-64,0-3 56,-3 0-56,-7-3-8,-6 6-928,-17 0-2025,-20 0-6193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5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0 224 13083,'0'0'1696,"0"0"-1216,0 0 1177,0 0-1009,0 0-392,212 3-216,-119-33-40,32-38-1288,-22 8-1665,-17-8-7273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5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3953,'0'0'5262,"0"0"-3332,0 0-490,0 0-578,0 0-459,0 0-158,0-9 71,0-33 2231,15 50-370,-3 10-2034,-2-1 1,0 1-1,-1 1 0,0 0 1,-2 0-1,0 1 1,1 7-144,5 25 672,-3 1 0,1 16-672,-3 33 603,-4 0-1,-4 3-602,-1-44 61,2-61-63,-1 0 1,0 1-1,0-1 1,0 0-1,1 0 1,-1 0-1,0 0 1,0 0-1,0 0 1,0 0-1,1 0 1,-1 0 0,0 0-1,0 1 1,1-1-1,-1 0 1,0 0-1,0 0 1,0 0-1,1 0 1,-1-1-1,0 1 1,0 0-1,0 0 1,1 0-1,-1 0 1,0 0-1,0 0 1,0 0-1,1 0 1,-1 0-1,0 0 1,0-1-1,0 1 1,0 0-1,1 0 1,-1 0-1,0 0 1,0-1-1,0 1 1,0 0-1,0 0 1,0 0-1,0-1 1,0 1-1,1 0 1,-1 0-1,0 0 1,0-1-1,0 1 1,0 0-1,0 0 3,33-67-3665,-18 26-1605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56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90 10786,'0'0'1937,"0"0"-460,0 0 117,0 0-795,0 0-528,0 0-162,30-6-42,18-3-24,5 0 237,0-3-1,13-6-279,-58 16 333,0 0-1,0-1 0,0 0 0,0-1 1,-1 0-1,1 0 0,-1 0 0,4-5-332,-10 9 484,-11 2-344,0-1 0,0 0-1,0-1 1,0 0 0,-1 0-140,2 0-7,0-1 1,0 2 0,-1 0-1,1 0 1,0 0 0,-4 2 6,-2 2 1,1 0 0,0 1 1,0 1-1,0 0 0,1 1 1,0 0-1,1 1 0,0 0 1,-11 11-2,17-13 2,0-1 0,0 1 0,0 1 0,1-1 0,0 1 0,0 0 0,1 0 1,0 0-1,1 0 0,0 1 0,0 0 0,1-1 0,0 1 0,0 0 0,1 0 0,0 0 1,1 3-3,0-11-1,0-1 1,0 1 0,0 0 0,0-1-1,0 1 1,1-1 0,-1 1-1,0-1 1,0 1 0,1-1 0,-1 1-1,0-1 1,1 1 0,-1-1 0,1 1-1,-1-1 1,0 0 0,1 1 0,-1-1-1,1 0 1,-1 1 0,1-1 0,-1 0-1,1 0 1,-1 1 0,1-1 0,0 0-1,-1 0 1,1 0 0,-1 0-1,1 0 1,-1 0 0,1 0 0,25 1 2,-17-1-2,40-1 16,-18-1-11,0 2 1,0 2-1,0 0 0,-1 2 0,13 4-5,-35-6 0,0 0-1,-1 1 1,1 0-1,0 0 0,-1 0 1,0 1-1,0 1 1,0-1-1,-1 1 0,1 0 1,-1 0-1,0 1 1,-1 0-1,1 0 0,-1 0 1,0 1-1,-1 0 1,0 0-1,0 0 0,0 0 1,-1 1-1,2 5 1,0 1-4,-2 0-1,1 0 1,-2 0-1,0 0 0,-1 0 1,0 1-1,-1-1 1,0 0-1,-2 1 1,1-1-1,-2 0 1,-1 5 4,3-14 32,-1 1 0,0-1 1,0 1-1,0-1 1,0 0-1,-1 1 0,0-1 1,0-1-1,-1 1 1,1 0-1,-1-1 0,0 0 1,0 0-1,-1 0 0,1 0 1,-1-1-1,1 1 1,-1-1-1,0 0 0,-1-1 1,1 1-1,0-1 1,-1 0-1,1-1 0,-1 1 1,0-1-1,1 0 1,-1 0-1,0-1 0,0 0 1,0 0-33,-1 0-5,0 0 1,0-1 0,-1 0 0,1-1-1,0 1 1,0-1 0,0-1-1,0 1 1,0-1 0,1 0 0,-1-1-1,1 1 1,0-1 0,0-1-1,0 1 1,1-1 0,-1 0-1,1 0 1,0-1 0,1 1 0,-1-1-1,1 0 1,0-1 0,1 1-1,-1-1 1,1 1 0,-2-7 4,5 9-323,0 0 0,0 0 0,0 0 0,0 0 0,0 1 0,1-1 0,-1 0 0,1 0 0,0 1 0,1-1 0,-1 1 0,0-1 0,1 1 0,0-1 0,0 1 0,0 0 0,0 0 0,1 0 0,-1 0 0,1 0 0,-1 0 0,1 1 0,0-1 0,0 1 0,1-1 323,34-24-8369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57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18 4257,'0'0'6524,"0"0"-3975,0 0-540,0 0-744,0 0-712,0 0-236,-5 1 43,-17 0 195,16 0 40,6-1-49,0 0-57,31 0 15,-30 0-496,0 0-1,0-1 1,1 1-1,-1 0 1,0 0-1,1 0 1,-1 0-1,0 1 1,0-1-1,1 0 1,-1 1-1,0-1 1,0 0-1,1 1 1,-1 0-1,0-1 1,0 1-1,0 0 1,0-1-1,0 1 1,0 0-1,0 0 1,0 0-1,0 0 0,0 0 1,0 0-1,-1 0 1,1 0-1,0 0 1,-1 0-1,1 1 1,-1-1-1,1 0 1,-1 0-1,0 0 1,1 1-1,-1-1 1,0 0-1,0 1 1,0-1-1,0 0 1,0 1-1,0-1 1,0 0-1,-1 1-7,1 0 35,-1-1-1,1 0 0,-1 1 1,0-1-1,0 0 0,1 1 0,-1-1 1,0 0-1,0 0 0,0 0 0,0 0 1,-1 0-1,1 0 0,0 0 1,0 0-1,-1 0 0,1 0 0,0-1 1,-1 1-1,1-1 0,-1 1 0,1-1 1,-1 1-1,1-1 0,-1 0 1,1 0-1,-1 0 0,1 0 0,-1 0 1,0 0-35,-57 3 180,51-4-122,6 2-87,1-1 0,-1 0-1,1 0 1,-1 0-1,1 0 1,-1-1 0,0 1-1,1 0 1,0-1-1,-1 1 1,1-1 0,-1 1-1,1-1 1,0 0-1,-1 0 1,1 1 0,0-1-1,0 0 1,-1 0 0,1 0-1,0 0 1,0-1 29,0 0-153,1 1 0,0 0 1,-1 0-1,1-1 0,0 1 1,0 0-1,0-1 0,0 1 1,0-1-1,1 1 0,-1 0 1,0 0-1,0-1 0,1 1 1,-1 0-1,1-1 0,-1 1 0,1 0 1,0 0-1,0 0 0,-1 0 1,1 0-1,0 0 0,0 0 1,0 0-1,0 0 0,0 0 153,23-18-4805,2 1-2827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0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57 121 12579,'0'0'1985,"0"0"139,-4 35 299,-11 118-820,15-147-1483,-1 1 0,1 0 0,0 0 0,1 0 0,0 0 0,0 0-1,0 0 1,1-1 0,0 1 0,0-1 0,0 1 0,1-1 0,0 0 0,1 1-120,-1-3 85,0 0-1,1 1 0,0-1 1,-1-1-1,1 1 0,1 0 1,-1-1-1,0 0 1,1 0-1,0 0 0,0-1 1,0 0-1,0 1 0,0-1-84,10 1 119,-1 1 0,1-2-1,0 0 1,0-1-1,0 0 1,0-1-1,0-1 1,-1 0-1,1-1 1,3-1-119,-4 0 35,1-1-1,0-1 1,-1 0 0,0 0-1,0-2 1,-1 1 0,0-2-1,0 0 1,0 0 0,-1-2 0,-1 1-1,1-1 1,-2-1 0,3-3-35,-6 7 10,-1 0 0,0-1 0,-1 0 0,1-1 1,-2 1-1,1-1 0,-1 0 0,0 0 0,-1 0 0,0 0 1,-1 0-1,0-1 0,0 0 0,-1 1 0,0-1 0,-1 0 1,0 1-1,-1-1 0,0 0 0,0 1 0,-1-1 0,-2-7-10,1 10 1,0-1-1,-1 0 0,0 1 0,0 0 0,-1 0 1,0 0-1,0 0 0,-1 1 0,0 0 0,0 0 0,0 1 1,-1-1-1,0 2 0,0-1 0,0 1 0,0-1 1,-1 2-1,-4-2 0,2 0-34,0 2 1,-1-1-1,1 1 1,-1 1-1,0 0 1,1 1-1,-1-1 1,0 2 0,0 0-1,0 0 1,0 1-1,1 0 1,-1 1-1,0 1 1,0 0 33,-16 8-551,2 1 1,-1 2-1,1 1 0,1 0 1,1 2-1,-5 6 551,-47 39-5328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0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0 441 11482,'0'0'2446,"0"0"418,0 0-347,0 0-1170,0 0-641,0 0-86,34-34-117,105-110 36,-124 128-399,0 0 0,-2-2 0,0 1 0,-1-3-140,-6 10 118,-1-1 1,-1 0 0,0 0 0,2-8-119,2-8 170,-4 12-38,-2 5-35,1 1 1,0 0-1,0 0 0,0 0 1,3-4-98,-5 12 9,-1 0 0,1 1 1,-1-1-1,1 0 1,-1 0-1,1 0 0,0 1 1,0-1-1,-1 0 1,1 1-1,0-1 1,0 0-1,0 1 0,-1-1 1,1 1-1,0 0 1,0-1-1,0 1 0,0 0 1,0-1-1,0 1-9,1 0 4,-1 1 0,0-1 0,1 0 0,-1 1 0,0-1 0,1 1 0,-1-1 0,0 1 0,0 0 0,0-1 0,0 1 0,0 0 0,1 0 0,-1 0 0,-1 0 0,1 0 0,0 0 0,0 0 0,0 0 0,0 1-4,14 21 14,-1 1 0,-1 1 0,-1 0 1,-2 0-1,4 15-14,2 1 23,7 21 148,-3 0 0,-2 2 1,-3 0-1,-4 1 1,-2 0-1,-2 2-171,-7-66-44,0 1 1,0 0-1,0 0 1,0 0-1,0 0 1,1-1-1,-1 1 1,1 0-1,-1 0 0,1-1 1,0 1-1,0 0 1,0-1-1,0 1 1,0-1-1,0 1 1,0-1-1,1 1 44,-1-2-247,0 1-1,0-1 1,0 0 0,0 0-1,0 0 1,0 0 0,0 0 0,1 0-1,-1 0 1,0-1 0,0 1-1,0 0 1,0 0 0,0-1-1,0 1 1,0-1 0,-1 1-1,1-1 1,0 1 0,0-1-1,0 0 1,0 1 0,0-1 0,-1 0-1,1 0 1,0 1 0,-1-1-1,1 0 1,-1 0 0,1 0-1,-1 0 1,1-1 247,18-22-11932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1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51 14419,'0'0'1687,"0"0"-393,0 0-46,37-8-675,121-24-370,-131 28-139,0 1-1,0 1 1,0 1-1,21 2-63,-2 1 334,-157 3 874,-1 5-1,-27 9-1207,25-3-457,111-16-1117,6 0-2144,13 0-1958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7786,'0'0'6520,"0"0"-3502,0 0 153,0 0-1723,0 0-1016,0 0-118,6 37 230,44 228 555,-40-195-770,-8-46-276,2-1-1,0 0 0,1 0 0,2 0 0,0-1 1,7 14-53,-13-34-60,0 0 0,0 0 0,0-1 0,0 1 0,0 0 0,0-1 0,1 1 0,-1-1 1,0 1-1,1-1 0,0 0 0,-1 1 0,1-1 0,0 0 0,-1 0 0,1 0 60,21-2-5500,-9-6-533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2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27 9402,'0'0'3618,"0"0"-2376,0 0 22,-1 33-52,-4 109-118,4-124-818,1 1 1,1-1-1,0 1 1,1-1-1,1 1 1,1-1-1,1 0 1,4 9-277,-7-22 70,0 1 1,1-1-1,0 0 1,0 0-1,0-1 0,1 1 1,-1-1-1,1 1 1,0-1-1,1-1 1,-1 1-1,1 0 0,-1-1 1,1 0-1,0 0 1,0 0-1,1-1 1,-1 0-1,0 0 0,1 0 1,-1-1-1,1 1 1,0-1-1,-1-1 1,2 1-71,6 1 138,0-1 0,0-1 1,0 0-1,0-1 0,0 0 0,0-1 1,-1 0-1,1-1 0,0-1 0,8-3-137,-16 5 24,-1 0 1,1-1 0,0 0 0,0 0 0,-1 0 0,0-1 0,0 1 0,0-1 0,0 0 0,0 0-1,-1-1 1,0 1 0,0-1 0,0 0 0,0 1 0,-1-1 0,0 0 0,0-1 0,0 1 0,0 0 0,-1-1-1,0 1 1,0 0 0,-1-1 0,1 1 0,-1-3-26,0-2 89,0 0 0,-1 0 1,0 1-1,0-1 0,-1 0 0,-1 0 0,1 1 0,-2-1 1,1 1-1,-1 0 0,-1 0 0,-4-7-89,-5-4 87,0 1-1,-1 0 1,-2 2-1,-13-13-86,20 20-4,-50-43 109,55 50-140,1 0-1,-1 0 1,0 1 0,0-1 0,0 1 0,-1 0 0,1 1 0,0-1-1,-1 1 1,1 0 0,-1 0 0,-5 0 35,9 1-112,0 1-1,0-1 1,0 1-1,0-1 1,0 1-1,0-1 1,0 1-1,0 0 1,0 0-1,0 0 1,0 0-1,0 0 1,0 1 0,1-1-1,-1 1 1,1-1-1,-1 1 1,1-1-1,-1 1 113,-23 38-4035,18-29 1951,-13 25-6310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3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10402,'0'0'1785,"0"0"-184,0 0-198,0 0-373,0 0-361,0 0 65,28 4 235,-6 0-741,20 3 370,1-1 1,0-3-1,36-1-598,68-13 2388,112-25-2388,-8 1 386,-45 21-226,84 10-160,-282 3 2,0 1 0,0 1-1,0-1 1,0 1 0,-1 1-1,1-1 1,0 2 0,-1-1-2,-6-1-154,-1-1-1,0 1 1,0-1 0,0 1 0,0 0 0,0-1 0,0 1 0,-1 0 0,1-1 0,0 1-1,0-1 1,0 1 0,0 0 0,-1-1 0,1 1 0,0-1 0,-1 1 0,1-1 0,0 1-1,-1-1 1,1 1 0,-1-1 0,1 1 0,-1-1 0,1 0 0,-1 1 0,1-1 0,-1 0-1,1 1 1,-1-1 0,1 0 0,-1 0 0,1 1 0,-2-1 154,-19 6-5593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4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7514,'0'0'2456,"0"0"-477,19 28 424,-8-13-2085,24 33 686,-2 2 0,-3 1 0,21 47-1004,-11 0 608,-5 2 0,-4 1-1,-4 2 1,-5 1-1,-4 0 1,-5 1-1,-5 1 1,-4-1-1,-8 79-607,-2-125 316,-3 0-1,-2 0 1,-3-1-1,-18 47-315,-98 222 1586,108-276-1268,-1 11-166,20-42-166,10-24-90,-4 1 30,85-68-3045,-42 29-1842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5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11002,'0'0'1734,"-5"40"384,-52 605 3835,53-568-5484,-12 190 3058,18 204-3527,3-437 135,1 0 0,1-1 1,3 1-1,0-1 1,2-1-1,15 28-135,6 19 72,-13-23-38,4 9-47,21 36 13,-43-95-85,1-1 0,0 0 0,0 0 0,0-1-1,1 1 1,0-1 0,-1 0 0,2 0 0,-1 0 0,0 0-1,3 1 86,-2-2-474,-1-1-1,0 0 0,1 0 1,-1 0-1,1-1 0,0 0 0,-1 1 1,5-1 474,20 0-6035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6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8546,'0'0'2587,"0"0"-292,0 0-600,0 0-643,0 0-498,0 0-309,0-2-143,0-6-69,0 6-69,0 2-13,0 0 53,0 0 48,0 0 25,0 0 55,0-38 2395,0 34-2486,1 0 0,0 0 0,0 0 0,0 0 0,0 0 0,0 0 0,1 0 1,0 1-1,0-1 0,0 1 0,0-1 0,0 1 0,1 0 0,-1 0 0,1 0 0,0 0 0,0 0 0,0 0 0,0 1 0,1 0 0,-1 0 0,1 0 0,-1 0 0,1 0 0,0 1 0,0-1 0,0 1-41,9-4 10,0 1 0,0 0 1,1 1-1,-1 1 0,1 0 0,0 1 0,6 0-10,-18 2 0,1-1 0,-1 0-1,0 1 1,0-1 0,0 1 0,1 0 0,-1 0-1,0 0 1,0 0 0,0 0 0,0 0-1,-1 1 1,1-1 0,0 0 0,0 1 0,-1 0-1,1-1 1,-1 1 0,1 0 0,-1 0-1,0 0 1,0 0 0,0 0 0,0 0 0,0 0-1,0 0 1,0 0 0,-1 0 0,1 1-1,-1-1 1,0 0 0,1 2 0,1 12-3,0 1 0,-1 0 0,-1 0 0,-1 5 3,1-3-1,0-9 4,-1 0 0,0 0 0,-1 0 0,0 0 0,0 0 0,-1 0 0,-1 0 0,1-1 0,-1 0 0,-1 1 0,0-1 0,-5 6-3,-8 10 20,-2-2-1,0 0 1,-14 11-20,-20 22 15,54-48 965,13-2-392,27 0 87,-26-4-322,114 22 1549,-86-14-1408,0-2-1,0-2 0,0-1 1,1-2-1,36-3-493,-76-1-110,0 0 0,-1 0 0,1 0 0,0 0 0,-1-1 0,1 1 0,0 0 0,-1-1 0,0 0 0,1 0 0,-1 0 0,0 0 0,0 0 0,0 0 0,0 0 110,30-43-3348,-20 28-344,12-15-7218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6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18 11859,'0'0'1856,"0"0"-232,0 0 661,-4 33-724,-11 103-742,14-128-759,1-1-1,-1 0 1,2 0 0,-1 0-1,1 0 1,0 0-1,0 0 1,1 0-1,0 0 1,0 0-1,1 0 1,0-1 0,2 4-60,-2-5 49,0 0 1,1-1 0,-1 0 0,1 0-1,0 0 1,1 0 0,-1-1 0,0 1-1,1-1 1,0 0 0,0 0 0,0-1 0,4 2-50,9 1 185,1 0 1,0-1 0,1-1 0,-1 0-1,0-2 1,1 0 0,13-2-186,-16 1 174,-7-1-148,0 1 0,1-1 0,-1 0 1,0-1-1,0-1 0,0 1 0,0-2 1,0 1-27,-6 1 7,-1 1 0,0-1 0,0 1 1,0-1-1,0 0 0,0 0 0,0 0 0,0 0 1,-1-1-1,1 1 0,-1-1 0,0 0 1,1 0-1,-1 0 0,0 0 0,-1 0 1,1 0-1,-1 0 0,1 0 0,-1-1 0,0 1 1,0 0-1,0-1 0,-1 1 0,1-2-7,-1-3 18,-1 0 0,1 0 0,-1 1 0,-1-1 0,0 0 0,0 0 0,0 1-1,-1-1 1,0 1 0,0 0 0,-1 0 0,0 0 0,-3-4-18,-11-15 209,-1 2 0,-21-20-209,26 28 61,-27-16 543,25 22-2121,0-2-4178,16 12-1385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7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11242,'0'0'4065,"0"0"-1976,0 0 175,0 0-1072,0 0-383,0 0-257,0 0-280,136 0-152,-93 0-120,-4-3-48,8-2-1184,-14 2-2833,-10-3-3545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7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13379,'0'0'2048,"0"0"-1120,0 0 673,0 0 151,60 187-704,-54-118-495,-2-7-337,-1-5-104,-3-13-96,3-8-16,4-9-48,0-12-737,6-12-1927,0-3-265,-3 0-3184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8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60 6833,'0'0'925,"0"0"-157,0 0-364,0 0-248,0 0-96,0 0-3,26-7 314,78-24 616,-80 20 574,-23 10-1548,-1 1 0,0 0-1,0 0 1,0 0 0,0 0 0,0-1 0,0 1 0,0 0 0,0 0 0,0 0-1,0-1 1,0 1 0,0 0 0,0 0 0,0 0 0,0 0 0,0-1 0,0 1-1,0 0 1,0 0 0,0 0 0,0 0 0,0-1 0,-1 1 0,1 0 0,0 0-1,0 0 1,0 0 0,0-1 0,0 1 0,0 0 0,0 0 0,-1 0 0,1 0-1,0 0 1,0 0 0,0 0 0,0 0 0,-1-1 0,1 1 0,0 0 0,0 0-1,0 0 1,0 0 0,-1 0 0,1 0 0,0 0 0,0 0 0,0 0 0,-1 0 0,1 0-14,-22-3 502,1 2-44,0 1 1,0 1 0,1 1-1,-1 0 1,0 2-1,1 0 1,-1 2-1,-11 4-457,25-7 66,0-1-1,1 1 0,-1 1 0,1-1 0,0 1 0,0 0 0,0 1 1,0-1-1,1 1 0,0 0 0,0 1 0,0-1 0,0 1 0,1 0 1,0 0-1,1 0 0,-1 1 0,1-1 0,0 1 0,1 0 1,-1 0-1,1 0 0,1 0 0,0 0 0,0 0 0,0 4-65,0-8 26,1 1 0,-1 0 0,1-1 0,0 1 0,1-1 0,-1 1-1,1-1 1,-1 1 0,1-1 0,0 1 0,0-1 0,1 1 0,-1-1-1,1 0 1,-1 0 0,1 0 0,0 0 0,0 0 0,3 3-26,2-1 24,0 0 1,0-1 0,1 0-1,-1 0 1,1 0-1,0-1 1,0 0-1,1-1-24,-8-1 1,24 6 23,-1 2-1,0 1 1,0 1 0,-1 1 0,0 1 0,-1 0-1,0 2 1,3 5-24,-23-19 61,0 2 0,1-1 0,-1 0 0,0 0 0,-1 1 0,1-1 0,0 1 0,-1-1 0,1 1 0,-1 0-1,0 0 1,0 0 0,0 0 0,0 0 0,0-1 0,-1 2 0,1-1 0,-1 0 0,0 0 0,0 0 0,0 0 0,0 0 0,-1 0 0,1 0 0,-1 0-1,0 2-59,-1 0 67,0-1 1,-1 0 0,1 0-1,-1 0 1,0-1 0,0 1-1,0-1 1,0 1 0,0-1-1,-1 0 1,0 0 0,0 0-1,1-1 1,-2 0 0,1 1-1,-4 0-68,-31 13-306,0-1 0,-18 2 306,-35 7-7520,45-12-4311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1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1 370 11618,'0'0'1570,"0"0"-332,34-1 510,380-31 2178,345-63-801,431-39-2802,697 36 785,-1752 89-2220,-169 11-1988,-11 8-2941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20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10962,'0'0'1989,"0"0"-414,0 0 627,0 0-571,0 0-546,0 0-153,0-9-414,3-17-392,4 37 196,15 63 691,-11-34-394,0 11-259,-2 1 0,-2 0 0,-2 1 0,-3-1-1,-3 37-359,1-56-8,0-32-28,0 0 0,0 0 0,0-1 0,0 1 1,0 0-1,0-1 0,0 1 0,1-1 0,-1 1 0,0 0 0,0-1 0,1 1 0,-1-1 0,0 1 0,1 0 0,-1-1 0,1 1 0,-1-1 0,1 1 0,-1-1 0,1 0 0,-1 1 0,1-1 1,-1 1-1,1-1 0,-1 0 0,1 1 0,0-1 0,-1 0 0,1 0 0,0 0 0,-1 1 0,1-1 36,27 0-2395,-16-1 1129,31 1-4625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20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 12411,'0'0'1723,"0"0"293,0 0-125,0 0-795,0 0-486,-33 2-110,-9 1-268,-1 1 0,-11 4-232,47-5 26,1-1 0,-1 1 0,0 0 0,1 1 0,0-1 0,-1 1 0,2 1-1,-1-1 1,0 1 0,1 0 0,0 0 0,0 0 0,0 1 0,1 0 0,0 0 0,0 0 0,1 1 0,-1-1 0,1 1 0,1-1 0,-1 1-1,1 0 1,0 0 0,1 0 0,-1 1-26,0-1 21,0 0-1,1-1 1,-1 1 0,1 0-1,1 0 1,-1 0 0,1 0-1,1 0 1,-1 0-1,1 0 1,0 0 0,0 0-1,1 0 1,2 3-21,-2-6 20,0 0 0,1 0-1,-1 0 1,1-1 0,0 0 0,0 1 0,1-1-1,-1 0 1,1 0 0,-1-1 0,1 1-1,0-1 1,0 0 0,0 0 0,0 0 0,0 0-1,1-1 1,-1 0 0,0 0 0,1 0 0,-1 0-1,2-1-19,10 3 37,0 0-1,0-2 0,0 0 0,1 0 1,-1-2-1,0 0 0,1-1 0,11-3-36,-23 4-8,0-1-1,1 0 0,-1 0 0,0 0 0,0-1 1,0 1-1,0-1 0,-1-1 0,1 1 0,-1 0 1,0-1-1,0 0 0,0 0 0,0 0 0,-1-1 1,1 1-1,-1-1 0,0 0 0,-1 0 0,1 0 1,-1 0-1,0 0 0,0-1 0,-1 1 1,1-1-1,-1-3 9,2-16 746,-1-1 0,-1 0 0,-1-2-746,21 142 664,-5-42-759,-4 1 0,-3 1-1,-2 33 96,-4-102-3381,-2-5 2809,5 0-4441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21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6993,'0'0'3145,"0"0"-195,0 0-696,0 0-752,0 0-79,0 0 114,7 24-318,0 0-932,4 19 373,3-1-1,11 24-659,60 141 1349,8 56-1349,-64-164 68,-3 2 0,-6 0 1,8 94-69,-16-17 251,-7 0 0,-14 115-251,0-222 234,-2 1-1,-3-1 0,-4-1 1,-2-1-1,-8 10-233,-16 33 731,-5-2 0,-40 62-731,-10-10 581,99-162-601,0 0 0,0 0 0,1-1 1,-1 1-1,0 0 0,0 0 0,1 0 0,-1 0 0,0 0 0,0 0 0,1 0 0,-1 0 0,0 0 0,0 0 0,1 0 0,-1 0 0,0 0 1,1 0-1,-1 0 0,0 0 0,0 0 0,1 0 0,-1 0 0,0 0 0,0 0 0,1 1 0,-1-1 0,0 0 0,0 0 0,1 0 0,-1 0 0,0 1 1,0-1-1,0 0 0,1 0 0,-1 0 0,0 1 0,0-1 0,0 0 0,0 0 0,0 1 0,0-1 0,1 0 0,-1 0 0,0 1 0,0-1 0,0 0 1,0 1-1,0-1 0,0 0 0,0 0 0,0 1 0,0-1 0,0 0 0,0 1 0,0-1 0,0 0 0,-1 0 0,1 1 0,0-1 0,0 0 0,0 0 1,0 1-1,0-1 0,-1 0 0,1 0 20,25-10-939,18-18-2639,8-7-4786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2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9482,'0'0'2833,"0"0"-553,0 0 273,0 0-1641,0 0-592,0 0-88,0 0 80,202 0-96,-139 0 8,-3 0-128,-7 0-96,-7-6-112,-10-3-1672,-9 6-777,-14 3-3536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22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11763,'0'0'1936,"0"0"1209,0 0-977,0 0-712,179 11-847,-100-11-377,-2 0-232,-11-5-136,-13 5-1553,-20 0-2344,-20 0-5073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28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0 297 16147,'0'0'1837,"0"0"-657,11 31 718,3 9-1345,10 26 1038,19 35-1591,37 66 1011,-81-171-872,0-1-1,0 1 1,1-1 0,0 0-1,-1 1 1,1-1-1,1 1 1,-1-1 0,2-4-140,-1-11 202,-2-14 138,-3 0-1,0 1 0,-3-3-338,0-4 355,2 0 1,1-1-356,3 9 75,0 1-1,2-1 1,2 1-1,1 0 1,3-12-75,-5 33-11,1 0-1,0 0 1,0 0 0,1 1-1,0 0 1,1-1 0,0 2 0,0-1-1,1 0 1,0 1 0,1 0-1,0 1 1,0-1 0,0 1-1,1 1 1,0 0 0,0 0 0,6-3 11,-8 6-222,-1 1 1,1 0-1,0 0 1,-1 0-1,1 1 1,0 0-1,0 0 1,0 1-1,0-1 1,0 1-1,0 0 1,0 1-1,0 0 1,0 0-1,0 0 1,-1 0-1,1 1 1,0 0-1,-1 0 1,1 1-1,-1 0 1,0-1-1,0 2 1,2 1 221,37 26-6210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2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42 8954,'0'0'5253,"-28"-7"-2595,-1-1-1972,6 1-155,0 1 0,-1 2 0,1 0 0,-1 1 0,0 1-1,-14 2-530,32 0 69,0 0 0,0 0-1,0 1 1,1 0 0,-1 0-1,0 1 1,1-1-1,-1 1 1,1 1 0,-1-1-1,1 1 1,0 0 0,0 0-1,0 0 1,1 1-1,-1-1 1,1 1 0,0 0-1,0 1 1,0-1 0,0 1-1,1-1 1,0 2-69,-3 4 97,1 0 0,1 1 0,0 0 0,1 0-1,0 0 1,0 0 0,1 1 0,1-1 0,0 1 0,0-1 0,1 6-97,0-12 37,0 0 0,1 0 0,-1 0 1,1 0-1,0 0 0,1 0 0,-1 0 0,1 0 0,0 0 1,0 0-1,0-1 0,1 1 0,0-1 0,-1 1 0,2-1 1,-1 0-1,0 0 0,1-1 0,0 1 0,3 2-37,1-1 29,0 0-1,1 0 1,-1-1-1,1 0 0,0-1 1,0 0-1,0 0 1,0-1-1,0 0 1,0 0-1,6-1-28,20 2 37,0-1-1,1-2 1,-1-2 0,10-2-37,-29 2 7,0-1 0,0 0 0,-1-1 0,1-1 1,-1 0-1,0-1 0,0-1 0,-1 0 1,0-1-1,6-4-7,-17 10 12,-1 0 0,1 0-1,0 0 1,-1 0 0,1-1 0,-1 1 0,0-1 0,0 1-1,0-1 1,0 0 0,0 0 0,-1 0 0,1 0 0,-1 0-1,1 0 1,-1 0 0,0 0 0,-1-1 0,1 1 0,-1 0-1,1-1 1,-1 1 0,0 0 0,0-1 0,0 1 0,-1 0-1,1-1 1,-1 1 0,0 0 0,0 0 0,0-1 0,0 1 0,0 0-1,-1 0 1,1 0 0,-1 0 0,0 1 0,0-1 0,0 0-1,0 1 1,-1-1 0,1 1 0,-1 0 0,1 0 0,-1 0-1,0 0 1,0 0 0,-1 0-12,-10-5-25,0 2 0,0 0 0,0 0 0,0 2 0,-1 0-1,1 0 1,-1 1 0,0 1 0,0 0 0,0 2 0,-2-1 25,15 0-117,-1 0 0,1 0 1,0 0-1,-1 0 0,1 0 0,0 1 0,-1-1 0,1 1 1,0-1-1,0 1 0,0 0 0,0 0 0,-1 0 0,1 0 1,0 0-1,1 0 0,-1 1 0,-2 0 117,3 0-483,0 0 0,-1 0 0,1 0 0,0 0 0,1 0 0,-1 0 0,0 1 0,1-1 0,-1 0 0,1 0 0,-1 0 0,1 1 0,0 0 483,-1 16-8676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2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 11586,'0'0'2294,"0"0"-259,0 0 257,0 0-715,0 0-614,-33 11-297,-13 5-306,0 3 0,0 1-360,38-15 98,0 0 0,0 1 0,1 0 1,0 0-1,0 1 0,0 0 0,1 0 1,0 0-1,1 1 0,-1 0 0,1 0 0,1 0 1,0 1-1,0-1 0,0 1 0,1 0 0,1 0 1,-1 1-1,2-1 0,-2 7-98,2-10 27,0 0 0,0 0 0,0-1 1,0 1-1,1 0 0,0 0 0,0 0 0,1 0 0,0 0 0,0-1 0,0 1 0,2 4-27,-2-7 4,1 0-1,0-1 0,0 0 1,-1 1-1,1-1 0,1 0 0,-1 0 1,0 0-1,0 0 0,1 0 1,-1-1-1,1 1 0,0-1 0,-1 0 1,1 1-1,0-1 0,0 0 1,0-1-1,0 1 0,0 0 0,0-1 1,-1 0-1,1 0 0,3 0-3,26 2-123,0-1-1,0-3 1,1 0 0,-2-2-1,14-4 124,-5-1-2697,0-1 1,11-7 2696,31-15-9209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30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0 8434,'0'0'7296,"0"0"-4453,-36 2-1032,-117 14-654,148-15-1107,-1 0 0,0 0 1,1 0-1,-1 1 1,1 0-1,-1 0 0,1 0 1,0 1-1,0 0 0,0 0 1,0 0-1,1 1 1,-1-1-1,1 1 0,0 0 1,0 0-1,0 1 0,-2 3-50,3-3 29,1 0-1,0 0 1,0 0-1,0 1 0,0-1 1,1 1-1,0-1 1,0 1-1,1-1 0,-1 1 1,1-1-1,0 1 0,1 0 1,0 1-29,-1-5 8,1 0 0,0 1 0,0-1 1,0 0-1,0 0 0,0 1 0,1-1 0,-1 0 1,1 0-1,-1-1 0,1 1 0,0 0 0,-1 0 0,1-1 1,0 1-1,0-1 0,0 0 0,0 1 0,1-1 1,-1 0-1,0 0 0,1 0 0,-1-1 0,0 1 0,1-1 1,-1 1-1,1-1 0,-1 0 0,0 0 0,2 0-8,15 2 47,1-1-1,-1-1 1,15-2-47,-16 0 14,-5 1-45,1-1 1,-1 0-1,0-1 1,-1 0-1,1-1 1,0-1-1,-1 0 1,0 0-1,6-5 31,-10 5-32,0 1 0,0-2 0,-1 1 0,0-1-1,0 0 1,0-1 0,-1 0 0,1 0 0,-2 0 0,1 0 0,-1-1 0,0 0 0,-1 0-1,0-1 33,-3 8 70,4-12 1311,-4 17-350,-1-2-995,0 1 1,0 0-1,0 0 0,0-1 1,0 1-1,1 0 1,-1 0-1,1-1 0,0 1 1,0-1-1,0 1 0,1 0-36,1 1 2,0-1-1,1 1 1,-1-1-1,1 0 0,0 0 1,0-1-1,0 1 1,0-1-1,1 0 0,-1 0 1,1 0-1,-1-1 0,1 0 1,-1 0-1,1 0 1,0 0-1,0 0 0,4-1-1,17 1-325,0 0-1,24-4 326,-38 2-230,76-11-2914,-9-13-4250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30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 15779,'0'0'2706,"0"0"-1043,0 0-366,0 0-580,0 0-340,0 0-191,-12 32-97,-1 4-52,1 1 0,-4 26-37,15-56 6,0 0 1,1 0 0,0 1 0,0-1-1,1 0 1,-1 0 0,2 0 0,-1-1 0,1 1-1,0 0 1,0 0 0,1-1 0,0 1 0,0-1-1,3 4-6,9 21 64,-7-10 93,0 0 0,-2 1 1,-1 0-1,0-1 0,-2 2 0,0-1 1,-2 0-1,0 1 0,-1-1 0,-2 0 1,-1 7-158,2-25 26,0-1 1,0 1-1,-1-1 1,1 0-1,-1 1 1,0-1-1,0 0 1,0 0 0,-1 0-1,1 0 1,0-1-1,-1 1 1,0 0-1,0-1 1,0 0-1,0 0 1,0 0-1,0 0 1,0 0 0,-1-1-1,1 1 1,-1-1-1,1 0 1,-2 0-27,-9 3 52,0-2-1,-1 0 1,1 0 0,-1-2 0,-8 0-52,19 1 9,0-1 1,0-1-1,0 1 0,1 0 1,-1-1-1,0 0 1,0 0-1,0 0 1,1-1-1,-1 1 0,0-1 1,1 0-1,-1 1 1,1-2-1,0 1 0,0 0 1,0-1-1,0 1 1,0-1-1,0 0 1,1 0-1,-1 0 0,1-1 1,0 1-1,0 0 1,0-1-1,1 1 0,-1-1 1,1 0-1,-1-1-9,-1-6-351,0 1 1,1-1-1,0 0 0,0-9 351,1-43-5496,1 60 5014,0-43-12345</inkml:trace>
  <inkml:trace contextRef="#ctx0" brushRef="#br0" timeOffset="1">1043 572 20420,'0'0'3057,"0"0"-1393,0 0-383,0 0-1017,0 0-264,0 0-1801,0 0-5272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52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26 8106,'0'0'3268,"0"0"541,0 0-188,0 0-1521,0 0-659,0 0-337,-1-6-361,-3-14-250,8 37 32,6 49 277,-5 39-187,-5 1 0,-5 0 0,-4-1-1,-10 32-614,15-93-226,1 1 0,3 15 226,-40-60-7668,20 0-3241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55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16147,'0'0'2593,"0"0"-1913,0 0 696,0 0-871,229-12-329,-163 12-104,-10 0-72,-6 18-657,-17 9-3055,-17 0-4714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56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0 197 17300,'0'0'2248,"0"0"-447,0 0-769,0 0-696,179-47-336,-77 14-80,74-12-1152,-27 10-3025,-14-1-4097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56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4065,'0'0'8700,"0"0"-5804,0 0-685,0 0-788,38-14-795,-38 14-628,35-14 169,1 1 1,1 3-1,16-3-169,-49 12 33,1 1 1,0-1-1,0 1 0,0 0 1,-1 1-1,1-1 1,0 1-1,0 0 0,-1 0 1,1 1-1,0-1 0,-1 1 1,0 0-1,1 0 0,-1 0 1,0 1-1,0-1 1,3 3-34,0 3 119,1 0 0,-1 0 0,0 0 1,-1 1-1,0-1 0,3 6-119,-5-6 99,9 14 191,-1 1 0,-2 0-1,0 1 1,-1 0 0,-2 0 0,0 1 0,-2 0-1,2 24-289,1 34 679,-4 0 0,-5 7-679,1-60 78,0 3-173,-2-1-1,-1 1 1,-2-1 0,-7 29 95,11-61-238,0 1 0,0 0 0,0-1 0,0 1 0,0-1 0,0 0 0,0 1 0,0-1 0,0 0 0,0 0 0,0 1 0,0-1 0,0 0 0,0 0 0,0 0 0,0 0 0,0-1 0,0 1 0,0 0 0,0 0 0,0 0 0,-1-1 238,-11-4-5916</inkml:trace>
  <inkml:trace contextRef="#ctx0" brushRef="#br0" timeOffset="1">50 774 256,'0'0'17756,"0"0"-15780,0 0 537,0 0-1633,0 0-640,218-119-240,-92 86-312,-24 13-2017,-26 8-3752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56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16163,'0'0'2153,"0"0"-753,0 0-96,0 0-1304,0 0-296,0 0-4393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57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91 142 11867,'0'0'1318,"0"0"-441,0 0-265,30-19-339,89-63-174,-115 80-72,-1 0 0,1 0 0,-1-1 0,1 1 0,-1-1 0,0 0 0,0 0 0,0 0 0,0 0 0,0-1-1,0-1-26,-3 4 31,-1 1-1,1 0 0,-1-1 0,1 1 0,-1-1 0,1 1 0,-1 0 0,0-1 0,1 1 0,-1 0 0,0 0 0,1-1 0,-1 1 0,0 0 0,1 0 0,-1 0 0,0 0 0,1 0 0,-1 0 0,0 0 0,0 0 0,1 0 0,-1 0 0,0 1 0,1-1 0,-2 0-30,-5 1 188,-11-1 386,-1 2 0,1 0 0,0 1 0,0 0 0,0 2 0,-15 6-574,26-9 88,0 1 0,0 0 0,0 0 0,0 0 1,1 1-1,-1 0 0,1 0 0,0 1 0,1 0 0,-1 0 0,1 0 0,0 1 0,0 0 0,0 0 0,1 0 0,0 0 0,0 1 1,0 1-89,3-5 7,0-1-1,0 0 1,1 1 0,-1 0 0,1-1 0,0 1 0,0-1 0,0 1 0,0 0 0,0-1 0,0 1 0,1-1 0,-1 1 0,1-1 0,0 1 0,0-1 0,0 1 0,0-1 0,0 0 0,0 1 0,1-1 0,-1 0 0,1 0 0,-1 0 0,1 0 0,0 0 0,0-1 0,0 1 0,0 0-7,9 6 18,1 0 0,-1-1-1,1 0 1,1-1 0,3 1-18,20 11 7,-15-5-16,1 0-1,-2 2 1,0 0 0,0 1-1,-2 1 1,3 4 9,-16-15 76,0 0 1,0 0-1,0 1 1,-1-1-1,1 1 1,-2 0 0,1 1-1,-1-1 1,0 0-1,-1 1 1,1 0-1,-2 0 1,1 0-1,-1-1 1,0 1 0,-1 1-1,0-1 1,0 0-1,0 0 1,-1 0-1,-1 3-76,0-6 81,0 0-1,0 0 1,0 0-1,0-1 1,-1 1-1,0-1 1,0 1-1,0-1 1,0 0 0,-1 0-1,0 0 1,1-1-1,-1 1 1,-1-1-1,1 0 1,0 0-1,-1 0 1,0-1-1,0 0 1,1 1-1,-1-2 1,0 1-1,-1-1 1,-3 1-81,-14 3 51,-1-1-1,1-1 1,0-1-1,-24-2-50,45 1-36,1-1 0,-1 0 0,1 0-1,-1 0 1,1 0 0,-1 0-1,1 0 1,-1-1 0,1 1 0,-1 0-1,1-1 1,-1 1 0,1-1 0,0 0-1,-1 1 1,1-1 0,0 0-1,0 0 1,-1 0 0,1 0 36,-4-20-4834,5 15-249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2:57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0 17076,'0'0'1992,"0"0"-1000,0 0 521,-66 307-257,9-69-416,1 30 64,13-9-328,20-60-72,23-68-239,0-39-145,20-14-112,13 5-8,3 6 0,7-3-769,7-11-799,-14-28-3169,-6-17-5529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1:3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5873,'0'0'6602,"0"0"-4354,0 0 857,0 0-1457,265-9-376,-149-6-535,9-3 47,-2-2-216,-14 2-344,-17 0-112,-15 9-112,-24 6-776,-20 3-1761,-14 0-1600,-15 15-3552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10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145 330 13291,'0'0'2867,"0"0"-1048,0 0-712,0 0-384,-10 30 46,-65 193 812,46-124 658,-1 33-2239,31-165 1583,12-35-1520,0 26-44,3 1 1,1 0 0,2 2 0,1 0-1,5-3-19,-24 40-1,0 1-1,0-1 0,0 1 0,0-1 1,0 1-1,0 0 0,0-1 0,0 1 1,0 0-1,1 0 0,-1 0 0,0 0 1,1 0-1,-1 0 0,1 0 0,-1 0 1,1 1-1,-1-1 0,1 0 0,0 1 1,-1-1-1,1 1 0,0 0 1,-1 0-1,1 0 0,0 0 0,0 0 1,-1 0-1,1 0 0,0 0 0,-1 0 1,1 1-1,0-1 0,-1 1 0,1-1 1,0 1-1,-1 0 0,1 0 0,-1 0 1,2 1 1,5 4-16,0 2 0,-1-1 0,0 1 0,0 0 0,-1 0 0,4 7 16,9 10 21,-12-16-20,1 0 0,1-1 0,0 0-1,0 0 1,0-1 0,1 0 0,0-1 0,0 0-1,11 4 0,-16-8 5,0 0 0,0-1 0,0 1 0,0-1 0,0 0 0,0-1-1,0 1 1,0-1 0,0 0 0,0 0 0,0-1 0,0 1 0,0-1 0,0 0-1,0-1 1,0 1 0,0-1 0,0 0 0,-1 0 0,1 0 0,-1-1 0,1 0-1,-1 1 1,1-3-5,6-4 49,-1-1 0,0-1-1,-1 0 1,0 0 0,-1-1 0,0 0-1,-1 0 1,-1-1 0,0 0 0,0 0-1,-1 0 1,-1-1 0,0 0 0,-1 0-1,2-13-48,1-30 332,-2 0 0,-2 0 0,-4-25-332,1 8 95,1 11-643,1 63 249,1 0 1,-1 0-1,1 0 0,-1 0 1,0 1-1,1-1 0,-1 0 1,1 1-1,-1-1 0,0 1 1,1-1-1,-1 1 0,0 0 1,1-1-1,-1 1 1,0 0 298,12 13-6220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14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12123,'0'0'1815,"0"0"-46,0 0-38,0 0-957,0 0-513,0 0-127,33-17 74,108-50 201,-134 64-363,-1 0 0,1 1 0,-1 0 0,1 0 0,0 0-1,0 1 1,0 0 0,0 1 0,0-1 0,0 1 0,0 1 0,0-1 0,0 1 0,6 2-46,-9-2 22,0 1 1,0 0 0,0 0 0,0 0 0,0 1 0,0-1-1,-1 1 1,1 0 0,-1 0 0,0 0 0,0 1 0,0-1-1,0 1 1,0-1 0,-1 1 0,0 0 0,1 0-23,3 11 60,-1 0 0,0 1 0,-1 0 1,0 0-1,-1-1 0,-1 2 0,-1-1 0,0 0 0,-1 10-60,-2-8 96,0 1 0,-1 0-1,-1-1 1,0 0-1,-2 0 1,0 0-1,-1-1 1,0 1-1,-2-2 1,0 1-1,-1-1 1,0-1-1,-4 4-95,-6 7 252,-2-1 0,0-1-1,-1 0 1,-2-2 0,0-1-1,-2-1 1,-6 3-252,23-16 189,7-4-52,0-1 0,-1 1-1,1-1 1,-1 0-1,1 0 1,-1-1 0,0 1-1,0-1 1,0 0 0,0 1-1,0-2-136,4 0 244,0 0-117,13 0 126,22-2-1,0-2-1,1-1 1,-2-2-1,2-2-251,61-11 625,5 8-151,-52 7-778,-1-2 0,19-6 304,-64 12-334,0-1 1,0 0 0,0 0 0,0-1 0,0 1 0,-1 0 0,1-1 0,-1 0 0,0 0-1,0 0 1,0-1 0,0 1 0,-1 0 0,1-1 0,-1 0 0,0 0 0,0 0 0,0-1 333,12-26-6734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14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8450,'0'0'6305,"0"0"-3888,0 0-276,-6 35-635,-21 115-456,24-133-862,1-1 0,0 1-1,1 0 1,1 0 0,1 0 0,0-1 0,1 1 0,1 0 0,0-1 0,1 0 0,1 0 0,5 12-188,-5-21 49,-1 1 0,1-1 0,1 0 0,-1 0 0,1 0 0,0-1 0,1 0 0,0 0 1,0-1-1,0 0 0,0 0 0,1-1 0,0 1 0,0-2 0,0 1 0,0-1 0,0 0 0,1-1 1,0 0-1,-1 0 0,9 0-49,5 1 96,-1-1 0,1-1 0,0-1 1,0 0-1,0-2 0,0-1 0,0 0 1,-1-2-1,10-3-96,-23 6 29,0-1-1,0 0 1,0-1 0,0 1-1,0-2 1,-1 1 0,0-1-1,0 0 1,0 0 0,0-1-1,-1 0 1,0 0 0,0 0-1,-1-1 1,0 0 0,0 0-1,0-1 1,-1 1 0,0-1-1,-1 0 1,0 0 0,0 0-1,0 0 1,-1-1 0,0-2-29,0 1 59,-1-1 0,0 1 0,-1-1 0,0 1 0,-1-1 0,0 1 0,0 0 0,-1-1 0,0 1 0,-1 0 0,0 0 0,-1 0 0,0 1 0,-1-1 0,0 1 0,-1-1-59,-1 0 18,0 0-1,-1 1 0,0 1 1,-1-1-1,0 1 0,0 1 1,-1-1-1,0 2 0,0-1 0,-1 2 1,1-1-1,-1 1 0,0 1 1,-2-1-18,-4 0-86,1 1 1,-1 0-1,0 1 1,0 1 0,0 1-1,0 0 1,0 1-1,-1 1 1,1 1-1,-10 2 86,-5 2-1330,1 2-1,0 1 0,1 2 0,0 1 0,-3 3 1331,-59 30-12646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1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5577,'0'0'8618,"0"0"-4361,0 0-2001,0 0-695,0 0-417,0 0-40,93 143-216,-70-75-215,-3-2-305,-7-7-200,1-8-112,-1-9-32,-7-10-24,4-5-56,-6-15-640,6-9-753,-4-3-2208,4 0-4320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1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34 14947,'0'0'2355,"-3"26"-534,-8 77 2549,2 58-4370,9-156 44,0 1 0,0-1 1,0 1-1,1-1 0,0 1 0,0-1 0,0 1 1,1-1-1,0 0 0,0 0 0,0 0 0,1 0 1,-1 0-1,4 3-44,-4-5 33,1 0 0,1-1 0,-1 1 0,0-1 0,1 1 0,-1-1 0,1 0 0,0 0 0,-1-1 0,1 1 0,0-1 0,0 0 0,0 0 0,0 0 0,1 0 0,-1-1 0,0 0 0,0 0 0,4 0-33,-2 0 33,1-1 1,-1 0-1,0 0 1,1 0-1,-1-1 1,0 0-1,0 0 0,0 0 1,0-1-1,-1 0 1,1 0-1,-1 0 1,1-1-1,3-3-33,0-1 31,0 0 0,-1-1-1,0 0 1,0-1-1,-1 0 1,0 0 0,5-11-31,-3 3 41,0-1 0,-2 0 1,0 0-1,-1-1 0,-1 0 1,0 0-1,-2 0 0,-1-1 1,1-12-42,-3 24 28,0 2 0,0 0 1,0 0-1,0 0 0,-1 0 1,0 0-1,-1 0 0,-1-6-28,1 11 1,1-1 0,0 1 0,-1 0-1,1 0 1,-1 0 0,0 0 0,1 1 0,-1-1 0,0 0-1,0 1 1,0-1 0,-1 1 0,1-1 0,0 1-1,0 0 1,-1 0 0,1 0 0,-1 1 0,1-1-1,-1 0 1,1 1 0,-1 0 0,-1-1-1,-9 0-143,-1 0 0,1 0 0,-1 1 0,1 1 0,-1 0 0,1 1 0,-1 1 0,1 0 1,-2 1 142,-11 4-1358,1 2 1,0 0 0,0 2 0,0 2 1357,-49 29-7265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19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5153,'0'0'9882,"0"0"-8329,0 0 2215,169 3-2327,-83-3-457,6-9-472,-6-12-120,-6 3-280,-4 0-112,-10 1-96,0 5-1320,-20 0-3233,-16 6-3201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20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10986,'0'0'5051,"0"0"-2692,0 0-375,0 0-634,0 0-789,0 0-337,26-5-33,81-15-47,-104 19-135,1 0 0,-1 1-1,1-1 1,-1 0 0,1 1-1,-1 0 1,1 0 0,-1 0-1,1 0 1,-1 1 0,1-1-1,-1 1 1,1 0 0,-1 0-1,2 1-8,-4-1 5,0 0-1,0 1 1,0-1-1,-1 0 1,1 1-1,0-1 1,-1 1 0,0-1-1,1 0 1,-1 1-1,0-1 1,0 1-1,1-1 1,-1 1-1,0-1 1,0 1-1,-1-1 1,1 1-1,0-1 1,0 1 0,-1-1-5,0 17 21,0 10 43,-2-1-1,-1 0 1,-1-1-1,-1 1 1,-1-1 0,-2 0-1,-8 19-63,2-8 304,2 1-1,2 1 1,1 0-1,2 0 0,2 1 1,-1 34-304,7-73 33,0 0 0,0 0 0,0 0 0,0 0 0,0 0 0,0-1 0,1 1 0,-1 0 1,0 0-1,1 0 0,-1 0 0,1 0 0,-1-1 0,1 1 0,-1 0 0,1 0 0,-1-1 0,1 1 0,0 0 1,-1-1-1,1 1 0,0-1 0,0 1 0,-1-1 0,1 1 0,0-1 0,0 0 0,0 1 0,0-1-33,36 3 428,-21-6-342,-1 1-1,0-2 1,13-5-86,16-6-266,-1-3-1,-1-2 1,24-14 266,-42 19-1745,0-2 0,15-12 1745,-22 14-2943,-1-1-1,0 0 0,9-13 2944,9-16-12311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2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7 201 13867,'0'0'2214,"0"0"-336,0 0 59,-2 28-767,2-28-1170,-3 36 311,2 0 1,1 10-312,1-43 16,-1 0 0,0 0 0,1 0 0,0 0 0,0 0 1,0 0-1,0 0 0,0 0 0,0 0 0,1-1 0,0 1 1,-1 0-1,1-1 0,0 1 0,0-1 0,0 0 1,1 0-1,-1 0 0,0 0 0,1 0 0,-1 0 0,1-1 1,0 1-1,-1-1 0,1 0 0,0 0 0,0 0 0,0 0 1,0 0-1,0 0 0,0-1 0,0 0 0,0 0 0,0 1 1,1-2-17,2 2 24,11 1 10,0-1 0,1-1 0,-1-1 0,0 0 0,0-1-1,0-1 1,0-1 0,0 0 0,0-2 0,-1 1-1,0-2 1,4-2-34,9-6 14,-2 0-1,1-2 1,-2-1-1,0-1 1,-2-1-1,6-7-13,-18 15 12,-1 0-1,-1 0 0,0-1 1,-1 0-1,0-1 1,-1 0-1,3-6-11,-9 16 16,-1 0 0,1-1 0,-1 1 0,0 0 0,0-1 0,0 1-1,0-1 1,-1 1 0,0-1 0,0 0 0,0 1 0,-1-5-16,1 6 18,-1 1 0,0-1 0,0 1 0,-1-1 0,1 1 0,0 0 0,-1-1 0,1 1 1,-1 0-1,0 0 0,0 0 0,1 0 0,-1 0 0,-1 1 0,1-1 0,0 0 0,0 1 0,-1 0 0,1-1 0,0 1 0,-1 0 0,-1 0-18,-16-6 113,0 1 0,0 2 0,0 0 0,-1 0 0,-19 1-113,-112 2 231,75 3-289,-49-2-3376,87 0-2221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20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1224,'0'0'13427,"0"0"-12027,0 0-919,209 294 847,-136-41 144,-24 42-8,-42-4-55,-7-41-1,-30-77-344,-3-48-336,10-39-375,-7-23-225,-3 8-88,0-11-40,-10-28-577,16-20-1327,8-12-5378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23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7154,'0'0'6041,"0"0"-3705,0 0-755,0 0 323,-7 49-868,-12 137 529,5 126-1565,12-108 662,-1-6 234,8 0-1,13 45-895,-13-208 106,1-1 0,1-1 0,3 4-106,-6-25 7,1 1 1,0-1 0,0 0 0,1 0 0,1-1 0,0 0 0,0 0 0,1-1 0,3 3-8,-8-10-33,0 1 0,0-2 0,1 1 1,-1 0-1,1-1 0,-1 1 1,1-1-1,0 0 0,0 0 0,0-1 1,0 1-1,0-1 0,0 0 1,1 0-1,-1 0 0,0-1 0,0 1 1,1-1-1,-1 0 0,4 0 33,-1-2-495,-1 1-1,1-1 1,0 0-1,-1 0 1,1-1-1,-1 1 1,0-1-1,0-1 1,0 1-1,0-1 1,-1 0-1,4-4 496,42-43-11505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2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32 4545,'0'0'3321,"0"0"7,0 0-2073,0 0-451,31-4-389,148-19-188,-179 23-46,0 0 1,0 0 0,0 0-1,0 0 1,0 0-1,0-1 1,0 1-1,0 0 1,0 0-1,0 0 1,0 0-1,0 0 1,0-1-1,0 1 1,0 0-1,0 0 1,0 0-1,0 0 1,0 0 0,0 0-1,0-1 1,0 1-1,0 0-181,-35-1 918,16 1-979,1 0-1,-1 2 1,-14 3 61,10 1 12,0 2 0,1 1 0,1 0 0,-1 2-1,2 0 1,-1 1 0,2 1 0,-1 1 0,2 1 0,0 1 0,1 0 0,-9 12-12,25-27 1,0 1-1,0-1 1,0 0 0,0 1 0,0-1 0,0 1-1,0 0 1,0-1 0,1 1 0,-1 0 0,0-1-1,1 1 1,0 0 0,-1-1 0,1 1 0,0 0-1,0 0 1,0 0 0,0 0-1,1-1 5,-1 0 0,1 1-1,-1-1 1,1 0 0,0 0 0,0 0 0,-1 0-1,1 0 1,0 0 0,0 0 0,0 0 0,0 0-1,0 0 1,0 0 0,0 0 0,1-1 0,-1 1-1,0-1 1,1 1-5,9 3 46,0-1 0,0 0 0,0-1 0,0 0-1,9 0-45,6 1 47,-6 1-31,0 0 0,0 2-1,0 0 1,-1 1 0,0 2-1,2 1-15,-17-8 4,0 0 0,0 0-1,-1 0 1,1 1 0,0 0-1,-1-1 1,0 1 0,0 0-1,0 1 1,0-1 0,0 1 0,-1-1-1,1 1 1,-1 0 0,0 0-1,0 0 1,0 0 0,-1 0-1,0 0 1,1 0 0,-1 1-1,-1-1 1,1 0 0,-1 1-1,1-1 1,-1 1 0,-1-1-1,1 0 1,-1 1 0,1-1 0,-2 3-4,0-3 37,1 0 1,-1 0 0,0-1-1,0 1 1,0-1 0,0 0-1,-1 1 1,0-1 0,1 0-1,-1 0 1,0-1 0,0 1 0,-1-1-1,1 1 1,-4 1-38,-60 28 383,48-23-337,8-5-52,0 1-1,0-2 0,0 0 1,0 0-1,-11 1 7,-12-2-3319,29-2-1634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28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12291,'0'0'2519,"0"0"-501,0 0 151,0 0-563,43-2-539,-22 2-924,111-6 1752,58-13-1895,16-9 1277,272-35-138,-424 60-1309,32 2 170,-56 1-283,-30 1 222,0-1 0,0 1 0,0 0 0,0 0 0,0 0 0,0-1 0,0 1 0,0 0 0,0 0 0,0-1 0,0 1 0,-1 0 0,1 0 0,0-1 0,-1 1 0,1 0 0,0-1 0,-1 1 0,1 0 0,-1-1 0,1 1 0,-1 0 61,-10 8-1306,0 0-1,-1-1 1,0 0 0,0-1-1,-8 3 1307,-32 17-8363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29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15875,'0'0'2250,"0"0"103,0 0-30,1 31-784,8 102-628,-1-68 52,9 30-963,-10-61 52,-1-1 0,-2 1 0,0 30-52,-1-30-233,-3-33 200,0-1 0,0 0 0,0 1 0,1-1 1,-1 1-1,0-1 0,0 0 0,0 1 0,1-1 0,-1 1 0,0-1 1,0 0-1,1 1 0,-1-1 0,0 0 0,1 1 0,-1-1 0,0 0 0,1 0 1,-1 1-1,0-1 0,1 0 0,-1 0 0,1 0 0,-1 1 0,0-1 0,1 0 1,-1 0-1,1 0 0,-1 0 0,1 0 0,-1 0 33,5-2-248,-1 0-1,0-1 1,1 1-1,-1-1 1,-1 0-1,1 0 1,0-1-1,-1 1 1,3-4 248,-5 6-16,53-56-5743,4-8-5346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2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 13987,'0'0'2919,"0"0"-592,0 0-393,0 0-934,0 0-641,-30 4-240,-90 20-86,117-24-30,1 1-1,-1-1 0,0 1 1,1 0-1,-1 0 1,1 0-1,-1 1 1,1-1-1,0 0 0,-1 1 1,1 0-1,0-1 1,0 1-1,0 0 0,0 0 1,1 0-1,-1 1 1,0-1-1,1 0 1,-1 0-1,1 1 0,0-1 1,0 1-1,0-1 1,0 1-1,0 0 0,1-1 1,-1 1-1,1 0 1,0 0-1,0-1-2,-3 11 27,0 3 47,0 1 0,1 0 0,1 0 0,0-1 0,2 16-74,0-30 3,-1 1 0,1-1 0,0 0 0,-1 0 0,1 0 0,1 0 0,-1 1 0,0-1-1,0-1 1,1 1 0,-1 0 0,1 0 0,-1 0 0,1-1 0,0 1 0,0-1 0,0 0 0,0 1 0,0-1 0,0 0-1,0 0 1,0 0 0,0 0 0,0-1 0,1 1 0,-1 0 0,0-1 0,1 0 0,-1 1 0,2-1-3,3 1-39,-1-1 1,0 1 0,0-1 0,0-1 0,0 1 0,0-1-1,0 0 1,0 0 0,0-1 0,0 1 0,0-1 0,3-2 38,-1-2-63,0 0 1,-1-1 0,1 0-1,-1 0 1,-1-1 0,0 1-1,0-1 1,0-1 0,-1 1-1,0-1 1,-1 0 0,0 0 0,1-4 62,6-32 2549,3 387-696,-14-339-2234,6 24 1017,-1-22-2941,4-3-3669,-3-2-908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0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2665,'0'0'10897,"0"0"-6879,0 0-2258,18 26-444,-7-13-1121,36 51 913,-3 1 1,31 63-1109,-42-58 355,-4 2 1,-2 1 0,-4 2 0,-3 0-1,5 45-355,-8-13 212,-5 0-1,-5 1 0,-6 81-211,-5-147 101,-2 1-1,-2-1 0,-2 0 1,-1 0-1,-3-1 0,-1-1 1,-7 12-101,-7 21 71,-2 19-71,29-84-310,0 1 1,0-1 0,1 1 0,0-1 0,1 1 0,0 1 309,0-10-112,0 0 1,1 1 0,-1-1 0,0 1 0,0-1 0,0 1 0,1-1 0,-1 1 0,0-1-1,1 0 1,-1 1 0,0-1 0,1 0 0,-1 1 0,1-1 0,-1 0 0,0 1 0,1-1 0,-1 0-1,1 0 1,-1 1 0,1-1 0,-1 0 0,1 0 0,-1 0 0,1 0 0,-1 0 0,1 0-1,-1 0 1,1 0 0,-1 0 0,1 0 0,-1 0 0,1 0 0,-1 0 0,1 0 0,-1 0 111,22-5-3946,7-15-3530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13715,'0'0'1624,"0"0"-1200,0 0-376,245-23-48,-185 23-920,-21 0-3089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0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1 188 13499,'0'0'5201,"0"0"-3537,0 0 705,0 0-1401,0 0-680,244-41-288,-144 20-552,39-24-1120,-30 7-1065,-20-4-6761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1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32 5617,'0'0'11236,"0"0"-8078,0 0-2170,-27 33 3,-22 28-380,-10 21-611,55-77 18,1-1 0,0 1 0,1 0 0,-1 1 0,1-1 0,0 0 1,0 1-1,1 0 0,0-1 0,0 1 0,0 0 0,0-1 0,1 1 0,0 0 0,0 2-18,1-5 10,0 1 0,0 0-1,1 0 1,-1-1 0,0 1-1,1-1 1,0 1-1,0-1 1,0 0 0,1 1-1,-1-1 1,1 0 0,-1-1-1,1 1 1,0 0 0,3 1-10,5 3 18,0-1 1,0 0-1,1 0 1,0-2-1,0 1 1,0-1-1,0-1 0,1 0 1,10 0-19,9 2 33,1-3 1,-1 0-1,1-2 0,0-1 0,-1-2 1,8-3-34,-20 3 13,1-2 1,-1 0 0,1-2-1,-2 0 1,1-1 0,-1-1-1,0-1 1,-1-1-1,0 0 1,0-2-14,-12 8 59,1-1 0,-1 1 0,0-2-1,-1 1 1,1-1 0,-1 0 0,-1 0 0,1 0 0,-1-1-1,0 1 1,-1-1 0,1-3-59,-2 7 73,-1-1-1,1 0 1,-1 0-1,-1 1 1,1-1-1,-1 0 0,0 0 1,0 0-1,0 0 1,0 0-1,-1 0 1,0 1-1,0-1 1,0 0-1,-1 0 1,0 1-1,1-1 1,-2 1-1,1 0 1,0-1-1,-1 1 0,-1-1-71,-5-5 102,-1 0 0,0 1 0,0 0 0,-1 0 0,0 1 0,0 0 0,-1 1 0,0 1 0,-7-3-103,7 4-189,-1 0 0,0 1 0,0 0 0,-7-1 189,11 4-632,1 0 0,0 0 0,-1 1 0,1 0 0,-1 0 0,1 1 0,-2 0 632,-2 4-6870</inkml:trace>
  <inkml:trace contextRef="#ctx0" brushRef="#br0" timeOffset="1">816 350 8754,'0'0'6857,"0"0"-5744,0 0 1487,6 214-1008,-6-124-839,-19-4-433,-5-6-88,5-17-120,5-13-48,14-29-64,0-21-656,17-9-3465,6-21-4793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1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10202,'0'0'5273,"0"0"-3498,0 0-444,0 0-80,-26 29-631,-75 93-377,98-119-233,1 0-1,0 1 1,0-1 0,0 0-1,0 1 1,0-1 0,1 1-1,-1-1 1,1 1 0,0 0-1,0 0 1,0-1 0,1 1-1,-1 1-9,1-3 6,1-1-1,-1 0 0,0 1 1,1-1-1,-1 0 0,1 0 1,-1 1-1,1-1 0,-1 0 1,1 0-1,0 0 0,0 1 0,-1-1 1,1 0-1,0 0 0,0 0 1,0-1-1,0 1 0,0 0 1,1 0-1,-1 0 0,0-1 1,0 1-1,1 0-5,6 1 29,0 0 0,1 0 0,-1 0 0,0-1 0,0-1 0,0 1 0,1-1 0,4-1-29,-5 1 40,12 0-5,0-1-1,-1 0 1,1-2 0,-1 0 0,1-1-1,9-3-34,-24 5 30,1 0 0,-1 0 0,0 0 0,0-1-1,0 0 1,0 0 0,0 0 0,-1 0 0,1-1-1,-1 1 1,0-1 0,0-1 0,-1 1 0,1 0-1,-1-1 1,0 0 0,0 1 0,0-1 0,-1 0-1,1-1 1,-1 1 0,-1 0 0,1-1 0,-1 1-1,1-2-29,-5 43 1297,3-1 0,1 20-1297,1 18 462,-4 8-109,0-27-50,3 0 0,3 20-303,-3-66-481,0-1 0,1 0 0,0 0 0,0 0 0,0 0 1,2 2 480,-3-7-286,0 0 0,0 1 0,1-1 1,-1 0-1,0 0 0,1 0 0,0 0 0,-1 0 1,1-1-1,0 1 0,0 0 0,0-1 1,0 1-1,0-1 0,0 0 0,0 0 0,0 0 1,1 0-1,-1 0 0,2 0 286,12 0-6475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1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5521,'0'0'3792,"0"0"-1062,0 0-547,0 0 39,30 9-731,4 2-1051,1 2 1,16 8-441,-49-19 29,1-1 0,0 1-1,-1 0 1,1 0 0,-1 0 0,0 0-1,0 0 1,0 0 0,0 0 0,0 1-1,0-1 1,-1 1 0,1 0 0,-1-1 0,1 1-1,-1 0 1,0 0 0,0 0 0,-1 0-1,1 0 1,0 0 0,-1 0 0,0 0-1,0 0 1,0 0-29,0 2 80,0 0 0,-1 0 0,0 0-1,0 0 1,0 0 0,-1 0 0,1-1-1,-1 1 1,0-1 0,-1 1 0,1-1-1,-1 1-79,-3 2 109,0-1 0,-1 0 0,1 0 0,-1 0 0,-1-1-1,1 0 1,-1 0 0,0-1 0,0 1 0,0-2 0,0 0 0,-1 0-1,0 0 1,0-1-109,-7 2 126,0 0 0,-1-1 0,1-1-1,0-1 1,-1 0 0,1-1 0,-10-2-126,24 2 48,-1-1-1,1 1 1,-1-1 0,1 0-1,0 0 1,-1 0 0,1 0-1,0 0 1,-1 0 0,1-1-1,0 1 1,0-1 0,0 1-1,0-1 1,1 0 0,-1 0-1,0 0 1,1 0 0,-1 0-1,1 0-47,-2-3 47,1 1 0,0-1 0,0 0 0,0 0 0,0 0 0,1 0 0,0 0 0,0-1 0,1 1-1,-1-1-46,1-1 13,-1 1-1,1-1 1,1 0-1,-1 1 1,1-1-1,0 1 1,1-1-1,-1 1 0,1 0 1,0-1-1,1 1 1,0 0-1,0 0 1,0 1-1,1-1 1,2-2-13,1 1-32,0 1 1,0 1-1,1-1 1,0 1 0,0 1-1,1 0 1,-1 0 0,1 0-1,0 1 1,0 0 0,0 1-1,0 0 32,7-1-736,-1 1 0,1 0 1,0 2-1,0 0 0,-1 0 0,11 3 736,-21-3-678,-1 1-1,1 0 1,-1 0 0,1 0-1,-1 1 1,0 0 0,0 0-1,1 0 679,24 22-9375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2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169 180 8666,'0'0'7156,"0"0"-5068,0 0-1361,0 0-160,35-9-339,17-4-116,40-3-112,-88 15 2,-1 1 0,0-1 0,1 1 0,0 0-1,-1 0 1,1 0 0,-1 0 0,1 1 0,-1 0 0,0-1-1,1 1 1,-1 0 0,0 1 0,1-1 0,-1 1 0,0-1-1,0 1 1,0 0 0,0 0 0,0 0 0,-1 1 0,1-1 0,-1 1-1,1-1 1,-1 1 0,0 0 0,0 0 0,0 0-2,1 5 26,0 0 0,0 0 1,-1 0-1,0 0 0,-1 0 0,1 1 1,-2-1-1,1 7-26,-1-14 2,0 6 102,0 0 0,-1-1-1,1 1 1,-1 0 0,-1 0-1,1 0 1,-1-1 0,0 1-1,-1-1 1,1 0 0,-1 1-1,-1-1 1,-2 4-104,-1 0 169,-1 0 1,0-1-1,0 0 1,0-1-1,-1 0 0,-1 0 1,-9 6-170,3-4 128,-1 0 0,0-2 0,0 1 1,-1-2-1,0 0 0,0-1 0,0-1 0,-1-1 1,0-1-1,-5 0-128,11-2 40,2 1 56,1-2 0,0 1-1,-1-2 1,1 1 0,-1-1-96,9 0 32,-1 1 1,0-1-1,1 0 1,-1 0-1,1 0 1,-1 0-1,1 0 1,-1 0-1,1-1 1,0 1-1,0-1 0,-1 0 1,1 0-1,0 0 1,1 1-1,-1-2 1,0 1-1,0 0 1,1 0-1,-1-2-32,-3-7 14,1 0 0,0 0 0,0-1-1,2 1 1,-1-1 0,2 0 0,-1 1 0,2-1 0,-1 0 0,2 0-1,-1 0 1,2 1 0,0-1 0,0 0 0,1 1 0,0 0 0,1-1-1,0 1 1,1 1 0,0-1 0,1 1 0,0 0 0,7-9-14,1 5-208,1 1 1,0 0-1,1 1 0,0 0 1,1 1-1,0 1 1,15-5 207,25-10-8238,48-13 8238,-95 35-920,74-25-12180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2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 11747,'0'0'2893,"0"0"-172,-24 28-352,-77 94-836,92-109-1373,0 1 0,0 0 0,1 0 0,1 1 0,1 0 0,0 0 0,1 1 0,0-1 0,1 1 0,1 0 0,0 0 0,2 1 0,0-1 0,0 0 0,2 1 0,0-1-1,2 8-159,-3-20 12,1 1-1,-1-1 0,1 1 0,0-1 1,1 1-1,-1-1 0,1 0 0,0 0 1,0 0-1,0 0 0,0 0 0,1 0 1,0 0-1,-1-1 0,2 1 0,-1-1 1,0 0-1,0 0 0,1 0 0,0 0 1,0-1-1,0 1 0,0-1 0,0 0 1,0 0-1,0-1 0,2 1-11,10 2 19,0 0 0,0-1 0,0-1 1,1-1-1,-1 0 0,0-1 0,2-1-19,-12 1-1,-1-1 1,1 0 0,-1 1-1,1-2 1,-1 1-1,1-1 1,-1 0 0,0 0-1,1 0 1,-1-1-1,0 1 1,-1-1-1,1-1 1,0 1 0,1-2 0,-4 2 1,1 0 1,-1 0-1,1 0 0,-1 0 1,0 0-1,0 0 1,-1 0-1,1-1 1,-1 1-1,1-1 1,-1 1-1,0-1 1,0 1-1,-1-1 1,1 0-1,-1 0 1,0 1-1,0-1 1,0 0-1,0 0 1,-1 1-1,1-1 1,-1 0-1,-1-3-1,0 3 21,0 0 1,0 0-1,-1 0 0,1 0 0,-1 0 1,0 0-1,0 1 0,0-1 0,0 1 1,-1 0-1,1 0 0,-1 0 0,0 0 1,0 1-1,0 0 0,0 0 0,0 0 1,-1 0-1,-1 0-21,-16-6 50,-1 1-1,1 1 1,-9-1-50,26 6-17,4 1-12,-1 0 1,1 0-1,0-1 0,0 1 0,-1 0 0,1-1 0,0 1 0,0-1 0,-1 1 0,1-1 0,0 1 0,0-1 1,0 0-1,0 0 0,0 1 0,0-1 0,0 0 0,0 0 0,0 0 0,0-1 29,1-18-3847,6 5-3414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2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9 13451,'0'0'1163,"0"0"360,35-3 146,16-1-688,46 2-981,-94 2 35,1 0 0,0 1 1,-1-1-1,1 1 0,-1-1 0,1 1 1,-1 0-1,1 0 0,-1 1 1,1-1-1,-1 1 0,0-1 0,0 1 1,0 0-1,0 0 0,0 1 1,0-1-1,0 1 0,-1-1 0,1 1 1,-1 0-1,0 0 0,0 0 1,1 2-36,-1 1 100,1 1 0,-2 0 0,1 0 1,-1 0-1,0 0 0,0 0 1,-1 0-1,0 0 0,0 2-100,0-5 67,0 1 42,0 0 0,-1 0 0,0 0-1,0 0 1,0 0 0,0 0 0,-1 0 0,0 0 0,0-1-1,0 1 1,0-1 0,-1 0 0,1 1 0,-1-1 0,-1 0 0,-2 2-109,0 1 122,-2-1 0,1 0 0,-1 0 0,0-1 0,0 0 0,0 0 0,-1-1 0,-8 3-122,-7 1 94,0-1 0,0-1-1,-1-1 1,0-1 0,0-2 0,-15 1-94,28-3 24,1 0 1,-1 0-1,1-1 0,-1 0 1,1-1-1,-9-2-24,16 3 7,1-1-1,0 1 0,0 0 1,0-1-1,1 0 1,-1 0-1,0 0 0,0 0 1,1 0-1,0 0 1,-1-1-1,1 1 1,0-1-1,0 1 0,0-1 1,1 0-1,-1 0 1,0 0-1,1 0 0,0 0 1,0 0-1,0 0 1,0-1-1,1 1 1,-1-2-7,-1-2 7,1 0 0,1-1 1,-1 1-1,1 0 0,0-1 1,1 1-1,0 0 0,0 0 1,2-7-8,-2 11-15,1-1 0,-1 0 0,1 0 0,0 1 0,0-1 0,0 1 0,1-1 0,-1 1-1,1 0 1,0 0 0,0 0 0,0 0 0,0 0 0,0 1 0,1 0 0,-1 0 0,1-1 0,0 1 15,13-4-728,0 0 0,1 1 0,-1 1 0,1 1 0,0 0-1,0 1 1,0 1 0,0 1 0,18 2 728,-4-2-2495,14 0-2953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3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13355,'0'0'2592,"0"0"-918,0 0-338,0 0-645,34 7-485,13 2-166,0 2 0,1 2-40,-43-11 1,-1 0 0,0-1 0,1 1 0,-1 1 0,0-1 0,0 1 0,0-1 0,-1 1 1,1 0-1,-1 0 0,1 1 0,-1-1 0,0 1 0,0 0 0,-1 0 0,1 0 0,-1 0 1,0 0-1,0 0 0,0 1 0,0 1-1,0 4 13,0 1 1,0-1-1,-1 1 0,-1-1 1,0 1-1,0-1 0,-1 3-13,0-5 21,0 0 60,0-1 0,-1 1 1,0 0-1,0 0 0,-1-1 0,0 1 0,-1-1 1,1 0-1,-1 0 0,-1 0 0,1 0 1,-1-1-1,0 0 0,-1 0 0,0 0 0,0-1 1,0 0-1,0 0 0,-1 0 0,0-1 0,0 0 1,0 0-1,0-1 0,-1 1-81,-12 5 131,-1-2 0,0 1 0,0-2 0,0-1 0,-1-1 0,0-1 0,1 0 0,-10-2-131,20 0 16,1 0 4,0-1 1,0 0-1,0-1 1,0 0-1,0 0 1,0-1-1,-1-1-20,8 2 4,0 0 0,0-1 0,0 0-1,0 1 1,0-1 0,1 0 0,-1 0 0,1-1-1,-1 1 1,1 0 0,0-1 0,0 0-1,0 1 1,0-1 0,0 0 0,1 0 0,-1 0-1,1 0 1,0 0 0,0-1 0,0 1 0,0 0-1,1-1-3,-4-14-117,1 0 0,1-1 0,0 0 0,1 0 0,2 1 0,0-1-1,1-4 118,0 5-1752,2-1 0,0 1 0,1 0 0,3-6 1752,5-13-8236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8738,'0'0'8378,"0"0"-5922,0 0-1837,6 36 304,1 10-643,8 44 580,14 48-860,-21-108 89,36 127 154,-33-134-233,-11-23-6,0 0 0,0-1 1,0 1-1,1 0 0,-1-1 1,0 1-1,0 0 0,0-1 0,0 1 1,0 0-1,1 0 0,-1-1 1,0 1-1,0 0 0,1 0 1,-1-1-1,0 1 0,0 0 0,1 0 1,-1-1-1,0 1 0,0 0 1,1 0-1,-1 0 0,0 0 1,1 0-1,-1 0 0,0-1 0,1 1 1,-1 0-1,0 0 0,1 0 1,-1 0-1,0 0 0,1 0 1,-1 0-1,0 0 0,1 1 1,-1-1-1,0 0 0,1 0 0,-1 0 1,0 0-1,1 0 0,-1 0 1,0 1-1,1-1 0,-1 0 1,0 0-1,0 0 0,1 1 0,-1-1 1,0 0-1,0 0 0,0 1 1,1-1-1,-1 0 0,0 1 1,0-1-1,0 0 0,0 1 0,1-1 1,-1 0-1,0 1 0,0-1 1,0 0-1,0 1 0,0-1 1,0 0-1,0 1-4,8-40 332,-1 0 0,2-38-332,3-25 663,-7 70-507,20-90 224,-21 109-395,0 0 0,1 0-1,0 1 1,1 0 0,1 0 0,-1 0 0,2 1 0,0-1 15,-5 9-129,-1 0 0,1 1 0,-1-1 0,1 1 1,0-1-1,-1 1 0,1 0 0,1 1 0,-1-1 0,0 0 1,0 1-1,0 0 0,1-1 0,-1 1 0,2 0 129,35-2-6340,-13 3-2656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4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35 212 14131,'0'0'2108,"0"0"430,-7 29-705,-17 93-1057,23-119-763,0 0 1,1 1-1,-1-1 0,1 0 1,0 0-1,0 1 0,0-1 1,0 0-1,1 1 0,0-1 1,-1 0-1,1 0 0,0 1 1,0-1-1,1 0 0,-1 0 1,1 0-1,0 0 0,-1-1 1,1 1-1,0 0 0,1-1 1,-1 1-1,0-1 0,1 0 1,-1 0-1,1 0 0,2 1-13,3 1 33,0-1-1,0 0 1,0-1-1,1 1 1,-1-2-1,1 1 0,0-1 1,4 0-33,-5-1 46,10 2 46,0-2 0,0 0 0,-1-1 0,1-1 0,0-1 0,-1 0-1,1-1 1,-1-1 0,0-1 0,-1 0 0,1-2 0,-1 1 0,0-2 0,-1 0 0,1-2-92,-6 4 74,0 0 0,-1-1 0,1-1 0,-2 1 0,1-1-1,-1-1 1,-1 0 0,0 0 0,0 0 0,-1-1 0,0 0 0,-1 0 0,0 0-1,-1-1 1,0 0 0,-1 0 0,0 0 0,-1 0 0,0 0 0,-1 0 0,-1-1-1,0-2-73,0 11 13,0-1 0,-1 1 1,1-1-1,-1 1 0,0-1 0,0 1 0,-1-1 0,1 1 0,-1 0 0,0 0 0,0 0 0,-1 0 0,1 0 0,-1 0 0,0 0 0,0 1 0,0 0 0,-3-3-13,-4-2-27,-1 1-1,0 0 0,0 1 1,-1 0-1,-10-3 28,7 2-129,13 6-154,-5-3-123,6-2-3095,1-4-2631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14483,'0'0'2217,"0"0"-305,0 0-144,-96 167-967,96-114-385,0-5-240,20-9-104,30-10-72,12-11-56,57-18-801,-16 0-2271,-7-21-4666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5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42 14563,'0'0'3430,"0"0"-1740,0 0-246,-30 35-637,-20 24-475,-21 35-332,66-89 13,2 0 0,-1 1 0,1 0 0,0 0 0,0 0 1,0 0-1,1 0 0,0 0 0,0 1 0,0-1 0,1 1 0,0 0 0,1-1 0,-1 1 0,1 0 0,1-1 0,-1 1 1,1 0-1,0-1 0,1 1 0,-1-1 0,2 4-13,0-5 11,0 0-1,0 0 1,0 0 0,1-1-1,0 1 1,-1-1 0,2 0-1,-1 0 1,0 0 0,1-1-1,0 1 1,0-1 0,0 0-1,0-1 1,0 1 0,0-1-1,1 0 1,-1 0 0,1-1 0,0 1-11,7 1 18,0-1 0,0 0 1,1-1-1,-1 0 1,0-1-1,1 0 1,-1-1-1,0-1 0,1 0 1,-1-1-1,0 0 1,0-1-1,10-5-18,-15 6-6,-1-1-1,1-1 1,-1 0-1,0 0 1,0 0-1,-1-1 1,1 1 0,-1-2-1,-1 1 1,1-1-1,-1 0 1,0 0-1,0 0 1,-1-1-1,0 1 1,-1-1-1,1 0 1,-2 0-1,1-1 1,-1 1 0,1-8 6,0-11 68,0 1 0,-3 0 1,0-8-69,0 9 708,-1 46-145,0-14-524,1 1 1,0-1-1,0 0 1,1 0 0,0 0-1,0 1 1,1-1-1,0 1-39,-1-5-11,1 0 1,-1 0-1,1-1 0,0 1 0,0 0 0,0-1 0,0 0 0,0 1 0,0-1 0,1 0 0,-1 0 0,1 0 0,0 0 0,-1-1 0,1 1 0,0-1 1,0 0-1,0 1 0,0-1 0,0-1 0,0 1 0,3 0 11,27 4-1138,0-2-1,0-2 1,16-1 1138,-43 0-383,65 0-6136</inkml:trace>
  <inkml:trace contextRef="#ctx0" brushRef="#br0" timeOffset="1">838 0 16660,'0'0'1832,"0"0"-176,0 0 113,79 182-585,-56-102-576,-13 4-72,-10-7-72,0-6-112,-16-11-160,-17-15-184,0-25 0,0-14-8,-1-6-264,5-18-464,9-23-232,17-45-784,3 5-2353,0 10-2593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6529,'0'0'5247,"0"0"-3555,0 0-713,0 0-399,0 0-381,0 0 84,11 29 633,2 5-183,-1-1 1,5 28-734,-17-55 136,1 0 1,-1 0-1,0 0 0,0 0 1,-1 0-1,0 0 0,0-1 1,0 1-1,-1 0 1,1 0-1,-1-1 0,-1 1 1,1-1-1,-1 1 0,0-1 1,0 0-1,-1 0 1,1-1-1,-5 5-136,5-6 76,0 1 0,0 0 0,0 0 0,0 0 0,0 0 0,1 1 0,0-1 0,0 1 0,0-1 0,1 1 0,-1 0 0,1 0 0,0 0 0,0 0 0,1 0 0,0 0 0,0 0 0,0 1-76,0-6 17,1 1 0,-1 0-1,1 0 1,-1-1 0,1 1-1,-1 0 1,1-1 0,0 1-1,0-1 1,-1 1 0,1-1-1,0 1 1,0-1 0,-1 1-1,1-1 1,0 0 0,0 1-1,0-1 1,0 0 0,-1 0-1,1 1 1,0-1 0,0 0-1,0 0 1,0 0 0,0 0-1,0-1-16,34 1 344,-25 0-177,35-2 210,-1-3 1,10-2-378,-10 1-1372,-1 1 0,9 3 1372,-3 2-5202,-10 0-4138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7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79 432 6385,'0'0'4697,"0"0"-2315,0 0-97,0 0-284,0 0-540,0 0-180,-13-6-382,-38-22-231,50 27-637,0 0 0,0 0 0,0 1 0,0-1-1,0 0 1,0 0 0,0 0 0,0-1 0,0 1-1,1 0 1,-1 0 0,0 0 0,1 0-1,-1-1 1,1 1 0,-1 0 0,1-1 0,0 1-1,0 0 1,-1-1 0,1 1 0,0 0 0,0-1-1,0 1 1,0 0 0,1-1 0,-1 1 0,0 0-1,1-1-30,16-30 177,-15 29-142,14-19 36,1 1 0,2 1 0,0 0 0,1 2 0,0 0 0,2 1 0,0 2 0,1 0 0,0 1 0,1 1 0,1 2 0,0 0 0,1 2 0,0 0 0,0 2 0,0 1 0,1 1 0,0 1 0,0 1 1,0 2-1,1 1 0,20 2-71,-43-1-1,1 0 1,0 0 0,-1 1-1,1-1 1,-1 1 0,0 0 0,1 1-1,-1-1 1,0 1 0,0 0 0,-1 1-1,1-1 1,-1 1 0,1 0-1,-1 0 1,0 0 0,-1 0 0,1 1-1,1 2 1,9 14-6,-2 1 0,0 0 0,-1 0 0,-1 4 6,20 37-26,-24-50 35,1-2 0,1 1 0,0-1 0,0 0 0,3 2-9,-8-10 4,0 0-1,1 0 1,-1-1-1,1 1 1,-1-1-1,1 1 1,0-1-1,0 0 1,0-1-1,0 1 1,1-1-1,-1 0 1,0 0-1,1 0 1,-1 0-1,0-1 1,5 1-4,-3-1 7,1 0 0,0-1 1,-1 1-1,1-1 0,-1 0 0,1-1 1,-1 1-1,0-2 0,0 1 0,0 0 1,0-1-1,0 0 0,0-1 0,-1 1 0,1-1 1,-1 0-1,0 0 0,0-1 0,-1 0 1,1 1-1,-1-1 0,0-1 0,0 1 1,-1-1-1,0 1 0,3-7-7,3-6 83,0 0 0,-1 0 0,-1-1 1,-1 0-1,-1 0 0,-1-1 0,0-2-83,2-21 793,-2 1-1,-2-37-792,10 80-909,60 19-4258,-30-5-2861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8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0 319 6833,'0'0'9222,"0"0"-6245,0 0-1118,0 0-357,0 0-842,0 0-457,18-24-86,55-81-72,-67 94-23,1 0-1,-2 0 0,1 0 0,-2-1 0,1 0 0,-2 0 1,0 0-1,0 0 0,-1-1 0,0 1 0,-1-8-21,3-15 437,-4 34-430,0 1 0,0 0 0,0 0 0,0 0 0,0 0 0,0 0 0,0-1 0,0 1 0,0 0 0,0 0 0,0 0-1,0 0 1,0-1 0,0 1 0,0 0 0,0 0 0,0 0 0,0 0 0,0 0 0,0-1 0,0 1 0,0 0 0,0 0 0,0 0 0,1 0 0,-1 0 0,0 0 0,0 0 0,0-1 0,0 1 0,0 0 0,0 0 0,0 0 0,1 0 0,-1 0 0,0 0 0,0 0 0,0 0 0,0 0 0,1 0 0,-1 0 0,0 0 0,0 0 0,0 0 0,0 0 0,0 0 0,1 0 0,-1 0-1,0 0 1,0 0 0,0 0 0,0 0 0,1 0 0,-1 0 0,0 0 0,0 0 0,0 0 0,0 0 0,0 0 0,0 0 0,1 1 0,-1-1 0,0 0 0,0 0-7,11 14 72,6 21-109,22 58 57,33 91-6,-62-153-16,-1 0 0,-2 1 0,-1 0 0,2 30 2,-7-53 27,-1 29-1306,-1-36 979,1 0 0,0 0 1,-1-1-1,1 1 1,-1 0-1,0-1 1,0 1-1,1 0 1,-1-1-1,0 1 0,0-1 1,0 1-1,-1-1 1,1 0-1,0 0 1,0 1-1,-1-1 1,0 0 299,-20 12-4724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8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10442,'0'0'6002,"0"0"-3570,0 0-79,0 0-1441,0 0-632,0 0-184,182-32-32,-126 32-56,1 0-16,2 0-144,57 0-696,-17 0-2185,-3 0-2712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39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1 301 7258,'0'0'6241,"0"0"-4074,0 0-632,0 0-288,0 0-770,36-1-293,118 1-136,-143 1-42,0 0 0,-1 0 0,1 1 0,-1 0 0,0 1 0,0 0 0,0 1 0,0 0 0,2 2-6,-5-2 14,1-1-1,-1 0 1,1 0 0,-1-1 0,1 0-1,2 0-13,7-1 114,1 0-1,-1-1 1,0-1-1,0-1 1,0 0-1,0-1 0,0-1 1,0-1-1,-1 0 1,6-3-114,1 0 26,0 1 1,1 1-1,0 2 1,12-2-27,-31 6-1,-1 0 1,1-1 0,0 2-1,-1-1 1,1 0-1,0 1 1,-1 0 0,1 0-1,-1 1 1,1-1-1,-1 1 1,0 0 0,0 0-1,0 0 1,0 0 0,0 1-1,0 0 1,-1 0-1,1 0 1,-1 0 0,1 0-1,1 4 1,13 10-1,-14-14 4,0 1 0,1-1 0,0 0-1,-1 0 1,1 0 0,0-1-1,0 0 1,0 0 0,1 0 0,-1 0-1,0-1 1,1 0 0,-1 0-1,1-1 1,-1 1 0,1-1 0,-1 0-1,1-1 1,-1 1 0,1-1 0,-1 0-1,1-1 1,3-1-3,2-1 12,-1 0 1,0 0-1,-1-1 1,1-1-1,-1 0 1,0 0-1,0-1 1,-1 0-1,0 0 1,0-1-1,2-3-12,1-3-2,-1 0-1,0 0 0,-2-1 0,1 0 0,-2-1 0,0 0 0,-1 0 1,0 0-1,-2-1 0,0 0 0,0-2 3,4-70-4840,-8 73-2411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56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10354,'0'0'1869,"0"0"-937,0 0-123,0 0-207,-11 2 5591,-27 7-5433,37-8-594,1-1 2,0 0-20,0 0-72,0 0-3,0 0-53,11 5-3871,1-4-1105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57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11082,'0'0'3913,"0"0"-3041,0 0 2921,0 0-2473,0 0-647,0 0 511,0 0-168,222-15-432,-136 6-72,-7 1-304,-9-1-40,-14 3-168,-13 6 0,-13 0-448,-17 0-920,-13 29-1545,-23 4-1320,-17-6-1584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57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4761,'0'0'8448,"0"0"-5139,0 0-1094,0 0-956,0 0-720,-15 29-176,3-6-273,1-5-10,2 0-1,0 1 1,1 0-1,1 1 1,0 0 0,2 0-1,0 0 1,2 1 0,-2 18-80,1 16 403,2-1 0,3 1 0,2 0 0,3-1 1,4 16-404,-6-55 64,0 1 1,1-1 0,1 1 0,0-1 0,1-1-1,1 1 1,0-1 0,1-1 0,2 2-65,-3-5 16,0-1 0,1 0 0,0-1 1,1 0-1,0 0 0,0-1 0,1 0 1,0-1-1,0 0 0,0-1 0,1 0 1,10 2-17,-1-1-36,0-1 0,0-1 0,0-1 0,0-1 0,0-1 0,1-1 0,-1-1 0,0 0 0,18-5 35,-36 6-107,-1-1 0,0 1 0,1-1-1,-1 0 1,0 0 0,0 0-1,0 0 1,0 0 0,0-1-1,0 1 1,0-1 0,0 1-1,0-1 1,-1 0 0,1 1 0,-1-1-1,1 0 1,-1 0 0,0 0-1,0 0 1,1 0 0,-1-2 108,1-3-1047,0 0 1,-1 0-1,0 1 0,0-1 1,0 0-1,-1 0 1,-1-2 1046,1-27-9133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58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0 596 7634,'0'0'7417,"0"0"-4688,0 0-49,0 0-1463,0 0-777,0 0-264,0 0-88,222-80-80,-126 35-16,46-26-112,-26 11-3745,-17-2-6793</inkml:trace>
  <inkml:trace contextRef="#ctx0" brushRef="#br0" timeOffset="1">1002 1 16716,'0'0'2128,"0"0"-312,-59 152-599,39-72-273,10 6-528,10 1-128,0-13-144,0-9-64,17-17-64,12-9-8,5-15-8,32-21-296,-10-3-1776,-6 0-4330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58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9914,'0'0'7874,"0"0"-6674,0 0 728,0 0-151,202 134-665,-130-84-600,1-2-408,-13-3-16,-11-4-88,-9-8 0,-14-3-320,-6-15-1016,-10-3-2529,-6-12-2344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58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0 3081,'0'0'14235,"0"0"-11931,0 0-1112,0 0 513,-142 173-281,83-93-632,2-2-408,5-10-168,5-8-136,14-16-80,10-11 0,10-6-208,6-3-536,7-4-984,0-5-1265,13-9-3072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59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8810,'0'0'5846,"0"0"-3445,0 0-461,20 35 312,3 5-1637,3 2-54,-2 2 1,-3 0-1,-1 2 0,0 7-561,-6-4 293,-2 0 0,-3 1 0,-2 0 0,-2 1 0,-2 0 0,-3-1 0,-3 20-293,1-48 15,-1-1 1,-1 0-1,0-1 0,-2 1 0,-1-1 0,-7 17-15,-13 42-1651,56-114-5696,3-8 1096</inkml:trace>
  <inkml:trace contextRef="#ctx0" brushRef="#br0" timeOffset="1">748 331 8450,'0'0'7553,"0"0"-6336,0 0-321,0 0-168,0 0-448,188 12-152,-128-6-128,-4 0-736,-16 0-2209,-14-6-5104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3:5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1168,'0'0'13251,"0"0"-10130,0 0-985,0 0-543,0 0-577,0 0-584,0 0-240,158-3-192,-45-38-632,-14 5-1673,-16 0-3072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10898,'0'0'2030,"0"0"61,0 0 1023,0 0-1189,0 0-1080,29 1-162,-8-1-476,-11-1-99,0 1-1,1 0 0,-1 0 0,0 1 0,0 1 1,0-1-1,0 2 0,0-1 0,0 2 0,0-1 1,-1 1-1,0 0 0,0 1 0,0 0 0,0 1 0,-1 0 1,7 5-108,3 7 249,-1 1 1,0 0 0,-1 1 0,-1 1 0,-1 0-1,-1 1 1,-1 1 0,-1 0 0,5 15-250,-6-6 88,-1 0 1,-2 1 0,0 0-1,-3 0 1,-1 0 0,-1 1-1,-2 4-88,2-6-93,-1-22-358,-1 0-1,0-1 1,0 1-1,-1 0 1,0-1-1,-1 5 452,1-13-348,1 0-1,-1 0 0,1 0 0,-1 0 0,1 0 0,-1 0 0,0-1 0,1 1 1,-1 0-1,0 0 0,0-1 0,0 1 0,1 0 0,-1-1 0,0 1 1,0-1-1,0 1 0,0-1 0,0 1 0,0-1 0,0 0 0,0 0 1,0 1-1,0-1 0,-1 0 0,1 0 0,0 0 349,-13 0-11486</inkml:trace>
  <inkml:trace contextRef="#ctx0" brushRef="#br0" timeOffset="1">156 659 13971,'0'0'5305,"0"0"-3713,0 0 305,0 0-1361,0 0-488,178-90-48,-105 63-808,10-5-1577,-20 2-2696,-10 9-5521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0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4825,'0'0'7938,"0"0"-5346,0 0 1409,0 0-1856,0 202-713,-7-148-512,-3-4-440,7-8-272,-4-6-208,7-18-200,0-9-2000,10-9-5794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0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63 3201,'0'0'1557,"0"0"4237,0 0-2199,0 0-1367,0 0-711,0 0-426,22-10-276,40-22-285,-42 16-252,-21 16-263,0-1-1,1 1 0,-1-1 0,0 1 0,0 0 0,1-1 0,-1 1 0,0 0 0,0-1 0,0 1 0,0 0 0,1 0 0,-1 0 0,0 0 1,0 0-1,0 0 0,0 0 0,0 0 0,1 0 0,-1 0 0,0 0 0,0 1 0,0-1 0,0 0 0,1 0 0,-1 1 0,0-1 1,0 1-16,-40 9 105,0 2-1,1 1 0,0 2 1,2 2-1,0 2 0,1 1 0,-33 24-103,60-37 51,1 0-1,0 0 0,0 1 0,1 0 1,-8 9-51,15-16 1,0 1 1,-1-1-1,1 1 1,0-1 0,0 1-1,0-1 1,0 1-1,0 0 1,0 0-1,1-1 1,-1 1 0,0 0-1,1 0 1,-1 0-1,1 0 1,0 0 0,0 0-1,0 0 1,0 0-1,0-1 1,0 1 0,0 0-1,1 0 1,-1 0-1,1 0 1,-1 0-1,1 0 1,0-1 0,-1 1-1,1 0 1,0 0-1,0-1 1,1 1 0,-1-1-1,0 1 1,0-1-1,1 1 1,-1-1-1,1 0 1,0 1-2,15 8 22,1 0 1,0-1-1,1-1 1,-1-1-1,20 5-22,24 10 16,-24-8-25,-1 3 1,0 0-1,-1 3 1,32 22 8,-58-34 25,0 0 0,-1 0 0,0 1 0,0 1 0,-1-1 0,0 1 0,-1 0 0,3 6-25,-6-9 79,-1 0-1,1 0 0,-2 0 0,1 1 1,-1-1-1,0 1 0,-1-1 0,0 1 1,0-1-1,-1 1 0,0 0 0,0-1 0,0 1 1,-2 4-79,1-7 71,-1 0 0,0 0 0,0 0 1,0 0-1,-1 0 0,0 0 0,1-1 0,-2 1 1,1-1-1,0 0 0,-1 0 0,0 0 1,0 0-1,0 0 0,-1-1 0,1 0 1,-1 0-1,1 0 0,-3 0-71,-13 8 61,-1-2 1,0 0-1,-23 6-61,20-8-183,-1 0-1,0-2 0,-1-1 0,-17 0 184,-53-1-3970,25-2-5248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20 399 1040,'0'0'8179,"0"0"-3251,0 0-2662,38-17-56,124-50-527,-152 63-1556,0 1 1,-1 0 0,2 0 0,-1 1-1,0 0 1,0 1 0,1 0-1,-1 1 1,0 0 0,1 1-1,-1 0 1,0 0 0,1 1 0,-1 0-1,0 1 1,0 0 0,-1 1-1,1 0 1,-1 1 0,0 0 0,0 0-1,0 1 1,-1 0 0,1 0-1,-2 1 1,1 0 0,-1 0 0,0 1-1,0 0 1,1 3-128,5 8 183,-1 1-1,-1 1 1,-1 0-1,0 1 1,-2 0 0,0 1-1,-2-1 1,0 1-1,-2 0 1,0 1 0,-1 15-183,-2-32 35,1 16 96,-1-1 0,-1 1 0,-1-1 0,-1 1 0,-2 9-131,2-25 24,1-1-1,-1 0 0,0 0 0,-1 0 1,0 0-1,1-1 0,-2 1 0,1-1 1,-1 1-1,0-1 0,0 0 0,0-1 1,-1 1-1,1-1 0,-1 0 0,0 0 1,-1 0-1,1-1 0,0 1 0,-1-1 0,-1 0-22,-11 3 30,0-1 0,0 0 0,-1-1 0,1-1 0,-1-1 0,0-1 0,0 0 0,0-1 1,-4-2-32,12 2 11,0-1 0,0-1 0,0 0 0,1 0 1,-1-1-1,0 0 0,1-1 0,0 0 0,0-1 1,0 0-1,0 0 0,-5-5-11,2 0 10,1 0-1,0-1 1,1 0 0,0-1 0,1 0-1,0 0 1,1-1 0,-4-8-10,0-1 12,1-1-1,2-1 1,0 1 0,2-2-1,0 1 1,2-1 0,1 0 0,0-1-1,2 1 1,1-26-12,2 39 4,0 1 0,1-1-1,1 0 1,0 1 0,0 0 0,1-1 0,1 1-1,0 0 1,0 1 0,1-1 0,0 1 0,1 0 0,3-4-5,3-1 10,1 0 0,0 1 0,1 0-1,0 1 1,1 1 0,1 0 0,12-6-9,23-13 74,1 2 1,1 3-1,2 2 0,32-9-74,15 1 148,3 3 0,8 4-148,-100 22-44,-10 2-20,0 0-1,1-1 1,-1 2 0,1-1-1,-1 0 1,1 1 0,-1 0-1,1 0 1,-1 0 0,1 0-1,-1 0 1,1 1 0,-1-1-1,1 1 1,-1 0 0,0 0-1,1 0 1,-1 1 0,0-1-1,3 3 65,70 67-4205,-30-36-1957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1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1 6737,'0'0'8666,"0"0"-5905,0 0-953,0 0 241,0 0-569,-135 160-440,75-91-336,4 2-272,6-5-239,11-16-145,5-8-48,8-12 0,3-13-385,-17-17-895,7 0-3097,3-11-7041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 16035,'0'0'4361,"0"0"-3552,0 0 511,179 93 80,-110-31-536,-3 6-352,-13 4-376,-13-4-72,-10-8-64,-10-13-408,6-8-880,-6-18-3897,3-12-8130</inkml:trace>
  <inkml:trace contextRef="#ctx0" brushRef="#br0" timeOffset="1">1214 0 16428,'0'0'3992,"0"0"-2551,0 0-433,238 0-352,-165 0-384,-13 0-200,-17 0-72,-30 0-680,-13 3-3305,0 0-4753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12947,'0'0'3000,"0"0"-383,175-30-1545,-85 9-664,-4 6-400,-7 12-8,-19 3-2944,-27 0-9331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3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0 301 5145,'0'0'2202,"0"0"246,0 0-239,0 0-147,0 0-169,0 0-36,3-2-162,2-3-1493,0 0 1,0 0 0,0 0-1,0-1 1,-1 0 0,0 0-1,0 0 1,-1 0 0,0-1-1,0 1 1,2-6-203,1-6 124,0-1 0,-1 1 0,-1-1-1,0 0-123,4-112 730,-2 139-561,1 16-155,27 226 58,5 35 64,-26-216-112,3-1 1,3-1-1,5 5-24,-24-71 0,3 4-581,-1 2-1,0-1 1,0 0 0,-1 0 0,0 1-1,0-1 1,0 1 0,-1 0 581,0-3-5624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4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8666,'0'0'8186,"0"0"-6866,0 0-528,205-50-424,-99 29-184,53 12-184,-23 3-1864,-24 6-6874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7009,'0'0'9932,"0"0"-6917,10 26-1692,-3-9-1036,17 41 888,-2 1 0,0 13-1175,3 55 1350,-18-84-1010,2 1 0,2-1 0,3 4-340,-14-47 4,0 0 1,0 0-1,0 0 1,1 0 0,-1 0-1,0 0 1,0 0 0,0 0-1,0 0 1,0 0-1,0 0 1,0 0 0,0-1-1,0 1 1,0 0 0,0 0-1,0 0 1,1 0-1,-1 0 1,0 0 0,0 0-1,0 0 1,0 0 0,0 0-1,0 0 1,0 0-1,0 0 1,0 0 0,1 0-1,-1 0 1,0 0 0,0 0-1,0 0 1,0 0-1,0 0 1,0 0 0,0 0-1,0 1 1,0-1 0,0 0-1,1 0 1,-1 0-1,0 0 1,0 0 0,0 0-1,0 0 1,0 0 0,0 0-1,0 0 1,0 0-1,0 0 1,0 0 0,0 1-1,0-1 1,0 0-1,0 0 1,0 0 0,0 0-1,0 0-4,3-15 226,0-22 132,-4-74-36,-1 53-68,3 1 0,6-43-254,-5 84-2,0 0-1,1 1 0,1 0 0,1 0 0,0 0 0,1 0 0,0 1 0,1 0 1,1 0-1,0 1 0,1 0 0,3-2 3,-3 5-418,1 2 0,1-1 0,-1 2-1,1-1 1,0 1 0,1 1 0,0 0 0,0 1 0,0 0-1,1 1 1,8-2 418,32-10-6222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22 9330,'0'0'6012,"0"0"-3436,-17 28-295,-53 95-723,67-117-1481,-1 2 1,1-1-1,0 0 1,1 1 0,-1-1-1,1 1 1,1 0-1,0 0 1,0 0-1,0 0 1,1 0 0,0-1-1,1 1 1,0 0-1,0 1-77,0-2 42,0-3-26,-1 0 0,1 0 0,0 1-1,1-1 1,-1 0 0,1 0 0,0-1-1,0 1 1,0 0 0,0-1 0,0 1 0,1-1-1,0 1 1,0-1 0,0 0 0,0 0-1,3 2-15,1-1 13,-1 0 0,1 0 0,1 0-1,-1-1 1,0 0 0,1-1 0,0 1-1,0-1 1,3 0-13,12 1 22,1-1 1,0-1-1,0-1 1,-1-1-1,1-1 1,3-1-23,-13 0 5,1 0-1,-1-2 1,0 1 0,0-1 0,-1-1 0,1-1 0,-1 0 0,-1 0 0,1-1 0,-1-1-1,6-6-4,-13 11 45,0 0-1,0 0 0,0-1 1,-1 0-1,0 0 0,0 0 1,0-1-1,0 1 0,-1-1 0,0 0 1,0 0-1,-1 0 0,0 0 1,0-1-1,0 1 0,0-1 1,-1 1-1,-1-1 0,1 1 0,-1-1 1,0 1-1,0-1 0,-1 0 1,0 1-1,0-1 0,-2-5-44,0 6 46,0 0 0,0 1 0,-1-1 0,0 1 0,0-1 0,0 1-1,-1 1 1,1-1 0,-1 1 0,0-1 0,-1 1 0,1 1 0,-1-1 0,1 1 0,-1 0-1,-2-1-45,-20-8 141,-1 0-1,-25-6-140,52 17 11,-69-17 203,20 5-252,38 8-1064,16 4-1202,44 1-4168,14 0-6048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5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13691,'0'0'4801,"0"0"-3345,0 0 1201,0 0-1281,-172 149-888,172-110-232,20-3-160,30-10-24,16-8-24,13-9-48,47-9-528,-20 0-1832,-10-12-4042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6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220 188 17492,'0'0'2459,"0"0"-793,-33 11-322,-14 5-491,-42 22-853,86-37 22,0 0 0,0 0 0,0 1-1,0 0 1,0 0 0,1 0 0,-1 0-1,1 0 1,-1 0 0,1 0 0,0 1-1,-1 0 1,1-1 0,1 1 0,-1 0-1,0 0 1,1 0 0,-1 0 0,1 0-1,0 0 1,0 0 0,0 1-1,0-1 1,1 0 0,0 0 0,-1 1-1,1-1 1,0 0 0,0 1 0,1-1-1,-1 0 1,1 2-22,0 3 30,-1-5-23,1 1-1,0 0 1,0-1-1,1 1 1,-1-1 0,1 1-1,0-1 1,-1 0-1,1 0 1,1 0 0,-1 0-1,0 0 1,1 0-1,-1-1 1,1 1 0,0-1-1,0 1 1,0-1-1,0 0 1,1 0 0,-1-1-1,0 1 1,1-1-1,-1 0 1,1 1 0,-1-1-1,1-1 1,0 1 0,1 0-7,17 3-5,1-1 0,-1-1 0,1-1 0,9-1 5,-24 0-7,13 0-172,0-1-1,0-1 0,0-1 0,0-1 1,6-2 179,-21 5-26,1-1 0,-1 0 0,0 0 1,0-1-1,0 0 0,0 0 1,-1 0-1,1-1 0,-1 0 1,0 0-1,0 0 0,0-1 0,-1 1 1,1-1-1,-1 0 0,0-1 1,-1 1-1,1-1 0,0-1 26,-4 6 59,1 1 0,-1 0 0,1 0 0,-1-1 0,1 1 0,-1 0 0,1-1 0,-1 1 0,1 0 0,-1 0 0,1 0 0,-1 0 0,1 0 0,-1 0 0,1 0 0,-1 0 0,1 0 0,-1 0 0,1 0 0,-1 0 0,1 0 0,0 0 0,-1 0 0,1 0 0,-1 1 0,1-1 0,-1 0 0,1 0 0,-1 1 0,1-1-59,23 12-245,-14-7 350,5-1-335,0 0 1,0-1-1,0-1 1,0 0-1,1-1 1,-1 0-1,1-2 1,-1 1-1,0-2 0,6-1 230,-1-1-1938,-1 0 0,1-1 0,-1-1-1,13-6 1939,40-24-12482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6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1 507 12643,'0'0'1915,"0"0"240,0 0 19,0 0-767,0 0-534,0 0-123,1 13 314,-1-3-866,2 23 408,-1-63-184,-3-62-42,0 29-50,2 1 0,6-23-330,-5 76-40,1 1 0,0 0 0,0 0 0,1 0 0,0 0 0,1 1 0,-1-1 0,2 1 0,-1 0 0,1 0 0,0 0 1,0 0-1,1 1 0,-1 0 0,6-3 40,9-8-1779,1 1 0,1 2 0,0 0 0,9-3 1779,33-15-9226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7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0 200 1400,'0'0'8766,"0"0"-5337,0 0-1259,10 26-146,3 6-1300,1-1-1,9 14-723,-21-42 48,0 0 0,0 0 1,1 0-1,-1 0 0,1 0 0,0-1 0,-1 1 0,1-1 0,0 0 1,0 0-1,1 0 0,-1 0 0,0-1 0,1 1 0,-1-1 0,1 0 1,-1 0-1,1 0 0,0 0 0,-1-1 0,1 1 0,0-1 1,-1 0-1,1 0 0,0-1 0,-1 1 0,5-1-48,9 0 202,-3 0-82,1 0 0,-2-1 0,1 0 0,0-1-1,0-1 1,-1 0 0,0-1 0,0 0 0,0-1 0,0-1 0,-1 0 0,0 0 0,11-10-120,-16 11 83,0 1 1,0-2-1,-1 1 0,1-1 1,-1 0-1,-1-1 1,1 1-1,-1-1 0,-1 0 1,1 0-1,-2-1 0,1 1 1,-1-1-1,0 0 1,-1 0-1,0 0 0,0 0 1,-1 0-1,0 0 0,-1 0 1,0-9-84,0 14 4,-1 0 1,0 0-1,0 0 1,0 0-1,0 0 1,0 0-1,-1 1 1,0-1 0,0 0-1,0 1 1,0-1-1,0 1 1,-1 0-1,1 0 1,-1 0-1,0 0 1,0 0-5,-3-2 91,-1 1 0,0-1 1,1 1-1,-1 1 0,0-1 0,-1 1 0,1 0 1,-6-1-92,-68-11-1501,11 12-5113,48 3-3461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7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15843,'0'0'2817,"0"0"-1577,0 0 457,0 0-665,0 0-536,4 170-184,42-146-200,10-13-32,7-8-80,3-3-128,30-20-1392,-16-16-3809,-14-6-8402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07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242 259 4521,'0'0'10902,"0"0"-6823,-30 6-1984,-13 3-858,-37 13-1237,75-20 43,0 1 0,-1-1 0,1 1-1,0 0 1,0 1 0,0-1 0,1 1 0,-1 0-1,1 0 1,0 0 0,0 1 0,0-1 0,1 1-1,0 0 1,0 0 0,0 0 0,0 1-1,1-1 1,0 1 0,0-1 0,0 1 0,1 0-1,0 0 1,0 0 0,0-1 0,1 1 0,0 0-1,0 0 1,1 0 0,-1 0 0,1 0 0,0 0-1,1-1 1,0 2-43,-1-4 7,1-1 0,-1 1 0,1-1 0,-1 1 0,1-1 0,0 0 0,0 0 0,0 0 0,0 0 0,1 0 0,-1 0 0,1 0 1,-1-1-1,1 1 0,-1-1 0,1 0 0,0 0 0,0 0 0,-1 0 0,1 0 0,0-1 0,1 1-7,11 1 13,0 0 0,-1-1 0,1-1 0,2-1-13,-1 1 3,-2 0-40,0-2 1,0 1 0,-1-2 0,1 0 0,0 0 0,-1-1 0,0-1 0,0 0-1,0-1 1,9-6 36,-14 7-15,0 0-1,0 0 1,-1-1-1,1 0 1,-1 0-1,-1-1 1,1 1-1,-1-2 1,0 1-1,-1-1 1,0 1-1,0-2 1,-1 1-1,0 0 1,0-1-1,1-4 16,-4 11 259,-2 22-23,-1 10-199,-1 61 26,3-89-221,0 0 0,1 0 0,0 1-1,-1-1 1,1 0 0,0 0 0,0 0 0,0 0 0,1-1 0,-1 1 0,0 0 0,1 0-1,-1-1 1,1 1 0,-1-1 0,1 1 0,0-1 0,0 0 0,0 1 0,0-1 0,-1 0 0,1 0-1,1-1 1,-1 1 0,0 0 0,0-1 0,1 1 158,11 3-5708</inkml:trace>
  <inkml:trace contextRef="#ctx0" brushRef="#br0" timeOffset="1">1181 0 3321,'0'0'4206,"0"0"607,0 0-2160,1 34-917,0 19-309,6 35-1427,-5-76 181,1-1 0,1 0 0,0 0-1,0 0 1,1 0 0,0-1 0,1 1 0,0-1 0,1-1 0,0 1 0,1-1-1,6 6-180,-9-10 87,1 1 0,-1-1-1,0 1 1,0 1-1,-1-1 1,0 1-1,0-1 1,-1 1-1,1 0 1,-2 1 0,1-1-1,-1 0 1,0 1-1,0-1 1,-1 1-1,0 4-86,-1-9 32,-1 0-1,1 1 0,-1-1 1,0 0-1,-1 0 0,1 1 1,0-1-1,-1 0 1,0 0-1,1-1 0,-1 1 1,0 0-1,-1-1 0,1 1 1,0-1-1,-1 1 0,1-1 1,-1 0-1,0 0 1,0 0-1,0-1 0,0 1 1,-1 0-32,-14 7 108,0-1 0,-1-1 1,-11 4-109,12-6 12,-32 12-659,0-3-1,-1-1 1,-1-4-1,-35 3 648,38-11-5041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0:46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13003,'0'0'4985,"0"0"-2305,0 0-1295,0 0-1281,0 0-104,0 0-2617,0 0-9137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15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3809,'0'0'8595,"0"0"-5734,0 0-1365,0 0-162,0 0-600,0 0-227,-6 37-25,5-31-461,-12 70 314,3 0 0,4 0-1,2 14-334,4 12 567,-1 67 1408,12 53-1975,-7-172 137,3 1 0,2-1 0,3-1 1,1 0-1,2-1 0,15 30-137,-20-57-57,0-1 0,2 0 1,0-1-1,1 0 0,0-1 1,2-1-1,15 15 57,-16-20-1202,0 0 0,0-1-1,12 6 1203,12 3-6401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16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11210,'0'0'2340,"0"0"-489,0 0 178,0 0-870,-28 29-596,28-29-563,-35 38 272,1 1 0,-12 20-272,40-49 76,0 0-1,1 0 1,0 1-1,1 0 1,0 0 0,1 0-1,0 0 1,1 1-1,0-1 1,1 1-1,0 0 1,1-1 0,0 1-1,1-1 1,0 2-76,0 23 251,-2-10-53,2 1 1,1 0-1,1 0 1,1-1-1,1 0 1,6 16-199,-8-34 26,0 1 0,1-1 1,0 0-1,0 0 0,1 0 0,0-1 1,0 0-1,1 0 0,0 0 1,0 0-1,0-1 0,1 0 0,0 0 1,0-1-1,1 0 0,0 0 0,0-1 1,0 0-1,0-1 0,0 1 1,3-1-27,3 2 30,1-2 0,0 0 0,-1-1 1,1 0-1,0-1 0,0-1 1,5 0-31,-17 0 13,1 0 1,0 0 0,0 0-1,0-1 1,0 1 0,-1-1-1,1 0 1,0 0 0,0-1-1,-1 1 1,1-1 0,-1 1-1,0-1 1,1 0-1,-1 0 1,0-1 0,0 1-1,0-1 1,0 1 0,-1-1-1,1 0 1,-1 0 0,0 0-1,0-1 1,0 1 0,0 0-1,0-1 1,-1 1 0,1-1-14,-2 2 34,1 0 0,-1 1 0,0-1 0,0 0 0,0 0 0,0 1 0,0-1 0,0 0 0,0 0 0,0 1 0,-1-1 0,1 0 0,-1 1 0,1-1 0,-1 1 0,0-1 0,0 0 0,1 1 0,-1 0 0,0-1 0,-1 1 0,1-1-34,-2-1 32,0 1-1,0-1 0,0 1 1,0 0-1,-1 0 0,1 0 1,0 0-1,-1 1 0,0-1 1,-1 1-32,-13-4 26,0 1-1,0 1 1,0 0 0,-5 1-26,11 1 36,-151-8 174,93 9-2968,69 0-2347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16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 14523,'0'0'2249,"0"0"1847,0 0-2543,-105 190-1017,78-136-296,7-4-184,10-11-56,10-12-32,4-12-1808,22-15-3946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16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73 11642,'0'0'1668,"0"0"-132,34-11-232,111-33-676,-65 27-427,-75 17-192,0-1-1,0 1 0,1 0 1,-1 1-1,0 0 1,0-1-1,0 1 0,3 2-8,-8-3 2,1 0 0,-1 0 0,0 0 0,1 1 0,-1-1 0,0 0 0,1 1 0,-1-1-1,0 0 1,1 1 0,-1-1 0,0 0 0,0 1 0,0-1 0,1 1 0,-1-1 0,0 1 0,0-1 0,0 0-1,0 1 1,0-1 0,0 1 0,0-1 0,0 1 0,0-1 0,0 0 0,0 1 0,0-1 0,0 1 0,0-1-1,0 1 1,0-1 0,0 0 0,0 1 0,-1-1 0,1 1 0,0-1 0,0 0 0,-1 1 0,1-1 0,0 0-1,-1 1 1,1-1 0,0 1-2,-18 17 316,-10-6 152,0-1-1,-1-1 0,0-1 0,-1-2 0,-2 0-467,-93 26 716,105-26-464,0 1 1,0 0-1,1 2 1,0 0-1,-1 2-252,16-9 21,-1 0 0,1 1-1,-1-1 1,1 1-1,0 0 1,1 0-1,-1 0 1,1 1-1,-1-1 1,1 1-1,1 0 1,-1-1-1,1 2 1,-1-1-1,2 0 1,-1 0-1,0 0 1,1 1-1,0-1 1,0 1-1,1 5-20,0-8 4,0 0 0,1 0 0,0 0 0,0-1 0,0 1 0,0 0-1,0 0 1,0 0 0,1-1 0,-1 1 0,1-1 0,0 1-1,0-1 1,0 0 0,0 1 0,0-1 0,0 0 0,0 0 0,1-1-1,-1 1 1,2 0-4,64 33 30,-48-26-23,103 42 34,-80-36-27,-1 3-1,0 1 0,-2 2 0,38 26-13,-76-46 26,0 0-1,0 1 1,0-1-1,0 1 1,0 0-1,-1-1 1,1 1-1,0 0 1,-1 0-1,1 0 0,-1 0 1,0 0-1,0 0 1,0 0-1,0 1 1,0-1-1,0 0 1,-1 0-1,1 1 1,-1-1-1,1 1 0,-1-1 1,0 3-26,-1-3 74,0 1 1,0-1-1,0 1 0,0-1 1,0 0-1,0 0 0,-1 0 1,1 1-1,-1-1 1,0-1-1,0 1 0,1 0 1,-1 0-1,0-1 0,-1 1 1,1-1-1,0 1 0,0-1 1,-1 0-1,1 0 1,-3 1-75,-41 15 342,-1-1 0,0-3 0,-2-2 0,-21 2-342,-49 11-169,118-23 117,0-1 1,0 0 0,0 0 0,0 1 0,0-1 0,0 0 0,0 1 0,0-1 0,0 1 0,0-1 0,1 1 0,-1-1 0,0 1-1,0 0 1,1 0 0,-1-1 0,0 1 0,1 0 0,-1 0 0,1 0 0,-1-1 0,1 1 0,-1 0 0,1 0 0,0 0 0,-1 0 51,3 28-5066,3-9-735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17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51 16644,'0'0'3776,"0"0"-1799,0 0 47,0 0-1400,0 0-624,0 0-88,0 0-1704,-13-51-3025,30 75-5489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17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791 0 12587,'0'0'2064,"0"0"873,-37 202-305,-6-98-999,-9 10-481,-15-4-424,-2-3-144,-7-9-384,6-9-152,1-11-48,3-7-424,-30 12-1312,20-14-3529,6-22-5794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18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22 4337,'0'0'6761,"0"0"-4093,-31-2-673,-97-3 249,124 4-2161,0 1 1,0 0-1,0 1 0,0-1 0,0 1 0,0 0 0,0 0 1,0 0-1,0 0 0,0 1 0,1-1 0,-1 1 1,0 0-1,1 0 0,0 1 0,-1-1 0,1 1 1,0-1-1,0 1 0,0 0 0,1 0 0,-1 1 0,1-1 1,0 0-1,-1 1 0,1-1 0,0 3-83,-1 4 118,0 0-1,0 1 1,2-1-1,-1 1 1,1 0-1,1-1 1,0 1-1,0 1-117,0-3 116,0-4-63,0 0 0,0 0 0,1 1-1,0-1 1,0 0 0,0 0 0,0 0 0,1 0-1,0 0 1,0-1 0,0 1 0,1 0 0,-1-1-1,1 0 1,0 1 0,1-1 0,-1 0-1,1-1 1,-1 1 0,1-1 0,3 3-53,1-1 69,1 0 0,0-1-1,0 0 1,0 0 0,0-1 0,0 0 0,1-1-1,-1 0 1,1 0 0,-1-1 0,5 0-69,10 1 130,-1-1 0,0-2 1,1 0-1,-1-1 0,0-1 0,21-7-130,-34 8 41,0-1 0,0-1 0,0 0-1,-1 0 1,0-1 0,1 0 0,-2-1-1,1 0 1,-1 0 0,0-1 0,0 0-1,0 0 1,-1-1 0,0 0 0,-1 0 0,3-5-41,-6 9 34,0-1 0,-1 1 0,0 0 0,1-1 0,-2 1 1,1-1-1,0 0 0,-1 1 0,0-1 0,0 0 0,0 0 0,-1 0 1,0 0-1,1 0 0,-2 0 0,1 1 0,-1-1 0,1 0 1,-1 0-1,-1 0 0,1 0 0,-1 1 0,0-1 0,0 1 0,0-1 1,0 1-1,-1 0 0,0 0 0,0 0 0,0 0 0,0 0 0,-1 1 1,1-1-1,-1 1 0,0 0 0,0 0 0,0 1 0,0-1 1,-1 1-1,1 0 0,-2-1-34,-5-2-8,-1 1 0,0 1 0,1 0 0,-1 0 0,0 1 0,0 1 0,-1 0 1,-8 0 7,16 1-218,0 0 1,-1 1 0,1-1 0,0 1 0,0 0 0,0 0 0,0 1-1,0 0 1,0 0 0,0 0 0,0 0 0,1 1 0,-1-1-1,1 1 1,0 0 0,-1 1 0,2-1 0,-1 1 0,0 0 0,-1 1 217,-11 28-5774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18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13 12323,'0'0'2631,"0"0"-581,-20 33 825,-18 31-1528,-4 16-1347,39-73 69,0 0 0,0 0 0,1 0 0,-1 1 0,2-1 0,-1 1 1,1 0-1,0-1 0,1 1 0,0 0 0,0 0 0,0-1 0,2 7-69,0-8 39,-1-1 0,1 1 1,0-1-1,1 0 0,-1 1 0,1-1 0,0 0 1,1-1-1,-1 1 0,1-1 0,0 1 0,0-1 0,0 0 1,3 2-40,4 1 58,1 1 1,0-1 0,1-1-1,0 0 1,0-1 0,0 0 0,0-1-1,1 0 1,0-1 0,0-1-1,13 1-58,4 0 31,-1-2-1,0 0 1,0-2 0,1-2-1,-1 0 1,-1-2-1,1-2 1,-1 0 0,0-2-1,0-1 1,-1-1-1,0-2 1,-1-1-1,20-13-30,-41 22 22,0 1-1,0-1 1,-1 0-1,0 0 1,0-1-1,0 0 1,0 1-1,-1-1 1,0-1-1,-1 1 1,1-1-1,-1 0-21,-2 4 35,1 0 0,-1 0 0,-1-1 0,1 1 0,0-1 0,-1 1 0,1-1 1,-1 1-1,0-1 0,0 1 0,-1-1 0,1 0 0,-1 1 0,0 0 0,0-1 0,0 1 0,0-1 0,0 1 0,-1 0 0,1 0 0,-1 0 0,0 0 0,0 0 0,0 0 0,-1 0 0,0-1-35,-11-8 69,1 1 0,-2 0 0,1 1 0,-1 1 0,-1 0 0,0 1 0,0 1 0,-1 0 0,-8-2-69,-39-11 141,-56-9-141,32 14-297,80 14-980,16 0-410,29-1-2706,-22 2 1740,48-5-9540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19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239 200 3569,'0'0'5456,"0"0"-3381,0 0-410,0 0-812,0 0-543,0 0-18,26-18 493,70-54 15,-96 72-791,0 0 0,1 0 1,-1-1-1,1 1 0,-1 0 1,0 0-1,1-1 0,-1 1 1,0 0-1,1-1 0,-1 1 1,0-1-1,0 1 0,1 0 1,-1-1-1,0 1 0,0-1 1,0 1-1,0-1 0,0 1 1,1-1-1,-1 1 0,0 0 1,0-1-1,0 1 0,0-1 1,0 1-1,0-1 0,0 1 1,-1-1-1,1 1 0,0-1 1,0 1-1,0-1-9,-17-6 165,-36 3-69,39 3-67,-164-2 715,178 3-690,-1-1 1,1 0-1,-1 1 1,1-1-1,-1 0 1,1 1-1,-1-1 1,1 0-1,0 0 1,-1 0-1,1 1 1,0-1-1,0 0 1,-1 0-1,1 0 0,0 1 1,0-1-1,0 0 1,0 0-1,0 0 1,0 0-1,0 0 1,1 1-1,-1-1 1,0 0-1,0 0 1,1 0-1,-1 0-54,0-1 47,1 0 0,-1 0 0,0 0-1,1 0 1,0 0 0,-1 1 0,1-1 0,0 0-1,0 0 1,0 0 0,0 1 0,0-1-1,1 0 1,0 0-47,4-2-23,1 0-1,0 0 1,0 1-1,1 0 1,-1 0 0,1 1-1,0-1 1,-1 2-1,4-1 24,-10 2-93,-29 13-38,18-8 147,0 0 0,0 1 0,0 0 0,1 1-1,0 0 1,1 0 0,-1 1 0,1 0-1,1 1 1,-1-1 0,1 2 0,1-1 0,0 1-1,0 0 1,1 0 0,0 0 0,1 1 0,0 0-1,1-1 1,0 2 0,1-1 0,0 0 0,1 0-1,0 1 1,0 1-16,-1 13 42,-1-7 12,2 0 0,0 0 0,1-1 0,1 1-1,3 18-53,-3-32 12,-1-1-1,2 0 0,-1 0 0,0 0 0,1 0 1,0 0-1,0-1 0,0 1 0,0 0 1,1-1-1,-1 0 0,1 1 0,0-1 0,0 0 1,0 0-1,0-1 0,0 1 0,1-1 1,0 1-1,-1-1 0,1 0 0,0-1 0,0 1 1,0 0-1,0-1 0,0 0 0,0 0 1,2 0-12,30 3 83,0-1 0,0-2 0,27-3-83,55 2 19,-110 1-21,0 0 0,1 1 0,-1 0 0,0 0 1,0 1-1,0 0 0,-1 1 0,1-1 0,-1 2 0,0-1 1,0 1-1,0 0 0,0 0 0,-1 1 0,0 0 1,0 0-1,-1 0 0,1 1 0,-2 0 0,1 0 0,-1 0 1,0 0-1,0 1 0,1 5 2,1 1 62,0 0 0,-2 1 0,0 0 0,0 0 0,-1 0 0,-1 1 0,-1-1 0,0 0 0,-1 1 0,-1-1 0,0 1 0,-1-1 0,-1 3-62,1-12 136,0 0-1,0 0 0,0-1 0,-1 1 0,0-1 0,0 0 0,0 0 1,0 0-1,-1 0 0,0 0 0,0-1 0,0 0 0,-1 0 0,0 0 1,1 0-1,-1-1 0,0 1 0,-1-1 0,1-1 0,0 1 0,-1-1 1,-4 1-136,2 0 47,0-1 1,0 0-1,-1-1 1,1 1-1,0-2 1,-1 1 0,1-1-1,-1-1 1,1 0-1,-1 0 1,1 0-1,-1-1 1,1 0-1,0-1 1,0 0 0,-4-2-48,-37-20-1330,-13-8-5065,9 11-5094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1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14419,'0'0'2409,"0"0"-313,0 0 1561,-56 163-3073,36-103-288,3-1-208,1-11-88,6-12-48,10-16-1336,0-11-3241,7-9-5465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4:19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0 11450,'0'0'4249,"0"0"-3064,0 0 1783,0 0-1904,0 0-623,201 262 711,-194-45-232,-7-8-272,-26-43-216,-24-56-232,4-35-80,-14 5-104,-9 12-16,-41 36-648,24-27-1792,10-20-5402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8:36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0 524 9026,'0'0'1188,"0"0"-908,0 0-118,0 0-62,0 0 20,30-1 49,225-16 941,-137 11 1,38 6-1111,-76 2 93,0-3 0,0-4 1,77-15-94,-43-7-159,-52 12-587,1 2-1,1 3 1,24 0 746,746-68 550,-634 56-55,131-2-250,181 17-245,188-10 58,653-70-32,-913 61-8,1034-14 1,-376 18 161,60-3 733,-1130 24-910,16 0 8,-1-2 1,1-1 0,38-10-12,-82 14-65,1-1 1,0 1 0,0 0 0,-1-1 0,1 1 0,0-1 0,-1 1 0,1-1 0,0 1 0,-1-1 0,1 1-1,-1-1 1,1 1 0,-1-1 0,1 0 0,-1 1 0,1-1 0,-1 0 0,0 1 0,1-1 0,-1 0-1,0 0 1,0 0 0,1 1 0,-1-1 0,0 0 64,1-4-1879,3-4-4144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8:36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11178,'0'0'2393,"0"0"-1857,0 0-456,0 0 272,0 0 176,0 0-72,77 187-240,-64-145-160,0-9-48,0-10-8,4-17-800,-4-6-1872,0 0-5570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8:37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1 226 5673,'0'0'768,"0"0"-434,0 0-185,28 0 22,202 0 1246,-52 3 649,97-1 405,288-28-1894,-68 3-443,1411-79-75,-114 25-240,-1586 76 190,98 0 67,119 21-76,-401-18-61,-7-1-20,1 0-1,-1 1 1,0 0 0,0 1-1,0 1 1,0 1-1,-1 0 1,0 0-1,2 3 82,0 4-3499,-11 0-1050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8:37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10922,'0'0'1977,"0"0"-1617,0 0-240,0 0 40,0 0-40,0 0-64,3 185 0,0-158 8,17-12-64,0-12-1344,0-3-5786</inkml:trace>
  <inkml:trace contextRef="#ctx0" brushRef="#br0" timeOffset="1">414 39 12755,'0'0'1480,"0"0"-1096,0 0-160,0 170-88,0-123-88,-3-2 72,3 9-120,0-13-320,0-11-3537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8:38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8858,'0'0'965,"0"0"-662,0 0-215,30 0-36,191 0 35,312-1 1952,613 4-475,299 91-1478,-543-21-70,-9-26 38,866 67-24,-1635-102 36,585 48 1201,-224-19 664,-476-41-2190,11 1 1653,-20-1-1388,0 0 0,-1 0-1,1 0 1,0 0 0,0 0 0,0 0 0,0 0 0,-1 0 0,1 1-1,0-1 1,0 0 0,0 0 0,0 0 0,-1 0 0,1 0 0,0 0 0,0 0-1,0 0 1,0 1 0,0-1 0,-1 0 0,1 0 0,0 0 0,0 0 0,0 1-1,0-1 1,0 0 0,0 0 0,0 0 0,0 0 0,0 1 0,0-1 0,0 0-1,0 0 1,0 0 0,0 1 0,0-1 0,0 0 0,0 0 0,0 0 0,0 0-1,0 1 1,0-1 0,0 0 0,0 0 0,0 0 0,0 0 0,0 1 0,0-1-1,0 0 1,1 0 0,-1 0 0,0 0 0,0 1 0,0-1 0,0 0 0,0 0-1,0 0 1,1 0 0,-1 0 0,0 0 0,0 0 0,0 0-6,-15 6-2605,-4-3-1498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8:44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3449,'0'0'1144,"0"0"-888,169-27-168,-90 16-80,4 2 0,0-3-8,-4 3 0,-10 3 72,-12 3-72,-21 3 40,-16 0-40,-17 0-952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8:4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386 238 2841,'31'-7'1006,"39"-8"-815,206-45 890,-92 27-3494,-232 36 2602,-1-3 0,-1-1-189,-105 0 1430,-165 33-218,22-1-79,271-31-354,53-5 281,0 0-1149,171-39 293,201-38-91,-66 44-561,-204 25-1853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9:40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1 649 616,'0'0'3710,"0"0"-2499,0 0-429,0 0 703,0 0 162,33-6-516,-8 1-904,37-6 718,-1-2 0,48-19-945,407-150 2457,36-13-2846,-350 126-4308,59-36 4697,-197 74-4093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9:41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8490,'0'0'1169,"0"0"18,0 0 604,0 0-546,0 0-600,0 0-421,2-2-150,5-3-42,-1 0 1,1 0-1,0 1 1,0 0 0,0 0-1,1 1 1,-1 0 0,1 0-1,0 1 1,2-1-33,23-8 84,31-14-10,1 2-1,1 4 1,0 3-1,2 2 1,-1 3-1,2 4 1,28 1-74,-94 6-6,0-1 1,0 1-1,0 1 0,0-1 0,0 0 1,0 1-1,0-1 0,0 1 0,0 0 1,0 0-1,0 0 0,0 1 0,-1-1 1,1 1-1,0-1 0,-1 1 0,0 0 1,1 0-1,-1 0 0,0 0 0,0 0 1,1 2 5,0 1 0,-1-1 0,0 2 0,0-1 0,0 0 0,-1 0 0,0 1-1,0-1 1,0 0 0,0 1 0,-1-1 0,0 1 0,0 1 0,-1 20 33,-1 1 0,-1-1 0,-1 0 0,-7 25-33,-9 16 102,-15 28-102,-68 179-1882,57-154-2827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1:43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1 307 6065,'0'0'1865,"0"0"-873,0 0 280,0 0-136,0 0-271,175-41-65,-115 14-144,6-3-296,16-9-208,11 1-128,16-4 48,4 3-72,3 10-40,26 14-928,-30 9-929,-22 6-2512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9:47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0 11859,'0'0'1920,"0"0"-160,0 0 359,0 0-718,-31 1-542,-99 7-306,124-7-533,1 0 0,0-1 0,0 2 0,-1-1 0,1 0 1,0 1-1,0 0 0,1 0 0,-1 1 0,0-1 0,1 1 0,-1 0 0,1 0 0,0 1 0,0-1 0,0 1 1,1 0-1,-1 0 0,1 0 0,0 1 0,-2 3-20,-2 2 30,-6 10 48,1 0 1,1 1-1,1 1 0,1-1 0,1 2 0,1-1 1,1 1-1,1 0 0,1 0 0,1 2-78,-5 57 543,4 0 0,3 17-543,1-86 61,0 20 97,1 0 1,2 0 0,1-1 0,1 1 0,8 24-159,-8-43 22,0 0-1,0-1 1,1 1-1,1-1 1,0-1-1,1 1 1,1-1-1,-1-1 1,2 1 0,0-2-1,0 1 1,1-1-1,0-1 1,2 1-22,4 1 6,-1-1 1,2-1 0,-1 0 0,1-1-1,0-1 1,1-1 0,-1-1-1,1 0 1,1-2 0,0 0-7,-5 0-122,0-2 0,1 0 0,-1-1 0,0 0 0,0-2 0,0 1 0,0-2 1,0 0-1,0-1 0,-1 0 0,1-1 0,-1-1 0,2-1 122,-11 4-213,1-1 0,0 0 0,-1 0 0,0 0-1,0 0 1,0-1 0,-1 0 0,1 0 0,-1 0 0,0 0-1,-1-1 1,1 0 0,1-4 213,0-1-871,-1-1 0,0 1 0,-1-1 0,0 0 0,-1 0 0,-1 0 0,0-2 871,1-38-7065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9:47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1 295 13715,'0'0'4449,"0"0"-2697,0 0 465,0 0-721,0 0-992,0 0-176,0 0-184,172-92-144,-96 44-424,23-14-896,-20 14-2793,-19 4-2840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9:48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11707,'0'0'1808,"13"27"120,196 399 5076,-165-331-6304,-5 1 0,-3 4-700,-22-58 53,-3 1-1,-2 0 1,-1 0-1,-3 1 1,-1 0-1,-2 4-52,-2-46 5,0-1-1,0 1 0,0 0 0,0 0 0,0-1 0,0 1 0,0 0 0,-1 0 0,1-1 0,-1 1 0,1 0 0,-1-1 0,0 1 0,0-1 0,0 1 0,0 0 0,0-1 0,0 0 0,0 1 0,0-1 0,0 0 0,-1 0 0,1 1 1,0-1-1,-2 0-4,0 0-6,0 0 0,-1 0 0,1-1 0,0 1 0,0-1 1,-1 0-1,1 0 0,0 0 0,-1-1 0,1 1 1,0-1-1,0 0 0,0 1 0,-1-2 0,1 1 0,-1 0 7,-23-12-676,1 0 0,0-2 1,1-1-1,1-1 1,-15-13 674,-43-37-5835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9:48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1 388 2801,'0'0'9783,"0"0"-6573,0 0-2072,34-18-432,3-2-582,-13 6-90,1 1 0,1 1 0,-1 1 0,2 1 1,-1 2-1,1 0 0,15 0-34,81-15 110,221-49-46,-327 66-15,-27 11 79,-1 0-1,0 0 1,1 0 0,0 2-1,1-1 1,-1 1 0,1 0-1,0 1 1,1 0 0,0 1 0,0 0-1,1 0 1,0 0 0,1 1-1,0 0 1,0 1 0,1-1-1,0 1 1,1 0 0,0 1-128,-3 13 37,1 0 1,1 0-1,1 1 0,1-1 1,1 1-1,2 0 0,0 0 1,4 21-38,-2-36 44,-1 0 0,2 1 0,0-1 1,0 0-1,1-1 0,0 1 1,1-1-1,0 0 0,1 0 1,0 0-1,0-1 0,1 0 1,0 0-1,1 0 0,0-1 1,0-1-1,1 1 0,0-1 1,0-1-1,1 1 0,0-2 1,0 1-1,0-1 0,5 1-44,9 3 17,0-1-1,0-1 1,1-2-1,1 0 1,-1-1-1,0-2 0,1 0 1,0-2-1,-1-1 1,13-2-17,-30 2 7,1 0-1,0 0 1,0-1 0,-1-1-1,1 1 1,-1-2 0,0 1 0,0-1-1,0 0 1,0-1 0,-1 1 0,1-2-1,-1 1 1,1-2-7,-3 2 5,0-1 0,0 0 0,-1 0 0,0 0 0,0 0-1,0-1 1,-1 1 0,0-1 0,0 0 0,-1 0 0,1 0 0,-2-1 0,1 1-1,-1 0 1,0-1 0,-1 1 0,1-2-5,0-13 19,-1-1 0,-1 1 0,-1 0 0,-1 0-1,-1 0 1,-1 1 0,-3-10-19,-9-19 36,2 0-1,2-5-35,10 40 1,0-1-1,1 0 1,1 0-1,0 0 1,1 0-1,1 0 0,1 0 1,3-14-1,-3 23-25,1 0 1,0 0 0,1 1-1,0-1 1,0 1-1,0 0 1,0 0-1,1 1 1,0-1-1,0 1 1,1 0 0,0 0-1,-1 1 1,2 0-1,-1 0 1,0 0-1,1 1 1,5-3 24,16-6-1073,0 1 0,1 2 1,25-5 1072,1 1-4074,-7 1-2841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9:48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12123,'0'0'2388,"0"0"-705,-9 33-47,-2 1-1206,3-7-114,0 1 0,2-1 0,0 1-1,2 1 1,2-1 0,0 23-316,2-36 120,1 0 0,0 0-1,1 0 1,1 0 0,1-1 0,0 1 0,0-1-1,2 0 1,-1 0 0,2 0 0,0-1 0,7 10-120,-8-15 29,0 0 1,1 0-1,0 0 0,0-1 1,1 0-1,0 0 1,0-1-1,1 0 0,0-1 1,0 0-1,0 0 1,0-1-1,1 0 0,0 0 1,-1-1-1,1-1 1,0 1-1,1-2 0,1 1-29,4 0-27,0-1 0,0-1 0,0 0-1,0-1 1,-1 0 0,1-1 0,0-1-1,0-1 1,-1 0 0,0-1 0,3-2 27,-11 4-108,0-1 1,-1 0-1,0 0 1,1-1-1,-1 0 1,-1 0-1,1 0 0,-1-1 1,0 1-1,0-1 1,-1 0-1,1-1 1,-1 1-1,-1-1 1,1 0-1,-1 0 1,0 0-1,-1 0 0,0-1 1,0 1-1,0-1 1,-1 1-1,0-1 1,-1-3 107,1-16 133,-1-1 1,-2 1 0,-1 0-1,-1-1 1,-1 1 0,-1 1-1,-2-1 1,-1 1-1,0 0 1,-6-7-134,9 19 555,3 9-217,1 0 0,0 0 0,0 0 0,0-1-1,1 1 1,0-1 0,0 1 0,0-2-338,2 7 44,0-1 0,1 1 1,-1 0-1,0 0 0,0 0 0,1 0 0,-1 0 0,0 0 1,0 0-1,0 1 0,0-1 0,1 0 0,-1 1 0,0-1 1,0 1-1,0-1 0,1 1-44,8 6 52,0 0 0,-1 0 0,0 1 0,0 0 0,-1 1 0,0 0 0,2 4-52,54 76 194,-47-63-156,11 17-51,-7-9 56,2-1-1,20 21-42,-36-45-57,1-1 0,1 0 0,-1 0 0,1-1 0,1 0 0,0 0 0,-1-1 0,2-1 0,-1 1 0,1-2 0,7 3 57,10-1-1476,0-2 0,1 0 0,0-3 0,28 0 1476,23-1-5614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9:49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 14051,'0'0'1746,"0"0"-387,0 0 453,0 0-465,-24 32-488,-13 19-58,-23 42-801,56-87 66,0 1 0,1 0 0,0 0 0,1 0 0,0 0 0,0 0 0,0 1 1,1-1-1,0 1 0,0-1 0,1 1 0,0-1 0,0 1 0,1-1 0,0 1 0,0-1 0,1 1 0,0-1 0,0 0 0,0 0 0,1 0 0,1 1-66,-4-8 2,5 12 43,0-1-1,0-1 1,1 1-1,1-1 0,0 0 1,0 0-1,1-1 0,0 0 1,0-1-1,1 1 1,0-2-1,1 1 0,0-1 1,0-1-1,1 0 1,9 5-45,-2-3-20,1-1 1,1-1 0,-1 0-1,1-2 1,0 0-1,0-1 1,1-1 0,-1-1-1,13-1 20,-25 0-123,0-1-1,1 0 0,-1 0 0,0-1 0,-1 1 0,1-2 0,0 1 0,0-1 0,-1 0 0,0-1 0,0 0 0,0 0 1,0-1-1,0 1 0,-1-2 0,0 1 0,0 0 0,0-1 0,-1 0 0,0-1 0,3-3 124,-1-3-140,1 0-1,-2 0 0,0 0 1,-1-1-1,0 0 1,-1 0-1,0-1 0,-1 1 1,-1-1-1,-1 1 1,1-10 140,-2 7 46,4-51 1071,-4 0 0,-4-23-1117,-2 65 2363,6 26-1997,0 3-213,1 6-107,0-1 0,1 1 1,0 0-1,1 0 0,0-1 0,0 0 0,0 1 1,1-1-1,1 0 0,-1-1 0,1 1 0,1-1 0,0 1-46,2 2-23,0 0-1,1-1 1,0 0-1,0-1 0,0 0 1,1 0-1,1-1 1,-1 0-1,9 3 24,-5-6-607,-1 0 0,1-1-1,0 0 1,0-1 0,1-1 0,-1 0-1,0-1 1,0-1 0,1 0 0,-1-1-1,0 0 1,1-2 607,55-18-4566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9:49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583 212 13771,'0'0'1838,"0"0"-341,-5 34 776,-12 113-537,16-140-1638,0 1-1,0-1 1,1 1-1,0-1 1,0 1-1,1-1 1,0 1-1,0-1 1,1 0-1,0 0 1,0 1-1,1-1 1,0-1-1,0 1 1,0 0-1,1-1 1,0 1-1,0-1 1,1 0-1,0-1 1,0 1-1,0-1 1,1 0-1,-1 0 1,2 0-98,1-1 49,0 0-1,0 0 1,0-1 0,1 0-1,-1 0 1,1-1 0,0 0-1,-1 0 1,1-1 0,0-1-1,0 1 1,0-1 0,0-1-1,0 0 1,0 0 0,0 0 0,-1-1-1,5-2-48,-7 1 14,1 1 0,-1-1-1,1-1 1,-1 1 0,0-1-1,0 0 1,-1-1 0,1 0-1,-1 1 1,0-1 0,-1-1-1,1 1 1,-1-1 0,0 0-1,0 0 1,0 0 0,-1 0-1,0-1 1,-1 0 0,1 1-1,-1-1 1,0-1-14,1-5 6,0 0 0,-1 1 0,0-1 1,-1-1-1,0 1 0,-1 0 0,-1 0 0,0 0 0,0 0 1,-2 0-1,1 1 0,-2-2-6,0 3-46,-1 0 1,0 0-1,-1 0 0,0 1 0,-1 0 1,0 0-1,0 1 0,-1-1 0,-1 2 1,1-1-1,-1 1 0,-9-6 46,-6-3-559,-1 1 0,0 1 0,-1 1 0,-15-5 559,-77-26-4522,8 18-1749</inkml:trace>
  <inkml:trace contextRef="#ctx0" brushRef="#br0" timeOffset="1">1 0 12515,'0'0'3104,"0"0"-1079,0 0 175,0 0-1024,0 0-671,0 0-505,0 0-152,178 0-2241,-95 0-7081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09:50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10962,'0'0'8194,"0"0"-6017,0 0-665,0 0-712,0 0-800,0 0-1280,0 0-4730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2:00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4809,'0'0'0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2:00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14683,'0'0'1881,"0"0"-1353,0 0-320,0 0-208,0 0-1073,0 0-8137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0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11570,'0'0'1833,"92"264"127,-25-49 1161,-5 26-889,-15-39-647,-17-50-481,-14-63-304,-3-15-464,1 4 32,2-1-248,-3-2-32,-3-22-88,-3-23-64,-7-21-520,0-30-400,-23-30-1497,-14-11-4560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0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0 189 7538,'0'0'4290,"29"-26"-2447,20-17 129,36-24-1972,-74 60 167,0 0 0,0 1-1,0 0 1,1 1 0,0 1 0,0 0-1,0 0 1,1 1 0,-1 0-1,1 2 1,0-1 0,0 1-1,0 1 1,-1 0 0,1 1-1,6 1-166,-11-1 86,6 0 60,1 0 1,-1 1-1,0 1 1,0 0-1,0 1 0,-1 1 1,1 0-1,-1 1 1,0 0-1,-1 1 0,1 0 1,-1 1-1,-1 1 1,0-1-1,0 2 1,0 0-1,-1 0 0,-1 1 1,0 0-1,0 0 1,-1 1-1,-1 1 0,0-1 1,0 1-1,-2 0 1,1 0-1,-2 1 0,2 7-146,-1 1 162,-1 0 0,-1 0 0,-1 0 0,-1 0 0,-1 0 0,0 0-1,-2 0 1,-1 0 0,-1 0 0,-1 0 0,0-1 0,-2 1 0,0-2-1,-2 1 1,0-1 0,-8 11-162,-4 6 119,-2-2 0,-2-1 0,-1 0 0,-2-2 0,-1-1 0,-1-2 1,-2-1-1,-9 5-119,-23 11 94,58-41-110,1-1 1,0 0 0,0 0 0,-1 0 0,1 0 0,-1-1-1,0 0 1,1 0 0,-1-1 0,0 0 0,0 0 0,-2 0 15,7 0-49,-1-1 0,1 1 1,0 0-1,-1-1 0,1 1 1,0-1-1,0 1 0,0-1 0,0 1 1,-1-1-1,1 0 0,0 0 1,0 0-1,0 1 0,0-1 1,1 0-1,-1 0 0,0 0 1,0-1-1,1 1 0,-1 0 1,0 0-1,1-1 49,-8-35-1010,14-36-1391,-3 57 922,2 1 0,0-1-1,0 1 1,3-4 1479,30-62-10309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0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16508,'0'0'2504,"0"0"-1216,-72 173 857,58-72-985,14 18-336,0 9-120,20-3-368,20-9-152,10-15-112,9-18-144,14-23 72,6-24-168,7-22-472,27-19-624,-17-34-1697,-20-9-4312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09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15859,'0'0'1745,"0"0"-361,0 0 304,238 77-375,-148-20-393,2 11-240,-3-2-464,-3-1 0,-9-8-168,-15-9-96,-12-10-24,-17-17-720,-13-9-1985,-13-12-3944</inkml:trace>
  <inkml:trace contextRef="#ctx0" brushRef="#br0" timeOffset="1">490 0 11747,'0'0'4256,"0"0"-3047,-43 188 2960,13-84-2393,-3 3-608,0-3-504,6-11-384,4-16-272,10-15-8,10-17-8,3-12-128,0-15-672,0-15-568,46-6-1193,-3-30-2352,0-12-6953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10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15699,'0'0'1913,"0"0"103,0 0-648,0 0-751,0 0-297,0 0-312,215-9 80,-142-3-88,13-2-584,-20 2-2305,-20 3-3656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1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1 637 13827,'0'0'2713,"0"0"-1593,0 0 896,0 0-1152,0 0-279,0 0-401,192-24-184,-116 0-817,20-21-1343,-23 10-2105,-14-1-6617</inkml:trace>
  <inkml:trace contextRef="#ctx0" brushRef="#br0" timeOffset="1">530 77 13707,'0'0'1426,"0"0"-364,0 0 200,34-13-404,113-41-124,-139 52-657,-1 0-1,1 0 1,0 0-1,0 1 1,0 1-1,0-1 1,0 1-1,0 0 1,-1 1-1,1 0 1,0 0-1,0 1 0,0 0 1,-1 0-1,1 1 1,-1 0-1,2 1-76,4 4 218,0 1-1,-1 0 1,1 1-1,-2 1 0,1 0 1,7 10-218,-14-16 56,22 26 236,-2 1 0,-1 1 0,-1 1 0,-2 1 0,-2 1 0,-1 0 0,-1 2 0,-3 0 0,4 16-292,-7-13-312,-1 0 1,-2 0 0,-2 1-1,-2-1 1,-1 30 311,-3-68-1723,0-5-826,0-5-1557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10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15715,'0'0'2849,"0"0"-1721,0 0 849,0 0-1321,0 0-544,176-89-112,-61 41-872,-15 6-2017,-14 4-2696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11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5825,'0'0'5193,"0"0"-3360,96 170 879,-37-60-511,4 18 47,-7 6-495,-6-3-529,-10-9-368,-11-15-768,-12-6-88,-17 33-192,-20-24-1936,-23-12-5418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11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12171,'0'0'1784,"0"0"-1328,0 0 96,0 0-400,241-50-8,-155 29-80,-3 0-104,9-12 40,-26 7-1912,-19 2-7594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1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1 265 12515,'0'0'1584,"0"0"-824,0 0 977,0 0-1161,248-65-328,-142 17-160,3 0-80,20 1-8,-26 11-832,-31 15-2001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16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12259,'0'0'2053,"0"0"189,0 0-624,0 0-623,0 0-484,-3 14-273,-6 34-38,3 0 0,2 1 0,2 0 0,3 27-200,-1-68 19,10 355 1072,15-1 1,15-1-1,31 74-1091,-49-326 225,5-1-1,23 50-224,-29-100 60,3-1 0,2-1 0,2-2-1,3-1 1,6 5-60,-29-46-70,-6-8-17,-1-1 1,1 0-1,0 0 1,0 0 0,0 0-1,0 0 1,1 0 0,-1-1-1,1 1 1,-1-1-1,1 1 1,0-1 0,0 0-1,0 0 1,0 0-1,1-1 1,-1 1 0,1-1 86,-3-23-6829,-1-6-2304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1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10058,'0'0'3081,"0"0"-1977,0 0 448,0 0 505,110 187-137,-81-98-255,-9 4-361,-7-7-424,-3-12-400,-3-14-16,0-15-448,-4-16 72,0-14-80,0-9-16,1-6-224,2-15-568,1-20-1857,-4-4-4456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17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24 11586,'0'0'1774,"0"0"-554,1 27 154,0-2-1031,-1-7-124,1 1-1,1-1 1,0 0 0,1 1 0,1-1 0,1 0 0,1-1 0,4 9-219,-5-13 169,1-1 1,1 0-1,0-1 1,0 1-1,1-1 0,1 0 1,0-1-1,0 0 1,1-1-1,1 0 1,7 5-170,-12-10 57,0 0 1,1 0 0,-1-1-1,1 0 1,0 0 0,0-1-1,0 0 1,0 0 0,0-1-1,1 0 1,-1 0 0,0 0-1,1-1 1,-1 0 0,0-1-1,1 0 1,-1 0 0,0 0-1,0-1 1,0 0 0,0 0 0,5-3-58,-1-1 40,-1 0 1,-1 0 0,1-1 0,-1-1 0,-1 0 0,1 0-1,-1 0 1,-1-1 0,1 0 0,-1-1 0,-1 1-1,0-1 1,0-1 0,-1 1 0,2-9-41,-3 10 42,-1 0 0,0 0-1,-1 0 1,0 0 0,0 0 0,-1-1 0,-1 1-1,1-1 1,-2-4-42,1 8 50,-1 1 0,0 0 0,0-1 0,0 1 0,-1 0 0,0 0 0,0-1 0,0 1 0,-1 1 0,0-1 0,0 0 0,0 1 0,0-1 0,-1 1 0,1 0 0,-2-1-50,-6-3 26,0 0 0,-1 0-1,0 1 1,0 1 0,0 0 0,-1 0 0,0 1 0,0 1-1,0 0 1,-1 1 0,0 1 0,1 0 0,-1 0 0,0 2-1,0-1 1,0 2 0,1 0 0,-1 1 0,-8 2-26,16-3-67,-1 1-1,1 1 1,0-1 0,-1 1 0,1 1 0,1-1-1,-1 1 1,0 0 0,1 0 0,0 0 0,0 1 0,0 0-1,1 0 1,-2 1 67,-9 14-1467,1 0 0,1 0 0,-2 8 1467,9-18-960,-26 53-6444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17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12243,'0'0'2690,"0"0"-142,0 0 195,0 0-792,0 0-985,0 0-534,5-16-208,-3 11-208,0 0 3,-1-1-1,1 0 1,0 1 0,1-1-1,0 1 1,0 0 0,0 0-1,0 0 1,1 0 0,-1 0-1,1 1 1,1 0 0,-1 0-1,0 0 1,1 0 0,0 1-1,0-1 1,0 1 0,0 1-1,3-2-17,6-1 33,1 0 0,0 1 1,0 1-1,0 0 1,0 1-1,0 0 1,1 2-1,-1-1 1,1 2-1,9 2-34,-17-2 5,1 1-1,-1 0 0,0 1 0,0-1 1,0 2-1,0-1 0,-1 1 0,1 0 0,-1 1 1,0 0-1,0 0 0,-1 0 0,1 1 1,-1 0-1,0 0 0,-1 1 0,0 0 1,0 0-1,3 5-4,1 5 23,0 0 1,-2 1 0,0 0-1,-1 0 1,0 1-1,-2 0 1,0 0-1,0 7-23,1 33 135,-3 0 1,-2 5-136,-1-12 154,2-1 1,9 52-155,-9-103-71,-1 0 1,0 1-1,0-1 0,1 0 1,-1 1-1,0-1 0,0 1 1,0-1-1,0 0 0,1 1 1,-1-1-1,0 1 0,0-1 1,0 1-1,0-1 0,0 0 1,0 1-1,0-1 0,0 1 1,0-1-1,0 1 0,0-1 1,0 0-1,-1 1 0,1-1 1,0 1-1,0-1 0,0 0 1,-1 1-1,1-1 0,0 0 1,0 1-1,-1-1 0,1 0 1,0 1-1,0-1 0,-1 0 0,1 1 1,0-1-1,-1 0 0,1 0 1,-1 0-1,1 1 0,0-1 1,-1 0-1,1 0 0,-1 0 1,1 0-1,0 0 0,-1 0 1,1 0-1,-1 0 0,1 0 1,-1 0-1,1 0 0,0 0 1,-1 0-1,1 0 0,-1 0 71,-30-18-3801,8 3-808,-12-2-5622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18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1 488 3441,'0'0'11002,"0"0"-9154,0 0 113,0 0-881,0 0-760,231-154-176,-121 85-144,48-35-80,-29 18-2352,-16 11-6226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18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8066,'0'0'1779,"0"0"551,36 16-118,-8-4-1737,9 2 73,-2 3-1,1 0 1,-2 3-1,-1 0 0,0 3 1,1 2-548,16 19 593,-2 2 0,-3 3 0,-1 1 0,-3 2 0,-1 1 0,29 56-593,-18-16 467,-4 2 0,-4 2 0,27 92-467,-45-108 219,-5 2-1,-3 0 1,-3 1-1,-2 25-218,-2 68 1416,-9 105-1416,-5-232 125,-2-1 0,-10 43-125,-4 25-198,21-138-3011,0-40-876,5 21-1700,6 3-5560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0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7698,'0'0'2093,"0"0"-263,0 0-260,0 0-363,0 0-130,0 0-229,-10 2-142,10-1-698,-3-1 15,1 0 0,-1 1 1,0 0-1,1 0 0,-1-1 1,1 1-1,-1 1 0,1-1 1,0 0-1,-1 1 0,1-1 0,0 1 1,0 0-1,0-1 0,0 1 1,0 0-1,0 0 0,1 1 1,-1-1-1,1 0 0,-1 0 1,1 1-1,0-1 0,0 1 0,0-1 1,0 1-1,1-1 0,-1 1 1,1 0-1,-1-1 0,1 1 1,0 0-1,0-1 0,0 3-23,-2 64 342,3-1-1,2 0 0,12 61-341,49 205 1032,-41-226-609,13 69 259,37 172 739,-43-231-398,39 98-1023,-54-179 55,2-1 0,1-1-1,2-1 1,12 16-55,96 117 214,-84-114-507,-2 2 0,-3 2 0,23 45 293,-29-38-5483,-22-50 181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1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10058,'0'0'2034,"0"0"-135,0 0 24,0 0-625,0 0-717,0 0-321,7 10 290,19 26 542,-3 2 1,0 0 0,7 23-1093,56 138 968,-85-197-1121,14 27-1034,-3-20-2050,4-15-3826,-4-11-2602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1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11226,'0'0'1579,"13"30"276,1 6-1173,-5-14-271,0 1 0,1-1 1,1-1-1,1 0 0,1 0 0,1-1 0,4 3-411,-9-14 154,-1 0 0,1 0 0,0-1 0,1 0 0,0-1 0,1 0 0,-1 0 0,1-1 1,0-1-1,1 0 0,-1 0 0,1-1 0,8 2-154,-12-4 47,0-1 0,-1 0 0,1 0 0,0 0 0,0-1-1,0 0 1,0 0 0,0-1 0,0 0 0,0-1 0,0 0 0,-1 0 0,1 0 0,-1-1 0,1 0 0,-1-1 0,0 0 0,0 0 0,-1 0 0,1-1 0,2-2-47,-3 2 47,0-1 0,-1 1 1,1-1-1,-1-1 0,0 1 1,-1-1-1,1 1 0,-1-1 1,-1-1-1,1 1 0,-1 0 1,-1-1-1,1 0 0,-1 1 1,0-1-1,-1 0 0,0 0 1,0 0-1,-1 0 0,0 0 1,0 0-1,-1 0 0,0 0 1,-1 0-1,0 0 0,0 0 1,0 0-1,-1 1 1,0-1-1,0 1 0,-1 0 1,0 0-1,-1 0 0,1 1 1,-1-1-1,0 1 0,-1 0 1,-2-2-48,-1 0 1,0 0 0,-1 0 1,0 1-1,0 0 1,-1 1-1,0 0 0,0 1 1,0 0-1,-1 0 1,1 2-1,-1-1 0,0 1 1,0 1-1,-1 0 1,1 1-1,0 0 0,-1 1 1,1 1-1,-6 0-1,13 1-157,0 0 0,0 0 1,-1 1-1,1-1 0,1 1 0,-1 0 0,0 1 0,1-1 0,0 1 0,-1 0 1,2 0-1,-1 0 0,0 1 0,1-1 0,0 1 0,0 0 0,0 0 0,-2 5 157,-1-1-478,-31 61-4826,6 1-3651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69 6265,'0'0'6384,"0"0"-4302,30-6-707,100-18-275,-120 22-999,0 0 0,0 1 0,0 1-1,0-1 1,0 1 0,0 1 0,0 0 0,0 1-1,0 0 1,0 0 0,0 1 0,-1 0-1,1 0 1,3 3-101,-9-3 80,0 0-1,0 1 1,0-1 0,0 1-1,-1 0 1,1 0-1,-1 0 1,0 0-1,-1 0 1,1 1 0,-1-1-1,1 1 1,-1 0-1,-1-1 1,1 1-1,-1 0 1,0 0 0,0 0-1,0 0 1,-1 1-1,1-1 1,-1 0-1,-1 0 1,1 3-80,-1 1 88,-1-1 0,0 1 0,0-1 0,-1 1 0,0-1 0,0 0 0,-1 0 0,0-1 0,0 1 0,0-1 0,-1 1 0,-1-2 0,1 1 0,-1 0 0,0-1 0,-1 0 0,1-1 0,-1 1 0,0-1 0,-1-1 0,-1 2-88,-4 2 83,0-1 1,-1 0-1,0-1 0,0 0 1,-1-1-1,1-1 0,-1 0 1,0-1-1,0-1 0,0 0 1,-14 0-84,20-3 37,1-1 1,0 1-1,-1-1 1,1-1-1,0 1 1,0-2 0,1 1-1,-1-1 1,1 0-1,0 0 1,0-1-1,0 0 1,0 0 0,1-1-1,0 0 1,0 0-1,1-1 1,-1 1-1,1-1 1,1 0 0,-1 0-1,1-2-37,-3-2-2,2 1 0,-1-2 0,2 1 0,-1 0 0,2-1-1,-1 0 1,2 0 0,-1 0 0,2 0 0,0-1 0,0 1 0,1 0 0,0-1 0,1 1-1,2-4 3,-2 12-48,0-1-1,1 1 0,0 0 0,0 0 0,0 1 0,0-1 0,0 0 0,1 1 0,0-1 0,0 1 1,0 0-1,0 0 0,0 0 0,0 0 0,1 1 0,0-1 0,-1 1 0,1 0 0,0 0 0,0 0 0,0 1 1,0-1-1,3 0 49,1 0-650,1 0 1,0 0-1,-1 1 1,1 0-1,0 0 0,0 1 1,0 0-1,0 1 1,0 0-1,-1 0 1,4 1 649,19 13-6623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110 289 10802,'0'0'1667,"0"0"-678,0 0 359,29-8-384,99-28-381,-124 34-528,1 1 1,-1 0 0,0 0-1,1 0 1,0 1-1,-1-1 1,1 1-1,-1 0 1,1 1 0,-1-1-1,1 1 1,-1 0-1,1 0 1,-1 0-1,1 0 1,-1 1 0,0 0-1,0 0 1,0 0-1,0 0 1,0 1-1,0 0 1,-1 0 0,1 0-1,-1 0 1,0 0-1,0 0 1,0 1-1,0 0 1,0-1 0,-1 1-1,0 0 1,0 0-1,0 1 1,0-1-1,0 3-55,4 13 409,-2 0 0,0 0 0,-1 0-1,-1 0 1,-1 0 0,-1 18-409,0-36 37,0 16 178,-1-1 0,-1 1 0,0-1 0,-1 0 0,-1 0 0,-1 0 0,0-1 0,-1 1 0,-1-1 0,-1-1 0,-1 3-215,6-12 59,-1-1 1,0 1-1,0-1 0,0 0 1,-1 0-1,1 0 1,-1-1-1,0 1 1,0-1-1,-1-1 0,1 1 1,-1-1-1,0 0 1,0 0-1,0 0 1,0-1-1,-1 0 0,1 0 1,-1-1-1,1 1 1,-1-2-1,1 1 1,-1-1-1,0 0 1,1 0-1,-1 0 0,0-1 1,1 0-1,-1-1 1,-3-1-60,0 0 16,1 0 0,-1-1-1,1-1 1,0 0 0,1 0 0,-1 0 0,1-1 0,0 0 0,0-1 0,1 0 0,0 0 0,0-1 0,0 1 0,1-1 0,1-1 0,-1 1 0,1-1 0,1 0 0,-2-4-16,-3-7-63,2 0 0,0 0 0,2-1 0,0 0 0,1 0 0,1 0 1,1-1-1,0-17 63,3 22-336,1-1 1,0 0-1,1 0 1,1 1 0,1-1-1,0 1 1,1 0-1,1 1 1,1-1 0,0 1-1,1 1 1,1 0-1,0 0 1,6-5 335,49-64-4710,-4 13-2905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9154,'0'0'2250,"0"0"-12,35 13-401,-3-2-1390,0 2-1,-1 1 1,-1 2-1,0 0 1,-1 2-1,-1 2 1,-1 0-1,-1 2 1,15 15-447,19 30 436,-3 3 0,-3 2 0,-4 2 1,-2 3-1,-4 1 0,-4 3 0,-3 1 1,-3 1-1,-5 2 0,-3 2 0,-3 0 1,-5 1-1,-3 1 0,-5 0 1,-1 68-437,-7 97 444,-11 0 1,-32 176-445,38-401-101,2-19-133,0 0-1,0 0 1,-1-1-1,0 1 1,0 0-1,-1-1 1,-1 1-1,1-1 1,-6 8 234,8-16-287,0 0-1,0 1 1,-1-1 0,1 0-1,-1 0 1,1 0 0,-1-1-1,1 1 1,-1 0 0,0 0-1,1-1 1,-1 1 0,0-1-1,0 0 1,1 1 0,-1-1-1,0 0 1,0 0 0,1 0-1,-1 0 1,0-1 0,0 1-1,0 0 288,-8-1-3773,-6 1-4156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3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2137 9482,'0'0'1262,"0"0"-318,0 0 439,0 0-432,0 0-474,0 0-121,23-12 314,6-4-388,-4 2 76,1 1 0,0 1 0,0 2 1,13-3-359,223-80 1822,62-20-1204,-224 82-573,1062-354 168,-376 76 784,390-146 308,17 64-833,-847 303-194,28 11-278,-363 75 116,-1 0-1,1-1 1,0 0 0,-1 0-1,0-1 1,0-1-1,4-1-115,-11 4 29,0 0 0,0-1-1,0 1 1,-1 0 0,1-1-1,-1 0 1,1 1 0,-1-1-1,0 0 1,0 0 0,0 0-1,-1-1 1,1 1 0,-1 0-1,0-1 1,0 1 0,0-1-1,0 1 1,0-1 0,-1 1-1,1-1 1,-1 0 0,0-2-29,-29 24-5028,-10 14-260,-6 6-3558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4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 4481,'0'0'3670,"0"0"-1236,0 0-482,0 0-182,0 0-344,0 0-215,-11 0-3,4-1-952,5 1-229,1 0 0,0-1 1,-1 1-1,1 0 0,-1-1 0,1 1 0,0 0 0,-1 0 0,1 0 0,-1 0 1,1 0-1,-1 1 0,1-1 0,0 0 0,-1 1 0,1-1 0,0 1 0,-1-1 0,1 1 1,0 0-1,0-1 0,-1 1 0,1 0 0,0 0 0,0 0 0,0 0 0,0 0 1,0 0-1,0 0 0,0 0 0,1 0 0,-1 1 0,0-1 0,0 0 0,1 0 1,-1 1-1,1-1 0,0 1 0,-1-1 0,1 0 0,0 1 0,0-1 0,0 1 0,-1-1 1,2 0-1,-1 1 0,0 0-27,0 52 114,3 0-1,2-1 1,4 13-114,26 98 420,6-3 0,8-1-1,23 41-419,-49-142 163,2-1-1,3-2 0,28 43-162,-40-76-2,0-1 0,2 0 0,0-1 0,1-1 0,1 0 0,1-2 0,1 0-1,1-2 1,20 12 2,13 3-1435,2-3 0,27 8 1435,-3-12-3958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5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10970,'0'0'1342,"0"0"-383,0 0 256,26-29-167,18-17-371,26-21-677,-67 64 20,0 1 0,0-1 0,0 1 0,0-1 0,1 1-1,-1 0 1,1 0 0,-1 0 0,1 1 0,0-1-1,0 1 1,-1 0 0,1 0 0,0 0 0,0 0 0,0 1-1,0 0 1,0 0 0,0 0 0,0 0 0,0 1-1,0-1 1,0 1 0,0 0 0,4 1-20,-3 1 75,0 1 0,0-1-1,0 1 1,0 0 0,-1 0 0,0 0 0,1 0 0,-1 1 0,-1 0-1,1 0 1,-1 0 0,1 1-75,5 11 205,-1 0-1,0 0 1,-1 1 0,-1 0 0,-1 0-1,-1 0 1,0 1 0,-1 0-1,0 8-204,0 24 545,-2 1-1,-6 44-544,3-78 79,-2 0 0,1-1 0,-2 0 0,0 0-1,-3 4-78,1-1 573,1-1 0,0 2 0,1 2-573,5-22 33,0-1-1,1 1 1,-1-1 0,0 0 0,0 1-1,0-1 1,1 1 0,-1-1 0,0 0 0,0 1-1,1-1 1,-1 1 0,0-1 0,1 0-1,-1 0 1,0 1 0,1-1 0,-1 0 0,0 0-1,1 1 1,-1-1 0,1 0 0,-1 0-1,0 0 1,1 0 0,-1 1 0,1-1-1,-1 0 1,1 0 0,-1 0 0,1 0 0,-1 0-1,1 0 1,-1 0 0,0 0 0,1-1-1,-1 1 1,1 0 0,-1 0 0,1 0 0,-1 0-1,0 0 1,1-1 0,-1 1 0,1 0-1,-1 0 1,0-1 0,1 1 0,-1-1-33,26-9 122,29-17 131,8-3-232,-2-3 1,29-22-22,-84 50-303,1 0 1,-1 0-1,0-1 0,-1 1 0,0-1 0,1-1 0,-2 1 0,1-1 0,0-1 303,19-41-6933,-6 3-6473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5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12259,'0'0'1736,"0"0"-678,10 34 481,34 111 6,-40-136-1413,-1 0-1,1 0 0,0-1 0,1 1 1,0-1-1,0 0 0,1 0 1,0 0-1,1-1 0,-1 0 1,1-1-1,1 1 0,-1-1 1,1 0-1,0-1 0,1 0 0,-1 0 1,1-1-1,0 0 0,0-1 1,0 0-1,0 0 0,1-1 1,-1 0-1,1 0 0,-1-1 1,1-1-1,2 0-131,-5 0 50,1 0-1,-1-1 1,0-1 0,0 1-1,0-1 1,0 0 0,0-1-1,0 0 1,-1 0 0,1 0-1,-1-1 1,0 1 0,0-2-1,0 1 1,0-1 0,-1 0-1,0 0 1,0 0 0,0-1-1,-1 1 1,0-1 0,0-1-1,0 1 1,-1 0 0,0-1-1,0 0 1,0 0 0,-1 1-1,0-1 1,-1-1 0,1 1-1,-1 0 1,0-7-50,-1 10 24,0-1 1,0 1-1,0-1 1,0 1-1,-1-1 1,1 1-1,-1-1 1,0 1-1,-1 0 1,1-1-1,-1 1 0,0 0 1,0 0-1,0 0 1,0 0-1,-1 0 1,1 1-1,-1-1 1,0 1-1,0 0 1,-1 0-1,1 0 1,-1 0-1,1 0 0,-3 0-24,-2-2-31,-1 1-1,0 0 0,1 1 1,-2 0-1,1 1 0,0-1 1,-1 2-1,1-1 0,-1 1 0,1 1 1,-6 0 31,10 0-125,-1 1 0,0-1 0,1 1 1,-1 1-1,1-1 0,0 1 0,-1 0 1,1 0-1,0 0 0,0 1 0,0 0 1,0 0-1,1 0 0,-1 0 0,1 1 1,0 0-1,-3 3 125,-8 10-1141,2 0 0,0 1 1,1 0-1,0 2 1141,0-1-1671,-33 58-7033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6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8482,'0'0'4737,"0"0"-2441,0 0 177,0 0-1289,0 0-640,0 0 512,125 184-7,-75-97-137,-4 2-280,-9-9 24,-8-11-512,-9-16-24,-3-14-112,-7-15-8,0-15-24,3-12-760,-3-33-944,0-9-4930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6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11122,'0'0'1381,"0"0"-534,0 0 98,0 0-406,0 0-386,0 0 3,2 1 1243,-9 11-837,-22 22 551,19-24-970,0 1 0,1 0 0,1 0 0,-1 1 0,2 0 0,-1 0 0,2 1 0,0 0 0,0 0 0,1 1 0,1-1 0,0 1 0,0 9-143,2-12 60,1 0 0,1 0-1,0 0 1,0 0 0,1 0 0,1 0-1,-1 0 1,2-1 0,0 1-1,3 9-59,-3-15 19,0 0-1,0 0 0,0-1 0,1 1 0,0-1 0,0 0 0,0 0 0,0 0 0,0 0 1,1-1-1,0 1 0,0-1 0,0 0 0,0-1 0,0 1 0,0-1 0,1 0 0,-1-1 1,1 1-1,-1-1 0,5 0-18,19 3 60,0-2 1,1 0-1,17-3-60,-14 0 32,0 1 1,-1 2-1,29 5-32,-54-6 2,1 1 0,0 0 1,-1 0-1,1 1 0,-1 0 0,0 0 1,0 0-1,0 1 0,0 1 0,-1-1 0,1 1 1,-1 0-1,-1 0 0,1 1 0,-1-1 1,1 1-1,1 4-2,-3-3 73,-1-1 0,0 1 1,0 0-1,-1 0 0,0 0 1,0 0-1,0 0 0,-1 1 0,0-1 1,-1 0-1,1 1 0,-2-1 1,1 3-74,0-4 87,-1 0 0,0 0 0,0 0 1,0 0-1,-1 0 0,1 0 1,-1 0-1,-1-1 0,1 1 1,-1-1-1,0 0 0,0 1 1,-1-1-1,1-1 0,-1 1 1,0 0-88,-7 4-8,-1-1 0,1 1 0,-1-2 0,0 0 1,-1 0-1,0-1 0,0-1 0,0 0 0,-1 0 1,1-2-1,-1 0 0,0 0 0,0-1 0,-12-1 8,24-8-4282,2-6-1051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7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8914,'0'0'1719,"0"0"-399,43 15 381,-28-9-1544,26 7 208,-1 3 1,-1 1 0,0 1-1,-2 3 1,0 1-1,-1 2 1,-1 1 0,4 6-366,13 19 519,-1 2 1,-3 2-1,-3 2 1,-2 2-1,-2 2 1,-3 2-1,-3 1 1,-1 6-520,-7-9 362,-2 1 0,-3 2 0,-3 0 0,-3 1 0,-2 1 0,-3 0 0,-4 1 0,-2 0 1,-2 4-363,-2 20 218,2-54-224,-2-1-1,-2 1 1,-1 0-1,-2-1 1,-1 0-1,-2 0 1,-3 5 6,10-39-90,0 1 0,-1-1 0,1 0 0,-1 1 0,1-1 0,-1 0 0,0 1 0,0-1 0,0 0 0,0 0-1,1 0 1,-2 1 0,1-1 0,0 0 0,0 0 0,0-1 0,0 1 0,-1 0 0,1 0 0,0-1 90,-20-1-5691,11-6-1475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9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15507,'0'0'1967,"15"28"-1116,36 73 1519,35 104-2370,-52-110 661,107 279 996,-100-281-1453,3-3 0,54 81-204,-88-157-122,-12-18-413,-14-27-628,-129-197-4088,86 141 4810,3-2-1,-29-68 442,71 128 175,2-1 1,1 0-1,1 0 1,2-1-1,1-1 0,1 1 1,2-1-1,1 0 1,2 0-1,2-29-175,0 49 42,0 0 0,1 0 0,1 0 0,0 1 0,1-1 0,0 1 0,0 0 0,1 0 0,1 0 0,0 1 0,0 0 0,1 0 1,0 0-1,1 1 0,0 0 0,1 0 0,-1 1 0,2 0 0,-1 1 0,2-1-42,7-2 68,-1 0 1,1 1-1,1 0 1,0 2 0,0 0-1,0 2 1,1 0-1,0 1 1,0 1-1,0 0 1,13 1-69,-23 1 36,1 1 1,0 0-1,0 1 1,0 0-1,-1 0 1,1 1-1,-1 0 1,1 1-1,-1 1 1,0-1-1,0 1 1,0 1-1,0 0 1,-1 1-1,0-1 1,0 2-1,-1-1 0,1 1 1,-1 1-1,-1-1 1,0 1-1,0 1 1,0-1-1,-1 1 1,0 0-1,-1 1-36,3 5 107,-1 0 1,-1 1-1,0-1 0,-1 1 1,-1 0-1,0 1 0,-1-1 0,-1 1 1,-1-1-1,0 1 0,-1 0 0,-1-1 1,-1 1-1,0 0 0,-1-1 0,-2 6-107,-1 1 129,-2 0 0,0 0 0,-1-1 0,-1-1 1,-1 0-1,-1 0 0,-1-1 0,-1 0 0,-1-1 0,0-1 0,-2 0-129,16-17 3,-58 53 164,56-51-166,1-1 1,-1 0-1,1 0 0,-1 0 0,0-1 0,0 1 0,0-1 0,0 1 1,0-1-1,0 0 0,0 0 0,0 0 0,-1 0 0,1-1 0,0 0 1,0 1-1,-1-1 0,1 0 0,0-1 0,-1 1 0,-1-1-1,4 0-38,-1 1 0,1-1 0,0 0 0,0-1 0,0 1 0,0 0 0,-1 0 0,1 0 0,1-1 0,-1 1-1,0 0 1,0-1 0,0 1 0,1-1 0,-1 1 0,1-1 0,-1 1 0,1-1 0,-1-1 38,-3-34-1846,4 29 1216,-1-52-4990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2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14011,'0'0'2096,"-67"155"-615,41-57 1143,6 9-1231,20-11-345,0-19-720,20-17-152,26-22-104,11-20-72,2-18-248,27-15-928,-16-23-1809,-14-4-3528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0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16251,'0'0'1921,"0"0"-1409,0 0 912,218 146-199,-132-95-377,0-1-368,-13-8-336,-17-6-88,-20-9-48,-13-10-16,-23-17-1000,0 0-1977,0 0-3904</inkml:trace>
  <inkml:trace contextRef="#ctx0" brushRef="#br0" timeOffset="1">378 1 15947,'0'0'2105,"0"0"-1041,-70 167 1433,37-81-1025,7-3-776,6-5-328,10-16-296,10-20-72,0-18-248,16-24-1496,14-6-3553,0-24-10579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2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24,'0'0'14139,"0"0"-12539,0 0-1112,0 0 209,182-119-457,-126 104-240,-9 6-24,-14 9-1097,-10 0-2727,-23 15-5802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3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0 283 11482,'0'0'3849,"0"0"-2400,0 0 423,0 0-424,0 0-1032,0 0-376,275-172-40,-179 112-1520,-20 10-3505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3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12763,'0'0'1413,"0"0"-592,9 27 399,1 3-597,2 1 1,10 17-624,-20-44 73,0-1 1,1 1 0,-1-1-1,1 1 1,0-1 0,0 0-1,0 0 1,1 0 0,-1-1-1,1 1 1,-1-1 0,1 0-1,0 0 1,0 0 0,0 0-1,0-1 1,0 1 0,0-1-1,1 0 1,-1-1 0,0 1-1,0-1 1,1 0-1,-1 0 1,0 0 0,4 0-74,5 0 199,0 0-65,0 0 1,0-1-1,0-1 1,0 0 0,0 0-1,0-2 1,-1 1 0,1-2-1,-1 0 1,0 0 0,-1-1-1,1 0 1,-1-1 0,3-3-135,-6 4 55,0 0 1,0-1 0,-1 0 0,0 0-1,0 0 1,-1-1 0,0 0 0,-1-1-1,1 1 1,-2-1 0,1 0 0,-1 0-1,0-1 1,-1 1 0,0-1 0,-1 0-1,0 1 1,1-11-56,-3 17 22,0 0-1,0 0 1,0 0 0,0 0-1,0 0 1,-1 0 0,1 0-1,-1 0 1,0 0 0,0 0-1,0 0 1,0 0 0,0 0-1,-1 1 1,1-1-1,-1 1 1,0-1 0,0 1-1,1-1 1,-2 1 0,1 0-1,0 0 1,-1 0-22,-2-1 11,0 0 1,0 0-1,-1 0 0,1 1 1,-1 0-1,0 0 0,0 1 1,0-1-1,0 1 0,0 0 1,-3 1-12,-13-1-86,0 2 0,0 0 0,0 1 1,0 1-1,1 2 0,-1 0 86,1 1-713,2 1 0,-1 1 0,-10 6 713,-48 27-4576</inkml:trace>
  <inkml:trace contextRef="#ctx0" brushRef="#br0" timeOffset="1">110 512 10242,'0'0'2609,"0"0"-531,0 0 258,0 0-473,33 13-487,-33-13-1376,58 22 839,25 5-839,-77-25 36,0-1-1,0 0 1,0 0-1,1-1 1,-1 1-1,0-2 1,0 1 0,0-1-1,1 1 1,-1-2-1,0 1 1,0-1-1,0 0 1,0 0-1,-1 0 1,1-1-1,-1 0 1,1 0-1,-1-1 1,0 1 0,0-1-1,0 0 1,-1 0-1,1-1 1,-1 1-1,0-1 1,2-5-36,-6 10 0,3-2 9,-1 0 0,0-1-1,0 1 1,0-1-1,0 0 1,0 1 0,0-1-1,-1 0 1,0 0 0,1 0-1,-1 0 1,0-1-1,-1 1 1,1 0 0,0 0-1,-1 0 1,0-1-1,0 1 1,0 0 0,0-1-1,0 1 1,-1 0-1,1 0 1,-1 0 0,0-1-1,0 1 1,0 0 0,-1 0-1,1 0 1,0 0-1,-1 1 1,0-1 0,0 0-1,0 1 1,0-1-1,0 1 1,-1-1 0,1 1-1,-1 0 1,1 0-1,-1 0 1,0 1 0,0-1-1,0 1 1,0-1 0,-1 0-9,-13-4-118,0-1 1,-1 2 0,1 1 0,-1 0 0,0 1 0,0 1 0,0 0 0,-3 2 117,19 0-2132,4-1-2609,9-4-3188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3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13811,'0'0'1856,"0"0"-1432,0 0 825,162 191 255,-96-63-200,-23 0-199,-23 12-81,-20-7-152,0-22-328,-26-1-208,-4-18-328,-3-24 40,10-23-48,9-36-848,11-9-3185,3-9-2960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4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10802,'0'0'4897,"0"0"-4265,0 0 761,0 0 143,0 0-904,225 15-432,-152-33-200,6-8-368,-16 2-2360,-26 6-6010</inkml:trace>
  <inkml:trace contextRef="#ctx0" brushRef="#br0" timeOffset="1">288 346 11426,'0'0'1841,"0"0"-969,0 0 168,0 0-312,0 0-728,0 0-1920,222-137-7386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4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9842,'0'0'2931,"0"0"-839,0 0-719,0 37-307,0-36-1062,0 160 2648,9 39-2652,29 205 3964,59 234-3964,-74-525 494,6-1 0,4-1 0,33 70-494,-46-136 25,1-1-1,3 0 1,1-2 0,2 0-1,2-2 1,2-1 0,2-2-1,1-1 1,27 21-25,-52-50-105,1 0 0,-1-1 0,2-1 0,-1 0 0,1 0 0,0-1-1,0 0 1,0 0 0,5 0 105,-9-4-353,-1 0 0,1 0 0,-1 0 0,0 0-1,1-1 1,-1 0 0,1-1 0,-1 0 0,1 0 0,-1 0-1,1 0 1,-1-1 0,0 0 0,0-1 0,0 1 0,0-1-1,-1 0 1,2-1 353,34-28-6651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7162,'0'0'3578,"0"0"-1098,0 0-195,0 0-430,0 0-370,0 0-319,0-7-319,0 3-731,1-17 202,2 19-158,4 13 39,5 17 36,-2 1-1,0 0 1,-3 0-1,0 1 1,-2 0-1,2 29-234,-2 43 1853,-5 43-1853,-1-58 212,1-86-218,0-1 0,0 0 0,0 0 0,0 1 1,-1-1-1,1 0 0,0 1 0,0-1 0,0 1 1,0-1-1,0 0 0,0 1 0,0-1 0,1 0 1,-1 1-1,0-1 0,0 0 0,0 1 0,0-1 1,0 0-1,0 0 0,1 1 0,-1-1 0,0 0 0,0 1 1,0-1-1,1 0 0,-1 0 0,0 0 0,0 1 1,1-1-1,-1 0 0,0 0 0,1 0 0,-1 1 1,0-1-1,1 0 0,-1 0 0,0 0 0,1 0 1,-1 0-1,0 0 0,1 0 0,-1 0 0,0 0 6,16-10-729,10-21-1806,1-8-1796,-4-2-2445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5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75 9274,'0'0'2000,"-1"29"-67,-4 187 1592,4-205-3328,1 0 1,1 0-1,0 0 1,0 0-1,1 0 1,1-1-1,2 8-197,-4-15 47,1 0-1,-1 0 1,1 0-1,0 0 0,0 0 1,0 0-1,1-1 1,-1 1-1,1-1 0,-1 1 1,1-1-1,0 0 1,0 0-1,0 0 1,0-1-1,0 1 0,0-1 1,0 1-1,0-1 1,1 0-1,-1 0 1,1-1-1,-1 1 0,0-1 1,3 1-47,2-1 59,0 0-1,0-1 1,0 0 0,0 0 0,0 0 0,-1-1-1,1 0 1,0-1 0,-1 0 0,0 0 0,1 0-1,-1-1 1,-1 0 0,1-1 0,0 1 0,-1-1-1,0-1 1,0 1 0,-1-1 0,0 0 0,0 0-1,0-1 1,0 1 0,-1-1 0,0 0 0,-1 0-1,1-1-58,0 0 78,0-1-1,0 0 1,-1 0-1,0 0 1,0 0-1,-1-1 1,0 1-1,-1-1 0,0 1 1,0-1-1,-1 0 1,-1 1-1,1-1 1,-2 0-1,1 1 0,-1-1 1,-1 1-1,0 0 1,0 0-1,0 0 1,-1 0-1,-4-5-77,0 3 74,0 1 0,-1 0 0,-1 0 0,0 0 0,0 1 0,-1 1 0,0 0 0,0 0 0,-1 1 0,0 1 0,0 0 0,-1 0 0,1 2-1,-1-1 1,0 1 0,-1 1 0,1 1 0,-1 0 0,1 0 0,-11 1-74,21 1-23,-1 0 0,1 0 0,0 1 0,-1-1 0,1 1 0,-1 0 0,1 0 0,0 0 0,0 0 1,-1 0-1,1 1 0,0 0 0,0-1 0,0 1 0,1 0 0,-1 0 0,0 1 0,1-1 0,-2 3 23,-1 1-485,0 1 1,1 0-1,0 0 0,0 0 1,1 1-1,0-1 0,-2 8 485,-9 36-6021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7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68 128 10546,'0'0'1903,"0"0"-450,0 0 339,0 0-506,0 0-289,-9 29 22,-2 5-614,1 0 0,-1 17-405,10-50 23,1 1 0,0 0 0,-1-1 0,1 1 0,0 0 1,0-1-1,0 1 0,0 0 0,1 0 0,-1-1 1,0 1-1,1 0 0,-1-1 0,1 1 0,-1-1 0,1 1 1,0-1-1,0 1 0,0-1 0,0 1 0,0-1 1,0 0-1,0 1 0,0-1 0,0 0 0,1 0 0,-1 0 1,1 0-24,1 1 66,0-1 0,1 0 0,-1 0 1,1 0-1,0 0 0,-1-1 0,1 0 1,-1 1-1,4-2-66,1 2 148,5-1-44,-1-1-1,0 0 1,0 0-1,0-1 1,0-1-1,-1 0 0,1 0 1,0-1-1,-1-1 1,0 0-1,0 0 1,9-7-104,-13 7 27,0 1 0,0-1 0,-1-1 0,1 1 1,-1-1-1,0 0 0,-1-1 0,1 1 0,-1-1 0,0 0 1,-1 0-1,0-1 0,0 1 0,-1-1 0,0 0 0,0 0 1,-1 0-1,1 0 0,-2-1-27,0 5 58,-1 0-1,0 0 1,0-1 0,-1 1 0,1 0-1,-1 0 1,0 0 0,0 0 0,0-1 0,-1 2-1,0-1 1,1 0 0,-1 0 0,0 0-1,-1 1 1,1-1 0,-1 1 0,1 0-1,-1 0 1,0 0 0,0 0 0,-1 0-1,1 1 1,0-1 0,-1 1 0,0 0 0,1 0-1,-1 0 1,0 0 0,-1 1-58,-16-7 89,0 0 1,-1 2-1,0 0 0,0 2 1,-3 0-90,16 2 36,-16-1-108,0 1-1,0 0 0,-8 2 73,28 0-62,4 0-7,0 0 0,0 0 0,0 1 1,0-1-1,0 0 0,0 0 0,1 0 0,-1 1 0,0-1 0,0 0 0,0 1 0,0-1 0,1 1 0,-1-1 0,0 1 0,0-1 0,1 1 0,-1 0 0,0-1 0,1 1 0,-1 0 0,1-1 0,-1 1 0,1 0 1,-1 0-1,1 0 0,-1-1 0,1 1 0,0 0 0,0 0 0,-1 0 0,1 0 0,0 0 0,0 0 0,0 0 69,1 38-5231,0-31 3445,4 23-6740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7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1 375 10002,'0'0'2574,"0"0"-149,0 33 178,0 105-847,0-133-1632,-1 1 0,1 0 0,1 0 0,-1-1-1,1 1 1,-1 0 0,2-1 0,-1 1 0,1-1 0,-1 1 0,1-1-1,1 0 1,1 3-124,-2-6 66,0 0 0,1 0 0,0 0 0,-1-1 0,1 1 0,0-1 0,0 0 0,0 0 0,0 0 0,0 0 0,0 0 0,0 0 0,0-1 0,0 0-1,1 0 1,-1 0 0,1 0-66,9 1 64,0-1-1,0 0 0,0-1 0,0-1 0,0 0 1,-1-1-1,1 0 0,-1-1 0,1 0 1,-1-1-1,0 0 0,-1-1 0,3-2-63,12-8 11,-2-1 0,0-1 0,-1-1 0,-1-2 0,4-4-11,-19 19 8,-1 0 1,0 0 0,-1-1 0,1 1-1,-1-1 1,-1 0 0,1 0 0,-1-1-1,-1 0 1,1 1 0,-1-1-1,0 0 1,-1-1 0,0 1 0,-1 0-1,1-1 1,-1 1 0,-1-8-9,0 13 8,0 0-1,0 0 1,-1 0 0,0 0 0,1 0-1,-1 0 1,0 0 0,0 0-1,-1 0 1,1 0 0,-1 0 0,1 0-1,-1 1 1,0-1 0,0 1-1,-2-3-7,-2 0 34,1 0 0,-1 1 0,0 0 0,0-1 0,-1 2 0,1-1 0,-6-1-34,-15-5 160,-1 0-1,0 2 1,-20-2-160,30 6 45,-12-1 18,22 4-66,1 0 0,-1 0 1,1 0-1,-1-1 0,1 0 0,0-1 1,0 1-1,0-1 0,0-1 0,1 1 0,-5-4 3,10 6-47,0 0 0,0-1-1,0 1 1,1-1-1,-1 1 1,0 0 0,1-1-1,-1 0 1,1 1 0,-1-1-1,1 1 1,0-1-1,-1 0 1,1 1 0,0-1-1,0 1 1,0-1-1,0 0 1,1 1 0,-1-1-1,0 0 1,1 1 47,12-34-1847,-7 26 544,0-1 1,1 1 0,0 1-1,6-7 1303,38-38-7317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11378,'0'0'1722,"0"0"-500,29 19 226,4 2-1074,-1 1 0,-2 2 0,0 1 0,-1 1 0,-2 2 0,-1 0-1,-1 2 1,1 4-374,31 56 636,-3 4 0,-4 1-1,-5 3 1,-4 1-1,24 88-635,-26-47 647,-5 1 0,-7 1 0,-6 1 0,-5 17-647,-4 26 1094,-8 1 0,-13 85-1094,0-189 269,-3 0-1,-4 0 1,-3-2-1,-5 0 1,-20 46-269,44-125-18,-1 0 0,1-1 1,-1 1-1,0-1 0,1 1 0,-1-1 1,0 1-1,0-1 0,0 1 0,0-1 0,0 0 1,0 0-1,0 1 0,0-1 0,-1 0 18,1-1-27,1 0-1,-1 0 0,1-1 0,-1 1 0,1 0 0,-1-1 1,1 1-1,0-1 0,-1 1 0,1-1 0,0 1 0,-1 0 1,1-1-1,0 1 0,0-1 0,-1 1 0,1-1 0,0 0 1,0 1-1,0-1 0,0 1 0,0-1 0,0 1 0,-1-1 1,1 1-1,1-1 0,-1 0 0,0 1 28,-2-66-1497,12-54-2034,6 33-2000,10-12-4857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10018,'0'0'3849,"0"0"-3137,-30 262 1377,30-36-345,0 54-232,7 14-111,26-14-41,-3-72-400,3-56-160,-3-54-320,3-24-232,7 1-160,6-1-80,0-11-8,0-28-168,17-35-968,-13-26-2993,-7-19-6745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8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10234,'0'0'6322,"0"0"-5674,0 0 1480,-3 181-408,3-97-735,0 2-425,10-9-192,3-14-192,-3-13-112,-3-11-16,3-15-48,0-12-88,16-12-1136,-3-3-1113,4-27-2792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70 144 13947,'0'0'1724,"3"28"-99,11 93 382,-13-113-1890,0-1 0,0 1 0,1-1 0,0 0 0,0 1 0,1-1 0,0 0 0,1 0 0,-1 0 0,1-1 0,0 1 0,1-1 0,0 0 0,0 0 1,0-1-1,0 1 0,1-1 0,0 0 0,0-1 0,0 1 0,1-1 0,6 3-117,-6-5 42,0 0 1,-1 0-1,1-1 1,0 0-1,0 0 1,0-1-1,0 0 0,0 0 1,0 0-1,0-1 1,0 0-1,0 0 1,0-1-1,-1 0 0,1 0 1,0-1-1,-1 1 1,0-2-1,0 1 1,0-1-1,0 1 1,4-5-43,-2 2 27,-1 0 1,0 0-1,0-1 1,0-1-1,-1 1 0,0-1 1,0 0-1,-1 0 1,0-1-1,0 1 1,-1-1-1,0 0 1,-1-1-1,0 1 1,0 0-1,-1-1 1,0 0-1,-1 1 1,0-1-1,-1 0 1,0 0-1,0 0 1,-1 1-1,0-1 1,-1 0-1,0 1 1,0-1-1,-1 1 1,-1-1-1,1 1 1,-2 0-1,1 1 1,-1-1-1,0 1 1,-1 0-1,0 0 1,0 1-1,-1-1 1,0 1-1,0 1 1,0-1-1,-1 1 1,0 1-1,-2-2-27,0 2 5,0 0-1,0 0 0,-1 1 1,1 0-1,-1 1 0,0 0 1,0 1-1,-1 0 1,1 1-1,0 0 0,0 0 1,-1 1-1,1 1 0,0 0 1,-3 1-5,5 0-274,0 0 1,0 1 0,0 0-1,0 1 1,1 0-1,-1 0 1,1 1-1,0 0 1,0 0 0,1 1-1,-7 6 274,-28 31-5436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9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11162,'0'0'1794,"0"0"143,0 0-82,0 0-595,29-9-152,96-26-82,-120 33-929,-1 0 1,1 1-1,0 0 1,0 0-1,0 1 1,-1-1-1,1 1 1,0 0 0,0 0-1,0 1 1,0-1-1,0 1 1,-1 0-1,1 1 1,0-1-1,-1 1 1,1 0-1,-1 0 1,1 0-1,2 3-97,-2 0 104,0 0 0,0 1 1,0 0-1,-1 0 0,0 0 0,0 0 0,0 1 0,-1-1 0,0 1 0,-1 0-104,4 6 108,4 11 32,-2 0-1,0 1 1,-2 0 0,0 1-1,-2 0 1,-1-1 0,-1 13-140,0 33 232,-3-1 0,-4 10-232,-9 4 213,9-62-842,1 0 1,1 1-1,1 17 629,9-67-5856,2-5-1064</inkml:trace>
  <inkml:trace contextRef="#ctx0" brushRef="#br0" timeOffset="1">63 576 5633,'0'0'11435,"0"0"-9707,0 0 264,0 0-831,0 0-817,0 0-344,225-164-456,-148 111-769,32-19-775,-23 13-985,-14 2-2512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39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14267,'0'0'1512,"0"0"-231,152 321 1295,-63-74-479,-16 21-577,-23-15-160,-27-65-304,-20-66-335,-3-30-409,0-12-272,-6 9-40,-64 54-784,4-18-1169,-10-24-6489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0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1366 6345,'0'0'2674,"0"0"-232,0 0 173,0 0-384,0 0-741,0 0-442,11-1-366,643-98 1424,-438 60-1881,1615-337 929,578-166-1013,-2045 467-145,-317 62-27,0-2-1,-1-1 1,-1-3-1,-1-2 1,-1-2-1,3-3 32,20-11-136,46-15-3161,-79 41-971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1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5433,'0'0'8378,"0"0"-7290,0 0 881,-106 309-33,106-53-584,10 39 41,30-10-193,3-61-272,0-90-336,0-54-432,6-27-40,11-8-120,13-12-72,46-33-392,-17-12-960,-9-33-3857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1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10762,'0'0'1569,"0"0"-333,36-14 70,122-39-601,-153 51-679,1 0 0,-1 1 0,0-1 0,1 1 0,-1 1 0,1-1 0,0 1 0,-1 0 0,1 0 0,-1 1 0,1-1 0,-1 1 0,1 1 0,-1-1 0,0 1 0,0 0 0,4 1-26,-6 0 19,1-1 1,-1 1 0,0 0 0,1 0 0,-1 0-1,0 0 1,-1 1 0,1-1 0,-1 1-1,1 0 1,-1 0 0,0 0 0,-1 0 0,1 0-1,-1 0 1,1 0 0,-1 1-20,2 14 222,0 1 1,-2 0-1,0 0 1,-1-1-1,-1 1 1,-1 0-1,-2 7-222,-1 0 297,-2-1 1,-1 0-1,0 0 0,-2-1 0,-1 0 0,-10 14-297,10-19 209,0 0-1,2 1 0,1 0 0,0 0 0,1 1 0,2 0 1,0 0-1,1 1 0,0 16-208,4-38 49,0 0 1,0 0-1,0-1 0,0 1 1,0 0-1,1 0 0,-1 0 1,0 0-1,0 0 0,1 0 1,-1 0-1,1 0 0,-1-1 1,1 1-1,-1 0 0,1 0 1,-1-1-1,1 1 0,0 0 1,-1-1-1,1 1 0,0 0 1,0-1-1,-1 1 0,1-1 1,0 1-1,0-1 0,0 0 1,0 1-50,3 0 87,-1-1-1,0 1 1,1-1 0,-1 1 0,0-1 0,1 0 0,-1 0-1,0-1 1,3 0-87,6-1 134,-1 0-1,1-1 0,0-1 1,10-5-134,190-96 97,-125 53-3032,-49 26-2324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169 118 6369,'0'0'6567,"0"0"-4169,4 25-104,1 9-1367,2-1 1,3 9-928,-8-37 93,0-1-1,-1 1 1,2-1 0,-1 0 0,0 0-1,1 0 1,0-1 0,0 1 0,0 0-1,0-1 1,0 0 0,1 0 0,0 0-1,-1 0 1,1-1 0,0 1 0,0-1-1,1 0 1,-1 0 0,0 0 0,1-1-1,-1 0 1,1 0 0,1 1-93,5-1 195,1 0 0,-1 0 0,0-1 1,0 0-1,1-1 0,-1 0 0,0-1 0,5-1-195,-10 1 56,0 0 0,0 0 0,0 0-1,0-1 1,-1 0 0,1 0 0,-1 0-1,0-1 1,0 1 0,0-1 0,-1-1 0,1 1-1,-1-1 1,0 1 0,0-1 0,0-1-1,-1 1 1,0 0 0,2-4-56,-1-1 41,0 1 0,-1-1 0,0 0 1,0 1-1,-1-1 0,-1-1 0,1 1 0,-2 0 0,1 0 0,-2 0 1,0-9-42,0 13 6,0 1 1,-1-1-1,0 1 1,0 0-1,0-1 1,-1 1-1,0 0 1,0 0-1,0 0 1,0 1-1,-1-1 1,0 1-1,0 0 1,0 0-1,0 0 1,-1 0-1,1 1 1,-1 0-1,0 0 1,0 0-1,0 1 1,-1-1-1,1 1 1,0 0-1,-1 1 1,0-1-1,-3 1-6,-1-2-66,1 2 0,-1-1 0,0 1-1,0 1 1,0 0 0,1 0-1,-1 1 1,0 0 0,0 0 0,1 1-1,-1 1 1,1 0 0,0 0 0,-1 1-1,1 0 1,1 0 0,-2 2 66,-13 11-1001,1 1 0,1 1 1,-8 10 1000,-33 38-5456,-2 10-5925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2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14523,'0'0'3145,"0"0"-1401,0 0-664,0 0-520,0 173 201,0-102-41,4-2-240,2-13-296,1-11-96,0-13-88,-1-17 0,7-9-600,7-6-1465,0-29-2776,0-4-7457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3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116 153 8162,'0'0'3666,"0"0"-1656,0 0 150,0 0-632,30-24-890,89-74-409,-94 75 187,-23 15-252,-17 12 48,3-3-65,0 1 0,0 0 0,0 1 0,0 0-1,0 1 1,1 0 0,-1 1 0,1 0 0,0 1-1,1 0 1,-1 1 0,-4 4-147,4-3 150,0 0 1,1 1-1,0 1 0,0-1 1,1 2-1,0-1 0,1 1 1,0 0-1,1 1 0,0 0 1,-2 6-151,5-7 38,1 0 0,1 0 0,0 0 0,0 1 0,1-1 0,0 1 0,1-1 0,1 4-38,-1-11 3,0-2-1,0-1 1,0 1 0,1 0 0,-1 0-1,0 0 1,1 0 0,0 0 0,-1-1 0,1 1-1,0 0 1,0-1 0,0 1 0,0-1-1,0 1 1,1-1 0,-1 1 0,0-1 0,1 0-1,-1 1 1,1-1 0,-1 0 0,1 0-1,0 0 1,-1 0 0,1 0 0,0-1 0,0 1-1,-1-1 1,2 1-3,8 2 26,1 0 0,0-1 0,0 0 0,7-1-26,4 2 22,2 0-20,1 1-1,0 1 0,-1 2 1,0 1-1,11 4-1,-31-10 6,0 0 0,0 1 0,0-1 0,0 1 0,0 0 0,-1 0 0,1 0 0,-1 1 0,0-1 0,0 1 0,0 0 0,-1 0 1,1 1-1,-1-1 0,0 1 0,0-1 0,-1 1 0,1 0 0,-1 0 0,0 0 0,0 1 0,-1-1 0,0 0 0,0 1 0,0-1 0,0 1 0,-1-1 0,0 6-6,-1-8 66,0 1-1,0-1 1,0 0-1,0 0 1,-1 0-1,0 1 1,1-1 0,-1-1-1,0 1 1,0 0-1,-1 0 1,1-1-1,0 1 1,-1-1-1,0 0 1,1 0-1,-1 0 1,0 0-1,0 0 1,-2 0-66,-71 33 824,60-29-700,13-5-125,1 0-1,-1 0 0,0 0 0,1 0 1,-1-1-1,0 1 0,1-1 0,-1 0 1,0 0-1,1 0 0,-2 0 2,4 0-24,-1 0-1,0 0 0,0-1 1,0 1-1,1 0 0,-1-1 1,0 1-1,0 0 1,1-1-1,-1 1 0,0-1 1,1 1-1,-1-1 1,0 0-1,1 1 0,-1-1 1,1 1-1,-1-1 1,1 0-1,-1 0 0,1 1 1,-1-2 24,0-2-185,0 0 1,1-1-1,-1 1 0,1 0 1,0-1-1,0 1 1,1-1-1,-1 1 0,1 0 1,0-1-1,0 1 185,19-60-5522,9-6-4496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3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16612,'0'0'1896,"0"0"-608,116 188 1145,-77-72-1081,-6 21-496,-16 6 32,-14-24-295,-3 3-209,0-21-376,0-21 80,-6-17-88,-11-19-192,-3-14-665,-29-6-687,2-12-2769,-2-3-4913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4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0 318 12779,'0'0'1623,"0"0"-234,0 0-218,0 0-616,5-31-254,21-102 46,-24 124-269,0 1 1,1 0-1,0-1 0,1 2 1,0-1-1,0 0 0,1 1 0,0-1 1,0 1-1,1 1 0,0-1 0,0 1 1,0 0-1,1 0 0,0 1 0,0 0 1,0 0-1,1 1 0,-1-1 1,1 2-1,0-1 0,0 1 0,1 0-78,-3 2 31,1-1-1,-1 1 1,1 0-1,0 0 1,-1 0-1,1 1 1,0 0-1,0 1 1,-1 0-1,1 0 1,0 0-1,-1 0 1,1 1-1,-1 1 1,0-1-1,1 1 0,-1 0 1,0 0-1,-1 0 1,1 1-1,-1 0 1,1 0-1,-1 1 1,0-1-1,-1 1 1,1 1-31,3 5 38,-1 0 1,0 0 0,-1 0 0,0 1-1,-1 0 1,-1 1 0,0-1-1,0 1 1,-1-1 0,-1 1-1,0 0 1,0 2-39,0 28 182,-1 1 0,-2-1 1,-2 1-183,1-19 33,-1-1 1,-1 0-1,-1 0 1,-1-1-1,-1 1 0,-1-1 1,-1-1-1,-1 0 1,-1 0-1,-12 18-33,22-39 8,0 1-1,0-1 1,0 1-1,0-1 1,-1 0-1,1 1 1,-1-1 0,1 0-1,0 0 1,-1 0-1,0 0 1,1 0-1,-1 0 1,0-1-1,1 1 1,-1 0-1,0-1 1,0 1-1,0-1 1,1 0-1,-1 1 1,0-1-1,0 0 1,0 0-1,0 0 1,1-1-1,-1 1 1,0 0-1,0-1 1,0 1-1,1-1 1,-2 0-8,0 0 7,1-1 0,0 1 1,0-1-1,0 0 0,-1 1 0,2-1 0,-1 0 1,0 0-1,0 0 0,1-1 0,-1 1 0,1 0 1,-1 0-1,1-1 0,0 1 0,0-1 1,0 1-1,1-1 0,-1 0 0,0 1 0,1-1-7,-1-2 5,0 0 0,0 0-1,1 1 1,0-1 0,0 0-1,0 0 1,1 0 0,-1 1-1,1-1 1,0 0 0,0 0-1,1 1 1,0-1 0,-1 1-1,2-1 1,-1 1 0,0 0-1,1 0 1,0 0 0,0 0 0,0 0-1,0 1 1,0-1 0,1 1-1,0 0 1,0 0 0,0 0-1,0 1 1,0-1 0,0 1-1,1 0 1,3-1-5,19-7 102,0 1 1,1 1-1,0 2 0,0 1 1,0 1-1,1 1 0,-1 2 1,17 1-103,-16 6-24,-3 0-6492,-16-6-3158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4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13595,'0'0'1648,"0"0"81,122 164 495,-69-84-768,-7 6-287,-6 1-393,-10-10-120,-14-6-440,-3-14-48,-6-15-120,0-13-48,-7-14-296,0-15-536,0-24-352,0-17-1609,-10-13-3072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5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0 470 11202,'0'0'1907,"24"-31"-342,-7 9-1215,-4 2-39,1 0 1,1 2-1,1 0 1,0 1-1,2 0 1,0 1-1,0 1 1,2 1 0,0 1-1,0 1 1,5-2-312,-2 4 264,1 1 0,1 1 1,-1 0-1,1 2 0,1 1 1,-1 2-1,1 0 0,-1 1 1,8 2-265,-23 0 54,-1 0 1,1 1 0,-1 0 0,1 1 0,-1 0 0,1 0 0,-1 1-1,0 0 1,0 1 0,0 0 0,-1 0 0,1 1 0,-1 0-1,0 1 1,-1-1 0,1 2 0,-1-1 0,0 1 0,-1 0 0,1 0-1,-2 1 1,1 0 0,-1 0 0,0 0 0,3 7-55,-2 1 108,0 0 1,-2 1-1,0-1 1,0 1-1,-2 0 0,0 0 1,-1 0-1,0 0 1,-2 0-1,0 1 1,0-1-1,-2-1 1,0 1-1,-1 0 0,-5 12-108,0-5 68,-1 1 0,0-2 0,-2 1 0,-1-2 0,-1 0 0,-1 0 0,0-1 0,-2-1 0,-17 17-68,27-30 5,0-1 1,0 1 0,-1-1 0,0 0 0,0-1 0,-1 0 0,1 0-1,-1-1 1,0 0 0,0 0 0,-1-1 0,1-1 0,-1 1 0,0-2 0,1 1-1,-1-1 1,0-1 0,0 1 0,0-2 0,-1 0-6,9 1-39,-1 0 1,0-1 0,1 0-1,-1 1 1,1-1-1,-1 0 1,1 0-1,-1-1 1,1 1-1,0 0 1,0-1 0,0 0-1,0 1 1,0-1-1,0 0 1,0 0-1,0 0 1,0 0-1,1 0 1,-1-1 0,1 1-1,0 0 1,0-1-1,0 1 1,0-1-1,0 1 1,0-1-1,1 1 1,-1-1-1,1 0 1,0 1 0,0-1-1,0 0 1,0-1 38,0-7-807,1 1-1,0-1 1,0 1 0,1-1 0,1 1 0,0 0 0,0 0 0,3-6 807,27-46-8150</inkml:trace>
  <inkml:trace contextRef="#ctx0" brushRef="#br0" timeOffset="1">1045 0 10842,'0'0'6266,"0"0"-5282,-26 182 2745,26-96-2393,7 0-344,26-5-288,13-19-424,10-14-136,4-13-136,3-14-8,3-9-280,30-12-736,-20 0-1328,-10-3-3946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16436,'0'0'3744,"0"0"-3120,0 0 961,0 0-113,182 69-456,-99-25-224,-4 4-303,-9 3-137,-11-1-256,-13-2-32,-12-9-64,-8-7-48,-9-5-384,-17-12-913,0-6-1655,0-9-5666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5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18052,'0'0'2024,"0"0"-567,-33 175 87,10-71-400,-7 9-232,-3-3-167,3-20-473,4-22-80,12-20-184,8-18-8,6-19-144,0-11-793,13 0-583,17-26-1257,3-7-3952</inkml:trace>
  <inkml:trace contextRef="#ctx0" brushRef="#br0" timeOffset="1">606 152 16668,'0'0'3848,"0"0"-3376,0 0 977,0 0-897,0 0-208,195-47-296,-142 38 0,-13 3-48,-7 6-120,-17 0-1408,-9 0-4210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14779,'0'0'3161,"0"0"-801,0 0 1,0 0-1321,0 0-584,0 0-368,0 0-88,212-78-472,-149 57-1088,-13 4-2969,-14 5-4769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6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43 178 616,'0'0'12339,"0"0"-8458,10-25-1818,-10 25-2063,10-25 495,0 0 1,2 1 0,6-9-496,-15 29 70,0 1-1,0-1 1,0 1 0,0-1 0,1 1 0,0 0 0,-1 1 0,1-1-1,0 0 1,1 1 0,-1 0 0,0 0 0,0 1 0,1-1 0,-1 1-1,1 0 1,0 0 0,-1 0 0,1 0 0,0 1 0,-1 0 0,3 0-70,1 1 103,0-1 1,-1 1-1,1 1 1,-1-1-1,1 1 1,-1 1-1,0-1 1,0 1-1,0 1 1,0-1-1,0 1 1,2 2-104,2 3 99,-1 1 0,0 0 0,0 0 1,-1 1-1,-1 0 0,1 1 0,-2-1 0,1 2-99,14 29 701,13 34-701,-10-12 345,-2 1 0,-4 1 0,-2 1 0,-4 1 1,-2 0-1,-3 0 0,-2 55-345,1 114-609,-8-240 442,1-1 0,-1 0 1,0 1-1,0-1 0,0 1 0,0-1 1,0 1-1,-1 0 0,0 0 1,1 0-1,-1-1 0,-1 2 1,1-1 166,-6-11-793,-22-37-3708,-3-6-3182</inkml:trace>
  <inkml:trace contextRef="#ctx0" brushRef="#br0" timeOffset="1">0 803 17804,'0'0'2848,"0"0"-1359,0 0 135,0 0-1032,225-163-408,-129 100-184,-3 7-184,-4 8-896,-26 15-3049,-20 12-5561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3:46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14419,'0'0'4521,"0"0"-4257,0 0 1272,119 193-79,-49-3-49,-14 60-128,-20-12-119,-26-47-241,-10-69-488,0-51-216,0 4-216,0-4-8,0-5-920,0-25-1145,0-29-5216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17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41 302 7666,'0'0'3535,"0"0"-1382,0 0 119,0 0-454,0 0-470,-7 3 30,2 0-994,4-1-234,-1-1-1,0 0 1,0 0 0,0 0 0,0 0 0,0 0 0,0 0 0,0 0 0,0-1 0,0 1-1,0-1 1,0 1 0,-1-1-150,5-12 1699,3 2-1632,1-1 0,0 1 0,1 1 0,0-1-1,0 1 1,1 0 0,0 1 0,1-1 0,2 0-67,88-68 4,-92 72 8,33-23 21,0 1 0,35-15-33,-65 37-1,1-1 0,0 2 0,0 0 0,0 0 0,0 1 0,1 0 0,-1 1 0,1 1 0,0-1 0,0 2 0,-1 0 0,1 0 0,0 1 0,1 1 1,-5 0 5,-1 1 1,0 0 0,-1 1-1,1 0 1,0 0 0,-1 0 0,0 1-1,0 0 1,0 0 0,-1 0-1,0 1 1,0 0 0,0 0 0,3 6-6,12 18 138,-1 1 1,7 19-139,-20-38 48,32 71 273,-3 2 0,-5 0-1,-3 3 1,16 89-321,-29-97 98,-7-35 40,2-1 1,2 0-1,10 23-138,-17-55 17,1-1 0,0 0 0,0-1 0,1 1 0,0-1 0,1 0-1,0-1 1,1 0 0,0 0 0,1 0 0,-1-1 0,1 0 0,1-1 0,0 0 0,5 3-17,-14-10-39,-1 0-1,1 0 1,-1 1 0,1-1-1,-1 0 1,1 0 0,-1 0-1,1 0 1,0 0 0,-1 0-1,1 0 1,-1 0 0,1 0-1,-1 0 1,1 0 0,-1 0-1,1 0 1,-1-1 0,1 1-1,-1 0 1,1 0 0,-1 0-1,1-1 1,-1 1 0,0 0 0,1-1-1,-1 1 1,1 0 0,-1-1-1,0 1 1,1-1 0,-1 1-1,0 0 1,1-1 0,-1 1-1,0-1 1,0 1 0,0-1-1,1 1 1,-1-1 0,0 1-1,0-1 1,0 1 0,0-1-1,0 1 1,0-1 0,0 1 0,0-1-1,0 0 1,0 1 0,0-1-1,0 1 40,0-42-5586,0 29 2532,0-22-9218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17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1 10002,'0'0'1774,"0"0"21,0 0 111,0 0-9,-5 34-14,0 5-1360,0 6 248,-3 0 0,-1 0 0,-12 31-771,-34 78 1857,-7-2 0,-8 0-1857,-6 15 639,56-106-352,12-35-576,8-26 171,0 0 1,-1 0-1,1 0 0,0 0 0,0 0 1,0 0-1,0 0 0,0 0 0,0 0 0,0 0 1,0 0-1,-1 0 0,1 0 0,0 0 1,0 0-1,0 0 0,0 0 0,0 0 0,0 0 1,0 0-1,-1 0 0,1 0 118,3-20-2933,0-1-2664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49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439 126 6529,'0'0'2400,"0"0"-117,0 0 17,0 0-573,0 0-401,-6-8-77,-8-14-672,-25-37 1841,36 56-2315,0 0 1,1 0-1,-1 0 0,0 0 1,0 1-1,-1-1 0,1 1 1,0 0-1,-1 0 0,1 0 1,-1 1-1,0-1 0,1 1 1,-1 0-1,0 0 0,-4 0-103,-3 0 22,1 1-1,-1 0 1,0 0-1,1 1 0,-1 1 1,0 0-1,1 1 1,0-1-1,-1 2 1,1 0-1,1 0 1,-1 1-1,0 0 1,1 0-1,0 1 1,1 0-1,-1 1 1,1 0-1,0 0 1,-6 9-22,3-6 54,1 0 1,1 0 0,0 1 0,0 1 0,1-1-1,1 2 1,0-1 0,1 1 0,0-1 0,0 2-1,2-1 1,0 1 0,0-1 0,1 1 0,1 0-1,0 0 1,1 0 0,1 1 0,0-1 0,1 0-1,1 9-54,0-16 10,-1 0-1,1 0 0,0-1 0,0 1 0,1 0 0,0-1 0,0 0 0,0 0 0,1 0 0,0 0 0,0 0 0,1-1 0,0 0 0,0 0 0,0 0 0,0 0 0,1-1 1,-1 0-1,1 0 0,0-1 0,0 1 0,1-1 0,-1-1 0,5 2-9,3 1 15,1 0 1,1-1-1,-1-1 0,0-1 1,1 0-1,0-1 0,-1 0 1,1-1-1,0-1 0,7-2-15,-17 2 0,1-1 0,-1 0 0,0 0 0,0-1 0,0 1 0,-1-1 0,1 0 0,-1-1 0,1 1 0,-1-1 0,0 0 0,-1-1 0,1 1 0,-1-1 0,1 0 0,-1 0 0,-1 0 0,1-1 0,-1 1 0,0-1 0,0 0 0,1-4 0,2-6-11,-1 0 0,0 0 0,-1 0 0,-1-1 0,0 1 0,-1-1 0,-1 1 0,-1-4 11,1 11 5,-1-1-1,0 0 1,0 1 0,-1-1-1,-1 1 1,0-1 0,0 1-1,-1-1 1,0 1-1,0 0 1,-1 0 0,0 0-1,-1 1 1,0 0 0,-1-2-5,-7-14 59,11 19 46,0 1-1,-1-1 1,1 1 0,-1 0-1,0 0 1,0 0 0,-2-2-105,6 27 109,7 13-90,2-1 1,1 1-1,2 0-19,19 59 26,-21-52-119,19 58-265,-27-91-254,0-1-1,1 0 1,0 0 0,0 0 0,1-1-1,3 6 613,7 1-4390,1-8-2153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49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10282,'0'0'1593,"0"0"-292,0 0-382,0 0-322,0 0-30,32 24 315,107 86 1,-126-99-741,-1 1 1,-1 0-1,0 1 1,0 0 0,-2 1-1,1 0 1,-2 0-1,0 1 1,-1 0 0,3 8-143,-1-2 153,11 27 184,-3 1-1,-1 1 1,-3 0 0,-3 1 0,-1 0 0,-3 1 0,-2 0 0,-2 51-337,-2-78 151,1 13 77,-1-1-1,-3 0 0,0 0 1,-3 0-1,-6 22-227,-43 136-782,41-142-4696,10-37-1862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59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7194,'0'0'1884,"0"0"-252,0 0-261,0 0-600,0 0-63,8-9-42,8-9-395,1 1 0,1 1-1,0 0 1,1 1 0,1 1 0,4-1-271,-14 9 131,1 0 1,0 0-1,0 1 0,0 1 0,1 0 0,-1 1 1,1 0-1,0 1 0,0 0 0,0 0 0,0 2 0,0-1 1,0 2-1,7 0-131,-11 1 142,0 1 0,0 0 1,0 0-1,-1 1 1,1 0-1,-1 0 0,0 1 1,0 0-1,-1 0 0,1 1 1,3 4-143,64 70 637,-57-58-433,-2 1 0,0 1 0,-1 0 0,-1 1 0,-2 1 0,0 0 0,3 14-204,10 46 1816,9 62-1816,-15-61 245,-10-40 75,-8-46-167,0-1 11,0 0 35,0 0-10,-4-36 162,-6-11-353,2-1-1,2-4 3,2 11-4,-3-1 0,-1 1 0,-2-2 4,9 41-2,1 1 0,-1-1 0,1 0 0,-1 1 0,0-1 0,0 0 0,0 1 0,0-1 0,0 1 0,0-1 1,0 1-1,0 0 0,-1-1 0,1 1 0,0 0 0,-1 0 0,1 0 0,-1 0 0,1 0 0,-1 0 0,0 1 1,1-1-1,-1 0 0,0 1 0,0-1 0,1 1 0,-1 0 0,0-1 0,0 1 0,0 0 0,0 0 0,1 0 0,-1 1 1,0-1-1,0 0 0,1 1 0,-1-1 0,0 1 0,0-1 0,1 1 0,-1 0 0,0 0 2,-5 2-8,0 0 1,1 1-1,-1 0 0,1 0 0,0 0 0,0 1 0,0 0 1,1 0-1,0 0 0,-1 2 8,-109 154 108,81-108-23,-3-1-1,-2-2 1,-3-1 0,-27 23-85,54-54-538,33-17-3575,2-1 521,9 0-6175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6:15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13515,'0'0'2336,"0"0"-159,0 0-385,0 0-1032,0 0-320,0 0-183,0 0 63,195-30-264,-159 30 40,1 0-32,-4 0-64,-3 0-8,-10 0-424,-7 0-569,-13 3-1455,0 18-1321,-17 3-2480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6:15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13243,'0'0'2368,"0"0"-983,0 0 1183,0 0-1336,0 0-287,0 0-337,0 0-96,136-30-104,-103 21-408,0 3 56,-6 3-56,6 3-512,23-3-1168,-6 3-2273,-1-6-1208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6:16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21 9034,'0'0'1678,"0"0"291,0 0-358,0 0-641,0 0-291,0 0 112,-14-4-89,-13-1-82,0 0-1,-1 1 0,-22 1-619,19 3 288,-1 1 0,1 2 0,0 1 0,0 2 0,-7 2-288,25-4 127,0 0 1,0 1-1,0 0 1,1 1-1,0 0 1,0 1 0,1 0-1,0 1 1,0 1-1,1-1 1,0 2 0,0-1-1,-4 7-127,11-11 53,0 0 0,0 1-1,1-1 1,-1 1 0,1 0 0,0 0 0,1-1-1,0 1 1,0 0 0,0 0 0,0 0 0,1 1-1,0-1 1,0 0 0,1 0 0,0 0-1,0 0-52,-1-1 17,1 1 0,0-1 0,0 0 0,1 0-1,0 0 1,0 0 0,0 0 0,0 0 0,1-1-1,0 1 1,-1-1 0,2 1 0,-1-1-1,1 0 1,-1-1 0,1 1 0,0 0 0,0-1-1,2 1-16,3 0 15,0-1 0,0 0-1,0-1 1,0 0-1,0 0 1,1-1 0,-1 0-1,1-1 1,-1 0-1,4-1-14,2 1 7,-1-2-1,0 0 0,1 0 1,-1-1-1,0-1 0,6-3-6,-5 1 1,-1 0 0,1-1-1,-1 0 1,-1-1 0,0-1-1,0 0 1,0-1 0,-1 0-1,-1-1 1,0 0 0,0-1-1,-1 0 1,-1 0 0,8-15-1,7-7 31,-17 24-13,0 0 0,-1 0 0,0-1-1,4-9-17,-10 20 6,0 0-1,0 0 0,0 0 0,0 0 1,0 1-1,0-1 0,0 0 0,0 0 0,0 0 1,0 0-1,0 0 0,0 0 0,0 0 0,1 0 1,-1 0-1,0 0 0,0 0 0,0 1 1,0-1-1,0 0 0,0 0 0,0 0 0,0 0 1,0 0-1,0 0 0,0 0 0,1 0 0,-1 0 1,0 0-1,0 0 0,0 0 0,0 0 1,0 0-1,0 0 0,0 0 0,0 0 0,0 0 1,1 0-1,-1 0 0,0 0 0,0 0 0,0 0 1,0 0-1,0 0 0,0 0 0,0 0 1,0 0-1,0 0 0,0-1 0,0 1 0,1 0 1,-1 0-1,0 0 0,0 0 0,0 0 0,0 0 1,0 0-1,0 0 0,0 0 0,0 0 1,0 0-1,0-1-5,4 17 100,2 23 61,3 124 1103,-10 94-1264,-1-94 779,2-162-690,0-1-16,0 0 13,0 0-14,0 0-92,0 0-306,-23 0-3927,7 0-1643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1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16 473 8282,'0'0'3829,"0"0"-1917,0 0 128,0 0-559,0 0-240,0 0 126,-4 1 51,4-1-1390,-1 0 0,1 0 0,-1 0-1,1 0 1,0 0 0,-1 0 0,1 0 0,-1 0 0,1 0 0,0 0 0,-1 0-1,1 0 1,-1 0 0,1 0 0,0-1 0,-1 1 0,1 0 0,0 0 0,-1 0-1,1-1 1,0 1 0,-1 0 0,1 0 0,0-1 0,-1 1 0,1 0 0,0-1-1,0 1 1,-1 0 0,1-1 0,0 1 0,0 0 0,0-1 0,0 1 0,-1 0-1,1-1 1,0 1 0,0-1 0,0 1 0,0 0 0,0-1 0,0 1 0,0-1-1,0 1 1,0 0 0,0-1 0,0 1 0,0-1 0,1 1 0,-1 0 0,0-1-29,14-34 792,37-44-114,-47 74-619,18-26 2,1 0 1,1 2-1,2 0 0,18-13-60,-35 33 0,1 1-1,1 0 1,-1 1 0,1 0 0,0 0 0,1 1-1,-1 1 1,1 0 0,0 1 0,1 0-1,-1 1 1,1 0 0,0 1 0,-1 0 0,8 0 0,-7 3-1,0 0 1,-1 1 0,1 0 0,0 1 0,-1 0 0,0 1-1,0 0 1,0 1 0,0 0 0,-1 1 0,0 0 0,0 1-1,0 1 1,-1-1 0,0 2 0,0 0 0,34 29 79,23 27-79,-42-38 59,1-2 1,2-1-1,0 0 0,1-3 0,25 15-59,-43-31 38,1 0-1,0-1 1,0 0 0,0 0 0,0-2 0,0 1 0,1-2 0,-1 1 0,0-2 0,1 0-1,-1 0 1,1-1 0,9-2-38,-16 2 32,1 0 1,0-1-1,-1 1 0,0-2 1,1 1-1,-1-1 0,0 1 1,0-2-1,0 1 0,-1-1 0,1 0 1,-1 0-1,0 0 0,0-1 1,0 0-1,-1 0 0,0 0 1,1 0-1,-2-1 0,1 1 0,-1-1 1,0 0-1,0 0 0,-1-1 1,1 1-1,-1-2-32,5-28 225,-2-1-1,-2 0 1,-1 0 0,-2-1-1,-2-3-224,1-25 459,1 63-435,0 1 1,1-1 0,-1 0-1,0 1 1,-1-1 0,1 0-1,0 1 1,-1-1-1,0 1 1,1-1 0,-1 1-1,0-1 1,0 1 0,-1 0-1,1-1 1,0 1 0,-1 0-1,1 0 1,-1 0 0,0 0-1,0 0 1,0 0 0,0 1-1,0-1 1,-1 0-25,3 2-45,-1 0 0,0 0 0,0 0 0,1 0 0,-1 1 0,0-1 0,0 0 0,1 0 0,-1 1 0,0-1 0,1 1 0,-1-1 0,1 0 0,-1 1 0,0-1 0,1 1 0,-1-1 0,1 1 0,-1 0 0,1-1 0,0 1 0,-1 0 0,1-1 0,-1 1 0,1 0 0,0-1 0,0 1 0,-1 0 0,1-1 0,0 1 0,0 0 0,0 0 0,0-1 0,0 1 0,0 0 0,0 0 45,-6 31-1310,5 10-1773,8-16-2455,13-3-4879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19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12523,'0'0'3536,"0"0"-1899,0 0 675,0 0-771,0 0-941,0 0-210,4 14 260,108 342 2319,-45-73-1972,-30-120-794,7-1 0,10 8-203,-50-165-1462,-3-13 576,-2-19-425,-14-26-2509,-1 16-1803,-7-6-5931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19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1 430 7538,'0'0'2682,"0"0"-669,0 0 113,17-33-640,17-30-166,15-18-1320,-41 69 194,1 0 1,1 0-1,0 1 1,0 1-1,1-1 1,1 2-1,0 0 1,0 0-1,0 1 1,11-5-195,4-3 330,4-2-24,0 1-1,1 2 1,1 1-1,0 1 1,1 2-1,0 1 1,1 2 0,0 1-306,-19 4 84,0 1 0,1 0 0,-1 2 0,1 0 0,-1 0 0,1 2 0,-1 0 0,0 1 0,0 0 0,0 1 0,0 1 0,0 1 0,-1 0 0,0 1 0,-1 1 0,1 0 0,-1 1 0,3 3-84,-2 0 118,-1 0 0,0 1 0,-1 0 0,0 2 1,-1-1-1,-1 1 0,0 1 0,-1 0 0,-1 1 0,0 0 0,-2 0 0,0 1 1,0 0-1,-2 0 0,0 0 0,-1 1 0,-1-1 0,-1 1 0,-1 0 0,0 0 1,-2 14-119,-1-20 71,-1 0 1,-1 0-1,0-1 1,0 1 0,-1-1-1,-1 0 1,0 0-1,-1 0 1,0-1 0,0 0-1,-1-1 1,-1 1 0,0-1-1,0-1 1,-10 8-72,-8 5 87,0 0 1,-1-2 0,-2-1-1,0-1 1,-17 6-88,26-15 18,-1-1 0,0-1 0,-1-1 0,0-1 0,1-1 0,-14 0-18,-19-1-9031,79-3 2567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10970,'0'0'3326,"0"0"-2039,0 0 330,0 0-526,-13 38-227,-3 9-371,1 1-1,-2 24-492,16-62 93,0-1 0,1 1-1,0 0 1,0 0 0,1-1 0,0 1-1,1 0 1,0-1 0,0 0-1,1 1 1,1-1 0,-1 0 0,2 0-1,-1-1 1,1 1 0,0-1-1,1 0 1,0 0-93,3 7 161,1 0-47,1 1 1,0-2-1,1 0 1,1 0-1,0-1 0,0 0 1,2-1-1,-1-1 1,1-1-1,9 5-114,-11-8 22,0-1-1,0 0 0,1-1 1,0-1-1,0 0 1,1-1-1,-1 0 1,1-1-1,-1-1 1,1 0-1,0-1 1,-1 0-1,7-2-21,-14 0 12,1 0 0,-1 0 0,1 0 0,-1-1 0,0 0 0,0-1 0,0 0 0,0 0 0,-1 0 0,0-1 0,0 1 0,0-2 0,0 1 0,-1-1 0,0 1 0,0-2 0,0 1 0,-1 0 0,0-1 0,0 0 0,-1 0 0,0 0 0,0 0-12,0 0 71,0-1 1,0 1-1,-1-1 1,0 0-1,-1 1 1,1-1-1,-1 0 1,-1 0-1,0 0 1,0 0-1,0 1 1,-1-1-1,0 0 1,-1 0-1,1 0 1,-2 1-1,1-1 0,-1 1 1,0 0-1,0 0 1,-1 0-1,-4-6-71,-6-3 187,0 2 0,-1 0-1,0 0 1,-1 2-1,0 0 1,-1 0 0,-15-6-187,-36-18 710,-31-9-710,58 27 107,13 5-72,16 6-31,-1 1 0,-1 0-1,1 1 1,-1 1 0,1 0 0,-1 0-1,-1 2 1,-8-2-4,22 4-24,1 0 0,-1 0 1,0 1-1,0-1 0,1 0 0,-1 0 1,0 0-1,0 1 0,1-1 0,-1 0 1,0 1-1,1-1 0,-1 0 0,0 1 1,1-1-1,-1 1 0,0-1 0,1 1 1,-1-1-1,1 1 0,-1 0 0,1-1 1,-1 1-1,1-1 0,0 1 0,-1 0 1,1 0-1,0-1 0,0 1 0,-1 0 1,1 0-1,0-1 0,0 2 24,0 25-950,0-21 675,6 27-2284,14-5-2819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16035,'0'0'2025,"0"0"527,0 0-87,0 0-817,115 166-832,-98-118-119,-4-3-353,-6-7-128,-1-5-208,-2-12 8,-1-6-16,0-6-504,1-6-385,9-3-607,0-15-936,0-9-4978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16019,'0'0'2316,"0"0"-99,0 0-940,0 0-844,0 0-293,0 0-107,-5 20-11,1-6-9,1-8-10,1 0 0,0 0 0,1 0 0,0 1 0,0-1 0,0 0 0,1 1 0,-1-1 0,1 0 0,1 1 0,0-1 0,-1 0 0,2 0 0,-1 1 0,1-1 0,0 0 0,0 0 0,1 0 0,0-1 0,1 3-3,18 26 28,4 5 192,-2 1-1,3 10-219,-21-37 70,0 0 0,-1 1 1,0-1-1,-1 1 0,-1 1 0,0-1 1,-1 0-1,-1 1 0,0 3-70,-1-16 74,-1 1 0,0-1 0,0 0 0,0 0 0,0 0 1,0 0-1,-1 0 0,1 0 0,0 0 0,-1 0 0,1-1 0,-1 1 0,0-1 0,0 1 0,0-1 0,1 1 0,-1-1 0,0 0 1,-1 0-1,1 0 0,0 0 0,0 0 0,0-1 0,-1 1 0,1-1 0,-1 1-74,-9 2 216,-1 0 1,1 0-1,-1-1 0,-8 0-216,-18-3 158,32 0-263,1 0 1,-1 0-1,0 1 0,1 0 1,-1 1-1,0-1 1,1 1-1,-1 0 0,1 1 1,-1 0-1,1 0 0,0 0 1,0 1-1,-1-1 1,2 2-1,-5 2 105,-1 5-1452,1 0 1,0 1-1,1 1 0,-2 3 1452,-4 9-6182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1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0 12051,'0'0'1579,"0"0"-98,0 0 102,0 0-713,0 0-329,0 0-2,-22 23-124,2-2-243,0 1 1,2 1-1,-7 11-172,24-32 15,0 0 1,0 0-1,1-1 0,-1 1 1,0 0-1,1 0 0,-1 0 1,1 1-1,0-1 0,-1 0 0,1 0 1,0 0-1,0 0 0,0 0 1,1 0-1,-1 0 0,0 0 1,1 0-1,0 0 0,-1 0 0,1 0 1,0 0-1,0 0 0,0 0 1,1 1-16,2 2 42,1 1 0,0-1 0,0 0 0,0 0 0,0-1 0,4 2-42,4 5 81,3 4 89,21 19-159,-2 0-1,-1 3 1,14 21-11,-40-47 145,0 0-1,-1 0 1,-1 1 0,1 0 0,-2 0 0,0 0 0,0 1-1,-1 0 1,-1 0 0,0 0 0,0 0 0,-2 0 0,0 1-1,0-1 1,-1 6-145,-1-17 57,1 0-1,-1 0 0,0 0 1,1-1-1,-1 1 0,0 0 1,0 0-1,0-1 1,0 1-1,-1 0 0,1-1 1,0 1-1,-1-1 1,1 0-1,-1 1 0,1-1 1,-1 0-1,0 0 0,1 0 1,-1 0-1,0 0 1,0-1-1,0 1-56,-51 16 446,41-14-375,-12 3-134,-1-2 1,1 0 0,-20-1 62,-6 0-2516,19-2-765,1-1-3997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3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10322,'0'0'2454,"0"0"-235,0 0 166,0 0-997,0 0-642,0 0-77,-4 17-6,-16 87 271,6 0 0,4 1 1,4 1-1,5 0 0,8 49-934,-4-131-15,0-1-1,1 0 1,2 0-1,0 0 1,2-1-1,0 0 1,1 0-1,2-1 1,0 0-1,1-1 1,1 0-1,1-1 1,0-1-1,2 0 1,0-1-1,3 2 16,-14-15-144,0 0 0,0-1 0,0 1 1,1-1-1,-1 0 0,1-1 0,0 1 0,-1-1 0,1 0 0,0-1 0,1 1 0,2-1 144,47 2-4150,-16-3-935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3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9874,'0'0'1296,"0"0"86,0 0-182,0 0-657,33-25-147,111-74-16,-139 96-353,0-1 0,0 1-1,0 0 1,0 1 0,1-1 0,-1 1-1,1 0 1,0 0 0,0 1-1,0 0 1,0 0 0,0 0 0,0 1-1,0 0 1,0 0 0,0 0 0,0 1-1,0 0 1,-1 0 0,1 0-1,3 2-26,-4-2 35,6 3 64,-1 0 0,0 1-1,-1 0 1,1 1 0,-1 0-1,0 0 1,0 1 0,0 0-1,-1 0 1,-1 1 0,1 0-1,3 5-98,15 21 814,-2 0 0,11 22-814,116 213 2822,-73-126-1035,-78-141-1766,1-1 1,-1 0 0,1 1-1,-1-1 1,1 0-1,0 1 1,0-1 0,0 0-1,0 0 1,0 0 0,0 0-1,0 0 1,0 0 0,0 0-1,1 0 1,-1 0 0,1 0-22,-2-2 18,1 1 0,-1 0 0,1-1 0,-1 1 0,1-1 0,-1 1 0,0-1 0,1 1 0,-1-1 0,0 1 0,1-1 0,-1 1 0,0-1 0,0 0 0,0 1 0,1-1 0,-1 1 0,0-1 0,0 0 0,0 1 0,0-1 0,0 1 0,0-1 0,0 0 0,0 1 0,0-1-18,-5-59 247,-4 14-234,-3-1 0,-1 2 1,-17-40-14,30 84-3,-1 0 0,1-1 0,0 1 1,-1 0-1,1 0 0,-1 0 0,1 0 1,-1-1-1,1 1 0,-1 0 1,0 0-1,1 0 0,-1 0 0,0 0 1,0 1-1,0-1 0,0 0 1,0 0-1,0 0 0,0 1 0,0-1 1,0 1-1,0-1 0,0 1 1,0-1-1,-1 1 0,1 0 0,0-1 1,0 1-1,-1 0 0,1 0 1,0 0-1,0 0 0,-1 0 0,1 0 1,0 0-1,0 0 0,0 1 0,-1-1 1,1 0-1,0 1 0,0-1 1,0 1-1,0-1 0,0 1 0,0 0 1,0-1-1,0 1 0,-1 0 3,-6 6-35,-1 1 1,1 0-1,1 0 0,0 0 0,-4 7 35,0-2 41,-127 147 196,-86 71-237,189-191 0,35-39-22,0-1-64,1-16-1255,2 11 820,0 0 1,0 0-1,1 0 1,-1 1 0,1-1-1,0 1 1,0 0 0,1 0-1,-1 0 1,4-2 520,2-2-1901,16-13-3604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4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9794,'0'0'4045,"0"0"-1874,0 0 210,0 0-994,0 0-851,0 0-136,0 17 313,-2 220 1758,1 219-409,2-441-2055,0 0-1,1 0 0,1-1 1,0 1-1,1-1 0,1 0 1,0 0-1,1 0 1,0-1-1,1 0-6,-4-7-15,0 0 0,1-1 0,-1 1 0,1-1 0,0 0 0,1-1 0,-1 1 0,1-1 0,0 1 0,0-1 1,1-1-1,-1 1 0,1-1 0,0 0 0,0 0 0,0-1 0,0 0 0,0 0 0,0 0 0,0-1 0,1 1 0,-1-2 0,6 1 15,-6-1-180,-1 0 1,1 0-1,-1 0 0,1-1 1,-1 0-1,0 0 0,1-1 1,-1 1-1,0-1 0,0 0 1,0-1-1,0 1 0,0-1 1,-1 0-1,1 0 0,-1 0 1,2-2 179,-2 1-655,-1 0 1,0-1 0,0 1 0,0-1 0,0 1-1,-1-1 1,1 0 0,-1 0 0,0 0 0,-1 0-1,1 0 1,-1-1 654,3-16-5245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4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4561,'0'0'7682,"0"0"-5674,0 0 921,0 0-1281,0 0-568,0 0-296,208-98-367,-164 83-273,-5 6-136,-6 6-16,0 0-649,10 0-1519,-10 3-1681,-3-3-3953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4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6449,'0'0'2440,"0"0"48,0 0 53,0 0-561,0 0 15,0 0-65,16 0-420,-9 0-1394,23 2 364,1-2 1,-1-1-1,0-2 0,0-1 0,7-3-480,29-14 418,-45 13-490,0 1 1,0 1-1,1 0 1,0 2-1,-1 1 0,17-1 72,-37 4-100,0 0 0,0 1 0,-1-1 0,1 0 0,0 0 0,0 0 0,0 1 0,0-1 0,-1 0 0,1 1 0,0-1 0,0 1 0,-1-1 0,1 1 0,0-1 0,-1 1 0,1-1 0,-1 1 0,1 0 0,0-1 0,-1 1 0,1 0 0,-1-1 0,0 1 0,1 0 0,-1 0 0,0 0 0,1-1 0,-1 1 0,0 0 0,0 0 100,4 20-4997,-4-20 4695,0 14-7583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84 264,'0'0'10624,"0"0"-7037,0 0-901,0 0-492,0 0-671,0 0-371,7 0-232,9-3-667,-1 0 1,1-1-1,-1-1 0,0 0 1,-1-1-1,14-7-253,-14 5 3,1 2 0,0 0 0,0 0 0,0 1 0,0 1 0,1 1 0,0 0 1,11 0-4,39 3-4833,-49 0-314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6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12411,'0'0'1600,"0"0"568,0 0 737,0 0-1145,0 0-295,0 187-425,-4-145-480,-6-10-496,0-5 96,7-6-160,0-9-80,3-12-1032,0 0-1457,0 0-2312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6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75 9994,'0'0'2622,"0"0"-1059,0 0-489,28-9-601,10-5-393,96-28 88,-93 33 81,-40 9 162,-14 0 537,-11 0-727,-1 1 0,1 1 0,0 1 0,-1 1 0,-12 5-221,24-5 168,1 0 0,0 1 1,0 0-1,0 1 0,1 1 0,0 0 1,0 0-1,1 1 0,0 0 0,0 1 1,-5 6-169,7-6 49,1 0 0,0 0 0,1 1 0,0 0 0,-1 2-49,6-9 21,-1 0-1,1 0 1,0 0 0,0 0-1,0 0 1,1 1 0,-1-1-1,1 0 1,0 0 0,0 2-21,0-3 15,0-1 0,0 0 0,0 1 0,1-1 1,-1 0-1,1 0 0,-1 1 0,1-1 0,-1 0 1,1 0-1,0 0 0,0 0 0,-1 0 1,1 0-1,0 0 0,0 0 0,0 0 0,0 0 1,0 0-1,0-1 0,0 1 0,0 0 0,1-1 1,-1 1-1,0-1-15,21 8 81,0 0 0,0-2 0,1-1-81,-6-1 3,-1 0 0,1 1 0,-1 1 0,0 0 0,-1 1 0,10 6-3,-20-10 3,-1 0 1,1 1 0,-1-1 0,0 1 0,-1 0-1,1 0 1,-1 1 0,0-1 0,0 1 0,0 0-1,0-1 1,-1 1 0,0 0 0,0 1 0,0-1-1,-1 0 1,1 0 0,-1 1 0,-1-1 0,1 1-1,-1-1 1,0 1 0,0 1-4,0-2 65,0 0 0,0 0 1,0 0-1,0 0 0,-1-1 0,0 1 0,0 0 0,-1 0 1,1 0-1,-1-1 0,0 1 0,0-1 0,-1 1-65,-1 0 134,0 0-1,-1-1 1,0 0-1,0 0 1,0 0-1,0 0 0,0-1 1,-1 0-1,0 0 1,-2 0-134,-9 6-125,-1-1 0,0-1 0,0-1 0,0-1-1,-1 0 1,0-1 0,0-1 0,0-1 0,-16 0 125,33-17-7333,2 0-1179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7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10866,'0'0'2488,"0"0"-187,0 0-55,0 0-1175,0 0-473,0 0 372,-1 37 91,-5 243 683,1-92-303,1-68-443,8 80-998,-4-195 4,1 0 0,0-1 0,0 1 0,0 0 0,0-1-1,1 1 1,0-1 0,0 0 0,0 1 0,0-1 0,1 0 0,0 0 0,0 0-4,-1-2-49,-1-1 1,1 1-1,-1-1 0,1 0 1,0 1-1,-1-1 1,1 0-1,0 0 1,0 0-1,0 0 0,0 0 1,0-1-1,0 1 1,0-1-1,0 1 1,0-1-1,0 0 1,0 1-1,0-1 0,1 0 1,-1 0-1,0-1 1,0 1-1,0 0 1,0-1-1,0 1 0,0-1 1,0 0-1,0 0 1,0 0-1,0 0 49,4-3-787,-1 1 0,1-2 0,-1 1 0,0 0 0,-1-1 0,1 0 0,-1 0 0,0 0 0,3-5 787,10-19-8452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7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13003,'0'0'1896,"0"0"2313,0 0-2289,0 0-935,0 0-465,0 0-432,0 0 88,119-62-168,-56 41 64,6 3-72,27-6-224,-20 6-1689,-13 7-3568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5:27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2697,'0'0'6301,"0"0"-3551,0 0-852,0 0-562,0 0-108,0 0 371,35 17 77,110 61-190,-134-71-1352,1 0 0,-1 1 0,0 1 0,-1 0 0,0 0 0,-1 1 0,0 0 0,0 0 0,-1 1 0,0 0 0,-1 1 0,0 0 0,-1 0 0,0 0-1,-1 1 1,-1 0 0,0 0 0,1 5-134,4 22 25,-1 0 1,-2 0-1,-2 1 0,-1-1 0,-3 1 0,-1 0 0,-2 0 0,-1-1 0,-3 0 0,-1 0 1,-2 0-1,-9 21-25,7-25-268,-3-2 0,0 0 0,-3-1 0,0-1 0,-2 0 0,-2-1 0,0-2 0,-2 0 1,-10 7 267,-16 9-5046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6:25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 5641,'0'0'2890,"0"0"-413,0 0-298,0 0-799,0 0-466,0 0-216,0-3 934,0 5-48,-1 24-1078,-1 0 1,-1 0-1,-2-1 1,-6 25-507,1-7 69,2 0 1,2 0 0,2 1-1,1 20-69,5-63 15,-1 0-1,1-1 0,-1 1 1,1-1-1,-1 1 0,1-1 1,-1 0-1,1 1 0,-1-1 1,1 0-1,-1 0 0,1 0 1,-1 0-1,1 0 0,0-1 1,0 1-15,2 0 90,193 0 923,-196 0-1047,44 0-1721,1-7-205,-41 5 1281,0 0-1,0 0 1,0-1 0,-1 1-1,1-1 1,-1 0-1,1 0 1,-1-1 0,0 1-1,0-1 1,-1 0 0,1 0-1,-1 0 1,0 0 0,0-1-1,0 1 1,1-5 679,-1 3-137,-1 0-1,0-1 1,0 1 0,0-1 0,-1 1-1,0-1 1,0 1 0,-1-1 0,0-1 137,0-30 3738,-1 8-1287,1 0 1,2 0-1,1 1 1,3-9-2452,21 125 2741,-16-26-2418,-2 1 0,-3 0 0,-2 1 1,-4 44-324,6 105 598,4-94-497,-10-117-73,0-1 52,0 0-19,0 0 6,0 0 2,0 0 2,0 0-44,0 0-2,0 0-74,0 0-241,0 0-380,0-2-3558,0 1-560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6:26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0 1768,'0'0'783,"0"0"-420,0 0-79,0 0 200,0 0 514,0 0 295,-2 3 157,-1-1-893,0-1 0,-1 1 1,1 0-1,0-1 0,-1 0 1,1 1-1,-1-2 0,1 1 0,-1 0 1,0-1-1,1 1 0,-1-1 1,-2 0-558,2 0 100,-1 0 0,0 0 0,1 1 0,-1 0 1,1 0-1,-1 0 0,1 0 0,0 1 0,-1 0 1,1 0-1,0 0 0,-1 1-100,-14 8-4155,17-10-3591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6:26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1872,'0'0'0,"0"0"-96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6:27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24 2921,'-17'-1'10381,"12"-1"-9751,59-18-842,-53 20-2376,-1 0-4343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6:44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10522,'0'0'2309,"0"0"259,0 0-473,0 0-681,0 0-352,0-8-3,0 4-1002,0 6 399,-2 294 1767,5 344 218,9-118-1266,-12-521-1119,0-1-22,-1-14 16,-18-83-2014,14 31-2087,4 26-2124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6:45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6433,'0'0'1619,"0"0"745,0 0-413,0 0-604,0 0-326,0 0-291,12-15-226,-5 6-419,-1 1-22,0 1-1,0 0 0,0 1 0,1-1 0,0 1 0,0 0 0,0 1 1,1 0-1,0 0 0,0 0 0,0 1 0,1 0 0,5-1-62,9-1 113,-1 1 1,1 0-1,0 2 0,0 1 0,0 1 0,1 1 0,-1 1 1,0 1-1,0 1 0,0 0 0,-1 2 0,11 4-113,-20-5 63,0 1 0,-1 0-1,1 1 1,-1 1 0,0 0-1,0 0 1,-1 1 0,0 0-1,-1 1 1,0 1 0,0-1-1,-1 1 1,0 1 0,-1 0-1,0 0 1,0 1 0,-2 0-1,1 0 1,-1 1 0,-1-1-1,2 9-62,-3-8 170,-1 1 0,-1 0-1,0 0 1,0 0 0,-2 0-1,1 0 1,-2 0 0,0 0-1,-1 0 1,0 0 0,-1 0-1,0 0 1,-2-1 0,1 0-1,-2 0 1,1 0 0,-2 0-1,0-1 1,0 0 0,-1 0-1,-1-1 1,0 0 0,-7 6-170,2-3 102,0 0 1,-2-1-1,1 0 1,-2-2 0,0 0-1,0 0 1,-1-2-1,0 0 1,0-1 0,-1-1-1,0-1 1,0 0-1,-1-2 1,0 0-1,0-1 1,-9-1-103,-36-1 719,41-1-1852,38 0-5968,17 0 1699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6:48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25 6057,'0'0'4515,"0"0"-2118,0 0-83,0 0-435,0 0-554,0 0-237,-4-5-373,3 4-665,0-1 0,0 0 0,-1 1 0,1-1 0,0 0 0,-1 1 0,1 0 0,-1-1 0,0 1 0,0 0 0,1 0 0,-1 0 0,-2-1-50,3 3 21,0-1 1,0 0 0,0 1-1,-1-1 1,1 0 0,0 1-1,0 0 1,0-1-1,0 1 1,0 0 0,0-1-1,0 1 1,0 0 0,0 0-1,1 0 1,-1 0-1,0 0 1,0 0 0,1 0-1,-1 0 1,1 0 0,-1 0-1,1 0 1,-1 0-1,1 1 1,0-1 0,-1 0-1,1 0 1,0 0 0,0 1-22,-8 24 279,1 0 1,2 1 0,0 0 0,2 0 0,0 11-280,3 142 923,2-86-525,-2-29-164,3 0 1,2 0-1,4 0 0,16 61-234,-19-102 30,1 1 0,2-1 0,0 0 0,2-1 0,0 0-1,1-1 1,2 0 0,0-1 0,1-1 0,2 0 0,0-1-1,0-1 1,2 0 0,5 2-30,-18-15-134,-4-3 11,1 1 1,0-1-1,0 0 0,0 0 0,0 0 0,0 0 0,0 0 0,1-1 1,-1 0-1,1 0 0,-1 0 0,1 0 0,3 1 123,-7-5-2986,0-9-2998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7:0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 2697,'0'0'1831,"0"0"-275,0 0 48,0 0 137,0-4-270,0-12-272,0 13-290,0 3-294,0 0-66,0 0 213,0 0 321,0 0 213,0 0-128,-3 42 805,23 160-797,10-202-1083,5 0-64,0-1-1,-1-2 0,1-1 1,7-3-29,279-55 32,-274 57-34,1 2 1,-1 2 0,27 4 1,18-1 4,329-2 44,-84-15-768,-149 9 535,-102 0-803,-84 6 993,-1-1 0,0 1 0,0-1 0,0 1 0,0-1 0,0 0 0,0 0 0,-1 1 0,1-1-1,0 0 1,0 0 0,0 0 0,-1 0 0,1 0 0,0 0 0,-1 0 0,1 0 0,-1 0 0,0 0 0,1-1 0,-1 1-1,0 0 1,1 0 0,-1 0 0,0-1 0,0 1 0,0 0 0,0-1-5,2-40 193,-2 38-129,0-1-324,-3-20 1330,3 24-1251,0 0-1,-1 1 1,1-1 0,-1 1 0,1-1 0,0 1 0,-1-1 0,1 1 0,-1 0 0,1-1-1,-1 1 1,1-1 0,-1 1 0,0 0 0,1 0 0,-1-1 0,1 1 0,-1 0-1,0 0 1,1 0 0,-1-1 0,0 1 0,1 0 0,-1 0 0,0 0 0,1 0 181,-6 0-7854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7:08.40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1254 2 1304,'0'0'3594,"-32"0"-2437,7 0-1042,-26-1 338,1 3 0,-1 1 1,-35 9-454,17 2 873,0 4 1,0 2 0,-22 12-874,60-19 448,0 0-1,1 3 1,1 0-1,1 1 1,0 2-1,1 1 0,2 1 1,-7 8-448,25-22 52,0 1 1,1 0 0,0 0-1,0 0 1,1 1-1,0 0 1,0 0-1,1 0 1,0 0-1,1 1 1,0 0-1,1-1 1,0 1-1,0 0 1,1 0-1,0 0 1,1 1-1,0 6-52,0-17 5,0 0-1,0 0 0,0 0 1,0 0-1,0-1 0,0 1 0,0 0 1,0 0-1,0 0 0,0 0 1,0 0-1,-1 0 0,1 0 0,0 0 1,0 0-1,0 0 0,0-1 0,0 1 1,0 0-1,0 0 0,-1 0 1,1 0-1,0 0 0,0 0 0,0 0 1,0 0-1,0 0 0,0 0 0,-1 0 1,1 0-1,0 0 0,0 0 1,0 0-1,0 0 0,0 0 0,0 0 1,-1 1-1,1-1 0,0 0 1,0 0-1,0 0 0,0 0 0,0 0 1,0 0-1,0 0 0,0 0 0,0 0 1,-1 0-1,1 1 0,0-1 1,0 0-1,0 0 0,0 0 0,0 0 1,0 0-1,0 0 0,0 0 0,0 1 1,0-1-1,0 0 0,0 0 1,0 0-1,0 0 0,0 0 0,0 1-4,-7-14 124,6 4-118,0 0-1,1 0 1,0-1 0,0 1-1,1 0 1,0 0 0,1 0-1,0 1 1,0-1 0,1 0-1,0 1 1,0-1 0,1 1 0,0 0-1,1 0 1,0 0 0,3-3-6,8-8 6,1 0 1,1 1 0,0 1 0,1 0 0,17-10-7,-14 11 0,0 1 1,1 1 0,1 1 0,0 1 0,5-1-1,-15 7-4,1 1 0,0 1 0,0 0 0,1 1 0,-1 1 0,0 1 0,1 0 0,0 0 0,9 2 4,-18 0-5,1 1 1,-1 0-1,0 0 1,0 0 0,0 1-1,0 0 1,0 1-1,0-1 1,-1 1 0,1 0-1,-1 1 1,0 0-1,-1 0 1,1 0 0,-1 0-1,0 1 1,0 0-1,-1 0 1,1 0 0,-2 1-1,1 0 1,-1-1-1,0 1 1,1 4 4,1 1-1,0 1 0,-2-1 0,1 1-1,-2 0 1,0 0 0,0 0 0,-1 0 0,-1 0 0,0 0 0,-1 1 0,0-1-1,-1 0 1,0 0 0,-2 3 1,-2-3 6,1 0-1,-1 0 0,-1-1 1,-1 0-1,0 0 1,0 0-1,-1-1 1,0 0-1,-1-1 0,-8 7-5,-13 10 21,-2-2 1,0-1-1,-7 3-21,-7 1 25,0-1 0,-2-3 1,-4 0-26,26-13 12,0-1 0,-1-2 0,0-1 0,-1-1 0,1-1 0,-19 0-12,38-4 5,0-1 0,0 0 1,0-1-1,0 1 1,0-2-1,0 1 1,0-1-1,0-1 0,0 0 1,-5-2-6,9 2 4,0 0 0,0 0 0,0-1 0,1 1 0,-1-1 0,1 0 0,0 0 0,0-1 0,1 1 0,-1-1 0,1 1 0,0-1 0,0 0 0,1-1 0,-1 1 0,1 0 0,0-1-4,-2-7 13,0-1 0,1 0 0,0 0 0,1 0 0,1 0 0,0 0 0,1 0 0,0 0 0,1 0 0,1 0 0,0 0 0,1 0 0,1 0 0,0 0 0,0 1 0,2 0 0,-1 0 0,2 0-1,0 1 1,0 0 0,1 0 0,1 1 0,6-7-13,-3 4-4,0 1-1,2 0 0,-1 1 1,2 0-1,0 1 1,0 1-1,1 0 0,0 1 1,0 1-1,1 0 0,0 2 1,1 0-1,-1 0 1,1 2-1,0 0 0,1 1 1,-1 1-1,1 1 5,-15 0-6,0 1 0,1 0 0,-1 0 0,0 0 0,0 1 0,1 0 0,-1-1 0,0 2 0,0-1 0,0 0 0,0 1 0,0 0 0,0 0 0,1 0 6,-4 0-6,1 0 0,0 0 0,0 0-1,-1 0 1,1 0 0,-1 1 0,0-1 0,0 1 0,0-1 0,0 1-1,0-1 1,0 1 0,-1-1 0,1 1 0,-1 0 0,0-1 0,0 1-1,0 0 1,0-1 0,0 1 0,0 0 0,-1-1 0,1 1 6,-1 3 1,-1 0 0,1 0 0,-1 0 1,0 0-1,0 0 0,-1 0 0,0-1 0,0 1 1,0-1-1,-1 0 0,1 0 0,-1 0 1,-1 0-1,1-1 0,0 1 0,-5 2-1,-11 8 13,0-1-1,-1-1 1,-16 8-13,24-14 0,-28 16 31,-2-3 1,-41 15-32,61-28 11,0 0-1,-1-1 1,1-1-1,-1-1 1,0-2 0,-15 0-11,36-1 3,0-1 0,1 0 0,-1 0 1,0 0-1,1 0 0,-1-1 1,0 1-1,1-1 0,-1 1 0,1-1 1,-1 0-1,1 0 0,-1 0 0,1 0 1,0-1-1,-1 1 0,1-1 1,0 1-1,0-1 0,0 0 0,0 0 1,0 0-1,1 0 0,-2-1-3,1-3 8,0 0 0,0 0 1,1 1-1,-1-1 0,2 0 0,-1 0 0,0 0 0,1 0 1,0 0-1,1-4-8,1-4 0,0 1 0,0 0 1,2 0-1,-1 1 1,2-1-1,0 1 0,0 0 1,1 0-1,0 0 1,1 1-1,1 0 0,0 0 1,0 1-1,1 0 1,0 0-1,1 1 0,9-7 0,2-2-1,2 2 0,-1 0 0,2 2 0,0 0 0,1 1-1,0 2 1,1 1 0,8-2 1,-11 5-1,0 2 1,0 1-1,0 0 0,0 2 1,1 0-1,-1 2 0,1 1 1,-1 0-1,1 2 0,-1 1 0,0 1 1,0 0-1,-1 2 0,6 3 1,-15-5 0,0 1 0,-1 0-1,0 1 1,0 0 0,-1 1-1,0 0 1,0 1 0,-1 0-1,0 0 1,0 1 0,-1 1 0,-1 0-1,0 0 1,0 0 0,-1 1-1,0 0 1,-1 1 0,-1-1-1,0 1 1,-1 0 0,0 1-1,-1-1 1,0 1 0,0 9 0,-2-11 5,-1 0 1,-1 1 0,0-1-1,0 1 1,-1-1 0,-1 0 0,0 0-1,0 0 1,-1 0 0,-1-1-1,0 1 1,-1-1 0,0-1-1,-1 1 1,0-1 0,0 0-1,-1 0 1,0-1 0,-6 5-6,-14 12 53,-1-1 0,-1-2 0,-1 0 0,-1-2 0,-29 13-53,25-14 28,-1-2 0,0-1-1,-4-2-27,27-10 13,0 0 0,-1-2 0,1 0 0,-1 0 0,0-2 0,0 0 0,0 0 0,0-1 0,-14-3-13,25 3 30,1-1 0,-1 0 0,1 0 0,-1 0 0,1-1 0,-1 1 0,1-1 0,0 0 0,0 0 0,0 0 0,0 0-1,0 0 1,0-1 0,1 1 0,-1-1 0,1 0 0,-1 0 0,1 0 0,0 0 0,0 0 0,1 0 0,-1 0 0,1-1 0,-1 1 0,1-1 0,0 1 0,0-1 0,1 0-1,-1-1-29,-1-10 94,1 0-1,1 0 0,0 0 0,0 0 0,2 0 0,2-13-93,2 3 10,1 1 1,1-1-1,1 1 0,1 1 1,1 0-1,1 0 0,0 1 0,2 0 1,1 2-1,1-1 0,0 2 1,2 0-1,0 1 0,1 1 1,11-7-11,-5 4-2,2 1 0,-1 2 0,2 1 0,0 1 0,1 1 0,1 1 0,0 2 1,1 1-1,-1 2 0,2 1 0,-1 1 0,11 1 2,-15 2-9,-1 3 0,1 0 1,0 1-1,-1 2 0,1 1 0,-1 1 0,0 1 0,14 5 9,-28-6-7,1 0-1,-1 0 1,0 1 0,-1 0-1,0 1 1,0 0-1,0 1 1,-1 0 0,0 1-1,0 0 1,-1 1-1,-1 0 1,1 0 0,-2 1-1,1 0 1,-1 0 0,-1 1-1,1 2 8,-2-2-5,-1 0 0,0 1 0,0 0 0,-2-1 0,1 1 0,-2 0 0,0 0 0,0 0 0,-1 0 0,-1 1 0,0-1 0,0 0 0,-2-1 0,0 1-1,0 0 1,-1-1 0,0 1 0,-1-1 0,-1 0 0,0-1 0,-1 1 0,-5 7 5,-3 1 5,0-1 0,-2 0-1,0-1 1,-1-1 0,0-1 0,-2 0-1,0-2 1,0 0 0,-1-1 0,-1-1-1,-13 4-4,25-11 2,0-1 0,0 0 0,-1-1 0,1 0 0,-1-1 0,0 0 0,0-1 0,0 0 0,1-1 0,-7 0-2,15 0 4,0-1 0,0 1-1,0 0 1,-1-1-1,1 1 1,0-1 0,0 0-1,0 0 1,0 0-1,0 0 1,0 0 0,0 0-1,1 0 1,-1 0-1,0-1 1,0 1-1,1-1 1,-1 0 0,1 1-1,0-1 1,-1 0-1,1 0 1,0 0 0,0 0-1,0 0 1,0 0-1,0 0 1,1 0 0,-1 0-1,0-2-3,0-7 3,-1-1 0,1 1 0,1-1 0,0 0 0,1-7-3,0 3-13,1-3-24,0 0 1,2 0-1,0 1 0,1 0 1,0 0-1,2 0 0,0 0 1,1 1-1,1 0 0,1 1 1,0 0-1,1 0 1,0 1-1,1 1 0,1 0 1,1 0-1,0 1 0,0 1 1,1 1-1,1 0 0,14-7 37,-7 4-8,0 2-1,1 1 1,0 0-1,0 2 1,1 1-1,1 1 1,-1 1-1,1 1 1,0 2-1,0 0 0,1 2 1,-1 1-1,0 1 1,0 1-1,18 4 9,-31-3 11,0 0 1,-1 1-1,0 0 0,1 1 0,-2 0 0,1 1 1,0 1-1,-1 0 0,-1 0 0,1 1 0,-1 0 1,0 1-1,-1 0 0,0 1 0,-1 0 0,0 0 0,0 1 1,-1 0-1,0 0 0,-1 1 0,0-1 0,-1 1 1,-1 1-1,0-1 0,0 1 0,-1 0 0,-1-1 1,0 1-1,-1 0 0,0 0 0,-1 1 0,-1-1 1,0 0-1,0 0 0,-1 0 0,-1-1 0,0 1 0,-1 0 1,-1-1-1,1 0 0,-6 9-11,-2-2 112,0 1-1,-2-2 1,0 0 0,0-1 0,-2 0-1,0-1 1,-1-1 0,-1 0-1,-17 10-111,9-7 78,-2-1 0,0-1 1,-1-2-1,0-1 0,-1-1 0,-24 5-78,38-12 15,-1-1 0,0-1 1,0 0-1,-1-1 0,-13-1-15,26-1 5,0 0-1,0-1 1,0 1-1,0-1 1,0 0-1,0-1 1,0 1 0,1-1-1,-1 0 1,0 0-1,1 0 1,0-1-1,-1 0 1,1 0-1,0 0 1,0 0 0,1 0-1,-1-1 1,1 0-1,-1 0 1,1 0-5,-2-5 2,0 1 0,1-1 0,0 1 0,0-1-1,1-1 1,0 1 0,1 0 0,0-1 0,0-1-2,-5-88-55,7 94 49,-2-32-133,3-1 0,1 1 0,2 0 0,1 1 0,2-1 0,2 1 0,5-12 139,-9 31-90,2 2 0,0-1 0,0 1 0,2 0 1,0 0-1,0 1 0,1 0 0,1 1 0,1 0 1,0 1-1,0 1 0,1-1 0,0 2 0,1 0 1,0 0-1,13-5 90,-12 8-17,1 1 1,0 1-1,0 0 0,0 1 1,0 0-1,1 2 0,-1 0 1,1 0-1,0 2 0,-1 0 0,1 1 1,0 1-1,-1 0 0,1 1 1,9 4 16,-17-5-4,0 1 1,0 0-1,0 0 1,0 1-1,-1 0 1,0 1-1,1 0 1,-1 0-1,-1 1 1,1 0 0,-1 0-1,0 0 1,-1 1-1,0 0 1,0 1-1,0-1 1,-1 1-1,0 0 1,0 1-1,-1-1 1,0 1-1,-1 0 1,0 0-1,0 0 1,-1 0-1,0 0 1,0 6 3,-1-9 2,-1 0 0,0 0 1,-1 0-1,1 0 0,-1 0 0,0 1 1,-1-2-1,0 1 0,1 0 0,-2 0 0,1 0 1,-1-1-1,0 0 0,0 1 0,0-1 1,-1 0-3,-3 4 16,-1 0 0,0-1 0,0 0 0,-1-1 1,0 1-1,0-2 0,-1 1 0,-6 2-16,-6 2 31,0 0 0,-1-2 0,0-1 0,0 0-1,-1-2 1,0-1 0,0-1 0,-5 0-31,19-3 16,0 0 0,-1-1-1,1-1 1,0 1 0,0-1 0,0-1 0,0 0 0,1-1-1,-1 1 1,-4-3-16,7 1 13,1 1 0,-1-1 0,1 0 0,-1-1 0,1 0-1,1 0 1,-1 0 0,1 0 0,-1-1 0,2 0 0,-1 0-1,1-1 1,-3-4-13,-5-12 33,1 1 0,2-1 0,0-1 0,2 1 0,0-2 0,2 1 0,0-1 0,1-6-33,-2-50 290,2-69-290,4 144 8,0-1-1,0 1 1,0-1 0,1 0 0,-1 1 0,2-1-1,-1 1 1,1-2-8,-1 7-2,-1-1-1,1 1 1,0 0 0,-1-1-1,1 1 1,0 0-1,0 0 1,0 0-1,0 0 1,0 0 0,1 0-1,-1 0 1,0 0-1,0 0 1,0 1-1,1-1 1,-1 0 0,1 1-1,-1-1 1,0 1-1,1-1 1,-1 1 0,1 0-1,-1 0 1,1 0-1,-1-1 1,1 2-1,-1-1 1,1 0 0,-1 0-1,1 0 1,-1 1-1,1-1 3,5 2-4,-1 0 0,1 1 0,-1 0-1,1 0 1,-1 0 0,0 1-1,0 0 1,0 0 0,-1 1 0,1-1-1,-1 1 1,0 1 0,-1-1-1,1 0 1,-1 1 0,0 0 0,0 0-1,1 5 5,2 1-90,0 1-1,-1-1 1,-1 2-1,0-1 0,0 0 1,-2 1-1,0 0 1,0 0-1,-1 3 91,-2-15-64,1 0-1,-1-1 0,0 1 0,0 0 1,-1 0-1,1 0 0,0-1 1,-1 1-1,1 0 0,-1-1 1,1 1-1,-1 0 0,0-1 1,1 1-1,-1-1 0,0 1 1,0-1-1,0 1 0,-1-1 1,1 0-1,0 1 0,-1-1 65,-1 1-316,0 0 0,-1 0 0,1 0 1,-1-1-1,1 0 0,-1 0 0,1 0 0,-1 0 0,-3 0 316,-26 3-4886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7:08.80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335 134 4385,'0'0'1031,"0"0"-376,-32 9-313,-103 27-171,127-34-159,1 0-1,-1 0 1,0-1 0,-1 0 0,1 0-1,0-1 1,0 0 0,-6-1-12,13 0 25,0 1 1,0-1 0,0 1-1,0-1 1,0 1-1,0-1 1,0 0 0,0 1-1,0-1 1,0 0 0,0 0-1,1 0 1,-1 0 0,0 0-1,1 0 1,-1 0-1,1 0 1,-1 0 0,1 0-1,-1 0 1,1 0 0,0 0-1,-1 0 1,1 0-1,0 0 1,0 0 0,0-1-1,0 1 1,0 0 0,0 0-1,0 0 1,0 0 0,1 0-1,-1-1 1,0 1-1,1 0 1,-1 0 0,0 0-1,1 0 1,0 0-26,1-4 128,0 1 1,0-1-1,1 1 0,-1-1 0,1 1 1,0 0-1,1 0 0,-1 0 0,1 1 1,0-1-1,0 1 0,0 0 0,0 0 1,0 0-1,1 0 0,-1 1 1,1 0-1,1-1-128,8-3 470,1 0 1,0 1-1,0 0 1,0 1-1,8 0-470,-8 1 302,0 2 1,0-1-1,0 2 1,0 0-1,8 2-302,-19-2 17,-1 0 0,1 1 0,-1 0 0,1-1 0,-1 1 0,1 1 0,-1-1 0,0 0 0,0 1-1,0 0 1,1 0 0,-2 0 0,1 0 0,0 0 0,0 0 0,-1 1 0,1-1 0,-1 1 0,0 0 0,0 0-1,0 0 1,0 0 0,0 0 0,-1 0 0,1 2-17,0 0 56,0 1 1,0 0-1,-1 0 0,1 0 1,-2 0-1,1 0 0,-1 0 1,0 1-1,0-1 0,0 0 1,-1 0-1,0 0 0,0 0 1,-1 0-1,0 0 0,0 0 1,0-1-1,-1 1 0,1 0 1,-2-1-1,1 0 0,0 0 1,-1 0-1,0 0 0,0-1 1,0 1-1,-1-1-56,-3 3 40,0-1 1,-1 0-1,0 0 1,0-1-1,0 0 1,0 0-1,-1-1 0,0 0 1,0-1-1,0 0 1,0-1-1,-1 0 0,1-1 1,0 0-1,-10 0-40,14-2-6,0 0 0,1 0 1,-1 0-1,0-1 0,0 0 0,1 0 0,-1-1 0,1 1 0,0-1 0,0 0 1,0-1-1,0 1 0,0-1 0,1 0 0,-1 0 0,1 0 0,0-1 0,1 1 1,-1-1-1,1 0 0,0 0 0,-3-6 6,-10-18-91,2-2-1,1 0 1,-7-25 91,4 13 46,8 26 21,-2-1-417,8 7-5143,2 13 465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7:13.22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1 374 13435,'0'0'1552,"0"0"-500,24-35 326,-8 12-1169,-2 0-101,1 1 0,0 1-1,2 0 1,1 2 0,0 0 0,2 1 0,0 0-1,0 2 1,2 0 0,16-8-108,-14 12 200,0 0 1,1 1-1,1 1 1,0 2-1,0 0 1,1 2-1,0 1 1,0 1-1,0 1 1,0 2-1,0 1 1,4 1-201,-24-1 23,0 1-1,-1 0 1,1 1 0,0 0 0,0 0 0,-1 0 0,1 1-1,-1 0 1,0 0 0,0 1 0,0-1 0,0 1-1,-1 1 1,0-1 0,1 1 0,-1 0 0,-1 0-1,1 0 1,-1 1 0,0 0 0,0 0 0,-1 0 0,0 0-1,0 0 1,0 1 0,-1-1 0,0 1 0,0 0-1,0-1 1,-1 1 0,0 0 0,-1 2-23,2 9 89,-1 1 1,-1-1-1,-1 0 1,-1 0 0,0 0-1,-1 0 1,-1 0-1,-1-1 1,0 1-1,-1-1 1,-1 0-1,-2 2-89,-12 18 169,-2-1-1,-1-1 0,-1-1 1,-2-1-1,-27 24-168,9-13 79,-1-3-1,-3-2 1,-35 22-79,72-53 11,-1 1 0,0-1 0,0-1 0,-1-1 0,0 0 0,0 0 0,-1-1 0,1-1 0,-1-1 0,-13 2-11,25-5 7,0 0-1,0 0 0,-1 0 0,1 0 1,0-1-1,0 1 0,0-1 0,0 0 0,-1 0 1,1 0-1,0 0 0,1 0 0,-1-1 0,0 1 1,0-1-1,1 0 0,-1 0 0,0 0 1,1 0-1,0-1 0,0 1 0,0 0 0,0-1 1,0 0-1,0 1 0,0-1 0,1 0 0,0 0 1,-1 0-1,1 0 0,0-1-6,-4-13 7,1 1 0,1 0 0,1-1 0,0 1 0,1-12-7,0 20 2,-1-28 4,2-1 0,1 1-1,2 0 1,1 0 0,2 0 0,2 1 0,1 0-1,3-4-5,-7 24-2,1 0 0,1 1 0,1 0-1,0 0 1,0 1 0,1 0-1,1 1 1,0 0 0,4-3 2,-6 8-6,1-1 1,0 1-1,1 0 0,-1 1 1,1 0-1,1 1 1,-1 0-1,1 1 1,0 0-1,0 0 0,0 1 1,0 1-1,6-1 6,-2 1-6,0 0 0,0 1-1,0 1 1,0 0 0,1 1-1,-1 1 1,0 1 0,0 0 0,-1 0-1,1 2 1,2 1 6,-7-2-2,-1 0 1,0 1-1,-1 0 1,1 0-1,-1 1 1,0 0-1,-1 1 0,1 0 1,-1 0-1,0 0 1,-1 1-1,0 0 0,0 0 1,-1 1-1,0 0 1,0 0-1,0 3 2,0-1 0,-1 1-1,-1 0 0,0-1 1,0 2-1,-1-1 0,-1 0 1,0 0-1,-1 1 0,0-1 1,-1 0-1,0 0 0,-1 1 1,0-1-1,-1 0 0,0 0 1,-1-1-1,-1 1 0,0-1 1,0 0-1,-1 0 0,-2 2 1,-9 13 7,-1-2 0,-1 0 0,0-2 0,-2 0 0,-1-1 0,-1-1 0,0-1 0,-3 0-7,13-9 5,-1 0 0,0-1 1,0-1-1,-1 0 1,0-1-1,-1-1 1,1 0-1,-1-1 1,-12 2-6,25-6 6,0-1 1,0 1-1,-1-1 0,1 0 0,0 0 1,0 0-1,0 0 0,-1-1 1,1 1-1,0-1 0,0 0 1,0 0-1,0 0 0,0 0 1,0 0-1,0-1 0,1 1 1,-1-1-1,0 0 0,-2-2-6,2 1 6,0-1-1,0 0 0,0 0 0,1 0 0,-1 0 0,1 0 1,0-1-1,0 1 0,1-1 0,-1 1 0,1-1 1,-1-4-6,-1-14 4,2 0 1,0 0 0,1 0 0,1 1 0,3-14-5,-1 11-9,2 1 0,0 0 1,2-1-1,0 2 0,2-1 0,1 1 0,0 1 0,2 0 0,0 0 0,2 1 0,0 1 1,2 0-1,4-3 9,-9 10-23,1 0 1,1 1-1,1 1 1,-1 0 0,2 1-1,-1 0 1,1 1-1,1 1 1,0 0 0,0 1-1,0 1 1,1 0-1,0 1 1,0 1-1,0 1 1,1 0 0,-1 2-1,1 0 1,-1 0 22,-8 1-7,-1 1 0,0 0 1,0 0-1,0 1 0,0-1 1,0 2-1,0-1 0,0 1 1,-1 0-1,1 1 0,-1 0 1,0 0-1,0 1 0,-1-1 0,6 6 7,-6-3-5,1 0 0,-1 0 0,-1 1 0,0-1 0,0 1 0,0 1 0,-1-1 0,0 1 0,-1-1 0,0 1 0,0 0 0,-1 0 0,1 9 5,0 2-2,-1-1-1,-1 0 1,-1 1 0,-1-1-1,-1 0 1,0 1-1,-1-1 1,-2 0-1,0-1 1,0 1-1,-2-1 1,0 0-1,-1 0 1,-7 9 2,1-3 1,-1-1-1,-1 0 1,-1-1 0,-1-1-1,-1 0 1,-1-2 0,-1 0 0,0-1-1,-20 12 0,32-25 3,1 1 0,0-1 0,-1 0 0,0-1 0,0 0 0,0-1 0,-1 0 0,1 0 0,-1-1 0,1 0 0,-1 0 0,0-1 0,0-1 0,-2 0-3,9 0 6,0 0 1,-1-1 0,1 0-1,0 0 1,0 0-1,0 0 1,0 0 0,0 0-1,0-1 1,1 1-1,-1-1 1,0 0 0,1 0-1,-1 0 1,1 0 0,0-1-1,-1 1 1,1 0-1,0-1 1,1 0 0,-1 1-1,0-1 1,1 0-1,-1 0 1,1 0 0,0 0-1,0 0 1,0-2-7,-3-12 5,0 0 0,2 0 0,0 0 0,1 0 0,0-1-5,1 6 3,-2-33-55,2 1 0,1 0 0,3 0 0,2 0 0,1 0 0,3 1 0,1 0 0,2 0 0,3 2 0,0 0 0,3 0 0,1 2 0,7-7 52,-17 30-96,1 1 0,1 0-1,0 1 1,1 0 0,7-5 96,-16 15-18,0 0-1,1 1 1,-1 0 0,1 0-1,-1 0 1,1 1 0,0-1 0,0 1-1,0 0 1,1 1 0,-1-1-1,0 1 1,1 0 0,-1 0 0,0 1-1,1 0 1,-1 0 0,1 0-1,-1 0 1,2 1 18,-3 0-4,-1 0 0,1 1 0,-1-1 0,0 1 0,0 0-1,0-1 1,0 1 0,0 1 0,0-1 0,0 0 0,-1 1 0,1-1 0,-1 1 0,0 0 0,0 0-1,0 0 1,0 0 0,0 0 0,-1 0 0,1 0 0,-1 1 0,0-1 0,0 1 0,0-1-1,0 1 1,0 3 4,1 13-9,0 1 0,0 0-1,-2-1 1,-1 9 9,0-5 1,-2 10 3,-1-1 0,-1 0-1,-2 0 1,-1 0 0,-2-1 0,-1 0-1,-1-1 1,-2-1 0,-1 0-1,-2 0 1,-1-2 0,-1 0-1,-1-1 1,-1-1 0,-1-1-1,-2-1 1,-16 13-4,30-29 13,-1 1-1,0-1 1,0-1-1,-1 0 1,0 0-1,0-2 1,-12 5-13,21-9 6,0 0 0,0 0 1,0 0-1,0 0 0,0 0 0,0-1 1,0 0-1,0 0 0,0 0 1,0 0-1,0 0 0,0 0 0,0-1 1,0 1-1,0-1 0,0 0 0,0 0 1,0 0-1,0-1 0,1 1 1,-1 0-1,0-1 0,1 0 0,-1 0 1,1 0-1,0 0 0,0 0 0,-1 0 1,1 0-1,1-1 0,-1 1 0,0-1 1,1 1-1,-1-1 0,1 0 1,-1 0-7,-6-22 6,1-1 0,2 1 0,0-1 0,1 0 0,2-1 0,0 1 0,2 0 0,2-9-6,-2 14-6,0-8-30,2 0 0,1 0-1,1 0 1,1 0 0,1 1 0,2 0-1,1 0 1,7-13 36,-11 30-24,1-1-1,1 2 1,-1-1-1,2 1 1,-1 0-1,1 0 1,1 1 0,0 0-1,6-5 25,-8 9-13,0 0-1,1 0 0,0 0 1,0 1-1,0 1 1,0-1-1,1 1 1,-1 0-1,1 1 0,0 0 1,0 1-1,0 0 1,0 0-1,1 0 14,-6 1-3,0 1-1,0-1 1,0 0-1,0 1 1,0 0-1,0 0 1,-1 0-1,1 0 1,0 1-1,-1-1 1,1 1-1,-1 0 0,1 0 1,-1 0-1,0 1 1,0-1-1,0 1 1,0 0-1,0 0 1,-1 0-1,1 0 1,-1 0-1,0 0 1,0 1-1,0-1 1,0 1-1,-1 0 1,1-1-1,-1 1 1,0 0-1,1 3 4,0 4-3,0 0 0,0 1 1,-1-1-1,-1 1 0,0-1 0,0 0 0,-1 1 0,-1-1 0,0 0 0,0 1 0,-2 1 3,-2 4 3,-1 0 1,-1 0 0,-1-1-1,-1 0 1,0-1 0,-1 0-1,0 0 1,-1-1 0,-4 3-4,-4 3 8,-2 0-1,0-1 1,-1-1 0,-1-1 0,-15 8-8,34-22 2,0 0 0,-1 0 0,0 0 0,1-1 0,-1 0 0,0 0 0,0 0 1,0-1-1,0 0 0,0 0 0,0-1 0,-1 0 0,1 0 0,0 0 0,-4-1-2,6 0-294,0-1 1,0 1-1,0-1 0,0 0 0,1 0 0,-1 0 0,0 0 0,1-1 0,0 1 0,-1-1 1,1 0-1,0 0 0,0 0 0,1-1 0,-1 1 0,1-1 0,0 1 0,-1-1 0,2 0 1,-1 0-1,-1-3 294,-15-45-9808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7:18.16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229 329 10306,'0'0'1191,"0"0"-472,5-28 202,-5 28-921,9-42 631,11-35-631,-15 67 90,-1 0 0,1 1 0,0 0 0,1 0-1,0 0 1,1 1 0,0 0 0,0 0 0,0 0-1,1 1 1,0 1 0,1-1 0,-1 1 0,1 0 0,8-3-90,2-3 393,-11 6-167,1 1-1,1-1 1,-1 1 0,1 1 0,0 0 0,0 0 0,3 0-226,-10 3 19,0 1 0,1-1 0,-1 1 0,0 0 0,0 0 0,0 0 1,0 0-1,0 1 0,0-1 0,1 1 0,-1 0 0,0 0 0,0 0 0,-1 0 0,1 0 0,0 1 0,0-1 0,0 1 0,-1 0 1,1 0-1,-1 0 0,0 0 0,1 0 0,-1 0 0,0 1 0,0-1 0,0 1-19,9 13 9,-1 1 0,-1 1 0,0 0-1,-1 0 1,-1 0 0,-1 1 0,-1 0 0,0 0 0,-2 1 0,1 9-9,3 43 77,-3 0 0,-3 16-77,-1-79 8,-1 20 26,-1 1-1,0-1 1,-3 0 0,0-1 0,-2 1 0,-1-1 0,-4 10-34,7-26 93,0 1 0,-1-1 0,0 0 0,-1-1 0,0 0 0,0 0 0,-2 0 0,1-1 0,-1 0 0,-1 0 0,1-1 0,-2-1 0,1 0 0,-1 0 0,-1-1 0,1 0 0,-4 0-93,8-4 51,0 0 1,-1-1-1,1 0 1,-1 0-1,0 0 1,0-1-1,0-1 1,1 1-1,-1-1 1,0-1 0,0 1-1,0-1 1,0-1-1,1 0 1,-1 0-1,0 0 1,1-1-1,0 0 1,0 0-1,0-1 1,0 0 0,0 0-1,1 0 1,-1-1-1,1 0 1,0-1-1,1 1 1,-5-6-52,-7-9 46,1 0 1,1-1-1,1-1 1,1 0-1,1-1 1,0 0-1,2-1 1,-2-9-47,4 9 29,1 0 0,1-1 0,1 0 0,1 0 0,1-1 0,2 1 0,1-22-29,0 36 1,1-1 0,0 1-1,1 0 1,0-1 0,1 1 0,0 0 0,0 0 0,2 1 0,-1-1-1,1 1 1,1 0 0,0 0 0,0 0 0,1 1 0,0 0 0,1 0-1,0 1 1,0 0-1,-4 4-4,0 1 0,1-1-1,-1 1 1,1 1 0,-1-1-1,1 0 1,0 1-1,0 0 1,0 0 0,0 1-1,1-1 1,-1 1 0,0 0-1,1 1 1,-1-1 0,0 1-1,1 0 1,-1 0 0,1 1-1,-1-1 1,0 1-1,0 1 1,1-1 0,0 1 4,3 2-3,-1 0 0,0 0 0,-1 1 0,1 0 0,-1 1 0,0 0 0,0 0-1,0 0 1,-1 1 0,0-1 0,-1 2 0,1-1 0,3 7 3,4 10 10,-2 0 0,0 0 0,-1 1 0,-2 1 0,0-1 0,-2 1 0,0 1 0,-2-1 0,-1 1 0,-2-1 0,0 1 0,-2 0 0,-3 20-10,2-33 27,-2 1 1,0-1-1,0 0 1,-1 0 0,-1 0-1,0-1 1,-1 1 0,-1-2-1,0 1 1,-1-1-1,0 0 1,0-1 0,-1 0-1,-1-1 1,0 0-1,-1 0 1,-11 7-28,19-14 7,0 0 1,-1 0-1,1 0 1,-1-1-1,0 1 0,0-1 1,0 0-1,0-1 1,0 1-1,0-1 0,0 0 1,0 0-1,-1-1 1,1 1-1,0-1 0,0-1 1,-1 1-1,1-1 1,0 1-1,0-1 0,-1-1 1,1 1-1,0-1 0,0 0 1,1 0-1,-1-1 1,0 1-1,1-1 0,-1 0 1,1 0-1,0 0 1,0-1-1,0 0 0,1 1 1,-2-4-8,-9-12 3,1-1 1,2 0 0,0-1-1,1 0 1,1-1-1,1 0 1,0 0-1,2-1 1,1 0 0,1 0-1,1-1 1,1 1-1,1 0 1,1-1 0,1 1-1,2-9-3,-1 17-7,0 0 0,1 1 1,1 0-1,1 0 0,0 0 0,1 0 0,0 1 0,1 0 0,0 0 1,1 0-1,1 1 0,0 1 0,0-1 0,5-3 7,-4 5-3,0 1 0,0 0-1,1 0 1,0 1 0,1 0-1,0 1 1,0 0 0,0 1 0,1 0-1,0 1 1,0 1 0,0 0-1,1 1 1,-1 0 0,7 0 3,-14 3-3,0-1 0,-1 1 0,1 1 0,0-1 0,0 1-1,-1 0 1,1 0 0,-1 1 0,1-1 0,-1 1 0,1 0 0,-1 1 0,0 0 0,0-1 0,0 2 0,0-1 0,0 1 3,2 2-2,-1 0 1,0 1 0,0 0-1,-1 0 1,0 0-1,0 1 1,-1 0-1,0 0 1,0 0-1,1 5 2,3 12 2,-1 1-1,-1 0 1,-1 0-1,-1 1 1,-2-1-1,0 1 1,-2 1-2,-1-12 10,0 0 0,-1 0 0,0-1 0,-2 1 0,1-1 0,-2 1 0,0-1 0,-1-1 0,-1 1 0,0-1 0,-1 0 0,0 0 0,-4 2-10,5-5 11,-1-2 1,0 1 0,-1-1 0,0 0-1,-1-1 1,0 0 0,0-1-1,0 0 1,-1 0 0,0-1 0,0 0-1,-1-1 1,0-1 0,0 0-1,0 0 1,-12 1-12,17-4 5,1 0 0,0-1 0,-1 0 0,1 0 0,0-1 0,-1 1 0,1-1 0,0-1 0,0 1 0,-1-1-1,1 0 1,1-1 0,-1 1 0,0-1 0,0-1 0,1 1 0,0-1 0,0 1 0,0-1 0,0-1 0,1 1 0,-1-1 0,1 0 0,0 0 0,0 0 0,1 0-1,-1-2-4,-10-18-2,1-1-1,1-1 0,1 0 1,1 0-1,-1-12 3,9 32 2,-11-41-23,2 0 0,2-1 1,2 0-1,2-1 1,2-43 20,3 77-11,0 0 0,2 1 0,-1-1 0,2 0 1,0 1-1,0 0 0,2-1 11,-3 10-6,1 0 1,0 0 0,0 0-1,0 1 1,1-1 0,0 1-1,0 0 1,0 0 0,0 0-1,1 1 1,0 0 0,0-1-1,0 2 1,1-1 0,-1 1-1,1-1 1,0 1 0,0 1 5,7-3-3,0 0-1,0 1 1,1 0 0,0 1 0,-1 1 0,1 0 0,0 1-1,0 1 1,0 0 0,0 0 0,0 2 0,0 0 0,0 0-1,0 1 1,-1 1 0,1 0 0,-1 1 0,0 1 0,-1 0-1,1 0 1,-1 2 0,0-1 0,-1 1 0,0 1 0,0 0-1,-1 1 1,0 0 0,-1 0 0,0 1 0,0 0 0,-1 1-1,1 3 4,-1 0 1,-2 1-1,1 1 1,-2-1-1,0 1 1,-1 0-1,-1 0 1,0 0-1,-2 0 0,0 1 1,0-1-1,-2 1 1,0-1-1,-1 0 1,-1 0-1,-1 0 1,0 0-1,-1 0 0,0-1 1,-2 1-1,0-2 1,-1 1-1,0-1 1,-1 0-1,-1-1 1,-1 0-1,0 0 0,-3 2 0,-3 2 37,-1-1 0,0 0 0,-1-1 0,-18 10-37,30-21-146,-1 0 1,1 0-1,-1-1 0,0 0 0,0-1 0,-1 0 0,1 0 1,-1-1-1,1 0 0,-1 0 0,0-1 0,1 0 1,-1-1-1,-9 0 146,15-1-352,0 1 0,0-1 0,0 0 0,-1-1 0,1 1 0,0 0 0,1-1 0,-1 0 1,0 1-1,0-1 0,1 0 0,-1 0 0,1-1 0,0 1 0,-1 0 0,1-1 0,0 0 0,0 1 0,1-1 1,-1 0-1,1 0 0,-1 0 0,1 0 0,0-1 352,-14-39-10220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0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5449,'0'0'5216,"0"0"-3026,0 0-322,0 0-864,0 0-561,10-15 25,-1 0-109,1 1 0,0 0 0,2 1 0,-1 0 0,2 1 0,-1 0 0,2 1 0,4-3-359,-12 10 58,1-1 1,0 2 0,0-1 0,0 1 0,0 0 0,1 0 0,-1 1 0,1 0 0,-1 0 0,1 1 0,0 0 0,0 0 0,-1 1 0,1 0 0,0 0 0,0 1 0,0 0 0,-1 1 0,1-1 0,0 1 0,-1 1 0,0-1 0,1 1 0,-1 1 0,0 0 0,-1-1 0,1 2 0,-1-1 0,1 1 0,-1 0 0,-1 0 0,1 1 0,-1 0 0,0 0 0,0 0 0,1 4-59,14 18 372,-1 2 1,-1 1 0,-2 0 0,8 23-373,45 138 1358,-26-65-928,-19-60-310,-14-34-43,1 0 1,3 0-1,0-1 0,2-1 1,18 26-78,-28-51 34,-3-5-71,-2-1-287,-15-8-3191,-2-5-1594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0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0 9706,'0'0'1502,"0"0"-235,0 0-138,0 0-251,-9 29 170,-4 10-632,-48 121 1579,24-78-940,-4-2 0,-35 51-1055,-109 146 2841,21-35-1632,160-233-1226,8-9-68,11-10-504,-12 8 331,60-38-2513,-15 10-2015,6-2-4392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0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188 272 5537,'0'0'3658,"0"0"-2243,0 0-347,0 0-377,0 0-125,-7-29-9,0-11-336,1 8 129,-1 0-1,-2 0 1,-2-2-350,9 27 322,0-1 0,-1 1 0,0 0 0,-1-1 1,0 2-1,0-1 0,0 0 0,0 1 0,-4-4-322,8 10 31,-1 0 0,1 0 0,0 0 1,-1 0-1,1 0 0,0 1 0,-1-1 0,1 0 0,0 0 0,-1 0 0,1 0 0,0 0 1,-1 0-1,1 1 0,0-1 0,0 0 0,-1 0 0,1 1 0,0-1 0,0 0 1,-1 0-1,1 1 0,0-1 0,0 0 0,0 0 0,-1 1 0,1-1 0,0 0 0,0 1 1,0-1-1,0 0 0,0 1 0,0-1 0,0 0 0,0 1 0,0-1 0,0 0 0,0 1 1,0-1-1,0 0 0,0 1 0,0-1 0,0 0 0,0 1 0,0-1 0,0 0 0,0 1 1,1-1-1,-1 0 0,0 1-31,-1 24-162,1-22 274,3 53 156,2 0 0,3 0 0,6 18-268,-34-134 2244,14 45-2244,0 0 1,1-1-1,0 1 1,2-1-1,0 0 1,0 0-1,1-12 0,2 27-59,1 26-91,2 3 150,2-1-1,1 1 1,1-2 0,2 1 0,8 18 0,21 72 13,-34-97-234,5 20 533,-5-13-3517,-28-27-919,-77 4-5924,58 3 10937,37-4 10130,27-6-8388,36-7-2098,77-23 351,-44 15-3955,-46 9-1241,9 0-7788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1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634 1 10722,'0'0'1402,"0"0"-92,0 0-320,0 0-208,-12 16 175,8-10-856,-15 20 695,-1-1-1,-2 0 1,0-1 0,-2-1-796,-24 13 999,-1-2 0,-2-2 0,-46 21-999,26-15 139,-39 30-139,89-54 34,13-10-35,0 1 0,0 0-1,1 0 1,0 1 0,-3 3 1,9-7 13,-1 0-1,1 0 0,-1-1 1,1 1-1,0 0 1,0 0-1,0 0 0,0 0 1,0 0-1,0 1 1,0-1-1,1 0 1,-1 0-1,1 0 0,0 1 1,0-1-1,0 0 1,0 1-1,0-1 1,0 0-1,0 0 0,1 1 1,0 1-13,0-3 55,0 1 0,0 0 0,1-1 1,-1 1-1,1-1 0,-1 1 0,1-1 0,-1 1 1,1-1-1,0 0 0,0 0 0,0 0 0,0 0 1,-1 0-1,1-1 0,0 1 0,0 0 0,1-1 1,-1 0-1,0 1 0,0-1 0,1 0-55,58 5 588,-53-5-482,113-2 628,-69 0-620,-1 2 1,36 5-115,-83-4-82,0 0 0,0 0 0,1 0 0,-1 0 0,-1 1 1,1-1-1,0 1 0,0 0 0,0 0 0,-1 1 0,0-1 0,1 1 0,-1 0 0,0 0 0,0 0 0,2 3 82,-3-4-772,-1 0 1,0-1-1,0 1 0,0 0 0,0 0 1,-1 0-1,1 0 0,0 1 0,-1-1 1,0 0-1,1 0 0,-1 0 0,0 0 772,0 10-8551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17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13179,'0'0'1752,"0"0"705,0 0-545,0 0-600,0 0-575,169-11-209,-116-4-288,3 0-232,0 3-8,4-6-32,-1 3-592,-2 3-697,12 0-1255,-13 3-2057,-13-2-5705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17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8122,'0'0'3705,"0"0"-1521,0 0-624,0 0-754,0 0-167,29-5 119,212-35 1356,-205 34-1902,-6 1-451,0 0 0,30 1 239,-59 9-5166,-1-1-1472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18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9634,'0'0'1494,"0"0"85,0 0-760,0 0-437,0 0 17,-1 27 316,-5 89 224,6-103-624,0 0 0,1 1 0,1-1 0,0 0 0,0 0 0,1 0 0,1-1 0,0 1 1,1-1-1,0 0 0,2 2-315,5 12 379,-12-24-338,0-1 1,1 1 0,-1-1 0,1 1-1,-1-1 1,1 1 0,-1-1 0,1 1-1,0-1 1,0 0 0,0 1 0,0-1-1,0 0 1,0 0 0,0 0 0,1 1 0,-1-1-1,0-1 1,0 1 0,1 0 0,-1 0-1,1 0 1,-1-1 0,1 1 0,-1-1-1,1 1 1,-1-1 0,1 1 0,0-1-1,-1 0 1,1 0 0,-1 0 0,1 0-1,0 0 1,-1 0 0,1 0 0,-1-1 0,1 1-1,0-1 1,-1 1 0,1-1 0,-1 1-1,1-1 1,-1 0 0,0 0 0,1 1-1,-1-1 1,0 0 0,0-1 0,1 1-1,-1 0 1,0 0 0,0 0 0,0-1-42,29-24 112,2 2 0,0 1 0,10-4-112,-29 20-1,0 1 0,0 0 0,0 1 0,1 1 0,0 0 0,0 0 0,0 1 0,0 1 0,0 1 0,14-1 1,-4 2-5,-10 0 5,1 0 0,-1 1 0,0 0 0,5 2 0,-13-2-5,0 1 1,-1 0 0,1 0 0,-1 0 0,0 1-1,0-1 1,0 1 0,0 1 0,0-1 0,-1 1 0,0 0-1,4 3 5,-3-1-3,1 1 0,-1 0-1,0 0 1,-1 1-1,1 0 1,-2-1 0,1 1-1,-1 1 1,0-1-1,-1 0 1,0 1 0,0-1-1,0 5 4,0 11 77,0 0-1,-2 0 0,0 0 1,-3 9-77,2-27 68,0 1 0,-1-1 1,0 0-1,0 0 0,-1 0 1,1 0-1,-1 0 0,0 0 1,-1 0-1,1-1 0,-1 0 0,0 0 1,-1 0-1,1 0 0,-1-1 1,0 1-1,0-1 0,-1 0 0,1-1 1,-1 1-1,0-1-68,-8 5 69,0-2-1,0 0 1,0 0-1,-1-1 1,1-1 0,-1-1-1,0 0 1,-9 0-69,-22 0 10,-37 4 82,77-6-134,1 0-1,-1 1 1,1-1 0,0 1-1,-1 0 1,1 1-1,0-1 1,0 1-1,1 0 1,-1 0 0,0 1-1,-2 2 43,-4 13-952,11-18 767,0-1 0,0 1 0,-1 0 0,1-1 1,0 1-1,0 0 0,0-1 0,0 1 0,0-1 0,0 1 0,0 0 1,1-1-1,-1 1 0,0 0 0,0-1 0,0 1 0,1-1 0,-1 1 1,0-1-1,0 1 0,1 0 0,-1-1 0,1 1 0,-1-1 1,0 0-1,1 1 0,-1-1 0,1 1 0,-1-1 0,1 0 0,-1 1 1,1-1-1,0 0 0,-1 1 0,1-1 0,0 0 185,22 6-8000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3273,'0'0'4450,"0"0"-1151,0 0-821,0 0-820,0 0-554,0 0-314,9-1-108,-3 1-581,0-1-1,-1 1 0,1 1 1,0-1-1,0 1 0,0 0 0,-1 0 1,1 0-1,0 1 0,-1 0 1,1 0-1,-1 1 0,0-1 0,0 1 1,0 0-1,0 1 0,0-1 1,-1 1-1,1 0 0,1 2-100,12 15 230,0 1 0,-2 1-1,-1 1 1,0 0 0,-2 1-1,-1 0 1,6 19-230,1 9 218,-3 1 1,-1 1-1,0 19-218,-6-23 319,-3 1-1,-2 0 0,-2 47-318,-3-65 233,-2-1 1,-2-1-1,0 1 1,-2-1-1,-2 1 1,-8 18-234,-1-3 113,-3 11 38,-3-1 1,-2-1-1,-3-2 0,-4 3-151,25-48-668,6-8 331,1-1 1,0 0-1,0 0 0,0 0 1,0 1-1,1-1 0,-1 1 0,0-1 1,0 1-1,1-1 0,-1 1 0,1-1 1,0 1-1,-1-1 0,1 1 0,0 0 337,0-2-5866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3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5129,'0'0'4093,"0"0"-951,0 0-311,0 0-305,0 0-636,0 0-867,1 12-595,13 122 166,6-1 1,5-1 0,6-1-1,6-2 1,6-1-1,31 59-594,-69-176-2,22 41-101,-26-50 84,0 1-1,1-1 1,0 0-1,-1 0 1,1 0 0,0 0-1,0 0 1,0 0-1,0-1 1,0 1 0,1-1-1,-1 1 1,0-1-1,1 0 1,-1 0-1,1 0 1,0 0 0,1 0 19,-3-1-72,0 0 1,1 0-1,-1 0 1,0-1-1,0 1 1,0 0 0,0-1-1,0 1 1,0-1-1,0 1 1,0-1 0,0 1-1,0-1 1,0 0-1,-1 1 1,1-1 0,0 0-1,0 0 1,-1 0-1,1 1 1,0-1 0,-1 0-1,1 0 1,-1 0-1,1 0 1,-1 0-1,1 0 1,-1 0 0,0 0-1,1-1 1,-1 1-1,0 0 72,6-40-4588,-5 37 3825,0-38-8109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3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14459,'0'0'4017,"0"0"-2713,0 0 137,0 0-1049,231-51-232,-128 31-160,29-1-833,-29 9-3647,-20 3-7523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3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218 572 9690,'0'0'1311,"0"0"-380,0 0 417,0 0-322,0 0-145,-30 25-46,-20 17 35,-25 28-870,70-64 98,-1 1 1,1-1 0,0 1 0,0 0 0,1 0-1,0 0 1,0 1 0,1-1 0,0 1-1,0 0 1,1 0 0,0 0 0,0 0 0,1 0-1,0 0 1,0 4-99,-1 6 305,-1 12 566,1 0-1,3 21-870,-1-48 51,0 0 1,0 0 0,1-1-1,-1 1 1,1 0 0,0 0-1,0-1 1,0 1 0,0-1-1,0 1 1,0-1 0,1 1-1,-1-1 1,1 0 0,0 0 0,-1 0-1,1 0 1,0 0 0,1 0-1,0 1-51,1-1 70,1 1 0,-1 0-1,1-1 1,0 0 0,0 0-1,0-1 1,0 1 0,1-1-1,-1 0 1,4 0-70,5 0 78,0-1 0,-1 0 0,1-1 0,-1 0 0,1-1 0,-1-1 0,1 0 0,7-3-78,-10 1 6,1 1 1,-1-2 0,-1 0-1,1 0 1,-1-1 0,0 0-1,-1 0 1,0-2 0,0 1-1,-1-1 1,0 0 0,0 0 0,-1-1-1,4-7-6,-2 2-1,-2 0-1,0 0 1,-1 0-1,0-1 1,-2 1-1,1-1 1,-2-1-1,0 1 1,-1 0-1,-1-13 2,0-21 0,-4 0-1,-1 0 0,-2 1 1,-9-31 0,-58-190 744,37 144 385,27 92-556,7 22-83,4 18 316,14 36-733,2-1 1,14 24-74,15 34 81,-8 3-312,-17-42-905,22 42 1136,-34-84-2483,0 1 0,2-2-1,0 1 1,5 4 2483,9 4-13826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4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1 369 10402,'0'0'2873,"0"0"-873,0 0 241,0 0-889,0 0-488,16 182-448,-6-155-264,0-6-152,3-15-48,-6-6-2592,3 0-4346</inkml:trace>
  <inkml:trace contextRef="#ctx0" brushRef="#br0" timeOffset="1">57 1 16187,'0'0'3033,"0"0"-1513,0 0 137,0 0-689,0 0-464,0 0-368,0 0-136,139 139-680,-90-103-2089,-6-9-4736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4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0 10906,'0'0'1587,"0"0"-400,0 0 290,0 0-379,0 0-347,-31 25 92,-33 26 92,-2 7-935,60-52 92,-1 0 0,2 0 1,-1 1-1,1 0 0,0 0 0,0 0 0,1 1 0,0-1 1,0 1-1,1 0 0,0 0 0,0 0 0,1 1 1,0-1-1,0 1 0,1-1 0,0 1 0,1-1 0,0 1 1,1 7-93,-1-6 91,-1-7-62,1 1 1,0-1-1,0 0 0,1 0 0,-1 1 1,1-1-1,-1 0 0,1 0 0,0 0 1,0 1-1,0-1 0,1 0 0,-1 0 1,1 0-30,0-1 31,0-1 0,0 1 0,0-1 0,0 1 0,1-1 0,-1 0 0,0 0 1,0 0-1,1 0 0,-1 0 0,1-1 0,-1 1 0,1-1 0,-1 1 0,1-1 0,-1 0 1,1 0-1,-1 0-31,8 1 21,-1-1 1,1-1-1,-1 1 1,1-1 0,-1-1-1,0 0 1,0 0 0,0-1-1,0 0 1,0-1-1,0 1 1,-1-2 0,1 1-1,-1-1 1,-1-1-1,1 1 1,-1-1 0,0-1-1,0 1 1,0-1-1,-1 0 1,0-1 0,-1 0-1,1 1 1,-1-2-22,5-9 6,-1-1 1,-1 1-1,-1-1 1,0-1-1,-1 1 0,-1-1 1,-1 0-1,-1 0 1,-1-1-1,-1 1 0,0-7-6,-3 90 78,0-39-43,1 0-1,1 0 1,2 0 0,0 0 0,1 0 0,1 0 0,4 9-35,-6-29 3,-1 0 0,1 0 0,-1-1 0,1 1 0,0-1 0,1 1 0,-1-1 0,1 0 0,-1 1 0,1-1 0,0-1 0,0 1 1,0 0-1,0-1 0,1 0 0,-1 1 0,1-1 0,-1-1 0,1 1 0,0 0 0,0-1 0,0 0 0,2 1-3,8 0-549,0-1 0,1 0 0,-1-1 0,0 0 0,0-1 0,4-2 549,42-7-7779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4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11466,'0'0'1945,"0"0"-321,0 0 937,0 0-841,86 167-616,-53-110-15,-13-4 15,-4 1-520,-12-10-88,-4-5-328,0-6-40,0-6-128,-43 8-416,-4-5-1752,1-6-4026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5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17 6809,'0'0'3983,"0"0"-1324,0 0-343,0 0-161,0 0-561,0 0-555,-4-16 516,5 28-1526,1 0 0,0 0 0,0 0 1,1 0-1,1 0 0,0-1 0,0 1 0,2 0-29,13 40 50,18 79 156,-6 1 0,-5 4-206,33 270 158,-35-225-129,9 53 370,-11 2 0,-9 39-399,-15-125 110,5 199 3,-2-343-113,6 65-85,-6-67 54,0 0 0,0-1 0,0 1 1,0-1-1,0 0 0,1 1 0,0-1 1,-1 0-1,1 0 0,0 0 0,1 0 1,-1 0-1,0 0 0,1-1 0,0 1 1,0-1-1,0 1 31,2-1-218,1 0 0,0 0 0,0 0 1,0-1-1,0 0 0,0 0 0,0 0 0,0-1 0,0 0 0,3 0 218,42-5-4465,8-15-5551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6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10802,'0'0'2430,"0"0"-672,0 0-491,0 0-570,0 0-229,34-25-29,111-74 48,-141 96-457,0 0-1,1 1 1,-1-1-1,0 1 1,1 0-1,0 0 1,-1 1 0,1 0-1,0 0 1,0 0-1,0 0 1,0 0 0,0 1-1,3 0-29,-5 1 23,1 0-1,-1 0 1,0 0-1,0 1 1,0-1-1,0 1 1,-1 0-1,1-1 1,0 1-1,-1 1 1,1-1-1,-1 0 1,1 1-23,2 2 40,11 12 42,-1 0 1,0 0-1,-2 1 0,0 1 1,-1 1-1,-1 0 1,-1 0-1,0 1 1,0 5-83,9 26 91,-3 1 0,-2 1 0,1 15-91,-10-38-9,1 11 305,-4-40-67,-1-24 27,-3 3-227,0 0 1,-1 0-1,-1 0 1,-1 1-1,0-1 1,-1 1-1,-2 0 1,1 1-1,-4-4-29,10 20-1,1-1-1,-1 1 0,0 0 1,0 0-1,0-1 0,0 1 1,0 0-1,0 0 0,0 0 1,0 0-1,0 0 0,-1 1 1,1-1-1,0 0 0,-1 0 1,1 1-1,0-1 0,-1 1 1,1-1-1,-1 1 1,1 0-1,-1 0 0,1-1 1,-1 1-1,1 0 0,-1 0 1,1 0-1,-1 1 0,1-1 1,0 0-1,-1 0 0,1 1 1,-1-1-1,1 1 0,-2 0 2,-3 2-6,1-1 0,-1 1-1,0 1 1,1-1-1,0 1 1,0 0 0,-4 4 6,-54 58 9,2 4 1,-42 64-10,78-101 22,17-22-22,3-7-4,1 1-1,0 0 0,1 0 1,-1 0-1,1 1 0,0-1 1,1 1-1,-1-1 0,1 1 1,0 0-1,0 0 0,1 0 1,-1 3 4,2-8-68,6-4-176,11-11-937,-2-1 0,0 0 0,9-12 1181,-9 9-2226,16-18-5493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6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11162,'0'0'3065,"0"0"-868,0 0-975,0 26 116,0 178 616,-2-146-1492,1-19 15,2 1-1,3 26-476,-2-54 47,0 0 1,0 0 0,2-1 0,-1 1-1,1 0 1,1-1 0,0 0 0,1 0-1,0-1 1,5 8-48,-4-9 33,0 0-1,0-1 0,1 0 1,-1 0-1,2-1 1,-1 0-1,3 0-32,-7-4-107,0-1 0,0 1-1,0-1 1,0-1 0,1 1 0,-1 0-1,1-1 1,-1 0 0,1 0 0,0-1-1,-1 1 1,1-1 0,0 0 0,-1 0-1,1 0 1,0-1 0,3 0 107,-6 0-128,0 0-1,-1 1 1,1-1 0,-1 0-1,1 0 1,-1 0 0,1 1-1,-1-2 1,1 1 0,-1 0-1,0 0 1,1 0 0,-1-1 0,0 1-1,0-1 1,0 1 0,0-1-1,0 1 1,-1-1 0,1 1-1,0-1 1,-1 0 0,1 1 0,-1-1-1,0 0 1,1-1 128,1-52-3596,-3 38 1415,1-14-4139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8970,'0'0'2552,"0"0"-935,0 0-385,0 0-312,0 0-552,0 0-248,235-35-120,-169 14-272,-13 0-3793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8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13291,'0'0'2608,"0"0"-743,0 0-153,0 0-744,-20 172 241,23-53-409,24 12-440,2-3-120,8-12-56,-1-11-168,-3-19 32,-3-18 0,-7-14-48,-10-18-952,-13-25-1457,0-11-2008,0 0-1872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8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10562,'0'0'1621,"0"0"-326,36-30 440,-36 30-1735,156-122 1340,-149 116-1279,0 1-1,0 0 1,1 1-1,-1 0 1,1 0 0,0 1-1,0 0 1,1 0 0,-1 0-1,0 1 1,1 1 0,0 0-1,-1 0 1,1 0 0,0 1-1,0 0 1,4 1-61,0 0 36,-6 0-27,-1-1 1,0 2-1,1-1 0,-1 1 1,0-1-1,0 2 0,0-1 1,0 1-1,0 0 1,0 0-1,-1 0 0,1 1 1,-1 0-1,0 0 0,0 1 1,-1-1-1,1 1 1,-1 0-1,0 0 0,0 0 1,-1 1-1,0-1 0,0 1 1,0 0-1,0 0 1,-1 0-1,0 0 0,0 0 1,0 6-10,1 2 106,0-1 0,-2 0 0,0 1 0,0-1 0,-1 0 0,0 1 0,-2-1 0,1 1 0,-2-1 0,0 0 0,0 0 0,-1 0 0,-1 0 0,-3 6-106,-6 6 359,-1-1-1,-1-1 0,-2 0 1,0-1-1,-20 18-358,-5 1 362,-1-2-1,-19 11-361,63-50-23,-1 1 0,1 0-1,-1-1 1,1 1 0,-1 0-1,0-1 1,1 1 0,-1-1-1,0 1 1,1-1 0,-1 1-1,0-1 1,1 1-1,-1-1 1,0 0 0,0 1-1,0-1 1,1 0 0,-1 0-1,0 0 1,0 1 0,0-1-1,0 0 1,1 0 0,-1 0-1,0-1 1,0 1 0,0 0-1,0 0 1,1 0 0,-1 0-1,-1-1 24,2-1-124,0 0 0,0 0 0,0 0 1,0 0-1,1 0 0,-1 0 0,0 0 0,1 0 0,0 0 0,-1 0 0,1 0 0,0 0 0,0 1 0,0-1 124,28-48-3835,10-8-4097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13083,'0'0'2600,"0"0"-1711,-89 152 1247,66-72-1008,16 12-256,7-2-351,0-4-153,10-12-248,17-14-56,2-15-40,8-19-24,-1-17-232,20-9-865,-9-12-1559,-8-14-2665</inkml:trace>
  <inkml:trace contextRef="#ctx0" brushRef="#br0" timeOffset="1">321 95 10442,'0'0'5289,"0"0"-3680,0 0 31,0 0-224,176 87-415,-124-40-585,-5 1-232,-11-4-128,-6-2-48,-10-3-8,-7-9-264,-6-1-649,-4-11-1799,-3-6-3433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9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0 14347,'0'0'2105,"0"0"-1321,0 0-424,0 0 56,-24 161 320,5-87-272,-11 1 64,-3-4-144,0-14-256,10-7-24,6-11-104,7-9 0,10-1-1736,0-5-2121,7-12-4881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49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11602,'0'0'1849,"0"0"-705,0 0-32,0 0-760,0 0-352,179-21-1176,-159 21-2009,-7 0-5680</inkml:trace>
  <inkml:trace contextRef="#ctx0" brushRef="#br0" timeOffset="1">17 269 12083,'0'0'2848,"0"0"-207,0 0-561,0 0-744,0 0-775,0 0-433,175-30-128,-125 18-384,6-3-1113,-13 0-1343,-10 0-2001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0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10722,'0'0'4987,"0"0"-2396,0 0-1299,0 0-629,32-13-394,105-40-145,-120 47-94,1 0 0,0 1-1,13-1-29,-25 5 10,0 1 0,1 0-1,-1 0 1,0 0 0,0 1 0,0 0-1,0 0 1,5 2-10,-9-2 5,0 0 0,-1 1 0,1-1 0,0 0 0,0 1 0,-1 0 0,1-1 0,-1 1 0,1 0 0,-1 0 0,0 0 0,0 0 0,0 0 0,0 0 1,0 0-1,0 1 0,0-1 0,-1 0 0,1 0 0,-1 1 0,0-1 0,1 0 0,-1 0 0,0 1 0,0-1 0,-1 2-5,1 5 28,0 0 0,-1 0 1,0 0-1,0 0 0,-1-1 0,-2 8-28,-2-4 29,0-1 1,-1 1-1,0-1 0,0-1 1,-1 1-1,-1-1 0,0-1 0,0 1 1,-1-2-1,-4 4-29,-25 18 47,-1-1 0,-5 0-47,43-28-3,-10 7-18,1-1-1,-1-1 1,0 0 0,-4 1 21,16-7-18,0 0 1,0 0-1,-1 0 0,1 1 1,0-1-1,0 0 1,0 0-1,0 0 0,-1 0 1,1 1-1,0-1 1,0 0-1,-1 0 0,1 0 1,0 0-1,0 0 1,0 0-1,-1 0 0,1 0 1,0 0-1,0 0 1,-1 0-1,1 0 0,0 0 1,0 0-1,-1 0 1,1 0-1,0 0 0,0 0 1,-1 0-1,1 0 0,0 0 1,0 0-1,0-1 1,-1 1-1,1 0 0,0 0 1,0 0-1,0 0 1,-1 0-1,1-1 0,0 1 1,0 0-1,0 0 1,0 0-1,0-1 0,-1 1 1,1 0-1,0 0 1,0-1-1,0 1 0,0 0 1,0 0-1,0 0 1,0-1-1,0 1 0,0 0 1,0 0 17,9-18-1726,23-22-2927,10-7-3656</inkml:trace>
  <inkml:trace contextRef="#ctx0" brushRef="#br0" timeOffset="1">527 1 10282,'0'0'2769,"0"0"-473,0 0-319,0 0-881,0 0-440,0 0 56,-142 169 240,135-118-431,7-3 15,0-10-136,7-5-152,22-15-168,11-12 8,6-6-88,4 0-72,16-42-896,-13 6-2137,-10-2-3849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0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1456,'0'0'9898,"0"0"-7385,0 0-1145,0 0-448,0 0-7,0 0-209,169 205 352,-159-124-128,-10 2 48,0-5-223,-10-10-401,-10-9-192,3-14-160,1-12 0,6-21-1241,7-9-3015,3-3-5683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0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13 11586,'0'0'2529,"0"0"-961,0 0-759,0 0-561,0 0-240,178-12-8,-135 12-280,-13 0-2177,-17 0-5489</inkml:trace>
  <inkml:trace contextRef="#ctx0" brushRef="#br0" timeOffset="1">0 310 12739,'0'0'2904,"0"0"-1383,0 0 535,0 0-1584,0 0-472,215-32-1264,-162 23-1385,-13 3-8337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2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6385,'0'0'2777,"0"0"-585,0 0-191,0 0-761,0 0-760,0 0 24,0 0 144,-79 173 17,72-99-73,7 4-64,0 2-288,0-9-56,3-8-176,17-15 8,10-16-16,13-23-1192,-7-9-1937,-3 0-6505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3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6553,'0'0'2388,"0"0"-1081,0 0-598,0 0-409,0 0-219,29-16-58,95-45 20,-121 59-7,1 0 0,0 0-1,-1 0 1,1 1 0,0 0 0,0 0 0,0 0 0,0 0 0,-1 0 0,1 1 0,0-1 0,1 1 0,-1 0-1,0 1 1,0-1 0,0 1 0,0-1 0,-1 1 0,1 0 0,0 1 0,2 0-36,-2 1 100,0 0 1,-1 1-1,1-1 1,-1 1-1,0 0 1,0 0-1,0 0 1,0 0-1,-1 0 1,0 1-1,0-1 1,0 1-101,7 12 166,30 64 938,-3 1 1,25 86-1105,-18-47 1381,-43-120-1252,0-1 142,-1-35 1155,2 23-1333,-4-8-71,-1 0 1,0 0-1,-1 1 1,-1 0-1,-1 0 1,-1 0-1,0 1 1,-2 0-1,0 0-22,9 16 4,0 0 0,0 0 0,0 1 0,-1-1 0,1 1 0,0-1 0,0 1-1,-1-1 1,1 1 0,-1 0 0,1-1 0,-1 1 0,0 0 0,0 0 0,1 0-1,-1 0 1,0 1 0,0-1 0,0 1 0,0-1 0,0 1 0,0-1 0,0 1-1,0 0 1,0 0 0,0 0 0,0 0 0,0 0 0,0 0 0,0 1 0,0-1-1,1 1 1,-1-1 0,0 1 0,0 0 0,0 0 0,0 0 0,1 0 0,-1 0-1,0 0 1,1 0 0,-1 0 0,0 2-4,-9 6-8,0 1 0,0 0 0,1 1 0,1 0 0,-4 7 8,9-14 5,-32 43-7,3 2 0,1 1-1,3 2 1,-11 26 2,38-73-25,0-1-31,1-1 1,-1 1-1,1 0 0,-1-1 0,1 1 0,0 0 0,0 0 0,1 0 0,-1 0 0,1-1 0,0 4 56,0-7-26,0 0-1,0 1 1,0-1-1,0 0 1,1 0-1,-1 0 1,0 0-1,0 1 1,0-1-1,0 0 1,0 0-1,0 0 1,1 0-1,-1 0 1,0 0-1,0 0 1,0 1-1,0-1 1,0 0-1,1 0 1,-1 0-1,0 0 1,0 0-1,0 0 1,1 0-1,-1 0 1,0 0-1,0 0 1,0 0-1,0 0 1,1 0-1,-1 0 1,0 0-1,0 0 1,0 0-1,1 0 1,-1 0-1,0 0 1,0 0-1,0 0 1,0-1-1,1 1 1,-1 0-1,0 0 1,0 0-1,0 0 1,0 0 0,0 0-1,0-1 1,1 1-1,-1 0 27,28-13-1786,5-14-782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4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10818,'0'0'2275,"0"0"-769,0 0-391,0 0-666,0 0-327,0 0-73,3 24 231,34 191 2520,-27-167-2178,2-1-1,2 0 1,2-1 0,5 6-622,-15-38 37,1-1 0,1 1 0,0-1 0,1 0 0,1-1-1,5 6-36,-11-14-69,0 0 0,1 0 0,0 0-1,0-1 1,0 1 0,0-1-1,0 0 1,1-1 0,-1 1 0,1-1-1,0 0 1,-1-1 0,1 1-1,0-1 1,0-1 0,0 1-1,5-1 70,-10 0-117,1 0-1,-1 0 0,0 0 0,0 0 1,0 0-1,0-1 0,0 1 0,0-1 1,0 1-1,0 0 0,-1-1 0,1 1 0,0-1 1,0 0-1,0 1 0,0-1 0,-1 0 1,1 0-1,0 1 0,-1-1 0,1 0 1,0 0-1,-1 0 0,1 0 0,-1 0 0,0 0 1,1 0-1,-1 0 0,0 0 0,1 0 1,-1 0-1,0 0 118,3-39-5156,-3 32 3340,0-18-3835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4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1 191 9674,'0'0'3145,"0"0"-825,0 0-167,0 0-737,0 0-872,0 0-328,221-75-128,-158 45-88,10-2-400,-20 5-2433,-10 0-4944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4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11378,'0'0'1905,"0"0"-769,0 0 1097,0 0-1113,136 208-384,-113-142-264,-10 2 104,-9-3-208,-4-2-120,-4-4-144,-16-5-16,-3-9-88,0-7 0,7-8-296,6-6-1568,-4-12-369,8-6-823,-1-6-4290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5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15 10746,'0'0'2001,"0"0"-889,0 0 304,0 0-736,73 152-312,-73-95 81,-4-4-49,-22-11-80,-4-10-16,0-11-80,0-6-80,7-12-80,7-3-64,16-3-808,0-24-1505,0 1-4584</inkml:trace>
  <inkml:trace contextRef="#ctx0" brushRef="#br0" timeOffset="1">193 0 12363,'0'0'2544,"0"0"-1160,0 0 361,0 0-985,-53 170-304,53-125-240,3-4 24,20-8-112,7-9 144,3-12 136,0-9-96,3-3-160,4 0-152,-3 0-648,9-12-2152,-10-3-2049,-9-3-5762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6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0 236 11058,'0'0'2244,"0"0"-412,0 0 40,0 0-361,0 0-520,37 4-177,119 14-297,-145-17-489,0-1 0,0 0 1,0-1-1,0 0 0,-1 0 0,1-2 0,0 1 0,0-1 0,-1 0 0,0-1 1,0-1-1,0 0 0,0 0 0,0 0 0,-1-1 0,0-1 0,-1 0 1,1 0-1,-1 0 0,-1-1 0,4-4-28,-5 4 13,-1 1 0,1-1 1,-2 0-1,1 0 0,-1 0 0,0 0 1,1-5-14,-3 8 6,-1 1 1,1 0-1,-1-1 1,0 1-1,-1-1 1,1 1-1,-1-1 1,1 1-1,-1-1 1,-1 1 0,1-1-1,-1 1 1,0-1-1,0 1 1,-1-5-7,1 8 0,-1-1 0,1 0 1,0 1-1,-1-1 1,1 1-1,-1 0 0,1-1 1,-1 1-1,0 0 0,0 0 1,1 0-1,-1 0 1,0 0-1,0 1 0,0-1 1,0 0-1,0 1 1,0 0-1,0-1 0,0 1 1,0 0-1,-49-2-7,40 2 6,-1 1-1,1-1 1,0 1-1,0 1 1,0 0-1,0 1 1,1 0-1,-1 0 1,1 1 0,-1 1-1,1-1 1,0 2-1,1-1 1,-5 5 1,2-1-1,0 2-1,0-1 1,1 1 0,0 1 0,1 0 0,1 1-1,0 0 1,1 0 0,-1 3 1,-4 10 0,1 0 0,2 0-1,1 1 1,1 0 0,1 0 0,1 1-1,2 0 1,1 0 0,1 1 0,1 13 0,1-35-1,0-1 1,0 0 0,0 0 0,1 1 0,0-1-1,1 0 1,-1 0 0,1 0 0,0 0-1,0-1 1,1 1 0,0 0 0,0-1 0,0 0-1,1 0 1,0 0 0,0 0 0,0 0-1,0-1 1,1 0 0,0 0 0,0 0-1,0 0 1,0-1 0,0 0 0,1 0 0,-1 0-1,1-1 1,0 0 0,2 1 0,9 2 14,1-1 0,0 0-1,-1-1 1,1-1 0,0-1 0,0-1 0,0 0 0,0-1-1,0-1 1,0-1 0,6-2-14,12-4-807,0-2 0,0-1-1,-2-2 1,29-16 807,6-6-4686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8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1 855 5761,'0'0'2474,"0"0"-906,0 0-189,0 0-202,0 0-508,0 0-266,28-8 61,-5 1-351,45-13 545,0 3 1,20 1-659,-5 8 472,1 4 0,4 4-472,85-4 113,332-33 126,241-58-239,507-75 14,-916 130 11,705-103-20,65-8 551,-1057 145-421,124-15 837,140-35-972,-252 31 1779,-54 20-1645,0 1 0,0 1-1,1 0 1,-1 0 0,1 0-1,-1 1 1,1 0 0,4 1-134,-13 1-127,0-1 1,0 1 0,1 1 0,-1-1-1,0 0 1,1 0 0,-1 0 0,0 0 0,1 0-1,-1 0 1,0 0 0,0 0 0,1 0-1,-1 1 1,0-1 0,0 0 0,1 0 0,-1 0-1,0 0 1,0 1 0,0-1 0,1 0-1,-1 0 1,0 1 0,0-1 0,0 0 0,0 0-1,1 1 1,-1-1 0,0 0 0,0 1 0,0-1-1,0 0 1,0 0 0,0 1 0,0-1-1,0 0 1,0 1 0,0-1 0,0 0 0,0 1 126,0 0-1092,1 13-6961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9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10282,'0'0'2614,"0"0"-400,0 0-147,0 0-599,36-15-377,111-45-403,-141 58-654,-1 0 0,1 0 0,-1 1 0,1 0 0,0 0 0,-1 0 0,1 0 0,0 1 0,0 0 0,-1 0 1,1 1-1,4 0-34,-8 0 9,0 0 1,0 0-1,1 0 1,-1 0-1,0 0 1,0 0 0,0 0-1,0 1 1,0-1-1,-1 1 1,1-1 0,0 1-1,-1 0 1,1 0-1,-1-1 1,0 1 0,1 0-1,-1 0 1,0 1-1,0-1-9,2 8 22,-1-1 0,0 1-1,-1-1 1,0 1 0,0 0-1,-1 0 1,-1-1-1,1 1 1,-3 7-22,3-12 16,-2 5 12,0 1-1,-1-1 0,-1 0 1,1 0-1,-2 0 1,1 0-1,-1-1 0,-1 0 1,0 0-1,0 0 1,0-1-1,-1 0 0,-1 0 1,-1 1-28,-3 3 26,0-1 1,-1 0-1,-1-1 0,0-1 1,0 0-1,-1 0 1,0-2-1,-12 5-26,19-9-140,1-1 0,0 0 0,-1-1 0,0 0 0,1 0 0,-1-1 0,-5 0 140,13 0-148,-1-1 0,1 0 0,-1 1 0,1-1 0,-1 0 1,1 1-1,0-1 0,-1 0 0,1 0 0,0 1 0,0-1 0,-1 0 1,1 0-1,0 0 0,0 0 0,0 1 0,0-1 0,0 0 0,0 0 1,0 0-1,1 1 0,-1-1 0,0 0 0,0 0 0,0 0 0,1 1 1,-1-1-1,1 0 0,-1 0 0,0 1 0,1-1 148,20-25-4497,10 2-1951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10490,'0'0'1721,"0"0"-497,0 0 96,0 0-664,0 0-312,-156 185 168,146-138 313,10-8 167,0-6-128,13-9-192,24-7-48,9-8-320,10-9-184,1 0-120,2 0-512,7-32-1936,-9-1-1713,-14 0-5033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59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11042,'0'0'4993,"0"0"-2832,0 0-553,0 0-1032,0 0-248,0 0-96,0 0-128,-3 190-104,9-110-512,-6-11-2264,0-10-3882</inkml:trace>
  <inkml:trace contextRef="#ctx0" brushRef="#br0" timeOffset="1">37 804 14323,'0'0'4225,"0"0"-2169,0 0 185,0 0-1089,0 0-752,0 0-400,0 0-296,0 0-1200,3-3-2793,1-3-1976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02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34 6937,'0'0'1369,"0"0"52,0 0 373,0 0-759,0 0-646,0 0-234,9-6-24,-7 4-108,1 1 0,-1 0 0,0 0 1,0-1-1,0 0 0,0 1 0,0-1 0,-1 0 1,1 0-1,0 0 0,-1 0 0,1 0 0,-1 0-23,-12-1 459,-24 9 117,-3 3-111,7-2-163,1 1 0,1 1 0,-1 1-1,-14 9-301,40-16-8,43-4-344,-18-1-538,0-1 0,-1-1 0,10-4 890,13-6-4295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02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60 8666,'0'0'2850,"0"0"-448,0 0-69,0 0-720,0 0-568,0 0-442,24-12-201,79-31-176,-100 42-217,0 0-1,0 0 1,0 0-1,1 1 1,-1-1-1,0 1 0,0 0 1,0 0-1,1 0 1,-1 1-1,0-1 1,0 1-1,0-1 0,0 1 1,0 0-1,0 0 1,0 1-1,0-1 1,0 0-1,0 1 1,0 0-9,3 3 13,-1 0 0,0 0 1,0 0-1,0 1 0,-1 0 0,0-1 1,1 3-14,5 6 13,-1-2 6,-1 1 0,-1 0-1,0 0 1,0 1-1,-1 0 1,-1 0-1,-1 0 1,0 1 0,0-1-1,-2 1 1,0 0-1,0 0 1,-2 0 0,0 0-1,0 2-18,0-16 32,0-1 68,-2-1-85,1 0 1,-1-1-1,1 1 0,-1 0 1,1 0-1,-1-1 0,1 1 1,0-1-1,0 0 0,0 1 1,0-1-1,0 0 0,0 0-15,-1-1 17,-7-11 1,6 9-10,0 0 1,-1 0-1,1 0 1,-1 1-1,0-1 0,0 1 1,-3-2-9,4 5-3,1-1 0,0 1-1,-1 0 1,0 0 0,1 0 0,-1 0 0,0 0 0,1 1-1,-1-1 1,0 1 0,0 0 0,1 0 0,-1 0 0,0 0 0,0 0-1,1 1 1,-1-1 0,-2 2 3,-8 1-3,1 2 1,0 0-1,0 0 0,1 1 0,-1 1 0,1 0 1,1 0-1,-8 7 3,-12 11-6,2 1 1,-8 9 5,34-33-64,0 0-1,0 0 1,0 0 0,1 0 0,-1 0-1,1 0 1,-1 0 0,1 0-1,0 1 1,0-1 0,0 0 0,0 1-1,0-1 1,0 1 0,1-1 0,-1 3 64,9-5-1654,-2 0 1220,0-1 0,-1 0 0,1 0 0,-1 0 1,1 0-1,-1-1 0,1 0 0,-1 0 0,3-2 434,19-11-4937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03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9010,'0'0'3057,"0"0"-1481,0 0-376,0 0-120,0 0 129,-16 211-401,16-146-32,0-8-344,0-10-232,3-14-120,17-12 0,6-12-72,4-9 112,6 0-120,-2-6-600,-5-27-1776,-9 3-201,-10 4-3296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03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4017,'0'0'5841,"0"0"-3656,0 0-593,0 0-384,0 0-728,212-33-480,-120 6-784,-22 6-2177,-14 6-6104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0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1720,'0'0'5670,"0"0"-3470,0 0-1481,0 0-320,0 0-222,0 0-48,0 24 85,0 73 689,5 0-1,7 19-902,33 290 3021,-7-48-1727,-24-269-551,4 0 1,28 82-744,-32-138 85,1 0 0,2-1 0,0-1 0,3-1 0,0 0 0,2-2 0,5 5-85,-23-28-2,0-1 7,0 1 0,0-1 1,0 0-1,1 0 0,0-1 0,0 1 0,0-1 0,0 0 1,0 0-1,0-1 0,1 0 0,-1 0 0,1 0 0,0 0 0,0-1 1,1 0-6,14 2 64,0-2 1,0 0-1,-1-2 1,3 0-65,23 0 66,100 0 20,85 0 44,205 26-130,-306-14 1,0-5-1,89-9 0,-158-3 5,-1-2-1,0-4 0,26-9-4,38-7 10,65-7 18,0 8 0,164-1-28,-307 26 2,838-43 68,-624 8-92,212-61 22,-315 62 1,16-2 0,247-55 27,117 3-28,-76 51-202,-93 11 157,-121 9-622,-70 6-565,72-18 1232,-78 8-409,1 8-1,171 6 410,-343-9-2344,0 9-3892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07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0 702 4385,'0'0'1256,"0"0"-400,0 0 154,0 0-151,0 0-251,0 0 1,26-4 618,180-39 1937,-140 32-3023,1 4 0,-1 2 0,3 3-141,83-5 456,-62-2 254,1-4 1,80-23-711,40-9 850,2 9-1,24 7-849,176-28 1327,120-15-856,149 14-471,-4 2 48,412-25 29,-1061 80 112,80-5-68,-99 5 570,1-1 0,0-1 1,-1 0-1,1 0 0,2-3-691,-4-8 2147,-9 13-2140,0 0 0,1 0-1,-1 0 1,0 0-1,1 0 1,-1 0-1,1 0 1,-1 0-1,1 1 1,0-1-1,-1 0 1,1 0-1,0 0 1,-1 0 0,1 1-1,0-1 1,0 0-1,0 1 1,0-1-1,0 1-6,63-19-115,0 3 0,1 2 1,29 1 114,-91 12-4,67-6-165,0 4 0,0 2-1,7 4 170,40-1-175,-5-2 602,-106-1 83,-10-1-1197,-16 1-655,-15 11-1445,-4 2-2464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24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10850,'0'0'2744,"0"0"-532,0 0-180,0 0-571,0 0-674,83-3 2132,-56 2-2679,-1-2-1,1-1 1,-1-1 0,5-3-240,-5 2-954,0 1 0,0 1-1,0 1 1,6 1 954,-25 3-3562,-6 7-996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24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12699,'0'0'2080,"0"0"-1368,0 0 128,0 0 209,0 0-425,0 0 544,0 0 144,172 35-367,-112-47-265,-1 3-360,-2-5-184,-4 8-136,-4 3 0,-6 3-400,7 0-1001,-14 0-2703,-6 0-3482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2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65 8170,'0'0'3681,"0"0"-813,0 0 461,0 0-835,0 0-579,-1-14-302,0 0-1318,-2-22 791,1 73-553,11 129 131,7 0 0,15 45-664,-31-206-1,16 87-150,3 0 0,5-1 0,26 65 151,-52-170-6789,-10-23 3113,-59-87-6636,34 70 5487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96 554 2841,'0'0'1620,"0"0"691,-15-36 1218,-47-122-854,58 146-2312,0-1 0,1 0 0,0-1 0,1 1 0,1 0 0,0-1 0,1 1 0,0-1 0,1 1 0,0-1 0,2-5-363,-2 15 107,0-5 21,1 1 1,0-1-1,0 1 1,1 0-1,0 0 1,1 0 0,0 0-1,0 1 1,0-1-1,1 1 1,0 0-1,0 0 1,1 1-1,0 0 1,0 0 0,1 0-1,0 1 1,-1 0-1,2 0 1,-1 0-1,1 1 1,-1 0-1,3 0-128,7-3 235,1 1-1,1 1 0,-1 1 1,1 0-1,0 1 0,0 1 1,0 1-1,0 0 0,0 2 0,2 0-234,-12 1 70,-1-1-1,1 1 1,-1 0-1,1 1 0,-1 0 1,0 0-1,0 1 0,0 0 1,-1 0-1,1 0 1,-1 1-1,0 1 0,-1-1 1,1 1-1,-1 0 0,0 1 1,0-1-1,-1 1 0,0 0 1,0 1-1,-1-1 1,0 1-1,0 0 0,-1 0 1,0 0-1,0 0 0,0 3-69,0-1 50,-1 0 0,1 0 0,-2 0 0,1 1 0,-2-1 0,1 0 0,-1 0 0,-1 1 0,0-1 0,0 0 0,-1 0-1,0 0 1,-1 0 0,0 0 0,-1 0 0,0-1 0,0 1 0,-1-1 0,0 0 0,-1-1 0,0 1 0,-7 6-50,-1 0 37,-2-2 0,1 0 0,-2 0 1,0-2-1,0 0 0,-1-1 0,0-1 1,-1 0-1,0-2 0,0 0 0,-18 3-37,19-7-721,31-12-3614,18-4-2682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2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0 12107,'0'0'2640,"0"0"-1160,0 0 473,0 0-489,-132 233-424,102-141 249,10-3-241,10-6-376,10-20-336,0-7-184,20-8-88,16-9-56,7-4-8,7-8-8,3-9-616,23-18-1160,-10 0-2737,-10 0-5345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3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14387,'0'0'2521,"0"0"-689,0 0-88,0 0-919,175 9-289,-108 32-96,-8 4 64,-9 9-264,-4-1-64,-6 1-160,-4-13-8,-6-2 0,-7-6-8,-6-7-272,-14-17-1408,-3-6-4202,0-3-6656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3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9642,'0'0'4257,"0"0"-2721,0 0 737,0 0-345,-30 223-343,4-131-385,-4-6-312,-3 1-384,0-22-264,3-11-144,7-13-48,7-14-48,6-9 0,6-12-296,4-6-816,0 0-1369,0-6-3816</inkml:trace>
  <inkml:trace contextRef="#ctx0" brushRef="#br0" timeOffset="1">602 251 5393,'0'0'7106,"0"0"-4770,0 0-247,0 0-353,0 0-1096,0 0-416,209-9-128,-163-3-96,-6 0-1384,-14 3-2417,-9 6-5553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4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11122,'0'0'3041,"0"0"-352,0 0-377,0 0-984,0 0-615,0 0-345,0 0-248,149 9-120,-90-30-472,17-12-1393,-13 6-2728,-6 0-5121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4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91 363 14963,'0'0'2566,"0"0"-441,-14 25-217,-44 86-738,55-103-1090,0 0 0,0 0 1,0 0-1,1 0 1,1 0-1,-1 1 1,1-1-1,1 1 0,0-1 1,0 0-1,0 3-80,1 11 132,-1-19-118,0 0 1,0 1 0,0-1 0,1 1-1,-1-1 1,1 0 0,0 1-1,0-1 1,0 0 0,0 0-1,0 0 1,1 0 0,0 0 0,-1 0-1,1 0 1,0 0 0,1-1-1,-1 1 1,1 0-15,1 0 12,1 0 0,-1 0 0,1-1 0,0 1 0,0-1 0,0 0 0,0-1 0,0 1 0,0-1 0,0 0 0,1 0 0,2 0-12,7 0 19,0 0 0,0 0 1,0-2-1,-1 0 1,1 0-1,0-1 0,0-1 1,-1-1-1,1 0 1,-1-1-1,0 0 0,-1-1 1,1-1-1,-1 0 1,-1-1-1,1 0 0,-1-1 1,0 0-1,-1-1 1,-1-1-1,1 1 1,-1-2-1,-1 1 0,0-1 1,-1-1-1,0 1 1,3-10-20,-8 16 42,0-1 0,0 1 0,-1-1 0,0 1 0,0-1 1,-1 0-1,0 0 0,0 0 0,0 1 0,-1-1 0,0 0 1,-1 0-1,1 0 0,-1 0 0,-1 0 0,0-2-42,0 3 44,-1 0 0,0 0-1,0 0 1,-1 1 0,1-1-1,-1 1 1,0 0 0,-1 0-1,1 0 1,-1 1 0,0-1-1,0 1 1,-1 1 0,1-1 0,-1 1-1,-4-2-43,-6-4 110,-1 2 0,-1 0 0,1 1-1,-1 1 1,0 0 0,0 1 0,-5 1-110,-52-4-872,-2 6-4238,74 1-1238</inkml:trace>
  <inkml:trace contextRef="#ctx0" brushRef="#br0" timeOffset="1">528 0 14147,'0'0'1960,"0"0"-47,0 0 103,195 205-927,-158-106-521,-18 8-8,-12-9 16,-7-9-336,0-11-144,0-19-96,-43 1-296,3-22-2425,1-8-6577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4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14347,'0'0'2073,"0"0"279,0 238 121,0-116-1497,0 9-368,7-12-312,13-18-136,0-18-112,0-23-40,-4-22-8,-9-8 0,-7-6-848,0-9-1545,-17-9-2128,-9-6-4201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5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14387,'0'0'4945,"0"0"-3361,0 0-463,0 0-721,242-77-280,-153 53-56,0 0-64,14-12-448,-20 6-2185,-17 4-5257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5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86 5497,'0'0'11739,"0"0"-9611,0 0-1024,3 152 409,17-45-625,0 18-376,-4 0-80,-3-9-64,4-12-208,-4-24-96,4-14-64,-1-27-208,-3-33-1064,-6-6-2953,0-6-4985</inkml:trace>
  <inkml:trace contextRef="#ctx0" brushRef="#br0" timeOffset="1">0 336 14523,'0'0'2501,"4"-26"-244,-3 13-1974,-1 2-159,1 0-1,1 0 1,0 0 0,0 0-1,1 0 1,0 0 0,1 1-1,0 0 1,0 0 0,1 0-1,1 0 1,0 1-1,0-1 1,1 2 0,0-1-1,0 1 1,6-5-124,8-2 14,-1 2 0,2 0-1,-1 2 1,2 0 0,-1 2 0,2 0-1,-1 1 1,1 2 0,0 0 0,0 2 0,1 0-1,-1 2 1,1 1 0,0 0 0,14 3-14,-32-1 4,0 0 0,1 0 0,-1 1 0,0-1 1,0 2-1,0-1 0,0 1 0,0 0 0,-1 0 0,0 1 1,1 0-1,-1 0 0,0 0 0,-1 1 0,1 0 1,-1 0-1,1 2-4,0 1 35,0 0 1,0 0 0,-1 1 0,-1 0-1,1 0 1,-2 0 0,1 1-1,-1-1 1,0 1 0,-1 0 0,1 9-36,-1-3 92,-1 0 0,0 0 1,-2 0-1,0 0 1,0 0-1,-1 0 0,-1 0 1,-1 0-1,0-1 0,-1 1 1,-1-1-1,0 0 1,-1-1-1,-1 0 0,-7 11-92,2-9 55,0-1 0,-1 0 0,-1-1 0,0-1 0,-1 0 0,-1-1 0,-16 9-55,20-13 4,-1-1 0,1 0 0,-1-1 0,0-1 0,-1-1 0,1 0 0,-1 0 0,0-1 0,0-1-1,-14 0-3,28-2-48,0 0-1,0 0 0,0 0 0,0 0 1,0 0-1,0 0 0,0 0 0,0-1 0,0 1 1,0 0-1,0 0 0,0-1 0,0 1 0,0-1 1,0 1-1,0-1 0,1 1 0,-1-1 0,0 0 1,0 1-1,1-1 0,-1 0 0,0 1 0,1-1 1,-1 0-1,0 0 0,1 0 0,-1 0 0,1 0 1,0 1-1,-1-1 0,1 0 0,-1-1 49,1-2-685,0 0-1,0 0 1,0 1 0,0-1-1,1 0 1,-1 0-1,1 0 1,0 1 0,1-3 685,14-31-9943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5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13971,'0'0'2304,"0"0"-599,0 0 511,-33 202-895,33-112-345,0-4-400,27-6-168,9-14-264,4-25-72,6-17-72,4-9 0,12-15-1176,-9-21-3465,-10-9-6250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6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14347,'0'0'3041,"0"0"-1521,0 0 624,0 0-799,188 125-521,-128-71-184,-7-1-248,-10-5-272,-7-12-48,-6-10-72,-7-5-112,-3-21-1112,-3 0-3281,-8 0-10282</inkml:trace>
  <inkml:trace contextRef="#ctx0" brushRef="#br0" timeOffset="1">394 1 14443,'0'0'2713,"0"0"-1025,0 0 617,-72 166-537,29-73-656,0 8-608,0-15-336,10-20-112,9-13-56,11-17 0,10-12-296,3-24-936,26 0-2481,7-18-7257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6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13499,'0'0'2200,"0"0"-967,0 0-289,0 0-624,182-27-224,-113 3-96,-16 6-1432,-13 0-4530</inkml:trace>
  <inkml:trace contextRef="#ctx0" brushRef="#br0" timeOffset="1">193 244 904,'0'0'13283,"0"0"-10194,0 0-1585,0 0-32,0 0-1472,178-47-240,-108 14-2448,-4 6-4010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6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 10442,'0'0'4128,"0"0"-1809,0 0-683,0 0-450,0 0-638,0 0-392,1 2-73,10 27 79,-1 0 1,-1 1-1,-1 0 1,-2 0-1,2 29-162,-1 22-25,-4 52 25,-3-129-107,0 0 0,0-1 0,0 1 1,0 0-1,-1 0 0,0 0 0,0 0 1,0-1-1,0 1 0,0 0 0,-1-1 1,1 1-1,-1-1 0,0 0 0,0 1 1,-1-1-1,1 0 0,-1 0 1,1-1-1,-1 1 0,0 0 0,0-1 1,0 0-1,0 1 0,0-1 107,-6 1-222,1 1 1,-1-2-1,1 1 0,-1-1 0,0 0 0,1-1 1,-1 0-1,0 0 0,0-1 0,-3 0 222,-99 0 2070,109 0-1217,10-6 161,62-10-837,-12 3-605,0-2 0,17-9 428,-5-3-3309,-12 3-4596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7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11018,'0'0'3001,"0"0"-56,106 178-81,-86-83-1119,-13 4-897,-7-1-616,0-12-152,-27-15-80,-29 4-800,6-22-3857,4-20-6418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7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15899,'0'0'2641,"0"0"-505,69 193-143,-39-89-1025,0 9-584,-10-6-248,-7-8-136,-3-25-152,-10-9-872,0-32-1937,0-15-3248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 15019,'0'0'2969,"0"0"-977,0 0-375,0 0-1129,205-45-424,-119 12-64,6 7-632,64-19-745,-24 15-3752,0 0-4617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109 195 18548,'0'0'2232,"0"0"-1375,0 0 423,30 178-432,7-80-440,2 9-32,-6-5-48,-6-16-184,-7-15-88,-4-26-56,-12-15 0,-4-18-520,-4-12-1080,-22-27-2841,-7-12-5505</inkml:trace>
  <inkml:trace contextRef="#ctx0" brushRef="#br0" timeOffset="1">0 364 904,'0'0'11095,"11"-32"-7664,-5 11-3125,-2 5-137,1 0 1,0 0-1,1 1 1,0 0-1,2 0 1,0 0 0,0 1-1,1 1 1,1-1-1,0 1 1,1 1-1,0 0 1,11-8-170,-2 6 15,0 1-1,1 2 1,0 0 0,1 1-1,1 1 1,-1 1 0,1 1-1,1 1 1,-1 1 0,1 1-1,0 1 1,0 1 0,0 1-1,0 1 1,23 4-15,-42-4 35,1 1-1,0 1 1,-1-1 0,1 1-1,-1 0 1,0 0 0,0 0-1,1 1 1,-1 0 0,-1 0-1,1 0 1,0 0 0,-1 1-1,0 0 1,0 0 0,0 0-1,0 1 1,-1-1 0,1 1 0,-1 0-1,0-1 1,-1 2 0,1-1-1,-1 0 1,0 0 0,0 1-1,-1-1 1,1 3-35,0 2 190,-1 0 0,0 0 0,0 0 0,-1 0 0,-1 0 0,0 0 0,0 0 0,-1-1 0,0 1 0,0 0 0,-1-1 0,0 1 0,-1-1 0,0 0 0,-1 0 0,-2 3-190,-8 9 259,-1 0 0,0-1-1,-2-1 1,0 0 0,-2-2-1,0 0 1,-18 12-259,20-17-142,0 0 1,-1-1-1,0-1 1,-1-1-1,0-1 0,-1 0 1,1-2-1,-1 0 1,-14 1 141,31-6-2500,6-5-3102,6-13-4971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8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14475,'0'0'2425,"0"0"-337,0 0 449,-63 241-1033,56-136-256,7-1-536,0-3-264,17-21-280,19-26-112,14-16-56,-1-26-32,24-12-728,-13-29-1496,-11-13-4914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8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15603,'0'0'1881,"0"0"95,0 0 625,109 194-1313,-49-126-544,3-2-416,-4-13-88,-9-14-168,-10-15-72,-1-18-128,-9-6-1248,-10 0-4561</inkml:trace>
  <inkml:trace contextRef="#ctx0" brushRef="#br0" timeOffset="1">285 1 9074,'0'0'7466,"0"0"-4810,0 0 297,-76 238-1017,39-134-928,-2-6-624,5-15-216,8-14-88,9-19-80,11-17-192,6-18-712,0-15-1616,13 0-5722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9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6385,'0'0'8666,"0"0"-7025,0 0-577,0 0-912,218 0-152,-149 0-2513,-19 0-2184</inkml:trace>
  <inkml:trace contextRef="#ctx0" brushRef="#br0" timeOffset="1">212 251 7034,'0'0'8545,"0"0"-5528,0 0-1377,0 0-447,0 0-1193,202-36-2945,-139 18-2960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9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48 15459,'0'0'1623,"0"0"-718,0 0 11,28-9-487,93-24-274,-117 31-132,1 1 0,0 0 0,0 0 0,0 1 0,0 0 0,0 0 0,-1 0 0,1 0 0,0 1 0,0-1 1,0 1-1,0 0 0,-1 1 0,1-1 0,0 1-23,-2 0 26,0 0 1,-1-1 0,1 1-1,-1 0 1,1 1-1,-1-1 1,0 0 0,0 1-1,0-1 1,0 1-1,0-1 1,0 1 0,-1 0-1,0 0 1,1 0-1,-1 0 1,0 1-27,1 5 76,0 1-1,-1-1 1,0 1 0,0-1 0,-1 1-1,0-1 1,-1 1 0,0 0 0,-1-1-1,0 0 1,0 1 0,-1-1-76,-3 5 102,1-1 1,-2 1-1,0-1 1,0-1-1,-1 0 1,-1 0-1,-3 3-102,-73 79 304,74-82-296,2-3 66,-15 18 253,0-2 1,-1-2 0,-2 0-1,0-1 1,-2-2 0,-18 10-328,58-32 2722,61-22-2556,75-28-131,-93 35-683,-1-2 1,-1-3-1,41-23 648,-32 7-3022,-10 0-4036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29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12579,'0'0'2288,"0"0"-1280,0 0 1721,185-9-1361,-115 48-752,-8 14 577,-15 16 279,-17 17-240,-17 9-120,-13 6-207,0-8-321,-7-13-248,-13-14-216,0-13-120,4-20-656,9-27-969,4-6-2263,3 0-6019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0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14699,'0'0'2697,"0"0"-849,0 0 545,10 185-961,3-72-304,1 9-32,-1 3-303,-3-18-345,3-21-248,0-14-128,4-34-72,3-32-264,0-6-1145,-11-9-4272</inkml:trace>
  <inkml:trace contextRef="#ctx0" brushRef="#br0" timeOffset="1">0 539 14579,'0'0'3113,"0"0"-2209,248-27-584,-125 9-320,39-6-816,-33 1-1665,-20 2-5096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0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15251,'0'0'4017,"0"0"-2769,0 0-279,0 0-561,33 178 80,4-73-152,2 14-112,-2-12-8,-4-9-88,-10-18-40,-3-20-16,-7-13-72,-6-20 0,-4-9 0,-3-15-264,-7-6-1080,-19-30-1681,-7-11-2400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1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1 378 960,'0'0'8475,"8"-35"-4837,-3 5-3051,-3 13-301,1-1 0,0 1 0,2 0-1,0 1 1,1-1 0,0 1-1,1 0 1,1 0 0,1 1 0,0 0-1,1 1 1,8-10-286,-10 15 152,0 1-1,1 0 1,0 0-1,0 1 1,0 0 0,1 1-1,0 0 1,1 0-1,-1 1 1,1 0-1,0 1 1,0 1 0,1-1-1,-1 2 1,1-1-1,-1 2 1,1 0 0,9 0-152,-17 0 7,0 1 1,0 0 0,-1 0 0,1 1-1,0-1 1,0 1 0,0-1-1,-1 1 1,1 0 0,0 1 0,-1-1-1,1 1 1,-1-1 0,0 1 0,1 0-1,-1 0 1,0 1 0,0-1 0,0 1-1,-1-1 1,1 1 0,0 0 0,0 1-8,1 4 15,-1-1 0,1 1 1,-2-1-1,1 1 1,-1 0-1,0 0 0,0 0 1,-1 1-1,-1-1 1,1 7-16,-1 5 147,0 0 1,-1-1-1,-2 1 0,0 0 1,-1-1-1,0 1 1,-2-1-1,-1-1 1,0 1-1,-1-1 1,-5 8-148,-7 9 131,-2 0-1,-1-1 1,-2-1 0,-2-1 0,-2 0-131,24-26-15,3-3 2,0-1 0,1 1 0,-1-1 1,0 0-1,0 1 0,-1-1 0,1 0 0,0-1 0,-1 1 0,1 0 0,-1-1 1,1 1-1,-1-1 0,0 0 0,0 0 0,0 0 0,1 0 0,-1 0 0,0 0 1,0-1-1,-1 0 13,3 0-25,1 0 0,-1 0 1,0-1-1,1 1 0,0 0 0,-1 0 1,1-1-1,-1 1 0,1 0 1,-1-1-1,1 1 0,0-1 0,-1 1 1,1-1-1,0 1 0,-1-1 1,1 1-1,0-1 0,0 1 0,-1-1 1,1 1-1,0-1 0,0 1 1,0-1-1,0 1 0,0-1 0,0 1 1,0-1-1,0 0 0,0 0 25,-2-20-1786,1 0-1,1 0 0,3-21 1787,8-16-8125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45 16091,'0'0'2145,"0"0"728,-72 187-1209,62-103-760,10-10-568,0-9-200,23-5-40,7-18-88,3-10 40,10-14-48,36-18-304,-6-24-1416,-7-11-3785</inkml:trace>
  <inkml:trace contextRef="#ctx0" brushRef="#br0" timeOffset="1">447 0 16019,'0'0'2257,"0"0"-793,0 0 433,179 116-825,-100-62-712,1 5-120,-4-5-184,-10-1-48,-13 1-8,-7-9-792,-16-13-2993,-17-11-5713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2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0 14195,'0'0'5313,"0"0"-4161,0 0-87,0 0-449,-62 173 352,25-75-344,-12 0-96,-1-3-112,7-14-232,7-16-104,12-20-80,14-12-136,10-25-864,14-8-1392,22-14-2825,7-19-7610</inkml:trace>
  <inkml:trace contextRef="#ctx0" brushRef="#br0" timeOffset="1">487 265 11931,'0'0'4945,"0"0"-3433,0 0 472,0 0-1336,168-6-648,-101-9-176,-11 3-2624,-17 0-4450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2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16716,'0'0'2336,"0"0"-456,0 0-495,0 0-809,0 0-344,0 0-160,188-12-72,-115-3-168,36-12-800,-23 4-1137,0 2-4576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10506,'0'0'1362,"0"0"-471,33-8 180,107-23-281,-129 29-718,0 0 0,0 1 0,0 0-1,-1 1 1,2 0-72,-9 0 13,-1 0 1,1 1-1,-1-1 1,1 1-1,-1-1 0,1 1 1,-1 0-1,1 0 1,-1 0-1,0 0 0,1 1 1,-1-1-1,0 0 1,0 1-14,1 1 49,-1 1 1,0-1-1,-1 0 1,1 1 0,-1-1-1,1 1 1,-1-1-1,0 1 1,0 0-1,-1-1 1,1 1 0,-1 0-1,0 0 1,0 0-1,0-1 1,0 1 0,-1 0-1,1 0 1,-2 3-50,1 0 175,-1 1 0,0 0 0,0 0 0,-1-1 0,0 0 0,0 1 0,-1-1 0,1 0 0,-2-1 0,1 1 0,-5 5-175,-9 8 380,0 0 1,-20 15-381,39-35 19,-1 1 0,1 0 1,0-1-1,-1 1 1,1-1-1,0 1 0,0-1 1,0 1-1,0-1 1,-1 0-1,1 1 0,0-1 1,0 0-1,0 0 1,0 1-1,0-1 0,0 0 1,0 0-1,0 0 1,0 0-1,0 0 0,0 0 1,0-1-1,-1 1 1,2 0-20,37 1-17,-7-2 28,-13 0 14,0 0 0,0 2 0,0 0 0,0 2-1,6 1-24,-22-4 34,1 1 0,0 0 0,0 0 0,-1 1 0,1-1 0,-1 1 0,1 0-1,-1 0 1,0 0 0,0 0 0,0 0 0,0 1 0,0-1 0,0 1 0,-1 0-1,1 0 1,-1 0 0,0 0 0,0 0 0,0 1 0,0-1 0,0 0 0,-1 1-1,0 0 1,1-1 0,-1 1 0,-1 0 0,1 0-34,-1 4 162,0 0 0,0 0 1,-1 0-1,0 0 0,0 0 0,-1 0 0,0-1 1,-1 1-1,1-1 0,-2 0 0,1 1 0,-1-1 1,0 0-1,0-1 0,-1 1 0,0-1 0,0 0 1,0 0-1,-1-1 0,0 1 0,0-1 0,-5 3-162,-5 5 71,-2-1-1,1-1 1,-2 0 0,1-2-1,-1 0 1,-1-1-1,0 0 1,-5-1-71,14-4 17,1 0 1,-1-2-1,-1 1 1,1-1-1,0-1 1,0 0-1,0 0 1,-6-2-18,16 2-20,0-1-1,0 1 1,1 0-1,-1-1 1,0 1 0,0 0-1,1-1 1,-1 1-1,0-1 1,1 1 0,-1-1-1,0 1 1,1-1-1,-1 0 1,1 1-1,-1-1 1,1 0 0,-1 0-1,1 1 1,-1-1-1,1 0 1,0 0 0,-1 1-1,1-1 1,0 0-1,0 0 1,0 0 0,0 0-1,0 1 1,0-1-1,0 0 1,0 0 0,0 0-1,0 0 1,0 0-1,0 1 1,0-1 0,1 0-1,-1 0 1,0 0-1,1 1 1,-1-1 0,1 0-1,-1 0 1,1 1-1,-1-1 21,23-37-2072,21-4-3109,7 3-3605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3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16163,'0'0'2601,"0"0"-1281,0 0 729,0 0-769,215 214-608,-175-110-328,-20 3 288,-20-5-160,0-4-127,-17-12-185,-9-9-88,0-17-72,2-6 0,1-13-529,13-17-751,4-9-2545,6-15-5489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3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17108,'0'0'2664,"0"0"-1143,0 0 351,0 0-728,86 238-248,-49-146-440,-11 0-135,-6-11-209,-7-10-104,-3-17-8,-3-13-128,-7-23-857,0-9-1855,0-9-5786</inkml:trace>
  <inkml:trace contextRef="#ctx0" brushRef="#br0" timeOffset="1">1 602 880,'0'0'18468,"0"0"-14363,0 0-3169,0 0-216,185-39-688,-86 18-32,7-11-488,-3 5-720,-1-6-464,64-11-2153,-27 11-2529,-10 3 5386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3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123 125 17204,'0'0'4601,"0"0"-3329,0 0-704,0 0 224,-10 211-376,10-104-200,3 12 232,4-6-232,3-15-111,-4-11-97,1-28 0,0-20-8,-4-18-457,-3-21-1127,0-21-2153,0-12-7641</inkml:trace>
  <inkml:trace contextRef="#ctx0" brushRef="#br0" timeOffset="1">0 342 720,'0'0'11780,"20"-29"-7594,-10 12-3906,3-4-57,1 0 0,0 1 0,2 0 0,0 1 0,2 1 0,0 1 0,0 0 0,2 1 0,18-11-223,-12 12 91,0 2 0,2 0 0,-1 1 0,2 2 0,-1 1 0,1 1 0,1 2 0,-1 1 0,1 1 0,0 1 0,0 2 0,0 1 0,5 2-91,-31-2 60,1 1 0,-1 0 1,1 0-1,-1 0 0,1 1 0,-1-1 0,0 1 0,0 0 0,0 0 0,0 1 0,0-1 0,0 1 1,-1 0-1,1 0 0,-1 0 0,0 1 0,0-1 0,0 1 0,0-1 0,0 1 0,-1 0 0,0 0 0,0 0 1,0 0-1,0 1 0,-1-1 0,1 1 0,-1-1 0,0 1 0,-1-1 0,1 5-60,0 0 146,-1 0 1,0 0-1,-1 1 0,0-1 1,0 0-1,-1 0 0,0 0 0,0 0 1,-1 0-1,0-1 0,-1 1 0,0-1 1,0 0-1,-1 0 0,-4 6-146,-13 11 88,-2-1 0,0-1 0,-1-1 0,-1-1 0,-2-2 0,1 0 0,-2-2 0,-1-1 0,0-1 0,-1-2 0,0-1 0,-1-1 0,-4-1-88,23-6-714,-1-1-1,0-1 1,0 0-1,0-1 1,-8-1 714,22 0-5005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15947,'0'0'3937,"0"0"-3001,0 0 521,-67 164-433,64-78-544,3 13-200,0-7-88,10-9-88,17-20-48,6-16-48,6-26-8,27-21 0,-9-21-872,-8-17-4673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4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17788,'0'0'2616,"0"0"-1495,0 0 799,0 0-944,221 172-552,-141-124-304,-8-4-24,-9-8-24,-13-12-32,-10-3-32,-11-15-16,-5 0-512,-11-6-2016,-3 0-9355</inkml:trace>
  <inkml:trace contextRef="#ctx0" brushRef="#br0" timeOffset="1">487 0 10562,'0'0'2769,"0"0"-945,0 0 937,-103 221-945,50-123-696,-3 3-15,3-9-169,7-20-536,16-10-288,14-23-112,16-24-144,0-9-1768,0-6-4802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4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12123,'0'0'2728,"0"0"-1111,0 0-905,0 0-712,0 0-200,225 0-1729,-175 0-775,-14-6-5066</inkml:trace>
  <inkml:trace contextRef="#ctx0" brushRef="#br0" timeOffset="1">100 245 11803,'0'0'3056,"0"0"-359,0 0-513,0 0-303,0 0-1057,0 0-584,0 0-240,166-27-184,-117 15-544,14-9-49,-10 1-967,-10 2-3153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5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13395,'0'0'4565,"0"0"-2822,0 0-337,0 0-154,-10 29-600,-72 205 552,80-225-1039,-1 1 0,1 0 0,1 0 0,0 0 0,0 1 0,1 1-165,0-12 18,0 1-1,1 0 1,-1 0 0,1 0 0,-1 0 0,1 0-1,-1-1 1,1 1 0,-1 0 0,1-1 0,0 1-1,-1 0 1,1-1 0,0 1 0,-1 0 0,1-1-1,0 1 1,0-1 0,0 0 0,0 1 0,0-1 0,-1 0-1,1 1 1,0-1 0,0 0 0,0 0 0,0 0-1,0 0 1,0 0 0,0 0 0,0 0-18,38 1 143,-31-1-89,20 0 6,0-2 0,0-1 0,0 0 1,0-3-1,16-4-60,-30 5-521,0 0 1,0-1-1,0 0 1,-1-1-1,2-2 521,-6 4-1331,-1-1 0,0-1-1,0 1 1,-1-1 0,0 0-1,0-1 1,5-7 1331,-3-2-9310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5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10 155 12643,'0'0'5393,"0"0"-4033,0 0 905,0 0-513,0 0-640,-10 197-496,10-144-136,0 1-255,0-10-169,0-11-56,0-6-8,17-12-953,6-9-1423,-3-6-4778</inkml:trace>
  <inkml:trace contextRef="#ctx0" brushRef="#br0" timeOffset="1">291 0 10490,'0'0'4529,"0"0"-1608,0 0-745,0 0-551,195 146-721,-155-65-152,-14-1 16,-9 6-384,-10-5-240,-7-4-136,-27 15-8,-13-26-1168,-6-19-4665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5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17124,'0'0'2072,"0"0"-7,13 152-233,7-69-1096,0 6-376,-1-2-200,-2-7-160,3-9 0,-7-17-512,-6-12-1264,-7-16-3545,0-14-4305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6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0 443 19052,'0'0'3713,"0"0"-2313,0 0-368,206-53-696,-101 26-240,14-3-96,44-11-712,-31-4-1544,-23 9-5338</inkml:trace>
  <inkml:trace contextRef="#ctx0" brushRef="#br0" timeOffset="1">1042 0 13155,'0'0'7057,"0"0"-5864,0 0 727,-3 185-688,13-66-480,13 14-424,-3 7-151,3-9-129,0-12-40,1-18 0,2-29-8,-3-36-673,-6-19-1439,-7-17-4225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6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1 370 4441,'0'0'9955,"14"-34"-6543,-5 16-3140,3-12 297,2 1-1,15-22-568,-21 38 127,1 0 0,1 0 0,0 1 0,1 1 0,0 0 0,1 0 1,0 1-1,11-7-127,1 3 148,0 1-1,1 1 1,1 1 0,-1 1 0,2 2 0,-1 0 0,1 2 0,0 1 0,0 1 0,1 1 0,10 2-148,-31 0 33,1 1 1,0 0 0,-1 0 0,1 1 0,-1 0-1,1 0 1,-1 1 0,1 0 0,-1 1 0,0-1-1,0 1 1,0 1 0,5 3-34,-7-4 10,-1 1 0,0 0 1,0 1-1,0-1 0,0 1 0,-1-1 0,0 1 1,0 0-1,0 0 0,0 1 0,-1-1 0,0 0 1,0 1-1,-1 0 0,1-1 0,-1 1 0,0 0 0,-1 0-10,3 12 101,-1 0 0,-1-1 0,0 1 0,-1 0 0,-1 0 0,-1 0 0,-1 0 0,0-1-1,-1 1 1,-1-1 0,0 0 0,-2-1 0,0 1 0,-7 12-101,-5 2 173,0-1 0,-2-1 1,-2-1-1,0-1 0,-2-1 1,-7 6-174,21-22 11,-1 0 0,0-1 1,-1 0-1,0 0 0,0-2 1,-1 0-1,0 0 0,0-1 0,-1-1 1,1 0-1,-1-1 0,0-1 1,-1 0-1,1-1 0,-10 0-11,24-2-37,0 0 0,-1 0-1,1 0 1,0 0 0,0 0-1,-1-1 1,1 1 0,0 0 0,0-1-1,0 1 1,-1-1 0,1 1-1,0-1 1,0 0 0,0 1-1,0-1 1,0 0 0,0 0-1,0 1 1,1-1 0,-1 0-1,0 0 1,0 0 0,1 0 0,-1 0-1,0 0 1,1 0 0,-1-1-1,1 1 1,-1 0 0,1 0-1,0 0 38,-1-3-376,1 1 1,0 0-1,0 0 0,0 0 0,0-1 0,0 1 0,1 0 0,-1 0 1,1 0-1,0 0 0,0-1 0,0 1 0,0 1 0,1-2 376,25-33-7735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7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15347,'0'0'1793,"0"0"471,-20 233 81,20-126-1161,10-15-472,30-21-472,6-11-152,10-27-88,0-19-64,20-14-832,-16-17-1993,-7-19-5849</inkml:trace>
  <inkml:trace contextRef="#ctx0" brushRef="#br0" timeOffset="1">385 33 7922,'0'0'11282,"0"0"-9722,0 0-167,0 0-177,205 146-528,-129-86-272,-7-1-176,-16-5-168,-10-16-72,-13-5-88,-7-18-1064,-6-9-3681,-7-6-7682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7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3017,'0'0'14843,"0"0"-13267,0 0-848,0 0 593,-57 232-57,14-130-248,0 5-200,4-15-528,12-15-208,11-23-80,12-21 0,4-27-552,14-6-936,15-6-3545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13715,'0'0'2681,"0"0"-945,0 0-776,172-36-680,-106 24-280,-3 0-992,-17 6-2905,-19 0-9450</inkml:trace>
  <inkml:trace contextRef="#ctx0" brushRef="#br0" timeOffset="1">160 203 14779,'0'0'2441,"0"0"-41,0 0-135,0 0-1473,175-6-688,-109 0-104,0-3-680,10-3-336,-19 0-1665,-11-3-4409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60 3697,'0'0'4346,"0"0"-2963,0 0-320,0 0 161,29-10-322,85-30-464,-85 30-203,-44 10-7,1 1 1,0 0-1,-1 1 0,1 0 0,0 1 0,0 1 0,0 0 1,1 1-1,-1 1 0,1 0 0,0 1 0,1 0 1,0 1-1,0 0 0,0 1 0,1 0 0,1 1 0,-1 0 1,2 0-1,-4 5-228,11-11 90,-1 1 1,1 0 0,0-1 0,0 1-1,0 0 1,1 0 0,-1 0-1,1 0-90,1-3 18,-1-1 1,1 1-1,0-1 0,-1 1 0,1-1 0,0 1 1,0-1-1,0 1 0,0-1 0,0 1 0,1 0 1,-1-1-1,0 1 0,1-1 0,-1 1 0,1-1 1,-1 0-1,1 1 0,0-1 0,0 1 0,0-1 1,-1 0-1,1 0 0,0 0 0,1 1 0,-1-1 1,0 0-1,0 0-18,31 14 188,0-2 1,11 2-189,-11-4 12,-1 1 1,28 15-13,-50-21 1,1-1 0,-1 1 0,-1 1 0,1 0 0,-1 0 0,0 0 0,-1 1 0,1 0 0,-2 1 0,1 0 0,0 1-1,-5-7 65,0 1-1,0-1 1,0 1-1,0 0 1,0 0-1,-1 0 1,0-1-1,0 1 1,0 1-1,0-1 1,0 0-1,-1 0 1,0 0-1,0 0 1,0 0-1,0 0 1,-1 0-1,0 1 1,1-1-1,-1 0 1,-1 0 0,1-1-1,-1 1 1,0 2-65,-2-1 181,0 1 0,0-1 1,-1 0-1,1 0 0,-1 0 1,0-1-1,-1 0 0,1 0 1,-1 0-1,0-1 1,0 1-1,0-1 0,0-1 1,-1 1-182,-6 3 87,-1-1 1,0-1 0,0 0-1,0-1 1,0 0 0,0-1-1,-4-1-87,18-1-43,0 1 0,-1-1 0,1 0 0,0 0 0,-1 0 0,1 0 0,0 0 0,0 0 0,-1 0 0,1 0 0,0 0 0,-1 0 0,1 0 0,0 0 0,-1-1 0,1 1 0,0 0 0,-1 0 0,1 0 0,0 0 0,0 0 0,-1-1 0,1 1 0,0 0 0,0 0 0,-1 0 0,1-1 0,0 1 0,0 0 0,0 0 0,0-1 0,-1 1 0,1 0 0,0-1 0,0 1 0,0 0 0,0 0 0,0-1 0,0 1 0,0 0 0,0-1 0,0 1 0,0 0 0,0-1 0,0 1 0,0 0 0,0-1 0,0 1 0,0 0 0,0-1 0,0 1 0,0 0 0,0 0 43,12-18-4166,14-5-3116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0:38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10578,'0'0'2041,"0"0"239,113 220 689,-80-95-497,-16 3-199,-17 3-873,0-18-416,-27-9-448,-6-24-344,-3-20-143,-4-13-49,0-14-505,-16-27-831,10-6-3249,9 0-9138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1:26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14547,'0'0'4289,"0"0"-3105,0 0 473,66 6-729,-3-6-344,13 0-352,3 0-152,-3-6-64,-6-6-16,-11 3-48,-13 3-608,-19 6-1040,-11 0-2137,-16 12-1488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1:26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13971,'0'0'4121,"0"0"-2185,0 0-15,0 0-953,0 0-592,0 0-160,0 0-152,238 0-8,-155-15-56,29-5-1264,-19 2-3801,-14 3-8610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1:26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4641,'0'0'7983,"0"0"-4457,0 0-1347,-30 24-620,-21 16-544,-23 24-1015,68-58 104,0 1-1,0 0 1,0 0-1,1 1 1,0 0 0,1 0-1,0 0 1,0 0-1,1 0 1,0 1 0,0 0-1,1 0 1,0-1-1,0 1 1,1 0 0,1 0-1,-1 1 1,2-1-1,-1 0 1,2 8-104,-1 3 179,-1-15-149,1 0 0,-1 0 0,1 0 0,0 0-1,1 0 1,-1 0 0,1 0 0,0-1 0,0 1-1,1 0 1,-1-1 0,1 0 0,0 0 0,0 1-1,0-2 1,1 1 0,-1 0 0,1-1 0,0 1-1,0-1 1,0 0 0,1-1 0,-1 1 0,1-1-1,-1 0 1,1 0 0,0 0 0,0 0 0,1-1-30,14 4 63,0 0 0,1-2 0,-1-1 0,1 0 0,-1-1 0,18-2-63,-17-1 48,-1 0 0,1-1-1,0-2 1,-1 0 0,0-1-1,0-1 1,12-6-48,-17 7 22,-1-2-1,0 1 1,0-2-1,-1 0 1,0-1-1,-1 0 1,0 0 0,0-2-1,-1 1 1,2-5-22,-10 13 52,0-1-1,0 0 1,-1 0 0,0 0 0,1 0 0,-1 0 0,-1 0 0,1 0 0,0-1 0,-1 1-1,0-1 1,0 0 0,-1 1 0,1-1 0,-1 1 0,0-1 0,0 0 0,0 1-1,-1-1 1,0 0 0,0 1 0,0-1 0,0 1 0,-1-1 0,-1-2-52,-1-1 70,-1 1-1,0 0 1,-1 0 0,1 0 0,-1 1 0,-1 0-1,1 0 1,-1 0 0,0 1 0,0 0 0,-1 0-1,1 1 1,-1 0-70,-7-5 19,0 1-1,0 1 0,0 0 1,-1 1-1,0 1 1,-1 0-1,1 1 1,-1 1-1,1 1 1,-1 0-1,0 1 1,-3 1-19,18 0-36,0 0 0,0 1 0,0-1 0,0 1 1,0-1-1,0 1 0,0 0 0,0 0 0,1-1 1,-1 1-1,0 0 0,1 1 0,-1-1 0,1 0 0,-1 0 1,1 1-1,-1-1 0,1 1 0,0-1 0,0 1 1,0 0-1,0-1 0,0 1 0,0 0 0,0 0 1,0-1-1,1 1 0,-1 0 0,1 0 36,-2 7-559,1 0-1,0 0 1,1 0 0,-1 0-1,2 8 560,0 2-1939,-1 15-5288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1:27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16251,'0'0'1961,"0"0"375,0 0 41,-66 179-1377,53-120-376,6-14-408,4-9-120,3-13-40,0-2-56,0-15-88,6-3-600,18-3-1480,2 0-4266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1:27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7 186 12483,'0'0'2507,"0"0"151,0 0-359,0 0-907,-1-29-450,-4-127 602,15 174-205,20 124-637,-21-92-628,1-1 0,3 0 1,2 0-1,9 16-74,-22-60-117,19 33-640,3-21-4178,-14-11-1752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1:27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13531,'0'0'2654,"0"0"-54,0 0-722,0 0-954,0 0-394,0 0 51,6-20 55,16-65-73,-10 60 382,-11 25-938,-1 0 0,0 0 1,1-1-1,-1 1 0,0 0 1,1 0-1,-1 0 0,0 0 1,1 0-1,-1 0 0,0 0 1,1 0-1,-1 0 0,0 0 1,1 0-1,-1 0 0,0 0 1,1 0-1,-1 0 0,0 0 1,1 0-1,-1 0 0,0 0 1,1 0-1,-1 1 0,0-1 1,1 0-1,-1 0 0,0 0 1,1 1-1,-1-1 0,0 0 1,0 0-1,1 1 0,-1-1-7,14 26-47,-14-25 80,12 37 9,-3 1 0,0 0 0,-3 0 0,-1 11-42,2 5 133,12 43-133,-19-95-16,1 0-1,0 0 0,-1-1 1,1 1-1,0 0 0,1-1 1,-1 1-1,0-1 0,1 1 0,-1-1 1,1 0-1,0 1 0,0-1 1,0 0-1,0 0 0,0 0 1,0-1-1,0 1 0,3 1 17,20 4-2255,6-6-3957,-7-1-6372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1:28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14 129 10970,'0'0'2740,"0"0"-969,0 0-546,0 0-562,38-11-371,124-41-157,-114 37-83,-21 7 33,0-2 0,-1 0 0,15-9-85,-51 16 2653,-59 2-2563,51 6-74,0-1 1,1 2-1,-1 0 1,1 2-1,1-1 1,-14 10-17,-4 3 213,1 2 0,-18 17-213,40-30 49,8-8-28,0 1 0,1 0 1,-1-1-1,0 1 0,1 1 0,0-1 1,-1 0-1,1 0 0,0 1 0,0 0 1,0-1-1,1 1 0,-1 0 0,1 0 1,-1 0-1,1 0 0,0 0 0,0 0 1,0 0-1,1 0 0,-1 0 0,1 2-21,0-4 6,0 0 0,1-1 0,-1 1 0,0 0 0,1-1 0,-1 1-1,1-1 1,-1 1 0,1 0 0,-1-1 0,1 1 0,-1-1 0,1 0 0,0 1-1,-1-1 1,1 1 0,0-1 0,-1 0 0,1 0 0,0 1 0,-1-1 0,1 0-1,0 0 1,0 0 0,-1 0 0,1 0 0,0 0 0,0 0-6,30 2 90,-23-1-61,55 2 76,-32-2-90,0 1 0,0 1 0,15 5-15,-38-6-2,1 0 0,-1 1 0,0 0 1,0 0-1,0 1 0,0 0 0,-1 0 0,1 1 0,-1 0 1,0 0-1,0 1 0,-1 0 0,0 0 0,3 4 2,-6-6 46,0 0-1,0 0 1,-1 0 0,0 0-1,0 1 1,0-1-1,0 1 1,-1-1-1,1 1 1,-1-1-1,-1 1 1,1 0-1,-1 0 1,1 0-1,-1-1 1,-1 1 0,1 0-1,-1 0 1,1-1-1,-1 1 1,-1 0-1,1-1 1,-1 1-1,0-1 1,0 1-1,0-1 1,0 0-1,-1 0 1,0 0-1,0 0 1,0 0 0,0-1-1,0 1 1,-1-1-1,1 0 1,-1 0-1,0 0 1,0-1-1,0 1 1,-1-1-1,1 0 1,-3 1-46,-17 4 217,-1 0 0,0-2 0,0 0 1,0-2-1,-1-1 0,-13-1-217,-74 10-2018,111-11-479,2 0-3293,0 0-4127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1:33.85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67 680,'0'0'0,"0"0"592,0 0-438,0 0-576,0 0 465,0 0 376,6 1 602,1 0 101,0-1 141,-2 1-604,0-1-195,-3 0-267,0 0 28,-2-1-41,0-2 393,0-2 1063,0-1 859,-1-1-465,2 0 26,-1 1 39,1 2-896,-1 0-807,1 3-148,0 2-216,0 5 55,0 5-29,-1 2 32,0 2-6,1-1-14,0-2-14,0-3 77,-1-3 340,0-5 244,1-5-493,-1-7-48,0-5 84,0-2-19,-1 0 188,0 2-150,1 3-93,-1 4-169,1 3 7,-1 3-20,1 5-60,0 6 72,2 8-15,0 7 6,2 7 1,0 4 0,0 2 9,-1-2-21,1-4 16,0-6-5,-1-6 48,0-7-61,0-5 21,-1-3 58,1-3-9,1 0-68,1-3 14,1 0 0,3-3-12,1 0 3,2-1 8,3-1-11,0 0 3,3 1-1,0 0 0,1 0 0,2 1 0,0 0 9,2 1-21,1-1 26,0 1 19,0 0-42,-1 0 5,-2 0 6,-3 2-12,-1 0 12,-2-1-3,-1 0 10,1-1-11,2 0 12,-1-1-3,2 0-18,0 2 15,0 0-5,1 2-8,1 2 2,2 4 8,1 5-11,3 4 12,2 4-12,0 5 12,2 3-12,-2 2 12,0 0-3,-3 0 1,-4-3 0,-5-5 0,-3-4 9,-5-5-11,-2-3 12,-4-4-3,0-2 122,-2-1-155,-1 0 116,0-2-110,-1-2 31,-1-1-2,-3-2-11,0-1 22,0-1-26,1-2 93,2-1-111,0-2 36,5-2-12,6-2-9,5-1 2,5-1 8,3 1-2,2 2 1,0 2 0,1 3-9,0 4 11,3 2-12,4 3 12,5 2-22,8 1 26,7 1-9,5 5 3,3 3-9,1 6 2,-1 2 8,-4 3-11,-6 0 12,-5 0-12,-8-3 12,-4-4-3,-3-4 1,-1-4 56,0-6-63,1-6 13,0-5-5,-1-3 46,-3 0-51,-3 0-2,-5 2 20,-2 1-18,-2 2 5,-1 0-10,2-1 11,3-1-3,2-2 1,3 0 9,0-1-21,-1 1 26,-3 2-18,-4 3 5,-6 1 18,-2 3 41,-4 0-58,-1 0 58,-1-1-73,-1 0 124,0 0-57,0 0 170,1 1-82,-1 1 3,1 1-81,0 2-64,0 0 12,0 1-12,0 0-9,0 0-100,0 0 139,0 0-46,0 0 26,0 1-13,0-1 4,0 0 65,0 0 46,0 0 205,0 0-33,0 0-31,0-1-233,0 0 83,0 0-116,0 0 23,0 0-84,0 0 86,0 1-86,0 0 26,0 1 48,0 2 3,0 2-16,0 0 17,0 1-6,0-1 12,0 0-13,0-2 14,0-1-14,0-1-136,-3 2-427,-7 3-579,-7 4-1409,-8 4-3485,1-2-10460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25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60 4993,'0'0'5599,"0"0"-3419,0 0 173,0 0-265,0 0-468,0 0-25,-1-1-1493,1 1 0,0-1-1,0 1 1,0-1 0,0 0 0,0 1-1,0-1 1,0 0 0,0 1-1,0-1 1,0 0 0,0 1-1,0-1 1,1 0 0,-1 1 0,0-1-1,0 1 1,1-1 0,-1 1-1,0-1 1,1 0 0,-1 1-1,1-1 1,-1 1 0,1 0 0,-1-1-1,1 1 1,-1-1 0,1 1-1,-1 0 1,1-1-102,262-7 1115,-203 2-7991,55-13 6876,-84 11-5313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25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14843,'0'0'1504,"0"0"-495,0 0-473,0 0-536,192-27-496,-116 12-1785,-6 3-4784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2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11690,'0'0'2653,"0"0"-492,0 0-92,0 0-832,0 0-248,0 0 46,36-2-81,124-6-156,-15-6 351,75-19-1149,-84 10 46,491-45-251,-610 66-1647,-27 2 306,-51 0-798,13 1 900,-128 7 163,-147 26 1281,23-2 24,251-28 7,-21 1 1134,-1 3 1,-59 15-1166,124-21 165,-1 0 0,1 0 1,0 1-1,0 0 0,0 0 1,0 1-1,1-1 0,-1 1 1,1 1-1,-5 4-165,8-8 94,0 1-1,1 0 1,-1 0-1,0 0 0,1 0 1,-1 0-1,1 1 1,0-1-1,-1 0 1,1 1-1,0-1 1,1 1-1,-1-1 0,0 1 1,1 0-1,-1-1 1,1 1-1,0-1 1,0 1-1,0 0 1,0-1-1,1 1 1,-1 0-1,0-1 0,1 1 1,0-1-1,0 1 1,0-1-1,0 1-93,1-1 66,-1 0-1,1 0 0,0-1 0,0 1 1,0 0-1,1-1 0,-1 1 1,0-1-1,1 0 0,-1 0 0,0 0 1,1 0-1,-1 0 0,1 0 1,0-1-1,-1 1 0,1-1 1,2 0-66,8 3 159,58 11 548,70 4-707,-79-12 11,-1 3-1,1 2 1,15 7-11,-14 1 1,-7-4 9,0 3 0,21 12-10,-61-24 0,-2 1 0,1 1 1,-1 1-1,0 0 0,-1 0 1,0 2-1,-1-1 0,0 2 1,0 0-1,7 10 0,-15-15-3,1 1-1,-1-1 1,-1 1 0,1 0-1,-1 0 1,-1 0 0,0 1 0,0-1-1,0 1 1,-1-1 0,0 7 3,0 12-12,-1 0 1,-2 0-1,-1 5 12,0-15 1,-1 1 0,0-1 0,-2 0 0,0 0 0,0 0 0,-2-1 0,0 0 0,-1 0 0,-5 6-1,-24 32 14,-42 46-14,65-83 1,-65 76 20,-3-3 0,-24 14-21,92-91 0,-1-1 1,0-1 0,0 0 0,-1-2 0,0 1 0,-1-2 0,0 0-1,-10 2 0,14-9 24,13-1 6,5 0-85,30 0 38,27 2 40,0-4-1,0-1 0,0-4 0,-1-2 1,9-5-23,317-95 780,-344 101-646,0 3 1,0 1-1,0 2 1,1 2-1,3 2-134,28-1-704,-73-1 546,0 1 1,1-1-1,-1 0 0,0 0 1,1 1-1,-1-1 1,0 1-1,0-1 0,0 1 1,1-1-1,-1 1 1,0 0-1,0 0 1,0-1-1,0 1 0,0 0 1,0 0-1,0 0 1,0 0-1,-1 0 0,1 0 1,0 1-1,0-1 1,-1 0-1,1 0 0,-1 0 1,1 1-1,-1-1 1,0 0-1,1 1 0,-1-1 1,0 0-1,0 1 1,0-1-1,0 1 158,1 13-5144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29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2921,'0'0'6282,"0"0"-3505,0 0-538,0 0-619,0 0-366,0 0-43,2-7-239,-1 3-905,0 0 0,0 0-1,0 1 1,0-1 0,1 1-1,0-1 1,-1 1 0,1 0 0,1-1-1,-1 1 1,0 0 0,1 1 0,-1-1-1,1 0 1,0 1 0,0-1-1,0 1 1,0 0 0,1 0 0,-1 0-1,0 0 1,1 1 0,0-1 0,-1 1-1,1 0 1,0 0 0,-1 0-1,1 1 1,0-1 0,1 1-67,-1 1 3,1-1 0,-1 1 0,1 0-1,-1 0 1,1 1 0,-1-1 0,0 1 0,0 0 0,0 0 0,0 0 0,0 1-1,0 0 1,-1-1 0,1 1 0,-1 0 0,0 1 0,0-1 0,0 1 0,0-1-1,1 4-2,10 14 30,-2 0 0,0 1 0,5 13-30,3 7 56,-4-7 142,-1 1 0,-2 1 1,-1 0-1,1 12-198,-3-12 217,-9-33-196,-1 0-15,1-1 1,-1 0-1,1 0 1,0 1-1,0-1 1,0 0 0,0 0-1,1 0 1,-1 0-1,1 0 1,0 0-1,0-1 1,1 2-7,-2-4-322,-1 0-328,-11 0-3775,-2 0-1165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29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0 9570,'0'0'1406,"0"0"-542,0 0-317,0 0 49,0 0 268,0 0 79,-5 26 224,-20 83 42,16-82-829,0-1 0,-2 0 0,0 0 0,-2-2 0,-1 1-1,-1-2 1,-1 0 0,-1-1 0,-13 13-380,-17 25 309,-49 56-13,96-116-338,0 0 1,0 0 0,-1 1-1,1-1 1,0 0 0,0 0-1,-1 1 1,1-1-1,0 0 1,0 0 0,0 1-1,-1-1 1,1 0-1,0 0 1,0 1 0,0-1-1,0 0 1,0 1 0,0-1-1,-1 0 1,1 1-1,0-1 1,0 0 0,0 1-1,0-1 1,0 0 0,0 1-1,0-1 1,1 0-1,-1 1 1,0-1 0,0 0-1,0 1 1,0-1-1,0 0 1,0 1 0,1-1-1,-1 0 1,0 0 0,0 1-1,0-1 1,1 0-1,-1 0 1,0 1 0,0-1-1,1 0 1,-1 0-1,0 0 1,1 1 0,-1-1-1,0 0 1,1 0 0,-1 0-1,0 0 42,21 1-4689,-17-1 4035,19 0-6605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30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5169,'0'0'5729,"0"0"-4152,0 0-57,0 0-672,0 0 80,0 0 49,0 0-25,60 0-184,-34 0-176,1-2-304,2-10-120,1-6-168,-3 9 40,-8 3-40,-2-3-440,-14 9-792,-3 0-985,0 0-2560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30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11586,'113'99'1729,"-113"-93"455,0-6-247,0 0-377,0 0-392,6 0-207,11 0-305,3 0-352,3 0-144,3 0-152,1-6-8,-1 0-416,1 6-625,22-3-991,-9 0-705,0 0-2824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30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39 6809,'0'0'1962,"0"0"545,0 0-610,0 0-728,0 0-279,0 0-90,-9 21-46,-24 67 122,31-82-745,1-1 1,-1 1-1,1-1 0,0 1 1,0 0-1,1-1 1,-1 1-1,1 0 1,1-1-1,-1 1 0,1 0 1,0-1-1,0 1-131,0-3 57,0 0 0,0-1 0,1 1 0,-1-1 0,1 1 0,-1-1-1,1 1 1,0-1 0,0 0 0,0 0 0,0 0 0,0 0 0,1 0 0,-1-1-1,0 1 1,1-1 0,2 2-57,7 1 108,0 0 0,0-2 0,0 1 0,1-1 0,-1-1 0,1 0 0,-1-1 0,11-1-108,-7 1 108,-8 0-85,0-1 0,0 0 0,0 0 0,0-1 0,-1 0-1,1 0 1,0-1 0,-1 0 0,0 0 0,0-1 0,5-2-23,-9 4 69,1-1 1,-1 1-1,1-1 1,-1 1-1,0-1 1,0 0 0,0-1-1,-1 1 1,1 0-1,-1-1 1,1 1-1,-1-1 1,0 0-1,-1 0 1,1 0 0,-1 0-1,0 0 1,1 0-1,-2 0 1,1 0-1,0-1 1,-1-1-70,0-4 120,-1 0-1,1 0 1,-2 0 0,0 0-1,0 0 1,0 1 0,-1-1-1,-1 1 1,0 0 0,-3-7-120,4 12-32,1 0 1,-1 0-1,0 0 1,0 0-1,-1 0 1,1 1-1,-1-1 1,1 1-1,-1 0 1,0 0-1,0 1 1,-1-1-1,1 1 1,0 0-1,-1 0 1,0 0-1,1 0 1,-1 1 0,0 0-1,0 0 1,0 0-1,-4 1 32,2 0-502,-1 0 0,1 1 1,0 0-1,0 0 0,0 1 0,0 0 0,0 0 0,0 1 1,0 0-1,1 0 0,-1 1 0,1-1 0,0 1 0,0 1 1,0-1-1,1 1 0,-3 2 502,-29 28-7912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8:33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69 11386,'0'0'1791,"0"0"145,0 0-540,0 0-851,0 0-361,0 0-69,30-7-3,9 0-54,-5 1 136,1-2-1,31-11-193,-57 16 177,-6 3-82,1-1 0,-1 1 0,0-1 0,0 0 0,0 0 0,0-1 0,0 1 0,0 0 0,0-1 0,0 0 0,-1 0 0,1 0-1,0 0-94,-3 1 210,0 1-105,-15 0-47,-5 0 52,0 1 1,0 0-1,0 2 1,0 0 0,1 1-1,-14 5-110,25-7 14,0 2-1,0-1 0,1 1 1,-1 0-1,1 1 0,0 0 1,0 0-1,0 1 0,1-1 1,0 1-1,0 1 1,0-1-1,1 1 0,0 0 1,0 0-1,-3 8-13,4-9-1,1 1 0,0 0-1,0 0 1,1-1 0,0 2 0,0-1 0,0 0-1,1 0 1,0 1 0,1-1 0,-1 2 1,5-8 15,0 0 1,0 0 0,0 0-1,0-1 1,0 1 0,0-1-1,0 0 1,0 0-1,2-1-15,-1 1 24,84-10 77,-73 7-99,0 1 0,0 0 0,0 1 1,1 0-1,-1 2 0,0 0 0,17 3-2,-29-2-3,1 0 0,0 0 0,-1 1-1,0 0 1,1 0 0,-1 0 0,0 0 0,0 1 0,-1 0 0,1-1 0,-1 1 0,0 0 0,0 1-1,0-1 1,-1 1 0,1-1 0,-1 1 0,0 0 0,1 3 3,1 4-2,1 0 0,-2 1 0,0-1 0,0 1 1,-1 0-1,-1 0 0,0 6 2,0-16 0,-1 0 1,0 0-1,0 0 1,0 0-1,0 1 1,-1-1-1,1 0 0,-1 0 1,1 0-1,-1 0 1,0 0-1,-1 0 1,1 0-1,0-1 1,-1 1-1,1 0 1,-1-1-1,-2 1 5,0-1 0,1-1 0,-1 1 0,0 0 0,0-1 0,0 0 1,0 0-1,0 0 0,0 0 0,-1-1 0,1 1 0,-3-1-5,-61 4 62,49-3-97,0 0 0,-1 0 0,1 2 1,0 1-1,0 0 0,1 1 1,-9 4 34,-27 17-3920,39-14-763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1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13 4401,'0'0'1472,"0"0"-166,0 0 253,0 0-153,5 0-330,26 0 2494,-31 0-2667,0 0-370,0 0-266,0 0-163,0 0-24,0 0 17,-18-9 2073,-10 9-1987,0-1 69,1 2 0,-22 3-252,39-2 55,1 0 0,-1 0 0,0 1-1,1 1 1,-1-1 0,1 1 0,0 1 0,1 0-1,-5 3-54,2-1 20,2 0 0,-1 0 0,1 1 0,0 1 0,1-1 0,0 1 0,0 1 0,1-1 0,0 1 0,0 1 0,1-1 0,1 1 0,0 0 0,1 0 0,0 1 0,0-1 0,1 1 0,1 0 0,0 0 0,0 0 0,1 0 0,1 0 0,0 0 0,1 0 0,0 1-20,0-8 10,0 1-1,0-1 1,0 0 0,1 0-1,0 0 1,0 0-1,0 0 1,0 0-1,1 0 1,0-1-1,0 1 1,0-1-1,1 0 1,-1 0-1,1 0 1,0-1 0,0 1-1,0-1 1,1 0-1,-1 0 1,1 0-1,0-1 1,0 1-1,0-1 1,0 0-1,0-1 1,2 1-10,9 3 23,1-2 1,0 0-1,-1 0 1,1-2-1,0 0 1,0-1-1,0 0 1,4-2-24,-12 0 1,1 1 1,-1-2-1,0 1 1,1-2-1,-1 1 0,-1-1 1,1 0-1,0-1 1,-1 0-1,0 0 0,0-1 1,-1 0-1,0 0 1,0-1-1,0 0 1,-1 0-1,1-1 0,-2 0 1,1 0-1,-1 0 1,-1 0-1,1-1 0,-2 0 1,1 0-1,-1 0 1,0 0-1,-1-1 1,0 1-1,-1-1 0,0 1 1,0-1-1,-1-4-1,0-21 79,-1 0 0,-2 0-1,-5-21-78,4 5 1091,4 51-867,1 25-228,17 65 12,2 14 42,-3 81 347,23 195 1502,-39-371-1811,-1-3-36,1 0-1,0 0 1,0 1 0,0-1 0,1 0 0,0-1 0,0 1 0,0 0 0,1 0 0,0-1 0,1 2-52,-1-62-136,-3 35-1642,0 3-3635,0 0-6486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15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1360,'0'0'6422,"0"0"-3388,0 0-1325,0 0-512,0 0-521,0 0-284,5-15 59,-2 8-448,-1-2 141,1 0-1,1 0 1,0 0 0,0 1 0,0-1 0,1 1-1,0 0 1,1 1 0,0-1 0,0 1 0,1 0-1,0 0 1,0 1 0,4-3-144,-8 7 28,0 1 0,0-1 1,0 1-1,1 0 0,-1 0 0,0 0 1,1 0-1,-1 0 0,1 1 0,-1 0 1,1 0-1,-1 0 0,1 0 0,-1 0 1,1 0-1,-1 1 0,1 0 0,-1 0 0,0 0 1,1 0-1,-1 0 0,0 1 0,0-1 1,0 1-1,0 0 0,0 0 0,0 0 1,0 0-1,-1 1 0,1-1 0,-1 1 0,0-1 1,0 1-1,0 0 0,0 0-28,11 14 49,-2 1-1,0 0 0,-1 0 1,0 1-1,0 6-48,-6-16 16,59 130 238,-62-137-238,0 0 0,0-1 0,1 1-1,-1 0 1,0-1 0,1 1 0,-1-1-1,1 1 1,-1-1 0,1 0 0,0 1-1,0-1 1,-1 0 0,2 0-16,10 2-9065,-13-3 3121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15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6209,'0'0'2313,"0"0"-361,0 0 265,-83 173-1273,50-102-32,-3-9 0,-1-2-328,11-6-352,2-16-160,15-5-56,2-12-16,7-3-944,0-6-1240,0-4-3873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17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40 341 8386,'0'0'5204,"0"0"-3203,0 0-674,0 0-325,0 0-481,35-1-157,117-4-60,-128 3-152,1-2 1,-1 0-1,-1-1 0,1-1 0,-1-2 0,0 0 0,-1-2-152,6 0 201,-9 2-63,1 0-1,-1-1 1,-1-1-1,0-1 1,0 0 0,5-7-138,-17 14 32,0-1 0,-1 0 0,0 0 1,0-1-1,0 1 0,-1-1 0,0 0 0,0-1 1,0 1-1,-1 0 0,0-1 0,0 0 0,-1 0 1,0 0-1,0 0 0,-1 0 0,1 0 0,-2 0 1,1-6-33,-1 11 5,-1 0 1,1 0-1,-1 0 1,1 0-1,-1 0 1,0 0 0,0 0-1,0 0 1,0 0-1,-1 0 1,1 1-1,0-1 1,-1 0-1,1 1 1,-1-1 0,0 1-1,1-1 1,-1 1-1,0 0 1,0 0-1,0 0 1,0 0-1,0 0 1,0 0 0,0 0-1,-1 1-5,-63-18-8,59 17 16,-25-4-1,0 1-1,-1 1 1,1 2 0,-1 1 0,0 2 0,1 1 0,-6 2-7,25-1-2,0 0 1,0 0 0,0 1-1,1 1 1,0 0 0,0 0 0,1 2-1,-1-1 1,2 1 0,-1 1-1,1 0 1,0 0 0,1 1-1,0 0 1,1 1 0,0 0-1,-6 11 2,3-2 0,2-1-1,0 1 0,1 0 0,1 1 0,0 0 0,2 0 1,1 0-1,0 1 0,2 0 0,0 15 1,1-16 27,1-1-1,1 1 1,1-1-1,1 1 1,1-1-1,1 0 1,0 0-1,7 13-26,-8-23 56,1 0 0,0-1 0,1 0 0,0 0 0,0-1 0,0 0 0,1 0 0,1 0 0,-1-1 0,1 0 0,0 0 0,1-1 0,0 0 0,0 0 0,0-1 0,0-1 0,11 4-56,-6-3 82,0-1-1,0-1 1,1 0-1,-1-1 0,1 0 1,0-1-1,0-1 1,-1-1-1,1 0 0,0 0 1,-1-2-1,1 0 1,-1 0-1,0-2 0,0 0 1,4-2-82,25-13 31,0-1 1,-2-3-1,-1-1 1,15-13-32,-47 32-120,0 0 0,-1 0 0,0 0 1,0-1-1,-1 0 0,1 0 1,-1 0-1,1-4 120,-3 5-766,-1 0 0,0 0 0,-1 0 0,0 0 0,0 0 0,0-1 0,0 1 0,-1-1 766,2-14-5222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1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12307,'0'0'2464,"0"0"321,0 0-1025,0 0-648,172-59-375,-126 56-417,-6 3-240,-4 0 32,-3 0-112,0 0-8,4 6-296,16-6-1177,-7 0-2336,-6 0-3672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1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8834,'0'0'2530,"0"0"-874,0 0-517,0 0-587,0 0-284,0 0 67,-29 16 202,-87 53 82,113-68-567,0 1 0,1 0 0,-1 0-1,0 0 1,1 0 0,0 0 0,-1 0-1,1 0 1,0 1 0,0-1 0,0 1 0,1 0-1,-1-1 1,1 1 0,-1 0 0,1 0 0,0 0-1,0 0 1,0 0 0,0 0 0,1 1 0,-1-1-1,1 0 1,0 0 0,0 0 0,0 0-1,0 1 1,1-1 0,-1 0 0,1 1-52,1 13 393,-2-16-358,1 1 0,-1 0 1,1 0-1,0-1 0,-1 1 0,1 0 0,0-1 0,0 1 0,0-1 0,0 1 0,0-1 0,0 1 0,1-1 1,-1 0-1,0 1 0,1-1 0,-1 0 0,1 0 0,-1 0 0,1 0 0,0 0 0,-1-1 0,1 1 0,0 0 1,-1-1-1,1 0 0,0 1 0,0-1 0,0 0 0,0 0 0,-1 0 0,1 0 0,1 0-35,66 0 308,-65-1-289,1 1-21,0 0 1,0-1 0,0 0-1,0 0 1,-1 0 0,1 0 0,0-1-1,0 0 1,-1 0 0,1 0-1,-1-1 1,0 0 0,1 1-1,-1-2 1,0 1 0,-1 0 0,1-1-1,-1 1 1,1-1 0,-1 0-1,0 0 1,-1-1 0,3-2 1,-1-4 13,0 0-1,-1 0 1,0 0 0,0 0 0,-1-1 0,-1 1-1,0-1 1,0 1 0,-2-8-13,1-14 867,0 32-606,0 1-178,1 4-70,9 76 431,-3 25-444,-3-30 795,11 55-795,-11-116 23,0-1 0,0 0 0,1-1 0,0 1 0,1-1 0,7 10-23,12 26-4401,-19-35-998,-5 1-4996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19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0 747 6209,'0'0'1285,"0"0"-243,0 0 327,0 0-302,0 0-322,0 0 134,8-1 37,136-23 2467,-2-8 0,82-30-3383,141-32 1135,-200 64-1085,1 9 1,1 6 0,4 8-51,-78 1 8,0-4 0,0-4 0,35-13-8,268-80 40,-233 60-31,208-53-1,83 1-8,-389 77 343,-56 18-188,0 0 0,0 1 1,1 0-1,-1 0 0,1 1 0,0 1 1,8-2-156,-30-3-6536,-1 6-1474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2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3809,'0'0'6412,"0"0"-3705,0 0-678,0 0-812,0 0-449,0 0-192,26-24 113,80-73 91,-101 92-678,0 0 0,0 1 0,1 0 1,0 0-1,0 1 0,0-1 0,0 1 0,4-1-102,-7 3 47,0 1-1,0-1 0,0 1 1,0 0-1,0 0 0,0 0 0,0 0 1,0 1-1,0-1 0,3 1-46,10 2 100,-9-2-84,-1 1 0,0 0 1,0 0-1,1 1 0,-1 0 0,-1 0 0,1 0 1,0 1-1,-1-1 0,0 1 0,0 1 0,0-1 1,0 1-1,-1 0 0,1 0 0,2 5-16,12 16 108,0 2-1,12 25-107,-21-34 65,23 44 208,20 35 380,-46-87-607,0-1 0,0 0 0,1 0 0,0-1 0,1 0 0,0 0 0,5 2-46,-13-10-22,1 0 0,-1 0 0,0 1-1,1-1 1,0 0 0,-1-1 0,1 1 0,-1 0 0,1 0 0,0-1-1,0 1 1,-1-1 0,1 0 0,0 1 0,0-1 0,0 0-1,0 0 1,-1 0 0,1 0 0,0 0 0,0-1 0,0 1 0,-1 0-1,1-1 1,0 0 0,0 0 22,0 0-319,0-1 0,0 1 0,0-1 0,-1 0 0,1 1 0,-1-1 0,1 0 0,-1 0 1,0-1-1,1 1 0,-1 0 0,0 0 0,-1 0 0,1-1 0,0 1 0,-1 0 0,1-1 0,-1 1 0,0-1 319,4-29-7788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21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1 12347,'0'0'1632,"0"0"8,0 0-831,0 0 487,-142 229-56,82-143 368,-2 0-439,-1-14-249,6-10-480,21-14-272,13-18-112,20-22-56,13-8-464,33-14-1361,6-19-3976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21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15755,'0'0'2777,"0"0"-1969,0 0 680,0 0-143,7 157-153,-7-88-360,0-10-456,3 1-192,3-15-176,4 2-8,7 1-608,-7-4-1640,3-17-4442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19:21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73 7090,'0'0'7148,"0"0"-4680,0 0-566,0 0-571,0 0-596,0 0-385,-17-1-185,-52-5-64,68 6-99,1 0 0,-1 0 1,0 0-1,0 0 0,0-1 0,1 1 0,-1 0 1,0 0-1,0-1 0,1 1 0,-1 0 1,0-1-1,0 1 0,1-1 0,-1 1 0,0-1 1,1 1-1,-1-1 0,1 0 0,-1 1 1,1-1-1,-1 0 0,1 1 0,-1-1 0,1 0 1,0 0-1,-1 1 0,1-1 0,0 0 1,0 0-1,-1 1 0,1-1 0,0 0 0,0 0 1,0 0-1,0 0 0,0 1 0,0-1 0,0 0 1,1 0-3,11-22 175,-9 20-107,1 1-1,-1 0 1,0 0 0,1 0-1,-1 1 1,1-1 0,0 1-1,-1 0 1,1 0 0,0 0-1,0 0 1,0 1 0,0 0-1,-1-1 1,1 2 0,0-1-1,0 0 1,0 1 0,3 0-68,-6 0 4,-1 0 0,1 0 1,0 0-1,-1 0 1,1 0-1,-1 0 0,1 0 1,-1 0-1,1 0 1,-1 0-1,0 1 1,1-1-1,-1 0 0,0 0 1,0 0-1,0 0 1,0 1-1,0-1 1,0 0-1,0 0 0,-1 0 1,1 1-5,-7 26 179,3-26-138,1 1 1,-1-1-1,0-1 1,1 1-1,-1 0 0,0-1 1,0 0-1,0 0 1,0 0-1,-1 0 1,1-1-1,0 0 1,0 1-1,0-2 1,0 1-1,-3-1-41,1 1 258,6 0-238,-1-1-1,1 1 1,-1-1-1,1 0 1,0 1-1,-1-1 1,1 0-1,0 1 0,-1-1 1,1 0-1,0 0 1,0 1-1,0-1 1,0 0-1,0 0 1,-1 1-1,2-1 1,-1 0-1,0 0 1,0 1-1,0-1 1,0 0-1,0 0 1,0 1-1,1-1 1,-1 0-1,0 1 1,1-1-1,-1 0 1,0 1-1,1-1 1,-1 0-1,1 1 1,-1-1-1,1 1 1,0-1-1,-1 1 1,1-1-1,-1 1 0,1 0 1,0-1-20,7-3-533,1 1-1,0 0 1,0 0-1,0 1 1,0 0-1,1 1 1,-1 0 533,12 0-6115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2:51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1296,'0'0'11660,"0"0"-7206,0 0-1713,0 0-993,0 0-849,0 0-513,4 0-121,52-2 279,-25 0-1015,1 2 0,-1 1 0,13 3 471,-42-4-292,0 1 0,-1 0 1,1 0-1,-1 0 1,1 0-1,-1 0 1,1 0-1,-1 0 1,1 0-1,-1 1 1,0-1-1,0 1 1,0-1-1,0 1 1,0-1-1,0 1 1,0-1-1,-1 1 1,1 0-1,0 0 1,-1-1-1,1 1 1,-1 0-1,0 0 1,0-1-1,1 1 1,-1 0-1,0 0 1,-1 0-1,1 0 1,0 0 291,0 21-6373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2:51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6313,'0'0'6626,"0"0"-4218,0 0 449,0 0-1209,0 0-600,0 0-175,0 0-257,169-42-336,-133 36-184,4 0-88,3-6-8,0 3-56,17 3-1144,-11 6-2721,-12 0-3113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3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9882,'0'0'1986,"0"0"229,0 0-1,0 0-178,0 0 75,2 0 1144,7 13-3093,9 42 336,-2 1 0,-3 0-1,-2 1 1,3 55-498,-9-75 163,10 96 261,-8-59-246,3-1 0,3 0 1,16 49-179,-26-115-1196,0-8 356,0-19-364,-3-36-3435,-6 15-869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3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4 280 11346,'-4'4'2449,"29"-35"3056,65-98-4323,-80 116-892,1 0 0,0 0 0,1 1 0,0 1 0,1 0 0,0 1 1,8-4-291,-15 10 91,1 0 0,0 1 1,1 0-1,-1 0 0,1 1 0,-1 0 1,1 0-1,-1 1 0,1-1 1,0 2-1,0-1 0,0 1 1,1 1-92,-2 0-1,-1 0 0,0 1 0,0 0 0,0 0 0,0 0 0,-1 1 0,1 0 0,-1 0 0,1 0 0,-1 1 0,0 0 0,0 0 0,-1 0 0,1 0 0,-1 1 0,0 0 1,0 0-1,0 0 0,0 1 1,11 18-23,-1 0 1,-1 1 0,6 17 22,-18-41-1,6 14 23,0 1-1,0 1 1,-2-1-1,0 1 1,-1 0-1,-1 0 1,0 0-1,-1 0 0,-1 0 1,-1 1-1,0-1 1,-2 11-22,0-22 32,0 0 1,-1 0-1,0 0 1,0-1-1,0 1 1,0-1-1,-1 0 1,0 0-1,0 0 1,0-1-1,0 0 1,-1 1-1,0-1 1,0-1-1,0 1 1,0-1-1,-1 0 1,-3 2-33,-2 0 26,1 0 0,-1 0 0,0-1 1,0-1-1,0 0 0,0 0 1,0-1-1,-1-1 0,-6 0-26,-12 1-136,12-1 209,0-1 1,0 0-1,0-1 1,0-1-74,15 2-101,0-1 1,0 1-1,0-1 0,0 0 1,0 0-1,0 0 0,0 0 1,1 0-1,-1 0 0,0-1 1,1 1-1,-1-1 0,1 0 1,-1 0-1,1 0 1,0 0-1,0 0 0,0 0 1,0-1-1,0 1 0,1-1 1,-1 1-1,1-1 0,-2-3 101,3 6-269,-1-8-2019,8 4-3330,12 4-4297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33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11843,'0'0'2619,"0"0"-601,0 0-435,3 30-181,23 205 1348,-20-138-1604,-4-39-869,3 1 0,2-1-1,3 0 1,14 41-277,-106-262-16894,64 123 12745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34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1 397 4297,'0'0'2504,"0"-26"77,-1 12-2246,5-89 1691,-2 90-1659,0-1 0,1 1 1,0-1-1,1 1 1,1 0-1,0 0 0,1 1 1,1-4-368,1 4 411,0-1-1,1 2 1,0-1 0,1 1-1,0 1 1,1 0 0,0 0 0,7-4-411,-13 10 111,0 1 0,0 0 0,0 0 0,0 0 0,0 1 0,1-1 0,-1 1 0,1 1 0,-1-1 0,1 1 0,0 0 0,0 0 0,0 0 0,-1 1 1,1 0-1,0 0 0,0 1 0,0 0 0,0 0 0,-1 0 0,1 0 0,4 3-111,-6-2 30,0 1 0,0 0 0,0 0 0,0 1 0,-1-1 0,0 1 0,1 0 0,-1 0 0,0 0 0,-1 0 0,1 0 0,-1 1 0,0-1 0,0 1 0,0-1 0,-1 1 0,1 0 0,-1 0 0,0 0 0,-1 0 0,1 0 0,-1 1-30,2 19 412,0 1 0,-2 0-1,-2 15-411,0-31 65,0 0 0,0 0 1,-1-1-1,0 1 0,-1-1 0,0 0 0,-1 0 0,0 0 1,0-1-1,0 0 0,-1 1 0,-1-2 0,1 1 0,-6 4-65,3-4 54,0 1 0,0-1 0,-1 0 0,0-1-1,-1 0 1,1-1 0,-1 0 0,-1 0 0,1-1 0,-1-1-1,-6 2-53,-39-4-374,57-2 334,0 0 0,0 0 0,-1 0 0,1 0 1,0 0-1,-1 0 0,1 0 0,0 0 0,0 0 1,-1-1-1,1 1 0,0 0 0,-1 0 0,1 0 1,0 0-1,0 0 0,-1 0 0,1-1 0,0 1 1,0 0-1,-1 0 0,1 0 0,0-1 0,0 1 0,0 0 1,0 0-1,-1-1 0,1 1 0,0 0 0,0 0 1,0-1-1,0 1 0,0 0 0,0 0 0,0-1 1,-1 1-1,1 0 0,0-1 0,0 1 0,0 0 1,0-1-1,0 1 0,1 0 0,-1 0 0,0-1 1,0 1-1,0 0 0,0-1 0,0 1 0,0 0 0,0 0 1,0-1-1,1 1 0,-1 0 40,11-17-3067,10 0-2549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34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9314,'0'0'2132,"0"0"506,-1 30 174,3 102-937,-1-124-1782,0 0 1,0 0-1,1 0 1,0 0-1,0 0 1,1-1-1,0 1 1,0-1-1,1 1 1,0-1-1,0-1 1,1 1-1,0 0 1,0-1-1,0 0 1,1 0 0,0-1-1,0 0 1,0 0-1,1 0 1,0-1-1,0 1 1,0-2-1,4 2-93,4 3 72,1-1 0,0-1 0,1-1 0,-1 0 0,1-1 0,0-1 0,0-1 0,0 0 0,0-1 0,0-1 0,1-1 0,-1 0 0,4-1-72,-17 1 9,1 0-1,-1 0 0,1 0 0,-1 0 1,0-1-1,1 1 0,-1-1 1,0 0-1,0-1 0,0 1 0,0-1 1,0 1-1,-1-1 0,1 0 0,-1-1 1,0 1-1,0 0 0,0-1 1,0 0-1,-1 0 0,1 0 0,-1 0 1,0 0-1,0 0 0,-1-1 0,1 1 1,-1 0-1,0-1 0,1-4-8,-2 3 42,1 0 1,-1 0-1,1-1 0,-2 1 0,1 0 0,-1 0 0,0 0 0,0 0 0,-1-1 0,1 1 1,-1 1-1,-1-1 0,1 0 0,-1 1 0,0-1 0,0 1 0,-1 0 0,0 0 0,1 0 1,-2 0-1,-3-4-42,-3 1 116,0-1 0,-1 1 0,1 1 0,-2 0 0,1 1 0,-1 0 0,0 1 0,0 1 0,0 0 0,0 0 0,-6 1-116,-21-3 158,0 3 1,-1 1 0,-9 2-159,50 0-61,-1 0-1,1 0 1,-1 0 0,1 0-1,0 0 1,-1 0 0,1 0-1,-1 0 1,1 0 0,-1 0-1,1 0 1,0 0 0,-1 0-1,1 0 1,-1 0 0,1 1-1,0-1 1,-1 0 0,1 0-1,0 0 1,-1 1 0,1-1-1,0 0 1,-1 1 0,1-1-1,0 0 1,0 0 0,-1 1-1,1-1 1,0 1-1,0-1 1,0 0 0,-1 1-1,1-1 1,0 0 0,0 1-1,0-1 1,0 1 0,0-1-1,0 0 1,0 1 0,0-1-1,0 1 1,0-1 0,0 1-1,0-1 1,0 0 0,0 1-1,0-1 1,0 1 0,0-1-1,1 0 1,-1 1 0,0-1-1,0 1 62,0-1-84,3 12-5051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34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13155,'0'0'2560,"0"0"1593,0 0-1712,53 167-1337,-36-123-520,3 4-368,-4-15-16,1-1-192,-1-11-8,4-21-560,-7 0-1336,4 0-4178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35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11923,'0'0'1895,"0"0"-136,0 0-454,0 0-787,0 0-360,0 0-88,10 28 19,35 94 32,-35-99 46,1-1 0,2-1-1,0 0 1,6 6-167,-10-14 256,1 1-1,-2 0 1,0 0 0,3 10-256,-6-14 168,-1 0 0,0 0 0,-1 1-1,0-1 1,-1 1 0,0-1 0,0 1 0,-1 0 0,-1 0-1,0 0 1,0-1 0,-1 1 0,-1 2-168,1-11 26,0 1 1,0-1-1,-1 0 0,1 0 1,0 0-1,-1 0 0,1 0 1,-1 0-1,0 0 1,0-1-1,0 1 0,0-1 1,0 1-1,0-1 0,0 0 1,0 0-1,-1 0 0,1 0 1,0 0-1,-1 0 1,1 0-1,0-1 0,-1 1 1,1-1-1,-2 0-26,-71 3 553,58-3-518,-20 0-350,14 0-5757,16 0-1640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35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11987,'0'0'2659,"0"0"-121,0 0-823,0 0-902,-17 26-246,8-11-463,-3 1 18,2 1 0,0 0 0,1 0 0,1 1 0,0 0 0,1 1 0,1-1 0,1 1 0,1 0 0,0 1 0,1 2-122,-7 204 2555,11 35-2555,-1-240 11,1 0 0,1 0 1,0-1-1,2 1 0,1 0 0,0-1 1,2 0-1,0 0 0,1-1 0,1 0 1,1 0-1,0-1 0,2 0 1,0-1-1,1 0 0,0-1 0,2-1 1,7 7-12,-14-15-207,1-1 1,-1 0 0,1 0 0,0-1-1,0 0 1,1-1 0,-1 0 0,1 0 0,3 0 206,55 10-5033,-21-11-2447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36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69 10282,'0'0'1445,"0"0"-167,0 0-457,30-9-479,16-5-247,94-27 272,-108 37 890,-51 4 1827,2 2-2969,-1 0 1,1 1-1,0 1 1,0 1-1,0 0 1,0 1-1,1 1 1,0 1-1,0 0 0,1 1 1,0 0-1,1 1 1,0 1-1,0 1 1,1 0-1,1 0 1,0 1-116,11-11 29,-1 0 0,1-1 0,0 1-1,-1 0 1,1 0 0,0 0 0,0 0 0,1 0 0,-1 0 0,0 0 0,1 0 0,-1 0 0,1 0-1,-1 2-28,2-3 10,-1 0-1,0 0 1,0 0-1,0 0 1,1 0-1,-1-1 1,0 1-1,1 0 1,-1 0-1,1 0 1,-1-1-1,1 1 1,0 0-1,-1-1 1,1 1-1,-1 0 1,1-1-1,0 1 1,0-1-1,-1 1 1,1-1-1,0 1 1,0-1-1,0 0-9,7 3 35,0-1 0,0 0 0,0-1 0,0 1 0,0-2 0,9 1-35,16 2 146,-12 1-142,0 1 0,0 1 1,-1 1-1,0 1 0,0 0 0,11 8-4,-25-13 2,-1 0-1,1 1 0,-1-1 1,0 1-1,0 0 1,0 1-1,0-1 0,-1 1 1,0 0-1,0 0 1,0 1-1,0-1 0,-1 1 1,0-1-1,0 1 1,-1 0-1,1 0 0,-1 0 1,-1 1-1,1-1 1,-1 0-1,0 1 0,0 3-1,-1-4 80,1 0 0,-1-1 0,0 1 0,-1-1 0,0 1 0,1 0 0,-2-1 0,1 1 0,-1-1 0,1 0 0,-2 1 0,1-1 0,0 0 0,-1 0 0,0-1 0,0 1 0,-1 0 0,1-1 0,-1 0 0,0 0 0,0 0 0,0 0 0,-1-1 0,1 1 0,-1-1 0,0 0 0,0-1 0,0 1 0,0-1 0,0 0 0,-6 1-80,-5 2 39,-1-1 0,0 0 0,1-1 1,-1-1-1,0-1 0,0 0 0,0-2 1,0 0-1,-10-1-39,26 2-21,1-1 0,-1 1 0,0 0 0,0 0 0,1 0 0,-1 0 0,0-1 0,0 1 0,0 0 0,1-1 0,-1 1 0,0-1 0,1 1 0,-1-1 0,0 1 0,1-1 0,-1 1 0,1-1 0,-1 0 0,1 1 0,-1-1 0,1 0 0,-1 1 0,1-1 0,0 0 0,-1 0 0,1 1 0,0-2 21,1-26-3151,4 3-2087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36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14715,'0'0'2289,"0"0"1808,0 0-2737,0 0-608,-30 173-456,27-141-200,0-11-88,-1-3-8,4-3-704,0-15-968,0 0-649,0 0-2112,10-15-6705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37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10338,'0'0'2255,"0"0"43,0 0-737,0 0-596,0 0-337,-29 4-37,-86 15-136,111-18-403,0 1 0,0 0 1,0 0-1,0 0 1,0 0-1,1 1 0,-1-1 1,1 1-1,0 0 0,-1 0 1,1 0-1,1 0 0,-1 1 1,0-1-1,1 1 1,0 0-1,0 0 0,0 0 1,0 0-1,0 0 0,1 0 1,0 0-1,0 0 1,0 0-1,1 1 0,-1-1 1,1 0-1,0 4-52,-1-2 77,0 2-14,0 0-1,1 0 1,0 0 0,0 0 0,0 0 0,1 0 0,0-1 0,1 1 0,0 0-1,0 0 1,1-1 0,0 2-63,-1-5 4,1 0-1,0 0 1,-1 0-1,1 0 1,0-1-1,1 1 1,-1-1 0,1 0-1,-1 0 1,1 0-1,0 0 1,0 0-1,1-1 1,-1 0-1,0 0 1,1 0 0,-1-1-1,1 1 1,0-1-1,1 0-3,18 3-257,-1-2-1,0-1 0,1-1 1,13-1 257,-32 0-161,-2 1 91,0 0 0,0-1 0,0 0-1,0 0 1,0 0 0,0 0 0,0 0-1,0 0 1,0-1 0,-1 0 0,1 1-1,-1-1 1,1 0 0,-1 0 0,0 0-1,1-1 1,-1 1 0,0 0 0,-1-1-1,1 0 1,0 1 0,-1-1 0,1 0-1,-1 0 1,0 0 0,0 1 0,0-1-1,0 0 1,-1-1 0,1 1 0,-1 0-1,0 0 1,0-3 70,1-2 401,0-1 1,-1 0-1,-1 0 1,0 0-1,0 1 0,0-1 1,-1 0-1,0 1 0,-1-1 1,0 1-1,0 0 0,-1-1-401,3 8 532,1 7-364,3 75 205,3 0 0,3-1 0,4 0-1,12 36-372,-24-112-157,0-1 102,0 1 0,0-1 0,0 1-1,0-1 1,0 0 0,1 0 0,-1 0 0,1 0 0,1 2 55,-2-4-299,0-1 0,0 1 0,-1 0-1,1 0 1,0 0 0,0-1 0,1 1 0,-1-1 0,0 1-1,0-1 1,0 1 0,0-1 0,0 1 0,0-1 0,1 0-1,-1 0 1,0 0 0,0 0 0,1 0 299,11 0-6121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37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11771,'0'0'2048,"0"0"1057,0 0-1049,133 193-784,-104-106-103,-12 5 23,-10 0-224,-7-6-312,0-5-104,0-10-360,-10-11-48,-7-13-144,1-2 0,-4-3-64,-17 5-664,4-2-1112,0-12-4474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42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3937,'0'0'1811,"0"0"28,0 0 172,0 0-501,0 0-194,0 0 200,0 6 303,3 74 3997,-3-79-5686,0-1-52,0 0-2,0 0 51,0 0 106,27-33 666,-11 25-695,-17 18-45,-21 20 62,21-29-213,0 1-1,0-1 0,-1 0 0,1 0 0,0-1 0,-1 1 0,1 0 0,0 0 1,-1 0-1,1-1 0,-1 1 0,1-1 0,-1 1 0,1-1 0,-1 0 1,0 0-1,1 0 0,-1 1 0,1-1 0,-1-1 0,0 1 0,1 0-7,0 0-1,0-1 0,0 0-1,0 1 1,1-1 0,-1 0-1,0 1 1,1-1-1,-1 0 1,0 0 0,1 0-1,-1 1 1,1-1 0,-1 0-1,1 0 1,0 0-1,-1 0 1,1 0 0,0 0-1,0 0 1,-1 0 0,1 0-1,0 0 1,0 0 0,0-1 1,0-1-8,0 0 1,0 0-1,1 0 1,-1 0-1,1 0 1,-1 0-1,1 0 1,0 0 0,0 0-1,0 0 1,1 1-1,-1-1 1,1 0-1,-1 1 1,1-1 0,0 1-1,0-1 1,0 1-1,0 0 1,1 0-1,0-1 8,1 1 1,0 0 0,0 0 0,0 0 0,1 1 0,-1 0 0,0 0 0,0 0 0,1 0 0,-1 1 1,1-1-1,-1 1 0,0 0 0,5 1-1,-7 0-2,0-1 1,-1 0 0,1 1 0,-1 0 0,1-1 0,0 1 0,-1 0 0,1 0 0,-1 0 0,0 0 0,1 0 0,-1 0-1,0 1 1,1-1 0,-1 0 0,0 1 0,0-1 0,0 0 0,0 1 0,-1 0 0,1-1 0,0 1 0,-1-1-1,1 1 1,-1 0 0,1-1 0,-1 1 0,0 0 0,1 0 0,-1-1 0,0 1 0,0 0 0,-1 1 1,2 0 10,-1 0 1,0 1-1,0-1 1,-1 0 0,1 1-1,0-1 1,-1 1-1,0-1 1,0 0-1,0 0 1,0 0-1,-1 0 1,1 0 0,-1 0-1,0 0 1,0 0-1,0 0 1,0-1-1,0 1 1,-1-1 0,1 1-1,-1-1 1,1 0-1,-1 0 1,0 0-1,0-1 1,0 1 0,0 0-1,0-1 1,0 0-1,-1 0 1,1 0-1,0 0 1,0-1-1,-1 1 1,1-1 0,-1 0-1,1 0-10,1 0 2,1-1 0,0 0-1,0 1 1,0-1 0,0 0 0,0 0-1,0 0 1,0 0 0,0 0-1,0 0 1,1 0 0,-1 0 0,0 0-1,0-1 1,1 1 0,-1 0 0,1 0-1,0-1 1,-1 1 0,1 0-1,0-1 1,-1 1 0,1 0 0,0-1-1,0 1 1,0 0 0,0-1 0,1 1-1,-1 0 1,0-1-2,0 0-4,0 1 0,0-1 0,0 1 0,0-1 0,0 0-1,0 1 1,1-1 0,-1 1 0,0-1 0,1 1 0,-1-1 0,1 1 0,0 0 0,-1-1 0,1 1 0,0 0 0,0-1-1,0 1 1,0 0 0,0 0 0,0 0 0,0 0 0,0 0 0,1 0 0,-1 0 0,0 0 0,0 0 0,1 0-1,0 0 5,-1 1 4,-1 0 0,1 0-1,-1 0 1,1 0 0,-1 0-1,1 0 1,-1 0-1,1 0 1,-1 0 0,1 0-1,0 0 1,-1 1 0,1-1-1,-1 0 1,1 0 0,-1 0-1,1 1 1,-1-1-1,1 0 1,-1 0 0,0 1-1,1-1 1,-1 1 0,1-1-1,-1 0 1,0 1-1,1-1 1,-1 1 0,0-1-1,1 1 1,-1-1 0,0 1-1,0-1 1,0 1-1,1-1 1,-1 1 0,0-1-1,0 1 1,0-1 0,0 1-1,0-1 1,0 1 0,0 0-1,0-1 1,0 1-1,0-1 1,0 1 0,0-1-1,-1 1 1,1-1 0,0 1-1,0-1 1,-1 1-1,1-1 1,0 1 0,-1-1-4,1 2 16,-1 0 0,0 0 0,0 0 0,0 0 0,0 0 1,0 0-1,0 0 0,-1 0 0,1-1 0,-1 1 0,1 0 1,-1-1-1,1 1 0,-2 0-16,-19 4-57,21-6-70,0 0 0,0 1 0,1-1 0,-1 0 0,0 0 0,0 0 0,1 0 1,-1 0-1,0 0 0,0-1 0,1 1 0,-1 0 0,0 0 0,0 0 1,1-1-1,-1 1 0,0 0 0,1-1 0,-1 1 0,0-1 0,1 1 0,-1-1 1,1 1-1,-1-1 0,1 1 0,-1-1 0,1 1 0,-1-1 0,1 0 0,0 1 127,-4-16-5321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4:43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0 5777,'0'0'2001,"0"0"58,0 0-403,0 0-805,0 0-543,0 0 75,-46 0 4838,39 0-5213,1 1 0,-1 0 1,0 0-1,1 0 0,-1 1 0,1-1 1,-1 2-1,1-1 0,0 1 0,0 0 1,0 0-1,0 0 0,1 1 0,-1 0 1,1 0-1,0 1 0,0-1 0,1 1 1,-1 0-1,1 1 0,0-1 0,-2 4-8,6-8-1,-1 0 0,0 0-1,1 1 1,-1-1-1,1 0 1,0 0 0,-1 1-1,1-1 1,0 0 0,0 1-1,0-1 1,0 1 0,0-1-1,0 0 1,0 1 0,0-1-1,0 0 1,1 1-1,-1-1 1,1 0 0,-1 1-1,1-1 1,-1 0 0,1 0-1,0 0 1,0 0 0,-1 1-1,1-1 1,0 0 0,0 0-1,0 0 1,0-1-1,0 1 1,0 0 0,0 0-1,1 0 1,-1-1 0,0 1-1,0-1 1,1 1 1,11 6 108,0 0 1,0-1-1,1 0 1,0-1-109,8 3-78,23 11 150,-33-15-74,-1 0 0,0 0 0,0 1 0,0 1 0,0 0 0,-1 0 0,0 1 0,-1 0 0,1 1 0,-1 0 0,-1 0 0,1 1 0,-1 0 0,5 8 2,-2 2 14,-1 0 1,-1 1-1,0 0 1,-1 2-15,-5-14 25,0 0 0,-1 0 0,0 0 0,-1 0 0,0 0-1,0 0 1,-1 0 0,0 0 0,0 0 0,-1 0 0,0 0 0,-2 8-25,2-12 4,-1 0 0,0 0 1,0 0-1,-1 0 0,1 0 0,-1 0 0,0 0 1,0-1-1,0 1 0,0-1 0,0 0 0,-1 0 0,0 0 1,1-1-1,-1 1 0,0-1 0,-2 1-4,-11 5 48,-1-1 0,0-1 0,-16 3-48,18-5-533,0 1 0,0 1 0,-10 5 533,9-2-2175,0-3-1724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5:12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8906,'0'0'4221,"0"0"-1395,0 0-568,0 0-913,0 0-541,32-5-256,3-2-403,46-8 1073,65-2-1218,42 14 966,-188 3-953,1 0 0,0 1 0,0 0 0,-1-1 0,1 1 0,0-1 0,-1 1 0,1 0 0,-1 0 0,1-1 0,-1 1 0,1 0 0,-1 0 0,1 0 0,-1-1 0,0 1 0,1 0 0,-1 0 0,0 0 0,0 0 0,0 0 0,0 0 0,0 0-1,0 0-11,4 31 39,-4-27-4,11 223 154,-12-184-166,-1 0 0,-2-1 1,-3 1-1,-3 7-24,-7 16 94,3-12 333,-8 56-427,22-107-93,0-3 0,0 0 1,0 0-1,0-1 0,0 1 1,0 0-1,0 0 1,0 0-1,0-1 1,0 1-1,0 0 0,0 0 1,-1 0-1,1-1 1,0 1-1,-1 0 1,1 0-1,0-1 0,-1 1 1,1 0-1,-1-1 1,1 1-1,-1 0 0,0-1 1,1 1-1,-1-1 1,0 1-1,1-1 1,-1 1-1,0-1 0,1 0 1,-1 1-1,0-1 1,0 0-1,1 1 1,-1-1-1,0 0 0,0 0 1,0 0 92,-2-31-5160,3 26 3728,0-18-5837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5:12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5841,'0'0'6578,"0"0"-4130,0 0 529,0 0-1417,0 0-984,0 0-296,198 0 112,-125 0 73,-4 0 63,-2 0-112,-11 0-152,-13 0-232,-17-6-32,-12 6-1056,-14 0-2025,0 0-5369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3:07.36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42 4585,'0'0'974,"0"0"3,0 0 75,0 0-406,0 0-305,0 0-103,0 17-5,1 48 304,3-51 171,2-17-309,2-13 72,-4 1-6,-1 0 1,0 0-1,-1 0 1,-1 0-1,0 0 1,-1-13-466,-2 28-31,1 0-1,0-1 1,0 1 0,0 0 0,0 0 0,-1 0 0,1 1 0,0-1 0,0 0 0,0 0 0,0 0-1,0 1 1,0-1 0,-1 1 0,1-1 0,0 1 0,0-1 0,0 1 0,0 0 0,0-1 0,1 1-1,-1 0 1,0 0 0,0 0 0,0 0 0,1-1 0,-1 1 0,0 0 31,1 12-2108,0-9-359,0 2-4753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3:08.75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333 1 5705,'0'0'1677,"0"0"-145,0 0 312,-20 29-411,-59 98-172,75-121-1146,1 0 1,0 1-1,0-1 0,1 1 1,0 0-1,0-1 0,1 1 0,-1 0 1,1 0-1,1 0 0,0 1 0,0-1 1,0 0-1,1 0 0,0 0 0,0 0 1,0 0-1,2 2-115,-3-7 30,2 4 33,0 1 0,1-1 1,-1 0-1,1 0 0,0 0 1,0 0-1,1 0 0,0-1 1,0 0-1,0 1 0,1-1 1,0-1-1,0 1 0,0-1 1,0 0-1,1 0 0,-1-1 1,1 1-1,0-1 1,0 0-1,0-1 0,6 2-63,4 1 75,0-1 1,0-1-1,1 0 0,-1-2 0,1 0 0,-1 0 1,1-2-1,12-1-75,-25 2 8,0-1 0,0 0 0,-1 1 0,1-2 0,0 1 0,-1 0 0,1-1 0,-1 1 0,1-1 0,-1 0 0,0 0 0,0 0 0,0-1 0,0 1 0,0-1 0,0 1 0,-1-1 0,1 0 0,-1 0 0,0 0 0,0-1 0,0 1 0,0 0 0,-1-1 0,1 0 0,-1 1 0,0-1 0,0 0 0,0 1 0,0-5-9,0 3 7,-1 0 0,0 0-1,0 0 1,0 0-1,0 0 1,-1 0-1,0 0 1,0 0-1,-1 0 1,1 0-1,-1 1 1,0-1-1,0 0 1,0 1-1,-1 0 1,0-1-1,1 1 1,-2 0-1,1 0 1,0 1-1,-1-1 1,0 1 0,-1-1-7,-1 0 12,1 0 0,-1 0 0,0 1 0,-1 0 0,1 0 0,0 1 0,-1 0 0,1 0 0,-1 1 0,0-1 0,0 1 0,-3 0-11,7 1 12,0 0 0,0 0 0,0 1 0,1-1 0,-1 0 0,0 1 1,0 0-1,1 0 0,-1 0 0,0 0 0,1 0 0,-1 0 0,1 0 0,-1 1 1,1 0-1,0-1 0,0 1 0,0 0 0,0 0 0,0 0 0,0 0 0,0 0 0,0 1 1,1-1-1,-1 0 0,1 1 0,0-1 0,0 1 0,0 0 0,0 0-12,-3 9 12,1 0 0,0 0 0,1 0 0,0 0 0,1 1 0,1-1 0,0 0 0,0 1 0,2-1 0,-1 0 0,1 0 0,1 1 0,0-1 0,2 3-12,-3-10 20,1 1 1,-1 0-1,1 0 1,0-1-1,1 0 0,-1 1 1,1-1-1,0-1 0,1 1 1,-1 0-1,1-1 0,0 0 1,0 0-1,0-1 0,0 1 1,1-1-1,-1 0 0,1-1 1,0 1-1,0-1 0,0 0 1,0 0-1,0-1 0,0 0 1,1 0-1,-1-1 0,0 1 1,3-1-21,-1-1 43,1 0 0,-1 0 0,0-1 0,1 0 0,-1-1 0,0 1 0,0-2 0,-1 1 0,1-1 0,-1 0 0,1 0 0,-1-1 1,0 0-1,-1-1 0,0 1 0,1-1 0,-2 0 0,1-1 0,1-2-43,-3 4 8,1-1 0,-1 0 0,-1 0 0,1 0-1,-1-1 1,0 1 0,0-1 0,-1 1 0,0-1 0,0 0 0,-1 0 0,1 0 0,-2-1 0,1 1 0,-1 0 0,0 0-1,0 0 1,-1 0 0,0 0 0,0 0 0,-1 0 0,0 0 0,-1-2-8,1 5 1,-1-1 0,1 1-1,-1 0 1,0 0 0,0 1 0,-1-1 0,1 1-1,-1-1 1,0 1 0,1 0 0,-2 0-1,1 1 1,0-1 0,0 1 0,-1 0 0,1 0-1,-1 1 1,-2-1-1,-2-1 0,0 0-1,0 1 1,-1 1 0,1 0-1,-1 0 1,1 0-1,-1 1 1,1 1 0,-3 0 0,9 0-2,0-1 1,-1 1 0,1 0 0,0 0 0,0 1-1,0-1 1,0 0 0,0 1 0,0 0 0,1 0-1,-1 0 1,1 0 0,-1 0 0,1 0 0,-1 1-1,1-1 1,0 1 0,0-1 0,0 1 1,-1 3-4,0 0 0,0 1 0,0-1 0,1 0 0,0 1 0,0-1 0,1 1 0,0 0 0,-1 4 4,1-2-2,1 0 0,-1 0-1,2-1 1,-1 1 0,1 0-1,0 0 1,1-1 0,0 1-1,0-1 1,1 1 0,0-1-1,1 0 1,0 0 0,0-1-1,1 3 3,2-4 0,0 1 0,0-1 0,1-1 0,0 1 0,0-1 0,0-1-1,0 0 1,1 0 0,0 0 0,-1-1 0,1 0 0,1-1 0,-1 0 0,0 0-1,1-1 1,-1 0 0,0-1 0,1 0 0,-1-1 0,1 0 0,8-1 0,-10 0 4,1 0 0,-1 0 0,0 0 1,1-1-1,-1-1 0,0 1 0,-1-1 1,1-1-1,-1 1 0,0-1 0,3-2-4,-6 3 5,0 0 0,0 0 0,0-1 0,0 1 0,0-1 0,-1 0 0,0 0 0,0 0 0,-1-1 0,1 1 0,-1-1 0,0 1 0,0-1 0,-1 0 0,0 1 0,1-7-5,-2 6 5,0 1-1,-1-1 0,1 0 1,-1 1-1,-1-1 0,1 0 1,-1 1-1,0-1 0,0 1 1,0 0-1,-1 0 1,1 0-1,-1 0 0,-1 0 1,1 0-1,-1 1 0,0 0 1,0 0-1,0 0 0,0 0 1,-1 0-1,1 1 0,-1 0 1,0 0-1,0 0 0,-5-2-4,-7-3-2,0 1-1,-1 0 0,1 1 0,-1 1 0,0 0 0,-1 2 1,-17-2 2,28 4-3,1 0 1,-1 0 0,0 1-1,1 0 1,-1 1 0,0 0-1,1 0 1,-1 0 0,1 1-1,0 0 1,-1 0 0,1 1-1,0 0 1,0 0 0,0 1-1,1 0 1,0 0 0,-1 0-1,1 1 1,0 0 0,1 0-1,0 1 1,0 0 0,0 0-1,0 0 1,1 0 0,0 0-1,0 1 1,1 0 0,-1 0-1,2 0 1,-3 7 2,-3 9-5,2-1 0,0 2 1,2-1-1,0 0 0,2 1 0,0 0 1,2 5 4,0-26-3,0 0 1,-1 0-1,2-1 1,-1 1-1,0 0 1,0 0-1,1 0 1,0 0-1,0-1 1,-1 1-1,1 0 1,1-1 0,-1 1-1,0-1 1,1 1-1,-1-1 1,1 0-1,0 1 1,0-1-1,0 0 1,0 0-1,0 0 1,0-1-1,0 1 1,1 0-1,-1-1 1,1 1 0,-1-1-1,1 0 1,0 0-1,-1 0 1,1 0-1,0-1 1,0 1-1,-1-1 1,1 1-1,0-1 1,0 0-1,0 0 1,0 0-1,0-1 1,-1 1-1,1-1 1,0 1 0,0-1-1,-1 0 1,3-1 2,-1 0 2,0 0 1,1 0 0,-1 0-1,-1 0 1,1-1-1,0 1 1,-1-1 0,1 0-1,-1-1 1,0 1 0,0 0-1,0-1 1,0 0 0,-1 1-1,1-1 1,-1 0 0,0 0-1,0-1 1,-1 1-1,1 0 1,-1-1 0,0 1-1,0-1 1,-1 1-3,2-4 8,0 0 0,-1 1-1,-1-1 1,1 0 0,-1 0 0,-1 0-1,1 0 1,-1 0 0,-1 1 0,1-1-1,-1 0 1,-1 1 0,1-1 0,-2 1-8,-1-2 0,-1 0 0,0 1 0,0 0 0,-1 0 0,0 0 0,-1 1-1,1 0 1,-1 1 0,-1 0 0,1 0 0,-1 0 0,0 1 0,0 1 0,-1 0 0,1 0 0,-1 0 0,0 1 0,0 1 0,-6-1 0,-25-4-10,-1 2 0,0 2 0,0 2 0,-9 2 10,20-1-11,20-1-1,-26 1 34,35 0-29,1 0 0,0 0 0,-1 0 0,1 0 0,0 0 0,-1 1 0,1-1 0,0 0 0,0 1 0,-1-1 0,1 1 0,0-1 0,0 1 0,0-1 0,0 1 0,0 0 0,0 0 0,0 0 0,0 0 0,-1 0 7,2 0-35,0-1-1,0 0 0,0 1 0,0-1 1,0 0-1,0 1 0,0-1 0,0 1 1,0-1-1,1 0 0,-1 1 0,0-1 1,0 0-1,0 1 0,0-1 0,1 0 1,-1 1-1,0-1 0,0 0 0,1 0 1,-1 1-1,0-1 0,0 0 0,1 0 1,-1 1-1,0-1 0,1 0 0,-1 0 1,0 0-1,1 1 0,-1-1 0,0 0 1,1 0-1,-1 0 0,1 0 0,-1 0 1,0 0-1,1 0 0,-1 0 36,22 4-1260,-18-3 802,43 3-4011,6-3-3529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8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1 4033,'0'0'1823,"0"0"53,0 0 15,0 0-444,0 0-478,1 2 2674,-5 18-3611,-16 12 347,-1-2-1,-1 0 1,-2-1 0,-25 24-379,-3 5 279,17-15-69,19-22 172,-1-2 1,-18 18-383,34-37 80,1 0 42,0 0 20,0 0 92,0 0-32,15-11 546,38-39-591,-3-3-1,-2-2 1,-3-2 0,15-27-157,-153 214 735,-7-4-1,-4-4 1,-10-1-735,77-81 83,36-39-67,1-1 13,0 0 65,0-21-1863,0 9-2070,0 3-2159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9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10962,'0'0'2934,"0"0"-684,0 0-544,10 51-175,29 162 1019,-3 67-2550,-19 80 3875,-18 87-3875,3 126 1315,2-534-1511,-2-36-363,-2-31-151,-6-84-1921,-9 26-2007,-10-17-5029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0 358 576,'0'0'12341,"11"-26"-8064,-7 16-4014,1-5 32,1 1 1,0-1-1,1 1 1,1 1-1,0-1 1,1 1 0,1 1-1,0 0 1,0 0-1,1 1 1,0 0 0,1 1-1,7-5-295,14-5 231,1 1 0,1 2 0,0 1 0,1 2 0,1 2 0,0 1 0,1 2 0,0 1 0,0 2 0,0 2 0,36 1-231,-60 2 14,0 1 0,1 0 0,-1 1 0,0 1 0,0 0 0,0 1 0,0 0 1,-1 1-1,0 1 0,1 0 0,-1 1 0,-1 0 0,1 1 0,-1 0 0,0 1 0,-1 1 0,0 0 1,0 0-1,-1 1 0,-1 0 0,4 5-14,0 2 51,-1 0 0,-1 0 0,0 1 0,-1 1 0,-1 0 0,-1 0 0,-1 1 1,-1-1-1,0 2 0,-1-1 0,-2 0 0,0 1 0,-1 4-51,0-7 102,-2 0 0,0 0 0,-1 0 0,-1 0 0,-1 0 0,0-1 0,-2 1 0,0-1 0,0 0 0,-2 0 0,0 0 0,-1-1 0,-1 0 0,0 0 0,-3 2-102,-9 9 141,-2-1 0,0-1 0,-1-2 0,-2 0 0,-17 12-141,23-21 25,0 0 1,-2-2-1,1 0 0,-1-1 0,-1-1 0,0-1 0,0-2 0,-4 1-25,-14-3-30,22-8-443,18 3 438,1 0 0,0 0 0,0-1 0,-1 1 0,1 0 0,0 0 0,0-1 0,-1 1 0,1 0 0,0 0 0,0-1 0,0 1 0,0 0 0,-1-1 0,1 1 0,0 0 0,0 0 0,0-1 0,0 1 0,0 0 0,0-1 0,0 1 0,0 0 0,0-1 0,0 1 0,0 0 0,0-1 0,0 1 0,0 0 0,0-1 0,0 1 0,0 0 0,0-1 0,1 1 0,-1 0 0,0 0 0,0-1 0,0 1 0,0 0 0,1-1 0,-1 1 0,0 0 0,0 0 35,11-13-1208,0 0 0,0 1-1,1 0 1,0 1 0,1 1 0,9-6 1208,46-31-8465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0 14195,'0'0'2273,"0"0"-114,-19 29-490,13-19-1520,-24 33 460,3 2-1,2 0 1,1 2 0,-6 23-609,5-2 456,3 2 1,2 0-1,4 2 0,3 0 1,4 0-1,2 1 1,3 46-457,4-104 16,1-1-1,1 0 1,0 1 0,1-1 0,0 0 0,1 0-1,1-1 1,0 1 0,1-1 0,0 0-1,1 0 1,5 5-16,-8-11-46,1-2 0,0 1-1,0 0 1,0-1 0,1 0 0,0-1-1,0 1 1,0-1 0,0 0 0,1 0-1,0-1 1,-1 0 0,1 0 0,0-1-1,1 0 1,-1 0 0,0 0 0,1-1 0,-1 0-1,1-1 1,-1 1 0,1-1 0,-1-1-1,0 0 1,5-1 46,4 0-515,-1-2-1,0 0 1,0-1 0,0-1-1,-1 0 1,0-1-1,0-1 1,0 0 0,6-5 515,44-39-6147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20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9554,'0'0'2745,"0"0"-561,0 0-624,219 116-111,-150-35 359,-6 14-240,-10 6-263,-10 0-345,-10-5-408,-3-13-200,-4-15-176,-6-11-88,-3-18-80,-7-16-16,-4-14-816,-6-9-776,0-21-2097,0-8-3385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20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0 9762,'0'0'2589,"0"0"203,-10 40 160,2-3-2258,-3 8 253,-1 0 1,-2-1 0,-2 0-1,-20 39-947,-23 22 2370,-50 68-2370,35-59 1249,-6 23-1249,72-124-23,6-10-22,0 0 0,0 1-1,0-1 1,1 1 0,-1-1 0,1 1 0,0-1-1,0 1 1,0 0 0,0 3 45,1-6-719,10-11-413,76-69-3858,-56 51 1299,36-34-8227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21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14947,'0'0'3577,"0"0"-1289,0 0-841,0 0-677,34 6-377,114 20-153,-128-21-201,0 0-1,0 1 0,-1 1 1,0 1-1,0 1 0,-1 0 1,0 2-1,0 0 0,3 4-38,-11-7 42,0 0 0,-1 1 0,0 0 0,-1 1 0,0-1 0,0 2 0,-1-1 0,0 1 0,-1 0 0,0 1 0,-1-1 0,0 1 0,1 7-42,-4-10 46,1 0 0,-1 0-1,-1 0 1,0 0 0,0 1 0,0-1-1,-2 0 1,1 1 0,-1-1 0,0 0-1,-1 1 1,0-1 0,-1 1-46,-1 1 125,-1-1 1,0 0-1,0 0 1,-1-1-1,0 1 1,-1-1-1,0-1 1,-1 1-1,1-1 1,-6 3-126,-48 41 858,-3-3 1,-44 26-859,30-23 78,-43 40-78,68-47-317,52-44-98,25-22-1180,85-73-4987,-53 49-1017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21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36 4841,'0'0'6799,"0"0"-4145,0 0-1365,30-3-411,-3 0-722,71-8 587,8 5-743,139 0 2391,-268 0-452,-7 6-1876,-12-1-2,1 3 0,-3 1-61,28-1 5,1 1 0,0 0 0,0 2 0,0-1 0,1 2 0,-1 0 0,-6 4-5,-7 6 79,1 1 1,0 2-1,1 0 0,1 2 1,1 1-1,1 1 0,1 0 1,1 2-1,1 1 1,-15 25-80,16-6 34,19-44-23,0 0 0,-1 0 0,1 0 0,0 0 0,-1 0-1,1 0 1,0 0 0,0 0 0,0 1 0,0-1 0,0 0 0,0 0 0,0 0 0,0 0 0,1 0-1,-1 0 1,0 0 0,1 0 0,-1 0 0,0 0 0,1 0 0,0 0 0,-1 0 0,1 0 0,-1 0-1,1 0 1,0 0 0,0-1 0,-1 1 0,1 0 0,0-1 0,0 1 0,0 0 0,0-1 0,0 1-1,0-1 1,0 1 0,0-1 0,0 0 0,0 1 0,1-1-11,43 5 583,0-3-1,41-2-582,-46-2 27,0 3-1,0 1 1,0 1-1,13 5-26,-40-5-2,0 0 0,-1 1 0,0 1 0,1-1 1,-2 2-1,1 0 0,-1 0 0,0 1 0,0 1 0,-1 0 0,0 0 0,0 1 1,-1 0-1,0 1 0,4 5 2,-6-6-5,0 1 0,-1 0 1,0 0-1,-1 1 0,0 0 1,-1 0-1,0 0 0,0 0 1,-2 0-1,1 1 0,-1 0 1,-1-1-1,1 12 5,-3-14 33,1 0 0,-1 0 0,0 0-1,-1 0 1,0-1 0,0 1 0,-1 0 0,0-1 0,0 0 0,-1 0 0,-1 0-1,1 0 1,-1-1 0,0 1 0,-1-1 0,1 0 0,-2-1 0,-3 4-33,-15 11 225,0-1-1,-2-1 1,-1-1 0,0-1 0,-12 4-225,21-12 97,0-1 1,0-1-1,-1 0 0,0-2 0,-1 0 0,1-1 0,-1-1 1,1-1-1,-1-1-97,20-1-9,0 0 0,1 0 1,-1 0-1,0 0 1,1 0-1,-1 0 0,1 0 1,-1-1-1,1 1 0,-1 0 1,0 0-1,1-1 0,-1 1 1,1 0-1,-1-1 0,1 1 1,-1 0-1,1-1 0,0 1 1,-1-1-1,1 1 0,-1-1 1,1 1-1,0-1 1,0 1-1,-1-1 0,1 0 1,0 1-1,0-1 0,0 1 1,-1-1-1,1 1 0,0-1 1,0 0-1,0 1 0,0-1 9,5-27-795,0 18 309,1 1 1,0 0-1,1 1 1,0-1-1,0 1 0,1 0 1,0 1-1,0 0 1,6-4 485,44-33-6470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2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0 8514,'0'0'2002,"19"29"106,3 3-1491,-1 1 1,-2 1-1,-1 1 0,-2 0 0,-2 1 1,-1 1-1,5 24-617,-1 37 1605,-3 0 0,-4 1 0,-5 1-1,-5-1 1,-7 49-1605,3-114 290,-2 1 1,-1-1-1,-2 0 0,-1-1 0,-7 13-290,-11 21 135,-37 62-135,55-109-57,-2 1 1,0-2-1,-1 1 1,-1-2-1,-1 0 1,-1 0-1,-17 14 57,29-29-210,-1 0 0,1-1 1,0 0-1,-1 0 0,0 0 1,1 0-1,-1-1 0,0 0 0,0 0 1,0 0-1,0-1 0,0 1 1,0-1-1,0 0 0,0-1 0,-1 1 210,-9 0-1676,-18 0-5168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2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15779,'0'0'3761,"0"0"-2633,0 0 865,0 0-1017,0 0-552,0 0-128,0 0 256,103 3-16,-44-3-159,1 0-321,-4 0-56,-6 0-32,-7 0-665,-17 0-815,-9 0-2713,-14 0-3168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23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14067,'0'0'2673,"0"0"-1001,0 0-600,0 0-696,172-44-376,-79 20-240,-14 6-1448,-19 3-4562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23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10786,'0'0'2489,"0"0"-457,0 0 1017,0 0-889,0 0-535,202 15-665,-122-30-496,-8 0-296,-12 0-168,-17 6 0,-13 3-472,-11 3-1072,-9 0-3081,-6 3-2985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23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11386,'0'0'1617,"0"0"-41,0 0-640,0 0-568,0 0-368,238-48-128,-178 24-1480,-10 3-5786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7:25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43 13867,'0'0'2096,"0"0"-1231,0 0 375,0-37-1088,0 37-152,0 0-2609,-39-6-7841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7:30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8978,'0'0'4245,"0"0"-1634,0 0-105,0 0-446,0 0-651,0 0-578,-3 15 78,6-14-861,-1 0 0,0 0 0,0 0 1,0 0-1,0-1 0,1 1 0,-1-1 0,0 1 0,1-1 0,-1 0 0,0 0 0,1 0 1,-1 0-1,0 0 0,1-1 0,-1 1-48,7-1 164,91 0 581,-10-1-1476,35 6 731,-124-4-68,0 0 1,0 0-1,-1 0 0,1 0 0,0 1 1,0-1-1,-1 0 0,1 0 0,0 1 1,-1-1-1,1 1 0,0-1 0,-1 0 0,1 1 1,-1-1-1,1 1 0,0-1 0,-1 1 1,1 0-1,-1-1 0,1 1 0,-1 0 0,0-1 1,1 1-1,-1 0 0,0-1 0,1 1 1,-1 0-1,0-1 0,0 2 68,1 26-3142,-2-15 920,1 11-2771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7:3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8858,'0'0'5913,"0"0"-3920,0 0 639,0 0-943,0 0-721,0 0-528,0 0-352,149-21-32,-106 9-48,0 6-8,-3 1-504,19 5-1177,-12 0-3000,-1 0-3840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7:34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77 1 3937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1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11618,'0'0'2557,"0"0"-358,0 0 46,0 0-566,0 0-404,16 2-204,13 2-599,-1-1 0,1-1 1,11-2-473,-25-1 86,0 0 1,-1 0-1,1-2 0,-1 0 1,0 0-1,0-1 1,0-1-1,13-7-86,-15 6 37,0-1 0,0 0 0,0-1 0,-1 0 0,0-1 0,-1 0 0,0-1-1,0 0 1,-1 0 0,5-8-37,-14 17 86,0 1-56,10 621 2534,-10-203-1882,3-412-1317,2-19 3,4-21-563,-9 33 1153,14-45-3131,5-4-4046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16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16900,'0'0'2320,"0"0"-1384,0 0 1001,0 0-961,0 0-544,0 0-280,188-3-64,-95-6-88,6-2-152,37-13-1008,-21 6-1617,-19-3-4200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1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17916,'0'0'2976,"0"0"-2055,0 0 287,0 0 104,46 250-776,-16-131-40,3 12-136,4 0-135,2-6-153,-2-9-64,-4-18-8,-4-18-128,-9-20-449,0-24-887,-7-27-944,-6-9-3650,-4-6-3296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17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1 533 12755,'0'0'1899,"9"-28"0,-3 8-1502,-3 7-199,0 0 1,2 0-1,-1 1 0,1-1 1,1 1-1,0 0 1,1 0-1,1 1 0,-1 0 1,2 0-1,-1 1 0,1 0 1,1 0-1,0 1 1,4-3-199,9 0 172,0 1 1,0 0-1,1 2 1,0 1-1,1 1 1,-1 1-1,1 1 1,1 1-1,-1 1 1,0 2-1,1 0 1,-1 2-1,1 0 1,21 5-173,-39-4 37,1-1 0,0 1 0,-1 1 0,0-1-1,1 2 1,-1-1 0,0 1 0,-1 0 0,1 1 0,-1 0 0,1 0 0,-2 0 0,1 1 0,-1 0 0,1 0 0,-2 1 0,1 0 0,-1 0 0,0 0 0,0 1 0,-1-1-1,0 1 1,0 0 0,0 4-37,-1-2 91,0 0-1,-1 1 1,0 0-1,0-1 1,-1 1-1,-1 0 1,0 0-1,0 0 1,-1 0-1,-1-1 1,1 1-1,-2 0 1,0-1-1,0 0 1,0 1-1,-2-1 1,1-1-1,-1 1 1,-5 6-91,-7 10 143,-2-1 0,-1-1 0,-1 0 0,0-2-1,-2-1 1,-1 0 0,-25 16-143,28-22-84,-1-2 0,-1 0 0,0-2 0,0 0 0,-1-1 0,0-2 0,-1 0 0,0-2 0,-20 3 84,44-10-177,1 1 0,-1-1 0,1 0 0,0 1 1,-1-1-1,1 0 0,0 1 0,0-1 0,-1 0 1,1 1-1,0-1 0,0 0 0,0 0 0,0 1 1,0-1-1,0 0 0,0 0 0,0 1 0,0-1 1,0 0-1,0 1 0,1-1 0,-1 0 0,0 0 1,0 1-1,1-1 177,10-27-6583</inkml:trace>
  <inkml:trace contextRef="#ctx0" brushRef="#br0" timeOffset="1">1010 1 8434,'0'0'9986,"0"0"-9050,0 0 624,-103 199-167,73-95-265,7 9-304,13-3-144,10-6-416,0-11-152,10-16-104,23-8 0,7-19-8,10-11-768,26-18-912,-10-15-3833,-10-6-3321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17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14427,'0'0'1728,"0"0"1313,0 0-1249,0 0-223,222 87-761,-150-16-328,-9 9 96,-10 4-160,-13 2-144,-7-9-264,-10-2 88,-6-13-96,-4-11 0,-3-9-144,-4-16-480,1-17-1176,-7-6-2129,0-3-584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17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0 12163,'0'0'1908,"0"0"-68,0 0-497,0 0-285,-2 40 65,1-14-882,0 4 27,0-1 0,-2 1 0,-2-1-1,0 0 1,-2 0 0,-1-1 0,-1 0-1,-2 0 1,-2 1-268,-70 123 2583,-46 56-2583,-39 67 106,173-282-766,0 0 1,0 1 0,1 0 0,0 0 0,0 0 0,3-1 659,12-13-2560,21-24-4226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18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1 13499,'0'0'2171,"0"0"-743,0 0 501,-30 29-694,-101 95-566,123-116-611,-102 102 969,93-90-698,2 0 0,0 1 1,-11 20-330,23-36 54,0 0-1,0 0 1,1 0 0,0 1 0,0-1 0,0 0 0,1 1 0,0-1 0,0 1 0,0-1 0,0 1 0,1 0 0,0-1-1,0 1 1,1 0 0,0 2-54,0-4 33,1 0 0,-1-1-1,1 1 1,0-1-1,0 1 1,0-1 0,0 1-1,1-1 1,-1 0 0,1 0-1,0 0 1,0 0-1,0-1 1,0 1 0,0-1-1,1 0 1,-1 0-1,1 0 1,0 0 0,-1-1-1,1 1 1,3 0-33,21 5 170,0-2 0,0 0 1,1-2-1,0-1 0,-1-1 0,1-2 1,5-1-171,95 3-626,-112 0-69,0 1 0,-1 1 0,1 1-1,-1 0 1,0 1 0,8 4 695,2 5-6200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18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0 2833,'0'0'10843,"0"0"-6532,0 0-1670,0 0-1031,0 0-780,-38 7-242,-126 21 23,35-2-191,-16 0 235,43-20-10147,98-6-685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1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3793,'0'0'4913,"0"0"-2401,0 0 617,218-29-1529,-148 14-383,-11 3-353,-12 3-352,-14 6-376,-20 3-136,-6 0-72,-4 0-152,-3 0-296,0-3-648,-3 0-257,-21-3-951,-2 0-3193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19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8858,'0'0'2187,"0"0"95,0 0-420,-28 35-253,-86 115 8,106-140-1425,1 1 1,0 1 0,0-1-1,2 1 1,-1 1-1,2-1 1,-1 1 0,2-1-1,0 1 1,0 0 0,1 1-1,1-1 1,0 0 0,1 0-1,0 1 1,1 2-193,0 16 197,-1-30-177,-1 1 1,1-1-1,0 1 1,1-1-1,-1 1 1,0-1-1,1 0 1,-1 1-1,1-1 1,0 0-1,0 1 1,0-1-1,0 0 1,0 0-1,0 0 1,1 0-1,-1 0 1,1 0-1,-1 0 1,1-1-1,0 1 1,0 0-1,0-1 1,0 1-1,1 0-20,1-1 77,0 0 0,0 1-1,0-2 1,0 1 0,0 0 0,0-1-1,0 0 1,1 0 0,-1 0-1,0 0 1,0-1 0,0 1 0,0-1-1,0 0 1,1-1-77,14-5 137,-2-1 0,1 0 1,-1-1-1,0-1 0,10-9-137,22-12 49,-17 13-51,0 2 0,2 1 1,5-1 1,-24 11-15,-1 1 0,1 0 0,0 1 0,0 1 0,0 0-1,0 1 1,0 1 0,14 1 15,-21 1-5,0 0-1,0 1 0,0-1 0,0 2 1,-1-1-1,1 1 0,-1 0 0,0 1 1,0 0-1,0 0 0,-1 0 0,0 1 1,0 0-1,0 0 0,-1 0 0,0 1 1,0 0-1,3 6 6,6 10-10,0 0 0,-2 1 0,-1 0 0,-1 1 0,2 10 10,-5-13 16,-2 0-1,0 0 1,-1 0 0,-2 1-1,1 22-15,-3-37 12,0-1 0,0 0 0,-1 1 1,0-1-1,0 0 0,0 0 0,-1 1 0,0-1 0,-1 0 0,1-1 0,-1 1 0,-1 0 0,1-1 1,-1 0-1,0 0 0,-1 0 0,1 0 0,-1-1 0,0 1 0,-1-1-12,-6 3 110,0-1-1,0 0 1,-1-1-1,0 0 1,0-1-1,0-1 1,0 0-1,-1-1 1,0 0 0,-8 0-110,-27 1 449,0-2 0,-19-2-449,21 0 139,17 0-116,-1-1 0,0-2 0,1-1 1,0-1-1,0-1 0,0-2 0,-8-4-23,24 4-158,13 1-263,13 0-444,129-19-6751,-59 11-206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1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8706,'0'0'2351,"0"0"-964,0 0 408,33 27-132,-2-3-1253,-9-9-190,-2 1 0,0 1-1,-1 0 1,0 1 0,-2 2 0,0-1 0,-1 2 0,-2 0 0,0 1 0,1 4-220,8 23 428,-3 0 1,-2 1 0,-2 2-1,-2-1 1,-2 2-1,-2 7-428,4 44 1369,-6 1 0,-3 68-1369,-6-139 185,-2-1 0,-2 0 1,-1 0-1,-1 0 0,-2-1 0,-1 0 1,-1-1-1,-2 0 0,-1-1 0,-2 0 1,-1-1-1,-1-1 0,-4 4-185,-22 25-223,-2-2-1,-3-1 1,-2-3-1,-2-2 1,-29 18 223,15-17-2572,9-14-2995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24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0 520,'0'0'12675,"0"0"-10451,0 0 617,0 0-673,0 0-799,0 0-785,139 9-136,-83-9-344,1 0 96,-5 0-184,1 0-16,-6 0-96,-11 0-872,-13 12-1601,-13 9-2568,-10 0-5497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2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3689,'0'0'9450,"0"0"-7354,0 0 809,0 0-1105,0 0-1160,0 0-280,0 0-256,182-38-96,-116 17-8,30 0-352,-17 6-1552,-13 6-3641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25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0 443 9314,'0'0'3647,"0"0"-1916,0 0 755,0 0-700,0 0-712,0 0 6,5-31-145,26-204 656,-26 181-1103,-2 21 189,1-1 1,5-14-678,-9 48 10,0-1 0,0 1 0,-1 0 0,1 0 0,0-1 0,1 1 0,-1 0 0,0-1 0,0 1 0,0 0 0,0 0 0,0-1 0,0 1 0,0 0 0,0 0 0,0-1 0,1 1 0,-1 0 0,0 0 0,0-1 0,0 1 0,0 0 0,1 0 0,-1 0 0,0-1 0,0 1 0,1 0-1,-1 0 1,0 0 0,0 0 0,1 0 0,-1-1 0,0 1 0,0 0 0,1 0 0,-1 0 0,0 0 0,0 0 0,1 0 0,-1 0 0,0 0 0,1 0 0,-1 0 0,0 0 0,0 0 0,1 0 0,-1 0 0,0 0 0,1 1 0,-1-1 0,0 0 0,0 0 0,1 0 0,-1 0 0,0 0 0,0 1 0,0-1 0,1 0 0,-1 0 0,0 1-10,12 16 65,7 45 150,-2 1-1,-2 1 1,-4 0-1,0 19-214,-2-17 101,7 62 102,-10-62-162,4 0 0,2-1 1,11 27-42,-23-89-45,1 0 1,0 0 0,0 0 0,0 0-1,1 0 1,-1 0 0,0 0 0,1-1 0,0 1-1,0-1 1,0 1 0,0-1 0,0 0 0,0 1-1,1-1 1,0 0 44,1 0-185,0-1 1,1 1-1,-1-1 0,1 0 1,0-1-1,-1 1 0,1-1 0,0 1 1,0-1-1,-1-1 0,5 0 185,12-1-1008,-1 0 0,0-2 0,1 0 0,-2-2 0,1 0 0,3-2 1008,50-24-6854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2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14947,'0'0'2025,"0"0"-1177,0 0 1600,0 0-1351,0 0-705,175 0-120,-92-3-264,6-6-16,34-12-792,-21 3-3041,-13 0-6049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25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59 16179,'0'0'2457,"0"0"-1361,0 0 353,0 0 127,-6 173-368,26-72-384,3 15 8,-3 6-399,-1-3-65,1-3-352,-3-14 64,-4-19-80,0-24-112,-3-20-536,-3-27-577,-7-24-887,0-30-2881,0-11-3625</inkml:trace>
  <inkml:trace contextRef="#ctx0" brushRef="#br0" timeOffset="1">1 324 12603,'0'0'2434,"12"-30"-390,-5 10-1677,-2 5-158,0 0 1,1 0-1,0 0 0,2 1 1,-1 0-1,2 1 1,0 0-1,0 0 0,1 1 1,1 0-1,0 1 0,0 0 1,1 0-1,5-2-209,5 1 173,1 1 0,0 1 0,1 1 0,0 1-1,0 1 1,0 1 0,1 1 0,0 1 0,0 1 0,0 2 0,16 0-173,-30 1 53,-1 0 0,0 1 0,1 0 0,-1 0 0,0 1 0,1 0 0,-1 1 0,-1 0 0,1 1 0,0 0-53,-4-1 28,-1 1 0,1-1 0,-1 1 0,0 0 0,-1 0 0,1 0 0,-1 1 0,0-1 0,0 1 0,0 0 0,0 1 0,-1-1 0,0 1-1,0-1 1,-1 1 0,3 6-28,-2-3 66,0 1-1,0 0 1,-1 0-1,0 0 0,-1 0 1,0 0-1,0 0 1,-1 0-1,0 1 1,-1-1-1,-1 0 0,1 0 1,-2 0-1,1 0 1,-1 0-1,-1-1 1,1 1-1,-2-1 0,-4 8-65,1-6 36,1 0-1,-2 0 1,0-1-1,0-1 1,-1 1-1,0-2 1,0 1 0,-1-1-1,0-1 1,-1 0-1,1-1 1,-2 0-1,1 0 1,-13 3-36,5-2-160,-1-1 0,0-2 1,0 0-1,-1 0 1,1-2-1,-7-1 160,26-1-1159,4 0-1588,9-3-3185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26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3697,'0'0'3613,"0"0"-2491,0 0-748,0 0 99,0 0 218,0 0 391,-2 2 337,0 1-641,1-1 0,0 0 0,-1 1-1,1-1 1,0 1 0,0 0 0,1-1 0,-1 1 0,0 0 0,1 1-778,1 33 2531,20 40-3781,-9-41 2174,24 125 315,-6 3-1,7 150-1238,-9-65 69,-25-233-206,-2-13-379,-1-9-319,0 6 801,0-52-5803,-2 0 0,-7-35 5837,-4 10-6316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26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5 485 6513,'0'0'3825,"0"-29"-1120,-2 3-2054,0 7-271,1 1 0,1-1-1,1 1 1,0 0 0,2-1 0,0 1-1,0 0 1,2 0 0,5-12-380,-3 15 100,0 0-1,2 0 1,-1 1 0,2 0 0,0 0 0,1 1 0,0 0 0,1 1 0,0 1-1,1-1 1,1 2 0,-1 0 0,4-1-100,-4 3 110,0 1 0,0 0 0,1 1 0,0 0 0,0 2 0,1-1 0,-1 1-1,1 1 1,0 1 0,0 0 0,0 1 0,0 1 0,0 0 0,0 1 0,0 0-110,-8 1 88,0-1 0,0 1 0,-1 1 0,1-1 0,-1 1 0,1 0 1,-1 1-1,0-1 0,-1 1 0,1 0 0,-1 1 0,1-1 0,-1 1 0,0 0 0,-1 1 0,0-1 0,1 1 0,-2 0 0,1 0 1,-1 0-1,0 0 0,0 1 0,0-1 0,-1 1 0,0-1 0,-1 1 0,1 2-88,0-1 77,0 1-1,-1 0 1,0-1 0,-1 1-1,0 0 1,0-1 0,-1 1-1,0 0 1,0-1-1,-1 1 1,0-1 0,-1 1-1,0-1 1,0 0 0,0 0-1,-1 0 1,-1-1 0,1 1-1,-1-1 1,0 0-1,-5 5-76,-2-1 3,0 0 0,-1 0 0,0-1 0,-1-1 0,0 0-1,0-1 1,0-1 0,-1 0 0,-1-1 0,1 0 0,-1-1-1,0-1 1,0-1 0,0 0 0,0-1 0,-8 0-3,23-3-83,0 1 0,1-1-1,-1 0 1,0 1 0,1-1 0,-1 0 0,1 1 0,-1-1 0,1 0 0,-1 0 0,1 1-1,-1-1 1,1 0 0,0 0 0,-1 0 0,1 0 0,0 0 0,0 1 0,0-1-1,-1 0 1,1 0 0,0 0 0,0 0 0,0 0 0,1 0 0,-1 0 0,0 0-1,0 0 1,0 1 0,1-1 0,-1 0 0,1 0 83,7-35-5171,10 3-3816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27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13099,'0'0'1970,"0"0"-237,0 36 604,1 17-832,7 49-1505,-6-95 51,-1 0-1,1 0 0,0 0 1,0 0-1,0-1 1,1 1-1,1-1 0,-1 1 1,1-1-1,0 0 0,0 0 1,0-1-1,1 1 0,0-1 1,0 0-1,1 0 0,-1-1 1,1 1-1,0-1 0,0-1 1,5 3-51,-6-3 29,6 3 21,0 0-1,0-1 1,0 0-1,1-1 1,0-1-1,0 0 1,0 0-1,0-1 0,0-1 1,0 0-1,0 0 1,1-2-1,-1 1 1,0-1-1,0-1 1,1 0-1,-1-1 1,7-3-50,-11 4 61,-1-1 1,1 0 0,-1 0 0,0-1 0,0 0-1,0 0 1,-1 0 0,1-1 0,-1 0 0,0 0-1,-1-1 1,1 0 0,-1 0 0,0 0 0,0 0-1,-1-1 1,0 0 0,0 0 0,-1 0 0,0 0-1,0 0 1,0-1 0,-1 0 0,0 1-1,-1-1 1,0 0 0,0 0 0,0-7-62,-2 10 51,1 1 0,-1-1 1,0 0-1,0 1 0,0-1 0,-1 1 1,1-1-1,-1 1 0,0 0 0,0 0 1,-1 0-1,1 0 0,-1 0 0,0 0 0,0 1 1,0-1-1,-1 1 0,1 0 0,-1 0 1,0 0-1,0 0 0,0 1 0,0-1 1,0 1-1,0 0 0,-1 0-51,-18-7 108,0 1 1,0 1-1,-1 1 0,-17-3-108,12 3 110,4 2-99,19 4-60,0 0 0,1-1-1,-1 0 1,0 0-1,0 0 1,1-1 0,-1 0-1,1 0 1,-1 0-1,1-1 1,0 0 0,-2-2 48,7 5-195,1-1-1,-1 0 0,1 0 0,0 0 0,-1 0 1,1 1-1,0-1 0,0 0 0,0 1 0,-1-1 1,1 0-1,0 1 0,0-1 0,0 1 0,0 0 1,0-1-1,0 1 0,0 0 0,0-1 0,0 1 1,1 0 196,38-8-6316,9 1-1952</inkml:trace>
  <inkml:trace contextRef="#ctx0" brushRef="#br0" timeOffset="0.99">444 0 1272,'0'0'9826,"0"0"-4817,0 0-744,0 0-2096,185 191-713,-158-129-512,-8-2-616,-2-4-64,-4-11-264,0-10-8,14-26-712,-4-9-1464,3 0-4650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27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10002,'0'0'4628,"0"0"-2454,0 0 162,0 0-1061,-14 27-851,3-7-364,1 0 0,1 1 0,0 0 0,-2 11-60,11-29 12,0 0-1,-1 0 0,1 0 1,0 0-1,0 0 1,1 0-1,-1 0 0,1 0 1,-1 0-1,1 0 1,0 0-1,0 0 0,0-1 1,1 1-1,-1 0 1,0-1-1,1 1 1,0-1-1,0 1-11,41 37 283,-23-24-108,7 8 212,-1 2 1,-1 1-1,-2 1 0,9 14-387,-25-33 64,-2 0 0,1 1 0,-1 0 0,0 0 0,-1 0 0,0 0 0,-1 1 0,0 0 0,-1-1 0,0 1 0,0 0 0,-1 0 0,-1 0 0,0 0 0,0 0 0,-3 11-64,2-17 1,-1 0 1,0 0 0,0-1-1,-1 1 1,1-1 0,-1 1 0,0-1-1,0 0 1,-1 0 0,1 0 0,-1-1-1,0 1 1,0-1 0,0 0 0,0 0-1,-1 0 1,1-1 0,-1 1 0,0-1-1,0 0-1,-18 8-203,-1-1-1,0-1 0,-20 4 204,-42 6-5151,-27-1 5151,28-7-5628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28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7538,'0'0'7785,"0"0"-7009,-76 209 1369,50-93-705,9 12 185,14 0-305,3-9-720,0-12-432,36-15-168,11-20-256,22-19-1152,-9-17-3041,-7-21-5337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33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12659,'0'0'2015,"0"0"-1003,0 0-40,38-12-470,122-39-330,-90 30-143,-38 12 16,0-2 0,-1-1 0,8-6-45,-38 18 26,1 0 1,-1 0-1,0-1 1,0 1-1,0-1 1,0 1-1,0-1 0,0 1 1,0-1-1,-1 0 1,1 1-1,0-1 1,0 0-1,0 0 1,-1 0-1,1 0 1,0 0-1,-1 1 1,1-1-1,0-1-26,-17-3 700,-35 8-381,31 2-296,1 1 0,-1 0 0,2 2 0,-1 0 0,1 1 0,0 1 0,1 0 0,0 2 0,1 0 0,0 1 0,1 0 0,-2 3-23,14-13 39,0-1 0,1 1 0,-1 0 0,1 0 0,-1 0 0,1 1-1,0-1 1,1 0 0,-1 1 0,0-1 0,1 1 0,0 0 0,0 0 0,0-1 0,0 1-1,1 0 1,-1 0 0,1 4-39,2-7 17,0-1 1,-1 1-1,1 0 0,0 0 0,0-1 0,0 1 0,0-1 1,0 1-1,0-1 0,0 0 0,0 0 0,0 0 1,0 0-1,2 0-17,-1 0 34,44 2 328,0 3 0,15 4-362,-47-6 20,0 0 0,-1 1 0,1 1-1,-1 1 1,0 0 0,0 0 0,-1 2 0,0 0 0,3 2-20,-14-9 39,0 1 0,1 0 0,-1 0 1,0 0-1,0 0 0,0 0 0,0 1 0,0-1 0,0 0 1,-1 1-1,1 0 0,-1-1 0,0 1 0,0 0 0,0-1 1,0 1-1,0 0 0,0 0 0,-1 0 0,0 0 0,1 0 1,-1 0-1,0 0 0,0 0 0,-1 0 0,1 0 0,-1 0 1,1 0-1,-1-1 0,0 1 0,0 0 0,0 0 0,0-1 1,-1 1-1,0 1-39,-5 6 245,1 0 1,-1-1-1,0 0 0,-1-1 1,0 1-1,-1-1 1,0-1-1,-3 2-245,7-4 102,-73 48 747,71-49-821,0 0 0,0-1 0,-1 0 0,1 0 0,-1-1 0,0 1 0,0-2 0,0 1 0,0-1 0,-4 0-28,11-1-33,0 0 0,1 0 1,-1 0-1,0-1 0,0 1 0,1 0 0,-1 0 1,0 0-1,1-1 0,-1 1 0,0 0 1,1-1-1,-1 1 0,0-1 0,1 1 0,-1 0 1,1-1-1,-1 0 0,1 1 0,-1-1 1,1 1-1,-1-1 0,1 1 0,0-1 0,-1 0 1,1 1-1,0-1 0,0 0 0,-1 1 0,1-1 1,0 0-1,0 0 0,0 0 33,-1-29-3307,2 20 429,-1-12-6112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33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15251,'0'0'1985,"0"0"575,0 0 105,10 151-1393,-7-100-448,-3 0-480,0-10-200,0-2-136,0-12-8,0-15-552,17-12-608,2-12-1409,8-18-3656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34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0 11827,'0'0'2125,"0"0"-7,-33 0 349,-24 0-962,-27 6-1505,73-5 118,0 2 1,1-1-1,-1 1 0,1 1 1,0 0-1,0 0 1,1 1-1,-1 1 1,1-1-1,0 1 1,0 1-1,1 0 1,0 0-1,0 1 1,1 0-1,0 0 1,0 0-1,-3 7-118,5-9 95,0 1-1,0 1 1,1-1 0,-1 0 0,2 1-1,-1 0 1,1 0 0,1 0-1,-1 0 1,1 1 0,1-1-1,-1 1 1,2-1 0,-1 1-1,1 8-94,1-15 11,-1 1 0,1 0-1,0 0 1,0 0-1,0-1 1,0 1 0,0 0-1,0-1 1,1 1 0,0-1-1,-1 1 1,1-1-1,0 0 1,0 0 0,0 0-1,0 0 1,0 0-1,1 0 1,-1-1 0,1 1-1,-1-1 1,1 1 0,-1-1-1,1 0 1,0 0-1,0 0 1,-1-1 0,1 1-1,0-1 1,0 1-1,0-1-10,17 3 7,-1-1 0,1-1-1,0-1 1,6-1-7,-13 1 2,5-1-55,-1 0-1,0-1 1,1-1 0,-1-1 0,5-2 53,-15 4-47,1-1 0,-1 1 0,0-1 0,0-1 0,0 0 0,0 0 0,0 0 0,-1-1 0,0 0 0,0 0 0,0 0 0,4-6 47,-8 7 26,0 0 0,0 0-1,0 0 1,-1-1 0,0 1-1,0-1 1,0 1 0,0-1-1,0 1 1,-1-1 0,0 1-1,0-1 1,0 0 0,-1-2-26,0-9 711,-12 444 2068,13-427-2764,4 27-185,-4-28 143,1 1-1,-1-1 1,1 1-1,-1-1 1,1 1-1,-1-1 1,1 1-1,-1-1 1,1 0-1,0 1 1,-1-1-1,1 0 1,0 1-1,-1-1 1,1 0-1,0 0 1,-1 0-1,1 0 1,0 0 0,0 0-1,-1 0 1,1 0-1,0 0 1,-1 0-1,1 0 1,0 0-1,0 0 1,-1 0-1,1-1 1,0 1-1,-1 0 1,1 0-1,-1-1 1,1 1-1,0-1 1,-1 1-1,1 0 1,-1-1-1,1 0 29,6-4-498,-1 0 0,0 0 0,0 0 0,-1-1 0,1 0 0,-1 0 0,-1-1 0,1 1 0,-1-1 0,2-5 497,21-35-7157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34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10298,'0'0'4209,"0"0"-2681,0 0 1585,142 247-1337,-102-122-71,-14 12-417,-22-21-376,-4 3-192,0-15-447,0-14-129,-14-19-136,-2-11-8,-4-13-104,-6-8-593,-24-3-631,4-13-2713,-1-11-7121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51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14771,'0'0'3185,"0"0"-1729,0 0 801,0 0-1193,0 0-728,208-56-216,-142 38-72,-13 3-48,-10 9-8,-16 6-440,-21 0-1425,-6 9-3544,0 9-6337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51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2457,'0'0'12242,"0"0"-9873,0 0-537,0 0-256,0 0-895,0 0-353,0 0-200,212-39-128,-109-3-456,-14 4-2537,-13-1-6121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5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15267,'0'0'2077,"0"0"-377,-13 28-9,-43 96-513,52-114-1065,1 0 1,0 0 0,0 0-1,1 0 1,1 0 0,0 1 0,0-1-1,1 1 1,0-1 0,1 9-114,1-4 116,-2-10-89,1 0-1,-1 1 1,1-1 0,1 0-1,-1 0 1,1 0-1,0 0 1,0 0 0,1 0-1,-1 0 1,1-1-1,0 1 1,0-1 0,1 0-1,-1 0 1,1 0-1,0 0 1,0-1-1,0 0 1,0 1 0,1-2-1,-1 1 1,1 0-1,0-1 1,0 0 0,0 0-1,0 0 1,0-1-1,0 1-26,16 2 81,0 0-1,0-1 0,0-1 0,0 0 0,0-2 1,17-2-81,-17 0 30,0 0 0,0-2 0,0 0 0,-1-1 0,0-1 0,4-3-30,-13 5 10,0-1 0,0 0 0,0-1 0,-1 0 0,0-1 0,0 0-1,-1 0 1,0-1 0,0 0 0,0-1 0,3-5-10,-9 11 8,0-1-1,-1 0 1,1 0 0,-1 1-1,0-1 1,0-1 0,0 1-1,-1 0 1,1 0 0,-1-1 0,0 1-1,0-1 1,-1 1 0,1-1-1,-1 1 1,0-1 0,0 1-1,-1-1 1,1 1 0,-2-5-8,0 3 13,-1 0 1,0 0-1,0 1 1,0-1-1,-1 1 0,1 0 1,-1-1-1,-1 2 1,1-1-1,-1 0 1,0 1-1,0 0 0,-2-1-13,-18-11 61,0 1-1,-1 1 1,-1 1-1,0 1 1,-19-4-61,26 8-31,-1 1 0,0 1 1,0 1-1,-1 1 0,1 0 1,-18 1 30,38 3-211,0 0 0,0-1 0,-1 1 0,1 0 0,0 0 0,0 1 0,0-1 0,0 0 0,-1 0 0,1 0 0,0 1 0,0-1 0,0 1 1,0-1-1,0 1 0,0-1 0,0 1 0,0 0 0,0-1 0,0 1 0,0 0 0,0 0 0,0 0 0,1-1 0,-1 1 0,0 0 0,1 0 0,-1 0 0,0 1 211,-1 13-10475</inkml:trace>
  <inkml:trace contextRef="#ctx0" brushRef="#br0" timeOffset="1">836 452 15563,'0'0'2225,"0"0"-505,-20 179 1289,4-102-1537,2-5-872,8-4-192,2-11-280,4-13-64,0-11-64,0-12-216,37-18-912,6-3-1416,3 0-2858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5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93 16051,'0'0'1839,"0"0"-437,0 0 134,-3 28-630,0-1-714,0-1-1,3 0 1,0 15-192,1-38 24,-1-1 0,1 1 0,-1 0 0,1-1 0,0 1 0,0 0 0,0-1 0,0 1 1,1-1-1,-1 0 0,1 1 0,-1-1 0,1 0 0,0 0 0,0 0 0,0 0 0,0 0 0,0-1 0,0 1 1,0-1-1,3 2-24,2 0 66,0 0 0,-1-1 0,2 0 0,-1 0 0,0 0 0,4-1-66,2 1 87,16 4 44,0-2 0,1-1 0,0-1-1,15-2-130,-34 0 21,-1-1 0,1 0 0,-1 0 0,0-1 0,1-1 0,-1 0 0,0 0 0,0 0 0,-1-2 0,1 1 0,-1-1 0,0 0 0,0-1-1,2-2-20,-8 6 34,-1-1 0,1 1 0,-1-1 0,1 0 0,-1 1 0,0-1-1,0 0 1,0-1 0,0 1 0,-1 0 0,1-1 0,-1 1-1,0 0 1,0-1 0,0 0 0,0 1 0,-1-1 0,1 1-1,-1-1 1,0 0 0,0 1 0,0-1 0,-1 0 0,1 1 0,-1-1-1,0 0 1,0 1 0,0-1 0,-1 1 0,1 0-34,-3-5 49,0 2 0,0-1 0,-1 0 1,1 1-1,-2-1 0,1 1 0,-1 1 0,1-1 1,-2 1-1,1 0 0,0 0 0,-7-2-49,-11-7-3,-1 1 0,-1 1 0,0 2 0,0 0 0,-1 2 0,0 1 0,0 1 0,-1 1 0,0 2-1,0 0 4,27 4-149,1-1 0,0 0 0,-1 1 0,1-1 0,0 0-1,-1 1 1,1-1 0,0 0 0,-1 1 0,1-1-1,0 1 1,0-1 0,0 0 0,-1 1 0,1-1 0,0 1-1,0-1 1,0 1 0,0-1 0,0 1 0,0-1 0,0 1-1,0-1 1,0 0 0,0 1 0,0-1 0,0 1-1,0-1 1,0 1 0,0-1 0,1 1 0,-1-1 0,0 0-1,0 1 1,0-1 0,1 1 149,-1-1-567,8 20-8199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52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55 266 13635,'0'0'2730,"0"0"48,-9 26-315,-28 86-1107,35-108-1314,1 0 0,-1 0 0,1 0 0,0 0 0,1 0 0,-1 0 0,1 0 0,0 1 0,0-1 0,0 0 0,1 0 0,-1 0 0,1 0 0,0 1 0,0-1 0,0 0 0,1 0 0,-1-1 0,1 1 0,0 0 0,0-1 0,1 1 0,-1-1 0,1 1 0,-1-1 0,1 0 0,0 0 0,0 0 0,1-1 0,-1 1 0,0-1 0,1 0 0,0 1 0,-1-2 0,5 3-42,7 1 41,1 0 0,-1-1 0,1-1 0,1 0 1,-1-1-1,0 0 0,8-2-41,6 2 23,1-2 0,-1-2 0,0 0 0,0-2 0,7-3-23,-26 4 3,0 0-1,0 0 0,0-1 0,0-1 1,-1 0-1,0 0 0,0-1 1,0 0-1,0-1 0,-1 0 0,-1 0 1,1-1-1,-1-1 0,0 1 0,0-2-2,-4 5 6,-1-1-1,1 1 0,-1 0 0,0-1 1,-1 0-1,1 1 0,-1-1 0,0 0 1,-1 0-1,1 0 0,-1-1 1,-1 1-1,1 0 0,-1 0 0,0-1 1,0 1-1,-1 0 0,0 0 0,0-1 1,0 1-1,-1 0 0,-2-5-5,-1-1 8,0 2 1,-1-1-1,0 0 0,-1 1 0,0 0 0,0 1 0,-1 0 0,-1 0 0,1 1 1,-1-1-1,-2 1-8,-28-20 28,-2 1 1,-1 2-1,0 2 0,-2 2 1,-1 2-1,-28-7-28,71 22-1480,11 2-248,19-3-2742,-22 5 2664,42-8-11194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53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86 16035,'0'0'2389,"0"0"-914,-20 26 44,-57 85-368,75-108-1115,0 1 1,0-1 0,0 1-1,0 0 1,1-1 0,0 1-1,0 0 1,0 0-1,0 0 1,0 0 0,1 0-1,-1 0 1,1 0-1,0 0 1,1 1 0,-1-1-1,1 1-36,0-2 22,0 0 0,0 0 0,1-1 0,-1 1 0,1 0 0,0-1 0,0 1 0,0-1 0,0 0 1,0 1-1,0-1 0,1 0 0,-1 0 0,1 0 0,-1-1 0,1 1 0,0 0-22,9 3 44,0 0 0,0-1 0,0-1 1,1 1-1,-1-2 0,1 0 1,0 0-1,2-2-44,24 3 63,0-1 0,0-3 0,26-3-63,-53 2 11,0 1-1,0-2 0,0 1 1,0-2-1,-1 0 0,1 0 1,-1-1-1,0 0 0,0-1 1,-1 0-1,0-1 1,0 0-1,7-6-10,-14 10 27,1-1 1,-1 1-1,0-1 0,0 1 1,-1-1-1,1 0 0,-1 0 1,1 0-1,-1 0 1,-1 0-1,1 0 0,-1-1 1,1 1-1,-1-1 0,0 1 1,-1-1-1,1 1 1,-1-1-1,0 0 0,0 1 1,0-1-1,-1 1 0,0-1 1,1 1-1,-2-1 0,1 1 1,0-1-1,-1 1 1,0 0-1,0 0 0,0 0 1,-1 0-1,1 0 0,-1 0 1,-2-1-28,-6-9 47,-1 1 0,-1 0 1,0 1-1,-1 1 0,0 0 1,0 0-1,-1 2 0,-8-4-47,-38-15 238,27 21-1412,1 10-3879,16 7-4568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53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5 251 13435,'0'0'2348,"0"0"-83,-2 27-126,2-27-2139,-2 24 416,2 0 0,0 0 0,3 12-416,-3-34 30,0 1 1,1-1-1,-1 0 0,1 0 0,0 0 0,0 0 0,0 0 0,0 0 0,0 0 1,0 0-1,0 0 0,1 0 0,-1-1 0,1 1 0,-1-1 0,1 1 1,0-1-1,-1 1 0,1-1 0,0 0 0,0 0 0,0 0 0,2 1-30,2 0 76,0-1-1,0 0 1,0 0 0,0 0-1,0-1 1,0 1-1,1-1-75,5 0 131,7 0-55,1-1 0,0 0 0,-1-1 0,1-2 0,-1 0 0,0 0 0,0-2 0,-1-1 0,13-5-76,-21 7 34,0 0 1,0 0-1,0-1 1,-1 0-1,0-1 1,0 0-1,-1 0 0,0-1 1,0 0-1,0 0 1,-1-1-1,-1 0 0,1 0 1,-2-1-1,1 0 1,-1 0-1,3-9-34,-6 12 47,0 1-1,-1-1 1,1 1 0,-1-1-1,-1 0 1,0 1 0,1-1-1,-2 0 1,1 1 0,-1-1-1,0 0 1,-1 1 0,1-1-1,-1 1 1,-1-1 0,1 1-1,-1 0 1,0 0 0,-1 0-1,1 1 1,-1-1 0,0 1-1,0 0 1,-1 0 0,0 0-1,0 0 1,0 1 0,0 0-1,-1 0 1,0 0-47,-7-5 4,-1 1 0,0 1 0,-1 0 0,1 1 0,-1 0 0,-1 1 0,1 1-1,0 1 1,-1 0 0,0 1 0,0 0 0,-6 1-4,8 1-376,9 0 389,1 0 0,0 0 0,-1 0 0,1 0 0,0 1-1,0-1 1,-1 1 0,-2 2-13,-5 9-2512,11 12-4328,4-14-4046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53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12291,'0'0'1925,"0"0"58,0 0 462,0 0-1093,0 0-874,0 0-249,-2 15 238,-3 20 130,-2 1-1,-2-1 1,-1-1 0,-10 23-597,-9 4 548,18-42-454,1 1-1,1 0 0,1 0 1,1 1-1,1 0 0,0 1 1,2-1-1,-2 20-93,9-40 24,0 0-1,0 0 1,0 0 0,0 0 0,0-1-1,0 1 1,0-1 0,0 0-1,0 0 1,0 0 0,1-1 0,1 1-24,1-1 54,22-1 49,1-1 0,-1-1 0,1-2 0,-1-1 0,20-8-103,-14 4-1,1 2 1,-1 1-1,17 0 1,-35 4-1950,-14-9-5459,-2 8 5144,0-10-7934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0:5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11626,'0'0'3833,"0"0"-1032,0 0-505,0 0-1431,0 0 303,0 0-80,56 214-136,-53-127-216,-3-4-327,0-6-233,0-8-160,0-10-16,0-8-40,17-10-737,3-11-1271,3-15-4297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7:31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14 104 11586,'0'0'3781,"0"0"-1351,0 0-339,0 0-730,0 0-795,0 0-290,-3 19 107,0-6-304,1-7-52,0 0 1,1 1 0,0-1 0,0 1 0,1 0-1,-1-1 1,2 1 0,-1-1 0,1 1 0,-1 0-1,2-1 1,-1 1 0,1-1 0,0 0 0,0 0-1,1 1 1,0-1 0,0-1 0,2 5-28,2-2 27,0-1 1,1 1 0,-1-1-1,1 0 1,0-1-1,1 0 1,0 0-1,0-1 1,0 0-1,1 0 1,-1-1-1,1 0 1,0-1-1,6 1-27,11 1 57,-1-1 1,1-1-1,0-1 0,0-2 0,2-1-57,-16 1 6,-1-1 1,0 0-1,1-1 0,-1 0 1,0-1-1,0-1 1,-1 0-1,1 0 0,-1-1 1,0 0-1,0-1 1,4-4-7,-9 6 40,0 0 0,-1-1 1,0 0-1,0 0 0,0 0 1,0-1-1,-1 0 0,0 0 1,0 0-1,0 0 0,-1 0 1,0-1-1,-1 0 0,1 0 1,-1 1-1,0-1 1,-1 0-1,0-1 0,0 1 1,0 0-1,-1-6-40,0 9 46,0 0-1,-1-1 1,0 1 0,0-1 0,0 1-1,0 0 1,-1 0 0,1 0-1,-1 0 1,0 0 0,0 0 0,-1 0-1,1 1 1,-1-1 0,-1-1-46,-3-2 49,1 0-1,-2 1 1,1 0 0,-1 0-1,0 1 1,0 0 0,-4-2-49,-9-3 56,-2 0 0,1 2 0,-2 0 0,1 2 0,-15-3-56,14 5-6,0 0-1,0 2 1,0 1 0,0 1 0,-1 1 0,-5 1 6,28-1-28,-1-1 1,1 1 0,0-1 0,0 1-1,-1 0 1,1 0 0,0 0 0,0 0-1,0 0 1,0 0 0,0 1 0,0-1 0,1 1-1,-1-1 1,0 1 0,1 0 0,-1-1-1,1 1 1,0 0 0,-1 0 0,1 0-1,0 0 1,0 0 0,0 1 0,1-1 0,-1 0-1,0 1 28,0 3-371,0 0-1,0 0 1,1 0-1,0 0 1,0-1-1,0 1 1,1 0-1,0 0 1,0 0-1,1 4 372,15 24-5820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7:31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15667,'0'0'3993,"0"0"-2032,0 0-9,0 172-768,0-106-384,-3-7-319,0-5-177,-1-6-176,4-13-80,0-5-48,0-12-8,0-9-48,0-6-520,0-3-433,20-18-719,10-18-3681,3-8-8858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2:3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0 7938,'0'0'2734,"0"0"-610,0 0-342,0 0-474,0 0-230,-30 6-67,-4-1-698,17-3-156,0 1 0,0 0-1,0 1 1,0 1-1,1 1 1,-1 0-1,2 1 1,-1 1 0,-10 7-157,-13 9 662,1 2 1,-14 13-663,41-30 94,0 1 0,1 0 0,-1 1 0,2 0 0,0 0 1,0 1-1,1 0 0,0 1 0,-3 7-94,4 13 69,7-32-68,0 0 0,0 0 0,0-1 0,1 1 0,-1 0 0,0 0 0,0 0 0,1 0-1,-1-1 1,0 1 0,1 0 0,-1 0 0,1-1 0,-1 1 0,1 0 0,0-1 0,-1 1 0,1 0 0,0-1 0,-1 1 0,2 0-1,2 0 8,1 0 0,-1 1 1,0-1-1,1-1 0,0 1 0,-1-1 0,1 0 1,-1 0-1,1 0 0,0 0-8,10-1 61,-3 1-35,0 0 0,0-2 0,0 1-1,-1-2 1,1 1 0,0-1 0,-1-1 0,0 0 0,2-2-26,-7 3 11,0 0 1,-1 0-1,0 0 1,0-1-1,0 0 1,0 0-1,0 0 1,-1-1-1,1 1 1,-1-1-1,-1 0 1,1 0 0,-1-1-1,1 1 1,-2-1-1,1 0 1,-1 1-1,1-3-11,3-15 79,-2 0 1,0 0-1,0-12-79,-4 28 40,0 6-20,0 1 0,0-1 0,0 1 1,0 0-1,0-1 0,0 1 0,0-1 1,0 1-1,0-1 0,0 1 0,0-1 1,0 1-1,1 0 0,-1-1 1,0 1-1,0-1 0,0 1 0,1 0 1,-1-1-1,0 1 0,0 0 0,1-1 1,-1 1-1,0 0 0,1-1 0,-1 1 1,0 0-1,1 0 0,-1-1 1,0 1-1,1 0 0,-1 0 0,1 0 1,-1-1-1,1 1 0,-1 0 0,0 0 1,1 0-21,0 1 17,0-1 1,0 1 0,0-1 0,0 1 0,0 0-1,0-1 1,0 1 0,0 0 0,0 0-1,-1 0 1,1 0 0,0 0 0,0 0-1,-1 0 1,1 0 0,-1 0 0,1 1-18,10 22 196,-1 2-1,0-1 1,-2 1 0,-2 1 0,0-1 0,-1 1-1,0 22-195,0 50 578,-5 52-578,-1-62 28,-1-68 281,1-8-3953,13-28-1237,9-18-728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2:35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15251,'0'0'2377,"0"0"-190,0 0-160,0 0-1048,0 0-655,0 0 39,-5 30 75,0 4-283,2-5 3,-3 1 1,0-1-1,-2 0 1,-1-1-1,-2 4-158,-62 131 812,28-68-478,45-94-333,0-1 1,0 1 0,-1-1-1,1 0 1,0 1-1,0-1 1,0 1 0,0-1-1,-1 1 1,1-1-1,0 1 1,0-1 0,0 1-1,0-1 1,0 1-1,0-1 1,0 1-1,0-1 1,1 1 0,-1-1-1,0 0 1,0 1-1,0-1 1,0 1 0,1-1-1,-1 1 1,0-1-1,0 0 1,1 1 0,-1-1-1,0 0 1,1 1-1,-1-1 1,0 0-1,1 1 1,-1-1 0,1 0-1,-1 1 1,0-1-1,1 0-1,25 3 173,29-14 106,-12-4-240,-19 5-98,1 2-1,0 0 1,1 2 0,0 1-1,19-2 60,-38 7-432,0-1-1,0 0 0,0 0 1,-1 0-1,1-1 0,-1 0 1,1-1-1,-1 1 0,0-1 0,1-1 1,-1 1-1,-1-1 0,3-1 433,0-2-1215,-1-1-1,0 1 1,0-1 0,0 0-1,-1-1 1,-1 0-1,1 0 1,0-4 1215,12-25-5435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2:35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6769,'0'0'4489,"0"0"-1952,0 0 2048,0 0-2089,0 0-1271,0 0-809,0 0 696,-46 134-72,36-45-208,-3 0-135,3-3-449,7-8-72,3-10-176,0-5-8,0-10-344,16-2-1025,7-12-3512,11-22-9770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3:04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2865,'0'0'936,"0"0"-648,0 0-208,0 0-80,0 0-216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11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3001,'0'0'15075,"0"0"-14083,0 0-992,0 0 0,0 0 0,0 0-1744,0 0-7658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22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16916,'0'0'1580,"0"44"-656,2 72 476,6-1-1,17 83-1399,37 86 1451,-21-107 163,0 54-1614,-30-117 82,-6 0 0,-7 52-82,1-42-1422,0-131 791,0 0 0,0-1 0,0 1 0,-1 0 0,0 0 0,0 1 0,-1-1-1,0-2 632,-24-51-4782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2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0 314 13931,'0'0'1510,"21"-32"-491,-8 12-764,-2 1-11,1 0 0,1 0 0,1 1 0,0 1 0,2 1-1,0 0 1,0 1 0,1 0 0,1 1 0,1 2-1,12-8-243,-7 9 236,0 1-1,0 1 1,1 1-1,0 1 0,0 2 1,1 0-1,0 2 0,0 0 1,0 2-1,0 1 0,4 2-235,-18-1 66,0 0 0,0 2 0,0 0 0,0 0-1,0 1 1,-1 0 0,0 1 0,0 0 0,0 1 0,0 0-1,1 2-65,-4-2 41,-1 1 0,0-1-1,0 1 1,-1 0-1,0 1 1,0-1-1,-1 1 1,0 1-1,0-1 1,-1 1-1,0-1 1,0 1-1,-1 0 1,0 1-1,0 2-40,0 1 106,0 0 0,-1 0 0,-1 0 0,0 0 0,-1 0 0,0 1 0,-1-1 0,0 0 0,-1 0 0,-1 0 0,0-1 0,-1 1 0,0-1 0,-1 1 0,-5 9-106,-2-2 135,-1 0 0,-1-1 0,0-1 0,-1 0-1,-1 0 1,-1-2 0,-1 0 0,-8 5-135,-2 1 160,-1 0-1,-1-2 1,-27 13-160,43-26-106,0 0 1,-1-1-1,0-1 0,0 0 0,-1-1 0,1 0 0,-1-1 0,1-1 0,-13 0 106,28-3-102,-1 1-1,1 0 1,-1 0-1,1-1 1,-1 1-1,1 0 1,-1-1-1,1 1 1,0 0-1,-1-1 0,1 1 1,-1-1-1,1 1 1,0 0-1,-1-1 1,1 1-1,0-1 1,0 1-1,-1-1 1,1 0-1,0 1 0,0-1 1,0 1-1,0-1 1,0 1-1,0-1 1,0 1-1,0-1 1,0 0-1,0 1 1,0-1-1,0 1 1,0-1-1,0 1 0,0-1 1,0 1-1,1-1 1,-1 0 102,0-2-1001,0-23-4900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22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11963,'0'0'5101,"0"0"-3121,10 39 198,77 275 1219,10 21-649,13 134-2748,-103-436-621,-7-46-1320,-10-53-1501,-17-13-2970,-6-1-3442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23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0 434 7890,'0'0'3791,"9"-34"-1724,-4 11-1652,-2 4-115,0 1-1,2 0 1,0 1 0,2-1 0,-1 1-1,2 0 1,0 0 0,2 1 0,-1 0-1,2 1 1,0 0 0,12-11-300,-8 10 285,2 2 0,0 0 1,0 2-1,1-1 0,1 2 0,0 1 0,0 0 1,1 1-1,0 1 0,1 1 0,0 1 1,0 1-1,0 0 0,1 2 0,-1 0 1,1 2-1,19 1-285,-34 0 54,0 1 1,0 0 0,0 0-1,0 0 1,0 1-1,0 1 1,0-1-1,-1 1 1,1 0-1,-1 0 1,0 1 0,0 0-1,0 0 1,0 0-1,-1 1 1,1-1-1,-1 2 1,-1-1 0,2 2-55,1 2 90,-1 1 1,0 0-1,-1 1 1,0-1 0,-1 1-1,0 0 1,0 0 0,-1 0-1,-1 1 1,0-1 0,0 6-91,0 0 169,-1-1 1,0 1 0,-1-1 0,-1 1 0,-1 4-170,1-13 55,-1 0 0,0 0 1,-1-1-1,1 1 0,-1-1 0,-1 1 0,1-1 0,-1 0 1,-1 0-1,1 0 0,-4 3-55,-16 14 66,0-1 0,-1-1 0,-2-1 1,0-1-1,-1-2 0,-1-1 0,0-1 0,-1-1 0,-1-2 1,0-1-1,-1-1 0,-1-2 0,-12 2-66,-30-4-761,74-7 709,0 0 1,1 0-1,-1 0 1,1 0-1,-1 0 1,0 0-1,1 0 1,-1 0-1,1 0 1,-1 0-1,1-1 1,-1 1 0,0 0-1,1 0 1,-1-1-1,1 1 1,-1 0-1,1-1 1,-1 1-1,1 0 1,0-1-1,-1 1 1,1-1-1,-1 1 1,1-1 0,0 1-1,-1-1 1,1 1-1,0-1 1,0 1-1,-1-1 1,1 1-1,0-1 1,0 0-1,0 1 1,0-1 51,5-26-1793,24-24-3574,13-2-4072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23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 13707,'0'0'1816,"-1"34"439,-2 10-1370,-1-4-11,2 0-1,2 0 0,2 0 1,5 28-874,-4-52 149,1 1 1,1 0 0,1-1-1,0 0 1,1 0-1,0 0 1,2-1 0,0 0-1,0-1 1,1 0-1,1 0 1,1-1 0,-1-1-1,2 0 1,0 0-1,0-2 1,2 1-150,-6-4 29,1-1 1,1 0-1,-1-1 0,1 0 0,0 0 1,0-1-1,0-1 0,1 0 1,-1 0-1,1-1 0,0 0 0,-1-1 1,1-1-1,0 0 0,0-1 1,0 0-1,-1 0 0,1-1 0,-1-1 1,1 0-1,-1-1 0,0 0 1,0 0-1,0-1 0,3-3-29,1-1 23,0-2 1,-1 1-1,0-2 1,-1 0-1,0-1 0,-1 0 1,0-1-1,-2 0 0,1 0 1,-1-1-1,-1-1 0,-1 0 1,3-8-24,-7 15 41,0 0-1,0 0 1,-1-1 0,-1 1-1,1 0 1,-2-1 0,1 0 0,-1 1-1,-1-1 1,0 0 0,0 0-1,-1 1 1,0-1 0,0 0 0,-1 1-1,-1-1 1,0 1 0,0 0-1,0 0 1,-1 0 0,-1 0 0,0 0-1,0 1 1,0 0 0,-5-4-41,-3-2 102,0 2 0,-1-1 0,-1 2-1,0 0 1,0 0 0,-1 2 0,-1 0 0,1 0 0,-1 2 0,-1 0 0,-16-4-102,-2 2-667,0 2-1,0 1 1,-1 2 0,0 1 0,-18 3 667,78 0-5756,20 0-5769</inkml:trace>
  <inkml:trace contextRef="#ctx0" brushRef="#br0" timeOffset="1">810 239 15371,'0'0'4097,"0"0"-360,50 157-2505,-33-94-112,-4-7-423,-3-11-329,0-9-176,0-12-184,-1-10-8,8-14-816,29-26-665,1-25-3584,-1-11-7570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23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 15603,'0'0'2354,"0"0"-504,0 0 42,0 0-834,-13 31-699,-1 4-240,1 0 0,-5 28-119,17-60 5,1 1 0,-1 1 0,1-1-1,0 0 1,0 0 0,1 0 0,-1 0-1,1 0 1,0 0 0,0 0-1,0-1 1,0 1 0,1 0 0,-1 0-1,1-1 1,0 1 0,0-1 0,1 1-1,-1-1 1,1 0 0,-1 0 0,1 0-1,0 0 1,0-1 0,0 1 0,2 0-5,10 11 60,2 5 165,-1 1 0,-1 0 0,0 1 0,-2 0 0,7 15-225,-15-27 98,-1 0 0,0 1 1,-1-1-1,0 1 0,0 0 1,-1 0-1,0 1 0,-1-1 1,0 0-1,0 0 0,-2 1 1,1-1-1,-1 0 0,0 0 1,-2 4-99,1-9 12,0-1 1,-1 1 0,1 0 0,-1-1 0,0 0 0,-1 1 0,1-1 0,-1-1 0,1 1-1,-1 0 1,-1-1 0,1 0 0,0 0 0,-1 0 0,1 0 0,-1-1 0,0 0 0,0 0 0,0 0-1,0 0 1,0-1 0,0 0 0,-1 0-13,-17 4 5,0-1-1,0-1 1,0-1-1,-16-2-4,14 1-318,-38-3-1031,25-11-4041,20 1-1226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24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17356,'0'0'2048,"0"0"321,0 0-1137,-119 220-40,82-77-352,14-4-47,17-8-241,6-29-224,13 2-232,23 3-96,11-21-328,25-11-633,-5-25-895,-11-26-4497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24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28 188 14003,'0'0'1006,"0"0"154,29-18-713,99-58-447,-102 63-154,0 1 0,1 1 0,20-5 154,-28 10-60,-1 0 0,0-2 0,8-4 60,-22 6 1747,-15 3-891,-25 2-273,32 1-407,-14 1 99,0 1-1,0 0 1,0 2 0,1 0-1,0 1 1,0 0 0,0 1-1,0 1 1,1 1 0,-3 3-275,7-5 116,0 1 1,0 1-1,1 0 1,0 0-1,1 1 1,0 1-1,1-1 1,-1 2-1,2-1 1,0 1-1,0 1 1,1-1-1,-4 10-116,9-17 14,-1 1 0,2-1 0,-1 1 0,1 0 0,-1 0 0,1-1 0,0 1 0,1 0 0,0 0 0,-1 0 0,1 0 0,1 0 0,-1 0 0,1 0 0,0 0-1,0 0 1,2 4-14,-1-6 5,0 1 0,0 0 0,1-1 0,0 1 0,0-1-1,0 0 1,0 0 0,0 0 0,0 0 0,1-1 0,-1 1 0,1-1-1,0 0 1,0 0 0,0-1 0,0 1 0,0-1 0,0 1-1,4-1-4,32 8 6,1-2-1,10 0-5,62 11-93,-108-17 83,-1 0 0,0 1 0,1 0 0,-1 0 0,0 0 0,0 0 0,0 1 0,0 0 0,1 1 10,-4-3 8,0-1 1,0 1 0,-1-1-1,1 1 1,-1 0 0,1-1 0,-1 1-1,1 0 1,-1-1 0,1 1-1,-1 0 1,0 0 0,1 0 0,-1-1-1,0 1 1,1 0 0,-1 0-1,0 0 1,0 0 0,0-1-1,0 1 1,0 0 0,0 0 0,0 0-1,0 0 1,0 0 0,-1-1-1,1 1 1,0 0 0,0 0 0,-1 0-1,1-1 1,0 1 0,-1 0-1,1 0 1,-1-1 0,1 1-1,-1 0 1,0-1 0,1 1 0,-1-1-1,1 1 1,-1 0 0,0-1-1,0 0 1,1 1 0,-1-1 0,0 1-1,0-1 1,0 0 0,1 1-1,-1-1 1,0 0 0,0 0-9,-22 9 391,0-1 0,0-2 0,-1 0 0,1-1 0,-1-1 1,-14-1-392,0 2 545,1 1 1,-14 5-546,28-4-402,21-3-686,36-3-2432,-17-1 1858,31 0-4277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2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13339,'0'0'4721,"0"0"-840,0 0-2065,4 164-184,-31-105-551,-3 1-369,-3-4-288,0-5-304,7-10-120,6-5-168,10-12-544,10-12-913,10-12-1311,26-9-2609,7-18-5994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25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218 375 15915,'0'0'2002,"0"0"-7,-28 1-228,-89 9-786,113-10-941,0 1 0,1 0 1,-1 1-1,1-1 1,-1 1-1,1-1 1,0 1-1,-1 0 1,1 0-1,0 1 1,0-1-1,0 1 1,1-1-1,-1 1 1,1 0-1,-1 0 1,1 0-1,0 0 1,0 0-1,0 1 1,1-1-1,-1 1 1,1-1-1,0 1 0,0 0 1,0-1-1,0 1 1,0 3-41,0-3 20,1 0-1,0 0 1,-1 1 0,1-1 0,1 0 0,-1 0-1,0 0 1,1 0 0,0 0 0,0 0-1,0 0 1,1 0 0,-1 0 0,1-1-1,0 1 1,0 0 0,0-1 0,1 1 0,-1-1-1,1 0 1,0 0 0,0 1-20,6 0 12,0 0 1,1 0 0,-1 0-1,1-1 1,-1-1-1,1 0 1,0 0-1,0-1 1,0 0-1,9-1-12,8 0-85,0-1 0,0-1-1,13-3 86,-26 2-169,0 0 1,0-2-1,0 1 0,10-6 169,-19 8-17,-1 0 0,0 0 0,0 0 0,0-1 0,0 1 0,0-1 0,-1 0 0,1 0 0,-1 0 0,0 0 0,0-1 0,0 0 0,0 1 0,0-1 0,-1 0 0,2-3 17,-7 64 2806,-1 36-2651,-12 54 705,4 103-860,11-240-4,1-9-11,-1 1-1,1-1 0,0 1 0,-1-1 0,1 1 0,0 0 0,0-1 0,0 1 0,0-1 0,0 1 1,1 0-1,-1-1 0,0 1 0,1-1 0,-1 1 0,1-1 0,0 1 0,-1-1 0,1 0 1,0 1-1,0-1 0,0 0 0,0 1 0,0-1 0,0 0 0,0 0 0,0 0 0,1 0 0,-1 0 1,0 0-1,1 0 0,-1 0 0,1-1 0,0 1 16,5 0-305,1 0 0,-1-1 1,0 0-1,1-1 0,-1 0 0,0 0 0,1 0 0,-1-1 1,0 0-1,0 0 0,0-1 0,-1 0 0,1 0 0,4-4 305,45-31-7356</inkml:trace>
  <inkml:trace contextRef="#ctx0" brushRef="#br0" timeOffset="1">629 0 15491,'0'0'2121,"0"0"-705,0 0 1105,178 194-1049,-138-28-560,-17-2 224,-20-15-367,-3-27-41,-3-42-368,-13 0-192,-4-5-168,10-22-40,10-29-936,0-15-1569,3-9-6153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25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11570,'0'0'2481,"0"0"688,0 0-585,0 0-1384,0 0-543,0 0-393,188-18-256,-112 9-8,0 0-824,0 3-1417,-16 0-1720,-24 6-6385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25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14267,'0'0'1936,"0"0"-255,0 0 951,0 0-1111,0 0-1057,248 0-464,-126-30-1408,-19 0-3770,-17 4-5352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2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16668,'0'0'2717,"0"0"-1562,14 43-334,155 562 1963,-146-493-2499,-4 2 0,-5-1 0,-5 2 0,-6 12-285,-5-149-507,-1 1 0,-2 0 0,0 1-1,-1-1 1,-1 1 0,-1 0-1,-1 1 1,-4-6 507,-12-32-1105,-6-18 368,-5-10 277,-11-46 460,39 102 178,0-1-1,2-1 1,1 1 0,2-1-1,1 0 1,1-16-178,3 31 52,0-1-1,1 1 1,1 0-1,0 0 1,1 0-1,1 0 1,1 1 0,0 0-1,1 0 1,0 1-1,1 0 1,1 1-1,0 0 1,1 0 0,0 1-1,1 0 1,0 1-1,13-9-51,-5 5 27,0 1 0,1 1-1,1 0 1,0 2 0,0 1-1,1 0 1,1 2 0,-1 0-1,1 2 1,1 1 0,-1 0-1,13 1-26,-28 3 34,0 1 0,0 0 1,0 0-1,0 1 0,0 0 0,-1 1 0,1 0 0,0 0 0,0 1 0,-1 0 0,3 2-34,-6-3 35,0 1-1,0 1 0,-1-1 1,1 1-1,-1-1 0,0 1 0,0 0 1,-1 1-1,1-1 0,-1 1 0,0-1 1,0 1-1,0 0 0,-1 0 1,1 0-1,-1 1 0,-1-1 0,1 2-34,1 5 69,0 0 0,-1 1 0,0-1 0,-1 0 0,0 1 0,-1-1-1,-1 1 1,0-1 0,-1 0 0,0 1 0,0-1 0,-2 0 0,1 0 0,-2-1-1,1 1 1,-2-1 0,1 0 0,-2 0 0,1-1 0,-1 1 0,-2-1-69,-12 16 46,-2-1-1,-1-2 1,0 0 0,-2-2 0,-1-1 0,0-1-1,-10 5-45,1-9-750,11-13-4415,18-2-107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2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8314,'0'0'9530,"0"0"-8258,-96 173 673,82-96-321,14 1-760,4-4-520,39-12-248,16-8-96,7-15-56,4-18-328,26-21-1168,-20 0-2825,-13-27-4177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2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16932,'0'0'2576,"0"0"-1040,0 0-439,0 0 207,186 149-552,-127-81-240,1-5-512,-7-12 136,-10-13-136,-14-14-160,-5-24-1056,-11 0-4209,-7-9-6138</inkml:trace>
  <inkml:trace contextRef="#ctx0" brushRef="#br0" timeOffset="1">397 33 3289,'0'0'15219,"0"0"-13707,0 0 169,-66 164-113,33-84-432,-7 0-336,7-8-304,4-13-367,9-14-121,10-18-8,6-15-737,4-12-863,0 0-2561,14-21-2608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57 776,'0'0'16980,"0"0"-14012,0 0-1823,0 0-41,0 0-880,0 0-224,241-47-344,-168 41-1320,-23 3-3554,-21 3-7272</inkml:trace>
  <inkml:trace contextRef="#ctx0" brushRef="#br0" timeOffset="1">239 292 13363,'0'0'4049,"0"0"-1513,0 0-311,0 0-1305,0 0-672,0 0-248,228-101-760,-145 60-1745,-17 8-2128,-16 6-3712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3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0 488 9514,'0'0'2337,"0"0"-648,5 27 276,-5-27-1965,4 29 949,2-1 1,9 27-950,-13-52 79,-1 1 1,1 0-1,0-1 1,1 1-1,-1-1 1,0 0-1,1 0 1,0 0-1,0 0 1,0 0 0,0-1-1,0 1 1,1-1-1,-1 0 1,1 0-1,-1 0 1,1 0-1,0-1 1,0 1-1,0-1 1,0 0-1,0 0 1,0-1-1,0 1 1,0-1-1,0 0 1,0 0 0,2 0-80,2 1 135,9-1-32,1-1 1,-1 0-1,0-1 1,0-1 0,0 0-1,-1-1 1,1-1-1,-1-1 1,0 0 0,0-1-1,-1-1 1,0-1-1,-1 0 1,1 0-1,-2-2 1,1 1 0,-1-2-1,-1 0 1,0 0-1,-1-1 1,0-1 0,-1 0-1,-1 0 1,0-1-1,6-14-103,-13 24 70,0-1 0,0 1 0,0-1 0,-1 0 0,0 0 0,0 1 0,0-1 0,-1 0 0,1 0 0,-1 0 0,-1 0 0,0-3-70,0 6 20,1 1 1,-1-1-1,0 1 0,0-1 1,0 1-1,-1 0 1,1 0-1,0-1 1,-1 1-1,0 0 0,1 0 1,-1 0-1,0 1 1,0-1-1,0 0 1,0 1-1,0-1 1,0 1-1,-1 0 0,1 0 1,0 0-1,-1 0 1,1 0-1,-1 0 1,1 1-1,-1-1 0,-1 1-20,-11-3-14,1 1 0,-1 0-1,0 2 1,0 0 0,0 0-1,0 1 1,1 1-1,-1 1 1,1 0 0,-1 1-1,-6 3 15,-54 26-8342,63-28-4992</inkml:trace>
  <inkml:trace contextRef="#ctx0" brushRef="#br0" timeOffset="1">817 0 15771,'0'0'1905,"0"0"583,109 176-639,-82-75-361,-21 6-792,-6 0-160,-3-12-320,-27-11-216,-9-13-384,-34 4-632,10-22-1585,0-11-4032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3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16508,'0'0'2208,"0"0"-1616,0 0-376,0 0-216,0 0-2248,0 0-2593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4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11506,'0'0'2369,"0"0"-497,0 0 609,0 0-1137,0 0-656,198 3-688,-115-20-3680</inkml:trace>
  <inkml:trace contextRef="#ctx0" brushRef="#br0" timeOffset="1">798 90 14931,'0'0'2913,"0"0"-1849,0 0 288,0 0-1352,0 0-1280,199-89-10106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2458 140 672,'0'0'15475,"0"0"-10610,0 0-3048,0 0-313,0 0-976,0 0-528,0 0-1680,23-83-8010</inkml:trace>
  <inkml:trace contextRef="#ctx0" brushRef="#br0" timeOffset="1">0 0 15603,'0'0'4097,"0"0"-3465,0 0 713,0 0-201,17 229-416,-11-142-464,4-1-104,-3-6-64,0-8-168,-4-7 72,3-14-600,-2-7-1528,-4-17-2986,0-15-3487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15739,'0'0'2537,"0"0"-1617,0 0 568,192-66-1023,-66 45-337,26 4-128,63 8-729,-60 9-3448,-16 0-11378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5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14475,'0'0'3081,"0"0"-1825,0 0 96,0 0 177,40 220-673,-23-130-312,-1-4-384,7-12-48,-3-8-112,-3-4-312,-11-17-1833,-6-15-4160</inkml:trace>
  <inkml:trace contextRef="#ctx0" brushRef="#br0" timeOffset="1">1 610 16580,'0'0'3760,"0"0"-2527,0 0 231,168-42-1112,-62 16-216,7-1-136,-1 3-8,20-3-656,-32 6-2201,-28 1-4280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5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14123,'0'0'4153,"0"0"-2985,0 0-272,0 0-616,0 0-280,0 0-3856,0 0-10195</inkml:trace>
  <inkml:trace contextRef="#ctx0" brushRef="#br0" timeOffset="1">572 72 13947,'0'0'2761,"0"0"-2209,0 0-552,0 0-8698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5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15683,'0'0'2881,"0"0"-1969,0 0 1265,-7 191-385,27-84-648,3 15-616,0-3-120,-6-3-248,-4-12-152,-6-15-8,-4-14-200,-3-16-632,0-20-1864,-6-18-4162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6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0 343 15723,'0'0'1725,"30"-34"-978,-7 6-621,-3 3-41,1 0 0,1 1 0,1 1 0,1 1 0,2 1-1,0 1 1,0 2 0,19-9-85,-19 14 22,0 1 1,1 2-1,1 0 1,0 2-1,0 2 0,0 0 1,1 2-1,0 0 1,0 3-1,15 0-22,-38 1 16,-1 0 1,1 0-1,-1 1 0,1-1 0,-1 1 0,1 0 1,-1 1-1,1-1 0,-1 1 0,0 0 0,0 1 1,0-1-1,0 1 0,0 0 0,0 0 1,-1 1-17,0 0 36,-1 0 0,1 1 0,-1-1 0,-1 1 1,1 0-1,-1 0 0,1 0 0,-1 0 0,-1 0 1,1 1-1,-1-1 0,0 1 0,0-1 1,-1 0-1,1 1 0,-1 1-36,0 2 143,0 1 0,0-1 1,-1 0-1,-1 1 0,1-1 0,-1 0 0,-1 0 1,0 0-1,0 0 0,-1-1 0,-3 7-143,-2 1 200,0-1 0,-1-1 0,-1 0 0,-1 0 0,1-1 0,-4 2-200,-25 20 329,-2-1 0,0-3 0,-39 22-329,64-43-58,-139 83-1404,156-93 1291,-1-1 1,1 1 0,-1-1 0,1 1-1,0 0 1,0-1 0,-1 1-1,1-1 1,0 1 0,0-1 0,-1 1-1,1-1 1,0 1 0,0-1-1,0 1 1,0-1 0,0 0-1,0 1 1,0-1 0,0 1 0,0-1-1,0 1 1,0-1 0,0 1-1,0-1 1,0 1 0,0-1 0,1 1-1,-1-1 1,0 0 170,0 1-216,6-30-5450</inkml:trace>
  <inkml:trace contextRef="#ctx0" brushRef="#br0" timeOffset="1">1036 117 16035,'0'0'3129,"0"0"-1313,-152 152 505,112-66-1161,23 6-384,14 0-296,3-8-215,23-16-193,20-17-72,17-22-128,9-17-521,37-12-695,-13-20-3553,-17-13-6249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16428,'0'0'3040,"0"0"-1696,0 0 561,0 0-409,208 164-584,-141-96-648,-11-6 265,-16-8-377,-14-15-112,-9-10-40,-4-11-617,-10 0-983,0-9-3505,-3-6-5833</inkml:trace>
  <inkml:trace contextRef="#ctx0" brushRef="#br0" timeOffset="1">390 0 10362,'0'0'9546,"0"0"-7569,0 0-865,-135 170 416,69-69-432,-1 3-511,11-9-297,20-14-240,23-22-48,13-20-144,33-24-865,16-15-1431,8 0-4097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6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18260,'0'0'2873,"0"0"-1433,0 0-136,0 0-656,179-41-600,-119 41-48,-14 0-1272,-20 9-4737,-19 8-7282</inkml:trace>
  <inkml:trace contextRef="#ctx0" brushRef="#br0" timeOffset="1">63 331 13755,'0'0'4065,"0"0"-1609,0 0-279,0 0-1185,0 0-992,209-42-8,-113 16-1344,-17 2-3393,-13 0-3505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122 149 8514,'0'0'2684,"29"-11"-1407,188-72 668,-177 70-1440,-25 9-17,0 0 1,0-2-1,-1 0 1,0 0 0,4-3-489,-15 4 1032,-16 3-256,-18 3-681,0 1 0,0 2 0,1 1 0,0 1 0,0 2 1,1 0-1,0 3 0,0 0 0,1 2 0,0 0 0,2 2 0,-1 2 0,2 0 0,-14 13-95,34-26 68,1 0-1,0 0 1,0 0-1,0 1 1,0 0 0,1 0-1,0 0 1,0 0-1,0 0 1,0 0 0,-1 5-68,4-8 17,-1 0 1,1 0 0,0 0-1,0 0 1,-1 0 0,1 0-1,1 0 1,-1 0 0,0 0 0,0 0-1,1 0 1,-1 0 0,1 0-1,-1 0 1,1 0 0,0 0-1,0 0 1,0-1 0,0 1 0,0 0-1,0-1 1,1 1 0,-1 0-1,1-1 1,-1 0 0,1 1-1,-1-1 1,1 0 0,0 0 0,-1 0-1,1 0 1,0 0 0,0 0-1,0 0 1,0-1-18,82 36 222,-35-16-107,32 18-115,-67-30 74,0 1 1,0 0-1,0 1 0,-2 0 1,1 1-1,-1 1 1,5 6-75,-14-14 84,1 1 1,-1-1 0,0 1 0,-1 0 0,1 0 0,-1 0-1,0 0 1,0 0 0,-1 0 0,1 1 0,-1-1 0,0 1-1,-1-1 1,1 0 0,-1 1-85,0-3 77,0 0 0,0 0 0,-1 0 0,1 0 0,-1 1 0,0-1 0,0-1-1,0 1 1,0 0 0,0 0 0,-1 0 0,1 0 0,-1-1 0,0 1 0,0-1 0,0 1 0,0-1 0,0 0 0,0 0 0,-1 0 0,1 0-1,-1 0 1,1 0 0,-1-1 0,0 1 0,0-1-77,-25 10 122,0-1 0,-1-1-1,0-2 1,-1-1 0,1-1 0,-1-1-1,-18-1-121,57-12-1272,107-54-4494,-50 28-917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3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 16163,'0'0'2305,"0"0"-1593,0 0 1705,132 158-1065,-96-48-312,-16 18-48,-20 5 41,0-22-377,-36 2-264,-7-18-208,-4-24-136,-9-11-40,0-16-8,-7-11-216,0-3-880,-6-12-753,16-6-3672,16-9-9378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47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17396,'0'0'2218,"0"0"-673,0 0-197,0 0-514,0 0-218,23 5-49,0 1-449,-8-1-40,0-1 1,0 0-1,1-1 1,0-1-1,-1-1 1,1 0-1,0-1 1,0-1-1,3 0-78,5-4 77,-1-1-1,0-1 0,0-1 1,0-1-1,-1-1 1,13-8-77,8-8 88,0-1 1,24-21-89,-67 47 8,1 0 0,0 0 0,0 0 0,0 0 0,-1 1 0,1-1 0,0 0 0,0 1 0,0-1 0,0 1 0,0-1 0,0 1 0,0-1 0,0 1 1,1 0-1,-1-1 0,0 1 0,0 0 0,0 0 0,0 0 0,0 0 0,0 0 0,1 0 0,-1 0 0,0 0 0,0 1 0,0-1 0,0 0 0,0 1 0,0-1 0,0 1 0,0-1 0,0 1 0,0-1 0,0 1 0,0 0 0,0-1 0,0 1 0,0 0 0,-1 0 0,1 0 0,0 0-8,3 6 28,-1-1 1,-1 0-1,1 1 0,-1-1 0,0 1 1,1 6-29,1 5 36,26 100 466,-4 2-1,-7 1 1,-4 4-502,1 87 1209,-10 71-1209,-6-277-149,0 29 481,0-35-362,0 1-1,0-1 1,0 0 0,0 1-1,0-1 1,0 0 0,0 1-1,0-1 1,0 1 0,0-1-1,0 0 1,0 1 0,0-1-1,0 0 1,0 1 0,1-1-1,-1 1 1,0-1 0,0 0-1,0 1 1,1-1 0,-1 0-1,0 0 1,0 1-1,1-1 1,-1 0 0,0 1-1,0-1 1,1 0 0,-1 0-1,0 0 1,1 1 0,-1-1-1,0 0 1,1 0 0,-1 0-1,1 0 1,-1 0 0,0 0-1,1 0 1,-1 0 0,0 0-1,1 0 1,-1 0 0,1 0-1,-1 0 1,0 0-1,1 0 1,-1 0 0,1 0-1,-1 0 1,0 0 0,1-1-1,-1 1 1,0 0 0,1 0-1,-1 0 1,0-1 0,1 1-1,-1 0 1,0 0 0,0-1-1,1 1 1,-1 0 0,0-1-1,0 1 1,0 0-1,1-1 32,49-68-4929,-21 25-3542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48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16123,'0'0'4297,"0"0"-3753,0 0 537,0 0-465,179-24-384,-87-3-120,4 0-112,0 0-168,17-8-1056,-24 8-3305,-16 3-3009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4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1112,'0'0'14571,"0"0"-12602,0 0-65,26 149-704,17 21 425,4 47-769,-8-9-120,-16-38-520,-6-54-48,-4-39-112,4-2-8,3 2-48,-4-14-96,1-25-600,-11-38-1176,-2-15-1897,-4-29-2761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49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0 256 10506,'0'0'2062,"20"-31"-308,-6 8-1365,-1 0-10,1 2 1,1 0 0,10-11-380,-17 23 145,0 0 0,1 1 1,-1 0-1,2 1 0,-1 0 0,1 1 1,0-1-1,1 2 0,-1 0 0,1 0 1,4-1-146,5 0 223,-1 1 0,1 1 0,0 1 0,1 1 0,-1 0 0,0 2 0,1 0 0,-1 1 0,0 1 0,7 2-223,-18-2 44,-1-1 0,1 1 0,-1 1 0,1 0 0,-1 0 0,0 1 0,0-1 0,0 2 0,-1-1 0,1 1 0,-1 1 0,0-1 0,0 1 0,-1 0 0,0 0 0,0 1 0,-1 0 0,1 0 0,-1 1 0,-1-1 0,0 1 0,0 0 0,0 0 0,1 5-44,-3-5 106,1 1 0,-1 0 0,-1 0 0,1 0 1,-2 1-1,1-1 0,-1 0 0,-1 0 0,1 0 0,-2 0 0,1 0 1,-1 0-1,-1 0 0,1 0 0,-1-1 0,-1 1 0,0-1 0,0 0 1,-1 0-1,-5 7-106,-2 1 148,-2-1 0,0-1-1,0 0 1,-1-1 0,-1 0 0,0-1 0,-1-1 0,0-1 0,-5 2-148,6-3 9,0-1-1,0 0 1,0-1 0,-1-1 0,0-1 0,-1 0-1,1-1 1,-1-1 0,1 0 0,-1-2-1,0 0 1,-10-1-9,27 0-49,-1 0 0,1 0 0,0-1 0,0 1-1,0 0 1,0-1 0,0 1 0,0-1 0,0 1-1,0-1 1,0 0 0,0 1 0,0-1 0,0 0 0,0 0-1,0 1 1,1-1 0,-1 0 0,0 0 0,1 0 0,-1 0-1,0 0 1,1 0 0,-1 0 0,1 0 0,0 0 0,-1-1-1,1 1 1,0 0 0,0 0 0,0 0 0,0 0 0,-1 0-1,2-1 1,-1 1 0,0 0 0,0 0 0,0 0-1,0 0 1,1-1 49,0-4-592,0 1-1,1-1 0,0 1 1,0 0-1,0-1 0,1 1 1,-1 0-1,3-2 593,28-32-6015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49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11 247 13771,'0'0'2132,"2"36"480,0 1-1879,3 40 710,2 0 0,5 3-1443,79 353 161,-88-425-3267,-1-9 1120,-1-19 392,-3-34 1020,-8 9 351,-1-1 0,-15-38 223,11 42 527,3-1-1,1 0 1,0-17-527,7 32 473,2 1 0,1-1 0,1 0-1,1 1 1,2-1 0,3-16-473,-2 28 148,0-1-1,2 1 1,-1 0 0,2 0-1,0 1 1,1 0-1,0 0 1,1 1 0,1 0-1,1 1 1,2-3-148,0 1 123,1 1 0,0 0 0,1 0 0,1 2 0,0 0 0,1 1 0,0 1 0,0 0 1,1 1-1,0 1 0,1 1 0,0 0 0,0 2 0,0 0 0,1 1 0,0 1 0,8 0-123,-24 3 7,0 0-1,1 1 1,-1-1 0,1 1-1,-1 0 1,0 0-1,0 1 1,0-1 0,1 1-1,-1 0 1,-1 0 0,1 0-1,0 1 1,0-1-1,-1 1 1,0 0 0,1 0-1,-1 0 1,0 0-1,-1 1 1,1-1 0,0 1-1,-1 0 1,0 0 0,0 0-1,0 0 1,-1 0-1,1 0 1,-1 0 0,0 0-1,0 1 1,0 0-7,1 7 62,0-1 1,0 1-1,-1-1 1,-1 1-1,0 0 1,-1 0-1,0-1 1,0 1-1,-2-1 1,1 1-1,-1-1 1,-2 4-63,-1-3 123,0 0 0,-1-1 0,-1 0 0,1 0 0,-2 0 0,1-1 0,-2 0 0,1-1 1,-1 0-1,-1-1 0,-5 4-123,-6 3 158,-1 0 0,-1-1 1,0-2-1,-1-1 1,-5 2-159,7-5 38,-1-2 1,0 0 0,-1-1-1,1-1 1,-1-2 0,1 0-1,-13-2-38,33 0-19,-1 0 0,0 0-1,1-1 1,-1 0 0,0 0-1,1 0 1,-1-1 0,1 0-1,-1 0 1,1 0-1,0 0 1,0 0 0,-3-3 19,5 4-74,1-1 1,0 1 0,-1 0 0,1 0-1,0-1 1,0 1 0,0-1-1,0 1 1,0-1 0,0 0 0,0 1-1,1-1 1,-1 0 0,0 1-1,1-1 1,-1 0 0,1 0 0,0 0-1,0 1 1,0-1 0,0 0-1,0 0 1,0 0 0,0 0 0,1 1-1,-1-1 1,0 0 0,1 0-1,0 1 1,-1-1 0,1 0-1,0 1 1,0-1 0,0 1 0,0-1-1,0 1 74,2-3-609,0 0-1,0 1 0,1 0 0,-1 0 0,1 0 1,-1 0-1,1 0 0,2 0 610,38-23-8258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83 226 6793,'0'0'9490,"0"0"-6199,0 0-831,0 0-954,0 30-827,0 167-162,0-194-506,0-3 2,-20-87-5416,20 74 5347,1 5 240,0 0-1,-1 0 1,-1 0 0,1 0-1,-1 0 1,-1 0 0,1 0-1,-1 0 1,-1 0 0,0 0-1,0 1 1,0 0 0,-2-3-184,-1-1 318,0 0 1,1-1-1,0 1 0,-3-12-318,0 0 194,6 20-205,2 2-56,0 1-21,0-10 252,0-11 170,0 21-332,0 0-1,0 0 1,0 0-1,0 1 1,0-1-1,0 0 1,0 0-1,0 1 1,0-1-1,0 0 1,1 0-1,-1 0 1,0 1-1,0-1 1,0 0-1,0 0 1,0 0 0,0 1-1,1-1 1,-1 0-1,0 0 1,0 0-1,0 0 1,0 1-1,1-1 1,-1 0-1,0 0 1,0 0-1,0 0 1,1 0-1,-1 0 1,0 0-1,0 0 1,1 0-1,-1 0 1,0 0-1,0 0 1,0 0 0,1 0-1,-1 0 1,0 0-1,0 0 1,1 0-1,-1 0 1,0 0-1,0 0 1,0 0-1,1 0 1,-1 0-1,0 0 1,0 0-1,1 0 1,-1-1-1,0 1 1,0 0-1,0 0 1,0 0-1,1 0 1,-1-1 0,0 1-1,0 0 1,0 0-1,0 0 1,0-1-1,0 1 1,0 0-1,0 0 1,1-1-2,10 21 21,-1 1 1,0 0-1,-2 0 1,0 1-1,-2 0 0,0 0-21,10 31 233,-12-40-180,2 6 13,1 0 1,0-1-1,1 1 0,1-1 1,1-1-1,5 8-66,-12-22 12,-1 1 1,1-1-1,0 0 1,0 0-1,0 0 1,0 0-1,1-1 1,-1 1-1,1-1 0,-1 0 1,1 0-1,0 0 1,0-1-1,0 1 1,0-1-1,0 0 1,0 0-1,0 0 0,1-1 1,-1 0-1,0 1 1,0-1-1,1-1 1,-1 1-1,0-1 1,0 1-1,0-1 0,0-1 1,0 1-1,0 0 1,0-1-1,0 0 1,1 0-13,3-3 12,0 1 1,1-2-1,-2 1 1,1-1-1,-1 0 1,0-1 0,0 1-1,-1-1 1,1-1-1,-2 1 1,1-1-1,-1 0 1,0 0 0,-1-1-1,0 0 1,0 1-1,-1-1 1,0-1-1,1-7-12,-2 8 27,0 0 0,-1 0 0,0 0-1,0 0 1,-1 0 0,0 0 0,-1 0-1,0 0 1,0 0 0,-1 0-1,0 0 1,-1 0 0,0 1 0,0-1-1,-1 1 1,0 0 0,0 0 0,-1 0-1,0 1 1,-1 0 0,0-1-27,-15-14 204,0 1-1,-2 1 1,-1 1 0,-4-2-204,18 14-11,0 0 0,0 1 0,0 1 0,-1-1 0,0 2 0,0-1 1,0 2-1,0-1 0,-1 2 0,1-1 0,-1 2 0,-2-1 11,14 3-108,-1-1 0,1 1 1,0-1-1,0 1 0,0-1 0,0 1 0,0-1 1,0 1-1,0-1 0,-1 1 0,2-1 0,-1 1 1,0 0-1,0-1 0,0 1 0,0-1 0,0 1 1,0-1-1,0 1 0,1-1 0,-1 1 0,0-1 1,0 0-1,1 1 108,14 16-3968,10 1-3229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0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16548,'0'0'2128,"0"0"-352,0 0 473,0 0-921,30 163-792,-24-133-288,-6 0-160,4-3-80,-4-6 40,0-1-48,0-11-216,6-3-584,14-6-688,-3-21-3009,2-14-4521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1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17164,'16'-113'3921,"-22"113"-2513,6 0-80,0 0-1112,13 0-216,50-15-1056,-4 3-2977,-2-6-4249</inkml:trace>
  <inkml:trace contextRef="#ctx0" brushRef="#br0" timeOffset="1">825 21 12763,'0'0'4343,"0"0"-1430,0 0-722,0 0-896,-24 28-750,-71 90-327,92-114-211,0 0 0,0 0 1,1 0-1,-1 1 0,1-1 1,0 1-1,0-1 0,0 1 0,1 0 1,0-1-1,0 1 0,0 0 1,0 0-1,1 0-7,0-1 7,1-1-1,0 1 1,-1-1 0,1 1-1,1-1 1,-1 1 0,0-1 0,1 0-1,0 0 1,0 0 0,1 2-7,4 8 25,15 30 28,13 37-53,-29-64 89,-1 0 0,-1 0 0,0 1 0,-1-1-1,-1 1 1,-1-1 0,0 4-89,-1-18 17,0 0 0,0 0 0,-1 0 0,1 0 1,-1 0-1,1 0 0,-1 0 0,0 0 0,1 0 0,-1 0 0,0 0 0,0 0 0,-1 0 0,1-1 0,0 1 1,0-1-1,-1 1 0,1-1 0,-1 1 0,-1 0-17,-1 1 18,0 0-1,-1-1 1,1 0 0,-1 0 0,0 0-1,1 0 1,-1-1 0,0 1-1,-1-1-17,-6 1 22,1-1 0,-1 0 0,0-1 0,1 0 0,-1 0 0,1-1 0,-11-3-22,19 3 23,0 0 0,1-1 1,0 1-1,-1-1 0,1 0 1,0 0-1,0 0 0,0 0 0,0 0 1,0 0-1,0 0 0,1 0 1,-1-1-1,1 1-23,-8-21-1216,9 22 879,-1 0 1,1 0 0,0 0-1,0 0 1,0 0 0,0 0-1,0 0 1,1 0 0,-1-1-1,0 1 1,0 0 0,1 0-1,-1 0 1,1 0-1,-1 0 1,1 0 0,0 0 336,10-10-6300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1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12339,'0'0'1688,"0"0"224,0 0-343,0 0 175,90 187-464,-61-80-23,-9 9 87,-17-2-344,-3-13-224,0-15-512,-6-15-136,-7-17-128,3-15-72,3-18-936,7-10-2072,0-11-4706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1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12547,'0'0'2656,"0"0"-1207,0 0-537,0 0-568,0 0-344,205-33-440,-132 21-1297,-20 3-407,-17 3-3929</inkml:trace>
  <inkml:trace contextRef="#ctx0" brushRef="#br0" timeOffset="1">119 381 12459,'0'0'2248,"0"0"-1088,0 0 857,0 0-681,0 0-1168,0 0-168,229-68-2472,-176 41-3458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0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8978,'0'0'4433,"0"0"-1248,0 0-433,0 0-1616,0 0-223,0 0 359,0 244-328,-3-137-344,-10 6-256,3-3-32,-4-17-296,4-16 40,4-21-56,3-17-72,3-39-824,0 0-1520,0-12-3898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0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14579,'0'0'1507,"0"0"-773,42-25-290,38-24-178,18-3-266,-89 47 28,0 1-1,0 1 0,1-1 1,-1 2-1,0-1 0,1 1 1,0 1-1,-1 0 0,1 0 1,0 1-1,0 0 0,-1 0 1,1 1-1,7 2-27,-10-1 52,-1 0 0,0 0 0,1 1 0,-1 0 0,0 0 0,-1 1 0,1-1 0,0 1-1,-1 0 1,0 1 0,0-1 0,0 1 0,-1 0 0,1 0 0,-1 1 0,1 2-52,0 0 112,-1 0 1,0 0-1,-1 0 1,1 0-1,-2 1 0,1-1 1,-1 1-1,-1 0 0,1 0 1,-1-1-1,-1 1 1,0 0-1,0 0 0,-1 0 1,0 0-1,0-1 0,-1 1 1,0 0-1,-1-1 1,0 1-1,0-1 0,-1 0 1,0 0-1,0 0 1,-1-1-1,0 1-112,-11 9 73,0-1 0,-1-1 0,-1 0 0,0-1-1,-1-1 1,0-1 0,-1-1 0,-1 0 0,1-2 0,-2 0 0,1-1 0,-1-2 0,0 0 0,-1-1 0,-20 2-73,39-7-266,-20-1-1280,15-9-2381,7-14-2500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01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 16412,'0'0'2824,"0"0"-959,-132 187 463,95-101-976,18 1-616,15-13-616,4-8 49,13-16-169,30-14-401,10-12-487,30-21-768,-13-3-3249,-11 0-3593</inkml:trace>
  <inkml:trace contextRef="#ctx0" brushRef="#br0" timeOffset="1">702 146 8786,'0'0'10434,"0"0"-9314,0 0 89,0 0 255,168 191-848,-118-129-408,-4-11-104,-9-9-104,-4-16-104,-4-20-1416,-5-6-3689,-5 0-10963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02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1 18244,'0'0'2016,"0"0"-503,-110 169 759,51-79-944,-1-1-799,4-6-121,6-14-392,14-13-16,13-17-72,10-12-593,13-13-743,0-14-2529,26 0-2904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02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13139,'0'0'2856,"0"0"-2375,0 0-177,0 0-304,0 0-1345,202 0-1879,-156 0-1697</inkml:trace>
  <inkml:trace contextRef="#ctx0" brushRef="#br0" timeOffset="1">27 292 12483,'0'0'2360,"0"0"473,0 0 271,0 0-1191,0 0-1137,0 0-552,202-21-224,-116-2-368,-17 2-1640,-13-3-3866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0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80 12483,'0'0'1792,"0"0"-198,0 0 734,0 0-463,0 0-613,0 0-217,-13-13-150,4 4-703,5 4-111,-1 0 0,1 0 0,-1 1 0,0-1 0,0 1 0,0 1 0,0-1 0,-1 1 0,0 0 0,1 0 0,-1 0 0,0 1 0,-1 0 0,1 0 0,0 1 0,-1-1 1,1 1-1,-3 0-71,-3 1 46,0 1 0,1 0 1,-1 1-1,1 0 1,0 0-1,-1 1 0,1 1 1,0 0-1,1 0 1,-1 1-1,1 0 0,0 1 1,0 0-1,1 1 0,-1 0 1,1 1-1,1-1 1,0 2-1,0-1 0,0 1 1,1 0-1,1 1 1,-1 0-1,2 0 0,-1 0 1,1 0-1,1 1 1,-2 6-47,3-8 19,0-1 1,1 1-1,0 0 1,0 0-1,1 0 1,0 0-1,0 0 1,1 0 0,1 0-1,0 8-19,0-13 1,0-1 0,0 0 0,0 0 1,0 0-1,0 0 0,1 1 0,-1-2 0,1 1 0,0 0 0,0 0 0,0 0 1,0-1-1,1 1 0,-1-1 0,1 0 0,-1 0 0,1 0 0,0 0 0,0 0 1,0-1-1,0 1 0,0-1 0,0 1 0,0-1 0,1 0 0,-1-1 0,0 1 0,0 0 1,2-1-2,10 2-2,-1 0 1,1-1 0,-1-1 0,0 0-1,1-1 1,-1-1 0,1 0-1,-1-1 1,0 0 0,0-1 0,-1-1-1,9-4 2,-13 5-22,0-1-1,-1 0 1,0-1-1,0 0 1,0 0-1,-1-1 0,0 0 1,0 0-1,0-1 1,-1 0-1,0 0 1,-1 0-1,0-1 0,0 1 1,-1-1-1,0 0 1,-1-1-1,3-7 23,-4 8 84,1 0-1,-1 0 1,-1 0-1,1 0 1,-1-3-84,-1 11 437,0 6-152,-13 220-7,-1 7-270,14-231-34,0 0 0,0 0 0,0 0 0,1 0 0,-1 0 0,0 0 0,0 0 0,1 0 0,-1 0 0,0 0 0,1 0-1,-1 0 1,1 0 0,-1-1 0,1 1 0,0 0 0,-1 0 0,1 0 0,0-1 0,0 1 0,-1 0 0,1-1 0,0 1 0,0-1 0,0 1 0,0-1 0,0 1 0,0-1 0,0 1 0,0-1 0,0 0 0,0 0 0,0 1 0,0-1 0,0 0 0,0 0 0,1 0 26,42-5-2258,-1-10-2231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03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0 16796,'0'0'1840,"0"0"-128,36 203 697,-32-84-961,-4 15-480,-4-4-87,-19-2-129,-10-20-488,-7-10-208,-6-18-40,-4-11-32,-6-13-672,-23-14-729,16-18-3064,10-19-7265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1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15307,'0'0'2964,"0"0"-565,0 0 0,0 0-901,0 0-705,0 0-402,2 24-94,12 79 346,5 0 0,17 47-643,2 18 387,24 157 357,-15 2 1,-13 2-1,-11 259-744,-23-554-198,0 49 621,-1-57-1219,1-26 718,0 0 0,0 0 0,-1 0 0,1 0 0,0 0 0,0-1 0,0 1 0,0 0 0,0 0-1,0 0 1,0 0 0,0 0 0,0 0 0,-1 0 0,1 0 0,0 0 0,0 0 0,0 1 0,0-1 0,0 0 0,0 0 0,0 0 0,0 0 0,0 0 0,-1 0-1,1 0 1,0 0 0,0 0 0,0 0 0,0 0 0,0 0 78,-17-54-6583,-15-34 6583,2 14-7497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1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0 397 12683,'0'0'2172,"0"0"34,0 0 439,11-33-896,-11 33-1749,15-43 476,1 0 0,8-11-476,-18 45 87,0 0 0,0 0 0,1 0 0,0 0 0,0 1 0,1 1 0,0-1 0,1 1 0,0 0 0,0 1 0,0 0 0,1 1 0,-1 0 0,9-3-87,4-4 177,11-4-86,1 1 1,0 1-1,1 2 0,0 1 0,1 2 0,0 1 0,0 2 0,1 2 0,0 1 0,-1 2 0,26 2-91,-50 0 3,0 0 0,0 1 0,0 1 0,0 0 1,-1 0-1,0 1 0,1 0 0,-1 1 0,-1 1 0,1-1 0,-1 2 0,0-1 1,0 2-1,-1-1 0,0 1 0,0 1 0,-1-1 0,0 1 0,0 1 0,-1 0 1,-1 0-1,1 0 0,-2 0 0,1 1 0,-1 0 0,-1 1 0,0-1 0,-1 1 1,0-1-1,-1 1 0,0 0 0,0 6-3,0 9 88,0 1-1,-2-1 1,-1 0 0,-1 1 0,-1-1-1,-2 0 1,0 0 0,-2-1 0,-1 0-1,-1 0 1,-1 0 0,-2-2 0,0 1-1,-2 0-87,-20 33 455,-39 51-455,59-89 59,-2-1 1,-1 0-1,0-1 0,-1-1 1,-1-1-1,-20 13-59,33-25 17,-1 0 1,-1-1-1,1-1 1,0 1-1,-1-1 0,1 0 1,-1-1-1,0 0 1,1 0-1,-5 0-17,8-1-56,-1 0 0,1 0 1,-1 0-1,1 0 0,0-1 0,-1 1 0,1-1 1,-1 0-1,1-1 0,0 1 0,0-1 0,-1 0 0,1 0 1,1 0-1,-1-1 0,0 1 0,-3-4 56,6 5-118,-1-1 0,1 1-1,0-1 1,0 0 0,0 0-1,0 1 1,0-1 0,0 0-1,1 0 1,-1 0 0,1 0-1,-1 0 1,1 0 0,0 0-1,0 0 1,-1 0 0,2 0-1,-1 0 1,0-1 0,0 1-1,1 0 1,-1 0 0,1 0-1,-1 0 119,2-3-722,0 0 0,1 0 0,-1 0 0,1 1 0,0-1 0,0 1 0,1-1 0,1 0 722,29-31-8342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2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13291,'0'0'2887,"0"0"-644,0 0-468,0 0-877,-14 27-531,1-3-272,2 1 1,0 0 0,2 1-1,0 0 1,2 0 0,1 1 0,1 0-1,2 0 1,0 7-96,2 375 2113,1-356-1901,2 0 0,3 1 1,10 41-213,-11-74 5,1-1-1,1 0 1,1 0 0,1-1 0,0 0 0,2 0 0,0-1-1,1 0 1,1 0 0,12 13-5,-18-24-46,1-1 0,0 0-1,0 0 1,1-1 0,-1 1 0,1-2 0,0 1 0,0-1-1,1 0 1,0-1 0,-1 0 0,1 0 46,14 2-868,0 0-1,0-2 1,0-1 0,3 0 868,44-1-5826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11803,'0'0'3039,"0"0"-427,0 0-430,0 0-858,0 0-557,38 7-261,13 3-336,0 2 1,8 4-171,-48-11 27,0 0-1,0 0 1,-1 1 0,0 0-1,0 0 1,0 1 0,-1 1-1,0 0 1,-1 0-1,1 1 1,-2-1 0,1 2-1,-1-1 1,-1 1-1,1 1-25,8 10 47,16 26 134,-1 1-1,-2 1 1,8 24-182,61 161 519,-48-110-645,34 56 126,-82-177-576,7 12 931,-6-8-6717,-2-7 748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3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0 10442,'0'0'2581,"0"0"-411,-12 38 319,-4 14-1710,-12 41 1822,-24 46-2601,-20 18 1608,-7-4 1,-42 56-1609,59-105-68,42-61-1622,20-43 1459,0 1 0,1-1 0,-1 0 0,0 0 0,0 1 0,1-1 0,-1 0 0,0 0 0,1 0 0,-1 0 0,0 1 1,1-1-1,-1 0 0,0 0 0,0 0 0,1 0 0,-1 0 0,1 0 0,-1 0 0,0 0 0,1 0 0,-1 0 0,0 0 0,1 0 0,-1 0 0,0 0 0,1 0 1,-1 0-1,0-1 0,1 1 0,-1 0 0,0 0 0,0 0 0,1 0 0,-1-1 0,0 1 231,24-10-9462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3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11867,'0'0'4060,"0"0"-1428,0 0-868,0 0-709,0 0-487,0 0 12,16 2 266,131 10 331,89 10-506,-226-21-672,0 0 1,0 1-1,0 0 0,-1 1 0,1-1 1,-1 2-1,0 0 0,1 0 1,-2 0-1,1 1 0,0 1 0,-1-1 1,0 2 0,-6-3-4,-1 0 1,0 0 0,0 0 0,0 0-1,0 0 1,-1 0 0,1 0 0,-1 1 0,0-1-1,-1 0 1,1 0 0,-1 4 3,0 7-5,0-1 14,-1 0 0,0 0 0,-1-1 1,0 1-1,-1-1 0,-1 1 0,0-1 0,0-1 1,-2 1-1,1-1 0,-6 7-9,-12 16 6,-2 0 1,-1-2-1,-7 5-6,-70 73 41,-60 66-292,161-173-229,0 0 0,0-1 0,-1 1 0,0-1 1,1 0-1,-1 0 0,0 0 0,-1 0 0,1-1 0,-4 2 480,-3-1-4883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4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9378,'0'0'2921,"0"0"-433,0 0-351,0 0-449,218-33-632,-152 27-216,-6 3-416,-7 0-167,-10 0-241,-3 0-16,-11 3-40,-2 0-1057,-11 0-1799,-9 0-2842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4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6241,'0'0'2504,"0"0"-428,0 0-381,0 0-647,0 0-385,0 0 36,-11 25-42,-31 78 43,40-99-553,0 1 0,0-1 0,0 1 0,1-1 0,-1 1 0,1-1 0,0 1 0,1 0 0,-1 0 0,1 0 0,0-1-1,0 1 1,0 0 0,1 0 0,0 0 0,-1-1 0,2 3-147,-2-6 60,1 0-39,0 0 0,0 0 0,0 0 0,0 0 0,0 0 0,0 0 0,0 0 0,0 0 0,0-1 0,0 1 0,0 0 0,1-1 0,-1 1 0,0 0 0,1-1 0,-1 0-1,0 1 1,1-1 0,-1 0 0,0 0 0,1 0 0,-1 0 0,2 0-21,40 1 10,-33-1 45,25-2 210,0-1-1,29-7-264,-36 4 350,0 2 0,1 1 1,-1 1-1,29 3-350,-48 1 2,1 0 0,-1 0 0,0 1 0,0 1 0,0-1 0,0 2 0,-1-1 0,1 1 0,-1 0 0,0 1 0,-1 0 0,0 0 0,0 1 1,0-1-1,0 2 0,-1-1 0,0 1 0,4 7-2,-1-1 6,0 1-1,-1-1 1,-1 1 0,0 1 0,-1-1-1,-1 1 1,0 0 0,-1 0 0,-1 0 0,0 12-6,-1-11 115,-1 1 0,0 0 1,-2 0-1,0 0 1,-1 0-1,-2 7-115,2-20 106,0 1-1,0 0 1,0-1 0,-1 0-1,0 1 1,0-1 0,0 0-1,-1 0 1,1-1 0,-1 1-1,0-1 1,-1 0 0,1 0-1,-1 0 1,0-1 0,0 1-1,0-1 1,0 0 0,0-1-1,-1 1 1,1-1-106,-13 5 287,0-2 1,1 0-1,-2-1 1,1 0-1,0-2 1,-15 1-288,-119-4 663,71-1-632,38 2 633,23 0-1665,18 0-2263,8 0-2832,21 0-3228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26:15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4977,'0'0'4410,"0"0"-2088,0 0-775,0 0-396,0 0-241,0 0-373,18 12-220,8 5-79,-2 1-1,-1 0 1,0 2-1,-1 1 0,-1 1 1,-1 0-1,14 23-237,-22-25 207,-1 1 1,-1 0-1,-1 0 1,-1 1-1,-1 1 0,0-1 1,-2 1-1,2 20-207,-1 28 833,-2 1 1,-4 15-834,0-78 71,-1 22 191,-2-1 0,-1 1 0,-1-1 0,-2 0 0,-1 0 0,-2-1 0,0 0 0,-2-1 0,-4 6-262,-29 50 252,-3-2 0,-20 22-252,67-103-154,1-1 0,-1 1 0,0 0 0,1-1 0,-1 0 0,0 1 0,0-1 1,1 1-1,-1-1 0,0 0 0,0 1 0,0-1 0,1 0 0,-1 0 0,0 0 0,0 0 0,0 0 0,0 0 0,0 0 1,1 0-1,-1 0 0,0 0 0,0 0 0,0 0 0,0-1 0,1 1 0,-1 0 0,0-1 0,0 1 0,1 0 1,-1-1-1,0 1 0,1-1 0,-2 0 154,-4-2-3066,-7 0-4517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0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1 760,'0'0'496,"0"0"-368,20 196-8,0-116-120,3-5 8,7-10-8,9 13 288,-2-19-160,-4-11-128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5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11626,'0'0'6382,"0"0"-3852,0 0-935,0 0-487,-5 51-396,-14 162 431,10 48-1143,9-189 161,-2 53 168,6 0 0,5 0 0,10 24-329,-19-146-11,18 67 157,-17-67-194,0 0-1,0-1 0,1 1 1,-1 0-1,1-1 1,-1 1-1,1-1 0,0 1 1,0-1-1,0 0 1,0 0-1,0 0 0,0 0 1,0 0-1,1-1 1,-1 1-1,1-1 1,0 1-1,-1-1 0,1 0 1,1 0 48,-4 0-50,1-1 0,-1 0 0,1 0 0,0 0 0,-1 0 0,1 0 0,0 0 0,-1 0 0,1 0 0,0 0 0,-1 0 1,1 0-1,-1 0 0,1 0 0,0-1 0,-1 1 0,1 0 0,-1 0 0,1-1 0,0 1 0,-1 0 0,1-1 0,-1 1 0,1-1 0,-1 1 1,0-1-1,1 1 0,-1-1 0,1 1 0,-1-1 0,0 1 0,1-1 0,-1 1 0,0-2 50,5-14-1544,0 0-1,-2 0 0,0-1 1,-1 0-1,0 1 1,-2-14 1544,1-54-11345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1 283 11178,'0'0'1930,"26"-33"-311,-4 5-1115,-10 9-169,2 1 1,0 0-1,1 1 1,1 1-1,0 0 0,1 1 1,1 1-1,0 1 0,1 0 1,0 2-1,14-7-335,-17 12 161,0 0-1,0 1 1,0 0 0,1 2-1,-1 0 1,1 0-1,0 2 1,0 0 0,0 1-1,0 1 1,0 0 0,0 1-1,-1 1 1,2 1-161,-8-1 18,0 0 0,0 1 0,-1 0 0,1 0 0,-1 1 0,0 1 0,-1-1 0,1 1 0,-1 1 1,0 0-1,-1 0 0,0 0 0,0 1 0,0 0 0,-1 0 0,0 1 0,-1 0 0,0 0 0,0 0 0,-1 1 0,0-1 1,-1 1-1,1 2-18,0 3 104,0 1 1,-1 1 0,-1-1-1,-1 0 1,0 1 0,-1-1-1,0 0 1,-1 1 0,-1-1-1,-1 0 1,-1 0 0,0 0 0,-1 0-1,0-1 1,-7 14-105,3-12 117,-1 0 0,0 0 0,-1-1 0,-1-1 0,0 0 0,-2 0 0,1-1 0,-2-1 0,0 0 0,0-1 0,-1-1 0,0 0 0,-3 0-117,11-7 27,0 0 0,0 0 0,0-1 0,-1 0 0,1-1 0,-1 0 0,0 0-1,0 0 1,0-2 0,0 1-27,8-1 0,0 0-1,0 1 1,0-1 0,-1 0-1,1 0 1,0 0-1,0 0 1,0-1-1,0 1 1,0 0 0,0 0-1,0-1 1,0 1-1,-1 0 1,1-1-1,0 1 1,0-1-1,1 0 1,-1 1 0,0-1-1,0 0 1,0 1-1,0-1 1,0 0-1,1 0 1,-1-1-20,0-1 0,1 1 0,-1-1 0,1 1 0,-1-1 0,1 1 0,0-1 0,0 1 0,1-1 0,-1 1-1,0-1 1,1 1 0,-1-1 20,5-14-478,0 0 1,1 1-1,0 0 0,2 0 0,0 1 0,0-1 0,2 2 0,-1-1 0,9-7 478,49-61-5817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6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14635,'0'0'2449,"0"0"79,-139 185 193,109-108-1649,23-8-544,7-10-344,47-17-112,26-15-72,9-18 0,1-9-824,16-24-1112,-19-15-3258,-24-8-4776</inkml:trace>
  <inkml:trace contextRef="#ctx0" brushRef="#br0" timeOffset="1">566 57 13411,'0'0'6833,"0"0"-6145,0 0 1009,0 0-753,232 170-416,-156-117-304,-7-5-224,-16-4 0,-13-17-120,-10-12-960,-14-9-3897,-6-6-7570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6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30 19524,'0'0'2417,"0"0"-1897,0 0 928,-82 169-504,29-76-104,-4 2-319,1-9-153,13-17-264,13-19-104,20-17-584,20-33-1001,27 0-3616,9-27-4833</inkml:trace>
  <inkml:trace contextRef="#ctx0" brushRef="#br0" timeOffset="1">811 45 18244,'0'0'2496,"0"0"-959,0 0-545,0 0-368,0 0-64,215-36-504,-139 27-56,-13 9-568,-23 0-1696,-17 12-3282,-20 9-4968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7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13779,'0'0'4769,"0"0"-2777,0 0 73,0 0-761,0 0-688,0 0-432,179-41-184,-83-4-680,-17 6-2008,-9 1-5018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7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17700,'0'0'2835,"0"0"-1169,0 0-485,-24 38-409,24-38-772,-40 61 563,-18 43-563,54-95 62,0 1-1,0 0 1,0 0-1,1 0 1,1 0-1,0 0 1,0 0-1,1 1 1,0-1-1,1 1 1,0-1-1,1 1 1,0-1-1,0 0 1,1 1-1,1-1 1,2 8-62,-2-10 22,0 1 0,1-1 1,0 0-1,0 0 0,1 0 0,0 0 0,0-1 1,1 0-1,0 0 0,0 0 0,1-1 1,-1 0-1,1 0 0,1-1 0,-1 0 0,1 0 1,0-1-1,0 0 0,6 2-22,4 1 4,-1-2 1,1 0-1,0 0 0,1-2 0,-1-1 0,1 0 1,-1-1-1,1-1 0,2 0-4,-13-1-38,1 0 1,-1 0-1,0 0 0,1-1 0,-1-1 1,0 1-1,0-1 0,4-2 38,-10 4-36,1-1 0,-1 1 0,1-1 0,-1 1 0,0-1 0,1 0 0,-1 0 0,0 0-1,0 0 1,0 0 0,0-1 0,-1 1 0,1 0 0,-1-1 0,1 1 0,-1-1 0,0 0-1,0 1 1,0-1 0,0 0 0,-1 0 0,1 0 0,-1 1 0,1-1 0,-1-1 36,0 3-4,0 0 0,0 0 0,-1 0 0,1 0 0,0 0 0,0 0 0,-1 0 0,1 0 1,0 0-1,-1 0 0,1 0 0,-1 0 0,0 0 0,1 0 0,-1 1 0,0-1 0,1 0 0,-1 0 0,0 1 1,0-1-1,1 0 0,-1 1 0,0-1 0,0 1 0,0-1 0,0 1 0,0 0 0,0-1 0,0 1 0,0 0 1,0 0-1,0-1 0,0 1 4,-41-1-56,29 1 51,-2 0 20,0 1-1,0 0 1,0 1 0,0 1-1,0 0 1,1 1-1,-1 1 1,1 0-1,0 1 1,1 0 0,-1 1-1,1 1 1,1 0-1,-7 5-14,16-11-20,1 1 1,-1 0-1,0 0 0,1 0 0,-1 0 0,1 0 0,0 1 0,0-1 0,0 2 20,-3 15-1698,12-2-3709,12-5-3716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13755,'0'0'2985,"0"0"-1865,0 0 232,59 166-32,-49-53-327,-10 18-137,0-6 16,-29-6-224,2-18-424,4-20-224,10-16-104,6-26-1560,7-12-5474</inkml:trace>
  <inkml:trace contextRef="#ctx0" brushRef="#br0" timeOffset="0.99">480 620 16756,'0'0'2040,"0"0"-1936,0 0-104,0 0-3985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54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5737,'0'0'9638,"0"0"-5958,0 0-1422,0 0-523,0 0-949,0 0-395,-6 27 207,5-22-561,-5 21 128,1 1 0,1-1 1,1 1-1,1-1 0,2 1 0,1 0 0,2 11-165,37 334 733,-15-121-718,-15-208 408,-7-31-3014,-2-6-4909,-1-27-2114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54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15539,'0'0'4873,"0"0"-2704,0 0-481,0 0-832,172-51-592,-63 22-152,7-4-56,0 3-56,-13 9-288,12 0-904,-29 10-2689,-20 5-4432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55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96 149 13203,'0'0'3471,"0"0"-1684,0 0-369,0 0-533,0 0-378,0 0-260,2 3-20,-2-2-215,1-1 0,-1 1 0,0 0 0,1-1 0,-1 1 0,0 0 0,0 0 0,1-1 0,-1 1 0,0 0 0,0 0 0,0-1 0,0 1 0,0 0 0,0 0 0,0-1 0,0 1 0,0 0 0,0 0 0,-1-1 0,1 1 0,0 0 0,0 0 0,-1-1 0,1 1 0,-1 0 0,1-1 0,0 1 0,-1-1 0,1 1 0,-1 0 0,1-1 0,-1 1 0,0-1 0,1 0 0,-1 1 0,1-1 0,-1 1 0,0-1 0,0 0 0,1 1 0,-1-1 0,0 0 0,1 0 0,-1 0 0,0 1 0,0-1 0,1 0 0,-1 0 0,0 0 0,0 0-12,-54 4 371,54-4-343,0 0 0,0 0 0,0 0 0,0 0 0,1-1 0,-1 1 0,0 0 0,0-1 0,0 1 0,0-1 0,0 1 0,0-1 0,1 1 0,-1-1 1,0 1-1,0-1 0,1 0 0,-1 0 0,0 1 0,1-1 0,-1 0 0,1 0 0,-1 0 0,1 0 0,-1 1 0,1-1 0,0 0 0,-1 0-28,-4-38 542,5 31-424,1-1 1,-1 1-1,2-1 1,-1 1-1,1 0 1,1 0-1,2-8-118,-2 12 48,0 0-1,1 0 1,-1 0 0,1 0 0,0 0-1,0 1 1,0 0 0,0 0-1,0 0 1,1 0 0,0 0 0,-1 1-1,1 0 1,0 0 0,0 0-1,0 1 1,0 0 0,0 0 0,1 0-1,-1 0 1,0 1 0,0 0-1,1 0 1,-1 1 0,0-1 0,0 1-1,2 0-47,-6 1 10,-1 0 1,1 0-1,0 0 0,-1 0 0,1 0 0,-1 0 1,0 0-1,1 1 0,-1-1 0,0 0 0,0 0 0,-1 0 1,1 0-1,0 0 0,-1 0 0,1 0 0,-1 0 1,0 0-1,0 0 0,1 0 0,-1 0 0,-1 0-10,-6 8-1307,24-8-4493,6-2-3511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4:59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0 119 13771,'0'0'4321,"0"0"-3193,0 0-856,0 0-272,0 0-2256</inkml:trace>
  <inkml:trace contextRef="#ctx0" brushRef="#br0" timeOffset="0.99">1244 0 17652,'0'0'3985,"0"0"-2769,0 0-8,0 0-1208,0 0-32,0 0-3793,0 0-6753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00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1 10202,'0'0'8826,"0"0"-7698,0 0-119,0 190 831,0-86-632,0 12-344,0-14-256,-3-10-319,-4-18-273,7-14-16,0-16-289,-6-2-767,-1-12-2841,-3-9-5120</inkml:trace>
  <inkml:trace contextRef="#ctx0" brushRef="#br0" timeOffset="1">1 822 18244,'0'0'2873,"0"0"-1857,0 0-656,198-86-360,-102 53-512,26-15-1825,-26 13 1,-16 5-2281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56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57 13819,'0'0'4238,"0"0"-1693,0 0-910,0 0-858,0 0-471,0 0-125,6-3-4,14-5 20,-10 9 50,-15 11 172,3-11-323,0 1 0,0-1 0,0 1-1,0-1 1,0 0 0,-1 0 0,1 0 0,0 0-1,-1-1 1,1 1 0,-1-1 0,1 1-1,-1-1 1,1 0 0,-1 0 0,1 0 0,-3 0-96,7-1 12,0 0 1,0 0 0,1 0-1,-1 0 1,0 1 0,0-1 0,0 1-1,1-1 1,-1 1 0,0 0-1,1 0 1,-1 0 0,0 0-1,1 0 1,-1 1-13,8-1 30,-10 0 67,0 0 88,-5 0 321,1 0-409,-1-1 0,1 0 0,0 0 0,-1 0 0,1 0 0,0-1 0,0 1 0,0-1-1,0 0 1,0 0-97,2 1 3,0 0 0,0 0 0,1-1 0,-1 1 0,0 0-1,1-1 1,-1 1 0,1-1 0,-1 1 0,1-1 0,0 1 0,-1-1-1,1 0 1,0 0 0,0 0 0,1 0 0,-1 0 0,0 0-1,0 0 1,1 0 0,0 0 0,-1-1-3,2 3-142,-1-1 1,1 0-1,-1 1 1,1-1-1,-1 1 0,1-1 1,0 0-1,0 1 1,-1 0-1,1-1 0,0 1 1,0-1-1,-1 1 0,1 0 1,0 0-1,0-1 1,0 1-1,-1 0 0,1 0 1,0 0-1,0 0 1,0 0-1,0 0 0,0 0 1,-1 0-1,1 0 1,1 1 141,3-2-1399,14-4-5850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55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12619,'0'0'4011,"0"0"-2128,0 0-541,0 0-163,0 0-262,0 0-188,6 7-132,-1-3-450,-3-3-102,0 1-1,0-1 0,0 1 0,0 0 0,0 0 1,0-1-1,0 1 0,-1 1 0,1-1 0,-1 0 0,1 0 1,-1 1-1,0-1 0,0 0 0,0 1 0,0-1 1,-1 1-1,1 2-44,-1-4 17,0 0 0,0-1 0,0 1 0,-1 0 1,1 0-1,0 0 0,-1 0 0,1-1 0,0 1 0,-1 0 0,1 0 1,-1-1-1,1 1 0,-1 0 0,0-1 0,1 1 0,-1 0 1,0-1-1,1 1 0,-1-1 0,0 1 0,0-1 0,1 0 0,-1 1 1,0-1-1,0 0 0,0 1 0,0-1 0,1 0 0,-1 0 0,0 0-17,-29 3 962,29-41 373,1 37-1319,0 0 0,0 0 0,0 0 0,0 0-1,0 1 1,1-1 0,-1 0 0,0 0 0,1 0-1,-1 0 1,1 1 0,-1-1 0,1 0-1,-1 1 1,1-1 0,-1 0 0,1 1 0,0-1-1,-1 0 1,1 1 0,0-1 0,0 1-1,-1-1 1,1 1 0,0 0 0,0-1 0,0 1-1,-1 0 1,1-1 0,0 1 0,0 0 0,0 0-1,0 0-15,37-2-455,-25 3 188,40-1-1613,-14 0-2937,4 0-7931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5:56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9378,'0'0'2390,"0"0"-662,0 0-265,0 0-764,0 0-464,0 0-153,26-4-3,78-14 49,-79 18 1765,-18 7 321,-9-4-357,1-14-1031,2 10-771,-1-1-1,0 1 1,0-1 0,1 1 0,-1 0 0,1-1 0,-1 1 0,1 0 0,-1-1 0,1 1 0,0 0 0,0 0 0,-1 0 0,1 0 0,0-1 0,1 1-55,4 2 546,-3 14-328,-3-14-173,0 1-1,0-1 1,0 1 0,0-1 0,0 1 0,0-1 0,0 1 0,-1-1 0,1 1 0,0-1 0,-1 1-1,1-1 1,-1 1 0,0-1 0,0 0 0,1 1 0,-1-1 0,0 0 0,0 1 0,0-1 0,0 0 0,0 0-1,-1 0 1,1 0 0,-1 0-45,-2 1 119,0-1 0,0 0 0,-1 0 0,1 0 0,0-1 0,-1 0 0,1 1 0,0-1 0,-2-1-119,4 1 38,-1 0 0,1 0-1,0 0 1,-1-1 0,1 1-1,0-1 1,-1 0 0,1 1-1,0-1 1,-1 0 0,1 0-1,0-1 1,0 1 0,0 0-1,0-1 1,0 1 0,1-1-1,-1 1 1,0-1 0,1 0-1,-1 0 1,1 0 0,-1 0-1,1 0 1,-1-2-38,1 1-34,0-1 0,-1 1 0,1-1-1,0 0 1,1 0 0,-1 0 0,1 0 0,-1 0 0,1 0 0,0 1 0,1-1 0,-1 0 0,1 0 0,0 0 0,0 0-1,0 0 35,0 3-110,-1 0-1,0 0 0,1 1 0,-1-1 0,1 0 0,0 1 0,-1-1 1,1 1-1,0-1 0,-1 1 0,1-1 0,0 1 0,-1-1 0,1 1 1,0 0-1,0-1 0,0 1 0,-1 0 0,1 0 0,0-1 0,0 1 1,0 0-1,0 0 0,-1 0 0,1 0 0,0 0 0,0 0 0,0 0 1,0 1-1,-1-1 0,1 0 111,4 0-1765,2 0-3971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08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 4889,'0'0'6201,"0"0"-4712,0 0-473,0 0 56,-6 0 8,29 0-215,17 0-257,9 0-176,4 0-160,-3-6-176,-7 3-96,-4 3-88,-12 0-808,-7 0-1065,-10 6-2384,-10 3-3688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08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10898,'0'0'1937,"0"0"-1097,0 0-216,0 0 368,0 0-312,175 0-464,-99-6-216,37-3-544,-20 0-1984,-14 3-5882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09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0 373 8810,'0'0'2424,"0"0"-355,0 0-371,0 0-678,0 0-364,0 0-16,2-29 168,15-201 1994,-16 116-575,10 135-2052,20 56-39,-4 2-1,-4 0 1,7 51-136,35 254 228,-57-328-363,-5-31-1817,-3-10-5374,0-11-1328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09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11602,'0'0'2137,"0"0"-1011,0 0 102,0 0 201,35 0-568,216 0-389,-62 0-1081,-165 0-2979,-15 0-3372,-37 0 4627,1 0-623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2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4905,'0'0'4424,"0"0"-2473,0 0-800,0 0-264,0 0-179,0 0-211,0 3 6046,0 22-6231,5 52 167,3-1 0,4 0 0,2 0-1,11 24-478,4 23 123,-5-17 13,-5 0 1,-4 1-1,0 100-136,-14-177 13,0-20-10,-1 0 0,0 0 1,0 0-1,-1 1 0,-1 1-3,2-12-7,0 0-1,0 1 0,0-1 0,0 0 0,0 1 0,0-1 0,0 0 1,0 1-1,0-1 0,0 0 0,0 0 0,-1 1 0,1-1 0,0 0 1,0 0-1,0 1 0,0-1 0,-1 0 0,1 0 0,0 1 0,0-1 1,0 0-1,-1 0 0,1 0 0,0 1 0,0-1 0,-1 0 0,1 0 1,0 0-1,-1 0 0,1 0 0,0 0 0,0 1 0,-1-1 0,1 0 1,0 0-1,-1 0 0,1 0 0,0 0 0,-1 0 0,1 0 0,0 0 1,0-1-1,-1 1 8,-13-11-734,-5-18-1037,-4-13-2572,3-5-2116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0 214 8954,'0'0'1544,"0"0"-445,0 0-25,29-19-178,4-4-647,-3 1 88,1 2 0,0 1 0,2 1-1,26-9-336,-17 9 718,1 2-1,3 1-717,-30 11 160,0 0-1,0 1 1,1 0-1,-1 2 1,1 0-1,0 1 0,6 1-159,-18-1 7,0 1-1,-1 1 0,1-1 0,0 1 0,-1-1 0,1 1 1,-1 1-1,1-1 0,-1 1 0,0-1 0,0 1 0,0 0 1,0 1-1,-1-1 0,1 1 0,-1-1 0,0 1 1,0 0-1,0 0 0,-1 1 0,1-1 0,-1 0 0,0 1 1,0 0-1,-1-1 0,1 1 0,-1 2-6,5 13 37,-2 0 0,-1 1 0,0 0-1,-2 0 1,0 19-37,-1-30 77,0 0 0,-1 0-1,0 0 1,-1 0 0,0-1-1,0 1 1,-1 0 0,0-1 0,-1 0-1,0 1 1,-1-1 0,0-1-1,0 1 1,-1-1 0,1 0 0,-2 0-1,1-1 1,-1 1 0,-1-2-1,1 1 1,-1-1 0,0 0 0,-3 1-77,-13 9 112,0-1 1,-1-1-1,0-1 0,-1-2 1,0 0-1,-1-2 1,0-1-1,-1-1 1,1-1-1,-1-2 1,0 0-1,-29-1-112,56-5-316,0 0 0,1 1 0,-1-1 0,1 0 0,-1 1 0,1-1 0,0 0 0,-1 0 0,1 1 0,0-1 0,0 0 0,0 0 0,0 0 0,1 1 0,-1-1 0,0 0 0,1 1 0,-1-1 0,1-1 316,13-18-5629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2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 11002,'0'0'1779,"0"0"-484,0 0-148,0 0-372,-28 27-160,-21 21 76,-19 27-691,60-65 132,0 0 1,1 1-1,1 0 1,-1 1-1,2-1 1,0 1-1,0 0 1,1 1-1,0-1 1,1 1-1,1-1 1,-1 9-133,-1 2 265,-2 14 63,1 0-1,2 0 1,2 0 0,1 0 0,2 0 0,3 6-328,-4-33-5,1-1 0,0 0 0,1 0 0,0 0 0,1 0 0,-1 0 0,2 0 0,-1-1 1,1 0-1,1 0 0,-1 0 0,1-1 0,1 0 0,0 1 5,3 1 113,1 0 1,0-1 0,1 0-1,0-1 1,0 0-1,0-1 1,1 0-1,0-1 1,2 0-114,18 5-202,1-1 1,1-2 0,-1-2 0,8 0 201,72 3-3740,-70-5 961,-6 0-4566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3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7986,'0'0'2192,"0"0"-270,0 0-303,0 0-332,28-9-302,91-27-324,-112 34-620,0 1 1,-1 0 0,1 0 0,0 0-1,-1 1 1,1 0 0,0 0 0,-1 1-1,1-1 1,0 2 0,-1-1 0,1 1-1,-1 0 1,1 0 0,-1 1 0,0-1-1,0 1 1,0 1 0,0-1 0,-1 1-1,5 4-40,3 5 61,0 0 0,-1 1 0,-1 0 0,-1 1 0,0 0 0,5 9-62,-5-8 57,19 37 281,11 27-338,-26-48 46,1 0 0,2-1-1,1-1 1,2-1 0,1-1 0,4 4-46,-23-30-13,0 0 1,0 0-1,0 0 1,0 0-1,0 0 1,0 0-1,1-1 1,-1 1-1,0-1 1,1 0-1,-1 0 1,1 0-1,0 0 1,-1 0 0,1 0-1,0-1 1,2 1 12,-5-1-85,1-1 1,-1 1 0,1 0 0,-1-1 0,0 1-1,1 0 1,-1-1 0,0 1 0,1-1-1,-1 1 1,0 0 0,1-1 0,-1 1 0,0-1-1,0 1 1,0-1 0,1 1 0,-1-1 0,0 1-1,0-1 1,0 1 0,0-1 0,0 1 0,0-1-1,0 0 1,0 1 0,0-1 0,0 1-1,0-1 1,0 1 0,-1-1 0,1 1 0,0-1 84,0-2-918,0-20-5342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4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1 12499,'0'0'2328,"0"0"-1648,0 0 168,-102 160 473,52-79-161,0-1-320,1-6-200,9-8-256,7-16-288,10-11-24,10-9-64,6-15 8,7-3-16,0-9-608,0-3-1648,17 0-1641,6-9-3441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4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 10322,'0'0'2333,"0"0"-720,0 0-567,0 0-285,0 0-288,-29 32-208,-94 102-108,95-104 210,1 2 0,2 0 0,0 3-367,16-21 249,-15 29 483,23-41-646,0 1-1,0-1 1,0 1-1,1 0 1,-1-1-1,1 1 1,-1 0-1,1 0 1,0-1-1,0 1 1,0 0-1,0 0 1,1 0-1,-1-1 1,1 1-1,0 0-85,-1-2 53,1 0 0,0 0 0,0 0-1,0 0 1,1 0 0,-1 0 0,0 0-1,0-1 1,0 1 0,1 0 0,-1-1-1,0 1 1,1-1 0,-1 1-1,0-1 1,1 0 0,-1 0 0,1 0-1,0 1-52,32 1 463,-28-2-339,145-1 683,-31 0-2026,-42 4-2845,-47 2-354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24 10642,'0'0'2441,"0"0"-913,0 0-240,0 0-327,0 0-265,-229-15-360,157 9 96,-4 3 120,6 3 24,11 0-112,12 0-296,14 0-104,13 0-64,14 0-272,6 3-1552,16 6-1097,17-3-3584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5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12227,'0'0'3098,"0"0"-360,0 0-497,0 0-1088,-1 9-705,-11 56-356,-2 0 1,-3-1 0,-3-1-1,-11 21-92,27-74 10,-2 1-4,1 1-1,0 0 1,1 0 0,0 0 0,1 1 0,1-1 0,-2 13-6,15-24 115,83-2 692,24-6-807,-82 3-206,0-2 0,0-1 0,0-1-1,29-12 207,-62 19-233,-1 0-1,1 0 1,0 0-1,-1-1 1,1 1-1,-1-1 1,0 1-1,1-1 1,-1 0-1,0 0 1,0 0-1,1-1 234,6-22-5697,-9 8-673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5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10202,'0'0'2935,"0"0"-171,0 0 63,0 0-1029,0 0-1098,0 0-228,0 32 514,0 221 811,-2-166-1272,0-43-436,2 0 1,1 1-1,2-1 0,3 0 0,2 4-89,-7-41-37,1-1 0,0 0-1,0 0 1,1 0 0,-1 0-1,1 0 1,1 0 0,-1-1-1,1 1 1,0-1 37,-1-2-375,0 0 0,0 0-1,1-1 1,-1 1 0,1-1 0,0 0 0,-1 0-1,1 0 1,0 0 0,0 0 0,0-1-1,1 0 1,-1 0 0,0 0 0,1-1 375,22 2-5360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5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11178,'0'0'2089,"0"0"-449,0 0 585,192 226 119,-149-113-519,-10 6-633,-14 3-288,-5-6-472,-14-8-264,0-13-120,0-6-40,-20-6-8,-13-2-240,-43 23-920,10-18-2857,-4-14-2480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6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10562,'0'0'2993,"0"0"-1417,0 0-480,0 0 121,0 0-425,205 0-392,-136-6-168,-3-6-224,-6 3-8,-11 3-400,-12 6-1753,-21 0-4368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7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14211,'0'0'4281,"0"0"-3169,0 0 0,0 0-671,0 0-273,208-30-168,-66 3-489,-23 3-1959,-13 3-3401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7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10 340 8938,'0'0'1298,"0"0"187,0-26-289,0-186 1704,-10 110 3943,13 145-6622,2-1 0,1 1 1,11 34-222,3 22 336,-17-79-273,13 73 486,15 43-549,-24-108-44,2-1 1,1 0-1,1-1 0,2 0 0,0 0 0,2-2 0,2 3 44,-14-23-252,1 0-1,0 1 0,0-1 1,0-1-1,0 1 1,0-1-1,1 1 1,-1-1-1,1-1 0,0 1 1,0-1-1,3 2 253,42 7-7082,-11-9-3673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7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1 191 13707,'0'0'3065,"0"0"-1065,0 0-1112,0 0-512,0 0-96,191 0-128,-114 0-56,2 0-96,-6 0-48,16 0-1744,-20 0-2609,-9 3-7786</inkml:trace>
  <inkml:trace contextRef="#ctx0" brushRef="#br0" timeOffset="1">1066 0 11330,'0'0'5386,"0"0"-4082,0 0-256,0 0-56,0 0 809,3 241-553,10-125-304,4 3-144,-4 0-360,0-9-296,4-17-80,-1-16-64,-2-20 0,-1-19-472,0-26-936,-3-12-2697,0 0-1432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6849,'0'0'1577,"0"0"613,35-22 183,115-69-457,-143 86-1741,0 1 0,1 0 0,0 0 0,0 1 1,0 0-1,0 0 0,0 1 0,0 0 1,1 0-1,-1 1 0,1 1 0,0-1 1,-1 1-1,1 0 0,4 2-175,-1-1 247,-7-1-160,1 1 0,-1 0 0,0 0 0,0 0 0,-1 1 1,1-1-1,0 1 0,0 0 0,-1 1 0,1-1 0,-1 1 0,0 0 1,0 0-1,0 0 0,0 1 0,0-1 0,-1 1 0,2 2-87,0 1 112,-1 0 0,0 0-1,0 0 1,-1 0 0,0 1 0,0-1 0,0 1-1,-1 0 1,0 0 0,-1 0 0,0 4-112,1-2 109,-1 0 0,-1 1 0,0-1 1,-1 0-1,0 0 0,0 0 0,-1 0 0,0 0 1,-1 0-1,0 0 0,-1-1 0,0 1 1,0-1-1,-1 0 0,0 0 0,-1-1 0,0 0 1,0 0-1,-2 2-109,-9 4 117,-1 0-1,-1-1 1,0-1 0,-1-1 0,0-1-1,-18 6-116,-1-1-1691,-1-2-1,0-2 1,-8 0 1691,39-10-2347,5-1-3168,3 0 2714,1 0-4815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9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9298,'0'0'3113,"0"0"-577,0 0-791,0 0-841,0 0 408,62 154-160,-42-58-376,3 5-63,1 0-217,2-9-216,1-8-168,-1-16-72,-3-14-40,-6-13-48,-7-14-560,-7-27-1465,-3 0-1784,0-6-2160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9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4417,'0'0'3818,"34"-16"-1836,120-50 225,-141 61-1937,0 0 1,1 0-1,0 2 1,0 0-1,0 0 1,0 1-1,0 1 1,0 1-1,1 0 1,-1 0-1,0 2 1,5 0-271,-14-1 52,0 1 1,0 0-1,0 0 1,0 0-1,0 1 1,0-1-1,0 1 1,-1 0-1,1 1 0,-1-1 1,0 1-1,0 0 1,-1-1-1,1 2 1,-1-1-1,0 0 0,0 1 1,0 0-1,0-1 1,-1 1-1,0 0 1,0 0-1,0 1 1,-1-1-1,1 0 0,-1 1 1,-1-1-1,1 3-52,0 1 139,0 0-1,0 0 1,-1 0-1,0 0 0,0 0 1,-1 0-1,-1 0 0,1-1 1,-2 1-1,1 0 1,-1-1-1,0 1 0,-1-1 1,0 0-1,0 0 1,-5 7-139,-1-3 161,0 0 0,-1-1 0,-1 0 0,0-1 0,0 0 0,0-1 0,-2-1 0,1 0 0,-7 3-161,-73 32 246,86-40-259,-1 0 0,1-1 0,-1 0 0,0 0 0,0-1 0,0 0 1,0 0-1,0-1 0,0 0 0,0 0 0,-2-1 13,9 0-102,0 1 0,0-1 0,0 0-1,0 0 1,0 1 0,0-1 0,0 0 0,1 0 0,-1 0 0,0 0 0,0 0 0,1 0 0,-1 0 0,1 0 0,-1 0 0,1 0-1,-1 0 1,1 0 0,0 0 0,-1 0 0,1-1 0,0 1 0,0 0 0,0 0 0,0 0 0,0-1 0,0 1 0,0 0 0,0 0-1,1 0 1,-1 0 0,1-1 102,-1-5-945,0-31-4067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19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2881,'0'0'8457,"0"26"-4958,1 84-414,-2-102-2885,1-1 0,1 1 0,-1 0-1,1-1 1,1 1 0,-1-1 0,1 0-1,0 1 1,1-1 0,0 0 0,0 0-1,1-1 1,-1 1 0,1-1 0,1 1-1,-1-1 1,1-1 0,5 6-200,-3-6 114,0-1-1,1 0 1,0 0 0,0 0 0,0-1 0,0 0 0,0-1 0,0 0-1,1 0 1,-1 0 0,1-1 0,0-1 0,-1 1 0,4-2-114,3 2 90,-1-1 0,0-1 0,0 0 0,1-1 1,-1-1-1,10-3-90,-19 5 10,-1-1 1,1 0-1,-1 0 0,0 0 1,0 0-1,0 0 1,0-1-1,0 0 0,-1 0 1,1 0-1,-1 0 0,0 0 1,0-1-1,0 0 0,0 1 1,-1-1-1,1 0 1,-1 0-1,0 0 0,0-1 1,-1 1-1,2-4-10,-1 2 6,-1 1 0,0-1 0,0 0 0,0 0 0,0 1 0,-1-1 0,0 0 0,0 0 0,-1 0 0,0 0 0,0 1 0,0-1-1,0 0 1,-1 1 0,0-1 0,0 1 0,-1-1 0,0 1 0,0 0 0,0 0 0,0 0 0,-1 1 0,1-1 0,-1 1 0,-1 0 0,1 0 0,0 0 0,-1 0 0,-4-2-6,-14-7-15,-1 0 1,-1 2 0,1 1-1,-2 0 1,1 2-1,-4 0 15,-39-13-213,41 9-812,14 1-2537,10 2-3346</inkml:trace>
  <inkml:trace contextRef="#ctx0" brushRef="#br0" timeOffset="1">470 132 12739,'0'0'2272,"0"0"649,0 0 856,0 0-2521,17 175-568,-7-145-480,6-9-64,41-9-144,-8-6-1520,7-6-4385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20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1 13955,'0'0'2006,"0"0"-534,0 0 459,-20 28-699,-11 19-590,-13 28-642,43-73 11,-1 1 0,1-1 0,0 0-1,0 1 1,0 0 0,0-1 0,0 1 0,0 0 0,1-1 0,-1 1 0,1 0 0,0 0-1,0 0 1,0-1 0,0 1 0,1 0 0,-1 0 0,1-1 0,-1 1 0,1 0 0,0-1-1,0 1 1,0-1 0,0 1 0,1-1 0,-1 1 0,1-1 0,-1 0 0,1 1 0,0-1-1,0 0 1,0 0 0,0-1 0,0 1 0,0 0 0,1-1 0,-1 1 0,2 0-11,7 6 35,11 12-9,-1 0-1,-1 0 1,0 2-1,-2 1 1,13 20-26,-25-33 34,-1 1 1,0 0 0,0 0 0,-1 0 0,0 1-1,-1-1 1,0 1 0,-1 0 0,0 0 0,-1 0 0,-1 0-1,1 0 1,-2 0 0,0 0 0,-1 5-35,1-12 69,0-1 0,0 0 0,0 1 1,-1-1-1,0 0 0,0 0 0,0 0 0,0 0 1,0 0-1,-1-1 0,0 1 0,1-1 0,-1 1 1,-1-1-1,-1 2-69,-2 0 60,-1 0 0,1 0 1,-1 0-1,0-1 0,0-1 0,0 1 1,0-1-1,-1 0-60,-23 5 35,0-2 0,0-1 0,0-1 0,-4-1-35,36-3 0,-166 11-2524,92-7-3002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3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424 127 13339,'0'0'1792,"3"25"230,21 176 1784,-15-142-3166,2 0 0,3-1 1,3-1-1,3 3-640,-19-58 108,-4-9 527,-16-26-591,1-1 1,2-1 0,2 0-1,1-1 1,1 0 0,2-1-1,2 0 1,1 0 0,2-1-1,1-7-44,4-193 18,-2 244-26,0-1 1,-1 0-1,1 1 1,-1-1 0,0 0-1,0-1 1,-1 1 0,1-1-1,-1 1 1,0-1-1,-1 0 1,-1 1 7,-9 10-6,-71 78 11,46-54 0,3 1 0,1 3 0,2 0 0,2 3 1,-13 25-6,41-62 0,0 0 0,0 0 0,1 0 0,0 1 0,1-1 0,0 1 1,1-1-1,0 1 0,0 0 0,1 6 0,0-15 1,1 0 0,-1 0 0,0 0-1,1 0 1,-1 0 0,1 0 0,-1 0 0,1 0 0,-1 0-1,1 0 1,0-1 0,-1 1 0,1 0 0,0 0 0,0-1 0,-1 1-1,1-1 1,0 1 0,0 0 0,0-1 0,0 0 0,0 1 0,0-1-1,0 1 1,0-1 0,0 0 0,0 0 0,0 0 0,0 0 0,0 1-1,0-1 1,0-1 0,0 1-1,46 1 54,-33-2-35,24-1 23,0-1-1,-1-2 0,1-2 0,-1-2 0,26-9-41,41-16-2746,-60 20 115,9-4-4464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33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9354,'0'0'4473,"0"0"-2721,0 0 1393,-30 167-1065,17-107-575,3-4-657,4-2-480,2-10-232,4-8-56,0-12-72,0-9-8,0-9 0,0-6-528,7-30-840,16-15-3273,4-8-4705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33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1 12323,'0'0'2504,"0"0"-306,0 0-92,-32 1-777,-15 2-555,-40 7-774,79-9 57,0 1 1,1 0 0,-1 1-1,1 0 1,-1 0-1,1 1 1,0 0 0,0 0-1,1 0 1,-1 1-1,1 0 1,0 0 0,0 1-1,1 0 1,-1 0-1,-1 4-57,-4 2 136,0 1 19,1 0 0,1 0-1,0 1 1,0 1-1,2-1 1,-6 14-155,11-23 34,0 0 0,1 0 0,0 1 0,-1-1 0,2 0 0,-1 1 0,1-1 0,0 1 0,0-1 0,1 5-34,-1-7 15,1 0 0,-1-1 1,1 1-1,0 0 1,1-1-1,-1 1 0,0-1 1,1 1-1,-1-1 0,1 0 1,-1 0-1,1 0 0,0 0 1,0 0-1,0 0 0,0 0 1,1-1-1,-1 1 0,0-1 1,1 1-1,0 0-15,10 3 41,0-1 0,0 0 0,0 0 0,1-2 0,-1 1 0,1-2 0,0 0 0,5 0-41,113-6 83,-125 5-86,0-1 0,0 1 0,-1-2-1,1 1 1,0-1 0,-1 0 0,1 0 0,-1-1 0,1 0 0,-1 0 0,0-1-1,0 1 1,-1-1 0,1-1 0,-1 1 0,0-1 0,2-2 3,-2 1-2,0-1 0,-1 0 0,0 0 1,0 0-1,-1-1 0,0 1 0,0-1 0,-1 0 0,1 0 1,-2 0-1,1 0 0,-1 0 0,-1 0 0,1-3 2,-1-56 639,7 77-43,8 46-272,-3 1-1,-2 0 1,1 40-324,-8-50 135,3 1-1,2-1 1,2 0 0,2 0-1,2-1 1,7 12-135,-10-41-180,-1-16-793,-9-2 722,0-1 1,1 0-1,-1 0 1,0 1 0,0-1-1,0 0 1,0 0-1,0 0 1,-1 0 0,1 0-1,-1-1 1,1 1-1,-1-2 251,7-33-6150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33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3545,'0'0'10802,"0"0"-8009,66 206 263,-43-84-783,-3 9-737,-10 3-392,-4-9-576,-2-6-343,-4-15-137,0-12-80,0-9-8,0-5-417,-40 8-1151,0-18-3945,-3-17-7530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7:39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8314,'0'0'2346,"0"0"-370,0 0-45,0 0-363,0 0-55,0 0-276,-8 0-315,4 0-821,0 0-1,0 0 1,0 1 0,1 0-1,-1-1 1,0 1 0,0 0 0,0 1-1,0-1 1,1 1 0,-1 0-1,1 0 1,-1 0 0,1 0 0,0 0-1,0 1 1,0 0 0,0-1-1,0 1 1,0 0 0,1 0 0,0 1-1,-1-1 1,1 0 0,0 1-1,1 0 1,-1-1 0,1 1 0,-2 3-101,-5 21 78,1 0 1,2 0 0,0 0 0,0 26-79,2 119 61,3-121-12,0 0 28,2 0 0,3 0 0,2 0 0,2 0 0,2-1 0,4 5-77,-7-31 16,1-1 1,1 0-1,1-1 1,1 0-1,2-1 1,0 0-1,1-1 1,1-1-1,0 0 1,2-1-1,0-1 1,2-1-1,7 5-16,23 15 16,-46-36-33,-4-1-129,0 0-347,0 0-695,-10 3-7613,-3 2-1526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4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4841,'0'0'8290,"0"0"-5826,112 178 1577,-72-80-2192,-10 15-369,-10 7-336,-20-10-104,0-3-439,0-12-313,-10-9-192,-7-8-56,1-4-40,-1-9-168,-3 7-505,0-13-607,-3 22-1336,0-22-3338,3-11-8537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7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12227,'0'0'1480,"0"0"-592,0 0 192,0 0-680,192 0-192,-142 0-128,-4 0-7,-9 0-73,-4 0 8,-4 9-8,-2 2-48,3-2-505,-7 3-2159,-7-6-5738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8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8618,'0'0'1552,"0"0"833,0 0-1009,0 0 48,0 0-488,0 0 449,0 0-201,103 0-456,-54 0-440,1 0-192,-7 0-88,-3 0 0,-7 6-8,-7-3-392,-6 3-1632,-10 0-1817,-7 0-3065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9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5553,'0'0'2761,"0"0"1006,0 0-1077,0 0-641,0 0-373,0 0-604,-7 0-82,13 1-982,0 0-1,0 0 1,0 0 0,0 1 0,0 0 0,-1 0-1,1 0 1,0 1 0,-1-1 0,5 5-8,56 40 8,-44-30 0,-20-15-7,30 21 18,-1 2 0,-1 1 0,16 19-19,-38-36 2,-1-1-1,1 2 1,-2-1 0,0 1-1,0 0 1,0 0-1,-2 0 1,1 1 0,-1 0-1,-1 0 1,0 0-1,0 0 1,-1 1-1,0 8-1,-1-8 4,0-1 0,-1 1 0,0-1 0,-1 1 0,0-1 0,-1 1 0,0-1 0,-1 0 0,-1 0 0,1 0 0,-2 0 0,-2 5-4,-58 107 140,6 2 1,5 3-141,52-121-379,-2-1 0,1 1 1,-1-1-1,1 1 1,-2-1-1,1 0 0,-1-1 1,0 1-1,0-1 379,-5 4-4538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31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 13451,'0'0'1874,"0"0"-824,0 0 127,0 0-534,-10 34-143,-8 33 220,-2 18-720,18-74 85,1 0 1,0 0 0,1 0-1,0 1 1,0-1 0,1 0-1,1 0 1,0 1-1,0-1 1,1-1 0,1 1-1,-1 0 1,2-1 0,0 0-1,0 0 1,1 2-86,0-1 82,4 8 48,0-1-1,2 1 1,0-2-1,1 0 1,0-1-1,2 0 1,0-1-1,0 0 1,1-1-1,1-1 1,16 9-130,-19-14 65,0 0 0,0-2 1,1 1-1,0-2 0,0 0 1,1-1-1,-1 0 0,1-1 1,0-1-1,0 0 0,0-2 1,0 0-1,0 0 0,0-1 1,0-1-1,1-2-65,-2 0 38,-1 0 1,0-2-1,0 1 1,-1-2-1,0 0 1,0-1-1,-1 0 1,1 0-1,-2-2 1,1 1-1,-2-2 1,1 1-1,-1-1 1,-1-1-1,0 0 1,0 0-1,-1-1-38,-2 3 46,0-1-1,-1 0 0,0 0 0,-1 0 0,0 0 0,-1-1 0,0 1 0,-1-1 0,0 0 0,-1-2-45,0 5 40,-1 1 0,-1 0 0,1-1-1,-1 1 1,-1 0 0,0 0 0,0 0-1,0 0 1,-1 0 0,0 0 0,-1 1-1,0-1 1,0 1 0,0 0 0,-2 0-40,-7-10 88,-2 2 1,0 0 0,-1 0 0,0 1 0,-1 1-1,-1 1 1,0 1 0,0 0 0,-1 1 0,-14-5-89,-3 1 71,0 0 1,-2 3 0,1 1 0,-1 1 0,-19 0-72,43 7-15,-7-1 27,-1 1-1,0 1 1,-21 1-12,38 0-21,1 0-1,-1 1 1,1-1 0,0 1-1,-1 0 1,1 0-1,0 1 1,-1-1-1,1 1 1,0 0 0,0 0-1,0 0 1,1 1-1,-1-1 1,1 1-1,-1 0 1,1 0 0,0 0-1,0 0 1,0 1-1,-2 3 22,0 5-445,1-1 0,0 2-1,1-1 1,1 0 0,0 1 0,0-1-1,1 1 1,1 10 445,-1 31-5682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3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14755,'0'0'1873,"0"0"1951,-7 211-2135,-3-118-817,3-7-216,4-12-416,3-20-160,0-10-80,0-23-32,10-21-880,17 0-1857,-1-32-3952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31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82 3409,'0'0'2880,"0"0"793,0 0-812,0 0-823,0 0-317,0 0-240,-4 20-103,-13 101 159,16-105-1360,0 1 0,1-1 0,1 0 0,0 0 0,2 0 0,-1 0 0,2 0 0,1 2-177,0-5 60,0 0 0,1-1-1,1 0 1,-1 0 0,2 0-1,0-1 1,0 0 0,1-1-1,0 0 1,1 0 0,0-1 0,1 0-1,0-1 1,0 0 0,3 1-60,-4-4 19,0 0 1,1 0 0,0-1-1,-1-1 1,2 0 0,-1 0-1,0-1 1,0 0 0,1-1-1,-1 0 1,1-1 0,-1 0-1,1-1 1,-1-1 0,0 1-1,1-2 1,-1 0 0,5-2-20,-2 0 17,0-1 1,0 0 0,-1-2 0,0 1-1,0-1 1,-1-1 0,0-1 0,-1 1-1,0-2 1,0 0 0,8-11-18,-11 12 91,0 0 0,-1-1 0,-1 0 0,1 0 0,-2-1 0,0 1 0,0-1 0,-1 0 0,0 0 0,-1-1 0,-1 1 0,0-1 0,0 0 0,-1-3-91,-2 7 78,-1 0-1,1 0 1,-1 0-1,-1 0 1,0 0-1,0 1 0,-1-1 1,0 1-1,0 0 1,-1 0-1,0 1 1,0-1-1,-1 1 1,0 0-1,0 1 0,0-1 1,-1 1-1,-4-2-77,-9-9 103,-2 1-1,0 1 0,-1 2 1,0 0-1,-21-8-102,32 16-27,0 2 0,0-1 0,-1 2-1,0-1 1,1 2 0,-1 0 0,0 0 0,-12 1 27,24 0-40,0 0 0,0 0 0,-1 0 0,1 0 0,0 0 0,0 1 0,-1-1 0,1 0 0,0 1 0,0-1 0,-1 0 0,1 1 0,0 0 0,0-1 0,0 1 0,0 0 1,0-1-1,0 1 0,0 0 0,0 0 0,0 0 0,0 0 0,0 0 0,1 0 0,-1 0 0,0 0 0,1 0 0,-1 0 0,0 1 40,-2 39-3110,3-30 1595,0 17-6228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32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14739,'0'0'4057,"0"0"-2881,0 0 1513,83 206-1145,-63-126-512,-4-11-375,-6-4-353,-3-11-152,0-10-88,-1-8-56,-2-12-8,-1-9 0,0-3-192,-3-7-425,13-5-519,-3-5-1304,7-22-4402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32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 12947,'0'0'2692,"0"0"-646,0 0-296,0 0-757,-34 7-543,-109 29-157,137-34-260,1 0-1,-1 0 0,1 0 1,0 0-1,0 1 0,0 0 1,0 0-1,0 0 0,1 1 1,-1-1-1,1 1 0,0 0 1,0 1-1,1-1 1,-1 0-1,1 1 0,0 0 1,0 0-1,0 0 0,0 3-32,-3 3 69,2-1-5,-1 0 1,1 0-1,0 1 0,1-1 0,1 1 0,-1 0 0,2 0 0,-1 0 1,2 0-1,-1 3-64,1-10 13,0 0 1,1 0 0,-1 0-1,0 0 1,1 0 0,0 0-1,0 0 1,0-1 0,1 1-1,-1 0 1,1-1 0,0 1-1,0 0 1,0-1 0,1 0-1,-1 0 1,1 0 0,-1 0 0,1 0-1,0 0 1,0 0 0,1-1-1,-1 0 1,0 0 0,1 0-1,-1 0 1,1 0 0,3 0-14,5 2 5,1-1 0,-1 0 0,1-1 0,0-1 0,0 0 0,0-1 0,0 0 1,0-1-1,0 0 0,0-1 0,-1-1 0,1 0 0,-1 0 0,1-2 0,-1 1 1,0-1-1,-1-1 0,1 0 0,2-3-5,-5 3-24,0-1 1,0 1-1,0-2 0,-1 1 1,0-1-1,-1-1 0,1 1 1,-2-1-1,1 0 1,-1-1-1,-1 0 0,0 0 1,0 0-1,-1 0 0,0-1 1,-1 1-1,0-1 0,0 0 1,-1 0-1,-1 0 0,0-1 1,-1 0 23,1-15 946,1 37 338,6 32-1130,20 80 1303,-2 21-1457,-5-23 792,15 41-792,-35-157-123,1 0 0,-2-1-1,1 1 1,0 0 0,-1 0 0,0 0 0,0 0 0,0-1 0,-1 4 123,1-4-316,-1-1 0,0 1 0,0-1 0,0 0 0,0 1 0,-1-1 0,1 0 0,0 0 1,-1 0-1,0 0 0,0 0 0,1 0 0,-1 0 0,0-1 0,-1 1 316,-14 11-6200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34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54 10642,'0'0'4379,"0"0"-2955,0 0-368,0 34 360,0-25-1295,0 56 804,3-1 0,3 1 0,4 6-925,6 24 904,-4-12-375,4-1 0,3 0 0,15 33-529,-30-107 609,0-12-214,0-28-66,-5-53-223,-11 10-79,-3 1 0,-3 0 0,-12-26-27,8 22 4,-77-218 62,99 295-67,0 1 0,0-1 0,0 1 1,0 0-1,0-1 0,0 1 0,-1 0 1,1-1-1,0 1 0,0 0 1,0-1-1,0 1 0,-1 0 0,1-1 1,0 1-1,0 0 0,-1 0 0,1-1 1,0 1-1,0 0 0,-1 0 1,1-1-1,0 1 0,-1 0 0,1 0 1,0 0-1,-1 0 0,1 0 0,0-1 1,-1 1-1,1 0 0,0 0 0,-1 0 1,1 0-1,-1 0 0,1 0 1,0 0-1,-1 0 0,1 0 1,-12 13-65,-4 23-54,15-34 115,-43 102-13,-25 36 17,22-47 3,-31 89-3,75-174 46,0 0 0,1-1 1,0 2-1,0-1 0,1 0 1,0 0-1,0 3-46,13-13 393,1-2-323,-1-2 0,1 1-1,-1-2 1,-1 0 0,0 0-1,0-1-69,37-21 46,1 4-272,1 4-1,1 1 1,54-13 226,72-10-4516,-103 28-1410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35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14091,'0'0'1700,"0"0"-441,28-18 48,97-56-636,-115 70-647,0-1 0,1 1 0,-1 0 0,1 1 0,0 1 0,0-1-1,0 2 1,0 0 0,1 0 0,-1 1 0,0 0 0,7 1-24,-11 0 0,-3-1 0,-1 0 1,1 0-1,0 1 1,-1-1-1,1 1 1,0 0-1,-1 0 1,1 1-1,-1-1 1,0 1-1,1 0 1,-1-1-1,0 1 0,0 1 1,0-1-1,0 0 1,-1 1-1,1-1 1,-1 1-1,1 0 1,-1 0-1,0 0 1,0 0-1,0 1 1,0-1-1,-1 0 1,0 1-1,1-1 1,-1 1-1,0-1 1,-1 1-1,1 0 1,0-1-1,-1 1 1,0 0-1,0 5 12,0 0 0,0 0 0,-1 0 0,0 0 0,-1 0 0,0 0 0,0-1 0,-1 1 0,0 0 0,0-1 0,-1 0 0,0 0 0,-1 0 0,-2 3-12,-24 26 65,-1-1 0,-1-2-1,-33 25-64,48-43 6,41-15 56,37-6-48,-6-1 0,-1 3 1,1 2 0,36 4-15,-74-1 0,0 0 0,0 1 0,0 1 0,0 0 0,-1 1 0,0 1 0,1 0 0,-2 1 0,1 1 0,-1 0 0,-1 1 0,1 1 0,-2 0 0,5 4 0,-12-8 64,0-1-1,0 1 1,0 0 0,-1 0-1,0 1 1,0-1-1,-1 1 1,1 0 0,-1 0-1,-1 0 1,0 0-1,0 0 1,0 1 0,-1-1-1,0 1 1,0-1-1,-1 1 1,0-1 0,0 1-1,-1-1 1,0 1-1,0-1 1,-1 1 0,0-1-1,0 0 1,0 0-1,-1 0 1,-1 0-1,1 0 1,-1 0 0,0-1-1,0 0 1,-1 0-1,0 0 1,-2 2-64,-5 3 160,0 0 1,-1-1-1,0 0 0,-1-1 1,0-1-1,0 0 0,-1-1 1,0 0-1,0-1 0,-9 1-160,-4 1 196,0-2 0,0-1 0,0-2 0,-1 0 0,-20-2-196,36-2 36,-1 1-1,1-2 1,0 0-1,-1 0 1,1-1-1,0-1 1,1 0-1,-1-1 1,1 0-1,0-1 1,-3-2-36,-2-3 8,1 0 1,0-1-1,1-1 1,0-1-1,1 0 0,1 0 1,-4-6-9,9 10-33,0-1 1,1 0-1,0-1 1,-5-11 32,11 20-95,0 0 1,0 0 0,0 0-1,0 0 1,0 0-1,1 0 1,0 0-1,-1 0 1,1 0-1,0 0 1,0-1 94,1 3-121,-1 0 0,0 0 1,1-1-1,-1 1 0,0 0 0,1 0 0,-1 0 1,1 0-1,0 0 0,-1 0 0,1 0 0,0 0 1,0 0-1,0 1 0,-1-1 0,1 0 0,0 0 1,0 1-1,0-1 0,0 0 0,0 1 0,0-1 1,1 1-1,-1-1 0,0 1 0,0 0 0,0-1 121,30-1-5581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17516,'0'0'1751,"0"0"-999,0 0-396,12 34 13,187 426 2564,-131-308-2157,-4-6-323,6-4 1,8 1-454,-63-114-374,-21-31-1037,-17-17-462,-116-117-7710,69 62 3537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0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11 546 4585,'0'0'2551,"-3"-32"-264,-4-106 499,6 125-2516,2 0-1,0 0 1,0 1-1,1-1 1,1 1-1,0 0 0,1 0 1,0 0-1,1 0 1,0 0-1,1 1 1,0 0-1,1 0 1,0 1-1,2-2-269,6-6 348,1 1 1,0 1-1,1 1 0,1 1 1,1 0-1,-1 1 0,6-1-348,-5 4 175,-1 0-1,1 2 0,1 1 1,0 0-1,-1 1 1,2 1-1,-1 1 0,1 1 1,-1 1-1,1 1 0,0 0 1,16 3-175,-27-2 56,0 1 0,-1 0 1,1 1-1,0 0 0,-1 1 1,1-1-1,-1 2 0,0-1 1,0 1-1,0 1 0,-1 0 1,1 0-1,-1 1 0,0 0 1,-1 0-1,1 0 0,-1 1 1,-1 0-1,1 1 0,-1 0 1,-1 0-1,1 0 1,-1 0-1,-1 1 0,1 0 1,-2 0-1,1 0 0,-1 1 1,0-1-1,-1 1 0,0-1 1,-1 1-1,0 7-56,1 8 185,-1 0 1,-1 0-1,-1 0 0,-1 0 1,-2 0-1,0 0 0,-2-1 1,0 1-1,-2-1 1,-1-1-1,0 0 0,-2 0 1,-1-1-1,-12 18-185,-6 8 252,-19 22-252,40-58 6,-1 0-1,0-1 1,-1 0 0,0 0-1,-1-2 1,0 1 0,-1-1-1,0-1-5,11-7-57,0 1 0,0-1-1,0 0 1,0 0 0,0 0-1,0 0 1,0 0-1,-1 0 1,1-1 0,0 1-1,-1-1 1,1 0-1,0 1 1,-1-1 0,1 0-1,-1 0 1,1-1 0,0 1-1,-1 0 1,1-1-1,0 0 1,-1 1 0,1-1-1,-1-1 58,1 0-351,0 0 0,0 0 0,0 0 0,0 0 0,0-1 0,1 1 0,-1-1 0,1 1 0,0-1 0,0 0 0,0 0 0,0 1 0,0-1 0,1 0 0,-1 0 0,1 0 0,-1 0-1,1 0 1,0 0 351,-1-41-8708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0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0 13083,'0'0'5657,"0"0"-4993,0 0 1641,-159 223-1225,133-127-440,19 8-256,7 3-176,3 0-128,40-9-32,10-6-40,17-17-8,3-4-104,6-11-352,0-13-464,34-8-1185,-24-6-2616,-10-18-5073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1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9994,'0'0'2531,"0"0"-770,0 0-125,0 0-502,30-4-414,-16 2-635,-2-1 7,1 1-1,-1 0 1,1 1-1,0 1 1,-1 0-1,1 1 1,0 0-1,-1 1 1,1 0-1,-1 1 0,0 0 1,0 1-1,0 0 1,0 1-1,-1 1 1,0-1-1,1 3-91,29 22 322,-1 2 0,-2 2 0,-2 2 1,-1 1-1,-1 2 0,11 19-322,33 54 310,48 97-310,-122-201-314,19 26 527,-22-33-535,0 0 0,0 0 0,0 0 0,0 0 0,1-1 0,-1 1 0,0 0 0,0-1 0,0 1-1,1-1 1,-1 1 0,0-1 0,1 1 0,-1-1 0,0 0 0,2 0 322,1 0-7067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1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14947,'0'0'1929,"0"0"-153,-103 232 825,54-125-1289,2-3-712,8-18-408,9-5-120,13-22-72,11-11-400,6-16-1633,3-11-2616,17-9-3400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2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1 152 6785,'0'0'7538,"0"0"-5770,0 0 753,0 0-233,0 0-1335,0 0-665,0 0-160,162-92-72,-100 65-48,-9 6-8,-3 10-136,-7 11-1217,-13 14-2711,-14 16-1890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2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17108,'0'0'2224,"0"0"-952,0 0 409,0 0-1169,0 0-488,0 0-24,0 0-632,244-137-416,-174 116-2873,-11 0-3857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3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1400,'0'0'13259,"0"0"-9142,0 0-2962,0 0-183,4 27 23,31 191 891,-7 8-709,-18-125-963,19 79-214,-29-179-45,0 1 0,0 0 0,1-1 0,-1 1 0,0 0 0,1-1 0,-1 1 0,1-1 0,0 1 0,0-1 0,-1 1 0,1-1 0,0 0 0,0 1 0,0-1 0,0 0 0,1 0 0,-1 0 0,0 0 0,0 0 0,1 0 0,-1 0 0,1 0 0,-1 0 45,1-1-139,-1-1 1,1 1 0,-1 0-1,1-1 1,0 1 0,-1-1-1,0 0 1,1 1 0,-1-1-1,1 0 1,-1 0 0,0 0-1,1 0 1,-1 0 0,0 0-1,0 0 1,0 0 0,0-1-1,0 1 1,0 0 0,0-1-1,-1 1 1,1-1 0,0 1-1,0-2 139,19-36-4961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03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0 213 13707,'0'0'1662,"0"0"-641,32-18 254,104-61-373,-87 53-568,0 2 1,12-2-335,-3 1 201,-40 16 26,-16 4 453,-26 5 665,2 1-1461,3-2 215,-1 2 1,1 1-1,-1 0 1,1 1-1,-6 3-99,15-3 53,0 1 0,0 0 0,0 0 0,0 1 0,1 0 0,0 1 0,0 0 0,0 0 0,1 1-1,-5 5-52,2-1 23,1-1-1,0 2 0,1-1 1,0 1-1,1 0 0,0 1 1,1 0-1,0 0 0,1 1 1,1 0-1,0 0 0,1 0 1,1 0-1,0 1 0,1 0 1,0-1-1,1 1 0,1 0 1,0 1-23,0-13 6,1-1 0,-1 1 1,1-1-1,-1 1 1,1-1-1,0 1 1,0-1-1,0 0 1,0 1-1,0-1 1,1 0-1,-1 0 0,1 0 1,-1 0-1,1 0 1,0 0-1,0-1 1,0 1-1,0 0 1,0-1-1,0 1 0,0-1 1,0 0-1,1 0 1,-1 0-1,0 0 1,1 0-1,-1-1 1,1 1-1,-1-1 1,3 1-8,11 2 43,0-1 0,0 0-1,1-2 1,8 0-42,-16 0 10,16 0-6,1 2 1,0 0-1,-1 2 1,0 0-1,0 2 1,0 1-1,0 1 0,-1 1 1,3 2-5,-19-8 14,-1 1-1,1 0 1,-1 0 0,0 1 0,0 0-1,-1 0 1,1 0 0,-1 1 0,0 0-1,-1 1 1,1-1 0,-1 1 0,-1 0-1,1 0 1,-1 0 0,0 1 0,-1-1-1,0 1 1,0 0 0,-1 0 0,0 0-1,0 0 1,-1 1 0,0-1-1,0 0 1,-1 1 0,0-1 0,0 1-1,-2 3-13,1-5 93,-2-1 0,1 1 0,-1-1-1,0 0 1,0 0 0,0 0 0,-1-1-1,0 1 1,0-1 0,-1 1 0,1-2-1,-1 1 1,0 0 0,0-1 0,-1 0 0,0 0-1,1 0 1,-1-1 0,0 0 0,-2 1-93,-10 4 100,0 0 0,0 0 0,-1-2 0,0 0 1,0-2-1,-10 2-100,12-3 32,10-2-36,0 0 1,0 0-1,0 0 1,0-1-1,0 0 1,0 0-1,0-1 1,-3 0 3,9 1-27,1-1 0,-1 1 0,1-1 1,-1 1-1,0-1 0,1 1 0,-1-1 0,1 1 0,-1-1 1,1 1-1,0-1 0,-1 1 0,1-1 0,-1 0 0,1 1 1,0-1-1,0 0 0,-1 1 0,1-1 0,0 0 0,0 0 1,0 1-1,0-1 0,0 0 0,0 1 0,0-1 1,0 0-1,0 0 0,0 1 0,0-1 0,0 0 0,0 0 27,6-21-836,20-12-2294,9-1-3733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45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4401,'0'0'1284,"0"0"49,0 0-359,0 0-622,0 0-280,-1 9 2,-1 8-38,-2 0 0,1 0 0,-2 0 0,0 0 0,-1-1 0,-1 0 0,0 0 0,-3 1-36,21-51 349,-4 21-225,18-26-145,-18 32 286,-9 21 466,-23 29-317,22-38-409,-1-1-1,1 0 1,0 1 0,1-1-1,-1 1 1,1 0 0,0 0-1,0 0 1,0 0-1,1 0 1,0 0 0,0 1-5,1-5-152,16-7-285,43-56-3678,-32 32-1877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46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4 0 4929</inkml:trace>
  <inkml:trace contextRef="#ctx0" brushRef="#br0" timeOffset="1">4 0 4929,'73'42'1488,"-73"-42"-1104,-10 18-184,-7 8-200,1 1 8,3 6 0,3-3-8,0-1-8,10-2-176,0-6-568,0-9-1440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46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 4457,'0'0'1186,"0"0"-445,0 0-284,0 0-243,0 0-134,0 0-53,-16 27 11,-45 84-30,59-109-11,1 0 0,-1 0 0,1 0-1,0 0 1,0 1 0,0-1 0,0 0 0,0 1-1,0-1 1,0 1 0,1-1 0,0 1 0,-1-1-1,1 1 1,0 2 3,12-7 8,-11 2 11,3-3-16,0 1 0,0-1 0,0 0 0,-1 0 0,1 0 0,-1 0 1,1-1-1,-1 1 0,0-1 0,0 0 0,-1 0 0,1 0 0,-1-1 0,0 1 0,0 0 0,0-1 0,0-2-3,1-5 380,0 1-1,0-1 0,-1 0 1,0-1-1,-1 1 0,-1-5-379,0 16 37,-1 1 0,1 0 0,-1 0-1,1 0 1,-1-1 0,1 1 0,-1 0 0,1 0-1,-1 0 1,1 0 0,-1 0 0,1 0-1,-1 0 1,1 0 0,-1 0 0,1 0-1,-1 0 1,1 1 0,-1-1 0,1 0 0,-1 0-1,1 0 1,-1 1 0,1-1 0,-1 0-1,1 0 1,0 1 0,-1-1 0,1 0 0,-1 1-1,1-1 1,0 1-37,-18 10-16,9 4-70,0 0 0,1 1 1,1 0-1,0 1 0,1-1 0,1 1 1,1 0-1,0 1 0,0 5 86,-3 8-1106,-6 26-3323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0:58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0 373 7458,'0'0'2399,"0"0"-688,0 0-304,0 0-480,0 0-494,2 5-33,0 13 24,-1-7-72,1 0 1,0-1-1,1 1 1,3 8-353,-6-19 28,0 1 0,1 0 0,-1-1 1,1 1-1,-1-1 0,1 1 0,-1 0 0,1-1 0,0 1 0,-1-1 1,1 0-1,0 1 0,-1-1 0,1 1 0,0-1 0,-1 0 1,1 0-1,0 1 0,0-1 0,-1 0 0,1 0 0,0 0 1,0 0-1,0 0 0,-1 0 0,1 0 0,0 0 0,0 0 0,-1 0 1,1 0-1,0-1 0,0 1 0,-1 0 0,1 0 0,0-1 1,0 1-1,-1-1 0,1 1 0,0-1 0,-1 1 0,1-1 1,-1 1-1,1-1 0,-1 1-28,28-26 775,140-155-113,-154 170-528,-9 12 240,-17 27-47,-4 1-216,10-21-101,1 1 0,0 0 0,0-1 0,1 2 0,1-1 1,-1 0-1,1 1 0,1 0 0,0-1 0,-1 9-10,3-16-21,5-2-39,1-1 59,-1 1 0,1-1 0,0 0 0,-1-1 0,0 1 0,1-1-1,-1 0 1,0 0 0,0 0 0,0-1 0,1-1 1,59-42-49,-31 19-69,251-183-3843,-143 103-540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00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54 5873,'0'0'1120,"0"0"-209,0 0 222,0 0-515,0 0-386,-2 9-102,-7 27 33,7-27 311,2-9 576,0 0 301,0 0-262,-7-26 1451,-9 192-2032,24-168-94,-1-1-311,-1 0-1,0-1 0,0 0 1,0 0-1,0-1 0,-1 1 1,0-1-1,0 0 0,1-2-102,19-17 128,78-61-710,-34 31-2855,-15 16-3453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28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629 585 9330,'0'0'3103,"0"0"-490,0 0-303,0 0-709,0 0-494,-11-15-409,-34-49-135,41 59-482,0 1 0,-1 0 0,1 1 0,-1-1 0,0 1-1,0 0 1,0 0 0,0 0 0,-1 1 0,1-1 0,-1 1 0,1 1 0,-1-1 0,0 1 0,0 0 0,0 0 0,0 1 0,1 0 0,-1 0 0,-4 1-81,-8-2 132,3 0-67,0 1 0,1 1 0,-1 0 1,1 1-1,-1 1 0,1 0 0,0 1 1,0 0-1,0 1 0,1 1 0,-12 6-65,4 1 114,0 0-1,0 2 0,2 0 1,0 1-1,0 1 0,-8 12-113,15-18 36,1 2 0,1-1 0,0 1 0,1 1 0,1 0 0,0 0 0,1 1 0,0-1 0,1 2 0,1-1-1,0 1 1,1-1 0,1 1 0,0 1 0,2-1 0,0 0 0,0 0 0,2 17-36,1-24 4,-1 1 0,1-1 1,0 0-1,1 0 0,0 0 0,1 0 1,0 0-1,0 0 0,1-1 0,0 0 1,0 0-1,1 0 0,0-1 0,1 0 1,-1 0-1,1-1 0,1 1 0,-1-1 0,1-1 1,4 3-5,3 1 1,0 0-1,1-1 1,0-1 0,0-1 0,1 0 0,-1-1 0,1 0 0,0-2 0,1 0-1,16 0 0,-5-1 5,1-2-1,0 0 0,-1-3 0,8-1-4,-25 1-1,0 1-1,-1-2 1,0 1-1,0-2 1,0 1 0,0-1-1,0-1 1,-1 0-1,0-1 1,-1 0 0,9-8 1,-7 5-32,0-1 1,-1 0-1,0-1 0,-1 0 1,-1 0-1,0-1 0,-1 0 1,0-1-1,-1 0 1,0 0-1,-1 0 0,-1-1 1,2-8 31,1-20-86,-2-1 0,-1 1 0,-3-1 0,-2-3 86,-2 7-36,-2-1 0,-1 1 0,-3 1 0,-1-1 1,-11-27 35,-7-29 19,-6-35 1218,-2-40-1237,34 374 42,-1 13 169,12 47-211,-9-251-267,1 0 0,1-1 0,0 1 0,0 0 0,1-1 0,1 0 0,0 1 0,0-2 0,1 1 0,0 0 0,1-1 0,0 0 0,1 0 0,0-1 0,1 0 0,-1 0 0,3 1 267,22 13-6520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29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13531,'0'0'1964,"0"0"-593,0 33 468,1 478 3022,0-423-4450,5 1-1,3-1 0,20 83-410,-29-169-111,1-1-1,-1 1 0,0 0 1,1 0-1,-1 0 1,1 0-1,0 0 0,-1-1 1,1 1-1,0 0 0,0-1 1,0 1-1,0-1 1,1 1-1,-1-1 0,1 2 112,-1-5-203,0 1 0,-1 0 0,1 0-1,0 0 1,-1-1 0,1 1 0,-1 0-1,1-1 1,-1 1 0,0 0 0,1-1 0,-1 1-1,0-1 1,0 1 0,0 0 0,0-1-1,0 1 1,0-1 0,-1 1 0,1-1 203,0-30-5776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29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1 303 5817,'0'0'3788,"0"0"-2127,9-32 359,5-19-288,15-35-1732,-25 78 147,1 0 0,0-1 0,0 2-1,0-1 1,1 0 0,0 1 0,0 0 0,1 1 0,0-1 0,0 1 0,1 1-1,0-1 1,0 1 0,0 1 0,0-1 0,1 1 0,-1 1 0,1 0 0,0 0-1,0 1 1,1 0 0,7-1-147,-5 0 139,0 1 0,0 1 0,1 0 0,-1 0 0,0 1 0,1 1 0,-1 0 0,0 1 0,9 2-139,-13-1 19,-1-1 0,1 1 0,-1 0 0,0 1 0,0 0 0,0 0 0,-1 1 0,1-1 0,-1 1 0,0 1 0,-1-1-1,1 1 1,-1 0 0,0 0 0,2 4-19,2 5 177,0 1 0,-1 0 0,0 0-1,-1 0 1,-1 1 0,-1 0 0,0 1 0,-2-1-1,0 1 1,0-1 0,-2 1 0,0 0-1,-1 0 1,-1 0 0,-1-1 0,-1 9-177,1-20 62,0 0 0,-1 0-1,0 0 1,1 0 0,-2-1 0,1 1 0,-1-1 0,0 0 0,0 0 0,0 0-1,-1 0 1,1-1 0,-1 0 0,0 0 0,-1 0 0,1-1 0,-1 1 0,1-1-1,-1-1 1,0 1 0,0-1 0,0 0 0,0 0 0,-1-1 0,-1 1-62,-23 4 57,0-2 1,1-1 0,-1-1-1,-21-3-57,38 1 15,8 0-40,-65-5 103,68 5-104,0 0 1,1-1-1,-1 0 0,0 1 0,1-1 1,-1 0-1,0-1 0,1 1 1,-1 0-1,1-1 0,0 1 0,0-1 1,-1 0-1,1 0 0,0 0 0,0 0 1,1 0-1,-1 0 0,0 0 0,1-1 1,-1 1-1,0-2 26,2 3-114,1-1-1,-1 0 1,0 1 0,1-1 0,-1 0 0,0 1-1,1-1 1,0 0 0,-1 1 0,1-1 0,0 1 0,0 0-1,0-1 1,0 1 0,0 0 0,0-1 0,1 1-1,-1 0 1,0 0 0,0 0 0,1 0 0,-1 0 0,1 0-1,-1 0 1,1 1 0,-1-1 0,1 0 0,0 1 114,1-2-408,47-20-5615,9-2-4448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30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9090,'0'0'1680,"0"0"-381,0 0 27,0 0-414,0 0 44,-11 26 286,-34 87 314,39-93-1149,0 0-1,2 1 1,0-1-1,2 1 1,0 0-1,1 0 1,1 1-1,3 17-406,-1 23 421,-1-47-387,0 0 0,1 1 0,1-1 0,0 0 0,1-1 0,1 1 0,0-1 0,1 0 0,0 0 0,6 9-34,-8-16 7,0 0-1,1 0 1,-1-1-1,1 0 1,0 0-1,1 0 1,-1 0-1,1-1 1,0 0-1,1 0 1,-1-1-1,1 0 0,0 0 1,0 0-1,0-1 1,0 0-1,1 0 1,-1-1-1,1 0 1,0 0-1,4 0-6,-3-2 18,0 0 1,0 0-1,0-1 0,1 0 0,-1 0 1,0-1-1,0 0 0,-1-1 0,1 0 1,0 0-1,-1-1 0,0 0 0,0-1 1,0 0-1,0 0 0,4-4-18,-4 1 25,1 0 0,-1-1 0,0 0 0,-1 0 0,0-1 0,0 0 0,-1-1 0,0 1 0,-1-1 0,0 0 0,-1 0 0,2-9-25,-2 4 171,0 0 0,-1 0 1,0 0-1,-1-1 0,-1 1 0,-1-1 0,0 1 0,-1-1 0,-1 1 0,-2-5-171,2 12 118,0-1-1,-1 1 0,0 0 0,-1 0 0,0 0 0,-1 1 0,1-1 0,-2 1 0,1 0 1,-1 0-1,0 1 0,-1 0 0,0 0 0,0 0 0,0 1 0,-1 0 0,-8-5-117,7 5-7,-1 0 1,0 1-1,0 0 0,0 0 0,-1 1 0,1 1 0,-1 0 0,0 0 0,0 1 0,0 0 1,0 1-1,-2 0 7,13 2-62,-1-1 1,0 1-1,1-1 1,-1 1-1,0 0 0,1-1 1,-1 1-1,1 0 1,-1 0-1,1-1 1,-1 1-1,1 0 1,0 0-1,-1 0 1,1-1-1,0 1 1,0 0-1,-1 0 1,1 0-1,0 0 1,0 0-1,0 0 1,0 0-1,0-1 1,0 1-1,0 0 0,1 0 62,2 31-3613,11-8-2075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30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10282,'0'0'1985,"0"0"255,0 0 585,0 0-417,43 205-839,-39-146-553,-4-11-432,0-3-248,0-13-208,0-5-64,0-6-64,0-3 8,0-3-8,0-9-312,0-6-816,3 0-1457,3 0-2240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31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0 7074,'0'0'2861,"0"0"-568,0 0-515,0 0-418,0 0-217,0 0-126,-23 19-60,-69 60-136,89-76-778,0-1-1,0 1 1,0 0 0,1 0-1,-1 0 1,0 0 0,1 0 0,0 0-1,0 1 1,0-1 0,0 1-1,1 0 1,-1-1 0,1 1-1,0 0 1,0 0 0,1 0-1,-1 0 1,1 0 0,-1 0-1,1 0 1,0 0 0,1 0-1,-1 0 1,1 1-43,1 15 99,-2-10-69,0 6 1,0 0-1,1-1 1,0 1 0,2-1-1,1 6-30,-3-16 3,1 0-1,0 0 1,0 0-1,1 0 0,-1 0 1,1 0-1,0-1 0,0 0 1,1 1-1,-1-1 1,1 0-1,0-1 0,0 1 1,0-1-1,1 0 0,-1 0 1,4 1-3,4 3 19,0 0 1,-1 1-1,0 1 0,0-1 1,4 6-20,-11-10 2,-1-1 1,0 1-1,0 0 1,0 0-1,-1 0 1,1 1 0,-1-1-1,0 1 1,0-1-1,-1 1 1,1 0-1,-1-1 1,0 1-1,-1 0 1,1 0-1,-1 0 1,0 1-3,1 16 4,-1-9 80,0 0-1,0 1 1,-2-1-1,1 0 1,-3 9-84,2-17 35,0 0 0,1-1 0,-1 0 0,-1 1-1,1-1 1,-1 0 0,1 0 0,-1 0 0,0-1 0,-1 1 0,1-1 0,0 1 0,-1-1 0,0 0 0,0-1 0,0 1 0,-4 1-35,-5 2 124,0-1 0,0 0 0,-1-1 0,0 0 0,1-1 0,-1-1 0,0 0 0,-11-1-124,-53 10-285,54-1-1211,15 5-5062,9-8-2008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31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7738,'0'0'3752,"0"0"-1436,0 0-773,0 0-426,0 0-455,0 0-314,-13 9 193,7-5-437,-1 1 53,-1 0 0,1 1-1,0 0 1,0 0-1,1 0 1,-1 1-1,1 0 1,1 0 0,0 1-1,0 0 1,0 0-1,-1 4-156,-18 41 562,3 2 0,2 0 0,3 1 0,2 0-1,3 1 1,2 1 0,-1 46-562,8-52 98,2 0-1,2-1 1,2 0 0,3 1-1,5 13-97,-7-47-234,0 1 1,1-1-1,1 1 0,1-2 0,0 1 1,1-1-1,1-1 0,1 1 1,0-2-1,1 0 0,1 0 0,0-1 1,1 0-1,0-2 0,9 7 234,24 10-4649,-6-4-4191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39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12523,'0'0'2482,"0"0"-1226,0 0 189,2 30-148,-1 10-953,0-10-39,0 0 1,3 0-1,0 0 0,6 18-305,-4-22 144,28 144 2171,-30-149-2617,-2-1 0,0 1 0,-1-1 0,-2 1 0,0-1 0,-1 9 302,8-52-3998,3-4-2625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4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11482,'0'0'2053,"0"0"-497,0 0-130,0 0-550,0 0-432,36-12-86,115-38 59,-133 45-286,0 1-1,0 0 1,1 1-1,-1 1 1,0 1 0,1 1-1,10 1-130,33-1 397,-45-3 248,-17-3 843,-27-7-224,24 11-1502,-13-2 247,-1-1 0,1 2 0,-1 0-1,1 1 1,-1 1 0,0 1 0,0 0-1,-11 2-8,-19-1 5,41-1-7,0 0-1,1 1 1,-1-1 0,0 1 0,0 0-1,1 1 1,-1-1 0,0 1 0,1 1-1,0-1 1,-1 1 0,1-1-1,0 2 1,0-1 0,1 0 0,-1 1-1,1 0 1,0 0 0,0 0 0,0 1-1,0 0 3,-1 3-4,0-1 1,1 1-1,0 0 0,0 1 0,1-1 0,0 1 1,1-1-1,0 1 0,0 0 0,1 0 0,0 0 0,0 0 1,1 5 3,-2 32-4,1-34 5,-1 1-1,2-1 0,0 0 0,0 0 0,1 1 1,1-1-1,0 0 0,1 0 0,0 0 0,2 3 0,-4-13-3,1 0-1,-1 0 0,1-1 1,0 1-1,0 0 0,0-1 0,0 1 1,0-1-1,0 1 0,0-1 1,0 0-1,1 0 0,-1 0 1,0 0-1,1 0 0,-1 0 1,1-1-1,-1 0 0,1 1 1,-1-1-1,2 0 4,66-1 180,-39 0-107,11 0-28,-23 0-45,0 0 0,0 2 0,0 1 0,7 1 0,-20-2-6,0 0-1,0 1 1,-1 0-1,1 0 1,-1 1-1,1-1 1,-1 1-1,0 0 1,0 1 0,0-1-1,0 1 1,-1 0-1,1 0 1,-1 0-1,3 5 7,0 0-2,-1 0 0,-1 0 0,1 1 0,-2-1 0,1 1 0,-1 0-1,-1 1 1,0-1 0,0 1 0,-1 1 2,2 12 14,-2-1 1,-1 1-1,-1 0 0,-1 2-14,1-21 21,-1-1 0,1 1 0,-1-1 0,0 1 0,0-1 1,0 0-1,-1 1 0,0-1 0,1 0 0,-1 0 0,-1 0 0,1 0 0,-1-1 0,1 1 0,-1-1 0,0 1 0,0-1 0,-1 0 0,1 0 0,-1 0 0,1-1 0,-1 1 0,0-1 0,0 0 0,0 0 0,0 0 0,0-1 0,-1 1 0,-3 0-21,-13 3 178,-1-2 0,0 0 0,1-1-1,-1-1 1,-15-1-178,23 0 62,-2-1-36,0 0 0,0-1 1,1-1-1,-1 0 0,1-1 0,-1 0 1,1-2-1,1 0 0,-1 0 1,1-1-1,-13-9-26,26 15-62,-1-1-1181,10-2-50,87-12-7103,-40 5 715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4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14891,'0'0'2001,"0"0"-473,0 0 1096,0 0-1167,0 172-585,0-118-480,0-1-160,0-8-128,0-9-56,0-13-48,0-2-160,6-15-680,27-6-824,-3 0-2529,0 0-1465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40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37 10802,'0'0'1830,"0"0"-87,0 0 262,0 0-600,0 0-637,-30-7-313,-95-20 59,121 26-476,0 0 0,0 1 1,0-1-1,0 1 0,0 0 1,0 0-1,0 1 0,0-1 1,0 1-1,0 0 1,0 0-1,1 0 0,-1 1 1,0-1-1,1 1 0,-1 0 1,1 0-1,-1 0 0,1 0 1,0 1-1,0-1 1,0 1-1,0 0 0,-1 1-38,-6 6 145,0-1-40,1 0-1,1 0 1,0 1 0,0 0-1,1 0 1,0 0 0,0 1-1,2 0 1,-1 1 0,1-1-1,1 1 1,0 0 0,1 0-1,0 1 1,1-1 0,0 1-1,1-1 1,0 1-1,1 1-104,0-11 5,0 0 0,0 1-1,1-1 1,-1 0 0,1 1-1,0-1 1,0 0 0,0 0-1,0 0 1,1 0 0,-1 0-1,1 0 1,0 0 0,-1 0-1,1-1 1,1 1 0,-1-1-1,0 1 1,1-1 0,-1 0-1,1 0 1,0 0 0,-1 0-1,1 0 1,0-1 0,0 1-1,0-1 1,0 0 0,1 0-1,-1 0 1,1 0-5,13 3-3,0-1 0,1-1 0,-1-1 0,0 0-1,11-2 4,-13 1 17,-1 0-97,-1 0 1,0-2-1,1 1 1,-1-2-1,0 0 0,0 0 1,0-2-1,-1 1 1,11-7 79,-17 9-26,-1-1 1,0 0-1,0-1 0,0 1 1,-1-1-1,1 0 1,-1 0-1,0 0 1,0-1-1,-1 1 0,1-1 1,-1 0-1,0 0 1,0 0-1,0 0 1,-1-1-1,0 1 0,0-1 1,-1 0-1,1 1 1,-1-1-1,0 0 1,0-2 25,0-55 1034,-2 51 435,1 41-1064,-3 475 1276,3-500-1804,0 0 1,0 0-1,0 1 1,1-1 0,0 0-1,-1 0 1,2 0-1,-1 0 1,0 0 0,1 0-1,0-1 1,0 1-1,0 0 1,1 0 122,-2-2-653,1 1 0,0-1 1,1-1-1,-1 1 0,0 0 0,0 0 0,1-1 0,-1 0 1,1 1-1,-1-1 0,1 0 0,0 0 0,-1 0 1,2 0 652,16 2-10096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41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8146,'0'0'4151,"0"0"-2394,0 0-644,0 0 110,28 16-76,4 1-832,-9-6-36,-1 1 0,0 1 0,-1 1 1,-1 1-1,0 1 0,16 16-279,-13-7 227,-1 1 0,-2 0 0,0 2 1,-2 0-1,0 1 0,-3 1 0,0 1 0,-2 0 0,-1 0 1,-2 2-1,-1-1 0,1 11-227,2 24 254,-3 2 0,-2-1 0,-4 1-1,-3-1 1,-5 38-254,-2-45 106,-2-1-1,-13 46-105,21-104-166,1-1-1,-1 1 1,1-1-1,-1 1 1,0-1 0,0 1-1,1-1 1,-1 0-1,0 1 1,0-1 0,0 0-1,-1 0 1,1 0-1,0 0 1,0 0 0,-1 0-1,1 0 1,0 0-1,-1 0 1,1 0 166,-22 6-6407,7-6-2590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1:42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11026,'0'0'2356,"0"0"-865,0 0-201,0 0-336,7-7-215,-7 7-704,0-1 0,0 1 0,0 0 0,0 0 0,0 0 1,-1 0-1,1-1 0,0 1 0,0 0 0,0 0 0,0 0 0,0 0 0,0-1 0,0 1 1,0 0-1,0 0 0,0 0 0,0 0 0,-1 0 0,1-1 0,0 1 0,0 0 0,0 0 1,0 0-1,0 0 0,-1 0 0,1 0 0,0 0 0,0 0 0,0-1 0,0 1 1,-1 0-1,1 0 0,0 0 0,0 0 0,0 0 0,0 0 0,-1 0 0,1 0 0,0 0 1,0 0-1,0 0 0,-1 0 0,1 0 0,0 1 0,0-1 0,0 0 0,0 0 1,-1 0-1,1 0 0,0 0-35,0-1 24,1 0-1,-1 0 1,0 0 0,1 0 0,-1 0-1,0 0 1,1 1 0,-1-1 0,1 0-1,0 0 1,-1 0 0,1 1 0,-1-1 0,1 0-1,0 1 1,0-1 0,0 0 0,-1 1-1,1-1 1,0 1 0,0-1 0,0 1-1,0 0 1,0-1 0,0 1 0,0 0 0,0 0-1,0-1-23,15 3 807,-21 8 21,-16 8 857,21-18-1593,0 0-54,0 0 29,0 0-27,0 0-55,0 0-101,0 0-264,0 0-799,-1 0-1932,-4 3-2466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8:57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16580,'0'0'5561,"0"0"-3785,0 0-592,0 0-1184,0 0-512,0 0-5969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8:57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9946,'0'0'8978,"0"0"-7570,0 0 649,0 0-633,0 0-992,0 0-144,248-21-16,-142 0-56,0-6-168,-7 1-48,-13 5-176,7 9-1312,-27 6-4201,-13 6-6514</inkml:trace>
  <inkml:trace contextRef="#ctx0" brushRef="#br0" timeOffset="1">976 81 15011,'0'0'2817,"0"0"-465,0 0-375,0 0-1401,0 0-576,0 0-632,0 0-5962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8:57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1376,'0'0'17364,"0"0"-14603,0 0-737,0 0-1032,0 0-992,0 0-2424,176-116-14364</inkml:trace>
  <inkml:trace contextRef="#ctx0" brushRef="#br0" timeOffset="1">960 150 19628,'0'0'2497,"0"0"-1761,0 0-736,0 0-2409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36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8514,'0'0'4866,"0"0"-3231,0 0-807,0 0 102,0 0 139,-7 13-170,-20 40-279,27-52-541,0-1 0,0 0 0,0 1-1,0-1 1,-1 1 0,1-1 0,0 0-1,0 1 1,0-1 0,0 1 0,-1-1-1,1 0 1,0 1 0,0-1 0,-1 0-1,1 0 1,0 1 0,-1-1 0,1 0-1,0 1 1,-1-1 0,1 0 0,0 0-1,-1 0 1,1 1 0,-1-1 0,1 0-1,0 0 1,-1 0 0,1 0 0,-1 0-1,1 0 1,0 0 0,-1 0 0,1 0-1,-1 0 1,1 0 0,0 0 0,-1 0-79,-4-16 954,5 14-936,0 1 1,0-1-1,0 1 1,0-1-1,0 1 0,0 0 1,0-1-1,0 1 0,1-1 1,-1 1-1,1-1 1,-1 1-1,1 0 0,-1-1 1,1 1-1,0 0 1,0 0-1,-1-1 0,1 1 1,0 0-1,0 0 0,0 0 1,0 0-1,1 0 1,-1 0-1,0 1 0,0-1 1,0 0-1,1 0 0,0 1-18,-2-1 3,1 1 0,0 0-1,0 0 1,-1 0 0,1 0-1,0 0 1,-1 0 0,1 0-1,0 1 1,-1-1-1,1 0 1,0 0 0,-1 1-1,1-1 1,0 0 0,-1 0-1,1 1 1,-1-1 0,1 1-1,0-1 1,-1 1-1,1-1 1,-1 1 0,1-1-1,-1 1 1,0-1 0,1 1-1,-1-1 1,0 1 0,1 0-1,-1-1 1,0 1-1,0 0 1,1-1 0,-1 1-1,0 0 1,0-1 0,0 1-1,0 0 1,0 0 0,0-1-1,0 1 1,0 0-3,0 2 5,0-1-1,-1 1 1,1 0 0,-1 0 0,1-1 0,-1 1-1,0 0 1,0-1 0,0 1 0,0-1-1,-1 1 1,1 0-5,-5 3 52,0 1 0,0-1 0,-1 0 0,0-1 0,0 1 0,0-2 0,0 1 0,-1-1 0,0 0 0,0 0 0,0-1 0,-1 0-52,-2 2 112,1-2 0,-2 0-1,1 0 1,0-1 0,0 0 0,-1-1-1,1 0 1,-1-1 0,-1-1-112,12 1 6,0-1 1,0 0-1,0 1 1,1-1-1,-1 0 1,0 0-1,0 0 1,1 0-1,-1 0 1,1 0-1,-1 0 1,1 0-1,-1 0 1,1 0-1,0 0 1,-1 0-1,1 0 1,0 0-1,0 0 1,0-1-1,0 1 1,0 0-1,0 0 1,0 0-1,0 0 1,0 0-1,1 0 1,-1 0-1,1-1-6,-1-2 7,0 1-50,0-1 0,1 1 0,0-1 0,-1 1 0,1-1 0,1 1 0,-1 0 0,0-1 0,1 1 0,-1 0 0,1 0 0,0 0 0,0 0 0,0 0 0,1 1 0,-1-1 0,1 1 0,-1-1 0,1 1 0,0 0 0,0 0 0,0 0 0,0 0 0,0 1 0,0-1 0,1 1 0,1-1 43,8-2-549,1 0 1,-1 0-1,0 1 1,1 1-1,0 1 1,4-1 548,52 1-4850,-6 1-2100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36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62 111 13867,'0'0'2084,"0"0"326,0 0-119,0 0-1194,0 0-701,0 0-247,9-5 12,20-9 241,-46 31 183,11-13-416,0 1 0,0-1 0,-1 0 1,0 0-1,0-1 0,0 0 0,0 0 0,0-1 0,-1 0 0,-7 2-169,30-28 588,-7 17-598,0 1 0,0 1 0,0-1-1,1 1 1,0 1 0,0 0 0,0 0-1,0 0 1,0 1 0,1 1 0,0 0-1,-1 0 1,1 1 0,0 0 0,0 0-1,1 1 11,-89 15 407,77-15-427,0 1 0,0-1 0,0 0 0,0 0 0,0 0 0,0 0 0,0 0 0,0 0 1,0 0-1,0 0 0,0 0 0,0 0 0,0 0 0,0-1 0,0 1 0,1 0 0,-1-1 0,0 1 0,0-1 0,0 1 0,0-1 0,0 0 0,1 1 0,-1-1 0,0 0 0,1 1 0,-1-1 0,0 0 0,1 0 0,-1 1 0,1-1 0,-1 0 0,1 0 0,-1 0 0,1 0 0,0 0 0,0 0 0,-1 0 0,1 0 0,0 0 1,0 0 19,0-1-160,1 0 0,0 0 0,0 0 0,0 0 0,0 0 0,0 1 1,0-1-1,0 0 0,1 1 0,-1-1 0,0 1 0,1-1 1,0 1-1,-1-1 0,1 1 0,0 0 0,-1 0 0,1 0 1,0 0-1,2 0 160,42-15-5355,6 4-3133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39:3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14267,'0'0'2119,"0"0"159,0 0-596,0 0-843,0 0-361,0 0-240,9-9-134,29-22 68,-34 31 235,-9 11-48,-14 11 326,18-22-652,1 1 0,-1 0 1,0-1-1,0 1 1,0 0-1,0-1 0,0 1 1,0-1-1,0 1 1,0-1-1,0 0 0,0 1 1,0-1-1,0 0 0,0 0 1,0 0-1,0 0 1,0 0-1,0 0 0,0 0 1,0 0-1,0 0 1,0 0-34,-3-23 429,5 22-373,0 1-1,-1-1 1,1 1 0,0-1-1,0 1 1,0-1-1,-1 1 1,1 0 0,0 0-1,0-1 1,0 1-1,0 0 1,0 0 0,0 0-1,0 0 1,0 0-1,0 0 1,-1 0 0,1 0-1,0 0 1,0 1-1,0-1 1,0 0 0,0 1-56,5 2 927,-23-1-971,16-2-289,0 1-1,1-1 1,-1 1-1,0 0 1,1-1-1,-1 1 1,1 0-1,-1-1 1,1 1-1,-1 0 1,1 0 0,0 0-1,-1-1 1,1 1-1,0 0 1,-1 0-1,1 0 1,0 0-1,0 0 1,0-1-1,0 1 1,0 0-1,0 0 1,0 0 0,0 0-1,1 0 1,-1 0-1,0 0 334,0 2-1837,0 15-9983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0:02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9250,'0'0'1811,"0"0"1,0 0 34,0 0-643,0 0-168,13-5 88,36-15-266,-24 12 1814,-4 7-3406,-6 1-127,25-5-3198,2 2-3401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0:02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8146,'0'0'256,"0"0"-35,0 0-67,0 0 396,13-7 737,40-19 407,-52 26-1592,-1 0 1,1 0-1,0 0 0,-1 1 1,1-1-1,0 0 0,-1 0 0,1 0 1,-1 1-1,1-1 0,0 0 1,-1 1-1,1-1 0,-1 0 1,1 1-1,-1-1 0,1 1 1,-1-1-1,1 1 0,-1-1 1,0 1-1,1-1 0,-1 1 1,0-1-1,1 1 0,-1-1 1,0 1-1,0 0 0,1-1 0,-1 1 1,0-1-1,0 1 0,0 0 1,0-1-1,0 1 0,0 0 1,0-1-1,0 1 0,0 0 1,0-1-1,0 1 0,-1 0-102,1 0 56,0 0-1,1 0 0,-1 0 1,0 0-1,-1 0 0,1 0 0,0-1 1,0 1-1,0 0 0,0 0 1,-1 0-1,1 0 0,0 0 1,-1 0-1,1-1 0,-1 1 1,1 0-1,-1 0 0,1 0 1,-1-1-1,0 1 0,1 0 0,-1-1 1,0 1-1,0-1 0,1 1 1,-1-1-1,0 1 0,0-1 1,0 1-1,1-1 0,-1 0 1,0 0-1,0 1 0,0-1-55,12-20-121,-5 13-112,-1 1 0,1 0 0,-1 0 0,2 1 0,-1-1 0,1 1 0,4-2 233,-5 4-826,-1 0 1,1 0 0,-1 1 0,1 0-1,0 0 1,4 0 825,4 1-5532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0:03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12003,'0'0'2551,"0"0"-1078,0 0 432,0 0-696,0 0-802,-5 1-383,-4 3-22,0 0 1,1 0-1,-1 1 0,1 0 0,0 1 0,1 0 0,-1 0 1,1 1-1,-6 6-2,-40 32 67,51-44-33,1 0-1,0 0 1,-1 0 0,1 0 0,-1 0-1,1 0 1,-1-1 0,1 1 0,-1 0 0,0-1-1,1 1 1,-1-1 0,0 0 0,1 0-1,-1 1 1,-1-1-34,3-1 44,-1 1 0,1-1 0,0 1 0,0 0 0,-1-1 0,1 1 0,0-1 0,0 1 0,0 0 0,0-1 0,-1 1 0,1-1 0,0 1 0,0-1 0,0 1 0,0-1 0,0 1 0,0-1 1,0 1-1,0 0 0,0-1 0,1 1 0,-1-1 0,0 1 0,0-1 0,0 1 0,0-1 0,1 1 0,-1 0 0,0-1 0,0 1 0,1 0 0,-1-1 0,0 1-44,2-3 38,-1 1 1,0 0-1,1 0 1,-1-1-1,1 1 1,0 0-1,0 1 0,0-1 1,0 0-1,0 0 1,0 1-1,0-1 1,1 1-1,-1 0 1,0 0-1,1 0 0,-1 0 1,1 0-1,-1 0 1,1 0-39,-3 1-2,1 0 0,-1 0 1,0 0-1,1 0 0,-1 0 1,0 0-1,1 0 0,-1 1 0,0-1 1,0 0-1,1 0 0,-1 0 1,0 0-1,1 0 0,-1 0 1,0 1-1,0-1 0,1 0 0,-1 0 1,0 0-1,0 1 0,1-1 1,-1 0-1,0 0 0,0 1 0,0-1 1,1 0-1,-1 0 0,0 1 1,0-1-1,0 0 0,0 1 0,0-1 1,0 0-1,0 0 0,0 1 1,0-1-1,0 0 0,0 1 1,0-1-1,0 0 0,0 1 2,-6 18 15,-16 12 86,17-27-66,3-1-16,-1-1-1,1 1 1,-1-1-1,0 0 1,0 0-1,0-1 1,0 1-1,0-1 1,0 1-1,0-1 1,0 0-1,-4 1-18,7-2 290,0-2-259,0 0 1,1 0-1,-1 0 0,1 1 1,0-1-1,0 0 1,-1 0-1,1 1 1,0-1-1,0 1 1,0-1-1,1 1 1,-1-1-1,0 1 1,0 0-1,1-1 1,-1 1-1,1 0 1,-1 0-1,1 0 0,0 0 1,-1 0-1,1 1 1,0-1-1,0 0 1,-1 1-1,3-1-31,-3 0-5,0 1-1,1 0 0,-1-1 1,0 1-1,1 0 0,-1-1 1,1 1-1,-1 0 0,0 0 1,1 0-1,-1 0 1,1 1-1,-1-1 0,0 0 1,1 1-1,-1-1 0,1 0 1,-1 1-1,0 0 0,0-1 1,1 1-1,-1 0 0,0 0 1,0-1-1,0 1 1,0 0-1,0 0 0,0 0 1,0 0-1,0 1 0,0-1 1,0 0-1,-1 0 0,1 0 1,0 2 5,1 2-3,-1 1 1,0 0-1,0-1 1,-1 1-1,0 0 0,0 0 1,0-1-1,0 1 1,-1 1 2,0-5 5,1 0 0,0 0 0,0-1 0,-1 1 0,1-1 0,-1 1 0,1 0 0,-1-1 0,0 1 0,1-1 0,-1 1 1,0-1-1,0 1 0,0-1 0,0 0 0,-1 0 0,1 1 0,0-1 0,0 0 0,-1 0 0,1 0 0,-1 0 0,1 0 0,-1-1 0,1 1 0,-1 0 0,1-1 0,-1 1 1,0-1-1,1 0 0,-1 1 0,0-1 0,0 0-5,1-19 170,1 15-172,0 1 0,0-1-1,0 0 1,1 1 0,0-1-1,-1 1 1,1 0-1,1-1 1,-1 1 0,0 0-1,1-1 1,0 1 0,-1 0-1,1 0 1,0 0-1,1 0 1,-1 1 0,0-1-1,1 1 1,0-1 0,0 1-1,-1 0 1,1 0-1,0 0 1,0 0 0,1 1-1,-1-1 1,0 1 0,1 0-1,-1 0 1,1 0-1,1 0 3,-4 1-2,0 0-1,-1 0 1,1 0-1,0 0 1,0 1-1,-1-1 0,1 0 1,0 0-1,-1 1 1,1-1-1,0 0 0,-1 1 1,1-1-1,-1 0 1,1 1-1,-1-1 1,1 1-1,-1-1 0,1 1 1,-1 0-1,1-1 1,-1 1-1,1-1 0,-1 1 1,0 0-1,0-1 1,1 1-1,-1 0 1,0-1 2,3 29-17,-4-26 40,1 1 0,0-1 0,-1 1 0,0-1 1,0 0-1,0 1 0,0-1 0,0 0 0,-1 0 0,0 0 0,1 0 0,-1 0 0,0 0 0,-2 2-23,3-4 19,-1 0 0,1 0-1,-1 0 1,1 0 0,-1 0-1,0 0 1,0 0-1,1 0 1,-1-1 0,0 1-1,0 0 1,0-1 0,0 0-1,0 0 1,1 1-1,-1-1 1,0 0 0,0 0-1,0-1 1,0 1 0,0 0-1,0-1 1,0 1-1,0-1 1,1 1 0,-1-1-1,0 0-18,0-1-14,0 0 0,0 0-1,1 0 1,-1 0-1,0 0 1,1 0 0,0 0-1,-1-1 1,1 1-1,0 0 1,0-1 0,1 1-1,-1-1 1,0 0-1,1 1 1,-1-1 0,1 1-1,0-1 1,0 0 14,0-4-326,-1-21-956,1 27 1052,0 1 0,-1-1 0,1 0-1,1 1 1,-1-1 0,0 1 0,0-1-1,0 0 1,0 1 0,0-1 0,0 1 0,1-1-1,-1 1 1,0-1 0,0 0 0,1 1-1,-1-1 1,0 1 0,1-1 0,-1 1-1,1 0 1,-1-1 0,1 1 0,-1-1 0,0 1-1,1 0 1,-1-1 0,1 1 0,0 0-1,-1 0 1,1-1 0,-1 1 0,1 0 0,-1 0 230,10 0-6467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15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10642,'0'0'2746,"0"0"-393,0 0 197,0 0-1007,0 0-929,0 0-379,0 17 114,0 807 3670,0-823-4193,0-3-244,3-91-8104,1 54 155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21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15443,'0'0'2758,"0"0"-721,0 0 139,0 0-1005,-3 36-740,-1 27-100,3-1 0,3 0 0,2 0 0,5 16-331,23 100 797,27 172-23,-45-239-680,-5 0-1,-4 17-93,-5-125 78,-1-8 52,-8-67 1,2 22-131,2 0 0,2 0 0,2-10 0,2 44-13,0 0 1,1 0 0,1 1-1,1-1 1,0 1 0,0 0-1,2 0 1,0 0 0,1 0-1,0 1 1,1 1-1,3-5 14,-1 4-12,1 1 0,0 0 1,1 0-1,1 1 1,0 1-1,0 0 1,1 1-1,0 0 1,12-5 10,-15 9-7,0 1 0,0 1 1,0 0-1,0 0 0,1 2 1,-1-1-1,1 1 0,0 1 1,-1 0-1,1 0 0,0 1 1,0 1-1,0 0 0,8 2 7,-13-1 0,0 0 0,0 0-1,0 1 1,0 0-1,0 0 1,-1 1 0,1 0-1,-1 0 1,0 0 0,0 1-1,-1 0 1,1 0-1,-1 0 1,0 1 0,0 0-1,-1 0 1,0 0-1,0 0 1,0 1 0,-1 0-1,0-1 1,0 1-1,-1 0 1,0 1 0,0-1-1,0 4 1,1 2 9,-2-1 0,1 1-1,-1-1 1,-1 1 0,-1 0-1,0-1 1,0 1 0,-1 0-1,0-1 1,-2 0 0,1 0-1,-1 0 1,-1 0 0,0 0-1,-4 5-8,-11 13 47,-2-2-1,-1 0 0,-1-2 0,-1 0 0,-1-2 0,-1-1 0,-1-1 0,-1-1 0,-1-2 0,-1-1 0,0-1 0,-1-2 0,-19 6-46,39-17 12,0-1 0,0 0 0,0-1 0,0 0-1,-1-1 1,1-1 0,-9 0-12,18 0-46,0-1 0,0 1-1,0-1 1,1 0 0,-1 0 0,0 0 0,1 0-1,-1-1 1,1 1 0,-1 0 0,1-1 0,-1 0-1,1 0 1,0 0 0,0 0 0,0 0 0,0 0-1,0 0 1,1-1 0,-1 1 0,1-1 0,-1 1-1,1-1 1,0 1 0,0-1 0,0 0 0,0 0-1,0-1 47,0-1-132,0 1 1,0-1-1,1 0 0,-1 0 0,1 0 0,0 0 0,0 0 0,1 0 0,-1 0 1,1 0-1,0 0 0,1 0 0,-1 0 0,1 1 0,0-1 0,0 1 0,0-1 1,2-1 131,8-9-955,0 1 1,1 1 0,1 0 0,5-4 954,39-31-6102,11-9-7390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21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9234,'0'0'6916,"0"0"-4478,0 0-463,40 30-28,-18-15-1689,16 12 298,-2 1 1,26 27-557,-45-38 151,0 1-1,-1 1 1,-2 1 0,0 0 0,0 0-1,-2 2 1,-1-1 0,2 8-151,7 24 312,-2 1 0,-3 2 0,-2-1 1,-2 2-1,-2 8-312,-4-23 236,-3 0-1,-1 0 1,-1 0 0,-3 0 0,-2-1-1,-1 1 1,-6 17-236,-2-18 221,-1-1 1,-3-1-1,0-1 1,-3-1-1,-6 8-221,-17 30 65,-7 20-954,3 1-1,0 16 890,52-134-3607,11-18-937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34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9 170 4993,'0'0'2785,"0"0"-446,0 0-495,0 0-780,0 0-579,-8 0 1424,7-1 3783,26-22-5652,1 2 0,1 2-1,1 0 1,0 1 0,16-5-40,-27 15-1,0 0 0,1 2 0,-1 0 0,1 1 0,0 1 0,1 1 0,-1 0 0,1 1 0,-1 1 1,14 1 0,-26 2-3,0-1 0,0 1 1,0 0-1,0 0 1,-1 1-1,1-1 1,-1 1-1,1 1 0,-1-1 1,0 1-1,0 0 1,0 0-1,-1 0 1,0 1-1,0-1 0,2 4 3,7 7 8,-1 2 0,0 0 0,-1 1 0,3 8-8,1 12 49,-1 0 0,-3 1-1,-1 0 1,-1 1 0,-3 0 0,1 22-49,8 41 209,35 232 1149,-12-75-222,22 47-1136,-55-289 340,-3-19 637,-10-35-365,-22-62-575,4-2 0,5-3-37,-1 1 28,-33-95-28,54 193-3,-1 0 1,1 0 0,-1 0 0,0 1 0,0-1 0,0 0 0,0 1-1,-1 0 1,1 0 0,-1-1 0,0 2 0,0-1 0,0 0 0,-3-2 2,4 4-1,0 1-1,0-1 1,0 1 0,0-1 0,0 1 0,0-1 0,0 1 0,1 0 0,-1 0 0,0 0 0,0 0-1,0 0 1,0 1 0,0-1 0,0 1 0,0-1 0,0 1 0,0 0 0,0-1 0,1 1 0,-1 0-1,0 0 1,1 0 0,-1 1 0,1-1 0,-1 0 0,1 1 0,-1-1 0,1 0 0,0 1 0,-1 0 1,-82 95-19,-30 47 19,3-2-7,78-101 10,14-15 5,-2-2 0,-1 0 0,-2 1-8,23-25 8,1 0 13,0 0 30,0 0 10,0 0-10,0 0-19,0 0 27,0 0-17,1-2-288,0 0-1,0 0 1,0 0 0,0 0-1,0 0 1,0 0-1,1 0 1,-1 0 0,1 0-1,-1 1 1,1-1-1,-1 0 1,1 1-1,0 0 1,0-1 0,0 1-1,0 0 1,0 0-1,0 0 1,0 0-1,1 0 1,-1 1 0,0-1-1,0 1 1,2-1 246,8-3-2067,24-11-4451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36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48 9210,'0'0'2626,"0"0"-654,0 0 17,0 0-469,0 0-508,0 0-33,2-8 49,2 1-711,-3 5-175,1 0-1,-1-1 0,0 1 0,0-1 0,0 1 0,0-1 0,-1 1 1,1-1-1,-1 0 0,1 1 0,-1-3-141,0 4 766,0 1-168,0 0-275,0 0-166,0 33-47,-2 1-62,-2 0 1,-1-1 0,-1 0-1,-7 16-48,5-16 13,0 0 0,3 1-1,0 0 1,2 17-13,2 4 8,9 296 386,-3-280-291,4 0-1,3 0 1,18 60-103,-28-122 19,1 0 0,0 0 0,1 0 1,0-1-1,0 0 0,0 0 0,1 0 1,1 0-1,-1-1 0,5 5-19,-6-8 27,1 0-1,-1-1 1,1 0 0,0 1-1,0-2 1,0 1 0,0 0-1,1-1 1,-1 0 0,0-1-1,1 1 1,0-1 0,-1 0-1,1 0 1,0 0 0,-1-1-1,5 0-26,-9 0 5,73-5 115,-69 4-115,0-1-1,1 1 1,-1-1-1,0 0 1,0-1-1,0 1 1,-1-1-1,1 0 1,-1 0-1,1-1 1,1-2-5,35-56-1130,-5 3-2993,-17 18-1839,-8 14-700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36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10802,'0'0'2541,"0"0"-446,0 0-548,0 0-676,0 0-120,0 0 248,21 0-117,4 1-657,7 0 184,-1 0-1,1-3 0,24-3-408,4-11 273,-47 12-550,0 0-1,0 1 0,0 0 1,0 1-1,0 0 1,2 1 277,8 1-2881,-2 0-1469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38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4 128,'0'0'9523,"0"0"-6242,0 0-1639,0 0-327,0 0-508,0 0-111,17 0 379,114-3 2336,65 9-3411,-101-3-899,-78-3-787,-16 1-1716,-1 1-2471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3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10666,'0'0'2025,"0"0"-1225,0 0 1624,0 0-751,0 0-905,0 0-80,0 0 344,67 0-328,-24-6-327,3-12-193,7 0-112,0 1-72,0 2-80,23 3-833,-10 9-1855,-3 0-2017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39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380 176 13179,'0'0'2592,"0"0"-423,0 0-469,0 0-900,0 0-202,9 37 242,-2-9-636,8 33 351,-3 0 0,-3 1-1,-1 22-554,0 77 1073,0 7 195,16 69-1268,-14-193 91,-10-44-15,0-4 16,-4-51-250,-2 1 1,-2 0 0,-2 0 0,-4-4 157,-1-2-171,3-1 0,3 0 0,2-17 171,2-28-48,6 0 0,4 0 0,5 0 48,-6 58 498,-1 0 0,-3-11-498,0 58 238,0 1-82,-5 1-99,0 0 0,0 0 0,0 0 0,0 0 1,0 1-1,0 0 0,0 0 0,1 0 0,-1 1 1,1 0-1,-1-1 0,1 2 0,0-1 0,0 0 1,0 1-1,0 1-57,-14 13 38,2 2 0,-13 17-38,12-14 45,-59 75 31,5 4-76,49-68 3,1 0 0,3 2 0,0 1 0,3 0 0,-1 6-3,14-38-4,0 0 0,1 0 0,0 0 0,0 1 0,1-1 1,-1 0-1,1 4 4,2-8 7,0 0 0,0-1 0,0 1 0,0-1 0,0 1 0,1-1 0,-1 0 0,0 0-1,0 0 1,0 0 0,0 0 0,1-1-7,0 1 21,50-3 271,-1-3-1,0-1 1,-1-3-1,33-12-291,73-14-593,-80 17-3904,-42 12-1125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40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60 7314,'0'0'5307,"0"0"-2525,0 0 275,0 0-1302,0 0-884,0 0-383,-2-9-159,-3-25-39,5 33-267,0 0 0,1 0-1,-1 0 1,0 1 0,0-1 0,1 0 0,-1 0 0,1 1 0,-1-1 0,1 0-1,-1 1 1,1-1 0,-1 0 0,1 1 0,0-1 0,-1 1 0,1-1 0,0 1-1,0-1 1,-1 1 0,1 0 0,0-1 0,0 1 0,0 0 0,-1 0 0,1-1 0,0 1-1,0 0 1,0 0 0,0 0 0,-1 0 0,1 0 0,0 0 0,0 0 0,0 0-1,0 0 1,0 1-23,29 5 549,-29-2-503,1-1 1,-1 1 0,0-1-1,0 1 1,-1 0 0,1-1-1,-1 1 1,0 0 0,0 0-1,0-1 1,0 1 0,-1 0 0,1-1-1,-1 1 1,0 0 0,0-1-1,0 1 1,-1-1 0,1 1-1,-1-1 1,0 0 0,0 0-1,0 0 1,-1 2-47,0-3 61,1 0 1,-1 0-1,1-1 1,-1 1-1,0-1 0,0 1 1,0-1-1,0 0 1,0 0-1,0 0 0,0 0 1,0-1-1,0 1 1,0-1-1,-1 0 0,1 0 1,0 0-1,0 0 1,0 0-1,-3-1-61,4 0-9,0 0 0,0 0 1,1 0-1,-1 0 0,0 0 0,0 0 0,1-1 1,-1 1-1,1 0 0,-1-1 0,1 1 1,0-1-1,-1 0 0,1 1 0,0-1 0,0 0 1,0 0-1,0 1 0,1-1 0,-1 0 0,0 0 1,1 0-1,-1 0 0,1 0 0,0 0 1,0 0-1,0 0 0,0-1 0,0 1 0,0 0 1,0 0-1,1-1 9,-1 1-195,1 0 0,-1-1 0,1 1 0,0 0 1,0 0-1,-1 0 0,1 0 0,0 0 0,1 0 0,-1 1 1,0-1-1,1 0 0,-1 1 0,1-1 0,-1 0 0,1 1 0,0 0 1,-1-1-1,1 1 0,1-1 195,23-16-5651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41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51 10786,'0'0'2704,"0"0"-212,0 0 265,0 0-961,0 0-977,0 0-343,15-3 88,103-19 686,75-3-1250,-152 24-560,-40 1-83,-1 0-244,0 0-307,0 0-141,-12 0-1253,-16 0 2741,0 2 1,0 0 0,0 2-1,0 1 1,0 1 0,-20 8-154,37-11 119,1 1 1,-1 1-1,1 0 1,0 0-1,0 1 1,1 0 0,0 1-1,0 0 1,1 0-1,-1 1 1,1 0-1,1 1 1,0-1 0,0 1-1,1 1 1,0-1-1,0 1 1,0 4-120,-1 5 145,0 0-1,2 0 1,0 0 0,2 0 0,0 1 0,1 0 0,1-1-1,1 1 1,0 0 0,4 19-145,-3-38 9,0 1 0,0-1 0,0 0 0,0 0 0,0 1-1,0-1 1,0 0 0,0 0 0,1 0 0,-1 0 0,0-1 0,1 1 0,-1 0 0,1 0-1,-1-1 1,1 1 0,-1-1 0,1 1 0,-1-1 0,1 0 0,-1 0 0,1 0-1,0 0 1,-1 0 0,1 0 0,-1 0 0,1 0 0,-1 0 0,1-1 0,0 1 0,-1-1-1,1 0-8,53-14 266,6-20-174,-46 25-71,1 1 1,0 0-1,0 1 0,1 0 1,0 1-1,0 1 0,1 1 0,0 1 1,0 0-1,0 1 0,17 0-21,-30 4 10,0 0-1,1 0 0,-1 1 1,0 0-1,1 0 0,-1 0 0,0 1 1,-1 0-1,1 0 0,0 0 1,-1 0-1,0 1 0,1 0 0,-1-1 1,-1 2-1,1-1 0,-1 0 1,1 1-1,-1-1 0,-1 1 1,1 0-1,0 1-9,6 12 17,0 0 0,-1 0 1,0 1-1,-2 0 0,3 14-17,-4-2 157,-1 0 1,-2 0-1,-1 1 1,-1 9-158,-1-9 446,0-25-368,0 0 1,0-1-1,-1 1 0,0-1 0,0 1 0,-1-1 0,0 0 1,0 0-1,0 0 0,-1 0 0,0 0 0,0-1 0,0 0 1,-1 0-1,0 0 0,0 0 0,0-1 0,0 1 0,-1-2 1,0 1-1,0 0 0,-4 1-78,-4 3 66,-1-1-1,0 0 1,0-1 0,0-1 0,-1 0-1,0-1 1,0-1 0,0 0-1,-3-1-65,-3-1 71,1-1 0,-1-1 0,0-1-1,1-1 1,0-1 0,0-1-1,-13-5-70,19 6-849,-1 1-1,0 0 0,0 1 1,-3 1 849,-36 0-7680,28 1-2041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43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10066,'0'0'1883,"0"0"-1031,0 0-77,0 0 43,0 0-111,0 0-106,-20 25-121,-62 75-98,52-71 837,30-29-1177,-1 0-1,1 0 1,0 0 0,-1 0-1,1 1 1,0-1 0,-1 0-1,1 0 1,0 0 0,-1 0 0,1 0-1,0 0 1,-1 0 0,1 0-1,0 0 1,-1 0 0,1 0 0,0 0-1,-1 0 1,1 0 0,0 0-1,-1 0 1,1 0 0,0 0 0,-1-1-1,1 1 1,0 0 0,0 0-1,-1 0 1,1-1 0,0 1 0,0 0-1,-1 0 1,1-1 0,0 1-1,0 0 1,-1 0 0,1-1-1,0 1 1,0 0 0,0-1 0,0 1-1,-1-1-41,1-3 274,-1-1 0,1 1 0,0-1 0,0 1 0,1-1 0,-1 1-1,1-1 1,0 0-274,0-1-368,-1 1 403,1 1 1,0 0-1,0 0 0,0 0 0,0 0 0,1 0 1,0 0-1,-1 1 0,1-1 0,1 0 0,-1 1 1,0-1-1,1 1 0,0 0 0,0 0 0,0 0 1,0 0-1,0 1 0,3-3-35,-1 2 42,1 0 1,-1 0-1,1 0 1,0 0-1,-1 1 1,1 0 0,1 0-1,-1 0 1,0 1-1,0 0 1,0 1-1,6-1-42,-11 2 7,-1-1-1,1 1 1,0 0-1,0 0 0,0-1 1,0 1-1,0 0 1,-1 0-1,1 0 1,0 0-1,-1 0 1,1 0-1,-1 0 1,1 0-1,-1 0 0,0 0 1,1 1-1,-1-1 1,0 0-1,0 0 1,0 0-1,0 0 1,0 1-1,0-1 1,0 0-1,0 0 0,0 0 1,0 1-7,-5 39 397,2-35-361,1-1 1,-1 0 0,0 0 0,-1 0-1,1-1 1,-1 1 0,0-1 0,0 0-1,0 0 1,0 0 0,-1 0 0,0-1-1,0 0 1,0 0 0,0 0-1,0 0 1,0-1 0,-1 0 0,1 0-1,-3 0-36,7-3 20,1 0 0,-1 1 0,0-1 0,0 0-1,1 0 1,-1 1 0,0-1 0,1 0 0,-1 0-1,1 0 1,-1 0 0,1 0 0,-1 0-1,1 0 1,0 0 0,0 0 0,-1 0 0,1 0-1,0 0 1,0 0 0,0 0 0,0 0 0,0 0-1,0 0 1,0 0 0,1-1 0,-1 1-1,0 0 1,1 0 0,-1 0-20,0-5 47,0 1-29,0 0 1,1-1-1,-1 1 1,1 0 0,0 0-1,0 0 1,1 0 0,-1 0-1,1 0 1,0 1 0,1-1-1,-1 0 1,1 1-1,2-4-18,-2 6 23,-1-1-1,1 0 0,0 1 1,0-1-1,0 1 0,1 0 0,-1 0 1,0 0-1,1 0 0,-1 1 0,1 0 1,0-1-1,-1 1 0,1 1 1,0-1-1,0 0 0,0 1 0,0 0 1,3 0-23,-6 0 3,-1 1 1,1 0-1,0-1 1,-1 1-1,1 0 1,-1-1-1,1 1 1,0 0-1,-1 0 1,0-1-1,1 1 1,-1 0-1,1 0 1,-1 0-1,0 0 1,0 0-1,1-1 1,-1 1-1,0 0 1,0 0-1,0 0 1,0 0-1,0 0 1,0 0 0,0 0-1,-1 0 1,1-1-1,0 2-3,-6 30 282,5-30-257,0 0 0,0 0 0,0 0-1,-1 0 1,1 0 0,0-1 0,-1 1 0,1 0 0,-1-1 0,0 1 0,1-1 0,-1 0 0,0 1-1,0-1 1,0 0 0,0 0 0,0 0 0,0-1 0,0 1 0,0 0 0,0-1 0,0 1 0,0-1-1,0 0 1,0 0 0,-1 0 0,1 0 0,0 0 0,0 0 0,0 0 0,0-1 0,-1 1-1,1-1 1,-1 0-25,1 0 27,-1-1-1,0 1 1,1-1-1,0 1 1,-1-1-1,1 0 1,0 0-1,0 0 1,0 0-1,0-1 1,0 1-1,1 0 0,-1-1 1,1 1-1,-1-1 1,1 0-1,0 1 1,0-1-1,0 0 1,1 0-1,-1 1 1,1-1-1,-1 0 1,1 0-1,0-3-26,0 5-2,1 0 0,-1 1-1,0-1 1,1 0 0,-1 0-1,1 0 1,0 0 0,-1 1-1,1-1 1,0 0 0,-1 1 0,1-1-1,0 0 1,0 1 0,-1-1-1,1 1 1,0-1 0,0 1-1,0 0 1,0-1 0,0 1 0,0 0-1,0-1 1,0 1 0,0 0-1,-1 0 1,1 0 0,0 0-1,0 0 1,0 0 0,0 0 0,0 0-1,0 1 1,0-1 0,0 0 2,2 0-4,-1 0 0,0 0 0,0 1 0,0-1 0,1 1 0,-1-1 0,0 1 1,0 0-1,0 0 0,0 0 0,0 0 0,0 0 0,0 0 0,0 0 0,-1 1 0,1-1 0,0 1 4,-1 0 8,1 0 0,-1 1 0,0-1 0,0 0 0,0 1 0,0-1 0,-1 1 0,1 0 0,-1-1 0,1 1 0,-1-1 0,0 1 0,0 0 0,0-1 0,0 1 0,-1 0 0,1-1 0,-1 1 0,1-1 0,-1 1 0,0-1 1,0 1-1,0-1 0,-1 1 0,1-1 0,0 0 0,-1 0 0,1 0 0,-1 0 0,0 0 0,0 0 0,0 0-8,-1 1 19,0-1 1,1 1 0,-1-1-1,0 0 1,0 0 0,-1 0 0,1-1-1,0 1 1,-1-1 0,1 0-1,-1 1 1,1-2 0,-1 1 0,1 0-1,-1-1 1,0 1 0,1-1-1,-1 0 1,0-1 0,1 1 0,-1 0-1,0-1 1,-2-1-20,4 1 4,-1 0 0,1-1-1,0 1 1,0-1 0,0 1 0,0-1 0,0 0 0,0 0 0,1 0-1,-1 0 1,1 0 0,-1-1 0,1 1 0,0 0 0,0-1 0,0 1-1,0 0 1,-1-3-4,-12-22-717,13 27 499,0-1 1,0 0 0,0 1-1,0-1 1,0 1-1,0-1 1,0 1-1,0 0 1,0-1 0,-1 1-1,1 0 1,0 0-1,0 0 1,0 0 0,0 0-1,-1 0 1,1 0-1,-1 0 218,-14 3-6198,-9 7-5571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51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34 184 11242,'0'0'2157,"0"0"-151,0 0-402,0 0-502,0 0-229,0 0 38,1-3 3100,19-16-3945,46-25 152,-30 18-99,1 2 1,2 2-1,39-18-119,-77 40-3,0-1 0,0 0 0,0 1 0,0-1 0,0 1 1,0 0-1,0-1 0,0 1 0,0 0 0,0-1 0,0 1 0,0 0 0,0 0 1,0 0-1,1 0 0,-1 0 0,0 0 0,0 0 0,0 0 0,0 1 0,0-1 0,0 0 1,0 1-1,0-1 0,0 0 0,0 1 0,0 0 0,0-1 0,0 1 0,0-1 1,0 1-1,0 0 0,-1 0 0,1 0 0,0-1 0,0 1 0,-1 0 0,1 0 0,-1 0 1,1 0-1,-1 0 0,1 0 0,-1 0 0,0 0 0,1 1 3,0 5 1,0 1-1,-1 0 1,1 0-1,-1 0 1,-1 0-1,0 4 0,-1 13 2,1-14-1,0 1 0,-1-1 0,0 1 1,-1-1-1,0 1 0,-1-1 0,0-1 0,-1 2-1,-48 91 18,26-55 17,-56 101 47,88-156-22,0 1 0,0-1 0,1 1 0,0 0 0,0 0 0,0 1 0,1-1 0,0 2 0,0-1 0,0 1 0,1 0 1,-1 0-1,1 1 0,0 0 0,2 0-60,6-2-20,1 0 0,-1 2 0,1 0 0,-1 0 0,1 2 0,0 0 0,0 1 0,2 1 20,-11 1-4,0 0-1,0 0 1,-1 0-1,0 1 1,1 0-1,-1 1 1,0 0-1,0 0 1,-1 0-1,1 1 1,-1 0-1,0 0 1,-1 0-1,1 1 1,-1 0-1,0 0 1,0 1-1,-1-1 1,1 2 4,7 11-2,-1-1 1,-2 1-1,1 1 1,-2 0-1,-1 0 0,3 13 2,-5-14 0,-1 1-1,-1-1 0,0 1 1,-2 0-1,0 0 0,-1 0 0,-1 0 1,-1 0-1,-4 18 1,3-26 19,-1 0-1,0-1 1,0 1-1,-1-1 1,0 0-1,-1 0 1,0 0 0,-1-1-1,-1 0 1,1-1-1,-1 1 1,-1-1-1,0-1 1,0 0 0,0 0-1,-7 3-18,0-2 77,1-1 0,-2-1 1,1 0-1,-1-1 0,1-1 0,-1-1 0,-1 0 0,1-1 1,-1-1-1,1-1 0,-1 0 0,1-1 0,-1-1 1,0-1-1,-6-1-77,13 1 67,1-1 0,-1 0 0,1 0 0,0-1 0,0 0 0,0 0 0,1-2 0,0 1 0,0-1 0,0 0 0,-4-4-67,-35-37-1207,7-6-5323,25 32-865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52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1 7890,'0'0'4303,"0"0"-2145,0 0-495,0 0-389,0 0-297,0 0-37,-16 28-25,0-1-666,-82 156 1252,26-34-274,-56 110-300,121-247-916,4-5-5,0 0-1,0 0 1,-1-1-1,0 1 1,0-1-1,-1 0 1,0 0-1,0 0 1,0-1-1,-1 0 1,0 0-1,-1 1-5,7-6-68,-1 0-1,0 1 0,0-1 1,0 0-1,0 0 1,0 0-1,0 0 0,1 0 1,-1 0-1,0 0 1,0 0-1,0 0 0,0 0 1,0 0-1,0-1 1,1 1-1,-1 0 0,0-1 1,0 1-1,0-1 0,1 1 1,-1 0-1,0-1 1,0 0-1,1 1 0,-1-1 1,0 1-1,1-1 1,-1 0-1,1 0 0,-1 1 1,1-1-1,-1 0 1,1 0-1,0 1 0,-1-1 1,1 0-1,0 0 1,0 0-1,-1 0 0,1 0 1,0 1-1,0-1 1,0-1 68,-2-47-6232,2 39 4452,0-20-6610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5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7722,'0'0'2530,"0"0"-463,0 0-431,0 0-561,0 0-178,0 0 292,18 24 335,3 4-1058,2 2 216,-2 1 1,0 1 0,11 28-683,-6-16 355,1-1 1,3-2-1,1 0 1,2-3 0,30 28-356,-52-56-35,-1 1 1,-1 1 0,0-1 0,0 2-1,-1-1 1,3 8 34,-10-17-210,-1-2-3709,0-1-1595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5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11843,'0'0'2480,"0"0"-111,0 0 383,0 0-1488,0 0-791,0 0-257,0 0 48,109-12 24,-66 6-64,-3 0-128,-1 3-48,-2 3-48,-4-3-40,-7 3-352,-3 0-865,-9 0-1703,-8 0-2033,-6 0-5650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53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11947,'0'0'1832,"0"0"-88,0 0-103,0 0-537,0 0-128,0 0-248,0 0-288,228 3-240,-169-15-88,-9 0-64,-7 3-48,-10 3-248,0-3-1544,-6 6-2473,-11-3-5305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54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10218,'0'0'3830,"0"0"-1684,0 0-418,0 0-375,0 0-437,0 0-339,3 0-88,3 0-359,1 0 1,-1 0 0,0 0 0,0-1 0,1 0 0,-1 0-1,0-1 1,0 0 0,0 0 0,-1 0 0,1-1 0,0 0-1,-1 0 1,0 0 0,1-1 0,-1 0 0,-1 0 0,1 0-1,-1 0 1,1-1 0,0-1-131,16-18 117,-1 0 0,-1-2-1,9-17-116,-27 42 5,10-24 56,-2 5 221,-6 20-94,-2 11 15,-1 732 2033,0-742-2208,0-1 52,0 0-66,0 0-221,5-13-1253,50-54-5556,-23 31-2438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54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11739,'0'0'3728,"0"0"-1126,0 0-571,0 0-714,0 0-607,0 0-348,7 0-89,25-2-70,-1-2 0,0-1 0,0-2 0,0-1 0,10-5-203,-9 3-194,1 1 1,-1 2 0,1 1-1,1 1 1,14 1 193,-47 4-1100,-37 0-8033,15 0 1989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54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1384,'0'0'3945,"0"0"-3345,0 0 72,0 0-344,0 0-175,0 0-49,0 0-48,-33 27-56,33-27-489,0 0-1607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5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59 8978,'-30'33'3801,"24"-27"-1637,6-6-645,0 0-545,27 0 26,-5-3-671,-1-2 1,0 0-1,1-1 1,-2 0-1,1-2 1,16-9-330,-15 7 192,1 1 0,0 0 0,0 2 0,1 1 0,7-1-192,-30 7 0,0 0 0,0 0 0,1 0 0,-1 0 0,0 0 0,1 1 0,-1-1 0,0 0 0,0 0 0,1 1 0,-1-1 0,0 1 0,0-1 0,0 1 1,0-1-1,0 1 0,0 0 0,0 0 0,0 0 0,0-1 0,0 1 0,0 0 0,0 0 0,0 0 0,-1 0 0,1 0 0,0 0 0,-1 1 0,1-1 0,-1 0 1,1 0-1,-1 0 0,1 1 0,-1-1 0,0 0 0,0 0 0,0 1 0,0-1 0,2 10 34,-2 0 1,1 0-1,-1 0 1,-2 8-35,1 3 10,2-8 2,-1 0 1,0 0-1,-1 0 0,-1 0 0,0-1 1,-1 1-1,0-1 0,-1 1 0,-1-1 0,0 0 1,-1-1-1,0 1 0,-4 4-12,-1 0 97,0 0 0,-1-1-1,-1-1 1,0 0 0,-1 0 0,-1-2-1,-11 9-96,25-21 53,1-1 0,0 1-1,-1-1 1,1 0 0,-1 1 0,1-1-1,-1 0 1,1 1 0,-1-1-1,1 0 1,-1 0 0,1 1-1,-1-1 1,0 0 0,1 0-1,-1 0 1,1 0 0,-1 0-1,1 0 1,-1 0 0,0 0-1,1 0 1,-1 0 0,1 0 0,-1 0-1,1 0 1,-1 0 0,0-1-1,1 1 1,-1 0 0,1 0-1,-1-1-52,-4-17 518,5 14-510,0-1-1,0 1 0,1 0 0,0 0 0,-1 0 0,2-1 1,-1 1-1,0 0 0,1-1-7,2 1 0,1 0 0,-1 0 0,1 0 0,-1 1 0,1 0-1,0-1 1,0 2 0,1-1 0,-1 1 0,1-1 0,-1 1 0,1 1 0,4-2 0,5 0-3,0 0-1,1 0 1,-1 2-1,12-1 4,-16 2-12,1 0 0,-1 1 0,1 0 0,-1 0 0,5 3 12,-11-3-2,0 1 1,0 0-1,0 1 1,-1-1-1,1 1 1,-1 0-1,0 0 1,0 0-1,0 1 1,0-1-1,0 1 1,-1 0-1,1 1 2,5 6-2,-1 1 1,-1-1-1,0 2 0,0-1 0,-1 1 1,-1 0-1,0 0 0,0 0 0,-2 1 1,3 13 1,-1 12-5,-1 1 1,-2 0 0,-2 8 4,0-41 4,0 1 1,-1-1 0,1 0 0,-1 0 0,-1 0-1,1 0 1,-1-1 0,-1 1 0,1 0 0,-1-1-1,0 1 1,0-1 0,-1 0 0,0 0 0,0 0-1,-1-1 1,1 1 0,-1-1 0,0 0 0,-1 0-1,1-1 1,-5 3-5,-2 0 49,1-1-1,-1-1 0,0 0 1,0-1-1,0 0 1,-1-1-1,1 0 1,-1-1-1,0-1 1,0 0-1,1 0 0,-3-1-48,-5 1 65,0-1-1,0-1 0,0-1 1,0 0-1,0-2 0,1 0 0,-1-1 1,1-1-1,0-1 0,-2-1-64,12 4 21,1 0 0,-1-1 0,1 0 0,0 0-1,0-1 1,0 0 0,0-1-21,5 4-49,1 1 1,0-1-1,0 0 0,0 0 0,1 0 1,-1 0-1,1-1 0,-1 1 0,1 0 0,0-1 1,0 1-1,1-1 0,-1 1 0,1-1 1,-1 1-1,1-1 0,0 1 0,1-1 0,-1 1 1,1-4 48,0 5-109,0 1 1,-1-1-1,1 1 1,0-1-1,0 1 1,0-1-1,0 1 1,1-1-1,-1 1 0,0 0 1,1 0-1,-1 0 1,0 0-1,1 0 1,0 0-1,-1 0 1,1 0-1,1 0 109,36-15-1768,-28 12 889,33-12-3941,-1-1-2896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55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3185,'0'0'2466,"0"0"382,1 26-230,5 155 1586,-7-162-3475,-1-1 0,-1 0 0,0 0 0,-2 0 0,0 0 0,0-1 0,-7 13-729,-13 25 1179,-23 35-1179,48-118-5741,0-6-2119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56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10362,'0'0'3780,"0"0"-1667,0 0-455,0 0-508,0 0-406,0 0-125,38-1-35,250-9 300,-181 10-1964,-113 3-2771,-13 6 1963,-15-1-2870,-2-2-3831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2:56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10018,'0'0'2123,"0"0"-438,0 0 112,0 0-562,0 0-704,0 0-362,-20 10-105,-61 33 2,79-41-57,-1-1 0,1 1 0,-1 0 0,1 1 0,0-1 0,0 0 0,0 1 0,0-1 0,0 1 0,1-1-1,-1 1 1,1 0 0,0 0 0,-1 0 0,1 0 0,0 0 0,1 0 0,-1 0 0,1 0 0,-1 0 0,1 0 0,0 0 0,0 0-9,-2 13 94,-19 67 695,14-61-432,1 0-1,1 0 0,1 0 0,1 0 0,0 15-356,5-36 38,0 0 0,0 0 0,0 0 1,0-1-1,0 1 0,0-1 0,1 0 0,-1 0 1,0 1-1,0-1 0,0 0 0,0-1 0,1 1 1,0-1-39,0 1 102,15-1 0,0-2-1,-1 0 1,0-1-1,0-1 1,0 0-1,-1-1 1,1-1-1,8-6-101,-9 5 4,1 0-1,-1 2 1,1 0-1,0 1 1,1 0-1,-1 1 1,1 1-1,11 0-3,-22 4 4,-1 0 0,0 0-1,0 1 1,0-1-1,-1 1 1,1 1 0,0-1-1,-1 1 1,1 0-1,-1 0 1,0 1 0,0-1-1,0 1 1,0 0 0,-1 1-1,0-1 1,0 1-1,0 0 1,0 0 0,-1 0-4,11 15 30,-1 1-1,-1 0 1,0 1 0,3 13-30,-9-18 13,-1 0 0,-1 1 0,-1-1 0,0 1-1,-1 0 1,-1 0 0,-1 0 0,-1 13-13,1-8 25,0-19 4,0 0 0,-1 0 0,1 0 0,-1 0 0,0 0 0,0 0 0,-1 0 0,1 0 0,-1-1 0,0 1 0,0-1 0,0 1 0,0-1 0,-1 0 0,1 1 0,-1-1 0,0 0 0,0-1 0,0 1 0,0-1 0,0 1 0,-1-1 0,1 0 0,-1 0 0,0 0 0,1-1 0,-1 1 0,0-1 0,0 0 0,0 0 0,-4 0-29,-15 4 273,-1-2 0,0 0 0,0-2 0,0-1 0,-2-1-273,2 1 284,14 0-224,0-2 0,0 1 0,0-1 0,0-1 0,1 1 0,-1-2 0,1 1 0,-1-1 1,1-1-1,0 0 0,1 0 0,-1-1-60,-21-15-230,2-1-1,-18-18 231,44 38-24,-8-2-2479,-3 5-4407,3 4-798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3:12.12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451 1 8346,'0'0'1576,"0"0"188,0 0-290,-29 2-424,-93 11-217,117-12-787,1 0-1,0 0 0,0 0 1,0 1-1,0 0 0,0 0 1,0 0-1,0 0 0,0 0 1,1 1-1,-1 0 0,1 0 1,0 0-1,0 0 0,0 0 1,0 1-1,0-1 0,1 1 1,-1 1-46,-2 4 68,2 0 0,-1 1 0,1-1 0,1 1 1,-1-1-1,1 8-68,-1-4 67,-3 33 358,2 1 1,2 0 0,3 37-426,0-61 86,-1-6-26,1 0 0,1 1 0,1-1-1,0 0 1,1 0 0,1-1 0,0 1 0,1-1 0,1 0 0,1-1 0,2 4-60,-3-9 29,-1-1 1,1 0 0,1 0 0,-1-1-1,1 0 1,1 0 0,-1-1 0,2 0-1,-1 0 1,1-1 0,-1-1-1,2 0 1,-1 0 0,0 0 0,1-2-1,0 1 1,7 0-30,8 1 69,1-1 0,-1-1 0,0-2 0,1-1 0,0 0-1,-1-2 1,1-2 0,-1 0 0,15-5-69,-25 5 16,-1 0 0,1-1 0,-1-1-1,0-1 1,0 0 0,-1 0 0,0-2 0,-1 0 0,1 0-1,-2-1 1,0-1 0,0 0 0,0-1 0,-2 0 0,1-1 0,0-2-16,-6 8 12,-1 0 1,-1 0 0,1-1-1,-1 1 1,0-1 0,-1 0-1,0 1 1,0-1 0,-1 0-1,0 0 1,0 0-1,-1 0 1,0-1 0,0 1-1,-1 0 1,0 0 0,0 0-1,-3-5-12,1 4 26,0-1 0,-1 1-1,-1 0 1,1 0 0,-2 1-1,1-1 1,-1 1 0,0 0-1,-1 1 1,0-1-1,0 1 1,-1 1 0,1-1-1,-5-1-25,-2-1 44,-1 0-1,0 1 0,-1 1 0,1 1 0,-1 0 0,-1 1 0,1 1 1,-1 0-1,0 1 0,1 1 0,-1 1 0,0 0 0,0 1 0,-8 1-43,18 0 1,-1 0 0,1 0 0,-1 0 0,1 1 0,-1 0-1,1 0 1,0 1 0,0 0 0,0 0 0,0 1 0,1 0-1,-7 4 0,3 1-2,-1-1 0,2 2 0,-1-1-1,1 1 1,1 1 0,-1 0 0,0 4 2,-5 7-5,1 1 0,2 1 1,0 0-1,2 1 0,0 0 1,2 0-1,-2 14 5,4 14-75,6-53 72,0 0-1,0 1 1,0-1 0,-1 0-1,1 1 1,0-1 0,0 0-1,0 0 1,0 0 0,-1 0-1,1 0 1,0 0-1,0 0 1,0 0 0,0 0-1,0-1 1,-1 1 0,1 0-1,0 0 1,0-1 0,0 1-1,-1 0 1,1-1 0,0 1-1,-1-1 1,1 1-1,0-1 4,13-11 28,0 0 1,0 0-1,-2-2 0,0 0 0,0 0 0,-1-1 0,5-9-28,21-27 45,-26 37-33,36-48 39,3 3 1,57-52-52,-92 97-4,1 0 1,1 1 0,0 0 0,1 2 0,0 0-1,0 1 1,1 1 0,1 0 0,0 2 0,0 0 0,0 1-1,1 2 1,8-2 3,-20 6-8,0-1 0,0 2 0,1-1 0,-1 1 0,0 1 0,0 0-1,0 0 1,0 0 0,-1 1 0,1 1 0,-1-1 0,1 1 0,-1 1 0,-1 0 0,1 0-1,0 0 1,-1 1 0,0 0 0,-1 1 0,1-1 0,-1 1 0,-1 0 0,1 1 0,-1-1-1,1 3 9,6 11 2,0 1-1,-1 0 1,-1 1-1,-1 0 1,-2 0-1,0 1 1,-1 0-1,-1 1 1,-2-1-2,1 9 10,-1-1 0,-2 1 0,-1-1 0,-2 1 1,-1 0-11,1-13 16,-2-1 1,0 0 0,-1 0-1,-1 0 1,-1-1 0,-1 0 0,0 0-1,-1-1 1,-1 0-17,-8 10 47,-2-1 0,0-1-1,-1-1 1,-1-1 0,-2 0-1,0-2 1,-1-1 0,-1-1-1,-12 6-46,14-11 20,0-1-1,-1 0 0,-1-2 1,0-1-1,-1-1 0,1-2 1,-2 0-1,1-2 0,-1-1 1,-24 1-20,42-5 6,0 0 0,0 0 1,1-1-1,-1 0 1,0-1-1,1 0 1,-1 0-1,1-1 1,-1 0-1,1-1 0,0 0 1,1 0-1,-1-1 1,1 0-1,0-1 1,0 0-1,0 0 0,1-1 1,0 1-1,0-2 1,1 1-1,0-1 1,0 0-1,1 0 0,0 0 1,0-1-1,1 0 1,-2-5-7,-3-9 6,0 0 0,2-1 0,1 0 0,1 0 0,0-1 0,2 1 1,1-1-1,1-4-6,1-13 4,2 0 1,1 0 0,2 1 0,7-21-5,-9 46-11,1-1 1,0 1 0,1 0-1,1 1 1,1-1-1,0 1 1,1 0 0,0 1-1,1 0 1,1 0 0,1 1-1,-1 0 1,2 1-1,0 1 1,0-1 0,1 2-1,1 0 1,-1 0 0,2 1-1,-1 1 1,1 1-1,0 0 1,12-4 10,2 2-10,1 1 0,1 1 0,-1 2 0,1 0 0,0 3 0,0 0 0,0 2 0,0 1-1,0 2 1,26 5 10,-34-3-1,-1 1 1,1 1-1,-1 1 0,-1 0 0,1 2 0,-1 1 0,-1 0 0,0 2 0,-1 0 0,0 1 0,-1 1 0,-1 1 1,0 0-1,8 12 1,-11-10 0,0 1 0,-1 1 1,-1 0-1,-1 1 1,-1 0-1,-1 1 0,0 0 1,-2 0-1,-1 0 1,0 1-1,-2 0 0,-1 1 1,0 10-1,-1-14 12,-2 1 0,-1-1 0,0 1 1,-2-1-1,0 0 0,-1 0 0,-1 0 0,-1 0 1,-1-1-1,0 0 0,-2 0 0,0-1 0,-1 0 0,-1-1 1,-5 7-13,-4 1 28,-1-1 1,-2-1-1,0-1 1,-1-1 0,-1-1-1,-1-2 1,0 0-1,-20 8-28,27-15 8,-1-2 0,0 0 0,0-2 0,-1 0 0,0-1 0,0-1 0,-1-1 0,1-1 0,-1-1 0,0-1 0,1-1 0,-1-1 0,-1-1-8,14 1 2,-1-1 0,1 0 1,-1-1-1,1 0 0,0-1 0,0 0 1,1 0-1,-1 0 0,1-1 0,0-1 1,0 0-1,1 0 0,-1 0 0,1-1 1,1 0-1,-1 0 0,1-1 1,1 1-1,-1-1 0,1-1 0,1 1 1,-1-1-1,0-4-2,-6-15-2,2 0-1,0-1 1,3 0 0,0 0 0,2-1-1,-1-28 3,1 2-37,2 0 0,3 1-1,3-5 38,-3 44-28,1 0-1,1 0 0,1 0 0,0 1 0,1-1 1,0 1-1,2 0 0,-1 0 0,2 1 1,0 0-1,1 0 0,7-8 29,-1 5-32,2 1 0,0 1 1,1 1-1,0 0 0,2 1 0,-1 1 1,1 1-1,1 1 0,0 0 0,0 2 1,7-1 31,4-1-8,0 1 0,1 2 1,-1 2-1,2 0 0,-1 3 1,0 0-1,9 3 8,-24 0-1,-1 0 1,1 2-1,0 0 0,-1 1 0,0 1 0,0 0 0,0 2 0,-1-1 1,0 2-1,0 1 0,9 6 1,-15-9 0,-1 2 1,1-1 0,-2 1-1,1 1 1,-1-1 0,0 2-1,-1-1 1,0 1 0,-1 0-1,0 0 1,0 1-1,-1-1 1,0 1 0,-1 1-1,-1-1 1,0 0 0,1 6-1,-2-1 23,-1 0 1,0 0-1,-1 0 0,-1 1 1,0-1-1,-1 0 1,-1 0-1,-1 0 1,0 0-1,-1-1 1,0 0-1,-2 0 1,0 0-1,0-1 1,-1 1-1,-1-2 1,0 1-1,-1-2 1,-1 1-1,-9 8-23,-4 3 39,0-2-1,-2 0 1,0-2 0,-1-1-1,-1-1 1,-1-1 0,-1-2-1,0-1 1,-22 7-39,33-14 3,0-1 1,-1-1-1,0 0 0,-16 1-3,31-6-1,1 1 0,-1-1 0,0 0 0,0 0 0,1 0 0,-1 0 0,0-1 0,1 0 0,-1 0 0,1 0 0,-1-1 0,1 0 0,-1 0 1,1 0-1,0 0 0,0 0 0,0-1 0,0 0 0,0 0 0,1 0 0,-1 0 0,1 0 0,-1-2 1,0-1-12,0-1 0,1 1 0,0-1 0,0 0 0,0 0 0,1 0 0,0 0 1,1 0-1,-1 0 0,1-2 12,-4-84-158,5 88 149,0-32-55,1 0-1,2 0 1,1 1 0,2 0-1,2 0 1,1 0-1,2 1 1,9-19 64,-13 37-21,0 1 0,2 0 0,0 1 0,1 0 0,0 0 0,1 1 0,1 0 0,0 1 0,1 0 0,0 1 0,1 1 0,0 0 0,1 1 0,0 0 0,1 2 0,0-1 0,0 2-1,0 0 1,3 1 21,31-7-34,0 3-1,1 2 0,1 2 0,-1 3 0,46 2 35,-73 1-2,0 1 0,0 1 0,0 1 0,0 1 0,-1 1 0,0 1 0,0 1 1,18 9 1,-30-11 7,0 1 0,-1 0 0,0 1 0,0 0 0,0 1 0,-1 0 1,0 0-1,-1 1 0,0 0 0,0 0 0,-1 1 0,-1 0 0,1 0 1,-1 1-1,-1 0 0,0 0 0,-1 0 0,2 6-7,-2-5 32,-1 0-1,0 0 0,0 0 1,-1 0-1,-1 1 0,0-1 1,-1 1-1,0-1 1,-1 0-1,-1 1 0,1-1 1,-2 0-1,0 2-31,-3 1 64,1-1-1,-2 0 1,0-1-1,-1 1 1,0-1-1,-1-1 1,0 1-1,-1-2 1,0 1-1,-10 7-63,-33 29 233,-3-3 0,-1-2 0,-2-2 0,-1-3 0,-3-3 0,-48 20-233,82-44 25,-1-1 1,1-1-1,-2-1 1,1-2-1,-1 0 1,0-3-1,0 0 1,-3-2-26,21-1 7,-1 0-1,0-1 1,0 0-1,1-1 1,-1 0-1,1-1 1,-1-1 0,1 0-1,0-1 1,1-1-1,-1 1 1,1-2 0,0 0-1,1 0 1,-1-1-1,2-1 1,-1 0-1,1 0 1,-2-3-7,1-3-1,1 0 1,0-1-1,1 0 0,0 0 1,2-1-1,0 0 0,1-1 1,0 1-1,1-1 1,-1-11-68,1 1 0,1-1 0,2 0 1,1 0-1,1-16 68,0 31-61,1 0 0,1-1 1,0 1-1,1 0 0,0 0 0,5-12 61,-4 18-32,0 0 0,0 0-1,1 0 1,0 1-1,0-1 1,1 1-1,0 1 1,1-1-1,-1 1 1,1 0 0,0 0-1,1 0 33,11-6-42,0 0 0,1 0 0,1 2 0,-1 1 1,2 0-1,-1 2 0,1 0 0,2 1 42,13-2 0,0 2-1,0 1 1,0 2 0,27 2 0,-43 2 0,-1 0 0,0 1 1,0 1-1,0 1 0,-1 0 0,1 2 0,-1 0 0,0 1 1,15 9-1,-24-11-1,-1 0 0,-1 1 1,1 0-1,-1 0 0,0 1 1,0 0-1,-1 1 0,0-1 1,0 1-1,-1 1 0,0-1 0,-1 1 1,0 0-1,0 1 0,0-1 1,-2 1-1,1-1 0,-1 1 1,0 1-1,-1 0 1,0-1 0,-1 0 0,0 0 0,-1 0 0,0 0 0,0 0 0,-1 0 0,-1 0 1,1-1-1,-2 1 0,1 0 0,-1-1 0,-5 9 0,2-4 7,-2-1-1,0 0 1,0 0 0,-1 0 0,-1-1-1,0-1 1,0 0 0,-2 0-7,-23 19 37,-2-1 0,-2-3 0,0 0 0,-1-3 0,-2-1-37,-11 6 63,0-2-1,-2-2 0,-1-2 1,-1-3-1,-57 11-62,92-26 10,0 0-1,0-1 0,-1-2 1,1 0-1,-1-1 1,1-1-1,-1-2 1,1 0-1,0-1 0,0-1 1,0-1-1,1-1 1,0-1-1,0-1 0,0-1 1,2 0-1,-7-6-9,1-2-5,2-1-1,0-2 1,1 0-1,0-1 1,2-1-1,1-1 1,1-1-1,1 0 1,1-2-1,2 0 1,0 0-1,2-1 1,-7-24 5,3-1-48,2-1 1,3 0-1,2 0 1,2-1-1,3 0 1,2 0-1,3-12 48,10-7-54,-7 60 75,-2-1 1,1 1 0,-2 0-1,0-3-21,-28 20 32,20 0-35,0 1-1,0 0 1,0 0-1,1 1 1,0-1-1,0 1 1,0 1 0,0-1-1,1 1 1,0 0-1,0 0 1,0 1-1,1 0 1,0-1-1,0 1 1,1 1-1,0-1 1,-1 5 3,-3 8-9,1 1-1,0 0 1,2 0-1,1 1 1,0-1-1,2 7 10,-1 15-15,2 1 0,4 21 15,-2-46-2,1-1-1,1 1 1,0-1 0,2 0-1,0 0 1,1-1 0,1 2 2,40 62 5,-34-60 0,-1 1-1,0 1 0,6 20-4,-52-82 827,17 14-803,2 0 0,0 0 0,1-1-1,2-1 1,1 0 0,0-1 0,3 0-1,-2-9-23,6 21-5,0 0 0,1 0-1,1 0 1,1 0 0,0 0 0,1 0-1,0 0 1,2 0 0,0 0-1,0 0 1,2 1 0,0 0 0,0 0-1,2 0 1,7-13 5,-1 9-11,2 1 0,0 0-1,1 0 1,1 2 0,0 0 0,1 1-1,1 1 1,0 1 0,1 0 0,1 2 0,-1 0-1,2 1 1,5-1 11,16-5-7,1 2 0,1 1-1,0 3 1,0 1 0,1 2 0,14 2 7,-13 2-4,1 3-1,0 1 1,22 5 4,-46-3-8,0 2 0,0 0 0,0 1 0,-1 2 0,0 0-1,0 2 1,12 7 8,-10-2-3,0 1 0,0 0 0,-2 2 0,0 1 0,-1 1 0,-1 1 0,-1 1 0,-1 1 0,-1 0 0,-1 1 0,-1 1 0,-1 1 0,-2 0 0,0 1 0,-2 0 0,-1 1 0,-1 0 0,-1 1 0,-2-1 0,0 2 0,-2-1 0,-2 0 0,0 1 0,-3 14 3,-1-26 7,0 0-1,-2 0 1,0-1-1,-1 0 1,-1 0-1,0 0 1,-1 0-1,-1-1 1,-1 0 0,0-1-1,-1 0 1,-1-1-1,0 0 1,-1 0-1,0-1 1,-1 0-1,0-2 1,-1 1-1,-1-2 1,0 0-1,0 0 1,-1-2-7,-10 7 4,-2-2 0,1-1 0,-1-1 0,-1-1 1,0-2-1,0-1 0,-1-1 0,0-1 0,0-2 0,0-1 0,0-2 1,-26-2-5,38-1-6,1 0 1,0-1 0,0 0-1,0-2 1,1 0 0,0-1-1,0 0 1,0-2 0,1 0-1,0 0 1,1-1 0,0-1 0,1-1-1,0 0 1,0 0 0,2-1-1,0-1 1,0 0 0,-7-13 5,4 4-24,1 0 1,1-1 0,1 0-1,1-1 1,1 0-1,2-1 1,0 1 0,2-1-1,1-1 1,0 1 0,2-1-1,2-21 24,1 35-14,0 1-1,1-1 1,0 0-1,1 1 0,0-1 1,1 1-1,1 0 1,0 0-1,0 1 1,1-1-1,1 1 1,0 0-1,4-4 15,1 0-15,2 1 0,-1 0 0,2 1 0,0 1 0,0 0 0,1 1 0,0 0 0,10-3 15,21-8-17,0 2-1,2 3 1,0 1 0,0 3-1,1 1 1,19 1 17,-9 0-3,1 3-1,0 2 1,1 3 0,-1 3 0,37 5 3,-90-4 0,-1 0 0,1 0-1,0 1 1,-1 0 0,1 1 0,-1-1 0,0 1 0,0 1 0,0-1-1,0 1 1,-1 0 0,1 1 0,-1 0 0,0 0 0,0 0 0,-1 1 0,0-1-1,4 6 1,-3 0 0,0 1 0,-1 0-1,0 0 1,-1 0-1,0 0 1,-1 1-1,0-1 1,-1 1 0,-1 0-1,0 11 1,1 6 20,-2 0 0,-1 0 0,-1 0 1,-2 0-1,-1-1 0,-1 0 0,-2 0 0,0 0 0,-2-1 0,-2 0 0,0-1 1,-2 0-1,0-1 0,-2 0 0,-1-2 0,-1 0 0,-1-1 0,-2 0 0,0-2 1,0-1-1,-2 0 0,-1-2 0,-19 12-20,8-8 50,-1-1 0,-1-1 1,-1-2-1,-1-2 0,0-2 1,-1-1-1,-1-2 0,-13 1-50,32-8-1,-1-1 0,1-1 0,-1-1 0,0-1 0,0-1 0,1-1 0,-1-1 0,1 0 0,-1-2 0,1-1 0,1-1 1,-1 0-1,1-2 0,0-1 0,1 0 0,-1-2 1,-12-10-443,2-1 0,1-2 0,1-1 1,1-1-1,2-1 0,0-1 0,2-2 1,1 0-1,2-1 0,1-2 0,-7-17 443,22 41-259,1 0 0,-1-1 0,2 1-1,0-1 1,0 0 0,1 0 0,0 0 0,1 0-1,0-10 260,1 15-208,1 0 0,0 0 0,0 0-1,0 0 1,1 0 0,0 1 0,0-1-1,0 0 1,1 1 0,-1 0 0,1 0-1,1 0 1,-1 0 0,1 0 0,0 0-1,0 1 1,0 0 0,3-2 208,50-35-4926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03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13019,'0'0'2646,"0"0"-64,0 0-313,0 0-975,0 0-646,-3 3-382,1 1-231,-1 0 1,2 0-1,-1 0 1,0 0-1,1 0 1,-1 1-1,1-1 1,1 0-1,-1 1 1,0-1-1,1 1 1,0-1 0,0 0-1,0 1 1,1-1-1,0 4-35,0 13 173,38 543 2439,-19-310-1805,16 717-1603,-36-1073-2651,0 32-1672,0-8-4217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04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1 482 11090,'0'0'2230,"0"0"8,0 0-226,7-32-755,28-101-356,-31 121-785,1 1-1,0-1 1,1 1 0,0 0-1,0 0 1,2 1-1,-1 0 1,1 0 0,1 1-1,-1 0 1,2 0-1,-1 1 1,1 1 0,4-3-116,8-8 200,4-3 54,0 2-1,0 1 1,2 0-1,0 2 1,1 2-1,17-6-253,-35 15 16,0 1 0,0 1 0,0 0 0,1 1 0,-1 0 0,0 0 0,1 1 0,0 1 0,-1 0 0,1 0 0,-1 2 0,1-1 0,-1 1 0,0 1 0,1 0 0,-1 0 0,-1 1 0,1 1 0,0 0 0,0 1-16,3 4 34,0 0 0,-1 1 0,0 1 0,-1 0 0,0 1 0,-1 0 0,0 1 0,-1 0 0,-1 1 0,0 0 0,-1 0 0,-1 1 0,0 0 0,2 11-34,2 7 200,-2 0 1,-1 1-1,-2 0 1,-1 1-1,-2-1 1,-1 25-201,-1-37 109,-1-1 0,-1 0 1,-1 1-1,0-1 0,-2 0 1,-1 0-1,-1-1 1,0 0-1,-2 1 0,-4 8-109,-4-2 139,-1-1-1,-1 0 1,-2-1-1,0-1 1,-1-1-1,-13 9-138,16-16 26,0-1-1,-2-1 1,0 0-1,-1-2 1,0 0-1,-1-2 1,0 0-1,-18 5-25,27-12-83,-1-1-1,0 0 1,0-1 0,0-1-1,0 0 1,-9-1 83,21 0-53,1-1 0,0 1 1,-1 0-1,1-1 0,0 1 0,-1 0 0,1-1 0,0 0 1,-1 1-1,1-1 0,0 0 0,0 0 0,0 1 0,0-1 1,0 0-1,0 0 0,0 0 0,0 0 0,0-1 1,0 1-1,0 0 0,1 0 0,-1 0 0,0-1 0,1 1 1,-1 0-1,1-1 0,0 1 0,-1 0 0,1-1 0,0 1 1,0-1-1,0 0 53,-1-59-2379,1 42 402,0-26-4456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04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 11146,'0'0'1938,"0"0"57,0 0 536,0 0-1013,0 0-840,0 0-277,-26 12 11,26-12-412,-32 16 239,0 1 1,-11 9-240,38-22 65,-1 0 0,1 0 0,1 1 0,-1 0 0,1 0 1,0 0-1,0 1 0,0-1 0,1 1 0,0 0 0,0 0 0,0 0 1,1 1-1,0-1 0,0 0 0,1 1 0,-1 3-65,-5 14 265,-12 52 200,3 1 0,4 1 0,3 0 0,3 0 0,4 0 0,4 27-465,-1-91 15,0 0 0,0 0 0,2 0 0,0 0 0,0 0-1,1 0 1,1-1 0,0 0 0,1 0 0,1 0 0,0-1 0,0 0 0,7 8-15,0-3 15,1-1 0,0-1 0,0 0 0,2-1 0,0-1 0,0-1 0,2 0-1,12 6-14,-1-3-480,0-1-1,0-2 1,1-1-1,1-1 1,0-2 0,32 4 480,-40-8-718,-1-2 1,2-1 0,-1 0 0,0-2 0,0-1 0,0-1 0,-1-1 0,1-1 0,17-6 717,24-17-8547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0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5193,'0'0'6221,"0"0"-3449,0 0-470,0 0-1045,0 0-483,0 0 108,36 21-8,120 73-175,-138-81-520,1 1-1,-2 1 1,0 1 0,-1 0-1,0 1 1,-1 1 0,-1 0-1,9 18-178,14 16 401,297 435 795,-331-482-1645,10 13 772,-10-10-6749,-3-8 1373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05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1 10562,'0'0'2023,"0"0"-164,-12 27 333,-76 182 1039,53-135-1260,-2-2 0,-33 46-1971,-99 129 1687,92-138-1466,72-98-283,12-10-296,21-14-425,-24 10 730,119-67-5563,-63 32-482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05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13651,'0'0'2618,"0"0"801,0 0-1737,0 0-981,0 0-110,0 0 120,9 11-27,-3-2-584,1 0 1,0-1-1,1 0 0,0-1 1,0 1-1,1-2 0,-1 1 0,1-1 1,1-1-1,4 3-100,92 35 442,-49-22-228,46 26-214,-87-39 6,-1 1 0,1 1 0,-2 0 0,1 1 0,-2 1 0,1 0 0,-2 1 0,5 5-6,-14-14 6,0-1 0,-1 0-1,1 1 1,-1-1 0,0 1 0,0 0 0,0 0-1,0 0 1,-1 0 0,0 0 0,0 0-1,0 0 1,0 0 0,0 0 0,-1 1-1,0-1 1,0 0 0,0 0 0,0 1-1,-1-1 1,0 3-6,-1-1 37,-1-1-1,1 1 1,-1-1-1,0 0 1,-1 0-1,1 0 1,-1 0-1,0 0 1,0-1-1,0 0 1,-1 0-1,0 0 1,1 0-1,-3 0-36,-79 52 385,-2-4-1,-39 14-384,102-53 11,-1-2-203,26-11 173,0 0-1,0 0 1,0 0 0,-1 0-1,1 0 1,0 0 0,0 0-1,0 0 1,-1 0 0,1 0 0,0 0-1,0 1 1,0-1 0,0 0-1,-1 0 1,1 0 0,0 0-1,0 0 1,0-1 0,-1 1 0,1 0-1,0 0 1,0 0 0,0 0-1,-1 0 1,1 0 0,0 0-1,0 0 1,0 0 0,0 0 0,0 0-1,-1-1 1,1 1 0,0 0-1,0 0 1,0 0 0,0 0-1,0 0 1,0-1 0,-1 1 0,1 0-1,0 0 1,0 0 0,0-1-1,0 1 1,0 0 0,0 0-1,0 0 1,0-1 19,2-3-258,0 0 0,0 0 0,1 1 0,-1-1 0,1 0-1,0 1 1,0-1 0,1 0 258,42-43-4764,5-3-3595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06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10986,'0'0'2187,"0"0"255,0 0-82,0 0-923,0 0-483,0 0-223,16-20-137,54-60-218,-67 77-354,1 0 0,-1 1-1,1-1 1,0 1-1,0 0 1,0 0-1,0 0 1,0 1-1,0-1 1,1 1 0,-1 0-1,1 0 1,-1 0-1,1 1 1,-1 0-1,1-1 1,-1 2-1,1-1 1,-1 0 0,0 1-1,1 0 1,-1 0-1,1 0 1,3 2-22,-4-1 4,1 1 0,-1-1 1,1 1-1,-1 0 0,0 0 0,0 0 0,0 0 1,-1 1-1,1-1 0,-1 1 0,0 0 1,0 0-1,0 0 0,0 0 0,-1 1 1,0-1-1,0 1 0,0 0 0,0-1 1,-1 1-1,0 0 0,0 0 0,0 0-4,3 19 45,-1 0 0,-1 0 0,-1 0 0,-1 5-45,0-22 23,0 23 93,-2 0 1,0 0-1,-2 0 1,-1 0-1,-2-1 1,-1 1-1,-1-2 1,-1 1-1,-2-1 1,0-1-1,-2 0 1,-1-1-1,-2-1 1,-15 20-117,29-40 144,-1 0 1,0-1-1,1 1 1,-2-1-1,1 0 0,0 0 1,-1 0-1,0-1 1,0 0-1,0 0 0,0 0 1,0 0-1,-1-1 1,1 0-1,-1 0 0,1 0 1,-1-1-1,-2 1-144,7-3 18,1 0 1,-1 1-1,1-1 0,0 0 0,-1 0 0,1 0 1,0 1-1,0-1 0,0 0 0,-1 0 1,1 0-1,0 0 0,0 0 0,0 0 1,0 1-1,1-1 0,-1 0 0,0 0 0,0 0 1,0 0-1,1 0 0,-1 1 0,0-1 1,1 0-1,-1 0 0,1 1 0,-1-1-18,14-3 58,0 1 0,0 0 1,0 2-1,0-1 0,0 2 0,0 0 0,0 0 0,4 2-58,22-1 205,220 5-1415,-253-6 821,1 0 1,-1 0-1,0 0 0,0-1 1,0 0-1,0 0 0,0-1 1,0 0-1,0 0 389,34-23-5980,-4-6-4864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06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73 147 9154,'0'0'6037,"0"0"-3450,0 0-651,0 0-898,0 0-511,-12 35 79,-37 120 197,46-140-673,0 0 1,0 0 0,2 0 0,0 1 0,0-1 0,2 0-1,0 1 1,0-1 0,2 3-131,-1-8 55,1-1-1,0 1 0,0 0 1,1-1-1,0 0 0,1 1 1,0-2-1,0 1 1,1-1-1,0 1 0,4 2-54,-2-3 17,1 0 0,0-1 0,0 0 0,1 0-1,0-1 1,0 0 0,1-1 0,-1 0 0,1-1-1,0 0 1,0-1 0,1 0 0,-1-1-1,0 0 1,1-1 0,0 0 0,-1-1 0,1 0-1,-1 0 1,1-2 0,1 0-17,-2 1 5,-1-2 1,0 1 0,1-1-1,-1-1 1,0 0-1,0-1 1,-1 1-1,1-2 1,-1 1-1,0-1 1,-1-1-1,0 0 1,0 0-1,0 0 1,-1-1-1,0 0 1,0-1-1,-1 0 1,0 0 0,0 0-1,-1 0 1,-1-1-1,1-1-5,4-11 54,-1 0 0,-1-1 0,-1 0 0,-2 0 0,0 0 0,-1-1 0,-1 1 0,-1-1 0,-1 0 0,-1-1-54,-1 12 81,0 0 1,-1 0 0,0 0-1,0 1 1,-2 0-1,1 0 1,-2 0-1,1 0 1,-2 1 0,0-1-1,0 2 1,-1-1-1,0 1 1,0 0-1,-1 1 1,-1 0 0,0 0-1,0 1 1,0 1-1,-10-6-81,10 7-92,0 1-1,0 0 0,-1 1 1,0 0-1,1 0 0,-1 1 0,-1 1 1,1 0-1,0 0 0,-11 1 93,12 1-363,0 1-1,1-1 1,-1 2-1,1-1 1,-1 2-1,1-1 1,0 1-1,0 1 1,0-1-1,0 1 1,0 1-1,1 0 1,-4 3 363,-25 22-8579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0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5009,'0'0'5120,"0"0"-2657,0 0-549,0 0-113,31 4-271,100 19-211,-120-21-1124,0 2-1,-1 0 1,1 0-1,-1 1 1,0 0-1,-1 0 1,1 1-1,-1 1 1,0 0-1,-1 0 1,5 5-195,3 5 337,-2 0 1,0 1 0,-2 1-1,5 8-337,-2 0 251,-1 0 0,-1 2 1,-1-1-1,-2 2 0,-1-1 0,-1 1 0,-2 1 0,2 19-251,-1 19 195,-4 0 0,-2 1 0,-5 21-195,2-62 12,-2 0-1,-1-1 1,-1 0-1,-1 0 1,-2-1-1,0 0 1,-7 9-12,-8 15-1400,-2-3 1,-3 0-1,-10 11 1400,-8 4-6583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12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1040,'0'0'9969,"0"0"-5943,0 0-1768,0 0-536,0 0-473,28-3-328,195-29 604,-122 20-1171,5-1-1820,-102 11-1732,-3 2-2503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1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11202,'0'0'1649,"0"0"-657,0 0 1392,0 0-967,0 0-9,0 0 200,0 0-359,189 9-425,-149-30-296,-1 0-448,-2 6 8,-4 0-88,0 9-48,3 6-848,-9 0-1625,-8 0-3400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45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13099,'0'0'2130,"0"0"-219,0 0 393,0 0-1024,0 0-683,12 32 272,1 4-593,37 99 1761,23 112-2037,-58-166 672,-3-1 1,1 82-673,-13 164 704,-7-228-585,-3 0-119,-6 62-55,10-137-503,5-22 517,1-1 0,0 0 0,-1 0 0,1 0 0,-1 0 0,1 1 0,0-1 0,-1 0 0,1 0 0,-1 0-1,1 0 1,0 0 0,-1 0 0,1 0 0,-1 0 0,1 0 0,-1 0 0,1 0 0,0 0 0,-1-1 0,1 1 0,-1 0-1,1 0 1,0 0 0,-1 0 0,1-1 0,0 1 0,-1 0 0,1 0 0,0-1 0,-1 1 41,-27-36-3374,3-9-2418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45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0 275 10906,'0'0'1625,"0"0"-270,30-30 613,32-35-297,8-1-1671,-56 54 231,1 1 1,0 0-1,0 1 1,1 1-1,1 0 1,-1 1-1,2 1 0,14-4-231,-4 4 366,1 1 0,-1 2-1,1 1 1,9 1-366,-13 0 202,0 1 0,0 1 1,0 2-1,0 0 0,14 4-202,-28-3 51,-1 0 1,0 0-1,0 1 0,-1 0 1,1 1-1,-1 0 0,0 0 1,0 1-1,-1 1 0,0-1 1,0 1-1,0 0 0,-1 1 1,3 3-52,-3-2 78,0 1 1,-1 0-1,0 0 1,0 0-1,-1 1 1,0 0-1,-1 0 0,-1 0 1,0 0-1,0 1 1,-1 0-1,1 5-78,-3-8 80,1-1 0,-1 1 0,0 0 0,-1 0 0,0-1 0,0 1 0,-1-1 0,0 1 0,-1-1 0,1 0 1,-2 1-1,1-1 0,-1-1 0,0 1 0,-1-1 0,-5 7-80,-17 16 171,-2-1 1,0-2 0,-2-1-1,-1-2 1,-1-1 0,0-1 0,-2-2-1,-2-1-171,29-15-10,0 0 1,0 0-1,0-1 0,-1 0 0,1-1 0,-1 0 1,0 0-1,0-1 0,0 0 0,1 0 0,-1-1 1,0 0-1,0-1 0,-8-1 10,16 2-69,0-1 0,0 1 1,0 0-1,0-1 0,0 1 0,0-1 1,0 1-1,0-1 0,0 0 0,0 1 1,0-1-1,1 0 0,-1 0 0,0 1 1,0-1-1,1 0 0,-1 0 0,1 0 1,-1 0-1,1 0 0,-1 0 0,1 0 1,-1 0-1,1 0 0,0 0 0,0 0 1,-1 0-1,1-1 69,0 1-273,0 0-1,0 0 1,1 0 0,-1 0-1,0 0 1,0-1 0,1 1-1,-1 0 1,1 0 0,-1 0-1,1 0 1,-1 0 0,1 0-1,0 0 1,-1 1 0,1-1-1,0 0 1,0 0 0,0 0 0,0 1-1,-1-1 1,1 0 0,0 1-1,0-1 1,0 1 0,0-1-1,1 1 274,23-11-6584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4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12427,'0'0'2191,"0"0"-860,0 0 316,1 30 102,11 205 747,-6-88-1134,4 386-30,-10-524-1368,0-2-13,0 0 0,0 0 0,-1 0 0,0 0 0,0-1 0,0 1 0,-1 0 0,0 0 0,-1-1 0,-2 7 49,5-13-27,0 0-1,0 1 1,0-1 0,0 0-1,0 0 1,0 0 0,-1 0-1,1 0 1,0 0 0,0 1-1,0-1 1,0 0 0,0 0-1,0 0 1,0 0 0,-1 0-1,1 0 1,0 0 0,0 0-1,0 0 1,0 0-1,0 1 1,-1-1 0,1 0-1,0 0 1,0 0 0,0 0-1,0 0 1,0 0 0,-1 0-1,1 0 1,0 0 0,0 0-1,0 0 1,0 0 0,0 0-1,-1-1 1,1 1 0,0 0-1,0 0 1,0 0 0,0 0-1,0 0 1,-1 0 0,1 0-1,0 0 1,0 0-1,0 0 1,0-1 0,0 1-1,0 0 1,0 0 0,0 0-1,-1 0 1,1 0 0,0 0-1,0-1 1,0 1 0,0 0-1,0 0 28,-4-12-2278,4 12 2259,-6-30-5329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46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7042,'0'0'2125,"0"0"-90,39-29-401,129-96-354,-153 114-985,0 1-1,2 1 1,-1 0 0,1 1-1,0 1 1,18-5-295,-19 9 315,1 0 0,-1 1 0,1 1-1,-1 1 1,12 1-315,-22-1 87,0 1 0,0-1 0,1 2-1,-1-1 1,0 1 0,0-1-1,0 2 1,0-1 0,-1 1-1,1 0 1,-1 0 0,1 0 0,-1 1-1,0 0 1,0 0 0,-1 0-1,1 0 1,-1 1 0,0 0 0,0 0-1,0 0 1,-1 0 0,0 1-1,0-1 1,0 1 0,-1 0-1,1 0-86,2 10 261,0-1 0,-1 1 0,-1 0 0,0 0-1,-1 1 1,-1-1 0,0 0 0,-2 1 0,0-1-1,0 3-260,-1-10 117,-1 0 0,0 0 0,0 0 0,0 0 0,-1 0 0,-1-1 0,1 0-1,-1 0 1,-1 0 0,1-1 0,-1 1 0,-1-1 0,1-1 0,-1 1 0,0-1-1,-5 3-116,-20 14 322,0-1-1,-2-1 1,-10 2-322,39-20 30,-7 4 3,0 0-1,-1-1 1,1-1-1,-1 0 1,0-1-1,-1-1 1,1 1-1,-1-2 0,0 0 1,1-1-1,-3 0-32,15-1-19,1 0-1,-1 0 1,0 0-1,0 0 0,1 0 1,-1-1-1,0 1 1,1 0-1,-1 0 0,0-1 1,1 1-1,-1 0 1,1 0-1,-1-1 0,1 1 1,-1-1-1,0 1 1,1-1-1,-1 1 0,1-1 1,0 1-1,-1-1 1,1 1-1,-1-1 0,1 1 1,0-1-1,-1 0 0,1 1 1,0-1-1,0 0 1,0 1-1,-1-1 0,1 0 20,3-28-1213,1 20 453,0 0 0,1 0 0,0 1-1,0 0 1,1 0 0,0 0 0,0 0 0,1 1 0,0 0-1,5-3 761,40-35-9029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46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12163,'0'0'1564,"-5"26"123,1-4-1057,-3 12 361,1 0 0,2 1 0,1-1 0,2 4-991,1-29 115,1 1-1,0-1 1,0 1 0,1-1-1,0 0 1,0 0-1,1 0 1,0 0 0,1 0-1,0-1 1,0 1-1,1-1 1,0 0 0,1 0-1,-1-1 1,5 4-115,-1-2 99,0-1 1,0-1 0,1 1-1,0-1 1,0-1-1,1 0 1,0 0 0,0-1-1,0-1 1,1 0-1,-1 0 1,10 1-100,7 1 103,1-2 0,-1-1 1,1-1-1,-1-1 0,8-2-103,-25 1 16,1-1 0,0 0-1,-1-1 1,1 0 0,-1-1-1,0 0 1,0-1 0,0 0-1,0-1 1,-1 0 0,0-1-1,0 0 1,9-7-16,-15 10 26,-1 0-1,0-1 0,1 1 1,-1-1-1,0 0 1,-1 0-1,1 0 1,-1 0-1,1 0 1,-1 0-1,-1-1 1,1 1-1,0-1 0,-1 1 1,0-1-1,0 1 1,-1-1-1,1 0 1,-1 0-1,0 1 1,0-1-1,-1 0 1,1 0-1,-1 1 1,0-1-1,0 0 0,-1 1 1,-1-4-26,-1-1 84,-1 0 0,0 0 0,0 0 0,-1 1 0,0-1 0,-1 1 0,0 1 0,0 0 0,-1 0 0,1 0-1,-2 1 1,-5-4-84,-15-8 91,0 2-1,-1 0 1,-1 3-1,0 0 1,-1 2-1,0 1 0,-1 2 1,0 1-1,0 2 1,-31-1-91,121-1-6463,-3 2 731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46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11058,'0'0'3049,"0"0"-168,0 0 967,0 0-2143,0 0-385,109 203-296,-89-150-328,0-2-247,-7-9-305,3-7-112,-2-8-32,-1-6-72,10-9-817,23-12-775,1-6-2953,-1-21-5809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47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1 12243,'0'0'2995,"0"0"-832,0 0 64,0 0-674,-32 22-684,-99 74-310,127-92-531,-1 0 0,1 0 0,0 0 0,0 0 0,0 1 0,1 0 0,-1 0 0,1 0 0,-1 3-28,3-5 15,0 0 0,0 0 1,0 0-1,1 0 0,-1 0 1,1 0-1,0 0 0,0 0 1,0 0-1,1 2-15,-1 8 44,1-7-29,0 1-1,0 0 1,0-1 0,1 1-1,-1-1 1,2 0-1,-1 0 1,1 0 0,0 0-1,0 0 1,0 0-1,1-1 1,0 1 0,1 1-15,13 13 36,1 0 0,1-1 0,1-1-36,25 27 70,-39-39-42,24 27-34,-2 1-1,17 25 7,-39-49 82,-1 0 0,1 0 1,-2 0-1,0 1 0,0 0 0,-1 0 0,0 0 1,-1 1-1,0-1 0,-1 1 0,-1-1 1,1 8-83,-2-17 47,0-1 1,0 1 0,-1-1 0,1 1 0,0-1 0,-1 1 0,1-1 0,-1 1 0,1-1-1,-1 0 1,0 1 0,0-1 0,0 0 0,1 1 0,-1-1 0,0 0 0,-1 0 0,1 0-1,0 0 1,0 0 0,-1 0-48,-2 2 90,0-1-1,0 0 1,-1 0 0,1 0-1,-1 0 1,1-1-1,-5 1-89,-11 2 168,-1-2-1,1 0 1,-8-1-168,19-1 24,-185 1-1060,105-2-3016,32 1-2955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17420,'0'0'3080,"0"0"-1847,0 0 687,63 190-600,-16-98-551,-4 3-289,0-2-256,-7-7-112,-10-12-56,-2-5-56,-14-13 0,-4-5-112,-6-9-256,0-7-377,0-11-359,0-24-808,0 0-2601,0-27-4353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4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13499,'0'0'1812,"0"30"218,0 99-384,-1-116-1476,1 1 0,1-1 0,1 0 0,0 0 0,0 0 0,1 0 1,1-1-1,0 1 0,1-1 0,0 0 0,1 0 0,0 0 0,3 1-170,-4-5 64,1-1-1,1 0 1,-1 0-1,1-1 1,0 0 0,1 0-1,-1-1 1,1 0-1,0 0 1,1-1 0,-1 0-1,1 0 1,0-1-1,0 0 1,0-1-1,9 2-63,-6-1 47,1-1 0,0-1-1,0 0 1,0-1 0,0 0-1,0-1 1,0 0 0,0-1-1,0-1 1,-1 0 0,12-4-47,-18 5 37,0-1 0,-1 0 0,1 0 0,0-1 0,-1 1 0,0-1 0,0 0 0,0-1 0,-1 1 0,1-1 0,-1 0 1,0 0-1,-1 0 0,1-1 0,-1 1 0,0-1 0,0 0 0,-1 0 0,1 0 0,-1 0 0,-1 0 0,1-1 0,-1 1 0,0-4-37,1 0 90,-1 0-1,-1 0 1,0-1-1,0 1 1,-1 0-1,0 0 1,-1 0-1,0 0 1,0 0-1,-1 0 1,0 0-1,-1 1 1,-1-1-90,-1-1 82,-1 0 1,0 1 0,-1 0 0,0 0-1,-1 1 1,0 0 0,0 0 0,-1 1 0,0 0-1,-4-1-82,0-2-86,-1 1-1,-1 0 0,0 2 1,0-1-1,0 2 0,-1 0 1,0 2-1,-1-1 0,1 2 1,-1 0-1,-16 0 87,33 4-2813,1 0-2899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4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0 268 12995,'0'0'1805,"0"0"377,18 29-104,61 92-482,-73-111-1449,1-2 0,0 1 0,1-1 0,0 0 0,1 0 0,-1-1 0,1-1 0,1 1 0,-1-1 0,1-1 0,0 0 0,0 0 0,7 1-147,2-1 106,-1-1-1,1 0 1,0-2 0,-1 0-1,1-2 1,8 0-106,-20 0 7,-1 0 0,1-1 0,-1 1-1,1-1 1,-1-1 0,1 1 0,-1-1 0,0 0 0,0-1 0,0 0 0,0 1-1,0-2 1,-1 1 0,1-1 0,-1 0 0,0 0 0,0 0 0,4-5-7,-4 2-39,0 1 0,-1-1 0,0 1 0,0-1 0,-1-1 0,1 1 0,-2 0 0,1-1 0,-1 1 0,0-1 0,-1 0 0,0 0 0,0 0 0,0 0 0,-1-4 39,0 0-61,0-17-59,0 28 124,0 1 0,-1-1-1,1 0 1,0 1-1,0-1 1,0 1-1,-1-1 1,1 0-1,0 1 1,-1-1-1,1 1 1,0-1-1,-1 0 1,1 1-1,-1-1 1,1 1-1,-1 0 1,1-1-1,-1 1 1,1-1-1,-1 1 1,0 0-1,1-1 1,-1 1-1,1 0 1,-1 0-1,0-1 1,1 1-1,-1 0 1,0 0-1,1 0 1,-1 0 0,0 0-4,0 1 1,0 0 1,1 0 0,-1 1-1,1-1 1,-1 0 0,1 0 0,0 1-1,-1-1 1,1 0 0,0 1 0,0-1-1,0 0 1,0 1 0,0-1-1,0 0 1,0 1 0,0-1 0,1 0-2,-1 3 9,0 3 7,0 1 0,1-1 0,0 0 0,1 0 0,-1 0 0,1 0 0,1 0 0,-1 0 0,1-1 0,0 1 0,1-1 0,0 0 0,0 0 0,0 0 0,0 0 0,1-1 0,0 0 0,0 0 0,1 0 0,-1 0 0,1-1 0,0 0 0,0 0 0,1-1 0,2 2-16,6 2 18,1-1-1,-1-1 1,1 0 0,0-1-1,0 0 1,0-2 0,1 0 0,-1-1-1,1 0 1,13-2-18,-25 1 6,0-1 0,1 1 0,-1-1-1,0-1 1,0 1 0,0-1 0,0 1 0,0-1 0,0-1 0,0 1 0,-1-1-1,1 0 1,-1 0 0,0 0 0,0 0 0,0-1 0,0 0 0,-1 0 0,2-1-6,0-3 22,0 1 0,-1-1 1,0 0-1,0-1 1,-1 1-1,0-1 1,0 1-1,-1-1 0,0 0 1,-1 0-1,0-1-22,1-10 99,-1 0 0,-1 0-1,-1 0 1,-1 0 0,-1 0 0,0 1-1,-1-1 1,-2 1 0,0 0 0,-4-7-99,0 4 281,-1 0 1,-12-18-282,18 34-284,0-1 1,0 1-1,0-1 0,-1 1 0,1 1 0,-1-1 0,-1 1 0,1 0 0,-1 1 0,-2-2 284,1 2-6344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5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0 331 10962,'0'0'1602,"0"0"-139,33-18 397,219-121 1881,-247 137-3531,26-18 386,-30 19-556,0 1 0,0-1 0,0 1 0,-1-1 0,1 1 0,0-1 0,0 0 1,-1 1-1,1-1 0,-1 0 0,1 0 0,0 1 0,-1-1 0,0 0 0,1 0 0,-1 0 0,1 0 0,-1 0 1,0 0-1,0 1 0,1-1 0,-1 0 0,0 0 0,0 0 0,0 0 0,0 0 0,0 0 0,0 0 0,0 0 1,-1 0-1,1 0-40,-1 0 28,-1 0 0,0 0 0,1 0 0,-1 0 0,0 1 0,0-1 0,0 0 0,1 1 0,-1 0 0,0-1 0,0 1 0,0 0 0,0 0 0,0 0 0,0 0 1,1 0-1,-1 0 0,0 1 0,-1-1-28,-6 1 53,-24-2-60,17 0 77,0 1 1,0 1-1,1 0 1,-1 0 0,1 2-1,-13 3-70,24-5 18,0 1 1,-1 0-1,1 0 0,0 1 1,0-1-1,0 1 0,0 0 1,1 0-1,-1 0 0,1 0 1,-1 0-1,1 1 0,0 0 1,1 0-1,-1 0 0,1 0 0,-1 0 1,1 0-1,1 0 0,-1 1 1,0-1-1,1 1 0,0 0 1,0-1-1,1 1-18,-3 10 18,1 0 0,1-1 0,0 1 0,1 0 1,1 0-1,0 0 0,1 0 0,1-1 0,0 1 0,1-1 0,1 0 1,0 0-1,1 1-18,-2-7 4,0 1 0,1-1 0,0 0 0,0 0 1,1-1-1,0 1 0,0-1 0,0-1 1,1 1-1,0-1 0,1 0 0,-1-1 0,1 0 1,0 0-1,1 0 0,-1-1 0,1-1 0,0 1 1,0-1-1,0-1 0,3 1-4,1-1 14,1 0-1,-1 0 1,1-2-1,0 0 1,-1 0-1,1-1 1,-1-1-1,1 0 1,-1-1-1,0-1 1,0 0-1,0 0 1,6-4-14,-3 0 153,-1-1 0,1-1 0,-2 0 0,1-1 1,-1 0-1,-1-1 0,0-1 0,-1 0 1,6-9-154,4-8 244,-2 0 1,-2-1 0,0-1-1,-2-1 1,-2-1 0,-1 0-1,-2 0 1,-1-1 0,4-29-245,-13 59-180,9-32 468,-10 36-373,0 0-1,1 1 0,-1-1 1,0 1-1,0-1 1,1 1-1,-1-1 1,0 1-1,0-1 0,1 1 1,-1-1-1,1 1 1,-1-1-1,0 1 1,1 0-1,-1-1 0,1 1 1,-1 0-1,1-1 1,-1 1-1,1 0 1,-1 0-1,1-1 0,0 1 1,-1 0-1,1 0 1,-1 0-1,1 0 1,0 0-1,-1 0 0,1 0 1,-1 0-1,1 0 1,-1 0-1,1 0 0,0 0 1,-1 0-1,1 0 1,-1 1-1,1-1 1,-1 0-1,1 0 0,-1 1 1,1-1-1,-1 0 1,1 1-1,-1-1 1,1 1-1,-1-1 0,1 0 1,-1 1-1,0-1 1,1 1-1,-1-1 1,0 1 85,11 19-7417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5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15955,'0'0'4393,"0"0"-2328,0 0-465,0 0-1120,0 0-480,0 0-856,0 0-2201,46-160-4400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5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13587,'0'0'3145,"0"0"743,0 0-1039,0 0-1241,0 0-1288,0 0-40,23 187 17,-10-71-113,3 3-80,-2-3-96,-4-8-8,-4-13-456,-2-12-361,-4-12-807,0-17-2617,0-24-2936</inkml:trace>
  <inkml:trace contextRef="#ctx0" brushRef="#br0" timeOffset="1">0 569 13731,'0'0'2504,"0"0"-1063,0 0 39,0 0-1008,225-62-472,-116 47-592,-20 3-1928,-9 0-2882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14667,'0'0'2645,"0"0"-909,0 0-125,-29 27-577,-23 21-310,-17 23-724,65-67 38,0 0 1,0 0 0,1 1-1,0-1 1,0 1 0,0 0-1,0 0 1,1 0 0,0 0-1,0 0 1,0 0 0,1 1 0,0-1-1,0 1 1,0-1 0,0 1-1,1-1 1,0 1 0,0 0-1,1-1 1,0 3-39,0 4 73,-1-8-55,1 0-1,-1-1 0,1 1 0,0 0 1,0-1-1,0 1 0,0-1 0,1 1 1,0-1-1,-1 0 0,1 0 0,1 0 1,-1 0-1,0 0 0,1 0 0,-1 0 1,1-1-1,0 1 0,2 1-17,1 0 18,-1-1 0,1 0 0,0-1 0,0 1 0,0-1 0,0 0 0,1 0 0,-1-1 0,0 0 0,1 0 0,3-1-18,-1 1 10,-1-1 1,1 0-1,-1 0 1,1-1-1,-1 0 1,1-1-1,-1 0 1,0 0-1,0-1 1,0 0-1,0 0 1,0-1-1,-1 0 1,1-1 0,-1 1-1,0-1 1,0-1-1,2-2-10,1-7 19,0-1 1,-1-1-1,0 0 0,-2 0 1,0-1-1,0 0 0,-2 0 1,0-3-20,3-21 2451,-9 77-2393,0-15 29,1 1 0,0-1 1,2 1-1,0-1 0,1 0 0,2 2-87,-4-18-32,0 0-1,1 0 0,-1 0 1,1 0-1,0 0 0,0 0 1,0-1-1,0 1 0,1-1 0,-1 1 1,1-1-1,0 0 0,0 0 1,0-1-1,1 1 0,-1 0 1,1-1-1,-1 0 0,1 0 1,0 0-1,0 0 0,0-1 0,0 1 1,0-1-1,0 0 0,0 0 1,0-1-1,0 1 0,1-1 1,-1 0-1,2 0 33,21-1-2631,-6-1-3917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8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13435,'0'0'3209,"0"0"-529,0 0-879,0 0-1265,0 0 176,0 0 200,92 203-376,-72-138-256,-3-11-88,-1-10-184,-3-8 80,-3-12-88,-3-9 0,-4-12-488,0-3-552,-3-3-656,0-21-3338,-3-6-3879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14459,'0'0'1800,"0"0"-175,0 0-305,0 0-1320,0 0-3881,0 0-7617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05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63 8458,'0'0'2432,"0"0"-175,0 0-479,0 0-648,0 0-213,0 0 80,-17-15 978,-72 30-613,89-15-1073,0 0-63,0 0-2,0 0-44,15 1-19,-14-1-164,-1 0 0,1 0 0,-1 0 0,0 0 0,1 0 0,-1 0-1,1 0 1,-1 0 0,1 0 0,-1 0 0,1 0 0,-1 0 0,1 0 0,-1 1 0,0-1 0,1 0 0,-1 0 0,1 0 0,-1 1 0,0-1 0,1 0 0,-1 1-1,0-1 1,1 0 0,-1 1 0,0-1 0,1 0 0,-1 1 0,0-1 0,0 0 0,1 1 0,-1-1 0,0 1 3,-3 4 14,-1-1 0,1 1 0,-1-1 0,0 0 0,-1 0 0,1 0 1,-1 0-1,1-1 0,-1 0 0,0 0 0,-3 1-14,-61 29 90,68-33-82,1 1 0,-1-1 0,0 1 0,1-1 0,-1 1-1,0-1 1,0 0 0,1 0 0,-1 1 0,0-1 0,0 0 0,1 0-1,-1 0 1,0 0 0,0 0 0,0 0 0,0 0 0,1 0 0,-1 0 0,0 0-1,0 0 1,0 0 0,1-1 0,-1 1 0,0 0 0,0-1 0,1 1 0,-1 0-1,0-1 1,1 1 0,-1-1 0,0 1 0,1-1 0,-1 0 0,1 1 0,-1-1-1,1 1 1,-1-1 0,1 0 0,-1 1 0,1-1 0,0 0 0,-1 0 0,1 1-1,0-1 1,0 0 0,0 0 0,-1 0 0,1 1 0,0-1 0,0 0 0,0 0-1,0 0 1,1 0-8,-1-2 7,0 0 0,1 0 0,-1-1 0,1 1 0,0 0 0,0 1 0,0-1 0,0 0 0,1 0 0,-1 0 0,1 1 0,-1-1 0,1 1 0,1-2-7,1 1-7,-1 0 0,1 1 0,0-1-1,1 0 1,-1 1 0,0 0 0,1 0 0,-1 1 0,1-1 0,0 1-1,-1 0 1,1 0 0,0 0 0,0 1 0,0 0 0,-1 0 0,5 0 7,-9 0-2,0 0 1,1 1-1,-1-1 1,0 0 0,1 0-1,-1 0 1,0 0 0,0 1-1,1-1 1,-1 0-1,0 0 1,0 1 0,1-1-1,-1 0 1,0 1 0,0-1-1,0 0 1,1 1-1,-1-1 1,0 0 0,0 1-1,0-1 1,0 0 0,0 1-1,0-1 1,0 0-1,0 1 1,0-1 0,0 0-1,0 1 1,0-1 0,0 0-1,0 1 1,0-1-1,0 1 1,0-1 0,0 0-1,0 1 1,-1-1 0,1 0-1,0 1 1,0-1 1,-8 17 68,4-15-54,1 1-1,0-1 1,-1 0-1,0 0 1,1-1 0,-1 1-1,0-1 1,0 0-1,-3 1-13,6-2 6,0 1 0,0-1-1,0 1 1,0-1 0,0 0 0,0 0-1,0 1 1,0-1 0,0 0 0,0 0-1,0 0 1,0 0 0,0 0 0,0 0-1,0-1 1,0 1 0,0 0 0,0 0 0,0-1-1,0 1 1,0 0 0,0-1 0,0 1-1,0-1 1,1 0 0,-1 1 0,0-1-1,0 1 1,1-1 0,-1 0 0,0 0-1,1 1 1,-1-1 0,0 0 0,1 0-1,-1 0 1,1 0 0,0 0 0,-1 0-1,1 0-5,-1-6 15,0 0-1,1 0 1,0 1 0,0-1-1,1 0 1,0 0-1,0 0 1,1-3-15,-1 8 0,0 0 0,0 0 0,0 0 0,0 0 0,0 0 0,1 1 0,-1-1 0,0 0 0,1 1 0,-1-1 0,1 1 0,0 0 0,-1 0 0,1-1 0,0 1 0,0 0 0,0 0 0,0 1 0,0-1-1,0 0 1,0 1 0,0-1 0,0 1 0,0-1 0,0 1 0,1 0 0,-1 0 0,0 0 0,2 1 0,-2-2-3,0 1 1,0 0-1,1 0 0,-1 0 0,0 0 0,1 1 0,-1-1 0,0 0 0,0 1 1,0 0-1,1-1 0,-1 1 0,0 0 0,0 0 0,0 1 0,0-1 0,0 0 1,0 0-1,-1 1 0,1-1 0,0 1 0,-1 0 0,1 0 3,0 3 6,0 0-1,0-1 0,-1 1 0,0 0 1,0 0-1,0 0 0,-1 0 0,1 0 1,-1 0-1,-1 5-5,0-8 7,1 1 0,-1 0 0,0 0-1,0-1 1,0 1 0,-1 0 0,1-1 0,-1 1 0,1-1 0,-1 0-1,0 1 1,0-1 0,0 0 0,0 0 0,0 0 0,-1 0-1,1-1 1,-1 1 0,1-1 0,-1 1 0,1-1 0,-1 0 0,0 0-1,0 0 1,1 0 0,-1-1 0,0 1 0,0-1 0,0 0 0,0 1-1,0-1 1,0 0 0,0-1 0,1 1 0,-1-1 0,-1 1-7,3-2 6,0 0 1,0 0 0,0 1-1,0-1 1,0 0 0,0 0 0,0 0-1,1 0 1,-1 0 0,1 0-1,0 0 1,-1 0 0,1 0-1,0 0 1,0 0 0,0 0-1,1 0 1,-1-1-7,3-41 56,-2 42-58,0-1 1,0 1-1,0 0 1,0-1-1,1 1 0,-1 0 1,1 0-1,-1 0 1,1 0-1,0 0 1,0 0-1,0 0 0,0 1 1,0-1-1,0 1 1,0-1-1,1 1 1,-1 0-1,0 0 1,1 0-1,-1 0 0,1 0 1,-1 1-1,1-1 1,0 1 1,2-2-6,0 1 0,0 0 0,0 1 0,0-1 0,0 1 0,0 0 0,0 0 0,0 0 0,0 1 0,0 0 1,0 0-1,0 0 0,0 1 6,-3 0 4,-1 0 0,1 0 0,-1 1 0,0-1 0,0 0 0,0 1 0,0-1 1,0 1-1,0-1 0,-1 1 0,1 0 0,-1-1 0,0 1 0,0 0 0,0-1 0,0 1 1,0 0-1,0-1 0,-1 1 0,1 0 0,-1-1 0,0 1 0,0-1 0,0 1 0,0 0-4,-4 0 29,1 1 0,-1-1 0,0 0 0,0 0 0,0 0 0,0-1 0,0 1 0,-1-1 0,1-1 0,-1 1 0,0-1 1,1 0-1,-1 0 0,0 0 0,1-1 0,-5 0-29,9-2 12,0 1 1,0-1-1,0 0 1,0 1 0,0-1-1,0 0 1,0 1 0,1-1-1,-1 0 1,1 0 0,0 0-1,-1 0 1,1 0-1,0 1 1,0-1 0,0 0-1,0 0 1,0 0 0,1 0-1,-1 0 1,0 0 0,1 0-1,0 0-12,0 4 1,-1 0 0,1 0 0,0 0 0,-1 0 0,0 0 0,1 0 0,-1 0 0,0 1 0,0-1 0,0 0 0,0 0 0,-1 0 0,1 0 0,0 0-1,-4 2 19,1 0 0,0-1 1,-1 1-1,0-1 1,0 0-1,0 0 0,0-1 1,0 1-1,-1-1 1,1 0-1,-1 0 1,1 0-1,-1-1 0,0 0 1,0 0-1,1 0 1,-1 0-1,-4 0-19,9-3-40,-1 0 0,1 1 0,0-1-1,0 1 1,0-1 0,0 1 0,0-1 0,0 0 0,0 1 0,0-1-1,1 1 1,-1-1 0,1 1 0,-1-1 0,1 1 0,0-1-1,-1 1 1,1-1 0,0 1 40,7-6-770,1 0 1,0 1-1,0 0 0,0 1 1,1-1-1,0 2 0,2-1 770,31-14-5042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0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7362,'0'0'6689,"0"0"-3426,0 0-786,0 0-1183,0 0-846,14 38-202,1 2-167,12 31 282,-3 1 0,4 34-361,-10-12 326,-5 0 0,-4 1 1,-5 0-1,-4 32-326,0-126-110,0 1 1,0 0-1,0 0 1,0-1-1,0 1 0,0 0 1,0 0-1,1-1 1,-1 1-1,0 0 0,1-1 1,0 1-1,-1-1 1,1 1-1,0 0 0,0-1 1,0 1-1,0-1 0,0 0 1,0 1 109,2-1-606,0 0 1,-1 0 0,1 0-1,0 0 1,0-1 0,0 1-1,0-1 1,0 0 0,-1 1-1,1-2 1,0 1-1,0 0 606,20 0-6738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06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13355,'0'0'2400,"0"0"-1527,0 0 311,0 0-744,201-24-328,-141 24-112,-7 0-968,-17 6-1857,-19 3-8177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0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1 480 12619,'0'0'3048,"0"0"-495,0 0-73,0 0-807,0 0-1001,0 0-472,215-15-200,-133 6-192,4 6-608,10-3-1201,-20 0-2504,-16 0-7729</inkml:trace>
  <inkml:trace contextRef="#ctx0" brushRef="#br0" timeOffset="1">980 1 15107,'0'0'3809,"0"0"-3201,0 0 1113,0 0 47,0 229-776,0-137-32,6 3-328,4-8-271,4-10-289,2-15-8,-3-14-64,-3-15-8,0-12-569,-3-18-447,9-9-608,-2-24-2673,2-15-3977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0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11386,'0'0'2153,"0"0"119,0 0-103,0 0-1377,0 0-248,211-36-96,-138 36-128,-3 0-152,-14 0-104,-7 0-64,-6 12-1080,-16 0-2025,-11-3-4856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0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11466,'0'0'2201,"0"0"215,0 0 233,0 0-905,0 0-895,205 9-529,-126-9-248,-3 0-32,0 0-40,17 6-280,-20-3-1393,-17 0-3144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07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9978,'0'0'2229,"0"0"-784,38 20 570,-14-8-1649,13 6 180,0 3-1,-2 0 1,0 3 0,-2 0-1,0 3 1,19 20-546,-20-13 482,-1 2 1,-2 1-1,-2 1 1,-1 1 0,0 6-483,-11-16 210,-1 1 1,-1 1 0,-1 0-1,-2 1 1,-1 0 0,-1 0-1,1 21-210,-4-22 84,-2 0 0,-1 1 0,-2-1 0,0 0 0,-3 0 0,0 0 0,-2 0 0,-1 0 0,-2-1 0,-1 0 0,-2 4-84,-14 18 84,-2-2 0,-2 0 0,-3-2 0,-12 13-84,-152 176-545,121-151-676,9-8-3887,10-18-4758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4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6705,'0'0'2394,"0"0"-539,0 0-76,0 0-720,0 0-459,0 0-216,-11 0 43,-36 1 185,45-1-543,0 1-1,-1-1 1,1 1-1,0 0 1,-1-1-1,1 1 1,0 0-1,0 1 0,-1-1 1,1 0-1,0 1 1,1-1-1,-1 1 1,0-1-1,0 1 1,0 0-1,1 0 1,-1 0-1,1 0 0,0 0 1,0 0-1,-1 0 1,1 0-1,1 1 1,-1-1-1,0 0 1,0 1-1,1-1 1,-1 1-1,1 1-68,-2 5 156,-20 74 596,5 2-1,3 0 0,4 1 1,3 0-1,4 29-751,3-91 34,0-1 1,1 1-1,2-1 1,0 1-1,2-1 1,0 0-1,2 0 1,3 7-35,-4-16-22,2 1 0,0-1 0,0-1-1,1 1 1,1-1 0,0-1 0,1 0 0,0 0 0,0-1 0,2-1 0,-1 0 0,14 8 22,12 6-2326,2-2 0,41 17 2326,-14-13-7075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49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6569,'0'0'1603,"0"0"-150,0 0 414,0 0-499,0 0-478,0 0-65,23-17-91,73-54-146,-92 68-536,0 0 0,0 0 0,1 1 0,-1-1 0,1 1 0,-1 0 0,1 0 0,0 0-1,0 1 1,-1 0 0,1 0 0,0 0 0,0 0 0,0 1 0,0 0 0,0 0 0,0 0 0,0 1 0,0 0 0,0 0 0,0 0 0,0 0-52,1 1 25,-2 0-17,1 0 1,-1 0-1,0 1 1,1-1-1,-1 1 1,-1 0-1,1 0 0,0 1 1,-1-1-1,0 1 1,1 0-1,-2 0 0,1 0 1,0 0-1,-1 0 1,0 0-1,1 1-8,5 11 57,-1 0 1,-1 0-1,0 1 0,0 2-57,-1 4 208,0 1 0,-1 0 0,-1-1 0,-2 1 0,0 12-208,-2-23 137,1 0 0,-2-1 1,1 1-1,-2-1 0,0 0 0,0 1 0,-1-1 0,0-1 0,-1 1 0,-1-1 1,0 1-138,-12 15 247,-1-1 1,-1-1 0,-2-1 0,0 0 0,-1-2 0,-26 19-248,26-28 591,22-13-535,1 0 0,-1 0 0,1 0 1,-1 0-1,1 0 0,-1 0 0,1 0 1,-1 0-1,1 0 0,-1 0 1,1 0-1,-1 0 0,1-1 0,-1 1 1,1 0-1,0 0 0,-1 0 0,1-1 1,-1 1-1,1 0 0,0-1 0,-1 1 1,1 0-1,-1-1 0,1 1 0,0 0 1,-1-1-57,0-2 148,0 0 1,0 0 0,0 0-1,0-1 1,1 1 0,-1 0-1,1-1 1,0 1 0,0 0-1,1-4-148,-1 6 7,0 0 0,1 0 0,0 0 0,-1 0-1,1 0 1,0 0 0,-1 0 0,1 0-1,0 0 1,0 0 0,0 0 0,0 1 0,0-1-1,0 0 1,0 1 0,0-1 0,0 0 0,0 1-1,0 0 1,0-1 0,1 1 0,-1 0 0,0-1-1,0 1 1,0 0 0,1 0 0,-1 0 0,1 0-8,40-3 106,-7 3-40,-1 1 0,1 1 0,-1 2 0,22 6-65,-49-8-149,0-1 1,1 0-1,-1 0 0,0-1 1,1 0-1,-1 0 1,0-1-1,1 0 0,-1 0 1,0-1-1,0 0 0,1 0 1,-2-1-1,1 0 0,0 0 1,0-1 148,14-8-1732,-2-1 1,0-1 0,0-1 0,4-5 1731,-2 2-2657,33-30-10031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12411,'0'0'1817,"0"0"-451,0 0-43,-3 26-43,1-9-1047,-6 41 864,4 1 0,1 11-1097,3-53 195,1 0 0,1 1 0,0-1 0,1 0-1,1 0 1,0 0 0,1-1 0,1 1-1,1-1 1,3 4-195,-6-12 66,2 1 0,-1-1-1,1 1 1,1-2 0,-1 1-1,1-1 1,0 0 0,1 0-1,0-1 1,0 0 0,0 0-1,1-1 1,0 0 0,0-1-1,0 0 1,1 0 0,-1-1-1,5 1-65,0 0 73,0-1 0,0-1 0,1 0 0,-1-1 0,1-1 0,0 0 0,-1 0 0,1-2 0,-1 0 0,8-2-73,-17 2 9,1 1 0,0-1 0,0-1 0,-1 1 0,1-1 0,-1 0 0,0 0 0,0 0 0,0-1 0,0 0 0,-1 0 0,0 0 0,1 0 0,-1-1 0,-1 0-1,1 1 1,-1-1 0,0-1 0,0 1 0,0 0 0,-1-1 0,0 0 0,0 1 0,0-1 0,-1 0 0,1 0-9,0-7 23,-1-1-1,0 1 0,-1-1 0,0 1 1,-1-1-1,0 1 0,-1-1 0,-1 1 1,0 0-1,0 0 0,-2 0 0,0 0 1,0 1-1,-1 0 0,0 0 0,-1 0 1,-1 1-1,0 0 0,-5-5-22,-2-1 23,0 1 1,-1 1-1,-1 0 1,0 1-1,-1 1 0,0 1 1,-1 0-1,-1 2 1,0 0-1,0 1 0,-13-4-23,4 8-783,28 6 632,1-1 0,-1 0 0,1 1 0,-1-1 0,1 1 0,-1-1 0,1 1 0,-1-1 0,1 1 0,0-1 0,-1 1 0,1-1 0,0 1 0,-1-1 0,1 1 0,0-1 0,0 1-1,0 0 1,0-1 0,-1 1 0,1-1 0,0 1 0,0 0 0,0-1 0,0 1 0,0 0 0,0-1 0,1 1 0,-1-1 0,0 1 0,0 0 0,0-1 0,1 1 0,-1-1 0,0 1 0,0 0 0,1-1 0,-1 1 0,1-1 151,10 21-6681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11739,'0'0'1640,"0"0"184,0 0 1313,20 211-1257,-20-131-215,-4-2-537,-22-4-592,3-5-240,3-13-176,3-8-80,7-10-40,7-11-696,3-15-1937,17-9-3104,12-3-4465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1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8674,'0'0'2162,"0"0"-127,0 0 248,0 0-799,0 0-917,0 0-76,12 31 490,2 4-656,2 5 242,-2 1 1,-2 1-1,6 33-567,-9-13 1461,0 28-1461,-4-39 237,1 0-1,8 28-236,-13-79-71,-1 1 0,0-1-1,0 1 1,0-1 0,0 1-1,0-1 1,0 1 0,1-1 0,-1 1-1,0-1 1,0 1 0,1-1-1,-1 0 1,0 1 0,1-1 0,-1 0-1,0 1 1,1-1 0,-1 1 0,1-1-1,-1 0 1,1 0 0,-1 1-1,1-1 1,-1 0 0,0 0 0,1 0-1,-1 0 1,1 1 0,0-1-1,-1 0 1,1 0 0,-1 0 0,1 0-1,-1 0 1,1 0 0,-1 0-1,1 0 1,-1 0 0,1-1 0,-1 1 71,5 0-2383,4 0-3324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2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9538,'0'0'1992,"0"0"-574,0 0 481,29-15-757,92-46-665,-115 58-443,0 0 0,0 0 0,1 1 0,-1 0 0,1 0 0,-1 0 0,1 1 0,0 0 0,-1 1 0,1-1 0,4 1-34,-9 0 6,0 1 0,0-1 0,0 1 1,0-1-1,0 1 0,0 0 1,0 0-1,0 0 0,0 0 0,-1 0 1,1 0-1,0 0 0,-1 1 1,1-1-1,-1 0 0,1 1 0,-1 0 1,0-1-1,1 1 0,-1 0 1,0-1-1,0 1 0,0 1-6,2 7 62,-1 1 0,0-1-1,-1 1 1,0 0 0,0-1-1,-1 1 1,0 0 0,-1 0 0,-2 9-62,3-18 22,-2 8 81,0-1-1,0 1 1,-1 0-1,0-1 1,-1 0-1,0 1 1,0-1-1,-1-1 0,0 1 1,-3 4-103,-13 13 270,0 0-1,-12 10-269,24-26 17,10-6 208,10-3-177,13-3-45,-16 1 7,17-4-5,-1 2-1,1 1 0,0 0 1,0 2-1,0 1 1,4 2-5,-24-2 2,1 0 1,-1 0-1,1 0 1,-1 1-1,1 0 1,-1 0-1,0 0 1,0 1-1,0 0 1,0 0-1,-1 0 1,1 0-1,-1 1 1,0 0-1,0 0 1,0 0-1,0 0 1,-1 1-1,0-1 1,1 1-1,-2 0 1,1 0-1,-1 0 1,1 0-1,-1 1 1,-1-1-1,1 0 1,-1 1-1,0-1 1,0 2-3,0-1 78,0 1 1,-1 0-1,1 0 1,-1-1-1,-1 1 1,1 0-1,-1 0 1,0-1-1,-1 1 1,1-1-1,-1 1 1,-1-1-1,1 1 1,-1-1-1,0 0 1,-1 0 0,1-1-1,-1 1 1,0-1-1,-3 3-78,-4 2 239,0 0 0,0 0 0,-1-1 1,-1-1-1,0 0 0,0 0 0,0-2 0,-12 5-239,13-6 42,0 0 0,-1 0 0,0-1-1,0-1 1,0 0 0,0-1 0,0 0 0,-1-1-1,1-1 1,0 0 0,-1-1 0,-8-1-42,21 1-50,-1 1 1,1-1 0,0 0 0,-1 1-1,1-1 1,0 0 0,-1 0 0,1 0-1,0 0 1,0 0 0,0 0-1,0 0 1,0-1 0,0 1 0,0 0-1,0-1 1,0 1 0,1 0 0,-1-1-1,0 1 1,1-1 0,0 1-1,-1-1 1,1 1 0,0-1 0,-1 1-1,1-1 1,0-1 49,2-46-7029,4 22-1797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2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14579,'0'0'2497,"0"0"-793,0 0-352,0 0-864,0 0-488,0 0-1880,0 0-5001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68 9826,'0'0'1539,"0"0"-379,0 0 334,29-10-516,92-32-426,-111 38-477,0 1 0,0 1 0,1-1-1,-1 2 1,0 0 0,1 0 0,0 0 0,-1 2 0,5 0-75,14 0 123,-28-1 115,-8 0 1387,-54-1-704,0 0 831,-28 4-1752,83-2 25,-1 1 1,1 0-1,-1 0 1,1 1 0,0 0-1,0 0 1,0 0-1,0 1 1,1 0-1,-1 0 1,1 0 0,0 1-1,0-1 1,1 1-1,-1 0 1,1 1-1,0-1 1,1 1-1,-1 0 1,1 0 0,-2 5-26,0-2 14,1-1 1,1 2-1,-1-1 1,1 0 0,1 1-1,0-1 1,0 1 0,1 0-1,0 0 1,1-1-1,0 1 1,0 0 0,1 0-1,2 8-14,-2-16 8,0 1 0,1 0 0,-1-1 0,1 0 0,0 1 0,0-1 0,0 0 0,0 0 0,0 0 0,0 0 0,1-1 0,-1 1-1,1-1 1,-1 1 0,1-1 0,-1 0 0,1 0 0,0 0 0,0 0 0,0 0 0,1 0-8,70 11 157,-62-11-143,11 2-9,-1 0 1,-1 2 0,1 0-1,0 1 1,-1 1 0,17 9-6,-33-13 23,1-1 0,0 1 0,-1 1 0,0-1 1,1 1-1,-1 0 0,-1 1 0,1-1 0,-1 1 0,1-1 1,-1 1-1,-1 1 0,1-1 0,-1 0 0,0 1 1,0 0-1,0 0 0,-1 0 0,0 0 0,0 0 0,-1 0 1,0 0-1,0 1 0,0-1 0,-1 5-23,0-9 50,0 0 0,-1 0 0,0 0 0,1 0 0,-1 0 0,0 0 0,0 0-1,0-1 1,0 1 0,0 0 0,-1-1 0,1 1 0,0-1 0,-1 1 0,1-1 0,-1 0 0,0 0 0,1 0 0,-1 1-1,0-1-49,-45 24 421,29-16-314,-8 5-214,-61 36 491,78-44-654,1-1 0,0 2 0,0-1 0,1 1 0,0 0 0,0 1 0,1-1 0,-2 3 270,4-4-3272,4-5-2270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4:53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13451,'0'0'2056,"0"0"-1167,0 0 2151,0 0-1856,0 0-776,-33 161-263,13-105-145,-30 40-161,4-13-1951,-4-9-4097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13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54 3441,'0'0'1177,"0"0"110,0 0 100,0 0 255,0 0 332,0 0-87,0 0-491,0 0-405,0 0-359,0 0-299,0 0-173,0 0-108,0 0 11,0 0-31,0 0 59,0 0 153,0 0 147,0 0 85,0 0 3,0 0 22,0 0 54,0 0-107,-40 18 636,42-20-1053,0 0 0,-1 0 1,1 0-1,0 0 0,0 0 0,0 0 0,0 1 0,0-1 1,1 1-1,-1 0 0,0-1 0,1 1 0,-1 0 0,1 0 1,-1 0-1,1 1 0,-1-1 0,1 1 0,0-1-31,-3 2 3,1-1 1,-1 0-1,0 0 0,0 1 0,1-1 0,-1 0 1,0 1-1,0-1 0,0 0 0,0 1 0,1-1 1,-1 0-1,0 1 0,0-1 0,0 0 0,0 1 1,0-1-1,0 1 0,0-1 0,0 0 0,0 1 1,0-1-1,0 0 0,0 1 0,0-1 0,0 0 1,-1 1-1,1-1 0,0 1 0,0-1 0,0 0 1,0 0-1,-1 1 0,1-1 0,0 0 0,0 1 1,-1-1-1,1 0 0,0 1-3,-8 12 130,8-13-118,0-1 0,0 0 0,0 1 0,0-1 0,0 1 0,0-1 0,0 1 0,0-1 0,0 0 1,0 1-1,0-1 0,0 1 0,-1-1 0,1 1 0,0-1 0,0 1 0,-1-1 0,1 1 0,0-1 0,-1 1 0,1-1 0,0 1 0,-1-1 0,1 1 0,-1-1 1,1 1-1,-1 0 0,1-1 0,-1 1 0,1 0 0,-1 0 0,1-1 0,-1 1 0,1 0 0,-1 0 0,1 0 0,-1 0 0,1 0 0,-1 0 0,0-1 0,1 1 0,-1 0 1,1 1-1,-1-1 0,0 0 0,1 0 0,-1 0 0,1 0 0,-1 0 0,1 1 0,-1-1 0,1 0 0,-1 0 0,1 1 0,-1-1 0,1 0 0,-1 1 0,1-1 0,-1 0 1,1 1-1,0-1 0,-1 1 0,1-1 0,0 1 0,-1-1 0,1 1 0,0-1 0,0 1 0,-1 0-12,1-3 1,0 0 0,0 1-1,0-1 1,0 0 0,0 1 0,1-1 0,-1 1-1,0-1 1,1 0 0,-1 1 0,1-1 0,0 1-1,-1-1 1,1 1 0,0-1 0,0 1 0,0 0-1,0-1 1,0 1 0,0 0 0,0 0 0,1 0-1,-1 0 1,0 0 0,1 0 0,-1 0-1,2 0 0,33 0-44,-36 1 43,1 0 0,-1 0 0,1 0 0,-1 0 0,1 1 0,-1-1 0,1 0 0,-1 0 0,0 1 0,1-1 0,-1 0 0,1 1 0,-1-1 0,0 0 0,0 1 0,1-1 0,-1 1 0,0-1 0,1 1 0,-1-1 0,0 0 0,0 1 0,0-1 0,0 1 0,1-1 0,-1 1 0,0-1 0,0 1 0,0-1 0,0 1 0,0-1 0,0 1 0,0-1 0,0 1 0,0-1 0,-1 1 0,1-1 0,0 1 0,0-1 0,0 1 0,-1-1 0,1 1 0,0-1 0,0 0 0,-1 1 1,-7 19 80,5-16-65,0-1-1,-1 1 1,0-1 0,0 1-1,0-1 1,0-1 0,0 1-1,0 0 1,-1-1 0,1 0-1,-1 0 1,0 0 0,1-1 0,-1 1-1,0-1 1,-1 0-15,6-42 139,1 38-147,-1 1 1,1 0-1,0-1 1,0 1 0,0 0-1,1 0 1,-1 0-1,0 0 1,1 0 0,-1 0-1,1 0 1,0 1-1,0-1 1,0 1 0,0-1-1,0 1 1,0-1-1,0 1 1,0 0 0,0 0-1,2 0 8,-1-1-11,-1 1 1,1 0-1,0 0 0,0 0 1,0 0-1,0 0 0,0 1 1,1-1-1,-1 1 0,0 0 0,0 0 1,0 0-1,0 0 0,0 1 1,1-1-1,-1 1 0,0 0 11,-3 0 1,1-1-1,-1 1 1,1-1 0,-1 1-1,0-1 1,1 1-1,-1 0 1,0-1 0,0 1-1,1 0 1,-1-1 0,0 1-1,0 0 1,0 0-1,0-1 1,0 1 0,0 0-1,0-1 1,0 1 0,0 0-1,0-1 1,0 1-1,-1 0 1,1-1 0,0 1-1,0 0 1,-1-1-1,1 1 1,-1 0-1,-9 17 111,9-17-101,0 0 1,0 0-1,0-1 0,-1 1 0,1 0 0,0-1 0,0 1 0,-1-1 0,1 0 0,0 1 0,0-1 0,-1 0 0,1 0 0,0 0 0,-1 0 0,1 0 0,0 0 0,-1 0 0,1 0 0,0 0 0,-1-1 0,1 1 0,0 0 0,-2-1-10,3 0 1,-1 0 0,0 0 0,0 0 0,1 0 0,-1 0 0,0 0 0,1 0 1,-1 0-1,1 0 0,-1-1 0,1 1 0,0 0 0,-1 0 0,1 0 0,0-1 1,0 1-1,0 0 0,0 0 0,0 0 0,0-1 0,0 1 0,0 0 0,1 0 1,-1-1-1,0 1 0,1 0-1,0 0-5,0 0 0,-1 0 1,1 0-1,0 0 0,0 0 1,0 1-1,0-1 0,0 0 0,1 0 1,-1 1-1,0-1 0,0 1 1,0-1-1,1 1 0,-1 0 0,0-1 1,0 1-1,1 0 0,-1 0 0,0 0 1,1 0-1,-1 0 0,0 0 5,39-1-31,-33 2 7,-6-1 24,0 0-1,0 1 1,0-1 0,0 0 0,0 1 0,0-1-1,0 1 1,0 0 0,-1-1 0,1 1 0,0 0-1,0-1 1,-1 1 0,1 0 0,0 0 0,-1 0-1,1 0 1,-1 0 0,1-1 0,-1 1 0,1 0-1,-1 0 1,0 0 0,0 0 0,1 0-1,-1 0 1,0 0 0,0 0 0,0 0 0,0 1-1,0-1 1,0 0 0,0 0 0,-1 0 0,1 0-1,0 0 1,0 0 0,-1 0 0,1 2 5,-1 1 1,1-1-1,-1 0 1,0 1-1,0-1 1,0 0-1,0 0 0,-1 0 1,1 0-1,-1 0 1,0 0-1,0 0-5,0 0 10,0-1 1,-1 0-1,1 0 0,0 0 0,-1-1 1,1 1-1,-1-1 0,0 1 0,1-1 1,-1 0-1,0 0 0,0 0 0,0 0 1,0-1-1,0 1 0,0-1 0,0 1 1,0-1-1,0 0 0,0-1 0,-1 1-10,2-1 6,0 0-1,1 0 1,-1 0-1,0 0 1,1 0-1,-1 0 1,0-1-1,1 1 1,0-1-1,-1 1 1,1-1-1,0 1 1,0-1-1,0 0 1,0 0-1,0 0 1,0 1-1,0-1 1,0 0-1,1 0 1,-1 0-1,1 0 1,0 0-1,-1 0 1,1 0-1,0-1 1,0 1-1,1 0 1,-1 0-1,0 0-5,0 1-4,0-1 0,0 0-1,0 1 1,0-1-1,0 0 1,1 1 0,-1-1-1,1 0 1,-1 1 0,1-1-1,-1 1 1,1-1 0,0 1-1,0-1 1,0 1 0,0 0-1,0-1 1,0 1-1,0 0 1,0 0 0,0 0-1,1 0 1,-1 0 0,0 0-1,1 0 1,-1 0 0,1 0-1,-1 1 1,1-1 0,-1 1-1,1-1 5,4 0-7,0 0 1,0 0-1,0 1 0,0-1 0,0 1 0,0 1 1,0-1-1,4 2 7,-9-1-2,0-1 0,0 1 0,0-1 0,-1 1 0,1 0 0,0 0 1,0-1-1,-1 1 0,1 0 0,-1 0 0,1 0 0,0 0 0,-1 0 0,0 0 0,1 0 0,-1 0 0,0 0 0,1 0 1,-1 0-1,0 0 0,0 0 0,0 0 0,0 0 0,0 0 0,0 0 0,0 0 0,0 0 0,0 1 2,0 0 6,-1 1 0,1-1 0,0 1-1,0-1 1,-1 1 0,0-1-1,1 0 1,-1 1 0,0-1 0,0 0-1,0 0 1,0 0 0,-1 1 0,1-1-6,-5 2 9,0 1 1,-1-1-1,1-1 1,-1 0 0,1 0-1,-1 0 1,0 0-1,0-1 1,-1 0 0,1-1-1,0 0 1,0 0-1,-1 0 1,1-1 0,-2 0-10,8-1 3,-1 1 0,1 0 0,0-1 0,0 1 1,0-1-1,0 0 0,0 1 0,0-1 1,0 0-1,0 0 0,0 0 0,0 1 0,0-1 1,0 0-1,1 0 0,-1 0 0,0 0 1,1-1-1,-1 1 0,1 0 0,-1 0 0,1 0 1,-1 0-1,1-1 0,0 1 0,0 0 1,-1 0-1,1 0 0,0-1 0,0 1 0,0 0 1,0 0-1,1-1 0,-1 1 0,0 0 1,0 0-1,1-1 0,-1 1-3,1-3-8,-1-1 1,1 1-1,0 0 0,0-1 0,0 1 1,1 0-1,-1 0 0,1 0 1,0 0-1,2-4 8,-1 6-12,0-1 0,-1 0-1,1 1 1,0-1 0,0 1 0,0 0 0,1 0 0,-1 0-1,0 1 1,1-1 0,-1 1 0,1 0 0,-1-1 0,1 2 0,0-1-1,0 0 1,1 1 12,-4 4-6,1 1-1,-1-1 1,-1 1-1,1-1 1,-1 1-1,1-1 1,-1 1-1,-1 0 1,1-1-1,-1 3 7,1-6 0,-1 6 7,-1 0-1,0-1 1,0 1 0,0-1 0,-1 0-1,0 0 1,0 0 0,0 0 0,-1 0-1,0-1 1,0 1 0,0-1-1,-1 0 1,0 0 0,0-1 0,0 0-1,-1 0 1,1 0 0,-3 1-7,5-44 215,3 34-216,1 0 1,0 0 0,0 0 0,0 1 0,1-1 0,-1 0 0,1 0 0,0 1-1,1-1 1,-1 1 0,1 0 0,0-1 0,-1 3-10,-1-1 0,1 1 1,0-1-1,0 1 0,0 0 0,0 0 0,1 0 1,-1 0-1,0 0 0,1 1 0,0-1 1,-1 1-1,1-1 0,0 1 0,0 0 0,-1 0 1,1 0-1,0 1 0,0-1 0,2 0 10,-4 5 3,-1-1-1,0 0 0,0 1 0,0-1 1,0 1-1,0-1 0,-1 0 1,1 1-1,-1-1 0,0 0 1,-1 2-3,1-3 8,-1-1 0,0 0 1,0 1-1,0-1 0,0 0 1,0 0-1,0 0 0,0 0 1,0 0-1,0-1 0,0 1 1,0-1-1,-1 1 0,1-1 1,0 0-1,-2 0-8,3 0 4,0 0 1,0 0-1,0 0 0,0 0 1,0 0-1,0 0 1,0 0-1,0-1 0,0 1 1,0 0-1,0-1 1,0 1-1,1 0 0,-1-1 1,0 1-1,0-1 1,0 0-1,1 1 0,-1-1 1,0 0-1,0 1 0,1-1 1,-1 0-1,1 0 1,-1 1-1,1-1 0,-1 0 1,1 0-1,-1 0 1,1 0-1,0 0 0,0 0 1,-1 0-1,1 0 0,0 0 1,0 1-1,0-1 1,0-1-5,1 2-116,-1-1 1,1 0 0,-1 1-1,1-1 1,-1 1 0,1-1 0,0 1-1,-1-1 1,1 1 0,0-1-1,0 1 1,-1 0 0,1-1 0,0 1-1,0 0 1,-1 0 0,1 0-1,0-1 1,0 1 0,0 0-1,-1 0 1,1 0 0,0 0 0,0 0-1,0 1 1,0-1 0,-1 0-1,1 0 1,0 0 0,0 1 115,6-1-2917,6 0-5213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18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22 8858,'0'0'2271,"0"0"-693,0 0-677,0 0-483,0 0-257,-4 3-74,-5 7 665,-3 4 2618,-11-5-3084,22-9-281,1 0 1,0 0-1,-1 0 1,1 0-1,-1 0 1,1 1 0,0-1-1,-1 0 1,1 0-1,0 0 1,-1-1-1,1 1 1,0 0-1,-1 0 1,1 0-1,0 0 1,-1 0-1,1 0 1,0 0 0,-1-1-1,1 1 1,0 0-1,-1 0 1,1 0-1,0-1 1,0 1-1,-1 0 1,1 0-1,0-1 1,0 1-1,-1 0 1,1-1 0,0 1-1,0 0 1,0 0-1,0-1 1,0 1-1,-1 0 1,1-1-1,0 1 1,0-1-1,0 1 1,0 0-1,0-1 1,0 1-1,0 0 1,0-1 0,0 1-1,0 0 1,0-1-1,1 1 1,-1 0-1,0-1 1,0 1-1,0 0 1,0-1-1,0 1 1,1 0-1,-1-1 1,0 1 0,0 0-1,1 0 1,-1-1-1,0 1 1,0 0-1,1 0 1,-1-1-1,0 1 1,1 0-1,-1 0-5,2-2 38,-1 1 0,1-1 0,0 1 0,0-1 0,0 1 0,0 0 0,0 0 0,0 0 0,0 0 0,0 0 0,0 0 1,1 1-1,-1-1 0,0 1 0,0 0 0,1-1 0,-1 1 0,0 0 0,1 0 0,-1 0 0,0 1 0,1-1 0,-1 1 0,2 0-38,-4-1 21,0 0 1,1 0 0,-1 0-1,1 1 1,-1-1 0,1 0-1,-1 1 1,0-1 0,1 0-1,-1 1 1,0-1-1,1 1 1,-1-1 0,0 1-1,0-1 1,1 0 0,-1 1-1,0-1 1,0 1 0,0-1-1,0 1 1,0-1 0,0 1-1,0-1 1,1 1 0,-1-1-1,-1 1 1,1-1 0,0 1-1,0-1 1,0 1 0,0-1-1,0 1 1,0-1 0,0 1-1,-1-1 1,1 1 0,0-1-1,0 1 1,-1-1-1,1 0 1,0 1 0,-1-1-1,1 1-21,-1 0 66,0 0 0,1 0-1,-1 0 1,0 0 0,0-1-1,0 1 1,0 0-1,0 0 1,0 0 0,0-1-1,0 1 1,0-1 0,0 1-1,-1-1 1,1 1-1,0-1 1,-1 1-66,1-1 36,-1 0-1,1 0 1,0 0 0,0 0-1,0 0 1,0 0 0,0 0 0,0 0-1,0-1 1,0 1 0,0 0-1,0-1 1,0 1 0,0 0-1,0-1 1,0 1 0,0-1-1,0 0 1,0 1 0,0-1 0,1 0-1,-1 1 1,0-1 0,1 0-1,-1 0 1,0 0-36,-1-28 27,3 13-116,0 15-96,1 0 0,-1 1 0,1-1 0,0 1 0,-1-1 0,1 1 0,0-1 0,-1 1 0,1 0 0,0 0 0,-1 0 0,1 0 1,0 0-1,0 1 0,0-1 185,16 2-5132,-7 5-2981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1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10098,'0'0'2609,"0"0"-1289,0 0 752,0 0-895,0 0-785,0 0 16,0 0 208,53 0 312,-16-15 0,-1-3-319,-3 1-273,-6 5-160,-8 3-96,-9 9-80,-3 0-168,-7 6-1377,0 17-2368,-3-5-4344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20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14147,'0'0'1968,"0"0"-919,0 0 511,0 0-1184,0 0-376,0 0-56,0 0-1144,185-69-609,-149 64-1255,-3 2-3954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2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1 237 9946,'0'0'2857,"0"0"-357,0 0-235,0 0-1078,0 0-674,32 1 1894,-1-2 0,15-2-2407,-30-2 113,-1-1 0,1-1-1,-1 0 1,-1-1 0,1 0-1,-1-1 1,-1-1 0,12-11-113,16-16 77,-2-3 1,-1-1-78,-28 26 8,2-2 47,-11 16-48,-1 1 1,0 0 0,0 0 0,0 0 0,0 0 0,0-1 0,0 1 0,1 0 0,-1 0 0,0 0 0,0 0 0,0 0 0,0 0 0,1 0 0,-1 0 0,0-1-1,0 1 1,0 0 0,1 0 0,-1 0 0,0 0 0,0 0 0,0 0 0,1 0 0,-1 0 0,0 0 0,0 0 0,0 0 0,1 0 0,-1 0 0,0 1 0,0-1-1,0 0 1,0 0 0,1 0 0,-1 0 0,0 0 0,0 0 0,0 0 0,0 0 0,1 1 0,-1-1 0,0 0 0,0 0 0,0 0 0,0 0 0,0 0 0,0 1-1,0-1 1,1 0 0,-1 0 0,0 0 0,0 1 0,0-1 0,0 0 0,0 0 0,0 0 0,0 1 0,0-1 0,0 0 0,0 0 0,0 0 0,0 1 0,0-1-1,0 0-6,10 56 98,-2 0 1,-1 40-100,0-9 295,3 35 161,1 7 149,5 0 0,16 51-605,-29-160 75,-3-20-94,0 0 0,0 0 0,0 0 0,-1-1 1,1 1-1,0 0 0,0 0 0,0 0 0,0 0 1,0 0-1,0 0 0,0 0 0,0 0 0,0 0 0,0 0 1,0 0-1,0 0 0,0 0 0,0 0 0,0 0 1,0 0-1,-1 0 0,1 0 0,0 0 0,0 0 1,0 0-1,0 0 0,0 0 0,0 0 0,0 0 1,0 0-1,0 0 0,0 0 0,0 0 0,0 0 0,0 0 1,0 0-1,0 0 0,0 0 0,-1 0 0,1 0 1,0 0-1,0 1 0,0-1 0,0 0 0,0 0 1,0 0-1,0 0 0,0 0 0,0 0 19,0-2-169,0 1 0,-1-1-1,1 0 1,0 0 0,0 1-1,1-1 1,-1 0 0,0 1 0,0-1-1,1 0 1,-1 1 0,1-1-1,0 0 1,-1 1 0,1-1 0,0 1-1,0-1 1,0 1 0,1-1 169,31-26-5672,8-1-4066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27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5233,'0'0'4761,"0"0"-2080,0 0-134,0 0-797,0 0-550,0 0 212,7 0 44,338 10 3071,-19 0-1871,-327-10-2654,1 0 1,0 0-1,-1 0 0,1 0 0,0-1 0,-1 1 0,1 0 0,0 0 1,-1-1-1,1 1 0,0 0 0,-1-1 0,1 1 0,0 0 0,0-1 0,0 1 1,-1 0-1,1-1 0,0 1 0,0-1 0,0 1 0,0 0 0,0-1 0,-1 1 1,1-1-1,0 1 0,0 0 0,0-1 0,0 1 0,0-1 0,0 1 1,0 0-1,1-1 0,-1 1-2,1-3-4926,8 3-2040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28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11522,'0'0'2741,"0"0"66,0 0-485,0 0-1032,0 0-641,0 0-142,-1 0-490,1 0 0,0 0 0,-1 0 1,1 0-1,-1 0 0,1 0 0,0 0 0,-1 0 0,1 0 0,-1 0 0,1 0 1,0 1-1,-1-1 0,1 0 0,0 0 0,-1 0 0,1 1 0,0-1 0,-1 0 1,1 0-1,0 1 0,-1-1 0,1 0 0,0 0 0,0 1 0,-1-1 1,1 0-1,0 1 0,0-1 0,0 0 0,0 1 0,-1-1 0,1 1 0,0-1 1,0 0-1,0 1 0,0-1 0,0 1 0,0-1 0,0 0 0,0 1 0,0-1 1,0 1-1,0-1 0,0 1-17,0 9 145,1 0 1,0 0-1,0 1 1,1-1 0,0 0-1,1 0 1,0 0-1,0-1 1,1 1-1,1-1 1,0 1-146,13 35 385,57 206 570,-11 3 1,1 66-956,-59-294-100,-8-43-822,-7-48-1877,-28-55-6076,20 66 1106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28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0 295 6753,'0'0'3568,"0"0"-2192,0 0 128,0 0-355,12-27-212,42-89 490,-51 110-1262,1 0 0,0 0 0,0 1 0,0-1 0,1 1 0,0 1 0,0-1 0,0 0 0,0 1-1,1 0 1,0 1 0,0-1 0,0 1 0,0 0 0,2 0-165,13-8 528,1-1 3,1 1 0,-1 1-1,2 1 1,-1 1 0,20-4-531,-35 10 41,0 0 0,1 1 1,-1 0-1,1 1 0,-1 0 0,0 0 1,1 1-1,-1 0 0,1 0 1,-1 1-1,0 0 0,0 0 0,0 1 1,0 0-1,-1 1 0,1 0 1,-1 0-1,7 5-41,-2-1 63,-1 2 1,1-1-1,-2 2 0,1 0 0,-2 0 1,1 0-1,-1 1 0,-1 1 1,0-1-1,-1 2 0,-1-1 0,0 1 1,0-1-1,-2 2 0,1-1 1,-2 0-1,0 1 0,-1 0 0,0-1 1,-1 1-1,-1 0 0,-1 14-63,-1-21 54,-1 0 1,1-1-1,-1 1 0,-1-1 1,0 0-1,0 0 0,0 0 0,0 0 1,-1-1-1,-1 0 0,1 0 0,-1 0 1,0 0-1,0-1 0,0 0 0,-2 0-54,-17 14 87,-2-2 0,1-2-1,-16 7-86,32-17-18,0 0-1,-1-1 1,1 0-1,-1-1 1,0 0-1,1 0 1,-1-1-1,-1-1 0,1 0 1,0-1-1,0 0 1,-3 0 18,12 0-64,1-1 0,0 1-1,0 0 1,0 0 0,0-1 0,0 1 0,0 0 0,0-1 0,0 1 0,0-1 0,0 0 0,0 1-1,0-1 1,0 0 0,1 1 0,-1-1 0,0 0 0,0 0 0,1 0 0,-1 0 0,0 0 0,1 0-1,-1 0 1,1 0 0,-1 0 0,1 0 0,0 0 0,-1 0 0,1 0 0,0 0 0,0 0 0,0 0-1,0-1 1,0 1 0,0 0 0,0 0 0,0 0 0,0 0 0,1 0 0,-1 0 0,0 0 0,1 0-1,-1 0 1,1 0 0,-1 0 0,1 0 0,-1 0 0,1-1 64,3-5-738,-1-1 0,1 1 0,0 0 0,0 0 0,1 1 0,1-2 738,33-31-5831,6 1-5724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28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7 10722,'0'0'2405,"0"0"19,0 0-375,0 0-760,0 0-475,0 0-185,-33-6 2056,30 6-2632,1 1 0,0-1 0,0 1-1,0 0 1,0 0 0,0 0 0,0 0 0,0 0 0,0 0 0,1 0 0,-1 1 0,0-1-1,1 1 1,-1-1 0,1 1 0,-1-1 0,1 1 0,0 0 0,-1 0-53,-24 43 264,22-38-225,-7 16 5,0 1-1,2 0 1,1 1-1,1 0 1,1 0 0,2 1-1,0 0 1,1-1-1,2 1 1,1 0-1,0 0 1,3 4-44,-2-19 24,1 1 1,1-1-1,0 0 0,0 0 0,1 0 1,1 0-1,0-1 0,0 0 0,1 0 1,0 0-1,1 0 0,0-1 0,0 0 1,1-1-1,0 0 0,0 0 1,1-1-1,0 0 0,1 0 0,3 1-24,9 5 50,1 0 0,0-2-1,1-1 1,0-1 0,0-1-1,1-1 1,0-1 0,17 2-50,-34-6-4660,-8-5-1336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32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10538,'0'0'1675,"0"0"-592,0 0 560,0 0-460,0 0-465,33 0 2,3-2-282,0 3 0,30 3-438,-60-2 81,1 0-1,-1 0 1,0 0 0,1 1-1,-1-1 1,-1 2-1,1-1 1,0 1 0,-1-1-1,1 2 1,-1-1 0,0 0-1,-1 1 1,1 0 0,-1 0-1,0 1 1,0-1 0,0 1-1,-1-1 1,1 3-81,8 11 286,26 43 455,-3 1 0,-2 2 1,-3 1-1,-3 2-741,15 33 971,14 17-971,-55-117-12,20 34 174,-20-34-198,0 1 0,0-1 0,0 1 0,0-1 0,0 0 0,1 0 0,-1 1 0,0-1 1,1 0-1,-1 0 0,1 0 0,-1 0 0,1-1 0,0 1 0,-1 0 0,1-1 0,0 1 0,1 0 36,-3-2-176,1 1-1,-1 0 0,1 0 0,-1-1 1,1 1-1,-1 0 0,0-1 0,1 1 0,-1-1 1,0 1-1,1-1 0,-1 1 0,0-1 0,0 1 1,1-1-1,-1 1 0,0-1 0,0 1 1,0-1-1,1 1 0,-1-1 0,0 1 0,0-1 1,0 1-1,0-1 0,0 1 0,0-1 1,0 1-1,-1-1 177,2-2-998,-1-19-6522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32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0 12683,'0'0'2215,"0"0"-475,0 0-460,0 0-542,-8 27 184,1-5-679,1 2 38,-2 0-1,0 0 0,-2-1 1,-1-1-1,0 0 0,-15 21-280,-29 27 979,-3-1-1,-3-3 1,-29 21-979,-79 85 649,169-171-651,0-1 1,1 0-1,-1 1 0,0-1 1,0 0-1,1 1 0,-1-1 1,0 0-1,1 0 0,-1 1 0,0-1 1,1 0-1,-1 0 0,0 0 1,1 1-1,-1-1 0,1 0 1,-1 0-1,0 0 0,1 0 1,-1 0-1,1 0 0,-1 0 1,0 0-1,1 0 0,-1 0 1,1 0-1,-1 0 0,1 0 0,-1 0 1,0 0-1,1 0 0,-1-1 1,0 1-1,1 0 0,-1 0 1,1 0-1,-1-1 2,26-3-35,40-19-3795,23-15 3830,-42 17-5073,7-4-6172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33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1 9858,'0'0'2434,"0"0"-500,0 0-402,0 0-713,0 0 69,0 0 392,-13 14-130,6-5-975,-6 7 126,-1 0 0,-1-1 0,0-1 0,-1 0 0,-12 7-301,-34 20 706,35-25-486,1 1-1,1 0 1,1 2-1,0 2 1,2 0-1,-14 16-219,34-36 24,1 1 0,0 0 0,-1-1 0,1 1 0,0 0 0,0-1 0,0 1 0,0 0-1,0 0 1,1 0 0,-1 0 0,0 0 0,1 0 0,0 0 0,-1 0 0,1 0 0,0 0 0,0 0-1,0 0 1,0 1 0,0-1 0,1 0 0,-1 0 0,1 0 0,-1 0 0,1 0 0,0 1-24,1-1 52,0 1 1,0-1 0,0 0 0,0-1-1,0 1 1,1 0 0,-1-1-1,0 1 1,1-1 0,-1 0 0,1 1-1,-1-1 1,1-1 0,0 1 0,0 0-1,-1-1 1,1 1 0,0-1-1,2 0-52,65 4 1149,26-4-1149,-44-2-560,-1 3 0,1 3-1,32 6 561,-1 7-4546,-46-8-770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33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579 0 11122,'0'0'1837,"0"0"-285,0 0 449,0 0-957,0 0-545,-31 1-94,-5 0-243,5-2 57,1 3 0,-1 0 1,0 2-1,0 1 0,-2 3-219,-31 7 746,19-2-325,-1-3 1,-1-2 0,1-1-1,-30-1-421,100-16-3513,4-4-2057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34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5825,'0'0'5891,"0"0"-3452,0 0-695,0 0-758,0 0-551,28-10-101,91-28 96,-114 37-374,0-1 1,0 1-1,0 0 1,0 0-1,0 0 0,0 1 1,1-1-1,-1 1 1,0 1-1,0-1 0,1 1 1,-1 0-1,0 0 1,0 0-1,0 1 1,0 0-1,0 0 0,0 0 1,-1 0-1,1 1 1,-1 0-1,1 0 0,-1 0 1,0 0-1,0 1 1,-1 0-1,1 0 1,-1 0-1,0 0 0,0 0 1,1 3-57,2 4 123,0 0 0,-1 1 0,-1 0 1,0 0-1,-1 0 0,0 0 0,-1 1 0,0-1 0,-1 1 1,0 11-124,0-8 50,-1 0 1,0-1 0,-1 1 0,-1 0 0,0-1 0,-1 0 0,-1 1 0,0-1 0,-1 0 0,-1-1 0,0 1 0,-1-1 0,-1 1-51,-13 15 475,-1 0-1,-1-1 1,-15 13-475,24-28 217,0-1 0,-1 0 0,-1-1 0,0 0 0,0-1 1,-1-1-1,-8 2-217,21-10 161,0-1 1,-1 0-1,1 1 0,-1-2 1,1 1-1,-1 0 1,1-1-1,-1 0 1,-1 0-162,6 0 14,0-4 76,-1 0 1,1 0-1,0 0 1,0 1-1,0-1 1,1 0-1,-1 0 1,1 1-1,0-2-90,3 1 23,0 0-1,0 0 1,0 0-1,0 1 0,0 0 1,1-1-1,-1 2 1,1-1-1,0 0 0,0 1 1,4-1-23,60-20 297,-66 22-282,27-6 19,0 1-1,0 2 0,0 0 1,1 2-1,13 2-33,-39 0-22,0 1-1,-1 0 1,1 0 0,0 0-1,-1 1 1,1-1 0,-1 1-1,1 0 1,-1 1 0,0-1 22,1 1-123,0 0 1,1-1-1,-1 1 1,0-1-1,0-1 1,1 1-1,0-1 1,-1 0-1,1 0 123,4-1-482,-1 0 0,1 0 1,-1-1-1,0 0 0,1-1 0,-1 0 0,6-2 482,35-20-5781,-7-7-3823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34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52 6465,'0'0'7389,"0"0"-4882,0 0-551,0 0-629,0 0-497,-17 37 195,-16 34-42,-3 16-983,32-73 105,-1-1 0,2 1 1,0 0-1,1 0 0,0 0 0,1 1 0,0-1 0,2 0 0,-1 0 0,2 1 1,0-1-1,2 5-105,-3-9 33,1 1 0,1-1 1,0 1-1,0-1 0,1 0 0,1 0 1,0-1-1,0 1 0,0-1 0,1 0 1,1-1-1,-1 1 0,2-1 1,-1 0-1,1-1 0,0 0 0,0 0 1,1-1-1,2 1-33,1 0 14,0-1 0,0-1 0,1 0 0,-1-1-1,1 0 1,0-1 0,1 0 0,-1-1 0,0 0 0,1-2 0,-1 1 0,1-2 0,-1 1 0,3-2-14,0 0 20,-1-1 0,0 0-1,-1-1 1,1-1 0,-1 0 0,1-1 0,-2-1 0,1 0 0,-1-1 0,0 0-1,0-1 1,7-7-20,-11 8 45,-1 0 0,0-1 0,0 1 0,-1-1 0,-1-1 0,1 0-1,-2 0 1,1 0 0,-1 0 0,-1-1 0,0 0 0,0 0 0,-1 0 0,0 0-1,-1-1 1,-1 1 0,1-7-45,-2 4 87,0 0 0,0 0 0,-1 0 0,-1 1 0,-1-1 0,0 0 0,0 1 0,-1 0 0,-1 0 0,0 0 0,-1 1 0,-1-1 0,0 1 0,0 1 0,-1-1 0,0 1 0,-1 1 0,-1-1 0,1 2 1,-2-1-1,1 1 0,-1 1 0,-1 0 0,1 1-87,-9-6 15,0 1 0,-1 2 0,0 0 1,0 1-1,-1 1 0,-1 1 0,-15-3-15,28 8-133,1 0-1,0 0 0,-1 1 0,1 1 0,-1-1 0,1 1 0,0 1 1,-1 0-1,1 0 0,0 1 0,-1 0 0,1 1 0,0-1 0,0 2 0,1 0 1,-1 0-1,1 0 0,0 1 0,-7 5 134,7-3-603,0 1 0,1 0 0,0 0 0,1 0 0,-1 2 603,-22 43-5765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35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6329,'0'0'4815,"0"0"-3047,28 8 75,-10-4-1493,1 1-2,0 0 0,0 1 0,-1 1 0,0 0 0,0 2 0,0 0 0,-1 1 0,-1 1 0,0 0 0,8 8-348,1 5 539,-1 2 0,-1 0 0,-2 2 0,0 0-1,-2 2 1,-1 0 0,-1 1 0,-2 1 0,-2 0-1,3 10-538,0 8 496,-3-1-1,-2 2 1,-2-1-1,-2 2 0,-3-1 1,-2 37-496,-1-50 167,-2 0-1,-2 0 1,-2-1 0,-3 13-167,4-36-300,0 0-1,-1-1 1,0 1 0,-1-1-1,-6 10 301,6-14-795,0 0 0,0 0 1,-1 0-1,-1-1 0,1 0 0,-1 0 0,-1-1 0,0 0 795,-21 13-7837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3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12563,'0'0'2384,"0"0"17,0 0 663,0 0-1959,0 0-617,0 0-96,0 0-248,176 0-56,-120-3-80,-3-3-8,-10 3-48,-7 3-968,-13 0-2033,-9 0-3913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3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14523,'0'0'1945,"0"0"903,0 0-1015,0 0-1249,172-47-416,-92 17-88,-1 6-80,17 6-240,-23 6-1857,-14 6-3240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3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1 489 14211,'0'0'2131,"0"0"186,0 0-676,11-31-850,36-101-153,-44 120-485,1 0 1,-1 0-1,-1-1 0,0 1 1,-1 0-1,0-1 1,-1 1-1,-1-1 1,0-6-154,-2-21 502,-6-116 2304,12 177-2779,2-1 0,0 0 0,1-1 0,2 1-27,13 50 113,5 64 184,-7 1 0,1 89-297,-8-66-151,-10-148 476,-1-5-2755,-1-2-5571,0-8-3910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36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17236,'0'0'2112,"0"0"-800,0 0 713,0 0-921,0 0-576,199 0-16,-110 0-200,-3-2-184,-10-10 40,-10 0-152,-13 6-16,-10-3 0,-3 6-592,0-3-1304,-7 3-3169,-14 3-7466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42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8362,'0'0'8354,"0"0"-6338,0 0-896,0 0 617,16 214-337,4-104-720,0 12 16,-3 3-176,-4-9-240,-3-9-136,-4-15-136,1-14 40,-4-19-48,-3-14-72,4-15-784,-4-30-696,0 0-1393,0-3-2336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43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1 331 12347,'0'0'1592,"0"0"-517,23-33 616,-3 3-1341,-10 12-259,2 0 0,0 1 0,1 0-1,0 1 1,2 1 0,0 0 0,0 1 0,1 1 0,1 0 0,0 1 0,11-5-91,3 1 55,0 1 0,2 2 0,27-8-55,-43 17 54,1 0-1,-1 0 1,1 2 0,0 0-1,-1 1 1,1 0 0,0 2-1,6 1-53,-20-2 41,0 1-1,-1 0 1,1 0-1,-1 0 1,1 0-1,-1 0 1,0 1-1,0-1 0,1 1 1,-1 0-1,0 0 1,0 0-1,-1 1 1,1-1-1,0 1 1,-1-1-1,1 1 1,-1 0-1,0 0-40,1 2 106,0 0-1,-1 0 1,0 1-1,0-1 1,0 1-1,0-1 1,-1 1-1,0-1 1,0 1-1,-1 0 1,1 3-106,-1 3 178,-1 0 0,0-1 0,0 1 1,-1-1-1,-1 0 0,0 0 1,0 0-1,-1 0 0,0 0 1,-1-1-1,-1 1 0,0 0-178,-16 16 221,0-1 1,-2-1-1,-1-1 0,0-1 0,-2-1 1,-1-1-1,0-2 0,-1-1 1,-1-1-1,-1-2 0,-22 8-221,45-20 1,0 0 0,0 0 0,0-1 0,-1 0 1,1 0-1,-1-1 0,1 0 0,-1 0 0,0-1 0,1 0 0,-1-1 0,-3 0-1,11 0-24,0 1-1,1 0 1,-1 0-1,0-1 1,0 1-1,0 0 1,1-1-1,-1 1 1,0-1-1,0 1 1,1-1-1,-1 1 1,1-1-1,-1 0 1,0 1-1,1-1 1,-1 0-1,1 0 1,-1 1-1,1-1 0,0 0 1,-1 0-1,1 0 1,0 1-1,-1-1 1,1 0-1,0 0 1,0 0-1,0 0 1,0 0-1,0 1 1,0-1-1,0 0 1,0 0-1,0 0 1,0 0-1,1 0 1,-1 0-1,0 1 1,1-1-1,-1 0 25,1-3-226,1 0 1,-1 1-1,1-1 0,0 1 1,0 0-1,0 0 0,0-1 0,0 1 1,2-1 225,39-25-4216,12 4-1654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43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13355,'0'0'2208,"0"0"-1408,0 0 2177,3 173-1048,7-93-729,0 6-24,-3 4-520,3-7-248,-4-6-304,-2-11-32,2-13-72,-6-14-8,4-12-352,-4-12-752,0-15-864,0-12-689,-10-21-2656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43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0 393 10442,'0'0'2522,"9"-29"-694,-3 11-1476,-2 0-94,1 1 0,1 0 1,0 1-1,2-1 0,0 1 1,0 1-1,1 0 0,1 0 1,1 0-1,0 2 0,3-2-258,4-3 361,2 1-1,1 2 0,0 0 1,0 1-1,2 1 1,0 1-1,22-9-360,-29 15 104,1 0 1,1 1-1,-1 1 0,1 0 1,0 1-1,-1 1 0,1 1 0,0 1 1,0 0-1,0 1 0,13 3-104,-27-3 25,0 0-1,0 1 1,0-1 0,0 1-1,0 0 1,-1 0-1,1 0 1,-1 1-1,1-1 1,-1 1 0,0 0-1,0 0 1,0 0-1,0 0 1,-1 0-1,0 1 1,1-1 0,-1 1-1,0-1 1,0 1-1,-1 0 1,1 0-1,-1 0 1,0 0 0,0 0-1,0 0 1,-1 0-1,1 1-24,0 3 130,0 1 1,-1-1-1,0 1 0,0-1 0,-1 1 1,0-1-1,0 1 0,-1-1 0,0 0 1,0 0-1,-1 0 0,0 0 0,-1 0 0,0 0-129,-6 7 191,-1-1 0,0 0 1,-1-1-1,0-1 0,-1 1 1,-1-2-1,0 0 1,-14 8-193,-2 0 130,-1-1 0,0-2 0,-1-1 0,-3-1-130,26-11-24,2 1-10,0-1 0,0-1-1,-1 1 1,1-1 0,0 0 0,-1-1 0,0 0 0,1 0 0,-1 0-1,0-1 1,1 0 0,-4-1 34,11-7-771,3 2 185,0 0-1,0 1 0,1-1 0,0 1 0,0 0 1,0 0-1,1 0 0,0 0 0,-1 1 0,6-4 587,35-25-6694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44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14243,'0'0'1826,"0"0"278,0 29-353,-2 10-1254,1-17-152,0 1 0,1 0 0,2-1 0,0 1 0,1-1 0,2 4-345,-3-16 217,1 0-1,0 1 0,1-1 0,0 0 0,0-1 0,1 1 0,5 8-216,-7-14 31,0 0-1,0 0 0,0-1 1,0 1-1,1-1 1,-1 0-1,1 0 1,0 0-1,0 0 0,0 0 1,0-1-1,1 0 1,-1 0-1,0 0 1,1-1-1,0 1 0,-1-1 1,5 0-31,4 0 18,0 0 0,0-2 0,-1 1 0,1-2 0,0 0 0,0 0 0,-1-1 1,1-1-1,-1 0 0,0-1 0,0 0 0,0-1 0,-1 0 0,0-1 0,0 0 0,-1-1 0,1 0 0,-2 0 0,1-1 1,-1 0-1,-1-1 0,0 0 0,0-1 0,-1 1 0,4-9-18,-8 15 17,-1 0-1,1 0 1,-1-1-1,0 1 1,-1-1-1,1 1 1,-1-1-1,1 0 1,-1 0 0,-1 1-1,1-1 1,-1 0-1,0 0 1,0 0-1,0 0 1,-1 0-1,1 1 1,-1-1 0,-1 0-1,1 0 1,-2-3-17,0 3 54,0 0 1,-1 0 0,0 0 0,0 0 0,0 0-1,0 1 1,-1-1 0,0 1 0,0 0 0,0 1-1,0-1 1,0 1 0,-1 0 0,0 1 0,-5-3-55,-7-2 26,-1 1 0,1 0 0,-1 2 1,0 0-1,0 1 0,0 1 1,-15 0-27,33 2-1086,6 0-1496,21 0-4142,9-3-5633</inkml:trace>
  <inkml:trace contextRef="#ctx0" brushRef="#br0" timeOffset="1">594 60 13595,'0'0'3873,"0"0"-809,0 0-519,0 0-1361,20 179-528,-14-150-400,1-5-120,0-12-136,22-12-384,-6-3-2032,11-24-9571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44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16163,'0'0'2496,"0"0"-431,0 0-766,0 0-787,0 0-377,0 0-101,-9 20 35,1-2-26,0-1-1,2 1 1,-5 16-43,11-30 13,0-1 0,0 1 0,1-1 1,-1 1-1,0-1 0,1 0 0,0 1 0,0-1 0,0 0 0,1 1 1,-1-1-1,1 0 0,-1 0 0,1 0 0,0 0 0,0 0 0,0-1 1,1 1-1,-1-1 0,1 1 0,-1-1 0,2 1-13,11 13 91,3 8 79,0 1 1,-2 0-1,-1 2-170,-11-19 82,0 1 0,0-1-1,-1 1 1,0 0 0,-1 0 0,0 1 0,0-1 0,-1 0-1,0 1 1,-1-1 0,0 7-82,-1-14 43,0 1 0,0-1 0,0 0 0,0 0 0,0 0 0,-1 1 0,1-1 0,-1-1 0,1 1 0,-1 0 0,0 0 0,0-1-1,0 1 1,1-1 0,-2 1 0,1-1 0,0 0 0,0 0 0,0 0 0,-1 0 0,1 0 0,0 0 0,-1-1 0,1 1 0,-1-1 0,1 1 0,-2-1-43,-71 8 452,-90-8-809,188-13-6403,6 2-184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44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1792,'0'0'13899,"0"0"-11874,0 0 647,0 0-983,-126 211-433,106-110 8,7 9-304,10-6-367,3-8-353,6-13-168,21-18-72,3-11-224,3 0-665,-10-16-1207,-3-11-4153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45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90 12107,'0'0'2982,"0"0"-518,0 0-473,0 0-664,0 0-560,0 0-139,28-18-181,7-4-335,1 2 0,10-3-112,-44 22 4,0 0-1,-1 1 1,1-1 0,0 0-1,0 1 1,0-1 0,0 1-1,0-1 1,0 1 0,0 0-1,0 0 1,0 0 0,0 0 0,0 0-1,0 1 1,-1-1 0,1 0-1,0 1 1,0-1 0,0 1-1,0 0 1,0 0 0,-1 0-1,1 0 1,0 0 0,-1 0 0,1 0-1,-1 1 1,1-1 0,-1 0-1,0 1 1,1-1 0,-1 1-1,0-1 1,0 1 0,0 0-1,0 0 1,0 0-4,2 5 12,-1 1 0,0-1 0,0 0 0,0 1 1,-1 0-1,0-1 0,-1 4-12,0-10 4,1 10 15,-1-1 0,0 0-1,-1 1 1,0-1 0,-1 0-1,0 0 1,0 0 0,-1 0-1,-1-1 1,1 1 0,-2-1-1,1 1 1,-1-1 0,-1 1-19,-12 14 130,-1-1 1,-1 0-1,0-1 1,-6 2-131,16-14 32,-146 122 1289,156-132-780,0 0-58,0 0-158,264 0 917,-247 1-1423,-1 1 0,0 1 0,0 0-1,0 1 1,1 1 181,-2 0-357,1-1 1,0-1-1,0 0 0,0-1 0,2-1 357,19-2-2777,-1-1-3086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45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14051,'0'0'2525,"0"0"-762,0 0 41,0 0-717,-11 32-140,-33 105-20,41-129-859,1-1 0,1 1 0,-1 0 1,1 0-1,0-1 0,1 1 0,0 0 1,0 0-1,1 0 0,0 0 0,0 0 1,1-1-1,0 1 0,0 0 0,1-1 1,0 0-1,3 5-68,-2-6 35,0 0-1,1-1 1,-1 1 0,1-1-1,1 0 1,-1 0 0,1-1-1,0 1 1,0-1 0,0-1-1,0 1 1,1-1 0,0 0-1,-1-1 1,7 2-35,1 0 25,0-1-1,0 0 0,0-1 1,0-1-1,0 0 1,1-1-1,-1-1 0,0 0 1,1-1-1,-1 0 1,0-1-1,0-1 0,-1 0 1,1-1-1,-1 0 1,6-5-25,-7 4 10,-1-2 1,0 1 0,-1-2 0,0 1-1,0-2 1,-1 1 0,0-1 0,7-10-11,-11 12 54,-1 1 1,1-2 0,-1 1-1,-1 0 1,1-1-1,-1 0 1,-1 0 0,0 0-1,0 0 1,-1 0 0,0 0-1,0 0 1,-1-1-55,0 6 36,0 0 1,-1 0-1,1 0 1,-1 1-1,0-1 0,0 0 1,0 0-1,0 1 1,-1-1-1,1 1 0,-1-1 1,0 1-1,0 0 1,0 0-1,-1 0 0,1 0 1,-2-2-37,-1 1 43,-1-1 1,1 1 0,-1 0-1,0 1 1,0-1 0,0 1-1,0 0 1,-1 1 0,-4-2-44,-7-1-51,1 2 0,-1-1 0,0 2 0,0 1 1,0 0-1,0 1 0,-8 1 51,24-1-91,0 1 0,0-1 1,0 0-1,0 1 0,0-1 0,0 1 1,0 0-1,0 0 0,0 0 0,0 0 1,0 0-1,0 0 0,0 0 0,0 1 1,1-1-1,-1 1 0,1-1 0,-1 1 1,1 0-1,0-1 0,-1 1 0,1 0 1,0 0-1,0 2 91,-2 3-1236,1 0 0,0 0 1,0 0-1,0 1 0,1-1 0,0 6 1236,0 21-9752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4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13771,'0'0'2456,"0"0"1249,0 0-1328,-53 155-1553,40-107-584,-1-7-168,1-2-72,3-6-128,7-3-1200,0-10-2857,3-8-2993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5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7282,'0'0'5898,"0"0"-2825,0 0-1142,0 0-766,0 0-686,0 0-304,24-18-107,119-87 67,-142 104-95,0 0-1,-1 0 1,1 0 0,0 0 0,0 1 0,0-1 0,0 0 0,0 1-1,0-1 1,0 1 0,0-1 0,0 1 0,1-1 0,-1 1 0,0 0-1,0-1 1,0 1 0,0 0 0,0 0 0,1 0 0,-1 0 0,0 0-1,0 0 1,0 1 0,1-1 0,-1 0 0,0 0 0,0 1 0,0-1-1,0 1 1,0-1 0,0 1 0,0-1 0,0 1 0,0 0 0,0 0-1,0-1 1,0 1 0,0 0 0,-1 0 0,1 0 0,0 0 0,-1 0-1,1 0-39,2 6 154,-1 0-1,0 0 0,0 0 0,0 0 0,-1 1 0,0 6-153,1 1 134,8 78 1591,-4 32-1725,6 63 719,-11-180-710,-1-3-9,0-1 1,0 1-1,1 0 1,0-1-1,0 1 1,0-1-1,0 0 1,1 1-1,0-1 1,0 0-1,0 0 1,3 4-1,-5-8-48,0 0 0,0 0 1,1 0-1,-1 0 0,0 0 1,1 0-1,-1 0 0,0 0 1,0 0-1,1 0 0,-1 0 1,0 0-1,0 0 0,1 0 1,-1-1-1,0 1 0,0 0 1,1 0-1,-1 0 0,0 0 1,0-1-1,1 1 0,-1 0 1,0 0-1,0 0 0,0-1 1,0 1-1,1 0 0,-1 0 0,0-1 1,0 1-1,0 0 0,0 0 1,0-1-1,0 1 0,0 0 1,0-1-1,0 1 0,0 0 1,0 0-1,0-1 0,0 1 1,0 0-1,0-1 0,0 1 1,0 0-1,0 0 0,0-1 1,0 1-1,0 0 0,0 0 1,-1-1-1,1 1 48,1-22-3862,-1 20 2896,0-25-8676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51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9394,'0'0'2665,"0"0"-542,29-10-500,94-30-675,-112 38-854,-1-1-1,2 1 1,-1 1 0,0 0 0,5 0-94,-12 1 37,0 0 0,0 1 0,-1-1 0,1 1 0,0-1 0,-1 1 0,1 1 0,-1-1 0,1 0 0,-1 1 0,0 0 0,1 0-37,-1 0 68,-1 1 0,1-1 0,-1 1 1,0 0-1,0 0 0,0 0 0,0 0 0,-1 0 0,1 0 0,-1 0 0,0 1 1,0-1-1,0 0 0,0 1 0,-1-1 0,0 1 0,1-1 0,-1 1 1,0-1-1,0 1 0,-1-1 0,1 1 0,-1-1 0,0 1 0,0-1 0,-1 3-68,-1 3 163,0 0 0,-1 0 0,0 0 0,0-1 0,-1 1 0,0-1-1,0 0 1,-1-1 0,0 0 0,-1 0 0,0 0 0,-6 5-163,-19 15 377,-2-1 0,-14 6-377,17-11 63,44-25-28,-1 0 0,1 0 0,0 1 0,-1 1 0,1 0 0,13 0-35,105-4 10,-122 6-10,-1 0 0,0 1 0,1 1 1,-1-1-1,0 2 0,1-1 0,-1 1 0,-1 0 1,1 0-1,0 1 0,-1 0 0,0 1 0,3 1 0,-6-3 5,0 1-1,-1-1 0,1 1 0,-1-1 1,0 1-1,0 0 0,0 0 1,0 0-1,-1 1 0,0-1 1,0 1-1,0-1 0,0 1 0,-1 0 1,0 0-1,0 0 0,0-1 1,0 1-1,-1 0 0,0 0 1,0 0-1,0 0 0,-1 3-4,-1-3 59,1 1 0,-1-1 0,0 0 0,0 0 0,0 0 1,-1 0-1,0 0 0,0-1 0,0 1 0,-1-1 0,1 0 0,-1 0 0,0 0 0,0 0 0,-1-1 0,1 1 0,-1-1 0,0 0 0,1-1 0,-2 1-59,-17 9 424,-1-1 0,0-1 0,-18 4-424,24-7 116,0-2 1,0 0 0,-1-2-1,1 0 1,-1 0 0,0-2 0,1 0-1,-1-2 1,0 0 0,-8-2-117,25 3-23,1 0 0,-1-1 0,1 1 0,0-1 1,-1 1-1,1-1 0,-1 0 0,1 1 1,0-1-1,0 0 0,-1 0 0,1 0 0,0 0 1,0 0-1,0 0 0,0 0 0,0 0 1,0-1-1,0 1 0,0 0 0,1-1 1,-1 1-1,0 0 0,1-1 0,-1 1 0,1-1 1,0 1-1,-1-1 0,1 1 0,0-1 1,0 1-1,0-1 0,0 1 0,0-1 0,0 1 1,1-1-1,-1 1 0,0-1 0,1 0 23,0-2-398,0 0-1,1 1 0,-1-1 0,1 1 1,0-1-1,0 1 0,0-1 0,1 1 1,-1 0-1,1 0 0,-1 0 0,1 1 1,3-4 398,30-15-7115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5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15795,'0'0'2673,"0"0"-713,0 0 417,0 0-2377,0 0-336,0 0-5001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5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88 9762,'0'0'1823,"0"0"-541,32-13 82,104-40-656,-126 49-677,0 0-1,0 1 1,0 0-1,0 1 1,1 0-1,-1 0 1,1 1-1,-1 1 1,7 0-31,3 0 48,-19 0 139,-6 1 605,-23 5 292,-25 4 2218,-42 15-3302,82-21 139,1 0-1,-1 1 1,1 0 0,0 1 0,1 0 0,-1 1 0,1 1 0,1-1 0,-1 2-1,0 1-138,9-9 4,1 0-1,0 0 1,0 0-1,-1 0 1,1 1-1,0-1 1,0 0-1,0 1 0,0-1 1,0 1-1,0-1 1,1 1-1,-1 0 1,0-1-1,1 1 1,-1-1-1,1 1 1,0 0-1,-1 0 0,1-1 1,0 1-1,0 0 1,0 0-1,0-1 1,1 1-1,-1 0 1,0-1-1,1 1 1,-1 0-1,1-1 0,0 1 1,-1 0-1,1-1 1,0 1-1,0-1 1,0 1-1,0-1 1,0 0-1,0 1 0,0-1 1,1 0-1,-1 0 1,0 0-1,1 0 1,-1 0-1,2 1-3,9 4 32,0 0-1,0 0 1,0-1-1,1-1 1,11 3-32,-9-3 61,13 5 27,-8-4-95,0 1 1,-1 2 0,0 0-1,4 2 7,-20-8 20,1 0 0,-1 0 0,0 0 0,1 0 0,-1 0 0,0 1 0,-1-1 0,1 1-1,0 0 1,-1 0 0,1 0 0,-1 0 0,0 0 0,0 0 0,0 1 0,-1-1 0,1 1 0,-1-1-1,0 1 1,1 0 0,-2 0 0,1-1 0,0 1 0,-1 1-20,0-3 78,-1 0 0,0 0 0,1 0 0,-1 0 0,0 0 0,0 0 0,0 0 0,-1 0 0,1 0 0,0-1 0,-1 1 0,1 0 0,-1-1 0,1 1 0,-1-1 0,0 0 0,1 0 0,-1 1 0,0-1 0,0 0 0,0 0 0,0-1 0,-1 2-78,-60 20 792,44-16-564,-46 15 145,6-1-158,-26 13-215,76-27-384,16-5-929,17-5-982,18-12-3886,4-6-3564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5:5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12163,'0'0'1992,"0"0"-320,93 185-55,-70-81-473,-10 15 256,-13 3-207,0 0 7,-26-12-72,-7-15-624,-7-17-264,4-22-232,3-11-8,-27-15-560,11-12-1200,2-16-3633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1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8530,'0'0'2760,"0"0"-47,0 0 248,0 0-841,0 0-944,0 0-199,-26 0-265,39 3 152,17 0 32,9-3-384,8 0-336,-4 0-128,-4 0-48,-9 6-336,-13 6-800,-11 0-2729,-6 0-1896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14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11779,'0'0'2568,"0"0"-503,0 0 687,0 0-1064,0 0-911,0 0-513,208-24-184,-158 12-80,6-5-632,-10-1-3417,-9 0-6602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1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13691,'0'0'1555,"0"0"-287,-1 29 553,-3 99-508,3-115-1174,1 0-1,0-1 1,1 1-1,1-1 1,0 1-1,0-1 1,1 0-1,1 0 1,0 0-1,0 0 1,2 0 0,-1-1-1,1 0 1,1 0-1,0-1 1,0 0-1,1 0 1,1 0-1,-1-1 1,11 7-139,-4-5 39,0-1 0,0-1 0,1-1 0,0-1 0,1 0 0,0 0 0,0-2 0,0 0 0,1-1 0,-1-1 0,1-1 0,0 0 0,8-1-39,-17-1 25,8 1 5,0 0-1,0-2 0,0 0 1,0 0-1,8-4-29,-21 5 9,0-2 0,0 1 1,0 0-1,0-1 0,-1 1 0,1-1 0,0 0 0,-1-1 0,1 1 0,-1 0 0,0-1 0,0 0 0,0 0 0,0 0 0,-1 0 0,1 0 0,-1 0 0,1-1 0,-1 0 0,0 1 1,-1-1-1,1 0 0,-1 0 0,2-3-9,-2 1 47,0 0 0,1 0 1,-2 0-1,1 0 0,-1-1 0,0 1 1,0 0-1,-1 0 0,1-1 1,-2 1-1,1 0 0,-1 0 0,1 0 1,-4-5-48,1 2 99,-1 0 1,0 0-1,-1 1 0,0 0 1,0 0-1,-1 0 1,0 1-1,-7-6-99,-9-5 202,0 1 0,-1 1 0,-1 2-1,-1 0 1,1 2 0,-6-1-202,17 7-7,-2 1-1,1 0 1,-1 0-1,1 2 1,-1 0-1,0 1 1,0 1-1,-12 0 8,25 1-112,1 0 0,0 1-1,-1-1 1,1 1 0,0-1-1,-1 1 1,1 0 0,0 0 0,0 0-1,0 0 1,-1 0 0,1 0-1,0 1 1,1-1 0,-1 1-1,0-1 1,0 1 0,1 0 0,-1 0-1,-1 1 113,-15 27-5083,16-26 3780,-10 21-10804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15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13883,'0'0'2593,"0"0"1951,0 0-2799,-43 181-561,27-127-504,3-6-448,6-10-120,7-8-104,0-15-16,10-9-256,20-6-560,23-36-1080,-4-11-3121,-9-7-5234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15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13203,'0'0'2074,"0"0"178,-13 32-270,-35 109-590,44-128-1236,1 0-1,1-1 0,0 1 1,1 1-1,0-1 1,1 0-1,0 0 1,1 0-1,1 4-155,0-10 55,0 1 0,0 0 0,0-1 0,1 1 0,0-1 0,1 0 1,0 0-1,0 0 0,0 0 0,1-1 0,0 1 0,1 0-55,3 1 30,1 1 1,0-2-1,1 1 0,0-2 1,0 1-1,0-1 0,1-1 1,0 0-1,0-1 1,0 0-1,1-1 0,-1 0 1,1-1-1,0 0 0,12-1-30,-3 1 30,0 0 0,0-2 0,0-1 0,0-1 0,0 0 1,0-2-1,3-1-30,-20 3 8,1 1 0,-1-1 1,0 0-1,0 0 0,0-1 1,-1 0-1,1 0 0,-1 0 1,1 0-1,-1-1 1,0 1-1,0-1 0,-1 0 1,1 0-1,-1-1 0,0 1 1,0-1-1,0 1 0,0-1 1,-1 0-1,0 0 0,0 0 1,0-1-1,-1 1 1,0 0-1,0-1 0,0 1 1,-1 0-1,0-1 0,0 1 1,0-2-9,-1-1 57,0 0 0,0 0-1,-1 0 1,0 0 0,0 0 0,-1 1 0,0-1 0,-1 1 0,1 0 0,-1 0-1,-1 0 1,1 1 0,-1-1 0,0 1 0,-1 0 0,0 0 0,1 1 0,-2 0-1,-4-4-56,-21-13 173,0 1 0,-1 1 0,-26-10-173,13 6 62,-34-20-114,79 44-43,1 0 0,-1-1-1,0 1 1,1 0 0,-1-1-1,0 1 1,1-1-1,-1 1 1,1-1 0,-1 1-1,1-1 1,-1 1 0,1-1-1,-1 1 1,1-1-1,-1 0 1,1 1 0,0-1-1,0 0 1,-1 1 0,1-1-1,0 0 1,0 1-1,0-1 1,-1 0 0,1 0-1,0 0 96,0-2-5342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15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8106,'0'0'5298,"30"-12"-2819,0-1-1887,-3 1-110,0 1-1,0 1 0,1 1 0,0 2 1,1 1-1,9 0-481,-23 3 130,0 2 0,0 0 0,0 1 0,0 0 0,0 1 0,12 3-130,-23-3 5,-1 0 1,1 0-1,-1 0 1,0 1-1,0-1 1,1 1-1,-1 0 1,0 0 0,-1 0-1,1 0 1,0 1-1,-1-1 1,1 1-1,-1 0 1,0-1-1,1 1 1,-1 0-1,-1 0 1,1 0-1,0 1 1,-1-1-1,0 0 1,1 1-1,-1-1 1,-1 1-1,1-1 1,0 1-1,-1-1 1,0 1-1,0-1-5,1 5 36,-1 0 1,0-1-1,0 1 0,0-1 0,-1 1 0,-1-1 0,1 1 0,-1-1 0,0 0 0,-1 1 1,0-1-1,0 0 0,0-1 0,-1 1 0,0-1 0,0 1 0,-4 2-36,-7 8 161,-1-1 0,-1-1 0,-1-1 0,0 0 0,-3 1-161,-23 17 12,44-32-20,-1 0-1,1 0 1,0 0-1,0 0 1,0 0-1,0 1 0,0-1 1,0 0-1,0 0 1,0 0-1,0 0 1,0 0-1,0 0 1,0 1-1,0-1 0,0 0 1,0 0-1,0 0 1,0 0-1,0 0 1,0 1-1,0-1 0,0 0 1,0 0-1,0 0 1,0 0-1,0 0 1,0 0-1,0 1 1,0-1-1,0 0 0,0 0 1,0 0-1,0 0 1,0 0-1,0 0 1,0 1-1,1-1 1,-1 0-1,0 0 0,0 0 1,0 0-1,0 0 1,0 0-1,0 0 1,0 0-1,1 0 1,-1 0-1,0 0 0,0 0 1,0 0-1,0 0 1,0 0-1,1 0 1,-1 0-1,0 0 0,0 0 10,17 5-250,29 3 128,-32-6 89,7 1 37,0 2 0,0 0 0,0 2 0,-1 0 0,0 1 0,0 1 0,-1 1 0,0 1 0,-1 0 0,0 2 0,-1 0 0,0 1 0,8 9-5,-20-18 45,-1 1 1,0 0-1,0 0 0,0 1 1,-1-1-1,0 1 0,0 0 0,0 0 1,-1 0-1,0 0 0,0 0-45,-1-3 93,-1 0 0,1 1 0,-1-1-1,1 0 1,-1 0 0,-1 1 0,1-1 0,0 0-1,-1 0 1,0 0 0,0 1 0,0-1-1,-1 0 1,1 0 0,-1-1 0,0 1 0,0 0-1,-1 0 1,1-1 0,-1 1-93,-4 3 148,0-1-1,-1 1 1,0-1 0,-1-1-1,1 0 1,-1 0 0,0 0-1,0-1 1,0-1 0,-1 1-1,1-2 1,-1 1-1,-4-1-147,-17 4 154,0-2-1,0-2 0,-24 0-153,49-2 6,1 0 0,-1 0 0,0-1-1,0 0 1,0 0 0,1 0 0,-1-1 0,0 1-1,1-1 1,0-1 0,-1 1 0,1-1 0,-3-2-6,4 2-56,1 0 0,0 0 0,0-1 0,0 1 0,0-1 0,1 0 0,-1 1 0,1-1 0,0-1 0,0 1 0,1 0 0,-1 0 0,1 0 0,0-1 0,0 1 0,0-1 0,1 1 0,-1-1 0,1 0 56,-1-8-710,1-1 1,1 0-1,0 0 1,2-12 709,14-31-5300,17-7-5629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16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45 9250,'0'0'2654,"0"0"-804,0 0-901,0 0-646,0 0-32,20-8 526,-6 3-637,41-18 1482,-55 23-1624,0 0-1,0 0 0,0 0 0,-1 0 1,1 0-1,0 0 0,0 0 0,0 0 1,0 0-1,-1 0 0,1 0 1,0 0-1,0 0 0,0 0 0,0 0 1,-1 0-1,1 0 0,0 0 0,0-1 1,0 1-1,0 0 0,0 0 1,-1 0-1,1 0 0,0 0 0,0 0 1,0-1-1,0 1 0,0 0 0,0 0 1,0 0-1,0 0 0,0-1 1,-1 1-1,1 0 0,0 0 0,0 0 1,0-1-1,0 1 0,0 0 0,0 0 1,0 0-1,0 0 0,0-1 0,0 1 1,0 0-1,1 0 0,-1 0 1,0 0-1,0-1 0,0 1 0,0 0 1,0 0-1,0 0 0,0 0 0,0-1 1,0 1-1,1 0 0,-1 0 1,0 0-1,0 0 0,0 0 0,0 0 1,0 0-1,1-1 0,-1 1-17,-48 0 1116,31 2-929,0 1-1,0 0 1,0 2-1,0 0 1,1 1-1,0 0 0,0 1 1,1 1-1,-13 9-186,16-10 19,0 1 0,1 0 0,0 1 0,0 0 0,1 1 0,0 0-1,1 0 1,0 1 0,1 0 0,0 1 0,1 0 0,-3 7-19,8-17 1,1 1 0,0 0 1,-1 0-1,1 0 0,1 0 1,-1-1-1,0 1 0,1 0 0,-1 0 1,1 1-1,0-1 0,0 0 1,0 0-1,1 0 0,-1 0 1,1 0-1,-1 0 0,1-1 0,0 1 1,0 0-1,1 0 0,-1 0 1,0-1-1,1 1 0,0-1 1,-1 1-1,1-1 0,0 1 0,0-1 1,2 1-2,6 5 16,1-2 0,-1 1 0,1-1 0,1-1 0,-1 0 0,1-1-1,0 0-15,32 14 36,-26-10-45,0 2-1,0 0 0,-1 1 1,0 1-1,-1 1 0,-1 0 0,0 1 1,3 4 9,-11-10 95,0 1 1,0 0 0,-1 0 0,0 0 0,-1 1-1,0 0 1,0 0 0,-1 0 0,0 0-1,-1 1 1,0 0 0,-1 0 0,0 0 0,0 0-1,-1 10-95,-2-18 82,0 0 0,0 0-1,0 0 1,0 0 0,0 0 0,-1 0-1,1 0 1,-1 0 0,0-1-1,0 1 1,0-1 0,0 1-1,0-1 1,-1 0 0,1 0 0,-1 0-1,1 0 1,-1 0 0,0-1-1,0 1 1,0-1 0,0 1-82,-75 31 454,70-29-426,-20 2-258,1 0 0,-1-1 1,0-2-1,0-1 0,0-1 1,0-1-1,-15-3 230,-26 1-2701,10 2-2929,8 0-3123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3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12483,'0'0'2648,"0"0"33,0 0 167,0 0-1759,0 0-193,0 0-40,86 15-184,-36-15-168,9 0-72,-2 0-256,-1-12-24,0-3-152,-10 6-256,-9 9-696,-24 12-1432,-13 21-3682,0 2-5880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31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12443,'0'0'2320,"0"0"865,0 0-1073,0 0-1280,0 0-143,0 0-73,0 0-408,189-42-120,-126 16-88,26-7-632,-16 9-1793,-10 6-2880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31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87 5657,'0'0'4732,"0"0"-1746,0 0-92,0 0-666,0 0-950,-28 23-271,-12 11-509,1 1 0,1 3-498,32-31 100,0 1 0,0-1 1,1 2-1,0-1 0,1 1 0,-1-1 0,1 1 1,1 0-1,0 1 0,0-1 0,0 6-100,0 5 219,1 0-1,1 0 1,1 0-1,1 4-218,0 10 247,-1-27-198,0 0-1,0-1 1,1 1-1,0 0 1,0-1-1,1 1 1,0 0-1,0-1 1,0 0-1,1 1 1,0-1-1,3 5-48,-3-7 28,1 0-1,-1 0 1,1 0 0,0-1 0,0 1-1,1-1 1,-1 0 0,1 0 0,-1 0-1,1-1 1,0 0 0,0 0-1,0 0 1,0 0 0,0-1 0,4 1-28,7 1 38,0-1 0,1 0-1,0-1 1,-1-1 0,1-1 0,-1 0 0,1-1 0,-1-1 0,1 0 0,-1-2 0,0 1 0,-1-2 0,1 0 0,-1-1 0,2-2-38,4-2 11,-2-2 1,0 0 0,0 0-1,-1-2 1,-1 0 0,0-2-1,-1 1 1,-1-2 0,-1 0-1,8-13-11,-15 19 20,0 1-1,-1-1 0,0 0 1,-1 0-1,-1-1 1,0 1-1,-1-1 1,0 0-1,0-5-19,-2 12 34,0 0 0,-1-1 0,0 1 0,0 0 0,-1-1 0,0 1 1,0 0-1,0 0 0,-1-1 0,0 1 0,0 0 0,0 1 0,-1-1 0,0 0 0,0 1 0,0-1 0,-1 1 0,0 0 0,0 0 0,-1-1-34,-10-6 62,0 0 1,-1 1-1,0 0 0,-1 1 0,0 1 0,0 1 0,-1 0 0,0 2 0,0 0 0,-1 0 1,-8 1-63,-19-4-37,-1 2 0,0 2 0,0 2 0,-6 2 37,46 1-25,2-1-99,0 1 1,-1 0 0,1 0 0,0 1 0,0 0 0,-1 0 0,1 0 0,-4 2 123,7-2-107,1 0 0,-1 0 0,1 0 0,0 1 0,0-1 0,0 0 0,0 1 0,0-1 0,0 1 0,0-1 0,0 1 0,0 0 0,1-1 0,-1 1 0,0 0 0,1-1 0,0 1 0,-1 0 1,1 0-1,0-1 0,0 1 0,0 0 0,0 0 0,0 0 0,1 0 107,3 40-4911,15-3-3812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32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81 10562,'0'0'2429,"0"0"-418,0 0 168,0 0-993,0 0-613,0 0-118,0 0-27,0 0-4,0 0 184,0 0 20,0 0-72,0 0-134,0 0-85,0 0-109,-20-6 443,19 6-660,0 0 0,1 0 0,-1 0 0,0 0 0,0 0 0,0 0 0,0 0-1,1 0 1,-1 0 0,0-1 0,0 1 0,0 0 0,1-1 0,-1 1 0,0 0 0,1-1 0,-1 1 0,0-1 0,1 1 0,-1-1-1,0 1 1,1-1 0,-1 0 0,1 1 0,-1-1 0,1 0 0,-1 0-11,-2-23 116,3 22-106,-6-36 191,7 38-202,0 1 0,0-1 0,0 1 0,0-1 0,0 1 0,0 0 0,0 0 0,0 0 0,0-1 0,0 1 0,0 0 0,-1 0 0,1 0 0,0 0 0,-1 0 0,1 1 1,0-1 0,1 4 17,-1 0 1,0 0 0,1 0-1,-2 0 1,1 0 0,0 0-1,-1 0 1,0 0 0,0 1 0,-1-1-1,0 0 1,0 0 0,0 0-1,0 0 1,-1 0 0,1 0 0,-1-1-1,0 1 1,-1 0 0,1-1-1,-1 1 1,0-1 0,0 0-1,-1 0 1,1 0 0,-1-1 0,0 1-1,1-1 1,-5 3-18,-22 13-1198,0-1 1,-9 2 1197,-13 2-6946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3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12427,'0'0'2875,"0"0"-936,0 0 8,-10 32-620,-2 2-1031,1-4 0,1 1-1,1 0 0,2 0 0,1 1 0,0 24-295,2-27 167,2 1 0,2 0 0,1-1 0,1 1 0,1 0 0,2-1-167,-4-22 9,1 0 0,-1 0 0,2-1 0,-1 1 0,1-1-1,0 0 1,0 0 0,1 0 0,0 0 0,0 0 0,0-1 0,1 1-1,0-1 1,0-1 0,0 1 0,0-1 0,1 1 0,0-2-1,-1 1 1,2-1 0,-1 1 0,0-2 0,1 1 0,-1-1-1,1 0 1,0 0 0,-1-1 0,3 1-9,4 0 14,1-1-1,0 0 1,-1-1 0,1 0-1,0-1 1,0-1 0,-1 0-1,1-1 1,-1 0 0,0-1-1,0-1 1,0 0 0,-1 0-1,1-1 1,7-6-14,-11 6 19,-1 0 0,0 0 0,0-1-1,0 0 1,-1-1 0,0 0 0,-1 0 0,1 0 0,-1-1 0,-1 1 0,0-2 0,0 1-1,-1 0 1,0-1 0,-1 0 0,0 0 0,0 0 0,-1 0 0,0-1 0,-1 1-1,0-2-18,-1 2 119,1-1 0,-2 1-1,1-1 1,-1 0 0,-1 1-1,0-1 1,-1 1-1,0 0 1,0 0 0,-1 0-1,0 0 1,-1 0-1,0 0-118,-3-1 108,-1-1-1,0 1 0,0 1 0,-1 0 1,0 0-1,-1 1 0,0 0 0,0 1 1,-10-6-108,20 14-6,-73-41 277,69 38-377,0 1 1,1 0 0,-2 0 0,1 1-1,0-1 1,0 1 0,0 0 0,-1 1 0,1-1-1,0 1 1,-1 0 0,1 0 0,0 1-1,-2 0 106,28 19-7597,12-5-2001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34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13715,'0'0'1640,"29"-17"-688,4-4-522,-13 8-167,0 0-1,0 1 0,1 2 1,1 0-1,0 1 0,0 1 0,19-4-262,-27 9 54,-1 1 0,1 0 0,1 1 0,-1 0 0,0 1 0,0 1 0,1 0-54,-12 0 9,-1-1 1,0 1-1,1 0 0,-1 0 1,0 1-1,0-1 1,0 0-1,0 1 0,0-1 1,0 1-1,0-1 1,0 1-1,-1 0 0,1 0 1,0 0-1,-1 0 1,0 0-1,1 0 1,-1 1-1,0-1 0,0 0 1,-1 1-1,1-1 1,0 0-1,-1 1 0,1-1 1,-1 1-1,0-1 1,0 1-1,0-1 0,0 1 1,0-1-1,-1 1 1,1 1-10,-1 5 156,0 1 0,-1-1 0,0 0 0,0 0 0,-1 0 0,0 0 0,0 0 0,-5 8-156,-4-1 206,0 0-1,-1-1 1,0 0-1,-1-1 1,-1 0-1,0-1 1,-6 3-206,-35 31 207,84-47-329,-14 1 109,0 0-1,-1 1 1,1 1-1,0 0 1,-1 1-1,1 0 0,-1 1 1,0 1-1,-1 0 1,1 0-1,-1 2 0,2 1 14,-9-6 63,0 0-1,-1 0 0,1 1 0,-1 0 0,0 0 0,0 0 0,0 0 0,0 1 0,-1-1 0,0 1 0,1 0 0,-2 0 1,1 0-1,-1 0 0,0 1 0,0-1 0,0 1 0,-1-1 0,0 1 0,0 0 0,0-1 0,-1 1 0,1 0 1,-2 0-1,1-1 0,-1 1 0,1 0 0,-1-1 0,-1 1 0,1 0 0,-1 0-62,-2 0 141,0 1 0,0-1 0,0 0 0,-1 0-1,0 0 1,0-1 0,0 1 0,-1-1 0,1-1 0,-1 1 0,-1-1 0,1 0 0,-1 0-1,-2 1-140,-20 9 374,-1 0-1,-20 5-373,28-11 62,-1-1 0,0-2 0,0 0 0,-1-1 0,0-1 0,0-1 0,1-2-62,21 0-20,0 0 0,1 0 0,-1 0 0,0 0 1,1 0-1,-1 0 0,1-1 0,-1 1 0,1-1 1,-1 1-1,1-1 0,-1 0 0,1 1 0,-1-1 0,1 0 1,-1 0 19,2 0-43,-1 1 1,1-1-1,-1 0 1,1 1-1,0-1 1,-1 0-1,1 1 1,0-1 0,-1 0-1,1 0 1,0 1-1,0-1 1,-1 0-1,1 0 1,0 0-1,0 1 1,0-1 0,0 0-1,0 0 1,0 0-1,1 1 1,-1-2 42,1-1-278,0 0 0,0-1 0,1 1 1,0 0-1,-1 0 0,1 0 0,0 0 0,0 0 1,1 1-1,-1-1 0,0 0 0,1 1 0,0 0 278,31-25-6332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3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77 8850,'0'0'1871,"0"0"-451,36-11-95,113-36-517,-70 29-56,-83 22 437,-23 6 92,-11 3-285,-20 5 1546,-30 15-2542,73-27 201,1 1-1,0 1 1,0 0 0,0 1-1,1 0 1,1 1 0,0 1-1,-4 3-200,12-9 13,1-1-1,-1 1 0,1-1 0,0 1 0,0 0 0,1 0 0,0 0 0,0 1 0,0-1 0,0 1 0,1-1 0,0 1 1,0-1-1,0 1 0,1 0 0,0-1 0,0 1-12,0-3 0,1-1-1,0 0 1,-1-1 0,1 1 0,0 0-1,0 0 1,0 0 0,0 0 0,1-1-1,-1 1 1,0 0 0,1-1 0,-1 1-1,1-1 1,-1 0 0,1 0 0,0 1-1,0-1 1,-1 0 0,1 0 0,0 0-1,0-1 1,0 1 0,0 0 0,0-1-1,2 1 1,69 15 83,-50-12-88,2 1 3,0 1 1,-1 1-1,0 2 1,0 0 0,-1 1-1,6 5 2,-24-12 14,0-1 0,0 1-1,0 1 1,0-1 0,-1 1 0,1 0-1,-1 0 1,0 0 0,-1 0 0,1 1-1,-1-1 1,0 1 0,0 0 0,0 0-1,0 0 1,-1 0 0,0 1 0,0-1-1,-1 1 1,1-1 0,-1 1 0,0 0-1,-1-1 1,1 1 0,-1 0 0,0 0-1,-1-1 1,0 1 0,1 0 0,-3 4-14,2-6 117,-1 0 1,-1 0 0,1 0 0,-1 0-1,1 0 1,-1-1 0,0 1 0,0-1 0,-1 0-1,1 0 1,-1 0 0,1 0 0,-1 0-1,0-1 1,0 0 0,0 0 0,0 0-1,-1 0 1,1 0 0,-4 0-118,-16 6 213,-1-2 0,0 0 0,-5-1-213,24-4 21,-33 4-205,0-1 0,-25-1 184,3-3-3866,26 0-5936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3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18628,'0'0'0,"0"0"-832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50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2905,'0'0'1628,"0"0"-284,0 0 290,0 0 216,0 0-213,7 0-264,62-11 4749,-52 9-5858,0 0-1,0 1 0,0 1 1,0 0-1,6 2-263,52 0 696,34-12 178,-15 2-608,19 3-266,471 14 1034,287-27-267,10 0-132,-812 18 22,-68 0-485,-1 0 74,0 0 94,0 0 65,0 0-92,0 0-22,0-24-3351,3 12-2822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52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10242,'0'0'2263,"0"0"-686,0 0 140,0 0-459,0 0-263,0 0 244,0 1-1028,0 1 1,0-1-1,0 1 1,1-1-1,-1 1 1,0-1-1,1 1 0,-1-1 1,1 0-1,-1 1 1,1-1-1,0 0 1,0 1-1,-1-1 1,1 0-1,1 1-211,10 4 329,1 0-1,0-1 1,0 0-1,1-1 0,-1 0 1,14 1-329,24 8 111,-4 4-20,-1 2 1,33 20-92,-31-15 73,1-2 0,13 3-73,-60-25 2,0 1 0,-1 0-1,1 0 1,-1-1 0,1 1 0,-1 0-1,1 1 1,-1-1 0,0 0-1,1 0 1,-1 0 0,0 1-1,0-1 1,0 1 0,0-1-1,0 1 1,0-1 0,0 1-1,-1 0 1,1-1 0,-1 1 0,1 0-1,-1-1 1,1 1 0,-1 0-1,0 0 1,0-1 0,0 1-1,0 0 1,0 0 0,0 0-1,-1-1 1,1 1 0,0 0 0,-1 0-1,0-1 1,1 1 0,-1-1-1,0 1 1,0 0 0,0-1-1,0 1-1,-4 9 25,-1 0 0,0-1 0,-1 0 0,0 0 0,-5 5-25,-171 187 830,26-32-267,157-170-538,-1 1 1,1 0 0,-1 0 0,1 0 0,-1-1-1,1 1 1,-1 0 0,1 0 0,-1-1 0,0 1-1,0-1 1,1 1 0,-1-1 0,0 1-1,0-1 1,1 1 0,-1-1 0,0 1 0,0-1-1,0 0 1,0 0 0,0 1 0,1-1-1,-2 0-25,4-20 228,20-36-139,-10 31-86,-1-2 0,-2 1 0,0-1 1,-2 0-1,-1-1 0,-1 0 0,-2 0 1,0 0-1,-2-4-3,-1-310-164,-3 450 128,-5-1 0,-20 99 36,8-42 132,21-191-150,1-1 1,2 1-1,1-1 0,1 1 1,1 1-1,1-1 1,2 1-1,1 1 0,0 0 1,7-8 17,-12 23-20,1 1 0,-1 1 0,2-1 0,-1 1 0,1 0 0,3-1 20,-9 6-9,1 1-1,-1 0 0,1 1 1,-1-1-1,1 0 0,0 1 0,-1-1 1,1 1-1,0 0 0,0 0 1,0 0-1,0 0 0,0 0 1,0 1-1,0 0 0,1-1 1,-1 1-1,0 0 0,0 0 1,0 1-1,0-1 0,0 1 0,0 0 1,2 0 9,-3 0-5,0 0 0,-1 1 0,1-1 0,-1 1 0,1-1 0,-1 1 0,0-1 1,0 1-1,1 0 0,-1 0 0,0-1 0,0 1 0,-1 0 0,1 0 0,0 0 0,-1 0 1,1 0-1,-1 0 0,0 0 0,1 0 0,-1 1 0,0-1 5,0 55-17,-1-38-2,-5 28-55,6-55 52,2 0-1,-1 0 1,1 1-1,1-1 0,-1 0 1,1 1-1,0 0 1,1 0-1,0 0 0,0 0 1,0 1-1,1-1 1,1 0 22,1-2-30,-1 0 1,0-1-1,0 0 1,-1-1-1,0 1 1,1-8 29,-5 18 0,-1 0 0,0-1 1,0 1-1,0 0 0,0 0 1,0 0-1,0-1 0,0 1 1,0 0-1,0 0 0,0-1 1,0 1-1,0 0 0,0 0 1,0-1-1,0 1 0,0 0 1,0 0-1,0-1 0,-1 1 1,1 0-1,0 0 0,0 0 1,0-1-1,0 1 0,0 0 1,0 0-1,-1 0 0,1 0 1,0-1-1,0 1 0,0 0 1,-1 0-1,1 0 0,0 0 1,0 0-1,0 0 0,-1-1 1,1 1-1,0 0 0,0 0 1,-1 0-1,1 0 0,0 0 1,0 0-1,-1 0 0,1 0 1,0 0-1,0 0 0,-1 0 1,1 0-1,-11 3 33,10-3-30,-16 8 1,0 0 1,0 2-1,1 0 0,0 0 0,1 2 1,0 0-1,1 1 0,-2 2-4,11-10 2,5-5 1,0 1 0,0-1 0,-1 0 0,1 0 0,0 0 0,0 0 0,0 0 0,0 0 1,-1 0-1,1 0 0,0 0 0,0 0 0,0 0 0,0 0 0,-1 0 0,1 0 0,0 0 0,0 0 0,0 0 0,0 0 0,-1 0 0,1 0 0,0 0 1,0 0-1,0 0 0,0 0 0,-1 0 0,1 0 0,0 0 0,0 0 0,0-1 0,0 1 0,0 0 0,0 0 0,-1 0 0,1 0 0,0 0 0,0 0 0,0-1 1,0 1-1,0 0 0,0 0 0,0 0 0,0 0 0,0-1 0,0 1 0,-1 0 0,1 0 0,0 0 0,0 0 0,0-1 0,0 1 0,0 0 0,0 0-3,-3-19 9,2-21-87,1 38 86,0-8-17,0 6-1,1-1 0,-2 0 0,1 0 0,0 0 1,-1 0-1,0 1 0,0-1 0,0 0 0,-1-1 10,1 5-2,0 0 0,0-1-1,0 1 1,-1 0 0,1 0 0,0 0 0,0 0 0,-1 0 0,1 0 0,-1 0 0,1 0 0,-1 0 0,1 1 0,-1-1 0,0 1 0,1-1 0,-1 1 0,0 0-1,1-1 1,-1 1 0,0 0 0,0 0 0,1 0 0,-1 1 0,0-1 0,1 0 0,-1 0 0,0 1 2,-30 10 9,31-11 49,1-3 47,0-84 143,0 51-223,0 31-80,0 13-59,0 139 365,0-191-239,0-38-20,4-8 8,-2 77-2,-8 93-125,4-37 129,0-23 2,0 2 7,0 0 0,2 0 0,0 0 0,1 0 1,1 0-1,4 14-11,-5-33-3,0-1 0,0 0 0,1 0 1,-1 0-1,0 0 0,1 0 0,-1-1 1,1 1-1,0 0 0,0-1 0,-1 1 1,1-1-1,0 0 0,0 1 0,0-1 0,1 0 1,-1 0-1,0 0 0,0-1 0,0 1 1,1 0-1,-1-1 0,0 0 0,1 1 1,-1-1-1,1 0 0,-1 0 0,0 0 1,1-1-1,-1 1 0,0-1 0,1 1 0,-1-1 1,2 0 2,4-1-15,0 0 1,0-1-1,0 0 1,0 0-1,-1 0 1,0-1 0,1 0-1,-1-1 1,1-1 14,23-21-184,-2-2 0,16-20 184,-95 87-74,23-15 83,2 0 1,0 2-1,2 1 0,0 0 0,2 2 0,1 1 0,-2 6-9,129-195 290,-118 173-306,-1-1 1,0-1-1,-1 0 0,0 0 1,0-2-1,-6 4 16,29-39 119,33-37-36,-45 95-309,-7-11 226,-1-1 0,0 0 0,-2-1 0,-11 14 0,-18 33-116,40-65-300,1-22-4279,0-3-2643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55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1 204 10242,'0'0'2021,"0"0"-489,0 0 95,0 0 172,0 0-535,11-4-396,9-2-554,-1-2-1,0 0 0,0-2 1,-1 0-1,0 0 0,-1-2 1,0 0-1,0-1 0,-2-1 1,0 0-1,0-1 0,-1-1 0,-1 0 1,10-18-314,-23 34 1,0 0-1,1 0 1,-1 0 0,0 0 0,0 0 0,1-1 0,-1 1-1,0 0 1,0 0 0,1 0 0,-1 0 0,0 0 0,0 0-1,1 0 1,-1 0 0,0 0 0,0 0 0,1 0 0,-1 0-1,0 0 1,0 0 0,1 0 0,-1 0 0,0 0 0,0 0-1,0 1 1,1-1 0,-1 0 0,0 0 0,0 0 0,1 0-1,-1 0 1,0 1 0,0-1 0,0 0 0,0 0 0,1 0 0,-1 1-1,0-1 1,0 0 0,0 0 0,0 0 0,0 1 0,0-1-1,0 0 1,1 0 0,-1 1 0,0-1 0,0 0 0,0 0-1,0 1 1,0-1 0,0 0 0,0 0 0,0 1 0,0-1-1,0 0 1,-1 0 0,1 1 0,0-1 0,0 0 0,0 0-1,6 23-46,9 77 528,-5 1 0,-4 1 0,-5-1 0,-4 1-482,4 157 436,8-154-366,-9-104-90,36-7-1691,30-32-1924,-20 7-2407,8-13-7874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5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0 8250,'0'0'4482,"0"0"-2317,0 0-593,0 0-285,0 0-142,0 0 353,-34 7-199,-18 4-926,-143 27 724,-7-20 1068,462-44-4113,-160 19-1163,-7-1-2888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58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7642,'0'0'5205,"0"0"-2075,0 0-788,0 0-1049,0 0-717,0 0-96,29-14 157,95-44-157,-118 56-432,-1 0 0,0 0 1,1 0-1,-1 1 0,1 0 0,-1 0 1,1 0-1,0 1 0,-1 0 1,1 0-1,0 0 0,-1 1 0,1 0 1,0 0-1,-1 0 0,1 1 1,-1-1-1,0 1 0,0 1 1,5 1-49,0 3 92,0 1 0,-1 0 1,0 0-1,0 0 1,-1 1-1,0 1 0,3 4-92,-1-2 117,10 14 90,-1 2 0,-1-1 0,-1 2-1,-2 0 1,4 13-207,17 50 552,1 15-552,-20-55 128,-14-43-127,-3-6-5,1-1 0,-1 0-1,0 0 1,1 0 0,-1 0 0,1 0 0,0 0 0,0 0 0,0 0 0,0 0 0,0 0 0,0 0 0,0 0 0,1-1 0,-1 1 0,1 0 0,-1-1 0,1 0 0,-1 1 0,1-1 0,0 0 0,0 0 0,0 1 0,0-1 0,0-1 0,1 2 4,-2-3-45,0 1 0,-1-1 0,1 1 0,0-1 1,-1 1-1,1-1 0,0 0 0,-1 1 0,1-1 0,-1 0 0,1 1 0,-1-1 1,1 0-1,-1 0 0,0 0 0,1 1 0,-1-1 0,0 0 0,0 0 0,1 0 0,-1 0 1,0 0-1,0 1 0,0-1 0,0 0 0,0 0 0,0 0 0,-1 0 45,1-33-1298,0 28 742,0-36-3853,0 0-2769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58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1 11963,'0'0'2365,"0"0"-448,0 0-462,0 0-200,-14 28-94,-1 0-854,-12 24 511,-2 0 0,-25 31-818,12-30 924,-2-2-1,-17 13-923,-18 20 339,61-59-403,18-24-420,7-1-532,2-1 367,-1 0 0,1 0 0,-1-1 0,1 0 0,-1 0 0,0-1 0,0 0 0,0 0 0,0-1 649,37-19-4997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58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10058,'0'0'3041,"0"0"-1049,0 0 73,0 0-425,0 0-440,0 0-424,0 0-231,145 0-409,-108 0 40,-1 0-176,-3 0-344,-3 3-1089,-7 3-1431,-10 0-3018</inkml:trace>
  <inkml:trace contextRef="#ctx0" brushRef="#br0" timeOffset="1">136 250 12123,'0'0'2496,"0"0"-423,0 0 391,0 0-824,0 0-959,0 0-241,0 0-360,179 6-80,-100-44-872,-16 5-1857,-10-3-3048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5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12915,'0'0'1621,"0"0"189,0 0 837,7 27-652,-7-27-1995,7 26 396,1 0 0,2 0-1,3 6-395,-11-28 44,0 0 0,1-1-1,0 0 1,0 1-1,-1-1 1,2 0-1,-1 0 1,0-1-1,1 1 1,-1-1-1,1 1 1,0-1 0,0 0-1,-1-1 1,2 1-1,-1-1 1,0 1-1,0-1 1,0 0-1,0-1 1,1 1-1,-1-1 1,0 0 0,1 0-1,-1 0 1,3-1-44,7 1 96,-4 1-22,13 0-2,0 0-1,0-2 1,0 0 0,1-2 0,0-1-72,-19 3 8,1 0-1,-1-1 1,1 0 0,-1 0 0,0 0-1,0-1 1,0 0 0,0 0 0,-1 0-1,4-3-7,-5 3 12,-1 1-1,0-1 1,0 1 0,0-1-1,0 0 1,0 0-1,0 0 1,-1 0-1,0 0 1,1-1 0,-1 1-1,0 0 1,-1 0-1,1-1 1,-1 1-1,1-1 1,-1 1 0,0-2-12,-1 0 1,0 0 0,0 0 1,0 0-1,-1 0 1,0 0-1,0 0 0,0 1 1,-1-1-1,1 1 1,-1 0-1,0 0 1,0 0-1,0 0 0,-1 0 1,0 0-1,1 1 1,-1 0-1,0 0 0,-1 0 1,1 0-1,-3 0-1,-11-8-6,-1 1 1,0 0-1,-1 2 0,-12-4 6,20 8-306,0 1 0,0 0 0,0 1 0,0 1 0,0-1 0,-1 2 0,1 0 1,0 0-1,0 1 0,-1 1 0,1 0 0,-3 1 306,-26 17-4655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5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6161,'0'0'5127,"0"0"-2031,0 0-606,0 0-920,0 0-657,35 0-42,-3 0-613,214-6 1430,-86-6-824,135-9 1,-114 16-3211,-332 5-2912,48 0-1615,37 0 456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6:56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4017,'0'0'3178,"0"0"345,0 0-730,0 0-562,0 0-644,0 0-205,-27 3-349,-83 10-319,103-11-284,8 0-76,18 5 177,27 2 223,90 4 208,-72-9-881,1 3-1,-1 2 0,0 4 0,36 12-80,-95-23-2,1-1 0,-1 1 0,0 0 0,1 1 0,-1-1 0,0 1 0,-1 0 0,1 0 0,0 1 0,-1-1 0,0 1 0,1 0-1,-2 0 1,1 0 0,0 1 0,-1-1 0,0 1 0,0 0 0,0 0 0,-1 0 0,1 0 0,-1 1 0,-1-1 0,1 0 0,-1 1 0,0 0-1,0-1 1,0 1 0,-1 0 0,0-1 0,0 1 0,0 0 0,-1-1 0,0 1 0,0-1 0,-1 4 2,-7 19 10,0 0 1,-2-1-1,-1 0 0,-1-1 1,-1 0-1,-17 22-10,8-11 14,-33 47 233,-4-2 0,-3-3-1,-22 16-246,-48 61 451,115-131-383,1 1 1,0 1 0,-7 19-69,0 0 350,26-40 336,10-3-583,67 2 262,0-3-1,18-4-364,15 0 102,49-3-124,90-17 22,161-34 472,-429 58-2977,-21 10-1903,5 3-2929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06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36 8370,'0'0'2762,"0"0"-638,0 0-294,0 0-549,0 0-327,0 0-134,14-4-18,14-5-430,0 3 1,1 0-1,0 2 1,-1 0-1,1 2 1,4 2-373,-31 0 4,1 1 0,-1-1-1,1 1 1,0-1 0,-1 1 0,1 0 0,-1 0 0,1 0 0,-1 1 0,0-1-1,0 0 1,1 1 0,-1 0 0,0-1 0,0 1 0,0 0 0,-1 0 0,1 0-1,0 0 1,-1 1 0,1-1 0,-1 0 0,0 1 0,0-1 0,0 0 0,0 1-1,0 0 1,0-1 0,-1 1 0,0-1 0,1 1 0,-1 1-4,1 1 11,-1 0 0,0 0 0,0 0 0,0 0 0,0 0 0,-1 1 0,0-1 0,0-1 0,0 1 0,-1 0 0,0 0 0,0 0 0,0-1 0,0 1 0,-1-1 0,0 0 0,-1 3-11,-19 14 207,-1-1 1,-1-2-1,0 0 1,-2-1 0,0-2-1,0-1 1,-3 0-208,-31 17 216,42-21-102,-23 12 94,41-21-190,-1 0 0,1 0-1,-1 0 1,1 0 0,0 1-1,-1-1 1,1 0-1,0 1 1,0-1 0,0 1-1,0-1 1,0 1 0,0 0-1,0-1 1,1 1 0,-1 0-1,1 0 1,-1-1-1,1 1 1,-1 2-18,5-2 65,0 0-1,0 0 1,0-1-1,0 1 1,0-1-1,1 0 1,-1 0-1,0-1 1,0 1 0,1-1-1,-1 0 1,1 0-65,-5 0 13,55 2 227,0-3-1,0-2 1,0-2 0,-1-3-1,0-3 1,5-3-240,-17-1-2501,-9-13-4974,-10 5-5239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07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0 10018,'0'0'2229,"0"0"-277,0 0 403,-14 31-390,-46 105-510,56-127-1298,1 1 0,0 0 1,1-1-1,0 1 0,1 0 0,0 0 1,0 1-1,1-1 0,0 0 1,1 0-1,1 8-157,0-11 84,0-1 0,0 0 0,0-1 0,0 1 0,1 0 0,0-1 0,0 1 0,1-1 0,-1 0 0,1 0 0,0 0 0,1-1 0,-1 1 0,4 2-84,2-1 60,0 0 1,0 0-1,1-1 1,-1 0 0,1 0-1,0-2 1,1 1-1,-1-1 1,1-1 0,-1 0-1,1-1 1,0 0-1,-1-1 1,1 0 0,0 0-1,5-2-60,-12 1 9,0 0 0,0 0 0,0-1 0,0 1-1,-1-1 1,1 0 0,0 0 0,-1 0 0,1-1 0,-1 0 0,0 0 0,0 0-1,0 0 1,0-1 0,0 1 0,-1-1 0,0 0 0,0 0 0,0-1 0,0 1-1,0 0 1,-1-1 0,0 0 0,0 1 0,0-1 0,-1 0 0,0 0 0,1 0-1,-1-1-8,0 1 4,-1-1-1,1 0 0,-1 1 0,0-1 0,0 1 0,0-1 1,-1 1-1,0-1 0,0 1 0,0-1 0,-1 1 1,0 0-1,0-1 0,0 1 0,-1 0 0,1 1 1,-1-1-1,0 0 0,-1 1 0,1-1 0,-1 1 0,0 0 1,0 0-1,0 1 0,-1-1 0,-3-1-3,-4-2-76,-1 1-1,0 1 0,0 0 1,0 1-1,-1 0 0,1 1 1,-1 1-1,0 0 1,-10 0 76,-26 1-2426,0 2 0,-4 2 2426,25-1-2148,-73 8-8495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09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11570,'0'0'2113,"0"0"-433,0 0 1097,0 0-785,0 0-439,53 209-433,-46-141-416,-4-2-208,-3-1-232,0-8-104,0-10-96,0-11 0,0-12-64,3-12-8,4-9-64,13-3-512,-4-18-1584,1-12-3618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0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8242,'0'0'1535,"0"0"204,35-3-174,110-8-764,-142 10-778,1 0 1,0 1 0,0-1 0,0 1 0,0 0-1,0 0 1,0 1 0,0-1 0,0 1-1,0 0 1,0 0 0,0 0 0,-1 1-1,1-1 1,0 1 0,-1 0 0,1 0 0,1 1-24,-3 0 34,-1-1 0,0 1 0,0-1 0,0 1 1,-1-1-1,1 1 0,-1-1 0,1 1 0,-1 0 1,0-1-1,0 1 0,0 0 0,0-1 1,0 1-1,-1-1 0,1 1 0,-1 1-34,-1 2 166,0 0 1,0-1-1,0 0 0,0 1 0,-1-1 0,0 0 0,0 0 1,0-1-1,-1 1 0,0 0 0,1-1 0,-2 0 1,1 0-1,0 0 0,-1-1 0,0 0 0,1 1 1,-3 0-167,-20 11 592,0-1 0,0-1-1,-3 0-591,3-1 244,-22 11 132,46-22-316,27-1 102,12 0-121,-8-1-24,0 1 0,0 1 1,0 2-1,0 0 0,1 3-17,-23-5 1,1 0 0,-1 1 1,0 0-1,0 0 0,0 1 0,-1 0 0,1 0 0,-1 0 1,1 1-1,-1-1 0,0 1 0,-1 0 0,1 1 0,-1-1 1,1 1-1,-1 0 0,-1 0 0,1 0 0,-1 1 0,0-1 1,0 1-1,0 0 0,-1 0 0,2 5-1,-3-8 70,-1 0-1,1-1 1,0 1 0,-1 0 0,0 0-1,0 0 1,0 0 0,0 0-1,0 0 1,0 0 0,-1 0 0,0 0-1,1-1 1,-1 1 0,0 0-1,0 0 1,-1-1 0,1 1-1,0 0 1,-1-1 0,-1 2-70,0 0 125,-1-1 1,0 1-1,0-1 0,0 0 1,0 0-1,-1-1 0,1 1 1,-1-1-1,0 0 0,1 0 1,-6 1-126,-13 3 330,0-2 1,-1 0-1,1-1 1,-24-1-331,44-2-8,-5 0 26,3 1-3,1-1 0,0 0 1,-1 0-1,1 0 1,0 0-1,0-1 1,-1 0-1,1 0 1,0 0-16,2 0-7,1 0 0,0 0 0,0 1 0,0-1 1,0 0-1,0 0 0,1 0 0,-1-1 1,0 1-1,0 0 0,1 0 0,-1 0 0,0-1 1,1 1-1,0 0 0,-1 0 0,1-1 1,0 1-1,-1 0 0,1-1 0,0 1 0,0-1 1,0 1-1,0 0 0,0-1 0,1 1 1,-1 0-1,0-1 0,1 0 7,-1-2-194,1 1 1,0-1-1,0 0 1,0 0-1,0 1 1,1-1-1,-1 1 1,1-1-1,0 1 1,0-1-1,0 1 1,1 0-1,-1 0 1,1 0-1,0 0 1,-1 1-1,1-1 1,1 1 193,28-20-5086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0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12587,'0'0'3096,"0"0"-359,0 0-257,0 0-1407,0 0-681,0 0-200,0 0-192,16 0-936,-3-12-3905,7-3-5754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0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70 9178,'0'0'1732,"0"0"-350,0 0-481,29-6-515,139-30-189,-164 35-107,-2 1-29,0 0-1,-1 0 1,1 0-1,0-1 0,0 1 1,-1-1-1,1 1 0,0-1 1,-1 1-1,1-1 0,0 0 1,-1 0-1,1 0 1,-1 0-1,0 0 0,1 0 1,-1 0-1,0-1 0,1 1 1,-1 0-1,0-1 1,0 1-1,0-1 0,1-1-60,-9 2 148,0 0-1,0 0 1,1 0-1,-1 1 0,0 0 1,-4 1-148,6-1 127,-8 0 41,0 0-1,0 1 0,0 0 0,0 1 1,1 0-1,-1 1 0,1 1 0,-1 0 0,1 0 1,0 1-1,1 1 0,-1 0 0,1 1 0,0 0 1,1 1-1,0 0 0,0 0 0,0 1 0,1 0 1,1 1-1,-4 5-167,10-14 17,1 0 1,0 1 0,0-1-1,0 0 1,0 1-1,0-1 1,0 1-1,0-1 1,1 1 0,-1 0-1,0-1 1,1 1-1,-1 0 1,1-1 0,0 1-1,0 0 1,-1 0-1,1-1 1,0 1-1,0 0 1,1 0 0,-1-1-1,0 1 1,1 0-1,-1-1 1,1 1-1,-1 0 1,1-1 0,0 1-1,0-1 1,-1 1-1,1-1 1,0 1-1,0-1 1,1 1 0,-1-1-1,0 0 1,0 0-1,1 0 1,-1 0-1,2 1-17,6 3 28,2 0 0,-1-1 0,0 0 1,1-1-1,0 0 0,7 1-28,20 6 46,-23-5-48,0 2-1,0 0 1,0 0 0,-1 1-1,0 1 1,-1 1 0,0-1 0,9 10 2,-16-13 40,0 0 0,-1 0 0,0 1 1,0-1-1,0 1 0,0 0 0,-1 1 0,-1-1 1,1 1-1,-1 0 0,0 0 0,-1 0 0,0 0 1,0 0-1,-1 0 0,0 0 0,0 6-40,-2-13 67,0 1 0,0-1 0,1 0 0,-1 0-1,0 0 1,0 0 0,-1 1 0,1-2 0,0 1-1,0 0 1,0 0 0,-1 0 0,1 0 0,0-1 0,-1 1-1,1-1 1,-1 1 0,1-1 0,0 1 0,-1-1-1,1 0 1,-1 0 0,1 0 0,-1 0-67,-48 8 666,41-7-533,-62 6 244,-10 1-574,29 2-3797,35-5-1065,4 1-2812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1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10138,'0'0'2443,"0"0"-308,0 0-323,0 0-599,0 0-326,0 0-246,25-21-243,80-61-137,-102 79-249,1 0 1,-1 1-1,1-1 0,-1 1 0,1 0 0,0 0 0,0 0 0,0 0 1,0 1-1,0 0 0,0 0 0,1 0 0,-1 0 0,0 0 0,1 1 1,-1 0-1,0 0 0,5 1-12,6 0 27,-7-1-15,0 1 0,0 0 0,0 1 0,0 0 0,0 0 0,0 1 0,-1 0 0,1 0 0,-1 1 0,0 0 0,0 0 0,0 1 0,0-1 0,-1 2 0,0-1 1,0 1-1,0 0 0,-1 0 0,0 0 0,0 1 0,4 7-12,10 18 93,-1 0-1,-2 2 1,-1 0 0,3 13-93,-3-9 32,-6-21-107,-9-17-7,0 0 1,0 0 0,0-1 0,0 1 0,0 0 0,0 0-1,0 0 1,0-1 0,0 1 0,0 0 0,0 0 0,1 0 0,-1 0-1,0-1 1,0 1 0,0 0 0,0 0 0,0 0 0,0 0-1,1 0 1,-1 0 0,0-1 0,0 1 0,0 0 0,0 0 0,1 0-1,-1 0 1,0 0 0,0 0 0,0 0 0,1 0 0,-1 0 0,0 0-1,0 0 1,0 0 0,1 0 0,-1 0 0,0 0 0,0 0-1,0 0 1,1 0 0,-1 0 0,0 0 0,0 0 0,0 0 0,0 0-1,1 1 1,-1-1 0,0 0 0,0 0 81,0-19-5903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1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0 11811,'0'0'2120,"0"0"-1008,0 0 649,0 0-441,-129 188-272,69-126-328,7-11-336,4-7-288,16-11-96,13-3-432,10-6-3545,10-9-5929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3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110 127 11570,'0'0'2709,"0"0"-180,0 0 54,0 0-1006,0 0-734,0 0-240,2 2-45,2 1-446,-1-1 1,1 1 0,0-1 0,-1 0 0,1-1 0,0 1 0,0-1-1,1 1 1,-1-1 0,0 0 0,0-1 0,0 1 0,1-1-1,2 1-112,75-1 499,-54-1-330,41 3 27,-26 0-98,-1-2 0,24-4-98,-64 3 6,0 1 0,0-1 1,0 0-1,0 1 0,0-1 1,-1 0-1,1 0 0,0 0 0,0-1 1,-1 1-1,1 0 0,-1 0 1,1-1-1,-1 1 0,1-1 0,-1 0 1,0 1-1,0-1 0,0 0 1,0 0-1,0 1 0,0-1 0,0 0 1,-1 0-1,1 0 0,-1 0 1,1 0-1,-1 0 0,0 0 1,0 0-1,0 0 0,0 0 0,0-1 1,0 1-7,0-1 3,0 0 1,0 0-1,-1 0 0,1 0 1,-1 0-1,1 0 1,-1 0-1,0 0 1,0 1-1,-1-1 0,1 0 1,0 0-1,-1 1 1,0-1-1,1 1 1,-1-1-1,0 1 0,0 0 1,0 0-1,-1 0 1,1 0-1,-2-1-3,-10-3-8,-1 0-1,0 1 1,0 0-1,0 1 1,-1 1-1,0 1 0,1 0 1,-1 1-1,0 1 1,0 0-1,1 1 1,-7 1 8,9 0-4,0 1 1,1 0-1,-1 1 1,1 0-1,-1 1 1,1 0-1,0 1 0,1 0 1,0 1-1,0 0 1,0 1-1,1 0 1,0 1-1,-8 8 4,4 0-3,0 1 1,1 1-1,0 0 0,2 0 0,0 2 0,2-1 1,-8 21 2,12-27 1,1-1 0,0 1 1,1 0-1,1 1 1,0-1-1,1 0 0,0 1 1,1-1-1,1 0 1,0 1-1,1-1 0,4 14-1,-4-22 4,1 1 0,0-1 0,1 1 0,-1-1 0,1 0-1,0-1 1,1 1 0,0-1 0,-1 0 0,2 0-1,-1 0 1,0-1 0,1 0 0,0 0 0,0 0 0,0 0-1,1-1 1,-1 0 0,5 1-4,10 3 10,0 0 1,0-2-1,0 0 0,1-1 1,17 0-11,-23-2-19,35 2 56,0-1-1,4-3-36,-43 0-45,1-1 1,0 0-1,-1-1 0,1-1 1,-1 1-1,0-2 0,0 0 1,0 0-1,0-1 0,10-7 45,-17 9-252,0-1 0,-1 1-1,1-1 1,-1 0-1,0-1 1,0 1 0,-1-1-1,1 0 1,-1 1 0,0-1-1,-1-1 1,1 0 252,13-42-7782,-9 12-5461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4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32 10522,'0'0'2186,"0"0"-251,0 0-645,0 0-594,0 0-304,0 0 77,14-6 378,-10 4-706,33-15 831,-37 17-960,1 0-1,-1 0 0,0 0 1,0 0-1,0 0 0,0 0 1,0 0-1,1 0 0,-1 0 0,0 0 1,0 0-1,0 0 0,0 0 1,0 0-1,1-1 0,-1 1 1,0 0-1,0 0 0,0 0 0,0 0 1,0 0-1,0 0 0,0 0 1,1-1-1,-1 1 0,0 0 0,0 0 1,0 0-1,0 0 0,0 0 1,0-1-1,0 1 0,0 0 1,0 0-1,0 0 0,0 0 0,0 0 1,0-1-1,0 1 0,0 0 1,0 0-1,0 0 0,0 0 1,0-1-1,0 1 0,0 0 0,0 0 1,0 0-1,0 0 0,0 0 1,0-1-1,-1 1 0,1 0 1,0 0-1,0 0 0,0 0 0,0 0 1,0 0-12,-26-1 828,-211 38-141,264-41-3615,6-6-1978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4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8546,'0'0'2439,"0"0"-380,0 0-519,0 0-457,0 0 46,0 0 238,6-16 94,19-50-203,-19 50-330,-5 36-701,0 0 1,2-1-1,3 13-227,3 15 138,39 233 1338,-47-267-2319,-1-19-4991,0-8 31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4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9642,'0'0'2143,"0"0"-594,0 0 67,0 0-809,32-10-493,104-29-51,-127 36-212,0 1 1,-1 1-1,2-1 1,-1 1-1,4 1-51,-11 0 7,0 0 0,-1 0 1,1 0-1,0 0 0,-1 1 1,1-1-1,0 1 0,-1-1 1,1 1-1,-1-1 0,1 1 1,0 0-1,-1 0 0,0 0 1,1 0-1,-1 0 0,1 0-7,-1 2 18,1 0 0,-1 0-1,0 0 1,0 0 0,0 0 0,-1 0-1,1 0 1,-1 0 0,1 0 0,-1 1-1,0-1 1,0 0 0,-1 0-1,1 0 1,-1 0 0,1 0 0,-1 0-1,-1 2-17,1-1 102,0 0-1,0 0 0,-1 0 1,0 0-1,0-1 0,0 1 1,0 0-1,-1-1 0,1 1 1,-1-1-1,0 0 0,0 0 1,0 0-1,0 0 1,-1-1-1,1 1 0,-4 1-101,-9 6 394,-2-1 0,1-1 0,-9 2-394,2 1 237,95-7 270,-55-3-512,-1 0 0,1 2 0,-1 0 0,0 1-1,0 0 1,0 1 0,0 1 0,3 2 5,-12-5 8,-1 0 1,1 0-1,-1 0 1,0 1-1,0 0 0,-1 0 1,1 1-1,-1-1 0,0 1 1,2 2-9,-4-4 22,-1 0 1,1 1-1,0-1 1,-1 0 0,0 1-1,1-1 1,-2 1-1,1-1 1,0 1 0,-1 0-1,1-1 1,-1 1 0,0 0-1,0-1 1,-1 1-1,1 0 1,-1-1 0,0 1-23,0-1 89,0 0 0,-1 0 0,0 0 0,1-1 0,-1 1 0,0-1 0,0 1 1,-1-1-1,1 0 0,0 0 0,-1 0 0,1 0 0,-1 0 0,0-1 1,0 1-1,1-1 0,-1 0 0,0 0 0,0 0 0,-2 1-89,-71 18 710,62-17-581,-12 2-95,0-2-1,0 0 0,-22-2-33,47-1-103,1 0-1,0-1 0,-1 1 1,1 0-1,0-1 0,0 1 0,0 0 1,0-1-1,-1 1 0,1-1 0,0 1 1,0-1-1,0 1 0,0 0 0,0-1 1,0 1-1,0-1 0,0 1 1,0 0-1,0-1 0,0 1 0,0-1 1,0 1-1,0-1 0,0 1 0,1 0 1,-1-1-1,0 1 0,0 0 0,0-1 1,1 1-1,-1-1 104,11-15-5460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5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10042,'0'0'4905,"0"0"-3865,0 0 2025,0 0-1841,0 0-856,0 0-368,0 0-352,0 6-2528,0-24-7795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5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20 8250,'0'0'1792,"0"0"-173,0 0 67,0 0-783,0 0-498,0 0-211,23-4-41,67-11 86,-104 15 472,0 0 1,0 2 0,0 0 0,-10 3-712,10-1 411,0 1 1,0 1 0,0 0-1,1 1 1,-11 7-412,21-12 62,0 0 1,0 0-1,0 1 1,0-1 0,1 0-1,-1 1 1,1 0-1,0 0 1,-1 0-1,1 0 1,0 0 0,1 0-1,-1 0 1,0 1-1,1-1 1,0 0-1,0 1 1,0-1 0,0 1-1,1 0 1,-1-1-1,1 1 1,0 0-1,0-1 1,0 1 0,1 0-63,0-1 11,-1-1 0,2 1 0,-1-1 1,0 0-1,0 1 0,1-1 1,-1 0-1,1 0 0,0 0 0,0 0 1,0 0-1,0 0 0,0-1 1,0 1-1,0 0 0,0-1 0,1 1-11,51 25 113,-24-13-52,-11-3-43,-1 0-1,0 1 1,-1 1-1,0 1 1,-1 0-1,-1 1 1,6 7-18,-20-22 26,0 1 0,-1 0 0,1-1 0,0 1 0,-1 0 0,1 0 0,0-1 0,-1 1 0,1 0 0,-1 0 0,1 0 0,-1 0 0,0-1 0,1 1 0,-1 0 0,0 0 0,0 0 0,1 0 0,-1 0 0,0 0 0,0 0 0,0 0 0,0 0 0,0 0 0,0 0 0,0 0 0,-1 0 0,1 0 0,0 0 0,-1 0 0,1 0 0,0-1 0,-1 1 0,1 0 0,-1 0 0,1 0 0,-1 0 0,0-1 0,1 1 0,-1 0 0,0-1 0,1 1 0,-1 0 0,0-1 1,0 1-1,0-1 0,0 1 0,1-1 0,-1 0 0,0 1 0,-1-1-26,-6 3 252,-1-1 0,0 0 0,1-1 1,-1 0-1,-6 0-252,2 0-164,-1 1-3,0 0-1,0 1 0,1 1 1,-1 0-1,1 0 1,-7 5 167,-43 26-5653,20-5-2556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6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1 257 1384,'0'0'5963,"0"0"-2934,0 0-638,0 0-268,0 0-551,0 0-73,19 0-52,286 0 201,1574-33-635,-1293 4-1011,594-43 445,-983 46 1352,113-32-1799,-154 27 1228,-137 24-1761,-51 9-3265,-6 5-2085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6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9706,'0'0'2806,"0"0"-518,0 0-442,0 0-923,0 0-277,0 0 400,5 0 120,35 0-176,-8-1-356,0 2-1,0 1 0,1 1-633,-21-1 73,-1 1 0,1-1 0,-1 2 1,0 0-1,0 0 0,-1 1 0,1 0 0,-1 1 0,0 0 0,4 4-73,0 2 57,0 0-1,0 1 1,-1 1 0,-1 0 0,0 1 0,-1 0-1,0 0 1,-2 2 0,0-1 0,0 1-57,13 34 285,-3 2 0,9 37-285,-13-39 78,3 0 0,1-1 0,3 0-78,-12-37-1021,-6-22-152,-4-36-2949,0 30 1040,0-32-7331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7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1 11442,'0'0'2053,"0"0"402,0 0 119,0 0-1442,0 0-829,0 0 173,-11 28 488,4-12-781,-7 22 312,-2-1-1,-2 0 1,-1-2 0,-17 25-495,-143 168 1579,74-100-1298,100-122-277,0 1-1,1 0 0,-1 0 1,1 0-1,0 0 0,0 2-3,4-9-3,0 0 0,0 0 0,0 0 0,0 0 0,1 0 0,-1 0 0,0 0 0,0-1 0,0 1 0,0 0 0,0 0 0,0 0 0,0 0 0,0 0 0,1 0 0,-1 0 0,0 0 0,0 0-1,0 0 1,0 0 0,0 0 0,0 0 0,1 0 0,-1 0 0,0 0 0,0 0 0,0 0 0,0 0 0,0 0 0,0 0 0,0 0 0,1 0 0,-1 0 0,0 0 0,0 0 0,0 0 0,0 0 0,0 1-1,0-1 1,0 0 0,0 0 0,1 0 0,-1 0 0,0 0 0,0 0 0,0 0 0,0 0 0,0 1 0,0-1 0,0 0 0,0 0 0,0 0 0,0 0 0,0 0 0,0 0 0,0 0 0,0 1-1,0-1 1,0 0 0,0 0 0,0 0 0,0 0 0,0 0 0,0 0 0,0 1 0,0-1 3,8-2-346,1 0 1,-1 0-1,0 0 0,0-1 1,0-1-1,0 1 0,-1-1 0,1 0 1,3-4 345,42-29-4805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7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15843,'0'0'1793,"0"0"447,0 0-311,-16 155-1057,-1-90-40,4 1-40,0-7-520,3-8-128,7-7-128,3-8-16,0 9-624,0-15-2016,6-4-4594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47:17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14163,'0'0'2845,"0"0"-162,0 0-711,0 0-1153,0 0-489,0 0-114,0 0-90,0 0-54,0 0 4,0 0-25,0 0-26,0 0-7,0 0 22,14-1 8,19-5-44,-14 3 13,-1 0 1,1 0 0,9 2-18,-28 1 2,1 0 0,-1 0-1,0 0 1,1 0 0,-1 0 0,1 0 0,-1 0-1,0 0 1,1 0 0,-1 0 0,1 0-1,-1 1 1,0-1 0,1 0 0,-1 0 0,0 0-1,1 1 1,-1-1 0,0 0 0,1 0 0,-1 1-1,0-1 1,0 0 0,1 1 0,-1-1-1,0 0 1,0 1 0,0-1 0,1 1 0,-1-1-1,0 0 1,0 1 0,0-1 0,0 1 0,0-1-1,0 0 1,0 1 0,0-1 0,0 1-1,0-1 1,0 0 0,0 1 0,0-1 0,0 1-1,0-1 1,0 0 0,-1 1 0,1-1 0,0 0-1,0 1 1,0-1 0,-1 0 0,1 1-1,0-1 1,0 0 0,-1 1 0,1-1 0,0 0-1,-1 1 1,1-1 0,0 0 0,-1 0-1,1 0 1,0 1 0,-1-1 0,1 0-2,0 0 7,-7 6 89,0 0 0,-1-1 0,1 0 0,-1-1 0,0 1 1,0-1-1,0-1 0,-1 1 0,1-1 0,-1-1 0,0 0 0,0 0 0,-6 0-96,14-3 33,0 0 1,1 0 0,-1 0 0,0 0 0,1-1-1,-1 1 1,1 0 0,-1 0 0,1 0 0,0-1-1,-1 1 1,1 0 0,0 0 0,0-1 0,0 1-1,0 0 1,0-1 0,0 1 0,0 0 0,0-1-1,1 1 1,-1-1-34,1-2 54,-1 1-48,0-1-1,0 1 1,1 0-1,-1 0 1,1 0-1,0 0 1,0 0-1,0 0 1,1 0-1,-1 1 1,1-1-1,-1 0 1,1 1 0,0-1-1,0 1 1,0-1-1,0 1 1,1 0-1,-1 0 1,0 0-1,1 0 1,0 0-1,1 0-5,2-1-13,0 0 0,0 0-1,0 1 1,0 0-1,1 0 1,-1 0 0,1 1-1,-1 0 1,1 0-1,6 1 14,-12 1 1,0 1 0,-1-1 0,1 0-1,-1 1 1,1-1 0,-1 1 0,0-1-1,1 1 1,-1-1 0,0 0-1,0 1 1,0-1 0,0 1 0,0-1-1,0 1 1,-1-1 0,1 1-1,0-1 1,-1 1 0,1-1 0,-1 1-1,1-1 1,-1 0 0,0 0-1,0 1 1,0 0-1,-4 1 19,0 0 0,0-1-1,-1 0 1,1 1 0,-1-1-1,0-1 1,1 1 0,-1-1-1,0 0 1,0-1 0,0 1-1,0-1 1,-3-1-19,34-7-8016,-4 8-1373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0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8122,'0'0'5349,"0"0"-3329,0 0-961,7 41 611,3 19-987,31 213 1875,-27-72 157,-10 141-2715,-4-231 203,1-96-178,-1 1 1,0-1 0,-1 1 0,-1-1 0,-1 1 0,0-1 0,-1 0 0,0 0-1,-1 0 1,-6 10-26,11-24-10,-9 11 52,4-11-94,1-12-202,1-118-3301,0 55-1770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9690,'0'0'2961,"0"0"-1345,0 0-48,0 0-511,218-33-225,-118 16-176,9-7-192,3-3-216,-3 0-136,7 6-112,-27 6-1328,-29 10-3209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1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0 235 13595,'0'0'1800,"0"0"-960,0 0 1521,0 0-921,0 0-383,0 0-505,232-3-288,-159-33-184,-1-2-80,-12-1-104,-1-9-1249,-12 10-3136,-14 5-4673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1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11899,'0'0'1677,"-1"35"184,-1 31-328,5 25-1533,-2-80 92,0-1-1,1 1 1,0 0-1,1 0 1,1-1 0,-1 0-1,2 0 1,-1 0-1,1 0 1,1 0-1,0-1 1,0 0-1,3 1-91,3 4 119,2 0 0,0-2 0,0 1 0,2-2 0,-1 0-1,3 0-118,-2-1 57,2 0-1,0 0 1,0-2-1,0 0 1,1-2-1,0 0 1,0-1-1,1 0 1,0-2-1,-1 0 1,1-2-1,0 0 1,0-1-1,2-1-56,-18 1 6,-1-1 0,1 1 0,-1-1-1,1 0 1,-1 0 0,1 0 0,-1-1-1,0 1 1,0-1 0,0 0 0,0 0 0,0 0-1,0 0 1,0 0 0,0-1 0,-1 1 0,1-1-1,-1 1 1,0-1 0,0 0 0,0 0 0,0 0-1,-1-1 1,1 1 0,-1 0 0,0 0-1,1-1 1,-2 1 0,1-2-6,3-13 30,-2 1 0,0-1 0,-1 0 1,0 1-1,-3-11-30,2 1 45,-1-8 501,-2-1-1,-1 1 1,-2 0-1,-2-2-545,16 58 77,2-1 0,0 0 0,1 0-1,1-1 1,1 0 0,4 3-77,35 57 14,-40-57 12,-1 0 0,-1 0 0,-1 1 0,-1 0 0,-1 1 0,-1 0-1,-1 0 1,-1 0 0,-1 1 0,-1-1 0,-1 13-26,-2-41 156,1 1 0,0 0 0,-1-1 1,0 1-1,0 0 0,0-1 0,0 1 0,0 0 0,-2-2-156,-5-15 210,-4-27 198,2 1 0,-2-31-408,9 52 80,1 0 0,1 0 0,2 1-1,0-1 1,2 0 0,0 0-80,-1 18 14,0 0-1,1 0 1,0 0-1,0 1 0,0-1 1,1 1-1,0 0 1,0 0-1,0 0 1,1 0-1,0 1 0,0-1 1,0 1-1,1 1 1,0-1-1,0 1 1,0 0-1,0 0 0,1 1 1,0-1-1,-1 2 1,1-1-1,0 1 1,6-1-14,-6 0 0,1 2 0,0-1 0,-1 1 0,1 1 0,0-1 0,-1 1 0,1 0 0,0 1 0,-1 0 0,1 0 0,-1 1 0,1 0 1,-1 0-1,0 0 0,1 1 0,-1 1 0,-1-1 0,1 1 0,0 0 0,-1 0 0,0 1 0,0 0 0,2 2 0,5 8 4,-1 1 1,0 0-1,-1 1 0,-1 0 0,-1 1 0,0 0 0,-1 0 0,-1 2-4,13 42-74,10 52 74,-25-91-48,-4-18-142,1 0 1,-1 0-1,1 0 1,0 0 0,0-1-1,1 1 1,0-1-1,-1 1 1,1-1-1,2 1 190,27 19-5651,-7-16-2596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1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47 11306,'0'0'1970,"0"0"-240,0 0 149,0 0-759,0 0-633,0 0-206,-26 19 114,1-2-206,1 1-1,0 1 1,-9 11-189,29-25 38,1 0 1,-1 0-1,1 0 1,0 1-1,1-1 1,0 1-1,0-1 1,0 1-1,0 0 1,1 0-1,0 0 1,0 0-1,0 0 1,1 0-1,0 0 1,0 0-1,1 0 1,0 0-1,0 0 1,0 0-39,1 11 112,-1-10-89,-1 0 0,2-1 1,-1 1-1,1-1 0,0 1 0,0-1 0,1 0 0,0 0 0,0 0 0,0 0 0,1 0 0,0-1 0,0 1 0,0-1 0,1 0 0,0 0 0,0-1 0,0 0 0,0 1 0,1-2 0,-1 1 0,1-1 0,0 0 0,4 2-23,5 0 16,-1 0-1,0-1 1,1 0-1,0-1 0,0-1 1,0 0-1,0-1 0,0-1 1,0 0-1,10-2-15,-17 1-45,0 0-1,0-1 1,0 0-1,0 0 1,0 0-1,0-1 1,-1-1-1,0 1 1,1-1-1,-1 0 1,-1-1-1,1 0 1,-1 0-1,6-5 46,-3 0-102,-1 0-1,0 0 1,0-1 0,-1 0-1,-1 0 1,0 0-1,0-1 1,-1 0-1,0 0 103,7-28 317,-2 0 0,-2 0 0,-1-1 0,-3 0 0,0-18-317,-4 58 66,0 0 1,0 0 0,0 0 0,0 1 0,0-1 0,0 0 0,0 0 0,0 0 0,0 0 0,1 0 0,-1 1 0,0-1 0,0 0 0,1 0-1,-1 0 1,1 1 0,-1-1 0,1 0 0,-1 0 0,1 1 0,-1-1 0,1 1 0,0-1-67,10 11 547,7 30-190,-17-37-374,9 27 303,2 0 1,1 0 0,1-1 0,13 19-287,-21-40-114,0 0 1,0 0-1,1-1 0,0 1 1,0-2-1,1 1 0,6 4 114,-7-7-390,-1-1-1,0 1 1,1-1 0,-1 0-1,1-1 1,0 0 0,0 0-1,0 0 1,0-1 0,0 0-1,5 0 391,19-1-5709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38 11947,'0'0'2417,"0"0"-602,0 0 91,0 0-431,-28 33-347,28-33-1128,-115 142 978,110-135-894,-1 1-1,1 1 1,1-1-1,-1 1 1,1-1-1,1 1 1,0 0-1,0 1 1,1-1-1,0 0 1,0 1-1,1-1 1,0 1-1,1 0 1,0-1 0,1 1-1,0 3-83,1 22 171,-2-31-161,0 0 0,1 0 0,0 0 0,-1 0 0,2 0 0,-1-1 0,0 1 0,1 0 0,-1 0 0,1-1 0,0 1 0,0-1 0,0 0 0,1 0 0,-1 0 0,1 0 0,0 0 0,0 0 0,0-1 0,0 1 0,0-1 0,1 0 0,-1 0 0,1 0 0,-1 0 0,1-1 0,0 1 0,0-1 0,-1 0 0,1 0 0,0 0 0,1-1-10,6 2-17,-1 0-1,0-1 0,0-1 1,1 0-1,-1 0 0,0-1 1,1 0-1,-1-1 0,0 0 0,0-1 1,0 0-1,7-3 18,-6 0-212,-1 0 1,1-1-1,-1 0 1,0-1-1,-1 0 1,0-1-1,0 0 1,0 0-1,-2-1 1,1 0-1,-1 0 1,0 0-1,-1-1 1,-1 0-1,1-1 212,12-32-363,-1-1 0,-2 0-1,1-15 364,-8 31 238,-8 28-160,0-1 0,1 0-1,-1 0 1,1 0 0,-1 1 0,1-1-1,0 0 1,0 1 0,0-1 0,0 0-1,0 1 1,0-1 0,0 1 0,0 0 0,0-1-1,1 1 1,0-1-78,-2 2 27,1 0 0,0 0-1,-1 0 1,1 0 0,0 1 0,-1-1-1,1 0 1,0 0 0,-1 0 0,1 1 0,-1-1-1,1 0 1,0 1 0,-1-1 0,1 0-1,-1 1 1,1-1 0,-1 1 0,1-1-1,-1 1 1,0-1 0,1 1 0,-1-1 0,1 1-1,-1-1 1,0 1 0,0 0 0,1-1-1,-1 1-26,22 61 560,-22-59-548,30 113 950,8 76-962,-38-233 124,1-1 1,2 1 0,2 0-1,8-33-124,-6 49 4,2 0-1,0 1 0,1 0 1,2 0-1,4-5-3,-13 23-2,1 0-1,0 0 1,0 0 0,1 0-1,0 0 1,0 1 0,0 0-1,1 0 1,0 1 0,-1-1-1,2 1 1,-1 1 0,0-1 0,1 1-1,0 0 1,-1 0 0,1 1-1,0 0 1,1 0 0,-1 1-1,1-1 3,-4 2-2,0 0-1,-1 0 1,1 1-1,0-1 0,0 1 1,0-1-1,-1 1 1,1 1-1,0-1 1,-1 0-1,1 1 0,-1-1 1,0 1-1,1 0 1,-1 1-1,0-1 0,0 0 1,0 1-1,0 0 3,2 3-2,1 1 0,-1-1 0,0 1 1,-1 1-1,0-1 0,0 1 0,0-1 0,1 9 2,3 8 2,-2 0-1,-1 1 1,0-1 0,-2 1-1,0 20-1,-3-34-7,1 5 15,-1 0 0,0 0 0,-1-1 0,-1 1 0,-2 6-8,3-18-8,0 0 0,0-1 0,0 1 0,-1 0 0,1 0 0,-1-1 0,0 1 0,0-1 0,-1 0 1,1 0-1,0 1 0,-1-1 0,0-1 0,0 1 0,0 0 0,0-1 0,0 0 0,-1 1 1,1-1-1,-1 0 0,1-1 0,-1 1 0,-3 0 8,-6 1-501,1-1 1,-1-1-1,1 0 0,-1-1 0,-5 0 501,3 0-1237,-31 0-4748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2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14131,'0'0'2297,"0"0"-1057,0 0 1688,0 0-1495,0 0-1153,0 0-160,0 0-120,146 98-72,-70 12-1144,-13-12-2977,-3-11-4689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3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11602,'0'0'1401,"0"0"-372,0 0 525,-19 38 61,-20 42-17,1 8-1598,33-76 164,1 0 1,1 0 0,-1 0 0,2 1-1,0-1 1,0 1 0,2-1-1,-1 1 1,1-1 0,1 1 0,0 0-1,3 9-164,-3-16 59,0 0-20,0 0 0,0 0 0,1 0 1,0-1-1,0 1 0,1-1 0,-1 1 0,1-1 1,0 0-1,0 0 0,1 0 0,0-1 0,0 1 1,0-1-1,0 0 0,0 0 0,1 0 0,0 0 0,0-1 1,0 0-1,2 1-39,3 0 25,0 0 1,-1 0-1,1-1 0,0-1 0,0 0 1,1 0-1,-1-1 0,0 0 1,1-1-1,-1 0 0,10-1-25,-16 0 3,1 0-1,-1 0 0,1 0 0,-1 0 0,1-1 0,-1 1 0,0-1 1,0-1-1,0 1 0,0 0 0,0-1 0,0 0 0,-1 0 1,1 0-1,-1 0 0,0-1 0,0 1 0,0-1 0,0 0 1,-1 0-1,0 0 0,1 0 0,-1 0 0,-1 0 0,1-1 0,-1 1 1,1-1-1,-1-3-2,4-16-13,-1 0 0,-2 0 0,0 0 0,-1 0 0,-2-3 13,1 11-5,-1-42 5,-2-1-1,-3 1 1,-3-3 0,13 84-44,18 74 9,2-8 347,-3 2 0,-4 0 0,-4 0-1,-4 2 1,-4-1 0,-6 50-312,1-130 109,-1 0 0,0-1 0,-1 1 0,0 0 0,-1 0 0,0-1 0,-1 0 0,0 0 0,-1 0 0,0 0 0,-2 1-109,4-6 53,-1-1 1,0 0 0,0 0-1,0 0 1,-1-1 0,1 0-1,-1 1 1,0-1 0,-1-1-1,1 1 1,-1-1 0,1 0-1,-1 0 1,0-1 0,0 0-1,0 0 1,0 0 0,-1-1 0,1 0-1,0 0 1,-3 0-54,2 0 14,-1-1 0,1 0 0,-1 0 1,0 0-1,1-1 0,-1 0 0,1-1 0,-1 0 0,1 0 0,0 0 1,0-1-1,0 0 0,0-1 0,0 0 0,1 0 0,-1 0 1,1 0-1,0-1 0,0 0 0,1-1 0,0 1 0,0-1 1,0 0-1,0 0 0,1 0 0,-3-6-14,2 2-205,-1-1 0,2 0 1,-1 1-1,1-2 0,1 1 0,0 0 1,1-1-1,0 1 0,0-1 0,1 1 1,1-1-1,0 0 0,1-3 205,0 2-1217,1 0 0,0 0 1,1 0-1,0 1 0,1-1 0,0 1 0,2-3 1217,20-35-10446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3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0 363 9962,'0'0'3528,"0"0"-1556,0 0 388,33-23-871,109-76-849,-50 45-382,-83 50-247,0-1 1,0 0-1,0 0 1,-1-1-1,0 0 0,0-1 1,0 1-1,-1-2 1,0 1-1,0-1-11,-6 6 18,1-1 1,0 1-1,-1-1 1,1 1-1,-1-1 1,0 0-1,0 1 1,0-1-1,-1 0 1,1 0-1,0 0 1,-1 0-1,0 1 1,0-1-1,0 0 1,0 0-1,0 0 0,0 0 1,-1 0-1,1 0 1,-1 1-1,0-1 1,0 0-1,0 0 1,0 1-1,-1-1 1,1 1-1,-1-1 1,1 1-1,-1-1 1,0 1-1,0 0 1,0 0-1,0 0 0,0 0 1,-1 0-1,1 1 1,-1-1-1,1 1 1,-1-1-1,1 1 1,-4-1-19,3 0 26,-1 0 0,1 0 0,-1 1 0,0-1 0,1 1 1,-1 0-1,0 0 0,0 0 0,0 0 0,0 1 0,0-1 0,0 1 0,0 0 1,0 1-1,0-1 0,0 1 0,0-1 0,0 1 0,0 0 0,0 1 0,0-1 1,1 1-1,-1-1 0,0 1 0,1 0 0,0 1 0,-1-1 0,1 0 0,0 1 1,0 0-1,-1 2-26,-3 6 53,0 0 1,2 1-1,-1 0 0,1 0 1,1 0-1,0 1 1,1 0-1,0 0 0,0 10-53,-1 24 238,1 0-1,3 5-237,0-47 13,0 10 21,1 0 1,0 0-1,1-1 1,0 1-1,1-1 1,1 1 0,0-1-1,1 0 1,4 6-35,-6-14 7,1 1 1,-1-1 0,1 0 0,1-1 0,-1 1-1,1-1 1,0 0 0,0 0 0,0 0 0,1-1-1,0 1 1,0-1 0,0-1 0,0 1 0,1-1-1,-1 0 1,1-1 0,0 0 0,0 0 0,5 1-8,1 0-29,-1-1 1,0-1-1,1 0 1,0-1 0,-1 0-1,1-1 1,-1-1-1,0 0 1,1 0 0,-1-1-1,0-1 1,0 0-1,0 0 1,1-2 28,-4 1-135,-1 0 0,1-1 1,-1 0-1,0 0 0,0-1 0,0 0 1,-1 0-1,0-1 0,-1 0 0,0 0 1,0 0-1,0-1 0,-1 0 0,-1 0 1,1-1-1,-2 1 0,2-5 135,2-15-126,-1 0 1,-2-1-1,-1 0 1,-1 0-1,-1 0 0,-4-23 126,2-9 1361,15 105-852,7 36-305,-3 2 0,-3 0 0,-5 1-1,-2 0 1,-4 35-204,-14-330 303,9 173-272,0 3-3,2-1 0,1 0 0,6-25-28,-7 53 2,1 1-1,1 0 1,-1 0-1,1 0 1,1 0 0,-1 1-1,2-1 1,-1 1-1,1 0 1,0 0-1,1 1 1,0-1-1,0 1 1,0 1-1,1-1 1,0 1-1,2-1-1,-6 4 3,1 1 0,0-1-1,-1 1 1,1 0-1,0 0 1,0 0 0,0 0-1,1 1 1,-1 0-1,0 0 1,0 0 0,1 0-1,-1 1 1,1-1-1,-1 1 1,0 0 0,1 0-1,-1 1 1,1 0-1,-1-1 1,0 1-1,0 1 1,1-1 0,-1 1-1,0-1 1,0 1-1,0 1 1,0-1 0,-1 0-1,1 1 1,-1 0-1,1 0 1,-1 0 0,0 0-1,0 0 1,0 1-1,0 0-1,11 16 45,0 0 1,-1 2 0,-2-1 0,0 2 0,-1-1 0,0 4-47,-4-11 46,13 32 19,3-1-1,1-1 1,2-1 0,2-1-1,17 19-64,-38-55-129,51 65-201,-22-24-4777,-26-34-3034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3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0 289 9378,'0'0'1316,"0"0"-47,37-14 108,124-48-481,-63 28-217,-70 25 6,-1-1-1,0-1 1,21-13-685,-41 21 130,-1-1 0,0-1 0,0 1 0,-1-1 0,0 0 0,1 0 0,2-6-130,-7 10 36,1 0 1,-1 0 0,0 0 0,0-1 0,-1 1 0,1 0-1,0-1 1,0 1 0,-1-1 0,1 1 0,-1-1 0,1 1-1,-1-1 1,1 0 0,-1 1 0,0-1 0,0 1 0,0-1-1,0 0 1,0 1 0,0-1 0,-1 1 0,1-1 0,0 1-1,-1-1 1,1 1 0,-1-1 0,1 1 0,-1-1 0,0 1-1,0-1 1,0 1 0,0 0 0,0 0 0,0-1 0,0 1-1,-1-1-36,-5-2 100,0 1 0,1-1-1,-1 1 1,-1 0 0,1 1-1,0 0 1,-1 0 0,1 1-1,-1 0 1,0 0 0,-5 0-100,-2 0 162,0 1 1,-1 1-1,1 0 0,0 0 1,-11 4-163,17-2 86,-1 1 0,1 1 0,0-1 0,0 1 0,1 1 1,-1 0-1,1 0 0,1 1 0,-1 0 0,1 0 0,0 0 0,1 1 0,-1 0 1,2 1-1,-1-1 0,-3 10-86,-1-1 170,1 1 0,1 1 1,1-1-1,1 1 0,0 0 1,1 1-1,2-1 0,-1 6-170,3-18 20,0-1-1,1 0 1,0 1-1,0-1 1,0 1-1,1-1 1,0 0-1,0 1 0,1-1 1,0 0-1,0 0 1,0 0-1,1 1-19,0-3 2,0 0 1,0-1-1,0 1 0,1-1 0,-1 1 0,1-1 0,0 0 0,0 0 1,0-1-1,1 1 0,-1-1 0,0 0 0,1 0 0,0 0 1,-1-1-1,1 0 0,3 1-2,17 3-472,2 0-1,-1-2 1,0-1 0,1-1-1,-1-2 1,1 0 472,34 0-3760,22 1-5688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4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62 450 8130,'0'0'1416,"0"0"410,0 0 349,0 0-364,0 0-523,0 0-178,0 20 145,0 57 76,-14-102 451,-4-25-1611,8 5 84,2 0-1,2 0 1,3-1-1,1 0 1,2 0-1,3-11-254,-3 50-8,1-1-1,0 1 0,0 0 1,1 0-1,-1 0 1,2 0-1,-1 0 0,1 0 1,0 0-1,0 1 0,1-1 1,4-5 8,-5 8-170,1 0 0,-1 1-1,1-1 1,0 1 0,0 0 0,0 0 0,0 0 0,1 1 0,-1-1 0,1 1 0,0 0 0,0 0 0,-1 1 0,1-1 0,0 1 0,0 0 0,0 1 0,2-1 170,42 0-4805,-8 1-2342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0 10266,'0'0'2830,"0"0"-568,0 0-287,0 0-388,-22 30-168,-70 100-400,86-121-926,2-1 0,-1 1 0,1 0-1,1 1 1,-1-1 0,2 1 0,-1-1 0,1 1 0,1 0 0,0 0 0,0 0 0,1 0 0,0 0-1,0 0 1,2 0 0,1 9-93,-2-7 106,0-9-89,0 0 1,0 0-1,0 0 0,0 1 0,0-1 0,0 0 0,1 0 0,-1-1 1,1 1-1,0 0 0,0 0 0,0-1 0,1 1 0,-1-1 0,0 0 1,1 0-1,-1 0 0,1 0 0,0 0 0,0 0 0,0-1 0,0 1 1,0-1-1,0 0 0,0 0 0,0 0 0,0 0 0,3-1-17,6 3 26,1-2-1,-1 0 0,0 0 1,1-1-1,-1-1 0,1 0 1,1-1-26,-10 1-10,1 0 1,-1-1-1,0 1 0,0-1 1,1 0-1,-1 0 1,-1-1-1,1 1 1,0-1-1,-1 1 1,1-1-1,-1-1 1,0 1-1,0 0 0,0-1 1,0 1-1,-1-1 1,1 0-1,-1 0 1,0 0-1,0 0 1,0 0-1,-1-1 0,0 1 1,1 0-1,-1-1 1,-1-1 9,5-18-121,-2 1 0,0-1 0,-2 0 1,-1-14 120,0 34-5,0-147 971,13 182-146,0 24-1174,-4-11 606,3-1 0,1 0 0,3 1-252,-10-30-413,1 1 1,1-1-1,0-1 1,6 8 412,-7-12-749,0-1 1,0 0 0,1 0 0,0-1 0,1 0 0,-1 0 0,3 0 748,33 16-7633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5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155 221 13587,'0'0'1647,"0"0"-225,0 0-586,0 0-383,-24 33 26,-19 25 377,-14 29-856,52-80 86,1 1 0,1-1-1,-1 1 1,1 0 0,0 0-1,1 0 1,0 1 0,0-1-1,1 0 1,0 1 0,1-1-1,0 1 1,0-1 0,0 1-1,1 0-85,1 13 261,-2-17-209,0-1 1,1 1-1,-1 0 1,1-1-1,1 1 1,-1-1-1,0 1 1,1-1-1,0 0 0,0 1 1,0-1-1,1 0 1,-1 0-1,1-1 1,0 1-1,0 0 1,0-1-1,1 0 1,-1 0-1,1 0 1,0 0-1,0 0 0,0-1 1,0 0-1,0 0 1,0 0-1,1 0 1,-1-1-1,1 1 1,2-1-53,16 4 111,1-1 0,-1-1 0,1-1 0,0-1-1,14-2-110,-12 0 38,-18 2-48,0-1 0,0 0-1,-1-1 1,1 0 0,-1 0 0,1-1 0,-1 0 0,1 0 0,-1-1 0,0 1 0,0-2 0,0 1 0,0-1 0,-1 0 0,1 0 0,-1-1 0,0 0 0,-1 0 0,1 0 0,-1-1 0,0 0 0,0 0 0,-1 0 0,1-1 0,-2 1 0,1-1 0,-1 0 0,0 0 0,1-2 10,4-26-98,-1 0 1,-2-1-1,-1 1 0,-2-1 1,-2 0-1,-2-27 98,0-10 32,3 43 57,0 14 143,0 0 0,-1 0 0,-1 1 0,-1-1 0,0 1 0,-1-1 0,0 1 0,-1 0 0,-1 0 0,-1-1-232,6 16 10,0 0 0,0 1 0,0-1 0,0 0 0,0 0 0,0 1 0,0-1 0,0 0 0,0 0 1,0 0-1,0 1 0,0-1 0,0 0 0,0 0 0,0 0 0,-1 1 0,1-1 0,0 0 0,0 0 0,0 0 0,0 1 0,-1-1 0,1 0 0,0 0 0,0 0 1,0 0-1,0 0 0,-1 1 0,1-1 0,0 0 0,0 0 0,-1 0 0,1 0 0,0 0 0,0 0 0,0 0 0,-1 0 0,1 0 0,0 0 0,0 0 0,-1 0 1,1 0-1,0 0 0,0 0 0,-1 0 0,1 0 0,0 0 0,0 0 0,0 0 0,-1 0 0,1-1 0,0 1 0,0 0 0,0 0 0,-1 0 0,1 0 0,0 0 1,0-1-1,0 1 0,0 0 0,-1 0-10,-2 25 275,3-19-275,-3 64-36,3 0-1,9 65 37,-6-114-18,0-1 0,2 1 0,0-1 0,1 0 0,1 0 0,1-1 0,1 1 0,0-2 0,2 0 0,0 0 0,1 0 0,3 1 18,-11-13-73,1-1-1,0 0 1,1-1-1,-1 1 1,1-1 0,0 0-1,0 0 1,0-1-1,1 0 1,-1 0-1,1 0 1,-1-1 0,6 1 73,6 0-229,0 0 1,1-1 0,-1-1 0,11-1 228,-27 0 1,-1 0 0,0-1 0,0 1 0,0 0 0,1 0 0,-1-1 0,0 1 0,0 0 0,0-1 0,0 1 0,0-1 0,0 0 0,0 1 0,0-1 0,0 0 0,0 0 0,0 0 0,0 1 0,0-1 0,0 0 0,-1 0 0,1 0 0,0 0 0,-1 0 0,1-1 0,-1 1 0,1 0 0,-1 0 0,0 0 0,1 0 0,-1-1 0,0 1 0,0-1-1,1-51 118,-2 33-62,-18-270 1641,19 288-1708,1-1 1,-1 0-1,1 1 0,0-1 0,0 1 0,0-1 0,0 1 0,0-1 0,1 1 0,-1 0 0,1 0 0,0 0 0,-1 0 0,1 0 0,0 0 0,0 0 0,0 0 1,1 1-1,-1-1 0,0 1 0,1-1 0,-1 1 0,1 0 0,-1 0 0,1 0 0,-1 1 0,3-1 11,12-5-913,1 2 0,-1 0 1,16 0 912,-25 3-595,28-3-2887,0 2 0,7 2 3482,-17 1-871,0-1-1,0-2 1,0-1 0,0-1 0,0-1 871,-15 0 2343,-15 0 1997,-11 3-680,4 4-4534,4 1 1013,-1 0 1,1 1-1,0 0 1,1 1-1,-1 0 1,1-1-1,0 2 1,0-1-1,1 1 1,-6 6-140,-46 69 933,45-61-761,0 1 0,2 1 0,1-1 0,0 2 0,2-1 0,0 1-1,2 0 1,0 0 0,2 1 0,0-1 0,1 22-172,2-42 9,0 0 1,1 0-1,-1 1 0,1-1 0,-1 0 0,1 0 0,0 0 1,0 0-1,0 0 0,1 0 0,-1 0 0,1 0 1,0-1-1,-1 1 0,1 0 0,0-1 0,1 0 1,-1 1-1,0-1 0,3 1-9,0 1 12,0-1 1,0 0-1,0 0 0,1-1 1,0 0-1,-1 0 0,1 0 1,0 0-1,0-1 0,0 0 1,2 0-13,0 0 8,1 0 0,0-1 1,-1 0-1,1-1 1,0 0-1,-1 0 1,1 0-1,-1-1 1,1-1-1,-1 1 1,0-1-1,0-1 1,0 0-1,0 0 0,-1 0 1,4-3-9,-4 0-12,0 0 0,-1-1 1,0 1-1,0-1 0,-1-1 0,0 1 1,0-1-1,-1 0 0,0 0 0,0 0 1,-1 0-1,2-9 12,1-13-44,-2-1 0,0 0 0,-2-10 44,6-50 23,-8 91-23,0 1-1,0-1 0,0 0 1,0 1-1,0-1 0,0 1 1,1-1-1,-1 1 0,0-1 1,0 1-1,0-1 0,0 1 1,1-1-1,-1 1 0,0-1 1,1 1-1,-1-1 0,0 1 1,1-1-1,-1 1 0,0-1 1,1 1-1,-1 0 0,1-1 1,-1 1-1,1 0 0,-1 0 0,1-1 1,-1 1-1,1 0 0,-1 0 1,1 0-7,0 0-1,0 1 1,0-1-1,0 1 0,0-1 1,0 1-1,0 0 1,0-1-1,-1 1 0,1 0 1,0-1-1,0 1 1,-1 0-1,1 0 1,-1 0-1,1 0 0,0-1 1,-1 1-1,1 1 8,8 16-14,0 1-1,0 0 1,-2 1-1,-1-1 1,0 2-1,-1 1 15,22 131-9,-24-137 2,7 82-2,-11-156 81,-1 32 8,2 0-1,0 0 0,2-1 1,0 1-1,2 0 0,1 1 1,1-1-1,5-11-79,35-61-629,-21 59-6873,-24 38-1509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6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8 5129,'0'0'4872,"0"0"-2336,0 0-114,0 0-581,0 0-701,-27 28-380,7-7-655,0 1-1,1 1 1,1 0 0,-5 12-105,22-32 8,-1-1-1,1 1 1,0 0 0,0 0 0,1 0 0,-1 0 0,1 0 0,-1 0-1,1 0 1,0 0 0,0 0 0,0 0 0,1 0 0,-1 0 0,1 0-1,-1 0 1,1 0 0,0 0 0,0 0 0,0-1 0,1 1 0,-1 0-1,1-1 1,-1 1 0,3 2-8,3 3 25,1 0 1,0 0-1,0 0 0,1-1 1,9 6-26,-10-7 17,6 4 2,1-1 1,0 0-1,1-1 0,0 0 1,0-2-1,0 1 0,1-2 1,11 2-20,5-1 44,-1-1 0,1-2 1,0-1-1,5-2-44,-32 0 4,-1 1 1,1-2-1,0 1 1,0 0-1,0-1 1,-1 0-1,1-1 1,0 1-1,-1-1 1,1 0-1,-1-1 1,0 1-1,1-1 0,-1 0 1,0 0-1,-1-1 1,1 1-1,-1-1 1,1 0-1,-1 0 1,0-1-1,-1 1 1,1-1-1,-1 0 1,0 0-1,0 0 1,0 0-1,-1-1 0,0 1 1,0-1-1,0 1 1,-1-1-1,0 0 1,0 1-1,0-1 1,-1 0-1,0-4-4,3-24 43,-2 1-1,-3-25-42,2 47 347,-1 1 0,-1 0 0,0 0 0,0 0 0,-1 0 0,0 1 0,0-1 0,-1 1 0,-1 0 0,1 0 0,-2-1-347,5 28 619,0 26-604,-1-22-4,2 0-1,1 0 0,0 0 0,1-1 1,2 1-1,4 16-10,-5-31-5,-1 0 0,2 0 0,-1 0 0,1 0 0,0 0 0,0-1 0,1 0 0,0 0 0,0 0 0,1 0 1,-1-1-1,1 0 0,0 0 0,1 0 0,-1-1 0,1 0 0,0 0 0,0-1 0,0 0 0,0 0 0,0-1 0,4 1 5,53 11-1130,0-2-1,1-3 1,44-1 1130,43-3-6035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7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49 497 13291,'0'0'2104,"0"0"-695,0 0 242,0 0-287,-9 26-337,-26 87-244,34-110-741,0 1 0,0-1 1,1 1-1,-1-1 1,1 1-1,0-1 1,0 1-1,0-1 1,1 1-1,-1-1 0,1 1 1,0-1-1,0 1 1,0-1-1,0 0 1,1 1-1,-1-1 0,1 0 1,0 0-1,0 0 1,0 0-1,0-1 1,0 1-1,1 0 0,-1-1 1,1 0-1,2 3-42,3-1 112,0 0 0,0 0 0,0-1 0,0 1 0,1-2-1,-1 1 1,1-1 0,8 1-112,0 0 67,1-1 1,-1 0-1,1-2 1,0 0-1,-1 0 0,1-2 1,0 0-1,-1-1 0,0-1 1,1-1-1,9-4-67,-17 5-1,-1 0 0,0-1 0,0 0 0,-1-1 0,1 0 0,-1 0 0,0-1 0,-1 0 0,1 0 0,-2-1 0,1 0 0,-1 0 0,0-1-1,-1 1 1,0-1 0,0-1 0,-1 1 0,0-1 0,0 1 0,1-10 1,2-16-72,-2-1 0,-1 0 0,-2 0 0,-1-1 1,-3-15 71,1-9-86,1 17 216,-1 0 0,-2 1-1,-2-1 1,-2 1 0,-7-20-130,14 63 27,0 0 0,0 0-1,0 1 1,0-1 0,0 0 0,0 0-1,0 0 1,0 0 0,0 0 0,-1 0-1,1 0 1,0 0 0,0 0-1,0 0 1,0 0 0,0 0 0,0 0-1,0 1 1,0-1 0,0 0 0,-1 0-1,1 0 1,0 0 0,0 0 0,0 0-1,0 0 1,0 0 0,0 0-1,0 0 1,0 0 0,-1 0 0,1 0-1,0 0 1,0 0 0,0-1 0,0 1-1,0 0 1,0 0 0,0 0 0,0 0-27,-2 24 174,0 35-268,2 3 100,3 0 0,2 0 0,5 13-6,-6-54 3,1-1-1,0 0 0,1 0 1,1 0-1,1-1 0,1 0 1,0-1-1,2 0 0,0 0 1,1-1-1,9 10-2,-16-22-8,0 0 1,0 0 0,0 0-1,1-1 1,-1 0-1,1 0 1,0 0 0,1-1-1,-1 0 1,0 0-1,1 0 1,0-1 0,-1 0-1,1 0 1,0-1-1,0 0 1,0 0 0,0-1-1,0 0 1,4 0 7,-7-1-31,0 1 1,0-1-1,0 0 1,0 0 0,0-1-1,0 1 1,-1-1-1,1 0 1,0 0-1,-1 0 1,0 0-1,1-1 1,-1 1 0,0-1-1,0 0 1,0 0-1,0 0 1,-1 0-1,0-1 1,1 1-1,-1-1 1,0 1 0,0-1-1,-1 0 1,1 0-1,-1 0 1,0 0 30,5-14-131,-1-1 0,-1 0 0,0 0 0,-2 0 1,1-6 130,1-31-282,-3 0 1,-3-37 281,1 88 3,0 0 0,0 0 0,0 0 1,-1 0-1,1 0 0,-1 1 1,-1-1-1,1 0-3,1 4 2,1 1 1,0-1-1,0 1 1,-1-1-1,1 1 1,-1-1-1,1 1 1,0-1 0,-1 1-1,1-1 1,-1 1-1,1 0 1,-1-1-1,1 1 1,-1 0-1,1-1 1,-1 1-1,1 0 1,-1 0-1,0-1 1,1 1-1,-1 0 1,1 0-1,-1 0 1,0 0-1,1 0-2,-1 1 4,0-1-1,0 1 0,0 0 0,0-1 0,0 1 0,0 0 0,0 0 0,0 0 0,1 0 0,-1 0 0,0 0 0,1 0 0,-1 0 1,1 0-1,-1 0 0,1 0 0,-1 0 0,1 1 0,0-1 0,0 0-3,-7 28 109,2 0 0,1 0 1,2 0-1,1 1 0,1-1 0,3 26-109,-1 0 119,-1-41-96,0 0 0,1 0-1,0 0 1,1 0 0,1 0 0,0 0 0,1-1 0,1 1 0,0-2 0,0 1 0,1 0 0,2 1-23,-2-5-2,-1-1 1,1 0-1,0 0 0,1 0 0,0-1 1,0 0-1,0-1 0,1 0 0,0 0 0,0 0 1,1-2-1,-1 1 0,1-1 0,0 0 0,0-1 1,1 0-1,4 0 2,32 2-1057,0-3 0,34-2 1057,-44 0-1453,63 0-5101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37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13083,'0'0'2060,"1"29"642,-1-3-2105,0 11 212,2 0 0,1 0 0,2 0 0,4 14-809,-3-25 422,3 14 423,1-1-1,4 6-844,-14-45 6,0 0-1,0 0 0,0 0 1,0 0-1,0 0 1,0 1-1,0-1 1,0 0-1,0 0 0,0 0 1,0 0-1,0 0 1,0 1-1,0-1 0,0 0 1,0 0-1,0 0 1,0 0-1,0 0 1,0 0-1,0 1 0,0-1 1,0 0-1,0 0 1,0 0-1,0 0 1,1 0-1,-1 0 0,0 0 1,0 1-1,0-1 1,0 0-1,0 0 1,0 0-1,0 0 0,0 0 1,1 0-1,-1 0 1,0 0-1,0 0 1,0 0-1,0 0 0,0 0 1,0 0-1,1 0 1,-1 0-1,0 0 1,0 0-1,0 0 0,0 0 1,0 0-1,1 0 1,-1 0-1,0 0 1,0 0-1,0 0 0,0 0 1,0 0-1,0 0 1,1 0-1,-1 0 0,0 0 1,0 0-1,0 0 1,0 0-1,0 0 1,0-1-1,0 1 0,0 0 1,1 0-6,2-16 113,2-38-219,-4 38 104,2-27-114,3 1-1,1-1 1,9-23 116,-11 49-30,0 0 0,2 0 1,0 0-1,1 0 0,0 1 0,1 1 1,1-1-1,1 2 0,9-11 30,-17 22-4,0-1 0,0 1-1,1-1 1,0 1 0,-1 0-1,1 0 1,0 1 0,1-1 0,-1 1-1,0 0 1,1 0 0,-1 0 0,1 1-1,0-1 1,-1 1 0,1 0 0,0 1-1,0-1 1,0 1 0,0 0 0,-1 0-1,1 0 1,0 1 0,0 0 0,0 0-1,-1 0 1,1 0 0,0 1 0,-1 0-1,0 0 1,1 0 0,-1 1 0,0-1-1,0 1 1,0 0 0,0 0 0,-1 0-1,1 1 1,-1-1 0,0 1 0,0 0-1,1 1 5,7 13-6,-1 1-1,0-1 0,-2 2 0,0-1 1,-1 1-1,-1 0 0,-1 1 0,-1-1 1,1 13 6,1 37 186,-2 0 0,-4 13-186,0-78 24,0-56 128,-2 26-136,1 0 1,2 0 0,0 0-1,2 0 1,0 0 0,2 0-1,1 0 1,1 1 0,2-3-17,1 5 21,1 0 0,0 1 1,2 1-1,0 0 0,13-14-21,-22 28 6,1 1 0,0 0 1,0 0-1,0 0 0,1 0 0,-1 1 1,1 0-1,0 0 0,1 1 0,-1 0 1,0 0-1,1 0 0,0 1 0,0 0 1,-1 0-1,1 0 0,0 1 0,1 0 1,-1 1-1,0 0 0,5 0-6,-7 1 1,-1 0 1,0 0-1,1 1 0,-1 0 0,0 0 1,0 0-1,0 0 0,0 0 0,0 1 1,-1 0-1,1 0 0,-1 0 0,0 0 1,0 0-1,0 1 0,0-1 0,0 1 1,-1 0-1,2 3-1,8 14 1,-2 1 0,0 0 0,2 11-1,2 1 4,1 2 4,1-1 1,11 14-9,-19-36-32,1 0 0,1 0-1,0-1 1,0 0 0,1-1 0,1 0 0,12 9 32,4-2-601,0 0 1,1-2-1,15 5 601,54 19-4290,8-7-5828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10866,'0'0'1450,"0"0"-158,2 31 417,9 101-404,-10-126-1193,0 0 1,0-1-1,1 1 0,-1 0 0,1-1 1,1 0-1,-1 1 0,1-1 0,0 0 1,0 0-1,1 0 0,-1-1 0,1 1 1,0-1-1,0 0 0,1 0 0,-1 0 0,1-1 1,0 0-1,0 0 0,0 0 0,0 0 1,5 1-113,4 1 260,0-1 0,0-1 0,0 0 0,0-1 0,0 0 0,0-1 0,11-1-260,-18 0 58,0 0 0,0 0 0,0-1-1,0 0 1,0 0 0,0 0 0,0-1-1,-1 0 1,1 0 0,-1-1 0,1 0-1,-1 0 1,3-2-58,-6 1 44,1 1 0,-1 0 0,0-1-1,0 0 1,0 1 0,0-1 0,-1 0 0,1-1 0,-1 1-1,0 0 1,-1-1 0,1 1 0,-1-1 0,0 1-1,0-1 1,0 0 0,0 1 0,-1-1 0,0 0 0,0-1-44,0-3 69,0 1 1,-1-1 0,0 0-1,0 1 1,-1-1 0,0 1-1,-1 0 1,1 0 0,-2-1-1,1 2 1,-1-1 0,-3-5-70,-7-7 382,-1 0 0,-1 0 0,-12-10-382,11 12 163,1 0 0,2 0 0,-1-1-1,-3-10-162,13 7-3508,5 19-3122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3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0 273 12579,'0'0'3866,"0"0"-2235,0 0 567,5 25-530,14 80-696,-19-101-927,1-1 1,-1 1-1,1-1 0,0 1 0,1 0 0,-1-1 0,0 0 0,1 1 0,0-1 1,0 0-1,0 0 0,0 0 0,3 3-45,-5-6-1,1 0 0,0 1-1,-1-1 1,1 0 0,0 1 0,0-1-1,-1 0 1,1 0 0,0 0 0,0 0 0,0 0-1,0 0 1,-1 0 0,1 0 0,0 0-1,0 0 1,0 0 0,-1 0 0,1 0 0,0-1-1,0 1 1,-1 0 0,1-1 0,0 1-1,-1-1 1,1 1 0,0-1 0,-1 1 0,1-1-1,0 1 1,-1-1 0,1 1 0,-1-1 1,6-6-131,-1 0 1,0-1-1,0 1 1,0-1 0,-1 0-1,3-8 131,71-209-308,-77 223 322,0-1 0,0 1 1,0-1-1,0 1 0,1-1 0,-1 1 0,0 0 0,1 0 0,0-1 1,0 1-1,-1 0 0,1 1 0,0-1 0,1 0 0,-1 0 1,0 1-1,0 0 0,1-1 0,-1 1 0,1 0 0,-1 0 0,1 0 1,-1 0-1,1 1 0,0-1 0,-1 1 0,1-1 0,0 1 1,0 0-1,-1 0 0,1 0 0,0 1 0,-1-1 0,1 1 0,0-1 1,1 1-15,4 2 29,-1 0 1,1 1-1,-1 0 1,0 0-1,0 0 1,0 1 0,0 0-1,-1 0 1,0 1-1,0 0 1,2 2-30,7 10-2,-1 0 1,0 1-1,-1 1 0,-1 0 1,-1 1-1,-1 0 1,0 0-1,-2 1 0,4 18 2,-6-30 37,-2-19 45,0-26 69,-3 29-142,4-44-14,12-44 5,-12 75 6,0 0-1,2 0 1,0 0-1,0 1 1,2 0-1,4-6-5,-11 21 26,1-1 0,-1 1 0,1 0 0,0-1 0,0 1 1,0 1-1,0-1 0,0 0 0,1 1 0,-1-1 0,1 1 0,-1 0 0,1 1 0,2-2-26,-4 3 11,0-1 0,0 1 0,0-1 0,0 1-1,0 0 1,0 0 0,0 0 0,0 0 0,0 0 0,0 0 0,0 1 0,0-1-1,0 1 1,0-1 0,0 1 0,0 0 0,0 0 0,0 0 0,0 0-1,0 0 1,-1 0 0,1 0 0,0 1 0,-1-1 0,1 1 0,-1-1-1,0 1 1,1-1 0,0 3-11,5 6 16,-1 1 0,0 0 0,-1 0 0,0 1 0,-1 0 0,0 0 0,-1 0 0,0 3-16,16 108 99,-14-82-91,-2-19-194,-1-2 273,1 0 0,0-1 0,2 1 0,0-1 0,2 2-87,-5-16-154,0-1 0,0 0 0,0 0 1,0 0-1,0 0 0,1 0 0,0 0 1,0-1-1,0 1 0,0-1 1,0 0-1,1 0 0,0 0 0,-1 0 1,1-1-1,0 0 0,0 1 1,1-1-1,-1-1 0,0 1 0,1-1 1,-1 1-1,1-1 0,1 0 154,0 0-636,0 1 1,1-1-1,-1-1 0,1 1 0,-1-1 0,1 0 1,-1-1-1,0 0 0,1 0 0,-1 0 1,0 0-1,1-1 0,-1 0 0,0-1 0,0 1 1,-1-1-1,1 0 0,0-1 0,-1 1 1,0-1-1,0 0 0,0 0 0,0-1 0,-1 0 1,0 0-1,2-2 636,35-53 1758,-25 35 663,2 0 1,1 0 0,0 2 0,2 0-2422,33-19 1647,-32 29-1067,1 1 0,0 1 0,1 1-1,0 1 1,16-3-580,38-8 1198,10 3-1198,-39 7 252,-14-2 95,-30 3 236,-22 0-78,-8 4-281,0 1 0,1 1 0,-1 1 0,0 1 0,0 2 0,-23 2-224,44-2 22,0-1-1,0 1 0,0 0 1,0 0-1,0 1 1,0-1-1,0 1 1,0 0-1,0 0 0,1 0 1,-1 0-1,1 1 1,-1-1-1,1 1 0,0 0 1,0 0-1,0 0 1,1 0-1,-1 1 0,1-1 1,0 1-1,0 0 1,0-1-1,-1 3-21,0 4 15,0 1 0,0 0 0,1 0 1,0 0-1,1 0 0,0 0 0,1 0 0,1 9-15,-1-16 3,0 0-1,1 0 1,0 0 0,-1 0 0,1 0-1,1 0 1,-1 0 0,1 0-1,-1 0 1,1 0 0,0-1 0,1 1-1,-1-1 1,0 0 0,1 0-1,0 0 1,1 1-3,1 1 4,1-1-1,-1 0 1,1 0 0,0 0 0,0-1-1,1 0 1,-1-1 0,1 1-1,-1-1 1,2 0-4,8 2-104,-1-2 1,1 0-1,0 0 0,0-1 0,0-1 1,0-1-1,-1 0 0,1-1 0,4-2 104,-14 3-73,0-1 0,0 0 0,0 0-1,0 0 1,0-1 0,0 0 0,-1 0-1,0 0 1,1-1 0,-1 0 0,-1 0-1,1 0 1,0-1 0,-1 1 0,0-1-1,0 0 1,-1 0 0,1-1 0,-1 1-1,1-3 74,5-12-117,-2 0-1,0-1 0,-2 0 1,0 0-1,0-8 118,13-52 362,-18 80-341,0 1-1,0-1 1,0 1 0,0-1-1,0 1 1,0-1 0,1 1-1,-1-1 1,0 1 0,0-1-1,0 1 1,0-1-1,1 1 1,-1-1 0,0 1-1,0-1 1,1 1 0,-1 0-1,0-1 1,1 1 0,-1 0-1,0-1 1,1 1 0,-1 0-1,1-1 1,-1 1-1,1 0 1,-1 0 0,0-1-1,1 1 1,-1 0 0,1 0-1,-1 0 1,1 0 0,-1 0-1,1 0 1,-1 0-1,1 0 1,-1 0 0,1 0-1,-1 0 1,1 0 0,-1 0-1,1 0-20,16 21 158,45 114-25,-45-93-1,2-1 0,1-1 1,2 0-1,2-2 1,14 16-133,-25-45 10,-5-17-19,-4-30-82,-4 29 27,2-14-122,5-46-496,13-54 682,-16 103 26,1 0-1,1 0 0,1 1 1,1 0-1,1 0 0,0 1 0,1 0 1,5-6-26,-12 21 5,-1 0 0,0-1 1,1 1-1,-1 0 1,1 0-1,0 1 0,0-1 1,0 0-1,1 1 0,-1 0 1,1 0-1,-1 0 1,1 0-1,-1 1 0,1-1 1,0 1-1,0 0 0,0 0 1,0 0-1,0 1 0,0-1 1,0 1-1,0 0 1,0 0-1,0 0 0,0 1 1,0-1-1,0 1 0,0 0 1,0 0-1,-1 1 0,1-1 1,0 1-1,-1 0 1,1 0-1,-1 0 0,1 0 1,-1 0-1,0 1 0,0 0 1,0-1-1,2 4-5,4 6 11,-1 1 0,0 0 0,-1 1-1,0-1 1,-1 1 0,0 0 0,-2 1 0,1 0 0,-2-1-1,0 1 1,1 11-11,0 31-231,-1-1 0,-5 34 231,1-15-1117,1-75-3360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4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15363,'0'0'1857,"0"0"-249,0 0 376,13 235-567,-6-137-441,0-9-192,-4-8-344,-3-16-296,0-14-136,0-16-8,0-11-1024,-20-12-3313,3-12-5809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10578,'0'0'3717,"0"0"-2059,0 0 10,38-17-761,127-53-646,-149 63-257,1 1-1,0 1 0,1 0 0,-1 2 0,1 0 0,0 0 1,0 2-1,-1 0 0,1 1 0,6 1-3,-1 0-4,-17 0 52,0 0 0,1 1 0,-1-1 0,0 1-1,-1 1 1,1-1 0,0 1 0,0 0 0,-1 0 0,0 0-1,0 1 1,0 0 0,0 0 0,0 0 0,-1 1-1,0-1 1,0 1 0,3 4-48,-3-3 192,1 0 1,0 0-1,0-1 1,1 0-1,-1 0 0,1-1 1,0 1-1,1-1 1,-1 0-1,0-1 0,1 0 1,0 0-1,0 0 0,6 1-192,-5-3 56,0 1-1,0-1 0,1-1 0,-1 1 0,0-1 1,0-1-1,1 0 0,-1 0 0,0 0 0,5-3-55,-9 3 5,-1-1 0,1 1-1,-1-1 1,0 0-1,0 0 1,0 0 0,0-1-1,0 1 1,0-1 0,-1 1-1,1-1 1,-1 0-1,0 0 1,0 0 0,0 0-1,0-1 1,-1 1 0,1 0-1,-1-1 1,1 1-1,-1-1 1,-1 1 0,1-1-1,0-2-4,2-17 59,-1 0 0,0 0 0,-2 0 0,-1 0 0,-2-8-59,3 29 8,0 1 0,0-1 0,-1 0-1,1 1 1,0-1 0,-1 1 0,0-1 0,1 0 0,-1 1-1,0-1 1,0 1 0,0 0 0,0-1 0,0 1 0,0 0 0,0-1-1,0 1 1,0 0 0,-1 0 0,1 0 0,0 0 0,-1 0-1,1 0 1,-1 1 0,1-1 0,-2 0-8,-4-1-454,1 1 0,0 0 0,0 0 0,-1 1 0,1 0 0,-4 0 454,6 0-594,-19 0-5970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4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 11707,'0'0'1456,"0"0"272,0 0-207,63 205 159,-60-137-232,-3-5-24,0-10-183,-16-11-513,-8-12-368,-2-12-256,-4-3-32,-6-9-72,-7-3-520,-27-3-824,11 0-2345,3-12-3065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0 154 8706,'0'0'2110,"0"0"-187,0 0 323,0 0-1092,0 0-727,33-24-175,108-71 96,-134 90-283,0 1 0,1 0 0,0 0-1,0 1 1,0 0 0,0 0 0,1 1 0,-1 0-1,1 0 1,-1 1 0,1 0 0,-1 0-1,1 1 1,7 1-65,6 0 134,-15-2-118,1 1 0,0 0 0,-1 1 0,1 0 0,-1 0 1,1 1-1,-1-1 0,0 2 0,1-1 0,-1 1 1,0 0-1,0 0 0,-1 1 0,1 0 0,-1 0 1,0 1-1,0 0 0,0 0 0,-1 0 0,0 1 0,0-1 1,4 7-17,31 44 82,-3 3 1,-2 0 0,17 44-83,42 72 190,-75-143-191,1 2 100,1 0 0,2-2 0,13 15-99,-30-40-28,0 0 0,0-1-1,1 0 1,0 0 0,0 0 0,0 0 0,1-1-1,0-1 1,0 1 0,0-1 0,0-1-1,1 1 1,0-1 0,-1-1 0,1 0 0,0 0-1,4 0 29,-9-2-349,0 1-1,-1-1 0,1 0 1,-1 0-1,1-1 0,0 1 1,-1-1-1,1 0 1,-1 0-1,0 0 0,1 0 1,-1-1-1,0 1 0,1-1 1,-1 0-1,0 0 0,1-1 350,15-24-6712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620 1 12227,'0'0'2136,"0"0"-1432,0 0 200,-93 199 513,43-92-41,-9 6-416,-1-3 48,-6-8-207,6-10-201,1-18-152,6-11-168,7-16-160,13-11-72,6-12-48,14-6-456,13-15-1289,0-3-2928,16 0-1960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7938,'0'0'2115,"0"0"52,0 0 5,0 0-631,31-26-252,102-78-72,-129 100-1147,1 0 1,1 1 0,-1-1 0,1 2 0,-1-1 0,1 0-1,0 1 1,0 0 0,0 0 0,0 1 0,0 0 0,0 0-1,0 0 1,0 1 0,1 0 0,-1 0 0,0 0-1,3 1-70,7 1 114,-11-1-101,1 0 0,0 1 0,0 0 0,0 0 1,-1 0-1,1 1 0,-1 0 0,0 0 0,0 0 0,0 0 0,0 1 1,-1 0-1,1 0 0,-1 0 0,0 1 0,0 0 0,-1-1 0,1 1 1,-1 0-1,0 1 0,0-1 0,0 2-13,11 22 5,-1 1-1,-2 0 1,6 23-5,-10-32 10,10 39 26,-9-28-28,2-1 0,1-1 0,1 0 0,1 0 0,8 10-8,-16-32 6,0-1-1,0 0 1,1 0-1,0 0 0,0 0 1,1-1-1,0 0 1,0-1-1,0 1 0,0-1 1,1-1-1,0 1 1,0-1-1,1-1 0,-1 1 1,1-2-1,-1 1 1,1-1-1,0 0 0,0-1 1,5 0-6,5 1 9,1-1 1,0-1-1,0-1 1,0 0 0,-1-2-1,1 0 1,-1-1-1,0-1 1,7-3-10,-18 4 54,0 1-1,-1-1 1,1 0 0,-1-1-1,1 0 1,-2 0 0,1 0 0,0-1-1,-1 0 1,0-1 0,0 1 0,-1-1-1,0 0 1,0 0 0,-1-1 0,1 1-1,-2-1 1,1 0 0,-1 0-1,0-1 1,-1 1 0,1-4-54,1-19 347,-1 0 1,-1 0-1,-1-1 1,-2 1-1,-1 0 1,-3-8-348,0-3-78,3 0 0,1-1 0,2 1 78,0 40-253,-1-1 1,0 1-1,1 0 0,-1 0 0,1 0 1,0 0-1,-1 0 0,1 0 1,0 1-1,0-1 0,0 0 0,1 0 1,-1 1-1,0-1 0,1 0 0,-1 1 1,1-1-1,0 1 253,9-9-5865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6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228 218 12827,'0'0'1571,"0"37"-119,0 260 2158,-3 47-455,0 6-3827,-9-366-1157,-27-73-5521,5-1 1,-9-42 7349,2 8-1090,28 86 2051,2 0 0,2-1 1,1 0-1,2-1 0,2-2-961,3 24 400,0-1 0,1 0-1,1 0 1,1 1 0,1-1 0,1 1-1,0-1 1,1 1 0,1 0-1,0 1 1,8-14-400,0 7 305,0 1-1,2 1 1,0 1-1,1 0 0,1 1 1,2 0-1,-1 2 1,2 0-1,0 2 1,2 0-1,-1 1 0,2 2 1,0 0-1,0 1 1,1 2-1,1 0 1,0 2-1,0 1 0,0 1 1,1 1-1,0 1 1,9 1-305,-30 3 35,1-1 0,-1 1 0,0 0 0,1 1 0,-1 0 1,0 0-1,0 0 0,1 1 0,-1-1 0,0 2 0,0-1 0,-1 1 1,1-1-1,-1 2 0,1-1 0,-1 1 0,0-1 0,0 1 0,0 1 1,-1-1-1,1 1 0,-1 0 0,0 0 0,-1 0 0,1 0 0,-1 0 1,0 1-1,0 0 0,-1 0 0,1 0 0,0 3-35,3 16 99,0 0-1,-2 0 1,-1 0-1,0 0 1,-2 0-1,-1 1 1,-2-1-1,-3 24-98,2-32 104,-1-1-1,0 1 0,-2-1 1,0 0-1,0 0 0,-2 0 0,0-1 1,0 0-1,-2-1 0,0 0 1,0 0-1,-1-1 0,-1-1 0,-12 11-103,12-11 119,-1-2 0,0 0 0,0 0-1,-1-1 1,-1-1 0,1 0 0,-1-1-1,0-1 1,-1 0 0,1-1 0,-1-1-1,0 0 1,0-1 0,-1-1 0,-9 0-119,25-2-7,1 0-1,-1 0 1,1-1 0,-1 1 0,0 0 0,1 0 0,-1-1-1,1 1 1,-1 0 0,1-1 0,-1 1 0,1-1 0,-1 1-1,1-1 1,-1 1 0,1-1 0,-1 1 0,1-1 0,0 1-1,-1-1 1,1 1 0,0-1 0,-1 0 0,1 1 0,0-1-1,0 0 1,0 1 0,0-1 0,0 1 0,0-1 0,0 0-1,0 1 1,0-1 0,0 0 0,0 1 0,0-1 7,5-28-894,-1 23 324,0 0 1,0 0 0,0 1-1,1-1 1,0 1 0,0 0-1,0 0 1,1 0 0,-1 1-1,1 0 570,33-23-6338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7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86 1280,'0'0'10583,"0"0"-7232,-3 34-1567,-8 109-194,10-129-1293,0 1 0,0 0 0,2-1 1,0 1-1,0-1 0,2 1 0,0-1 0,0 0 0,4 9-297,-4-18 60,-1 0 1,1-1-1,0 0 0,0 1 0,0-1 1,0 0-1,1-1 0,-1 1 0,1-1 1,0 1-1,0-1 0,1 0 0,-1-1 0,1 1 1,-1-1-1,1 0 0,0 0 0,0 0 1,0 0-1,0-1 0,0 0 0,0 0 0,5 0-59,10 1 110,1 0 1,0-1 0,0-1 0,0-1 0,14-3-112,-26 3 19,-1 0 1,1-1-1,-1-1 0,1 1 0,-1-1 0,0-1 0,0 1 1,0-1-1,-1-1 0,0 1 0,1-1 0,-1-1 1,-1 1-1,5-5-19,-8 5 84,1 0 1,-1 0-1,0-1 1,-1 1 0,1-1-1,-1 1 1,0-1-1,-1 0 1,1 0-1,-1 0 1,0 0 0,-1 0-1,0 0 1,1 0-1,-2 0 1,1 0-1,-1-4-84,-1-1 75,0 0-1,0 0 0,-1 0 1,0 0-1,-1 0 0,0 1 1,-1-1-1,-4-6-74,-8-11 199,-2 1 0,-1 1 0,-1 1 0,-1 0 0,-1 2 0,-25-20-199,46 41-9,-1 0 0,1 0 0,-1 0 0,0 0 0,0 1 0,1-1 0,-1 1 0,0 0 0,-1 0 1,1 0-1,0 0 0,0 0 0,0 1 0,0-1 0,-1 1 0,-2 0 9,4 1-215,1-1 1,-1 1-1,1-1 0,0 1 1,-1 0-1,1-1 0,0 1 1,-1 0-1,1 0 0,0 0 1,0 0-1,0 0 0,0 0 1,0 1-1,0-1 0,0 0 1,0 0-1,0 1 0,1-1 1,-1 1-1,0-1 0,1 0 1,-1 1-1,1-1 0,0 1 1,-1 0-1,1-1 0,0 1 1,0-1-1,0 1 0,0 0 215,0 20-6621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7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16307,'0'0'2737,"0"0"-1905,0 0 481,0 0 127,63 152-432,-44-101-664,1-1-256,-3-5-16,-4-4-72,0-8-440,10-12-1032,-3-12-3809,3-9-8362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7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13515,'0'0'1463,"0"0"-700,0 0-32,0 0-46,0 0-202,22 29-176,75 95 21,-84-108-140,0 2 0,-1 0 0,-1 1 1,0 0-1,-2 0 0,6 16-188,-12-24 194,0 0 0,-1 1 0,0-1-1,-1 1 1,0-1 0,0 1 0,-2 0-1,1-1 1,-1 1 0,-3 10-194,3-19 33,0 0 1,0 0-1,0 0 0,-1-1 1,1 1-1,-1 0 0,0-1 1,1 1-1,-1-1 0,-1 1 1,1-1-1,0 0 0,0 0 1,-1 0-1,1 0 0,-1 0 1,0 0-1,1-1 0,-1 1 1,0-1-1,0 0 0,0 0 1,0 0-1,0 0 0,0-1 1,-2 1-34,-12 2 68,1-1 1,-1 0 0,0-2 0,-7 0-69,16 0 19,-5 0-3,-8 1-26,1-1-1,-1-1 1,1-1 0,0-1 0,0-1 0,-16-4 10,-3-3-1373,13 9-2575,18 2-1082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8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0 14523,'0'0'1929,"0"0"-985,0 0 680,-142 205-792,109-92 8,10 12-327,6 0-209,11-6-200,6-14 0,0-22-56,3-18 0,13-20-48,21-12-152,-7-15-1681,9-12-3472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48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2537,'0'0'6594,"0"0"-3281,0 0-985,0 0-451,35 6-558,-35-6-1319,48 9 553,-1 2-1,8 4-552,-46-11 104,0 0-1,0 0 0,-1 0 0,0 1 1,0 1-1,0-1 0,-1 1 1,1 0-1,-2 1 0,1 0 0,-1 0 1,0 0-1,0 1 0,-1 0 0,4 7-103,4 3 186,7 13 141,-2 1 0,-1 1 0,-1 0 0,7 24-327,40 142 862,-38-114-644,-25-85-186,0 0 1,0 0-1,0 0 1,1 0 0,-1-1-1,0 1 1,0 0-1,0 0 1,0 0 0,0 0-1,0 0 1,0 0-1,0 0 1,1 0 0,-1 0-1,0 0 1,0 0-1,0-1 1,0 1 0,0 0-1,0 0 1,1 0-1,-1 0 1,0 0 0,0 0-1,0 0 1,0 0-1,0 0 1,0 0 0,1 0-1,-1 0 1,0 0 0,0 0-1,0 1 1,0-1-1,0 0 1,0 0 0,1 0-1,-1 0 1,0 0-1,0 0 1,0 0 0,0 0-1,0 0 1,0 0-1,0 1-32,4-30 462,0-40-364,-4-241-5,1 308-93,-2-1-1,1 0 1,0 1 0,0-1 0,-1 1-1,1-1 1,-1 0 0,0 1-1,0-1 1,0 1 0,0-1-1,0 1 1,0 0 0,-1-1 0,1 1-1,-1 0 1,0 0 0,-1-1 0,1 2-6,0 0 0,0 0 0,0 1 0,0-1 0,0 1 0,0-1-1,0 1 1,0 0 0,-1 0 0,1 0 0,0 0 0,0 0 0,0 0 0,0 0 0,0 1 0,0-1 0,0 1 0,-1 0 0,2 0 0,-1-1 0,0 1 0,0 1 0,0-1 0,0 0 0,0 1 6,-43 26-10,1 3 1,-16 15 9,-30 22 0,-157 93-6,247-161-161,-1-1 0,1 1 1,-1 0-1,1-1 0,-1 1 0,1 0 1,-1-1-1,1 1 0,0-1 1,-1 1-1,1-1 0,0 1 0,0-1 1,-1 1-1,1-1 0,0 1 1,0-1-1,0 1 0,0-1 0,-1 0 1,1 1-1,0-1 0,0 1 0,0-1 1,0 1-1,0-1 0,1 0 1,-1 1-1,0-1 0,0 1 0,0-1 1,0 1-1,1-1 0,-1 1 1,0-1-1,0 1 167,1-6-1716,-1-11-2786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50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12163,'0'0'2504,"0"0"-386,0 0-603,0 0-659,28 23-196,-4-5-503,-10-9-75,1 2-1,-1 0 1,-1 0 0,0 1 0,-1 1 0,0 0 0,-1 1-1,-1 0 1,0 1 0,-1 0 0,0 0 0,-1 1-1,0 2-80,7 30 140,-2 2 1,-1-1 0,-3 1 0,-3 1 0,-1-1 0,-3 1 0,-2 0 0,-2 0 0,-4 19-142,1-39 49,-2 0 1,-1-1-1,-1 1 1,-2-2-1,0 0 0,-16 27-49,-25 37-4043,-26 31 4043,55-88-2213,-14 20-4363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0:52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4201,'0'0'7016,"0"0"-3539,0 0-1550,0 0-803,0 0-685,0 8-356,0-1-234,1-1 306,-1 0 0,0 0 1,-1 1-1,0-1 0,0 0 0,0 0 0,-1 2-155,1-6 119,0 0 0,0 0 0,-1 1 0,1-1 0,0 0 0,-1 0 0,1 0 0,-1-1 0,0 1 0,1 0 0,-1-1 0,0 1 0,0-1 0,0 1 0,0-1 0,0 0 0,-1 0 0,1 0 0,0 0 0,0 0 0,-1-1 0,1 1 0,-1-1-119,-17 1 594,20-1-582,-1 0 1,1 0 0,0 0-1,-1 0 1,1-1-1,0 1 1,-1 0-1,1 0 1,0 0 0,0 0-1,-1-1 1,1 1-1,0 0 1,-1 0-1,1-1 1,0 1 0,0 0-1,0-1 1,-1 1-1,1 0 1,0 0-1,0-1 1,0 1 0,0 0-1,0-1 1,0 1-1,-1 0 1,1-1-1,0 1 1,0 0 0,0-1-1,0 1 1,0 0-1,0-1 1,0 1-1,1 0 1,-1-1 0,0 1-1,0 0 1,0-1-1,0 1 1,0 0-1,0-1 1,1 1 0,-1 0-1,0-1 1,0 1-1,0 0 1,1 0-1,-1-1 1,0 1 0,0 0-1,1 0 1,-1-1-1,0 1 1,1 0-13,-1 0 10,0-1 1,0 1-1,1-1 1,-1 1-1,0-1 1,1 1-1,-1 0 1,0-1-1,1 1 1,-1 0-1,1-1 1,-1 1-1,0 0 1,1-1-1,-1 1 0,1 0 1,-1 0-1,1 0 1,-1-1-1,1 1 1,-1 0-1,1 0 1,-1 0-1,1 0 1,-1 0-1,1 0 1,-1 0-1,1 0 1,-1 0-1,1 0 0,-1 0 1,1 0-1,-1 0 1,1 1-1,-1-1 1,1 0-1,-1 0 1,1 0-1,-1 1 1,1-1-1,-1 0 1,0 1-1,1-1 1,-1 0-1,0 1 1,1-1-1,-1 1 0,1-1-10,-1 1 6,1 0 0,0 0-1,-1 0 1,0 0-1,1 1 1,-1-1-1,1 0 1,-1 0 0,0 0-1,0 0 1,0 0-1,0 1 1,1-1-1,-2 0 1,1 0 0,0 0-1,0 0 1,0 1-1,0-1 1,-1 0-1,1 0 1,-1 0 0,1 0-1,-1 0-5,-1 2 17,0 0 1,-1 0-1,0-1 0,1 1 1,-1-1-1,0 0 0,0 0 1,-1 0-1,1 0 0,0-1 1,0 1-1,-1-1 0,1 0 1,-1 0-1,0 0 1,1 0-1,-1 0 0,1-1 1,-1 0-1,0 0 0,-2 0-17,5 0 7,1-1-1,-1 1 0,1-1 1,-1 1-1,1-1 0,-1 1 1,1-1-1,-1 1 0,1-1 1,0 1-1,-1-1 1,1 0-1,0 1 0,0-1 1,-1 0-1,1 1 0,0-1 1,0 0-1,0 1 1,0-1-1,0 0 0,0 1 1,0-1-1,0 0 0,0 0 1,0 1-1,0-1-6,0-29-22,0 21-93,0 9-404,0 15-3583,0 5-410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03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60 10442,'0'0'3745,"0"0"-1388,0 0-50,0 0-623,0 0-941,0 5-380,0 128 1431,-5 0 1,-7 0-1,-7 14-1794,-10 10 467,8 1-1,6 0 0,7 21-466,1-466-210,20-85-40,-2 109 156,-10 241 89,1 0 1,0-1 0,2 1-1,1 0 1,0 1 0,2-1 0,0 1-1,2 1 1,0-1 0,1 1-1,1 1 1,1 0 0,1 1 0,11-13 4,-23 29-4,0 1 0,0 0 0,0 0 1,0 0-1,0-1 0,0 1 1,0 0-1,1 0 0,-1 1 0,0-1 1,1 0-1,-1 0 0,0 1 1,1-1-1,-1 0 0,1 1 0,-1 0 1,1-1-1,-1 1 0,1 0 1,0 0-1,-1 0 0,1 0 0,-1 0 1,1 0-1,-1 0 0,1 0 1,-1 1-1,1-1 0,-1 0 0,1 1 1,-1 0-1,1-1 0,-1 1 1,1 0-1,-1 0 0,0 0 0,0-1 1,1 1-1,-1 1 0,0-1 1,0 0-1,0 0 0,0 0 0,0 1 1,0 0 3,7 9-20,-1 0 1,-1 0 0,0 0 0,0 1 0,1 5 19,-3-6 17,21 56-19,14 30 31,-35-88-49,1-1 0,0 0 0,0 0 0,1-1 0,-1 0 0,2 0 0,-1 0 0,1 0 0,7 4 20,-5-6-328,1 0 0,0-1 0,-1 0 0,1 0 1,1-1-1,-1-1 0,0 0 0,1 0 0,-1-1 0,1 0 0,8-1 328,-1 1-1153,41 1-4577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03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0 11466,'0'0'1727,"0"0"5,0 0-335,-30 11-583,-5 0-592,13-5-38,0 1 1,0 1-1,1 1 0,1 1 0,-1 1 0,2 1 0,-7 5-184,-17 12 535,7-5 324,2 0 0,-29 28-859,42-27 447,21-24-436,0-1-1,-1 0 0,1 1 0,0-1 0,0 1 0,0-1 0,0 1 0,0-1 0,0 1 0,0-1 1,0 1-1,0-1 0,0 0 0,0 1 0,0-1 0,0 1 0,0-1 0,0 1 0,0-1 0,0 1 1,0-1-1,1 0 0,-1 1 0,0-1 0,0 1 0,1-1 0,-1 0 0,0 1 0,0-1 0,1 0 1,-1 1-1,0-1 0,1 0 0,-1 1 0,1-1 0,-1 0 0,0 0 0,1 1 0,-1-1 0,1 0 1,-1 0-1,1 0 0,-1 0 0,0 0 0,1 0 0,-1 0 0,1 0 0,-1 0 0,1 0 0,-1 0 1,1 0-1,-1 0 0,1 0 0,-1 0 0,1 0 0,-1 0 0,0 0 0,1-1 0,-1 1-10,18-1 65,-1-1-1,0 0 0,1-1 0,-2-1 0,1-1 1,0 0-1,-1-2 0,0 1 0,0-2 0,13-8-64,24-18 47,-1-2 0,18-19-47,-25 20 141,-44 34-116,1 0 0,-1 0 1,1 0-1,-1 0 0,1 0 1,-1 0-1,1 0 0,0 1 1,-1-1-1,1 1 0,0-1 1,0 1-1,-1 0 1,1 0-1,0 0 0,0 0 1,0 0-1,0 0 0,-1 0 1,1 0-1,0 1 0,0-1 1,-1 1-1,1-1 0,0 1 1,-1 0-1,1 0 1,-1-1-1,1 1 0,-1 0 1,1 1-1,-1-1 0,1 0 1,-1 0-1,0 1 0,0-1 1,0 0-1,0 1 0,0-1 1,0 1-1,0 0 1,0-1-1,0 1 0,0 0-25,4 9 85,0 0-1,0 0 1,-1 0-1,-1 1 1,0-1 0,0 3-85,4 40 464,-2 0 1,-2 0 0,-3 0 0,-5 31-465,-6 29 360,5-72-348,2-1 0,2 0 0,4 39-12,-2-79-43,0 1 0,0-1 0,1 0 1,-1 0-1,1 0 0,-1 1 0,1-1 0,-1 0 1,1 0-1,0 0 0,0 0 0,-1 0 0,1 0 1,0 0-1,0 0 0,0 0 0,0-1 0,0 1 1,0 0-1,0-1 0,1 1 0,-1 0 0,0-1 1,0 0-1,0 1 0,1-1 0,-1 0 0,0 1 1,0-1-1,1 0 0,-1 0 43,49 1-2581,-33-2 389,19 1-4411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03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1 14147,'0'0'1856,"0"0"673,0 0-817,-109 172-663,66-106 103,-7-1-264,1-2-288,2-7-232,4-8-128,7-12-120,9-10-64,11-8-40,6-9-16,7-9-232,3-3-552,0-23-1560,0-4-4778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04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14195,'0'0'2144,"0"0"-239,0 0 71,0 0-631,0 0-313,182 167-208,-156-117-200,-2 1-336,-1-7-176,0 1-48,3-6-64,8-4 0,-1-5-664,23 0-1368,-7-9-3610,-6-12-9425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04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8890,'0'0'2833,"0"0"-346,0 0 700,0 0-1613,0 0-1162,-4 27-5,-14 123 2653,4 60-3060,13-143 620,-2 4-26,4 0-1,3-1 1,9 49-594,-10-99 8,1 0-1,1 0 1,1-1 0,1 0 0,0 0-1,2 0 1,0-1 0,1 0-1,1-1 1,0 0 0,1-1 0,1 0-1,1-1 1,0-1 0,2 1-8,-12-12-177,0 0 1,0 0-1,0 0 1,0-1-1,1 1 1,-1-1-1,1 0 1,0 0-1,0-1 1,-1 1-1,6 0 177,34 1-5148,-17-3-1414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04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10322,'0'0'2705,"0"0"-243,-11 31-34,-3 6-1764,-7 21 668,2 0 0,-4 30-1332,10-27 639,2 0 1,3 0 0,3 1-1,3 0 1,2 0 0,4 21-640,-2-72 24,0 0 0,0 0 0,1 0 0,0 0 0,0-1 0,2 1 0,-1-1 0,1 0 0,1 0-1,0 0 1,0-1 0,8 8-24,-9-10-16,1-1 0,1 0-1,-1-1 1,1 0-1,0 0 1,0 0-1,0-1 1,1 0-1,0 0 1,0-1-1,0 0 1,0-1 0,0 1-1,0-1 1,1-1-1,-1 0 1,2 0 16,-2 0-235,0-1 0,0 1 0,0-1 0,0-1 0,0 0 0,0 0 0,-1 0 0,1-1 0,0 0 0,-1-1 0,1 0 0,-1 0 0,6-4 235,-4 1-1167,0-1 1,0 0 0,-1 0-1,0-1 1,0 0 0,1-3 1166,22-28-8581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05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11827,'0'0'2952,"0"0"57,0 0-209,0 0-1695,0 0-697,172-36-232,-82 25-88,2-1-80,-6 3-8,14-3-184,-21 6-1785,-16 0-3888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05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5169,'0'0'4830,"0"0"-2066,0 0-413,0 0-948,0 0-687,0 0 176,17 11 51,-11-6-850,12 6 148,-1 1 1,0 1-1,-1 1 0,-1 0 0,0 1 0,10 14-241,-6-3 195,0 1 0,-2 0 0,-2 2 0,0 0 0,-2 0 0,-1 2 0,-1-1 0,-1 2-1,-2-1 1,-2 1 0,-1 0 0,-1 0 0,-2 1 0,-1 1-195,1 26 274,-4-1-1,-2 0 1,-2 1 0,-4-2-1,-5 16-273,-15 31 379,13-51-123,2 0 0,1 12-256,14-65-335,0 7 619,1-6-5534,7-2-2178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06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10906,'0'0'2969,"0"0"-873,0 0-687,0 0-473,0 0-192,195-12-8,-129 6-184,-10-3-136,-6 6-264,-14-3-56,-6 6-96,-10 0-320,-4 0-1392,-6 0-2105,-3 0-3448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06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7394,'0'0'2568,"0"0"-687,0 0 823,0 0-503,0 0-689,0 0-672,178 15-400,-105-15-272,-3 0-48,-8-6-112,-5 0-8,-11 6-960,-16 0-1416,-14 0-2962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45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12659,'0'0'2290,"0"0"253,0 0-377,0 0-812,0 0-396,0 0-126,9-2-229,49-5-72,0 2-1,-1 2 1,57 6-531,-10-1 56,-52-1-61,-32 1 6,0-1 0,-1-1-1,1-1 1,0-1 0,-1 0 0,1-2-1,-1 0 1,0-1 0,3-2-1,-21 7-25,-1 0 1,0 0-1,1 0 0,-1 0 1,0 0-1,1-1 1,-1 1-1,0 0 0,1 0 1,-1 0-1,0 0 1,0 0-1,1 0 0,-1-1 1,0 1-1,0 0 1,1 0-1,-1-1 1,0 1-1,0 0 0,1 0 1,-1-1-1,0 1 1,0 0-1,0 0 0,0-1 1,0 1-1,1 0 1,-1-1-1,0 1 0,0 0 1,0-1-1,0 1 1,0 0-1,0 0 0,0-1 1,0 1-1,0 0 1,0-1-1,0 1 1,0 0-1,0-1 0,0 1 1,0 0-1,-1-1 1,1 1-1,0 0 0,0 0 1,0-1-1,0 1 1,-1 0-1,1-1 0,0 1 1,0 0-1,0 0 1,-1 0-1,1-1 1,0 1 24,-19-9-2287,-12 2-2812,-2 2-3646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45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10058,'0'0'2387,"0"0"-552,0 0-666,0 0-432,0 0 251,0 0 191,-7 20-68,3-8-932,-5 14 335,1 1 1,1 1-1,1-1 1,1 1-1,1 7-514,3 280 2188,2-164-1587,0-130-530,1-1 0,0 1 1,2-1-1,0 0 0,1 0 0,2 0 1,0 0-1,1-1 0,0-1 0,2 1 1,0-1-1,1-1 0,1 0 0,1 0 1,0-1-1,1-1 0,0-1 0,2 0 1,2 2-72,-10-11 11,1 0 1,0-1 0,0 0 0,0 0-1,0-1 1,1 0 0,0 0 0,-1-1-1,1 0 1,0-1 0,0 0 0,0-1-1,0 0 1,0-1 0,0 0 0,0 0-1,0-1 1,0 0 0,-1-1-12,17-5-27,-1 0 0,0-2 1,0-1-1,-1-1 0,-1-1 0,10-7 27,-27 16-105,-1 1 0,1-1 0,-1 0 0,0 0-1,-1-1 1,1 0 0,-1 1 0,0-1 0,0-1 0,0 1-1,-1-1 1,2-2 105,-3 3-861,0-1 0,0 1 0,-1-1 0,0 0 0,0 0 0,0 1 1,0-1-1,-1-6 861,0-2-5108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46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9722,'0'0'2814,"0"0"-960,0 0-326,0 0-101,0 0-260,0 0-175,24 3-153,52 5 1027,51-1-1866,-30-9 608,0-5 1,16-6-609,-22-1-5339,22-10 5339,-70 12-5148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48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8106,'0'0'4809,"0"0"-3129,0 0-294,-4 39-5,0-6-1071,-9 85 2073,4 30-2383,8-96 631,-7 473 3230,9-483-3736,3 0 1,1 1 0,2-2 0,2 1 0,2-1-1,1 0 1,2-1 0,2-1 0,7 11-126,-21-46-107,1 0 0,-1 0 0,1-1-1,-1 1 1,1 0 0,0-1 0,0 0 0,1 0 0,-1 0 0,1 0 0,-1 0 0,1-1 0,0 1-1,0-1 1,0 0 0,0 0 0,0-1 0,4 2 107,-2-2-672,-1 0 0,0-1 0,0 1 0,1-1 0,-1 0 0,0-1 0,1 1-1,-1-1 1,0 0 0,4-1 672,24-13-7492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49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78 379 11867,'0'0'1627,"0"0"174,0 0 222,0 0-725,34 14-339,109 45-56,-125-54-746,-1 0 1,1-1-1,0 0 0,0-2 1,0 0-1,0-1 1,0 0-1,0-2 1,7-1-158,28 0 320,21 3-42,-35 1-215,1-2 0,-1-1 0,0-2 0,34-8-63,-68 9 19,-1 1-1,1-1 1,-1 0-1,0 0 1,0-1 0,1 0-1,-1 1 1,-1-1 0,1 0-1,0-1 1,-1 1 0,0-1-1,0 0 1,0 1 0,0-1-1,0-1 1,-1 1 0,0 0-1,0-1 1,0 1 0,0-1-1,-1 1 1,0-1 0,0 0-1,0-1-18,2-10 26,0-1 0,-2 1-1,0-1 1,-1 0-1,0 0 1,-3-12-26,1 22 8,0-1 0,0 1 1,-1 0-1,-1 0 0,1 0 0,-1 0 1,0 0-1,0 1 0,-1 0 0,0-1 1,0 2-1,0-1 0,-3-1-8,-19-18 46,-1 1 0,-6-2-46,31 24 2,-7-6 15,-1 1 0,0 0 0,0 1 0,-1 0 0,0 1 0,0 0 0,0 1 0,-1 1 0,-7-2-17,-10 0 35,1 2 0,-1 1 0,-18 2-35,35 1 15,1 0 1,0 2 0,-1-1 0,1 2-1,0-1 1,1 2 0,-1 0-1,1 0 1,0 1 0,0 0 0,1 1-1,-1 0 1,-6 7-16,-9 8 123,0 1-1,2 1 1,1 1 0,-10 15-123,10-6 66,2 0 0,1 2 0,2 0 1,1 1-1,2 1 0,1 1 0,3 0 0,1 0 1,-3 27-67,10-47 32,0 1 0,1 0 0,1 0 0,1 0 1,1-1-1,1 6-32,-1-16 26,1 0 0,0-1 1,0 0-1,1 1 0,0-1 1,0 0-1,1 0 0,0-1 1,0 1-1,1-1 0,0 0 1,1 0-1,-1-1 0,1 1 1,2 1-27,11 7 78,1-1 1,0 0-1,1-2 1,0 0-1,1-1 1,0-2-1,0 0 1,1-1-1,1-1 0,-1-1 1,1-2-1,12 2-78,50 2 301,1-3-1,76-6-300,-59-1 45,-91 3-12,0-1 1,0-1 0,0 0-1,-1 0 1,1-2-1,0 0 1,1 0-34,-10 1 3,0 0 1,-1 0-1,1 0 0,-1 0 1,1 0-1,-1-1 0,0 0 1,0 1-1,0-1 0,0 0 1,0-1-1,-1 1 0,0 0 1,1-1-1,-1 1 0,0-1 1,-1 0-1,1 0 0,-1 1 1,1-1-1,-1 0 1,0 0-1,0-4-3,2-16-880,-1 1 1,0-1 0,-2-8 879,0-13-3517,3 6-3431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0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10666,'0'0'2417,"0"0"-425,0 0 69,0 0-618,0 0-534,0 0-314,-6 8 38,2 12-198,0 1 0,2-1 0,0 1 0,1 1-435,-3 39 654,-5 36 188,4 1-1,6 48-841,0-139 5,-1 0-1,1 0 0,1 0 1,-1 0-1,1 0 0,0-1 0,1 1 1,0-1-1,0 1 0,0-1 1,1 0-1,0 0 0,0 0 1,0-1-1,1 1 0,0-1 1,0 0-1,0-1 0,1 1 0,-1-1 1,1 0-1,0 0 0,0-1 1,1 0-1,-1 0 0,1 0 1,-1-1-1,1 0 0,0 0 0,0-1 1,0 0-1,0 0 0,0 0 1,0-1-1,3 0-4,-1 0-44,1 0 1,-1-1-1,0 0 1,1 0-1,-1-1 1,0 0-1,5-2 44,-10 2-125,0 0 0,0 0-1,0 0 1,-1 0 0,1-1-1,-1 0 1,0 1 0,0-1-1,0 0 1,0-1 0,0 1-1,-1 0 1,1-1 0,-1 0-1,0 1 1,0-1 0,0 0-1,0-1 126,2-7-980,0-1 0,-1 0 0,-1 0 0,0 0-1,0-2 981,-1-19-4391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6977,'0'0'5282,"0"0"-3722,0 0 120,0 0-703,0 0-473,0 0 88,0 0-176,182-21-256,-132 15-160,13 6-480,-10 0-1633,-10 0-2888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3817,'0'0'7508,"0"0"-4159,0 0-1289,0 0-952,0 0-563,0 0-57,25 12 25,80 41-43,-96-47-394,0 0 0,0 0 0,0 1 0,-1 0 0,0 0 0,0 1 0,-1 0 0,0 0 0,0 1 0,-1 0 0,1 1-76,3 10 130,-1 0 1,0 0 0,-2 0-1,1 6-130,-4-11 33,1 0 1,0 0-1,1-1 0,1 0 0,0 0 0,1 0 1,1-1-1,5 6-33,-12-16-30,1 0-1,0-1 1,0 1-1,0-1 1,0 0-1,0 0 1,0 0 0,1 0-1,-1 0 1,1-1-1,-1 1 1,1-1 0,1 0 30,-3-1-217,0 1 0,0-1 0,0 0 0,0 0 1,0 0-1,0 0 0,0 0 0,0 0 0,0-1 1,0 1-1,0-1 0,0 0 0,0 1 0,-1-1 1,1 0-1,0 0 0,0 0 217,15-17-4902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1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 9378,'0'0'2577,"0"0"79,0 0-912,0 0-351,-175 190-505,125-142-152,7-3-416,7-7-192,16-11-128,14-6-168,6-15-1632,26-3-809,7-3-3360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1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7866,'0'0'4481,"0"0"-2097,0 0-629,0 0-628,0 0-92,0 0 35,32 20-21,102 67-145,-111-70-679,-1 0 0,-1 2 0,0 0 0,-1 2 0,-1 0 0,-1 1 0,-1 1 0,-1 0 0,-2 1 0,9 17-225,-6-7 86,-1 0 0,-2 2-1,-1-1 1,-2 1 0,-1 1 0,-2 0-1,-2 0 1,0 5-86,3 77 671,-6 108-671,-3-158 386,0-20-183,-3-1 0,-2 0-1,-2 0 1,-2 0 0,-2-1-1,-14 35-202,13-51 148,0 0 0,-2-1 0,-2-1 0,0 0 0,-2-1 0,-1-1 0,-1-1 0,-1 0 0,-2-2-1,-10 9-147,22-24 191,0-2 0,0 1-1,-1-1 1,-10 4-191,11-5 175,0 0 0,0 0-1,0 1 1,-7 7-175,18-14 16,0 0-19,0 1-329,0 1-249,0-2-5115,0 0-2022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6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1 212 15283,'0'0'1635,"0"0"-660,0 0 472,0 0-245,0 0-491,10-3-305,25-5-37,514-114 2686,-373 91-2755,2 7 0,25 6-300,142 12 149,-320 6-143,37 4-5,-1 1 0,0 4 0,-1 2 0,15 7-1,-20-5-314,0-2 1,0-2-1,0-3 1,10-2 313,-65-4-36,1 0 0,-1 0 0,1 1 0,-1-1 0,1 0 0,-1 0 0,1 0 0,-1 0 0,1 0 0,-1 0 0,1 0 0,-1 0 0,1 0 0,-1 0 0,1 0 0,-1 0 0,1 0 0,-1 0 0,0 0 0,1-1 0,-1 1 0,1 0 0,-1 0 0,1 0 0,-1-1-1,0 1 1,1 0 0,-1-1 0,1 1 0,-1 0 0,0-1 0,1 1 0,-1 0 0,0-1 0,0 1 0,1-1 0,-1 1 0,0-1 0,0 1 0,0-1 0,1 1 0,-1 0 0,0-1 0,0 1 0,0-1 0,0 1 0,0-1 0,0 1 0,0-1 0,0 1 0,0-1 0,0 1 0,0-1 0,-1 1 0,1-1 0,0 1 0,0-1 0,0 1 0,0-1 0,-1 1 0,1 0 0,0-1 0,-1 1 0,1-1 0,0 1 0,-1 0 0,1-1 0,0 1 0,-1 0 0,1-1 36,-29-26-3111,27 25 2714,-40-33-5303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15019,'0'0'1946,"0"0"-864,0 0 179,0 0-598,0 0-246,44 11-13,-27-6-363,118 28 499,62 5-540,-154-32 101,1 3 0,-1 1 0,0 2 0,-1 2 0,-1 2 1,0 2-1,4 4-101,-25-11 16,-1 1 0,-1 1 1,0 0-1,0 2 0,-1 0 1,-1 0-1,-1 2 0,0 0 0,-2 1 1,1 0-1,-2 1 0,-1 0 0,0 1 1,7 20-17,-11-20 47,0 0 0,-1 0 0,-1 1 0,-1 0 0,-1 0 0,0 0 0,-2 0 0,-1 14-47,0-22 91,-1-1 0,-1 1 0,0-1 1,-1 0-1,0 0 0,-1 0 0,0 0 1,-1 0-1,0-1 0,-1 0 0,0 0 0,-1 0 1,0-1-1,0 0 0,-2 1-91,-10 8 69,-1 0 0,0-1 0,-1-1 0,-1-1-1,0-1 1,-1-1 0,-1-1 0,0-1 0,0-1 0,-2-1-1,1-2 1,-1 0 0,0-2 0,-1 0 0,1-2 0,-23 0-69,48-4-85,-6-1-574,13-8-707,6 0-495,0-1 1,1 2-1,0 0 0,1 0 1,10-4 1860,41-15-11133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6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18860,'0'0'2055,"0"0"-756,0 0-275,0 0-508,19 48 139,136 328 388,-64-139-359,-5 22-684,-41-120 6,-30-104 24,-12-29-261,0 0 0,0 1 0,-1-1 0,1 1 0,-2-1 0,1 1 0,0 5 231,-9-39-1474,-72-119-6528,36 67 2261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7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1 325 4561,'0'0'5273,"20"-32"-2891,-17 26-2299,8-12 115,0 0 1,1 0-1,1 1 0,1 1 1,0 0-1,1 1 0,1 0 1,0 2-1,1-1 0,0 2 0,1 0 1,1 2-1,0 0 0,9-3-198,22-4 445,1 3 0,0 2 1,1 2-1,1 2 0,-1 3 0,1 2 0,0 2 0,44 6-445,-83-3 146,1 0 0,-1 1 0,0 0 0,0 1-1,0 1 1,-1 0 0,0 1 0,0 0 0,0 1 0,0 1 0,1 1-146,3 5 181,-1 0 0,-1 1 1,0 0-1,0 1 0,-2 1 1,0 0-1,1 3-181,0 3 179,-1 0 0,-1 1 0,0 0 0,-2 1 1,-1 0-1,-1 0 0,-1 1 0,-2 0 0,0 0 0,-2 1 0,0 2-179,-2-11 139,-1-1 0,0 1 0,-1-1 0,-1 1 0,0-1 0,-2 0 0,0 0 0,-1 0 0,0 0 0,-1-1 0,-1 0 0,-1 0 0,0-1 0,-1 0 0,-1 0 0,0-1 0,-6 5-139,-3 0 81,-2-2 0,0 0-1,0-1 1,-2-2 0,0 0 0,0-1 0,-1-1 0,-1-2 0,0 0-1,0-1 1,-1-2 0,0-1 0,-1-1 0,1-1 0,-1-1 0,0-1-1,1-2 1,-1-1 0,-22-3-81,45 3-22,1 1 0,0-1 0,-1 0 0,1 0 0,0 0 0,0 0 0,0-1-1,0 1 1,0-1 0,0 0 0,0 0 0,1 0 0,-1 0 0,1 0 0,-1-1 0,1 1 0,0-1 0,0 1 0,0-1-1,0 0 1,0 0 0,1 0 0,0 0 0,-1 0 0,1 0 0,0 0 0,0-1 0,1 1 0,-1-2 22,0 0-209,1 0 1,0 1 0,0-1-1,0 0 1,1 0 0,0 1-1,0-1 1,0 1-1,0-1 1,1 0 0,-1 1-1,1 0 1,0 0 0,1-1-1,-1 1 1,1 0 0,0 1-1,0-1 1,0 0 0,2-1 207,44-31-6364,4 5-5168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7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0 266 15419,'0'0'1878,"34"-9"-695,-3 1-835,44-11 732,0-4 0,0-4-1080,-39 14 254,-12 5-145,0-2 0,-1 0 0,0-1 0,10-9-109,-31 20 4,-1 0 0,0-1 0,0 0-1,0 1 1,0-1 0,1 0 0,-1 1 0,0-1 0,0 0 0,0 0 0,0 0-1,-1 0 1,1 0 0,0 0 0,0 0 0,-1 0 0,1 0 0,0 0 0,-1-1-1,1 1 1,-1 0 0,0 0 0,1-1 0,-1 1 0,0 0 0,0 0-1,0-1 1,1 1 0,-2 0 0,1-1 0,0 1 0,0 0 0,0-1 0,0 1-1,-1 0 1,1 0 0,-1-1 0,1 1 0,-1 0 0,1 0 0,-1 0 0,0 0-1,0 0 1,1 0 0,-1 0 0,0 0 0,-1-1-4,-3-2 8,0 0 0,-1 0 0,1 0 0,-1 1 0,0 0-1,0 0 1,0 0 0,-4 0-8,-8-3 120,0 0-1,0 2 1,0 1-1,-1 0 1,0 1-1,-7 1-119,18 0 67,0 1 0,1 0-1,-1 1 1,1 0 0,-1 0-1,1 1 1,-1 0 0,1 0 0,0 1-1,0 0 1,0 0 0,0 0 0,1 1-1,-1 0 1,1 1 0,-6 4-67,3 2 28,-1 0 0,2 0 1,-1 1-1,2 0 0,0 1 0,0 0 1,1 0-1,0 0 0,2 1 0,-1-1 1,0 7-29,1-2 57,1 1 0,0 1 0,2-1 0,0 0 0,1 0 1,1 1-1,0-1 0,3 7-57,-1-15 17,1 0 1,0-1-1,0 0 1,1 0-1,0 0 0,1 0 1,0-1-1,1 0 1,0 0-1,0-1 1,1 1-1,0-2 0,0 1 1,1-1-1,0-1 1,0 1-1,1-1-17,13 8 17,0 0 0,1-2 0,0-1 0,1-1 1,0-1-1,19 4-17,-22-8-393,0-1-1,0-1 1,0-1 0,0-1 0,0-1 0,1-1 0,-1-1 0,15-3 393,27-15-5767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7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9914,'0'0'3050,"0"0"-232,0 0-371,0 0-784,0 0-819,-19 28-137,11-15-605,-2 0 11,0 1-1,1 0 1,1 1 0,0 0 0,1 0 0,0 1 0,2-1 0,0 1 0,0 1-1,2-1 1,0 1 0,1-1 0,0 1 0,2 6-113,4 38 431,2 1 0,3-1-1,17 55-430,62 180 644,-28-102-572,-46-145-296,15 51 259,-5-38-4893,-17-51-1001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8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11602,'0'0'2501,"0"0"-657,0 0-439,37-16-710,125-49-387,-138 56-232,0 2 0,0 1 1,1 1-1,0 1 1,0 1-1,0 1 1,0 2-1,22 1-76,-23 0 125,-14-1-46,-1 1 1,0 1-1,0 0 0,1 0 1,-1 0-1,-1 1 1,1 1-1,0 0 0,-1 0 1,1 0-1,-1 1 1,-1 0-1,1 1 0,-1 0 1,0 0-1,0 0 1,0 1-1,-1 0 0,0 0 1,-1 1-1,1 0 1,-1 0-80,15 27 494,-1 2 1,-2 0-1,-1 1 0,6 25-494,9 20 99,-28-76-317,27 52 622,-9-36-1962,8-11-3890,-12-11-3612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8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13179,'0'0'2218,"0"0"-1015,6 27 562,49 183 660,-47-183-2007,2 6 86,-1 0 0,-2 1-1,-1 0 1,-2 0-1,0 13-503,-11-69 175,1 8-135,-1-11-21,1 0 0,1-1 0,2 0 0,0 1-1,2-20-18,1 26 8,0 1 1,2 0-1,0-1 0,1 1 0,1 0 0,1 0 0,0 1 0,4-8-8,-5 18 3,-1-1 0,2 1 0,-1 1 1,1-1-1,0 1 0,0-1 0,1 2 1,0-1-1,0 0 0,0 1 0,1 0 0,0 0-3,-3 3 2,0-1-1,0 1 1,1 0-1,-1 0 0,0 1 1,1-1-1,-1 1 1,1 0-1,-1 0 0,1 1 1,-1-1-1,1 1 1,0 0-1,-1 0 0,1 1 1,-1-1-1,1 1 1,-1 0-1,1 0 0,-1 1 1,1-1-1,1 2-1,0 1 6,1 0-1,-1 1 0,1 0 1,-1 0-1,-1 0 1,1 1-1,-1 0 0,0 0 1,0 0-1,-1 1 1,2 3-6,8 13 33,-2 1 1,8 20-34,-9-15 37,-2 0-1,4 24-36,-6-24-33,1 1 0,11 25 33,4-17-875,-1-18-2998,7-6-6744</inkml:trace>
  <inkml:trace contextRef="#ctx0" brushRef="#br0" timeOffset="1">996 221 17300,'0'0'1984,"0"0"-1224,0 0 1185,0 0-761,0 184-656,4-136-280,6-6-128,-4-12-120,1-19 0,-1-8-1696,-6-3-3641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8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15795,'0'0'2105,"0"0"-705,0 0 977,0 0-1793,0 0-584,235-18-1209,-146 42-3439,-12 0-4506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9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0 14843,'0'0'3906,"0"0"-2368,0 0-258,0 0-438,-25 35-362,25-35-480,-50 65 397,-4 16-397,51-77 17,0 1-1,1-1 0,-1 1 0,1-1 0,0 1 1,0 0-1,0 0 0,1 0 0,0 0 0,0 0 1,0 0-1,1 0 0,0 0 0,-1 0 1,2 0-1,-1 0 0,1 0 0,-1 0 0,2 0 1,-1 0-1,0 0 0,1 0 0,0 0 0,0-1 1,0 1-1,1-1 0,-1 1 0,2-1-16,3 5 17,0-1 0,1-1-1,1 0 1,-1 0-1,1-1 1,0 0 0,0 0-1,1-1 1,0 0-1,0 0-16,8 2 6,0 0-1,1-1 0,0-1 1,1-1-1,-1-1 0,20 1-5,-31-3-40,1 0 0,0-1 0,-1 0 0,1-1 1,-1 1-1,1-2 0,0 1 0,-1-1 0,0-1 0,0 1 0,1-1 0,-2-1 0,1 1 0,0-2 1,-1 1-1,6-5 40,-3-2-67,-1-1 0,-1 0 1,0 0-1,-1-1 0,0 0 0,-1 0 1,0-1-1,-1 0 0,-1 0 1,0 0-1,-1 0 0,1-8 67,0-4 825,0-1-1,-1 0 1,-2 0 0,-1-15-825,5 88 147,2 0 0,3 0 0,1-1 0,3-1 1,14 34-148,-26-74-141,1 0 0,-1 0 0,1 0 0,0 0 0,0-1 0,0 1 0,1-1 0,-1 0 1,1 0-1,-1 0 0,1 0 0,0 0 0,0-1 0,1 0 0,-1 0 0,0 0 0,1-1 0,-1 1 1,1-1-1,0 0 0,-1 0 0,1 0 0,0-1 0,-1 0 0,1 0 0,1 0 141,36 1-5466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9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199 254 16596,'0'0'2197,"0"0"-262,0 0-560,-29 22-718,29-22-657,-41 30 192,2 2 1,0 3-193,34-30 31,0 0 0,1 1-1,-1-1 1,1 1 0,0 0 0,1 1 0,-1-1 0,1 0-1,0 1 1,1 0 0,0 0 0,0 0 0,0 0 0,1 0-1,0 0 1,0 0 0,1 0 0,0 0 0,1 6-31,-1 3 65,-1-9-49,2-1 1,-1 1-1,1-1 1,0 1-1,0-1 1,0 0-1,1 1 1,0-1-1,0 0 1,1 0-1,0 0 1,0 0-1,0-1 1,1 1-1,3 4-16,0-3 13,-1-1 1,1 0-1,0 0 0,1 0 0,0-1 0,-1 0 1,1 0-1,1-1 0,-1 0 0,6 1-13,8 2 13,1 0-1,0-2 0,0-1 0,0-1 0,1 0 1,-1-2-1,1-1 0,13-2-12,-32 2-33,-1-1-1,1 1 1,0-1 0,0 0-1,0 0 1,-1-1 0,1 0-1,0 0 1,-1 0-1,0 0 1,1 0 0,-1-1-1,0 0 1,0 0 0,-1 0-1,1 0 1,0-1-1,-1 0 1,0 1 0,0-1-1,0 0 1,-1 0-1,1-1 1,-1 1 0,0-1-1,0 1 1,0-1 0,-1 1-1,0-1 1,1-1 33,2-17-336,-1-1 1,-1 1-1,-1-1 1,-1 0-1,-2-20 336,0 6-112,-17-131 2514,20 184-2385,2-1 1,-1 1 0,1-1 0,1 0-1,1 0 1,0 0 0,2 1-18,12 40 53,-4-5-32,-1 0-1,-3 2 1,-3-1-1,-1 1 1,-2 31-21,-5-81 60,0-8 55,1-69-199,2 0 1,4 1-1,4-1 1,2 1-1,4 1 1,3 1-1,15-33 84,-29 89 53,1 0 0,0 0 0,2 1 0,7-11-53,-14 23 9,0-1-1,1 1 1,-1 0-1,1 0 1,0 0-1,0 0 1,0 1 0,1-1-1,-1 1 1,0 0-1,1 0 1,0 0-1,-1 0 1,1 1 0,0 0-1,0-1 1,0 1-1,0 1 1,0-1-1,0 0 1,0 1 0,1 0-9,-1 1 3,-1-1 0,0 1 0,0 0 1,1 0-1,-1 0 0,0 1 1,0-1-1,0 1 0,0 0 1,0 0-1,-1 0 0,1 0 1,0 0-1,-1 1 0,0-1 1,1 1-1,-1-1 0,0 1 1,-1 0-1,1 0 0,0 0 0,-1 0 1,1 0-1,-1 0 0,0 1 1,0-1-1,0 0-3,5 18 16,-1-1-1,-1 0 1,-1 1 0,0 0-16,-2-12 4,5 57 173,-2 1 1,-3 0 0,-6 37-178,4-88 43,-1 1 0,-1-1 1,0 0-1,-2 1 0,0-1 0,-4 8-43,8-20 0,0 0-1,-1-1 1,0 1-1,1-1 1,-1 0-1,-1 1 1,1-1-1,0 0 1,-1 0-1,1 0 0,-1-1 1,0 1-1,0-1 1,0 1-1,0-1 1,-1 0-1,1 0 1,0 0-1,-1-1 1,0 1-1,1-1 1,-1 0-1,0 0 0,1 0 1,-1-1-1,0 1 1,0-1-1,0 0 1,0 0-1,0 0 1,0 0 0,-5-3-263,0 1 1,0-1-1,0 0 1,0-1-1,1 0 1,-1 0-1,1-1 1,0 0-1,1-1 1,-1 0-1,1 0 1,-1-1 262,-45-43-6054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1:59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13955,'0'0'2601,"0"0"-561,0 0-1304,0 0-128,7 197-192,9-75-416,-2-18-656,-8-15-7025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0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4929,'0'0'3876,"0"0"-1623,0 0-240,0 0-290,0 0-214,0 0 199,0 0-16,0 0-464,8 0 98,254 6-375,-254-6-1117,32 3-172,-39-3 99,1 0 1,-1 1-1,1-1 1,-1 1-1,1-1 1,-1 1-1,0-1 0,1 1 1,-1 0-1,0 0 1,0-1-1,1 1 1,-1 0-1,0 0 1,0 0-1,0 1 0,0-1 1,0 0-1,-1 0 1,1 0-1,0 1 1,0-1-1,0 1 239,0 13-5927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06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10578,'0'0'3065,"0"0"-2033,0 0 1569,0 0-1217,0 0-880,195 0-296,-142-6-208,-4 6 0,-15 0-1312,-11 0-3897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08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12723,'0'0'2324,"0"0"-710,0 0-203,0 0-710,0 0-289,35 16 53,115 59 107,-135-66-443,0 0 0,-1 1 0,-1 1 0,0 0 0,0 1 1,-1 1-1,-1 0 0,0 0 0,-1 1 0,9 15-129,7 8 237,132 167-49,-154-196-4422,-4-7-619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0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1 3689,'0'0'7857,"0"0"-6376,0 0 375,-155 190 185,95-121-689,1-4-112,-1-5-232,7-7-552,7-14-327,13-12-33,13-9-96,10-7-120,7-5-1369,3-6-1255,10 0-393,10-8-4249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09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3977,'0'0'9954,"0"0"-8050,0 0-647,0 0-121,0 0-616,0 0-368,179 0-40,-133 0-80,-3 0-32,-3 0-8,6 0-1264,-13 0-1297,-10 0-5464</inkml:trace>
  <inkml:trace contextRef="#ctx0" brushRef="#br0" timeOffset="1">149 256 11602,'0'0'1945,"0"0"-241,0 0 337,0 0-1025,0 0-800,0 0-216,248-68-1240,-182 35-1953,-13 3-4009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09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189 138 8858,'0'0'2288,"0"0"-359,0 0 383,14 25-382,46 80-672,-58-102-1178,0 0 0,1 1 0,-1-1 1,1 0-1,0 0 0,0 0 1,0-1-1,1 1 0,-1-1 0,0 0 1,1 0-1,0 0 0,-1 0 0,1-1 1,0 1-1,0-1 0,0 0 0,0 0 1,0 0-1,0-1 0,0 1 1,0-1-1,0 0 0,4-1-80,6 2 215,17 0 167,0 0 0,0-2-1,27-5-381,-50 5 18,0 0-1,0-1 0,-1 0 0,1 0 1,0-1-1,-1 0 0,1 0 1,-1-1-1,0 0 0,0 0 1,0 0-1,-1-1 0,0 0 0,0-1 1,0 1-1,0-1 0,1-3-17,-4 6 13,-1-1-1,0 1 1,0-1-1,0 0 1,-1 1-1,0-1 1,1 0-1,-1 0 1,0 0-1,-1 0 1,1 0-1,-1 0 1,0 0-1,0 0 1,0 0-1,0 0 1,-1 0-1,1 0 0,-1 0 1,0 0-1,0 0 1,-1 0-1,1 0 1,-1 1-1,0-1 1,0 1-1,0-1 1,-1 1-1,1 0 1,-1-1-1,1 1 1,-1 1-1,0-1 1,-3-2-13,-7-6-4,-1 0 0,-1 0 0,0 2 0,0 0 0,-1 1 1,0 0-1,-7-1 4,2 1-151,0 2 0,0 1 1,-1 0-1,1 2 0,-1 0 0,-8 1 151,-39 1-2767,-21 4 2767,-4 5-3200,7 6-2455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08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72 10426,'0'0'2606,"0"0"-1011,0 0-321,0 0 542,0 0-681,0 0-702,-8-3-238,-3-2-350,-6-1 1225,33 14 200,7 2-1057,1-1 1,0-1-1,0-1 1,0-2-1,1 0 1,23 1-214,38-1 37,31-3-37,-39-2 87,7 2-41,5 1-11,0-3 0,0-4 0,83-15-35,-120 10 12,-34 7-7,-1 0 1,0-2 0,0 0-1,-1-1 1,10-5-6,-46 4-690,-13 0-228,-87-17 412,67 12 178,-1 2 1,1 2-1,-42 0 328,9 8 14,0 2-1,0 5 0,-2 4-13,-7 2 701,32-6 1054,-37 12-1755,74-9 740,24-10-727,1-1-1,0 1 1,0-1-1,0 0 0,0 1 1,0-1-1,0 0 1,0 1-1,0-1 1,1 1-1,-1-1 0,0 0 1,0 1-1,0-1 1,0 0-1,0 1 0,0-1 1,1 0-1,-1 1 1,0-1-1,0 0 1,1 0-1,-1 1 0,0-1 1,0 0-1,1 0 1,-1 1-1,0-1 1,1 0-1,-1 0 0,0 0 1,1 0-1,-1 1 1,0-1-1,1 0 0,-1 0 1,1 0-13,50 16 346,-47-15-337,91 23 80,0 5 0,-2 4 1,39 23-90,-114-48 15,-1-1-16,0 1 1,-1 0-1,0 1 0,10 8 1,-22-14 1,-1 0-1,1 0 0,-1 0 0,0 1 0,1-1 1,-2 1-1,1-1 0,0 1 0,-1 0 1,1 0-1,-1 0 0,-1 1 0,1-1 1,0 0-1,-1 1 0,0-1 0,0 1 0,0 0 1,-1-1-1,1 4 0,-1 1 1,1 0 0,-1 1 0,-1-1 0,0 0 0,0 0-1,-1 0 1,0-1 0,-1 1 0,1 0 0,-2-1 0,1 1 0,-1-1 0,-4 6-1,-33 47 38,-4-2 0,-1-2 1,-40 36-39,-11 2 70,-65 45-70,110-99 55,-2-2 0,-1-3 0,-2-2 0,-49 21-55,94-50 8,-16 5 27,24-5 8,15-4 27,16-3-69,0-1 0,0-1 0,0-2 0,0 0 0,9-5-1,56-13 7,20 6-10,1 6-1,0 4 0,0 5 1,1 6 3,-20 3-1,0 5 1,-1 4-1,9 6 1,35 5 0,-98-18 9,54 7 47,-87-14-53,0-1 1,1 0 0,-1-1 0,0 1 0,0-1 0,0 0 0,0 0 0,0-1 0,0 0-1,-1 0 1,1-1 0,0 1 0,1-2-4,70-52 175,-49 34-2137,1 1 0,28-15 1962,-31 24-6210,-5 0-4878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10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12443,'0'0'2628,"0"0"-1282,0 0-51,-7 32-512,-17 104-354,23-128-368,1 0 0,0-1 0,0 1-1,1 0 1,0 0 0,0 0 0,0 0 0,1 0 0,1-1-1,-1 1 1,1-1 0,1 1 0,-1-1 0,1 0 0,1-1-1,-1 1 1,1-1 0,0 1 0,0-2 0,1 1 0,0 0-1,0-1 1,0 0 0,1-1 0,-1 1 0,6 1-61,-1 0 128,0 0 0,0-1 0,1-1 0,-1 0 0,1 0 0,0-1 0,0-1 0,1 0 0,-1-1 0,0 0 0,0-1 0,1 0 0,-1-1 0,0 0 0,7-2-128,-12 1 45,-1 0 0,0-1 0,1 0 0,-1 0 0,-1 0 0,1-1 0,0 0 0,-1 0 0,0 0 0,0-1 1,0 0-1,0 1 0,-1-2 0,0 1 0,0-1 0,0 1 0,-1-1 0,0 0 0,0 0 0,0 0 0,-1-1 0,0 1 0,0-1 0,0 1 0,-1-4-45,1 2 74,-1 0 0,0 0 0,0 0 0,-1 1 0,0-1 1,-1 0-1,1 0 0,-2 0 0,1 0 0,-1 0 0,0 1 0,-1-1 0,1 1 0,-1-1 0,-1 1 1,0 0-1,0 0 0,0 1 0,-1-1 0,0 1 0,-2-2-74,-4-3 196,-1 1 0,0 1-1,-1 0 1,-4-1-196,14 7-69,-1 1 0,0 0 0,0 0 1,0 0-1,0 0 0,0 1 0,-1 0 0,1 0 0,0 0 0,-1 0 1,1 1-1,-1-1 0,1 1 0,-1 0 0,1 1 0,-4 0 69,6 16-7548,2-2-1179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1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5433,'0'0'5667,"0"0"-2973,0 0-134,6 31-767,23 100-593,-28-126-1107,0 0 0,0 0 0,1 0 0,0-1 0,0 1 0,0 0 0,0-1 1,1 0-1,0 1 0,0-1 0,0 0 0,1-1 0,-1 1 0,1 0 0,0-1 0,0 0 0,0 0 1,0 0-1,0 0 0,3 0-93,1 0 179,0-1 0,0 0 0,1-1 0,-1 0 0,0 0 1,1 0-1,-1-1 0,1-1 0,0 1-179,-2-1 129,1 1-56,0-1 0,0 0 0,0-1 0,-1 0 0,1 0 0,0-1 0,-1 1 0,0-2 0,1 1 0,-1-1 0,-1 0-1,1-1 1,0 1 0,-1-1 0,0-1 0,0 1 0,-1-1 0,0 0 0,0 0 0,0-1 0,0 1 0,2-6-73,-1 1 44,-1-1 0,0 1 0,0-1 0,-1 0 0,-1 0 0,0 0 0,0 0 1,-1-1-1,-1 1 0,0-1 0,-1 1 0,0-1 0,-1 0 0,-1-4-44,1 14-4,1 0 0,-1 0 0,0-1 0,0 1 0,-1 0-1,1 0 1,-1 0 0,1 1 0,-1-1 0,0 0 0,0 1 0,0-1 0,-1 1 0,1-1-1,0 1 1,-1 0 0,0 0 0,1 0 0,-1 1 0,0-1 0,0 1 0,0-1 0,0 1-1,0 0 1,0 0 0,-1 0 0,1 0 0,0 1 0,0 0 0,-1-1 0,-2 1 4,-8 0-200,1 0 1,-1 1 0,0 0 0,0 1-1,1 0 1,-13 5 199,8-2-899,1 2-1,-1 0 1,-12 8 899,-50 29-5460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16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331 137 9962,'0'0'1436,"0"0"-479,0 0 474,0 0-126,0 0-155,4 8 210,-3-4-1236,0-1 0,1 0-1,0 0 1,0-1 0,0 1-1,0 0 1,0 0 0,1-1 0,-1 0-1,1 1 1,-1-1 0,1 0 0,0 0-1,0 0 1,2 0-124,7 3 311,0 0-1,0-1 1,0 0-1,8 0-310,-3 0 141,-1-1-1,1 0 1,1-2 0,-1 0 0,0-1-1,0-1 1,4 0-141,-16 0 16,0 1 0,1-1 1,-1 0-1,0-1 0,0 1 0,0-1 1,0 0-1,0 0 0,0 0 0,0-1 1,-1 0-1,1 0 0,-1 0 1,0 0-1,0-1 0,0 0 0,0 1 1,-1-2-1,0 1 0,0 0 0,0-1 1,0 1-1,0-1 0,0-3-16,-1 5 18,-1 0-1,0 0 1,-1 0 0,1 0-1,0 0 1,-1 0 0,0 0-1,1 0 1,-1-1-1,-1 1 1,1 0 0,0 0-1,-1 0 1,1 0 0,-1 0-1,0 0 1,0 0 0,-1 0-1,1 0 1,0 0 0,-3-2-18,1 0 9,-1 1 0,0-1 0,0 1 0,-1 1 0,1-1 0,-1 0 0,0 1 0,0 0 0,0 0 0,0 1 0,-5-2-9,-8-3-2,1 2-1,-2 0 1,1 1-1,0 1 0,-1 0 1,0 1-1,-6 2 3,2-1-5,-1 2 1,1 1-1,0 1 0,0 1 0,-16 5 5,24-4 4,1 0 0,0 1 1,0 1-1,1 0 0,0 1 0,0 0 0,0 1 0,1 0 0,-4 5-4,1 2 2,0 0 0,0 1-1,2 0 1,0 2-1,1-1 1,1 1-1,0 1 1,2 0-1,0 0 1,1 1-1,1 2-1,-3 14 119,1-1-1,2 2 0,1-1 1,2 1-1,2 0 0,1 0-118,1-30 35,0 1-1,1-1 0,0 0 1,0 1-1,0-1 0,1 0 1,1 0-1,-1 0 0,4 6-34,-4-9 18,1-1 1,0 1-1,1-1 0,-1 1 0,1-1 0,0 0 0,0-1 0,0 1 0,0-1 0,1 0 0,0 0 0,-1 0 0,1 0 0,0-1 0,1 1-18,13 4 78,0-1-1,1-1 0,-1 0 0,1-1 1,0-1-1,1-1 0,15-1-77,3-1 65,0-2-1,0-1 0,23-7-64,-37 6 1,0-1 1,-1-1-1,0-2 0,-1 0 1,2-2-2,-15 5-445,-1 0 0,0-1 0,-1 0 1,1 0-1,5-6 445,-7 5-1254,0 0 0,0-1 1,-1 0-1,0 0 0,-1 0 1,4-7 1253,9-26-13561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16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10290,'0'0'2245,"0"0"-766,0 0-344,-2 26 78,-16 175 1536,12-94 30,6 73-2779,0-167 26,1 0 0,1 0 1,0 0-1,1-1 0,0 1 0,1-1 0,1 0 0,0 0 0,0 0 1,1-1-1,5 8-26,-7-13-8,0-1 0,0 1 0,1-1 1,-1 0-1,1 0 0,0 0 0,1-1 0,-1 0 1,1 0-1,0 0 0,0-1 0,0 0 0,0 0 1,1 0-1,-1-1 0,1 0 0,0 0 0,0-1 0,-1 1 1,1-2-1,0 1 0,1-1 8,-6 0-69,0 0 0,0 0 0,0-1 0,0 1-1,0-1 1,0 1 0,0-1 0,0 0 0,-1 1 0,1-1 0,0 0-1,0 0 1,-1-1 0,1 1 0,-1 0 0,1 0 0,-1-1 0,1 1-1,-1-1 1,0 0 0,0 1 0,0-1 0,0 0 0,0 1 0,0-2 69,3-6-776,-1 1 1,0-1 0,0 0-1,-1 0 1,0-2 775,3-31-5727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16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8770,'0'0'3865,"0"0"-2689,0 0 504,0 0-1080,0 0-320,0 0-199,198-23-81,-105 11-24,-17 6-1705,-10-3-4880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1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1 152 10682,'0'0'2286,"0"0"-731,0 0-341,0 0-475,0 0-338,30 8 34,16 3 213,34 15-648,-75-25 81,0 1 1,0 1-1,-1-1 1,1 1 0,-1-1-1,1 1 1,-1 0-1,0 1 1,-1-1-1,1 1 1,0 0-1,-1 0 1,0 0-1,0 0 1,0 1 0,-1-1-1,1 1 1,-1-1-1,0 1-81,7 13 310,107 209 1254,-116-226-1606,0-1 0,0 1 0,0 0 0,0 0 0,0-1 0,1 1 0,-1 0-1,0 0 1,1-1 0,-1 1 0,0 0 0,1-1 0,-1 1 0,1 0 0,-1-1 0,1 1 0,-1-1 0,1 1-1,-1-1 1,1 1 0,-1-1 0,1 1 0,0-1 0,-1 0 0,1 1 0,0-1 0,0 0 0,-1 0 0,1 1-1,0-1 43,1-26-4829,-2-8-3925</inkml:trace>
  <inkml:trace contextRef="#ctx0" brushRef="#br0" timeOffset="1">355 1 11266,'0'0'2177,"0"0"-1289,0 0 1136,0 0-599,-133 172-33,97-109-160,0-1-696,6-8-319,7-4-129,19 4-88,4-12-1441,0-10-3592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17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83 8786,'0'0'3491,"0"0"-1672,0 0-217,0 0-440,0 0-760,8-4-280,14-5-89,-10 7 95,-11 2-119,-1 0 1,0 0 0,0 0-1,0 0 1,0 0 0,0 0-1,1 0 1,-1 0-1,0 0 1,0 0 0,0 0-1,0 1 1,0-1 0,1 0-1,-1 0 1,0 0-1,0 0 1,0 0 0,0 0-1,0 1 1,0-1 0,0 0-1,0 0 1,1 0-1,-1 0 1,0 1 0,0-1-1,0 0 1,0 0 0,0 0-1,0 0 1,0 1 0,0-1-1,0 0 1,0 0-1,0 0 1,0 0 0,0 1-1,0-1 1,0 0 0,-1 0-1,1 0 1,0 0-1,0 0 1,0 1 0,0-1-1,0 0 1,0 0 0,0 0-1,0 0 1,-1 0-10,0 3 117,-1-1-1,0 1 1,0-1 0,0 0 0,0 1-1,0-1 1,-1 0 0,1-1 0,-1 1-1,1 0 1,-1-1 0,1 1 0,-1-1-1,0 0 1,0 0 0,0 0 0,0 0-1,0-1 1,-2 1-117,-60 5 973,64-6-966,1 0 0,-1 0 0,0-1-1,1 1 1,-1 0 0,0-1 0,1 1-1,-1-1 1,1 1 0,-1 0 0,1-1-1,-1 1 1,1-1 0,-1 1 0,1-1-1,-1 0 1,1 1 0,-1-1 0,1 1 0,0-1-1,0 0 1,-1 1 0,1-1 0,0 0-1,0 0 1,0 1 0,-1-1 0,1 0-1,0 1 1,0-1 0,0 0 0,0 0-1,0 1 1,1-1 0,-1 0 0,0 1 0,0-1-1,1 0-6,-1-1-2,0-1 0,0 1-1,1 0 1,-1 0-1,1 0 1,0 0 0,0 0-1,0 0 1,0 0 0,0 0-1,0 0 1,0 1 0,0-1-1,2-1 3,3-1-6,0 1-1,1-1 1,0 1-1,-1 0 0,1 1 1,0 0-1,1 0 1,-1 0-1,0 1 1,0 0-1,1 1 0,-1 0 1,5 0 6,-12 0 0,1 0 1,0 1-1,-1-1 0,1 0 1,-1 1-1,1-1 0,-1 1 1,1-1-1,-1 1 0,1-1 1,-1 1-1,1-1 0,-1 1 1,1-1-1,-1 1 0,0-1 1,1 1-1,-1 0 1,0-1-1,0 1 0,0 0 1,1-1-1,-1 1 0,0 0 1,0-1-1,0 1 0,0 0 1,0-1-1,0 1 0,0 0 1,0-1-1,-1 1 0,1 0 1,0 0-1,-8 26 79,5-23-6,-1-1 0,0 1 0,0-1 1,0 0-1,0-1 0,0 1 1,-1-1-1,1 0 0,-1 0 0,0 0 1,1 0-1,-1-1 0,0 0 0,0 0 1,0 0-1,0-1 0,0 0 1,0 0-1,-1 0-73,5-1 24,1 1-1,-1-1 1,0 0 0,1 1 0,-1-1-1,1 0 1,0 0 0,-1 0 0,1 0-1,0 0 1,-1 1 0,1-1 0,0 0-1,0 0 1,0 0 0,-1 0-1,1 0 1,0 0 0,0 0 0,1 0-1,-1 0 1,0 0 0,0 0 0,0 1-1,1-1 1,-1 0 0,0 0 0,1 0-24,8-29-13,-4 26 4,0 0 0,0 0 1,0 1-1,1 0 0,-1 0 0,1 0 0,0 1 0,0 0 1,0 0-1,0 1 0,0-1 0,0 1 0,0 0 1,1 1-1,-1 0 0,0 0 0,0 0 0,2 1 9,-4 2 7,-12 5 43,-10 4 84,9-10-79,0 0 0,1 0 1,-1-1-1,0 0 0,0-1 0,0 0 0,0 0 0,-8-2-55,16 1-7,0 1-1,0-1 1,0 0-1,1 0 1,-1 0-1,1 0 1,-1 0-1,0 0 1,1 0-1,0 0 1,-1 0-1,1 0 1,0 0-1,-1 0 1,1 0-1,0 0 1,0-1-1,0 1 1,0 0-1,0 0 1,0 0-1,0 0 1,0 0-1,1 0 1,-1 0-1,0 0 1,1-1-1,-1 1 1,1 0-1,-1 0 1,1 0-1,-1 1 1,1-1-1,0 0 1,-1 0-1,1 0 1,0 0-1,0 0 1,0 1-1,0-2 8,7-1-638,1 1 0,-1-1 0,0 1-1,1 0 1,-1 1 0,1 0-1,0 1 1,-1 0 0,6 0 638,7 0-3456,13-1-6065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0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133 264 10562,'0'0'1857,"0"0"-441,0 0 92,31 2-254,14 1-875,11 1 275,1-3 1,11-3-655,-45 1 217,1-1 0,-1-1-1,-1-1 1,1-1-1,0-2 1,-1 0 0,-1-1-1,1-1 1,16-10-217,-33 16 93,-1-1-1,1 0 1,-1 0 0,0 0-1,-1 0 1,1-1-1,-1 0 1,1 1 0,-1-1-1,-1-1 1,1 1 0,-1 0-1,0 0 1,0-1-1,-1 0 1,1 1 0,-1-1-1,0 0 1,-1 1 0,1-1-1,-1 0 1,-1 0-1,1 0 1,-1-4-93,0 8 6,0-1 1,0 0-1,-1 0 0,1 0 1,-1 1-1,1-1 0,-1 1 1,0-1-1,0 1 0,0 0 0,0 0 1,0 0-1,-1 0 0,1 0 1,0 0-1,-1 1 0,0-1 1,1 1-1,-1-1 0,0 1 1,0 0-1,0 0 0,1 1 0,-2-1-6,-77-17 10,77 17-4,-38-4-4,0 2-1,1 2 1,-38 4-2,66-1-3,1 0-1,0 1 1,-1 1-1,1 0 1,1 0-1,-1 1 1,1 0 0,0 1-1,0 0 1,0 1-1,1 1 1,0-1-1,-1 2 4,-8 8 17,1 1 0,0 0 0,1 1 0,1 1 0,-13 22-17,20-26 48,0 0-1,1 0 0,1 1 1,0 0-1,1 0 1,1 1-1,1 0 0,1 0 1,0 0-1,0 12-47,3-19 59,-1-1 0,2 1 0,-1-1 0,1 1 0,1 0 0,0-1 0,0 0 0,1 1 0,1-1 0,0 0 0,0-1 0,0 1-1,2-1 1,-1 0 0,1 0 0,0 0 0,1-1 0,5 6-59,1-3 82,2 1 0,-1-2 0,1 0 0,1 0 0,0-2 0,0 0 0,0 0 0,1-2 0,0 0 0,1-1 0,-1-1 0,1 0 0,0-2-82,32 4 22,0-3 0,1-1 0,-1-3 0,4-3-22,-35 2-250,-1 0 0,1-1 0,0-2 0,-1 0 0,0 0 0,0-2 0,0 0 0,16-10 250,-10 3-1841,0-1-1,-1-1 0,10-9 1842,16-20-6031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1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8330,'0'0'1488,"0"0"-222,0 0 162,0 0-525,0 0-226,32-7 280,100-23 180,-124 28-1043,0 1 0,0 0 0,0 0 0,1 1 0,-1 0 0,0 0 0,0 1 0,0 0 0,0 0 0,0 1-1,0 0 1,-1 0 0,1 1 0,0 0 0,-1 1 0,0-1 0,4 4-94,2 3 57,-1 0 0,0 1-1,-1 0 1,0 1 0,-1 1 0,8 10-57,-15-18 17,20 29 169,-2 1 0,-2 1 0,-1 1 0,-2 1 0,5 18-186,37 80 615,-56-131 105,-11-24-580,-16-31-126,8 14 0,13 26-13,0 0 0,-1 1 0,0 0 0,-1 0 0,-3-5-1,8 13-1,0 1 0,0-1 1,0 0-1,0 1 0,0-1 0,0 1 0,0-1 0,0 1 1,0-1-1,-1 1 0,1 0 0,0 0 0,0-1 1,0 1-1,-1 0 0,1 0 0,0 0 0,0 1 0,0-1 1,-1 0-1,1 0 0,0 0 0,0 1 0,0-1 0,0 1 1,-1 0 0,-28 15-27,-56 50 81,-7 14-54,24-21 10,51-42-156,17-7-710,4-9 695,0 0 1,-1-1 0,1 1-1,0-1 1,0 1 0,0-1-1,-1 0 1,1 0 0,0 0-1,0 0 1,1-1 160,44-3-2998,-1-6-3519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1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8994,'0'0'2622,"0"0"-824,0 0-125,0 0-482,0 0-548,0 0-207,30-19 67,99-57-95,-121 71-324,1 1 0,0-1 0,0 2 0,0-1 0,10-1-84,16 5 305,-15 3-183,-14-2-98,0 1-1,1-1 1,-1 1 0,0 1-1,0-1 1,0 1 0,-1 0 0,1 1-1,-1-1 1,0 1 0,0 0 0,0 0-1,0 1 1,-1-1 0,1 1 0,-1 0-1,0 0 1,0 2-24,14 18 49,-2 1 0,0 1-1,-1 3-48,8 22 96,-2 0-1,-3 2 0,-2 0 1,4 33-96,1 1 685,10 14-685,-23-85 44,0 6 36,-8-22-40,0-10 271,0-15-290,-1 1-1,-2 0 1,0 0 0,-1 0 0,-2 1 0,0-1 0,-1 1-1,-1 0 1,-2 1 0,-9-17-21,18 37 1,0-1-1,0 1 1,-1 0 0,1-1-1,-1 1 1,1 0 0,-1 0-1,0 0 1,1 0 0,-1 0 0,0 1-1,0-1 1,1 0 0,-1 1-1,0-1 1,0 1 0,0 0-1,0 0 1,0-1 0,0 1 0,0 0-1,0 1 1,0-1 0,1 0-1,-1 1 1,0-1 0,0 1-1,0-1 1,0 1 0,1 0 0,-1 0-1,0 0 1,1 0 0,-1 0-1,-10 5-2,0 1 0,1 0 1,0 0-1,-3 4 2,-309 230 14,316-234-266,10-4-807,13-6-1007,13-14-2335,4-4-3777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2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1528,'0'0'6855,"0"0"-3442,0 0-1609,0 0-694,32 10-290,103 37-91,-125-42-621,-1-1-1,1 2 0,-1-1 0,0 2 1,-1-1-1,0 1 0,0 0 0,0 1 0,-1-1 1,0 1-1,-1 1 0,1 0 0,-2 0 1,1 0-1,-1 0 0,0 3-107,7 9 224,-3-1-43,0 0 0,-1 0 0,-1 1 0,1 8-181,-1-5 179,1-1 0,10 21-179,-8-28-4503,-10-21-721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1 3505,'0'0'8818,"0"0"-7210,0 0-800,0 0 808,0 0-199,-139 169-361,96-112 56,0-4-256,3 1-391,4-4-353,9-5-112,11 12-561,6-13-2383,7-8-4490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3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3689,'0'0'4217,"0"0"-2097,28 0-121,170 0 263,-60 5-563,44 12-1699,91 4 1082,1254-43 2642,-1216 10-3445,128-1 912,-409 10-981,0-1 0,0-1 0,-1-1 0,0-2 0,-1-1 0,0-2 0,0 0 0,-1-2 0,0-1 1,10-8-211,-28 13 7,-12 5-500,-24 2-894,7 4-820,0 0 0,0 1 0,0 1 0,-14 5 2207,-25 9-10453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3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4417,'0'0'7715,"0"0"-4560,0 0-1673,0 0-143,0 0-400,0 0-480,32 0-21,104 5 212,-126-4-559,0 1 0,0 0 1,0 1-1,-1 0 0,1 0 1,-1 1-1,0 1 0,0 0 0,0 0 1,-1 0-1,0 1 0,0 0 1,0 1-1,-1 0 0,2 1-91,14 13 326,-9-10-249,-1 1 1,-1 0 0,0 1-1,0 0 1,-1 1-1,-1 0 1,-1 1 0,0 0-1,0 0 1,-2 1 0,0 0-1,0 1 1,-2-1-1,0 1 1,1 13-78,-6-30-13,14 46 132,-14-45-141,1 0 0,-1 0 0,0-1 0,1 1 0,-1 0 0,0 0 0,1-1 0,-1 1 0,1 0 0,-1 0 0,1-1 0,0 1 0,-1-1 0,1 1 0,0 0 0,-1-1 0,1 0 0,0 1 0,0-1 0,-1 1 0,1-1 0,0 0 0,0 1 0,0-1 0,-1 0 0,1 0 0,0 0 0,0 0 0,0 0 0,0 0 0,0 0 1,-1 0-1,1 0 0,0 0 0,0 0 0,0 0 0,0-1 0,0 1 0,-1 0 0,1-1 0,0 1 0,0 0 0,-1-1 0,1 1 0,0-1 0,-1 1 0,1-1 0,0 0 0,-1 1 0,1-1 0,-1 0 0,1 1 0,-1-1 0,1 0 0,0 0 22,9-15-1876,0-1 0,0 0 0,4-12 1876,3-13-5336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3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498 0 11266,'0'0'1783,"0"0"-757,0 0 444,0 0 51,-29 34-102,-94 111-34,81-100-348,-2-2 0,-1-2 0,-25 14-1037,27-20 465,1 1-1,-14 18-464,55-54-67,1 0 0,0 0 0,0 1 0,-1-1 0,1 0 0,0 0 0,0 0 0,0 0-1,-1 1 1,1-1 0,0 0 0,0 0 0,0 1 0,0-1 0,0 0 0,0 0 0,-1 1 0,1-1-1,0 0 1,0 0 0,0 1 0,0-1 0,0 0 0,0 0 0,0 1 0,0-1 0,0 0 0,0 0-1,0 1 1,0-1 0,0 0 0,1 0 0,-1 1 0,0-1 0,0 0 0,0 0 0,0 1-1,0-1 1,0 0 0,1 0 0,-1 1 0,0-1 0,0 0 0,0 0 67,17 5-1596,33-4-1058,-38-2 911,34 1-5012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4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13339,'0'0'1776,"0"0"-15,0 0 599,0 0-728,0 190-727,0-142-257,-7-6-352,1-4-160,2-5-136,1-3 0,0 5-1024,3-5-2777,-4-3-2176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4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12683,'0'0'2888,"0"0"-303,0 0 87,0 0-535,0 0-1049,0 0-600,0 0-272,0 0-216,0 0-32,0 0-672,4 0-960,-4 0-3113,0 0-4713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5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11666,'0'0'2449,"0"0"-1257,0 0-200,0 0-239,0 0-369,182 0-184,-109-6 128,-4-6-152,-13 1-80,-13 2-80,-16 3-16,-21 6-360,-6 0-1889,-13 9-431,-13 6-4154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6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1 512,'0'0'9013,"0"0"-5434,0 0-1904,-21 28-487,-65 98-557,79-115-526,2 0 0,-1 1 0,1 0 0,1 0 0,0 0 0,1 1 0,0 0 0,1-1 0,0 1 0,1 0-1,1 5-104,-2 12 280,-4 37 914,4 0 0,5 64-1194,-3-122 58,1-1 1,1 0-1,-1 0 0,1 0 0,1 0 0,0 0 0,0 0 0,0-1 0,1 1 0,0-1 0,0 0 0,1 0 0,0 0 1,0-1-1,1 1 0,0-1 0,0-1 0,3 3-58,1-1 31,0-1 1,0 0-1,1-1 0,0 0 1,0 0-1,0-1 0,0-1 1,1 0-1,-1 0 0,1-1 1,0-1-1,7 1-31,11 0-110,1-2 1,-1-1-1,12-2 110,-31 2-584,-1-1 1,1 0-1,-1 0 0,0-1 1,0-1-1,-1 1 0,1-2 1,-1 1-1,1-2 0,-2 1 1,4-3 583,19-24-7459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6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1 518 10698,'0'0'2881,"0"0"-1153,0 0-255,0 0-841,0 0-416,198-42-216,-82 4-24,-20 2-2033,-13 0-5968</inkml:trace>
  <inkml:trace contextRef="#ctx0" brushRef="#br0" timeOffset="1">884 0 11058,'0'0'1681,"0"0"-897,-53 161 1440,30-81-983,0 4 79,6-4-176,14-12-520,3-14-296,16-15-224,31-19 0,16-11-104,3-9-376,26 0-1928,-22-23-2353,-14-1-6850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6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11570,'0'0'1785,"0"0"15,179 92 417,-103-39-473,-4 4-952,-5-4-472,-11-2-208,-7-6 0,-2-10-112,-4-5-408,-13-9-1984,-14-12-3794</inkml:trace>
  <inkml:trace contextRef="#ctx0" brushRef="#br0" timeOffset="1">398 36 12563,'0'0'1608,"0"0"-376,0 0 1081,-195 214-881,148-151-800,18-15-384,12-13-120,14-14-128,3-12-96,20-9-1088,19-6-944,1-21-4714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7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10490,'0'0'2505,"0"0"-593,0 0-303,0 0-137,192 205-552,-172-110-96,-13 3-16,-7-2-175,0-7-337,0-15-152,-7-14-144,0-16 0,1-17-2073,6-18-4696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7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7890,'0'0'7457,"0"0"-5600,0 0-953,0 0-344,0 0-336,0 0-224,202 15-184,-166-3-984,-13 3-889,-9-6-911,-11-3-2337</inkml:trace>
  <inkml:trace contextRef="#ctx0" brushRef="#br0" timeOffset="1">0 316 6313,'0'0'4105,"0"0"-2376,0 0 287,0 0-384,0 0-343,0 0-761,0 0-528,238 53-496,-158-70-2177,-11-4-5929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28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87 111 11739,'0'0'1445,"32"-7"-574,355-60 1043,-338 61-2015,175-18 421,-74 18-2966,-164 13 1693,-37 11 276,0-3 0,-1-2 0,-1-2 0,-13 0 677,-222 17-1055,197-21 2365,16-3 319,36-3 67,-1 2 0,1 2 0,-22 6-1696,61-12 78,0 1 0,-1 0 0,1 0 0,0 0 0,-1 0 0,1 0 0,0 0 0,-1 0 0,1 0 0,0 0 0,0 1 1,-1-1-1,1 0 0,0 0 0,-1 0 0,1 0 0,0 0 0,0 0 0,-1 1 0,1-1 0,0 0 0,0 0 0,-1 0 0,1 1 0,0-1 0,0 0 0,0 0 0,-1 1 0,1-1 0,0 0 0,0 0 0,0 1 1,0-1-1,0 0 0,0 1 0,0-1 0,0 0 0,-1 0 0,1 1 0,0-1 0,0 0-78,13 8 1015,20 1-432,67 10 845,-28-6-709,26 9-719,-77-16 9,-1 1 0,-1 0 0,1 1 0,-1 2 0,-1-1 0,17 13-9,-27-16-3,-1-1 0,-1 1-1,1 1 1,-1-1 0,0 1 0,-1 0 0,0 0 0,0 1 0,0-1 0,-1 1 0,0 0 0,-1 0 0,2 4 3,-1 1-5,-1 0 1,0 1-1,-1 0 1,-1-1-1,0 1 1,0 0 0,-1 0-1,-2 5 5,-1 9 1,-2 0-1,-1 0 1,-2 0 0,0 0-1,-2-2 1,-1 1-1,0-1 1,-4 3-1,-40 61 42,-3-2 0,-17 13-42,-63 95 92,138-196-90,0 0 1,0 1-1,0-1 0,0 0 0,-1 0 0,1 0 1,0 1-1,0-1 0,0 0 0,0 0 1,0 1-1,0-1 0,0 0 0,0 0 0,0 1 1,0-1-1,0 0 0,0 0 0,0 1 1,0-1-1,0 0 0,0 0 0,0 1 0,0-1 1,0 0-1,1 0 0,-1 0 0,0 1 1,0-1-1,0 0 0,0 0 0,0 0 0,1 1 1,-1-1-1,0 0 0,0 0 0,0 0 1,0 0-1,1 1 0,-1-1 0,0 0 0,0 0 1,1 0-3,16 4 100,30-3 129,-36-2-138,97-3 900,39-9-991,-38 2-619,42 4 619,-150 7-97,-1 0-1,1 0 0,0 0 1,0 0-1,-1 0 0,1 0 1,0 0-1,0 0 1,-1 0-1,1 1 0,0-1 1,-1 0-1,1 0 0,0 1 1,-1-1-1,1 1 1,0-1-1,-1 0 0,1 1 1,-1-1-1,1 1 0,-1 0 1,1-1-1,-1 1 0,1-1 1,-1 1-1,1 0 1,-1-1-1,0 1 0,1 0 1,-1-1-1,0 1 0,0 0 98,0 1-345,0-1 0,0 0-1,0 0 1,0 0-1,0 0 1,-1 0-1,1 0 1,-1 0 0,1 1-1,0-1 1,-1 0-1,0 0 1,1 0 0,-1-1-1,0 1 1,1 0-1,-1 0 1,0 0 345,-22 16-8437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36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14723,'0'0'5017,"0"0"-3777,0 0 553,0 0-721,0 0-368,0 0-280,169 125-136,-123-81-120,-9 4-112,-8-6-48,-9-10-16,-6-5-200,-5-9-424,-5-9-720,2-9-512,1-21-897,0-12-3728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36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13675,'0'0'4009,"0"0"-2217,0 0-688,0 0-615,0 0 623,-86 154-184,43-85-376,4-1-208,6-5-208,9-16-136,21-14-176,16-27-1528,27-6-2753,10 0-3145</inkml:trace>
  <inkml:trace contextRef="#ctx0" brushRef="#br0" timeOffset="1">394 215 14899,'0'0'4209,"0"0"-2969,0 0 521,0 0-1065,0 0-696,0 0-360,175-9-1945,-145 9-2640,-14 0-2768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36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1 263 9298,'176'-13'3762,"-104"5"1718,-66 7-5279,1 0 0,-1 0 0,1 1 0,-1 0 0,1 0 0,-1 1 1,1-1-1,-1 1 0,5 2-201,-7-2 32,-1 0 0,1 1 1,-1-1-1,0 1 1,0-1-1,0 1 0,0 0 1,0 0-1,0 1 0,0-1 1,-1 0-1,1 1 1,-1 0-1,2 2-32,30 50 246,0 1-53,-29-51-186,-1-1 0,1 1 1,1-1-1,-1 0 0,0 0 0,1-1 1,0 0-1,0 0 0,0 0 1,0-1-1,1 0 0,-1 0 0,0 0 1,1-1-1,0 0 0,-1 0 0,1 0 1,-1-1-1,1 0 0,0-1 0,-1 0 1,1 0-1,0 0 0,-1 0 1,0-1-1,1 0 0,0-1-7,6-2-48,-1 0-1,0-1 0,0-1 1,0 0-1,-1 0 1,0-1-1,-1 0 1,1-1-1,-2 0 1,1-1-1,-1 0 1,-1 0-1,1-2 49,-1 0-21,-1-1-1,0 0 0,-1 0 1,0-1-1,-1 0 0,-1 0 1,0 0-1,-1-1 1,0 1-1,-1-1 0,-1 0 1,0 0-1,-1 1 1,-1-1-1,-2-13 22,2 25-15,0 1 1,0-1-1,0 1 1,0-1-1,0 1 1,-1 0-1,1 0 0,-1-1 1,1 1-1,-1 0 1,0 0-1,0 1 0,0-1 1,0 0-1,0 0 1,0 1-1,0 0 1,-1-1-1,1 1 0,-1 0 1,1 0-1,-1 0 1,0 0 14,-8-2-258,0 0 1,-1 1-1,1 0 1,-8 0 257,4 0-378,-59-7-1984,-2 3-1413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37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8122,'0'0'2800,"0"0"-865,0 0-1014,0 0 5,4 29 201,-1-12-948,2 23 176,2 0 0,2 0 0,1-1 0,2-1 0,4 6-355,-11-35 42,-1 0-1,1-1 1,1 1 0,-1-1-1,2-1 1,-1 1 0,1-1-1,0 0 1,0-1 0,1 0-1,-1 0 1,2 0 0,-1-1-1,0 0 1,1-1 0,0 0-1,0 0 1,0-1 0,1 0-1,-1-1 1,1 0 0,0 0-1,-1-1 1,1 0 0,0-1-1,0 0 1,-1-1 0,1 0-1,8-2-41,-15 3 13,1-1 0,0 0 0,-1 0 0,1 0 0,0 0 0,-1-1 0,1 1 0,-1-1 0,0 0 0,0 0 0,0 0 0,0-1 0,0 1 0,0-1 0,0 1 0,-1-1 0,1 0 0,-1 0 0,0 0 0,0 0 0,0-1 0,0 1 0,-1-1 0,0 1 0,1-1 0,-1 1 0,0-1-13,2-12 191,0 0 0,-1 0 0,0-1 1,-2 1-1,0-12-191,0 18 148,-1 0-89,0 0 0,0 0 0,-1 1-1,-1-1 1,0 1 0,0-1 0,0 1-1,-1 0 1,-1 0 0,0 0-1,0 1 1,0 0 0,-1 0 0,-1 0-1,1 1 1,-1-1 0,0 2 0,-1-1-1,1 1 1,-1 0 0,-1 1 0,1 0-1,-1 0 1,-6-2-59,9 8-4768,10 7 3332,11 9 1080,13 7 118,-15-12 383,0 0-1,1-2 1,0 0 0,0 0-1,15 7-144,-22-16 327,0 1 0,-1-1-1,1 0 1,0-1-1,0 1 1,0-1 0,0-1-1,6 0-326,13 0 253,-12 0-89,0 0 0,1-1 0,-1 0-1,0-1 1,0-1 0,-1 0 0,1-1 0,-1 0-1,4-3-163,-8 4 232,0-1-1,0-1 0,0 1 0,-1-1 0,0-1 0,0 1 0,-1-1 0,0-1 0,0 1 0,0-1 0,-1-1 1,-1 1-1,3-5-231,-6 10 91,-1 0 0,1-1 0,-1 1 0,0-1 0,0 1 0,0-1 0,0 0 0,-1 1 0,1-1 0,-1 0 0,0-1-91,0 4-2,0-1 0,0 1 0,-1 0 1,1 0-1,0 0 0,-1 0 0,1 0 0,-1 0 0,1 0 1,-1 0-1,1 0 0,-1 0 0,0 0 0,1 0 1,-1 0-1,0 1 0,0-1 0,0 0 0,0 1 0,0-1 1,1 0-1,-1 1 0,0-1 0,-1 1 0,1-1 1,0 1-1,0 0 0,0-1 0,0 1 0,0 0 0,0 0 1,0 0-1,0 0 0,-1 0 0,1 0 2,-6 0-267,0 0 0,0 0 1,0 1-1,0 0 0,0 0 0,0 1 0,0 0 0,1 0 0,-1 0 0,0 1 1,-4 3 266,-39 28-4936,0 6-3536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39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11482,'0'0'1904,"0"0"-299,0 0 76,0 0-776,0 0-537,0 0-106,21-19 138,66-61 332,-81 75-571,-1 0 1,2 0-1,-1 1 1,0-1-1,1 2 1,0-1 0,0 1-1,0 0 1,1 0-1,-1 1 1,4-1-162,-7 2 36,0 1 0,1 0 0,-1 0 0,1 0 1,-1 0-1,0 1 0,1-1 0,-1 1 0,0 0 1,1 1-1,-1-1 0,0 1 0,0-1 0,3 3-36,5 5-18,0 1 0,0 0 0,-1 0 0,-1 1 0,0 1-1,0-1 1,-1 2 0,6 10 18,-4-7 80,29 48-32,-2 1 1,-4 2-1,26 69-48,-59-133-18,-1-1 0,1 1 0,0-1 0,0 0 0,1 1 0,-1-1 0,0 0 0,1 0 0,0 0 0,-1 0 0,1 0 0,0 0 0,0-1 0,0 1 0,0-1 0,0 1 0,0-1 0,1 1 0,-1-1 0,0 0 0,1 0 0,-1-1 0,1 1 0,-1 0 0,1-1 0,-1 1 0,1-1 0,-1 0 0,1 0 0,0 0 0,-1 0 0,1 0 0,-1-1 0,1 1 0,-1-1 0,2 0 18,4-2-491,-1 0 0,0 0 0,0-1 0,-1 0 0,1 0 1,-1-1-1,1 0 0,-1 0 0,-1 0 0,1-1 0,0 0 491,22-30-5316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40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1 9706,'0'0'7882,"0"0"-6250,0 0-480,0 0-616,0 0 337,-186 167-121,107-90-240,3 3-248,6-8-112,21-13-144,16-8-8,26-13-728,14-11-1609,32-6-2256,4-15-4136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40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17076,'0'0'2048,"0"0"-1440,0 0 32,0 0-640,0 0-3720,0 0-8539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40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7802,'0'0'8113,"0"0"-6336,0 0-921,0 0 264,37 194-240,-24-90-464,0 12-79,0-3-225,1-9 8,2-12-120,1-20-48,-4-13-1601,-3-23-2832,-7-18-7953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4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12123,'0'0'1411,"32"-18"-511,-5 1-710,-10 6-79,0 0 0,1 1-1,0 1 1,1 0 0,0 2-1,0 0 1,1 1 0,0 1 0,0 1-1,0 1 1,1 0-111,-10 2 66,-1 1-1,1 0 1,0 1 0,-1 0-1,1 1 1,-1 0 0,1 0-1,-1 1 1,0 0-1,0 1 1,0 0 0,-1 1-1,1 0 1,-1 1-66,-2-1 13,0 0-1,-1 1 1,0-1 0,0 1-1,0 1 1,-1-1 0,0 1-1,0 0 1,-1 0 0,0 0-1,0 1 1,-1 0 0,1-1-1,-2 1 1,1 0 0,-1 1-1,-1-1 1,1 2-13,-1 0 76,0 1 0,-1 0 0,-1-1 0,1 1 1,-2 0-1,1-1 0,-1 1 0,-1-1 0,0 0 0,-1 0 0,0 0 1,0 0-1,-1-1 0,0 1 0,-1-1 0,0 0 0,0-1 0,-1 1 0,0-2 1,0 1-1,-1-1 0,0 0 0,-7 5-76,-4 2 179,-1 0 0,-1-1 0,0-1 0,0-1 1,-1-1-1,-1-1 0,1-1 0,-2-1 0,1-1 0,-4 0-179,23-5 4,0-1 0,-1 1 0,1-1 0,0 0 0,-1 0 0,1 0 0,-1 0 0,0-1-4,4 0-59,-1 1 0,1 0 0,0-1 0,0 1 0,0-1 0,-1 1 0,1-1 0,0 0 0,0 1 0,0-1 0,0 0 0,0 0 0,0 0 0,0 1 0,1-1 0,-1 0 0,0 0 0,0 0 0,0-1 59,0-2-451,1 0 1,-1 0-1,1 0 0,-1-1 0,1 1 1,1 0-1,-1 0 0,0 0 1,1 0-1,0 0 0,0 0 0,0 0 1,0 0-1,1 0 0,0 1 1,1-4 450,26-46-11039</inkml:trace>
  <inkml:trace contextRef="#ctx0" brushRef="#br0" timeOffset="1">732 1 13339,'0'0'2224,"0"0"-1688,0 0 1193,-119 214-825,99-134 16,17-2-216,3-7-368,13-11-208,30-16-48,7-17-80,6-15-128,20-12-1464,-13-9-2513,-10-21-7729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41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14563,'0'0'2433,"0"0"-1337,0 0 768,172 140-784,-109-63-495,-6 0-129,-5 1-152,-9-10-184,-3-11-56,-10-13-64,0-14-896,-7-15-3017,-7-15-4673</inkml:trace>
  <inkml:trace contextRef="#ctx0" brushRef="#br0" timeOffset="1">411 48 13531,'0'0'4233,"0"0"-3953,0 0 776,0 0 144,-156 203-183,107-126-329,2 0-272,17-14-272,14-12-144,16-13-1288,20-14-3377,13-15-5666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4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13603,'0'0'1928,"0"0"-479,0 0-417,0 0-800,209-42-232,-163 42-880,-13 0-3081,-13 0-6857</inkml:trace>
  <inkml:trace contextRef="#ctx0" brushRef="#br0" timeOffset="1">50 286 9898,'0'0'1977,"0"0"-161,0 0 1121,0 0-1169,0 0-928,0 0-840,238-9-704,-169-9-3849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42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12123,'0'0'1920,"0"0"-1288,0 0 864,0 0-479,192 48-449,-179 0-192,-13 5 232,-6 1 352,-34-4-96,-10-5-335,-6-6-289,6-10-40,7-8-200,14-9 0,25-12-897,4-6-1575,0-21-3713</inkml:trace>
  <inkml:trace contextRef="#ctx0" brushRef="#br0" timeOffset="1">579 102 14539,'0'0'1945,"0"0"495,-169 83 17,120-44-1337,16 2-616,20-2-296,13 0-72,0-7-128,23-5 64,23-9-72,7-6 0,10-9-344,29-3-624,-12-9-1873,-11-12-3408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42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11402,'0'0'1697,"0"0"-841,0 0 344,122 157 8,-102-52-183,-13 8 103,-7 3-16,-7-6-248,-26-9-352,-7-12-391,-6-11-121,-30 5-321,13-18-3719,7-20-10668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45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74 257 6425,'0'0'1690,"0"0"-554,0 0-278,0 0-401,0 0-283,0 0-124,-7-10 66,-16-26 397,15 23 1497,2-1 0,0 0 0,1 0 0,-3-13-2010,1 8 1928,4 26-986,5 32-728,13 43 104,24 75-318,-38-156 16,0 0 1,0 0 0,0 0-1,1 0 1,-1 0-1,0 0 1,0 0-1,1 0 1,-1-1 0,0 1-1,1 0 1,-1-1-1,1 1 1,-1-1-1,1 0 1,-1 1-1,1-1 1,-1 0 0,1 0-1,-1 0 1,1 0-1,-1 0 1,2-1-17,37-2 468,45-17-356,-35 8-96,-1 2 0,1 2 0,22 0-16,-63 8 5,11-1-14,0 1 0,0 0 0,14 3 9,-27-2-5,0 1 1,-1 0 0,1 0 0,-1 0 0,1 1-1,-1-1 1,0 2 0,0-1 0,0 1 0,-1 0-1,1 0 1,2 3 4,2 2 0,1 0 0,-2 1 0,1 0 1,-1 1-1,-1 0 0,0 0 0,-1 1 0,0 0 0,0 0 0,-2 1 0,1 0 0,-1 2 0,-7-26 123,1-1 0,1 1 0,0-1 0,0 1 0,1-1 0,1 1 0,0-1-1,0 1 1,1 0 0,0 0 0,1 0 0,1 1 0,0-1 0,0 1 0,1 0-1,1-1-122,-2 1-12,2 1-1,-1 1 0,1-1 0,0 1 0,1 0 0,0 1 1,0-1-1,1 2 0,0-1 0,0 1 0,0 1 0,1-1 1,-1 2-1,1-1 0,1 1 0,-1 1 0,1 0 0,6-1 13,8 0-17,1 2 0,-1 1 0,1 0 0,6 3 17,-20-1-5,0 0 0,0 1 0,0 1-1,0 0 1,-1 0 0,1 1 0,-1 1 0,0 0 0,8 5 5,-6-3-16,-1-1 0,1 0 0,1-1 0,-1 0 0,1-1 0,-1 0 0,1-2 0,0 1 0,9-1 16,12 0-61,1-2 1,-1-1-1,11-3 61,-36 3-2,0 1-1,0-2 0,0 1 0,0-2 0,0 1 1,0-1-1,-1-1 0,1 0 0,-1 0 1,0-1-1,0 0 0,0 0 0,-1-1 0,0 0 1,0-1-1,0 0 0,-1 0 0,0 0 0,0-1 1,-1 0-1,0-1 0,-1 1 0,2-4 3,22-57 84,14-27 290,-40 92-388,-2 2-1233,-2 0-5015,1 0-3388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46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10842,'0'0'2532,"0"0"-819,0 0-911,0 0-129,0 0 259,11 35-38,35 111-157,-23-65 1060,8 63-1797,-20-87 432,-10-56-407,-1 0-1,0 0 1,0 0 0,1 0 0,-1 0 0,0 0-1,1 0 1,-1 0 0,1 0 0,-1 0 0,1 0-1,0 0 1,-1-1 0,1 1 0,0 0-1,0 0 1,0-1 0,-1 1 0,1-1 0,0 1-1,0-1 1,0 1 0,0-1 0,0 1 0,0-1-1,0 0 1,0 1 0,0-1 0,0 0-1,0 0 1,0 0 0,0 0 0,0 0 0,0 0-1,0 0 1,0 0 0,1 0 0,-1 0 0,0-1-1,0 1 1,0 0 0,0-1 0,-1 1-1,1-1 1,0 1 0,0-1 0,0 0 0,0 1-1,0-2-24,49-33 618,-47 33-634,-1 0 32,29-25 263,1 2 0,23-14-279,-43 32 15,0 1 1,0-1-1,1 2 0,0 0 1,0 0-1,0 2 1,1-1-1,-1 2 0,12-2-15,-9 3-5,-1 0-1,0 1 0,0 0 0,0 1 0,1 1 0,-1 0 0,3 2 6,-9-1-2,0 0-1,0 1 1,-1 0 0,1 0-1,-1 1 1,0 0-1,-1 1 1,1 0-1,-1 0 1,0 0-1,0 1 1,0 1 2,21 25 20,-19-21-26,2 0 0,-1-1 0,1 0 0,1-1 6,-8-6 22,0-2 1,0 1-1,0 0 0,0-1 1,1 0-1,-1 0 1,1 0-1,-1-1 0,1 1 1,0-1-1,0 0 0,-1-1 1,1 1-1,4-1-22,3 0 59,0-1 0,0-1-1,0 0 1,0-1 0,0 0-1,-1-1 1,1 0 0,2-2-59,91-49 17,-77 37-14,2 3-1,30-13-2,-40 22 4,0 0 0,0 1 0,0 1 0,0 1 0,1 1 0,-1 1 0,1 1-1,0 0 1,2 2-4,35 6-13,0 2-1,28 10 14,12 3 42,-72-18-41,1-1-1,0-1 1,1-2 0,-1-1 0,0 0 0,0-2 0,0-1 0,0-2 0,0 0 0,8-4-1,-19 4 55,0-1 0,0 0 0,0-2-1,-1 1 1,0-2 0,-1 0 0,1 0 0,-2-2 0,1 0-1,-2 0 1,1-1 0,-2-1 0,0 0 0,0 0 0,-1-1-1,6-12-54,-10 14 80,-1 0 0,-1-1 0,0 0-1,0 1 1,-2-1 0,1 0 0,-2-1-1,0 1 1,0 0 0,-1 0-1,-1-5-79,1 17-2,0 0-64,-1 0-1,1 0 0,0 0 0,0 1 0,-1-1 1,1 0-1,0 0 0,-1 1 0,1-1 0,-1 0 1,1 1-1,-1-1 0,1 0 0,-1 1 0,0-1 1,1 1-1,-1-1 0,1 1 0,-1-1 1,0 1-1,0-1 0,1 1 0,-1 0 0,0 0 1,0-1-1,1 1 0,-1 0 0,0 0 0,0 0 1,0 0-1,0-1 0,1 1 0,-1 0 0,0 1 1,0-1-1,0 0 0,1 0 0,-1 0 1,0 0-1,0 1 0,0-1 0,0 1 67,-8-1-1065,-24 0-5109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50.33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1 384,'0'0'0,"0"0"11339,0 0-9794,0 0 1025,0 0-1732,0 0-444,0 0-15,0 0 299,3 6-40,4 3 42,5 2 91,6 2-163,5 2-69,6 3-265,4 5-41,3 6-132,0 6 2,1 4-59,-1 4-36,1 1 81,-1 2-102,1 0 144,0 1 3,-1 1 88,-1 0-177,-2-1 95,-3 1-98,-3-1-33,-5-4 7,-4-3 57,-4-8-93,-4-5 40,-3-8 80,-2-7-128,-2-6 771,0-3 76,4-8-448,5-8-245,9-8-67,8-6-44,10-5-13,8 1-2,7 2 10,4 8 52,0 5-79,-1 11 26,-1 10-18,-2 12 12,-1 11-5,2 8 12,2 7-4,3 5-7,3 3 2,0-1 37,-2-1-49,-5-3 16,-7-7-5,-9-6-9,-8-8 12,-9-7 33,-7-7-38,-4-5 145,0-7-182,2-9 171,4-10-164,5-9 58,6-8-20,3-4 2,3-2 0,1 3 0,0 4 47,3 9-70,2 8 23,4 7-8,7 8 0,7 8 0,7 6 66,5 5-85,3 4 38,2-1-22,-1-1 14,0-4 42,-3-5-11,-4-6 34,-3-9 29,-5-12 115,-3-10-151,-2-12 43,-3-8-42,-1-9-22,-3-3 321,-5 0 36,-6 4 37,-7 6 38,-9 9-144,-7 9-301,-6 10 3,-5 8-27,-3 6-758,-1 5-617,-3 4-756,-7 5-3974,-6 4-11667,10-5 18979,-2 1-637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52.95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605.16943"/>
      <inkml:brushProperty name="anchorY" value="-1669.77942"/>
      <inkml:brushProperty name="scaleFactor" value="0.5"/>
    </inkml:brush>
  </inkml:definitions>
  <inkml:trace contextRef="#ctx0" brushRef="#br0">48 22 3001,'0'0'0,"0"0"9042,0 0-8524,0 0 2334,0 0-1787,0 0-739,-1-13-166,-3 5-116,-1 8-15,-1 12 490,-2 14 669,2 14 18,0 11-122,1 8-435,2 3-327,1 1-198,1-4 82,5-7-168,6-10 32,9-10 109,8-12-45,11-9 112,7-12 76,7-9-54,7-8-115,6-7-68,9-3-65,12-2 100,12 0-149,11 3 45,10 6-63,5 6 61,-1 10-21,-6 14 7,-10 13 9,-13 12 45,-12 7-22,-12 4-38,-13-1 13,-10-4-7,-11-7 0,-9-9 0,-8-8 19,-3-7 97,-2-6 281,5-10-250,5-7-148,8-8 99,8-7-106,5-2 155,7 0-55,7 2 115,7 6-85,9 6-26,9 5 18,8 6-124,6 3 90,1 5-41,0 3-46,-3 4 15,-3 1 2,-3 1-13,-2 0 14,0-1-14,0-2 4,3-2-1,2-3 10,0-3 71,-5-3-103,-8-5 34,-14-2-3,-16-2 222,-16 2 39,-14 2-267,-10 2 26,-9 2-159,-8 7-559,-6 8-1064,-5 8-5377,1-1-11294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2:55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0 7578,'0'0'1233,"0"0"-578,0 0 145,0 0-16,0 0 287,0 0 468,0 10 52,-2 41-114,2-15-748,-2 1 0,-2-1 0,-1 0 0,-5 17-729,3-31 106,3-8-33,0 0 1,0 0-1,1 0 0,1 1 0,0 10-73,3-24 70,-1 0 0,1 0 0,0-1 1,0 1-1,0 0 0,0-1 0,0 1 0,0-1 0,0 1 0,0-1 0,1 1 0,-1-1 0,0 0 0,0 1 0,0-1 0,0 0 0,0 0 0,1 0 1,-1 0-1,0 0 0,0 0 0,0 0 0,1-1 0,-1 1-70,36-3 531,31-13 20,-49 11-478,1 0 0,-1 1 0,1 1 0,0 1 0,2 0-73,18 2 5,0 1-1,0 2 1,0 1-1,-1 3 1,17 5-5,-53-12 0,7 2-2,0 1 0,0 0 0,0 0 1,-1 1-1,1 0 0,-1 0 0,0 1 0,0 1 1,-1-1-1,1 1 0,-1 1 0,0 0 2,-7-6 10,1 0-1,0 1 1,0-1 0,0 0-1,0 0 1,0-1-1,0 1 1,0 0-1,0-1 1,0 1 0,0-1-1,1 1 1,-1-1-1,0 0 1,0 0-1,0 0 1,1 0 0,-1-1-1,0 1 1,0 0-1,0-1 1,0 0-1,0 1 1,1-2-10,47-22 272,131-99 104,-176 122-360,0-1-1,0 0 1,0 1 0,1 0 0,-1 1-1,0-1 1,0 1 0,1 0 0,-1 0-1,0 0 1,1 1 0,1 0-16,24 0 44,-18-2-609,1-1-1,-1 0 1,0-1 0,0-1-1,0 0 1,4-2 565,-13 4-279,-1 1 0,1 0 0,0-1-1,0 0 1,-1 0 0,0 0 0,1 0 0,-1-1 0,0 1 0,0-1 0,0 0 0,0 0 0,-1 0 0,1 0-1,-1 0 1,0-1 0,1 1 0,-2-1 0,1 0 0,0 1 0,-1-1 0,0 0 0,0 0 279,0-13-7529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3:00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39 5049,'0'0'1800,"0"0"709,0 0-503,0 0-595,0 0-367,0 0-200,11-1-44,-4 1-599,22-1 391,-26 0-94,-19 1 284,-180-1 2361,366-10-2168,-371 14-532,182-7-969,18 4 409,1 0 0,0 0 0,0-1-1,-1 1 1,1 0 0,0 0 0,0 0-1,0-1 1,-1 1 0,1 0 0,0-1-1,0 1 1,0 0 0,0 0 0,0-1-1,0 1 1,-1 0 0,1-1 0,0 1 0,0 0-1,0-1 1,0 1 0,0 0 0,0-1-1,0 1 1,0 0 0,1-1 0,-1 1-1,0 0 1,0-1 0,0 1 0,0 0-1,0-1 1,0 1 0,1 0 0,-1 0-1,0-1 1,0 1 0,0 0 0,1 0-1,-1-1 1,0 1 0,0 0 0,1 0-1,-1 0 1,0-1 0,0 1 0,1 0-1,-1 0 1,0 0 0,1 0 0,-1 0-1,0 0 1,1 0 0,-1 0 0,0 0-1,1 0 119,21-10-11209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5:43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12523,'0'0'2256,"0"0"-1360,0 0 689,0 0-993,211-6-392,-141-6-128,-4-3-24,-10 6-48,-19 9-136,-18 0-1032,-19 0-3145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5:43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9218,'0'0'5481,"0"0"-2992,0 0 15,0 0-703,0 0-953,0 0-624,225-30-224,-136 9-32,33 4-1304,-23 2-3201,-9 3-5762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31.689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9159.10547"/>
      <inkml:brushProperty name="anchorY" value="-4887.06934"/>
      <inkml:brushProperty name="scaleFactor" value="0.5"/>
    </inkml:brush>
  </inkml:definitions>
  <inkml:trace contextRef="#ctx0" brushRef="#br0">262 178 3849,'0'0'0,"0"0"1800,0 0-1026,0 0 330,0 0-381,0 0 209,0 0 227,0 0 84,16-7-420,3 0-139,1-1-335,0 0-31,0 2-174,-1 0-36,0 1-31,1 0-29,0 0 23,0 0 46,1 1 99,0-1 32,2 0 47,1 0-192,0-1 22,1 1-81,0-1-33,-2 0 59,0 0-78,-1 1 90,0-1 0,0 0 236,0-1-204,2 0-28,2-1-66,1 1-3,-2 0-8,-2 1 9,-3 2-22,-2 2 6,-4 0-2,0 2 10,1 0 71,2 0-85,2 0 20,2 0-7,0 1-1,0-1 0,0 0 0,-2 0 0,-1 0-9,-1 0 21,0 0 31,-1 0-46,2 0 7,-1 0 44,1 0-61,0 0 10,0 0-3,-1 1-2,-1 0 9,-2 3-2,0 1 47,-1 3-3,2 0 32,0 2-82,1-1 16,0 1 58,1-1-86,0 1 66,-1 1-58,-1 2 7,-1 1-2,-2 2 82,-1 0-99,-1 1 34,-1 0 35,-1 0-68,1 1 31,0-1-10,0 1 57,-1 1-72,0 0 33,-1-1 55,-2-1-27,0-2 3,0 0-45,0-2 96,1-1-125,0 1 40,1 2-14,1 1 65,0 3-93,-1 1 115,0 3-54,-1 1 55,0 1-23,0 0 27,1 0-25,-1-1-29,0-1-30,1-1-14,-1-2 20,-2 0-18,0-2 5,-1 1 74,-1-1-50,-1 0 47,-1-1 16,0 0 61,0 0-70,0 0 72,0 0-125,-2 1 46,0 0-8,-1 0 18,-2 0 32,0-1-63,-1 0 77,-1-1-155,0-1 121,1-1-125,-1 0 44,0 1 42,0-1-71,-1 1 15,1-1 3,-1 0-12,0 0 78,0-1-88,0-1 29,0 0 75,-1-1-117,0 0 94,-1 1-85,0 1 80,-1-1-61,-1 0 9,-1 0-3,0-2 46,0-1 52,0-1-50,1-1 142,0 0-87,0 1-54,0 0-47,-2 2-3,0 1 3,-1 0 42,0 0-12,0 0-49,1-1 138,0 0-90,1-2 133,0 1-26,0-1-54,-1 1-92,0 0 117,-1 0-137,0 1 41,0-1 32,1 0-68,-1 1 22,0-1 57,0 0 56,-1 0 110,0 0-174,0-1 61,0 1-134,1-1 116,0 0-115,0-1 99,-1 0-104,0 0 31,-3 0-11,0 1 0,-3 2 18,1 0-14,-1 0-4,2 0 2,2-1-2,2-1 74,1 0-67,3-2 5,0-1-11,0 0 1,-1 1 72,0 0-86,-2 1 20,0-1 68,1 1-97,2-2 41,1 0-23,3-2 70,0 0 8,2-1-9,-1 1-67,-1 1 10,0 0 67,-3 1-88,0 1 20,0-1 3,-1 0 52,1-1-71,1 1 127,-1-1-38,0-1-88,1 1 77,-1-1-66,1 0 64,1 0-66,1-2 124,1 1-149,-1-1 206,0 0-118,-1 0 20,-2 0-21,-3 0-6,-2-1 46,-3 1-71,-1-1 98,-1 0-105,1 0 42,0 0-69,2 0 17,2 0-8,1 0 75,0 0 146,2 0 10,0-3-74,0-1-53,0-3-6,0-2-120,1-2 105,0-2-112,-2 1 41,1-2-23,-1 2 14,1 1-14,-1-1 14,1 1-5,2 1-7,1-1 77,1 0-97,2 0 31,0-1 0,-1 0-4,1 0 2,-2-1 0,1 0-9,0 0 12,1-1 33,1-1-56,1-1 18,2 1-6,1 0 10,0 1-4,1 1 2,0 0 47,1 2-70,-1 0 23,0 1 2,0-2 24,0 0-34,0-2 3,0-1-2,0-1-1,0-1 0,1-1 0,0-1 0,0 1 10,0-2-22,0 1 25,0 0-17,0 0 5,0 2 9,0-1-13,0 1 14,0 0-14,0 1 4,0 1-10,0 1 21,0 0-16,0 1 5,0 0-1,1 1 0,-1 1 10,1 0-13,0 2 14,0 0-14,1-1 4,-1 1-1,1-1 0,0-1 0,1-1 0,-1 0 0,0-1 10,0-1-13,0-1 4,-1 0-1,-1 1 0,1-1 0,0 2 0,0-1 0,0 1 0,0-1 0,2-1 0,2-2-9,2 1 2,3-2-10,2-2 12,2-1-14,2-1 14,-1-2-5,-1 0 12,-1-2-4,-2 1-16,-1 0 23,0 0-17,0 0-116,3 0-200,3-1-492,2 1-579,3 0-1212,1 3-1250,-1 3-4234,-4 5 157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34.918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10473.23535"/>
      <inkml:brushProperty name="anchorY" value="-6257.31104"/>
      <inkml:brushProperty name="scaleFactor" value="0.5"/>
    </inkml:brush>
  </inkml:definitions>
  <inkml:trace contextRef="#ctx0" brushRef="#br0">127 992 5817,'0'0'0,"0"0"1233,0 0-897,0 0 442,0 0 184,0 0 324,0 0 105,0 0-38,7-21-298,0-3-303,2-4-365,1 1-204,0 1-50,0 1 36,2 1 190,1-1-165,1 0 220,0 0 61,1-1-152,2 0-102,0-1 110,2-1-19,2-1-155,0 0 50,2-1-88,0 2 177,-1 0-17,1 3 161,0 1 74,0 1-112,0 1-114,2 0-128,0 1-43,-1 0-69,0 2 66,-3 2-138,-1 2 96,-2 1 33,-1 2 64,-1 0-49,3 1 3,3-1-75,2 0-28,4-1 40,1 0-55,0 1 35,-2 2-48,-2 1 14,-2 1-6,-1 1 9,-1 0 7,3-1 36,3-1-56,5-1 9,4-1 43,3 1-61,-1 1 10,-1 2 6,-3 2-4,-4 2 1,-2 1 0,-1 1 9,1 0-2,1-1 38,4 0-48,1-2 73,2 0-88,0-1 18,-2 0 3,-3 1 5,-3-1 92,-3 0 78,-2 1 30,0 2-55,1 0-52,2 0-107,4 1 32,0 0-10,2 0-10,-1 0 3,-1 0-1,-4 0 9,-3 0-11,-4 1-6,-5 0 10,-2 0-3,-3 0 1,-2 0-9,0 0 11,0 0-12,2 0 3,1 0 8,3 0-2,3 1 1,3 2 65,3 1-83,0 2 130,2 2-151,0 2 122,0 2-113,-2 1 33,-3 1-2,0 0-11,-3 0 3,-1-1-1,0-1 19,0-1-25,2 0 18,0 1-5,0 0-8,-1 0 11,0 2-12,-2 0 12,-3 1-12,-2 1 3,-2-2 8,-2-2-11,-2-1 12,-1-2-12,-1-2 3,0-1-1,-1 1 0,-1 1 9,1 2 7,0 2-20,0 1 26,-1 0-18,0-1-4,1-1 10,-1-1-12,1-1 12,-1 0-12,1 0 3,0 2 8,0 2-11,0 2 12,0 3-3,0 3-8,0 1 11,0 1-12,0 1 3,0 1 8,0-1-11,0 0 22,0-1-26,-1 0 56,-1-1-54,-1-1 8,0 0 53,0-1-64,1 0 22,1-1-7,-1 3 75,0 1-106,0 3 91,-1 3-84,-1 2 33,0 2-10,-1 1 1,-1-2-9,0 0 11,1-4 44,1-2-69,1-3 33,0-2 35,0-2-68,-1-1 33,0 1 16,-2 0-34,-1 1 3,-1 1 8,-1 1-5,-1 0 2,-1 1-9,1 0 86,-2 1-109,0-1 102,-1 1-97,1-1 131,-2 0-76,1 0-21,0 0 54,0 0-76,-1-1 98,1 1-58,0-1 103,-1-1-168,2-1 62,-1-1-24,1 0 105,-1-1-86,-1 2-6,-1 1 30,-2 0-50,0 3 70,-2 0-86,0 1 45,0-2-24,0-1 15,1-2 98,1-3 66,1-2-59,1-3-48,-1 0 52,-1 0-152,-1 1 52,-1 0-21,-1 0 10,1 1-21,-1-2 53,3-1-53,0-1 8,2-2-2,0 0-2,-1 1 18,-2-1-23,-2 2 64,-3 2-66,-3 0 68,-1 2-19,-1-1 80,2-1-86,1-1 76,3-2-78,1 0-16,3-1 32,0 0-52,1 0 6,1 0 54,0 1-65,-1 0 12,0-1 15,0-1 31,0 0-55,1-1 75,-2 0-79,0-1 126,-1 0-139,-2 0 90,-2 1-74,-2-1 85,-2 1-100,-1-1 87,1 0-65,-1-3 85,0 0-43,1-1-41,-2 0 87,0-3-112,-1-2 34,-3-2-3,0-3-2,-3-2 10,-1-3-12,-1-2 14,-2-2-14,0-2 51,0-1-61,0 0 10,3 1-3,2 2 7,3 1-11,4 3 3,1 0 8,3 2-11,1 1 3,1 1 8,2-1 26,0-1-35,1 1 3,1-2-2,1-1 8,1-1-11,1-2 3,-1-2 8,1-1-11,0-2 3,-1-1 8,0-1-11,-1-2 3,1 0 8,2-1-11,1-1-6,1-1 10,1 0-3,2-1 1,0 1 9,2 0-21,0 0 26,2 1-28,1-3 18,1-1-14,1-3-44,2-4 60,-1-1-21,1-1-40,1 0 60,-1 3-122,0 2 82,0 3-289,1 2-198,-1 1-108,2 0-417,5-4-975,5-2-3048,3 0-986,-1 6-6283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24.36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596 12 5129,'0'0'1579,"0"0"-252,0 0 205,0 0-266,0 0-493,0 0-400,-15-3-219,3 1-119,5 0-3,-1 1 1,1-1 0,-1 2-1,0-1 1,1 1-1,-1 0 1,0 1 0,1-1-1,-1 2 1,1-1 0,-1 1-1,1 0 1,-5 3-33,-15 6 84,2 2 0,0 2-1,0 0 1,1 1 0,1 1 0,1 2-1,1 0 1,0 1 0,1 1 0,1 1-1,2 1 1,0 0 0,1 1 0,2 1-1,0 1 1,1 0 0,2 0 0,1 1-1,1 1 1,1-1 0,2 1 0,0 1-1,2-1 1,2 1 0,0 6-84,0-14 17,2 1 1,0-1 0,1 1-1,2-1 1,0 1 0,3 6-18,-5-21 9,2-1 0,-1 1 1,1-1-1,0 0 0,0 0 1,1 0-1,0 0 1,0-1-1,0 0 0,1 1 1,0-2-1,0 1 0,0 0 1,0-1-1,1 0 1,0 0-1,-1-1 0,2 1 1,-1-1-1,0-1 0,0 1 1,1-1-10,22 5 47,1-1 0,-1-2-1,1-1 1,0-1 0,0-2 0,-1-1 0,1-1 0,10-3-47,-6 0 24,-1-2 1,0-1 0,0-2 0,-1-1-1,0-2 1,17-9-25,4-5 36,-1-3 0,-2-2 0,15-13-36,-49 33 16,-1 0 0,0-1 0,-2 0 0,1-1 0,6-9-16,-15 15 21,0 1 1,0 0 0,-1-1 0,0 0 0,0 0 0,-1-1 0,0 1-1,-1 0 1,0-1 0,0 0 0,-1 1 0,0-1 0,0-2-22,0-7 82,0-2 78,0 0 1,-2 0-1,0 0 0,-1-1 1,-3-11-161,4 27 37,-1-1 0,0 1 0,0 0 0,0 0 1,0 0-1,-1 0 0,0 0 0,0 0 0,0 1 0,-1-1 1,0 1-1,0 0 0,0 0 0,0 0 0,0 1 0,-1-1 1,1 1-1,-1 0 0,0 1 0,0-1 0,0 1 0,-3-1-37,-12-3 17,-1 2 0,0 0 0,1 2-1,-1 0 1,0 1 0,0 1-1,-16 2-16,9-1 1,16 0 1,0 0 1,1 0 0,-1 2-1,1-1 1,-1 1-1,1 1 1,0 0-1,0 0 1,0 1 0,1 1-1,0 0 1,-6 4-3,2 0 9,0 2-1,1 0 1,1 0 0,0 1 0,0 0-1,1 1 1,1 1 0,0 1-9,-10 20 20,1 1-1,2 1 1,1 1 0,2 0 0,2 1 0,-5 32-20,16-65 142,-24 118-266,23-89 3049,-1-65-2593,-3-22 17,3 0 0,2-5-349,1 41 11,1 1-1,0 0 1,1-1 0,1 1 0,0 0 0,1 0-1,1 1 1,0-1 0,6-11-11,3 3 3,0 0 0,1 1 0,2 0 0,0 2 0,1 0 0,0 0 0,2 2 0,20-14-3,-29 23-5,0 0 0,0 1 0,0 1 0,1 0-1,0 0 1,0 1 0,1 1 0,0 0 0,-1 0 0,1 2 0,0-1 0,1 2 0,-1 0-1,0 0 1,0 1 0,1 1 0,-1 0 0,9 3 5,-10 0-8,0 0-1,0 1 1,-1 1 0,0 0 0,0 1-1,0 0 1,-1 0 0,0 1 0,0 0-1,0 2 9,18 18-13,-1 1 0,14 21 13,-28-35 0,0 1 1,-1 1-1,-1 0 1,-1 0-1,-1 1 1,0 0-1,-1 1 1,-1 0-1,-1 1 1,-1-1 0,0 1-1,-1 0 1,-2 0-1,0 0 1,-1 3-1,-2-13 3,0 1 0,0 0 1,-2-1-1,1 1 1,-1-1-1,-1 0 0,0 0 1,0 0-1,-1 0 0,0-1 1,-1 1-1,0-1 0,0-1 1,-1 1-1,0-1 1,-1-1-1,0 1 0,0-1 1,0 0-1,-5 2-3,-15 10 17,-1-1 0,0-1 1,-1-2-1,-1 0 0,0-3 0,-3 0-17,-9 3 17,-1-2 0,-1-2-1,0-2 1,0-2 0,-1-2-1,-6-2-16,24-2 10,0-2 0,0-1 0,0-1 0,0-1 0,1-1 0,0-2-1,0-1 1,0-1 0,1-1 0,-16-9-10,23 10 4,1-2 0,0 0 0,1-1 0,-14-12-4,25 19 4,1-1 0,-1 0-1,1 0 1,0 0 0,1 0 0,-1-1 0,1 1 0,1-1-1,-1 0 1,1-1 0,0 1 0,1 0 0,0-1-1,-1-4-3,1-7 0,1 1 0,1 0 0,0 0 0,2 0 0,0 0 0,1 0 0,1 0 0,0 0 0,1 1 0,1 0 0,1 0 0,1 0 0,0 1 0,1 0 0,0 0 0,2 1 0,3-3 0,19-24 0,1 2 0,3 2 1,1 1-1,1 2 1,17-10-1,-29 24-4,1 1 0,0 1 0,2 1 0,22-9 4,-39 21-4,0 1-1,-1 1 1,1 0-1,1 1 1,-1 0 0,0 1-1,1 0 1,0 1-1,-1 1 1,1 0-1,-1 1 1,1 0-1,4 2 5,-10-1-5,-1 0 0,1 1 0,-1 0 0,1 0-1,-1 1 1,0 0 0,0 1 0,-1-1-1,1 1 1,-1 0 0,0 1 0,0 0 0,-1 0-1,0 0 1,0 0 0,0 1 0,-1 0-1,0 0 1,0 0 0,-1 0 0,0 1 0,1 2 5,4 12-6,-2 0 1,0 0 0,-2 0 0,0 1 0,-2 0 0,0-1 0,-1 12 5,-2-15 1,0 0 1,-1-1 0,0 1-1,-2 0 1,0-1-1,-2 1 1,0-1 0,0 0-1,-2-1 1,0 0-1,-1 0 1,-1-1 0,0 0-1,-2-1 1,1 0-1,-2 0 1,0-1 0,-1-1-1,0-1 1,-5 4-2,2-2 9,0-1 0,-1-1 0,-1-1 0,1 0 0,-2-2 0,-6 3-9,13-7 11,1-1-1,-2 0 1,1 0 0,0-2 0,-1 0 0,0 0 0,1-1 0,-1-1 0,0 0-1,-6-2-10,11 0 8,1 0 0,0 0 0,0-1-1,0 0 1,1-1 0,-1 0 0,1 0-1,0-1 1,0 0 0,0 0-1,1 0 1,0-1 0,0 0 0,0 0-1,0-1 1,1 1 0,0-1 0,1-1-1,0 1 1,0 0 0,0-1-1,0-4-7,-6-11 34,1-2-1,1 1 1,1-1-1,1 0 1,2-1-1,-2-22-33,3 13 18,2 0 0,1 1 0,2-1 0,2 0 0,1-4-18,-1 19-5,1 2 0,0-1 0,2 0 0,0 1 0,1 1 0,0-1 0,2 1 0,0 0 1,12-14 4,-7 13-7,0 0 0,2 1 1,0 0-1,1 2 1,1 0-1,0 1 1,1 1-1,0 0 1,1 2-1,0 0 0,22-6 7,-16 8-5,1 1-1,0 1 0,0 2 0,1 0 1,0 2-1,0 2 0,-1 0 0,1 2 1,19 3 5,-34-2-4,-1 0 1,1 1-1,-1 1 1,0 0-1,-1 1 1,1 0 0,-1 1-1,0 0 1,0 1-1,0 0 1,-1 1-1,0 0 1,-1 1 0,0 0-1,0 1 1,-1 0-1,-1 0 1,1 1-1,-2 0 1,1 1 0,-1 0-1,-1 0 1,0 0-1,-1 1 1,-1 0-1,0 0 1,0 0 0,-1 0-1,-1 0 1,0 1-1,-1 0 1,0-1 0,-1 1-1,-1-1 1,0 1-1,-1-1 1,-1 3 3,-1-1 3,0-1 0,-2 0 0,1 0 0,-2 0 0,0 0 0,0-1 0,-2-1 0,1 1 0,-1-1 0,-1-1 0,0 1 0,-1-2 0,0 1 0,-8 4-3,-7 5 7,-1 0 1,0-2-1,-1-1 1,-1-1-1,-1-1 0,-7 0-7,27-11 3,0 0 0,0-1-1,0 0 1,0-1 0,-1 0-1,1-1 1,-1 0 0,1 0 0,-1-1-1,0-1-2,8 1 4,1 0 0,-1-1 0,1 1 0,0-1 0,-1 0 1,1 0-1,0 0 0,0 0 0,0 0 0,0 0 0,0 0 0,0-1 0,0 1 0,0-1 0,0 1 0,1-1 0,-1 0 0,0 0 0,1 0 0,0 0 1,-1 0-1,1 0 0,0 0 0,0 0 0,0 0 0,0-1 0,1 1 0,-1-1-4,-1-8 7,0 0 1,0 0-1,2 0 0,-1-1 0,2-6-7,-1 4 0,0-4-18,1 0 0,1 0 1,0 0-1,2 0 1,0 1-1,1-1 0,0 1 1,2 0-1,0 1 1,1 0-1,3-5 18,-4 10-28,0 1-1,0 0 1,1 0 0,0 0-1,1 1 1,0 1 0,1 0-1,-1 0 1,2 0 0,-1 1-1,1 1 1,0 0 0,0 1-1,1 0 1,-1 0 0,11-2 28,-9 4-22,0 0 1,0 0-1,0 2 1,0-1-1,0 2 1,0 0-1,1 0 1,-1 1-1,0 1 1,0 0-1,6 3 22,-10-3-8,-1 1 0,0 0 0,-1 1 0,1 0 0,-1 0-1,1 1 1,-1 0 0,-1 0 0,1 0 0,-1 1 0,0 0 0,0 0 0,0 1-1,-1 0 1,0 0 0,-1 0 0,1 0 0,-1 2 8,2 2-7,-1 1 1,-1 0-1,0 1 0,0-1 0,-1 1 1,-1-1-1,0 1 0,-1 0 0,-1 0 1,1 0-1,-2 0 0,0 0 0,-1-1 1,0 1-1,0 0 0,-2-1 0,0 2 7,-3 6 0,-1 1-1,-2-2 1,1 1-1,-2-1 0,-1 0 1,0-1-1,-2-1 1,1 0-1,-12 9 1,7-7-29,-1-1 0,-1-1-1,-1-1 1,0-1 0,-1-1 0,-21 11 29,26-17-889,-1-1 0,0-1 0,0 0 0,0-1 0,0-1 0,-5 0 889,-36 1-7871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26.42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526 135 11346,'0'0'1449,"38"-4"-417,-7 1-819,-9-1-109,1 1-1,-1 1 1,1 1-1,-1 1 1,0 1-1,1 1 1,-1 1 0,0 1-1,0 1 1,0 1-1,5 3-103,-1 3 43,-1 1 0,-1 2-1,0 0 1,-1 2 0,-1 0-1,0 2 1,-2 0 0,0 1-1,-1 2 1,-1-1 0,-1 2-1,9 16-42,-14-20 138,0 2 0,-1-1-1,-1 2 1,-1-1 0,-1 1 0,-1 1-1,-1-1 1,-1 1 0,-1 0 0,-1 0-1,-1 1 1,-1-1 0,-1 0-1,-1 1 1,-3 13-138,1-22 157,-1-1 0,-1 1 0,0-1-1,-1 0 1,-1-1 0,0 1 0,-1-1 0,0-1-1,-1 0 1,0 0 0,-1 0 0,0-1 0,-1-1-1,0 0 1,-1 0-157,-19 13 203,0 0 0,-1-2 0,-1-2-1,-1-1 1,-12 4-203,16-9 49,0-1 0,-1-2-1,0-1 1,-1-1 0,0-2 0,0-1-1,0-1 1,-1-2 0,-32-2-49,55 0 16,1 0-1,-1-1 1,0 0 0,0-1 0,1 1-1,-1-2 1,1 0 0,0 0-1,-1-1 1,1 0 0,1 0 0,-1-1-1,1 0 1,-1 0 0,2-1-1,-1 0 1,1-1 0,0 0 0,0 0-1,0 0 1,1-1 0,0 0-1,1 0 1,0-1 0,0 1 0,1-1-1,0 0 1,-1-6-16,-5-16 9,2 1-1,1-2 1,1 1-1,2-1 1,1 1-1,2-1 1,2-21-9,0 26-19,1 1 1,1 0-1,1-1 1,2 1-1,0 1 1,2-1-1,1 1 1,1 1-1,5-9 19,-2 11-2,0 1-1,2 0 0,0 1 0,1 1 0,1 1 0,1 0 1,0 1-1,2 0 0,0 2 0,0 1 0,1 0 1,1 1-1,1 2 0,-1 0 0,2 1 0,-1 2 0,1 0 1,1 2-1,-1 0 0,1 2 0,0 0 0,0 2 1,0 1-1,0 1 0,1 1 0,-1 1 0,12 4 3,-20-3-4,-1 2-1,0 0 1,0 1-1,0 1 1,0 0-1,-1 1 1,-1 1-1,1 0 0,-1 1 1,-1 0-1,2 3 5,2 2-10,-1 2 0,-1 0 0,0 1 0,-1 0 0,-1 1 0,0 1 0,-2 0 0,3 7 10,-5-9-4,-1 0 1,-1 0 0,-1 0-1,0 1 1,-2 0-1,0 0 1,-1 1 0,-1-1-1,0 0 1,-2 1-1,0-1 1,-2 1-1,0-1 1,-1 1 0,0-1-1,-2 0 1,0 0-1,-2-1 1,0 0 0,-9 17 3,-4-4 21,-1-1 0,-2-2 0,-1 0 0,-1-1 0,-1-2 0,-1 0 0,-2-2 0,0-1 0,-1-2 0,-1 0 0,-1-3 0,-1 0 0,-14 4-21,30-15 21,1 0 0,-2-1 0,1 0 0,0-1 0,-3-1-21,15-2 10,-1-1-1,1 0 1,0 1-1,0-2 1,0 1-1,0 0 1,-1-1-1,1 0 1,0-1-1,0 1 1,0-1-1,1 0 1,-1 0-1,0 0 0,1 0 1,-1-1-1,1 0 1,0 0-1,-4-3-9,4 1 6,0 0 0,0-1-1,0 1 1,1-1-1,0 1 1,0-1 0,0 0-1,1 0 1,0-1-1,0 1 1,0 0 0,0-5-6,-2-17 2,1-1 0,2-15-2,1 41 0,-1-42-24,3 0 0,1-1 0,2 2 0,3-1 0,1 1 0,11-28 24,-12 46-40,1 1-1,1 0 1,1 1-1,1 0 1,2 0-1,0 1 1,1 1 0,1 1-1,2 0 1,0 1-1,1 1 1,1 0 40,5 1-39,0 0-1,1 2 1,1 1 0,0 1 0,1 2-1,1 0 1,9-1 39,4 1-22,0 1 1,1 2-1,0 1 1,33 0 21,-64 7-11,1 1 1,0 0-1,-1 0 1,1 2 0,-1-1-1,1 1 1,-1 1-1,4 2 11,-8-2-12,-1 0 1,0 1-1,0 0 0,0 0 0,0 1 0,-1-1 0,1 2 0,-1-1 1,-1 1-1,1 0 0,-1 0 0,0 0 0,3 6 12,6 9-20,-1 1-1,-2 1 1,0 0 0,-1 1-1,-1 0 1,-2 0-1,0 1 1,-2 0 0,1 12 20,-3-16-1,-1-1 0,-1 1 0,-1 0 0,0-1 0,-2 1 0,-1 0 0,0-1 0,-2 0 0,0 0 0,-1 0 0,-1 0 0,-1 0 1,-9 9 51,-1-2-1,-1 0 1,-2-2-1,0 0 1,-1-1-1,-2-1 1,-25 19-51,16-14 161,-1-1 0,-1-2 0,-1-2 0,-32 15-161,45-27 49,-1 0 0,-1-1 1,0-2-1,0-1 1,0 0-1,-1-2 0,0-1 1,-12-1-50,30-2 16,0-1-1,0 0 1,0 0 0,0-1 0,0-1-1,1 1 1,-1-1 0,0 0 0,1-1 0,-1 0-1,1 0 1,0 0 0,0-1 0,0 0 0,0-1-1,-5-3-15,4 0 9,1 0-1,-1-1 1,1 1-1,0-1 0,1-1 1,0 1-1,1-1 1,0 0-1,0 0 1,1-1-1,0 0-8,-6-28 1,1 0 0,2-1 0,1 0 0,3 0 0,1 0-1,2-1 0,-2-14-6,2 0-1,3 0 0,3 0 1,7-31 6,-10 71-28,1 0 0,0 0 1,1 0-1,1 0 0,0 1 1,1 0-1,1 1 0,0-1 0,0 2 1,2-1-1,-1 1 0,2 0 1,-1 1-1,2 0 0,-1 1 0,2 0 1,-1 1-1,10-5 28,1 3-13,0 0 0,1 1 0,0 1 0,0 1 0,1 1 0,21-2 13,-30 6-1,1 1 0,0 0 0,0 2 0,-1 0 0,1 0 0,0 2 1,-1 0-1,1 1 0,-1 1 0,0 0 0,3 2 1,-4 1-5,-1 1 1,1 1-1,-2 0 0,1 1 1,-1 0-1,-1 1 1,0 1-1,0 0 0,-1 0 1,-1 1-1,0 0 0,-1 1 1,-1 0-1,0 1 0,0 0 1,-2 0-1,5 13 5,-1 0 0,-2 0-1,0 0 0,-2 1 1,-1 0-1,-2 0 1,0 1-1,-2-1 1,-1 0-1,-5 28 1,3-41 14,-1 0 0,-1-1 0,-1 1 1,0-1-1,-1 0 0,-1-1 0,0 1 0,0-1 0,-2-1 0,0 0 1,0 0-1,-10 10-14,-17 13 216,-1-1-1,-2-1 1,-18 10-216,43-33 79,-30 23 157,-2-3-1,-1-1 1,-1-2-1,-20 6-235,35-19 82,-1-2 0,0-2 0,0-1 0,-1-1 0,0-2 1,-1-1-1,-12-1-82,37-4 36,-1-1 1,1 0 0,0-1-1,0 0 1,0 0 0,0-1 0,0-1-1,0 1 1,0-2 0,1 0 0,-1 0-1,-4-4-36,6 3 17,1-1 1,0 0-1,1 0 0,-1-1 0,1 0 0,0 0 1,1-1-1,0 0 0,0 0 0,1-1 0,0 1 1,0-1-1,1 0 0,-2-6-17,-3-11 3,1 0 0,1-1 0,1 0 0,2 0 0,0 0 0,2 0 0,1-1 0,2-4-3,1-16-28,2 0 0,2 0-1,3 1 1,5-15 28,-7 37-36,0 1 0,1 1 0,2-1 0,0 1 1,2 1-1,0 0 0,2 1 0,0 0 0,1 1 0,1 0 1,1 2-1,1 0 0,0 1 0,2 0 0,0 2 1,0 0-1,1 2 0,1 0 0,0 1 0,1 1 0,21-6 36,30-10-73,1 4-1,2 3 0,0 4 1,68-6 73,-109 18-10,0 1 0,0 3 0,4 1 10,-32-1-2,0 1 1,1 0-1,-1 0 1,0 1 0,0 0-1,-1 0 1,1 1 0,0 0-1,-1 0 1,0 1 0,0 0-1,0 0 1,0 1-1,0 0 1,4 4 1,-7-3-2,1 0-1,-1 0 1,0 0-1,-1 0 1,1 1-1,-1 0 1,-1-1-1,1 1 1,-1 0-1,0 1 1,-1-1 0,0 1 2,8 97-79,-9-105 79,0 20-1,0 0 0,-1 0 0,-1 0 0,-1 0-1,-1-1 1,-1 1 0,0-1 0,-2 0 0,0-1 0,-4 7 1,-2-1 16,-1 0 0,-2-1 0,0-1 0,-1 0 0,-2-2 0,0 0 0,-14 11-16,-39 32 161,-3-2 0,-3-4 0,-10 2-161,38-29 104,0-1 1,-2-3 0,-1-2-1,-1-3 1,-51 14-105,73-27 38,0-2-1,0-1 1,0-2 0,-8-1-38,22-1 10,0-2 0,0 0 1,0-1-1,0-1 0,0 0 0,1-2 1,-13-4-11,21 5 6,1 0 0,0 0 1,1-1-1,-1 0 0,1 0 0,0 0 1,0-1-1,1-1 0,0 1 1,0-1-1,0 0 0,1 0 1,0-1-1,0 1 0,1-1 1,0 0-1,0 0 0,1-1 0,0 1 1,-1-6-7,-4-21-7,2 0 1,0 0-1,3 0 1,0-25 6,1-3-28,2 0-1,3 0 1,2 0 0,3 0 0,3 1 0,3 1-1,3 0 1,2 0 28,-14 47-8,1 1 0,0-1-1,1 1 1,1 1-1,0-1 1,0 1 0,1 1-1,1-1 1,0 2 0,0-1-1,1 2 1,1-1-1,0 1 1,0 1 0,0 0-1,1 1 1,0 0 0,8-2 8,10-4-2,0 0-1,1 3 1,0 0 0,1 2 0,0 2 0,0 0 0,1 3 0,-1 0 0,1 3 0,-1 0 0,4 3 2,-18-2-8,0 2-1,-1 0 1,1 0 0,-1 2 0,1 1 0,-1 0-1,-1 1 1,1 1 0,-1 0 0,-1 2 0,0 0-1,0 0 1,-1 2 0,0 0 0,-1 1 0,0 0-1,-1 1 1,-1 0 0,0 1 0,0 2 8,-4-5-17,-1 1 1,-1 1-1,0 0 0,-1-1 0,0 2 1,-1-1-1,0 0 0,-2 1 1,1 0-1,-2-1 0,0 1 0,-1 0 1,0 0-1,-1 0 0,-1 0 1,-1-1-1,0 1 0,0-1 1,-1 1-1,-1-1 0,-5 9 17,-6 3 1,0-1 1,-2-1-1,-1 0 0,-1-2 0,-1 0 0,-1-1 0,0-1 1,-2-1-1,-8 4-1,-19 12 12,-1-2-1,-2-2 1,-1-3 0,-7 1-12,25-14 18,0-1 1,-2-2-1,-8 0-18,28-8 13,0 0-1,-1-2 0,1 0 1,0-2-1,-1 0 1,1-1-1,-3-1-12,18 2 5,-1-1 0,1 0 0,0 0 0,-1 0-1,1 0 1,0-1 0,0 1 0,0-1 0,0 0-1,0-1 1,0 1 0,1-1 0,-1 1 0,1-1 0,0 0-1,0 0 1,0-1 0,0 1 0,0-1 0,1 1 0,-1-1-1,1 0 1,0 0 0,0 0 0,1 0 0,-1-1-5,-2-10-1,1 0 0,1-1 0,0 1 0,1-1 0,0 1 0,2-10 1,-1 10 2,1-18-3,1 0 0,2 0 0,1 0 0,1 0 0,2 1 1,1 0-1,2 1 0,1 0 0,1 0 0,2 1 0,1 1 1,1 1-1,2 0 0,1 2 0,0 0 0,2 1 1,1 1-1,1 1 0,1 1 0,1 1 0,13-7 1,-3 7 17,2 1 0,0 2-1,1 1 1,0 2 0,2 2-1,-1 2 1,23-3-17,27-1 98,1 4 1,83 1-99,-162 9 11,45-1 47,-1 1 0,1 4 0,-1 2 0,6 3-58,-47-6 6,0 2 0,0-1 0,0 2-1,-1 0 1,1 1 0,-1 0 0,-1 1-1,1 0 1,-1 2 0,-1-1 0,1 1-1,-1 1 1,-1 0 0,0 1 0,0 0-1,-1 1 1,5 8-6,-1 3-10,-1 2 0,-1-1 0,0 2 0,-2-1 0,-1 2 1,-2-1-1,0 1 0,0 12 10,-3-16-3,-1 0 1,-1 1 0,-2 0-1,0-1 1,-1 1 0,-1-1-1,-2 1 1,0-1 0,-1 0-1,-3 3 3,-1-2 10,-2-1-1,-1 0 0,0-1 1,-2 0-1,0-1 1,-1-1-1,-11 10-9,-7 7 25,-2-2 0,-2-2 1,-17 11-26,31-24 12,-2-2 0,-1-1-1,0-1 1,-1-1 0,0-2 0,-1 0 0,-1-2 0,0-1 0,0-1 0,-1-2 0,0-1 0,-1-1 0,1-2-1,-24 0-11,43-2 7,1-1-1,0-1 0,0 1 0,0-2 0,0 1 0,0-2 0,0 1 0,0-1 0,1 0 0,-1-1 1,1 0-1,0-1 0,0 0 0,0 0 0,1-1 0,0 0 0,0-1 0,0 0 0,-1-2-6,-6-8-2,2-1-1,0 0 0,2-1 0,0 0 0,0-1 0,2 0 0,1 0 0,0-1 0,2 0 0,-3-16 3,2 8-30,3 0 1,0 1-1,2-1 0,0-1 0,3 1 1,0 0-1,6-27 30,-4 40-7,0 0-1,2 1 1,0 0 0,0 0 0,2 1-1,0-1 1,0 1 0,1 1-1,1-1 1,1 1 0,0 1-1,0 0 1,1 0 0,0 1-1,1 1 1,1 0 0,-1 0-1,2 1 1,-1 1 0,1 0-1,0 1 1,1 0 0,0 2 0,0-1-1,0 2 1,1 0 0,-1 1-1,1 0 1,0 1 0,0 1-1,0 1 1,0 0 0,14 3 7,-21-2-10,1 1 1,0 1-1,-1 0 0,1 0 1,-1 1-1,0 0 1,0 1-1,-1-1 1,1 2-1,-1-1 1,0 1-1,0 1 0,-1-1 1,0 1-1,0 1 10,2 3-20,-1 0 0,0 1 1,0-1-1,-1 2 0,-1-1 0,0 1 0,-1 0 0,-1 0 0,1 0 0,-1 7 20,0-3-11,-1 1 0,0 0 0,-2 0 0,0 0 1,-1 0-1,-1 0 0,-1 0 0,0-1 0,-1 1 0,-1 0 0,-1-1 0,0 0 0,-1 0 0,-1 0 0,-1-1 0,0 0 1,-3 2 10,-11 11 10,-2 0 0,-1-2 0,-2-1 0,0-1 0,-2-1 0,0-1 0,-2-2 0,0-1 0,-3 0-10,-12 4 28,0-1-1,-1-2 1,-2-3 0,0-1-1,0-3 1,-15 1-28,38-10 27,0 0 0,-1-2 0,1-1 0,-1-2 0,1 0 0,-1-2 0,-18-3-27,30 2 10,0-1 0,0 0 0,0-2 0,0 1 0,1-2 0,0 0 0,1 0-1,0-1 1,0-1 0,0 0 0,1-1 0,0-1 0,-6-7-10,-5-8 5,2-1-1,1 0 1,1-2 0,1-1-1,2 0 1,0-1-1,2-1-4,-12-35-6,3 0-1,-13-62 7,24 77-16,3-1 0,1-3 16,6 37-16,1-1 1,0 1-1,2 0 1,0-1-1,1 1 0,1 0 1,2-5 15,-3 18-1,0 0 0,1 0 0,0 0 1,0 1-1,0 0 0,1-1 0,-1 1 0,1 0 1,0 1-1,1-1 0,-1 1 0,1 0 1,0 0-1,0 0 0,0 1 0,1-1 1,-1 1-1,1 1 0,0-1 0,0 1 0,0 0 1,0 0-1,0 1 0,0-1 0,0 1 1,1 1-1,-1-1 0,0 1 0,0 0 0,1 1 1,1 0 0,-4-1-5,0 1 0,-1-1-1,1 1 1,0 0 0,-1 0 0,1 0 0,-1 0 0,0 1 0,1-1 0,-1 1 0,0 0 0,0 0 0,0 0 0,0 1 0,0-1 0,0 1-1,-1-1 1,2 3 5,-1 0-7,1 0-1,-1 0 1,0 0-1,-1 1 1,0-1-1,1 1 1,-2 0-1,1 0 1,-1 0-1,0 0 1,0 0 7,1 10-6,-2-1 0,0 0-1,0 1 1,-1-1 0,-1 0 0,-1 0 0,0 0-1,-1 0 1,-2 4 6,-3 1 1,0 0 1,-1-1-1,-1 0 0,-1-1 0,-1 0 0,0 0 1,-8 5-2,-13 14 7,-2-2 1,-30 23-8,53-47 9,0 1 1,-1-1-1,0-1 0,-1-1 0,0 0 1,-1 0-1,0-2 0,0 0 0,0-1 1,-1-1-1,0 0 0,-4 0-9,20-5 4,-1 0 0,0 0 0,0 0 0,0 0 0,1 0 0,-1 0-1,0 0 1,0 0 0,0-1 0,1 1 0,-1-1 0,0 1 0,1-1 0,-1 0 0,0 0 0,1 1 0,-1-1 0,1 0 0,-1 0 0,1-1 0,0 1 0,-1 0-1,1 0 1,0-1 0,0 1 0,0-1 0,0 1 0,0-1 0,0 1 0,0-1 0,1 0 0,-1 1 0,1-1 0,-1 0 0,1 0 0,-1 1 0,1-1-5,-2-10-11,1 0 0,1 0 0,0 0 0,0 0 0,2-7 12,-1-6-60,0 10-42,0 0 0,0 1 0,2-1-1,0 1 1,0 0 0,1 0 0,1 0-1,0 0 1,1 1 0,1 0 0,0 0-1,1 0 1,0 1 0,1 0 0,0 1-1,1 0 1,0 0 0,1 1 0,0 1-1,0 0 1,13-8 102,13-2-838,2 2 0,0 1-1,0 2 1,2 2 0,0 2 838,72-13-4376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28.93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1056 599 11306,'0'0'1515,"0"0"-372,34-18 551,112-53-711,-141 69-961,0 0-1,0 0 1,0 0 0,0 1-1,0 0 1,0 0 0,0 0 0,0 1-1,0 0 1,3 0-22,-6 0 5,-1 0 0,1 0 1,0 1-1,0-1 0,0 1 0,-1 0 0,1-1 1,0 1-1,-1 0 0,1 0 0,-1 0 0,1 0 1,-1 0-1,1 0 0,-1 1 0,0-1 1,1 0-1,0 2-5,0 2 8,1 0-1,-1 1 1,0-1 0,0 1 0,-1-1 0,1 1 0,-1 0-1,-1-1 1,1 1 0,-1 0 0,0 2-8,1 2 30,-1 0-9,1 0 1,-2 0 0,1 0 0,-2 0-1,1 0 1,-1 0 0,-1 0-1,1 0 1,-2-1 0,1 1 0,-2-1-1,1 0 1,-1 0 0,0-1-22,-4 5 42,-1 0 1,0-1-1,-1 0 1,0-1-1,-1 0 1,0-1 0,-1 0-1,-8 4-42,-13 6 219,0-2 0,-2-1 0,0-2 0,0-1 0,-2-2-1,-36 7-218,30-10 442,0-1-1,-1-2 0,0-2 0,0-3 1,0-1-1,0-2 0,1-2 0,-1-2-441,29 2 89,1 0 0,0-2-1,1 1 1,0-2 0,0 0-1,0 0 1,1-2 0,0 0-1,0 0 1,1-1 0,0 0-1,-9-12-88,14 15 4,2 1 0,-1-1 0,1 0 0,0 0 0,0-1 0,1 0 0,0 0-1,0 0 1,1 0 0,0 0 0,1-1 0,-1 1 0,2-1 0,-1 0 0,1 1 0,1-1 0,-1 0 0,1 0-1,1 0 1,0 1 0,0-1 0,1 0 0,2-7-4,1 6-30,0 0-1,0 1 1,1 0 0,0 0 0,1 0-1,0 1 1,0-1 0,1 2-1,0-1 1,0 1 0,1 1-1,0-1 1,0 1 0,1 1 0,8-4 30,19-9-227,1 2 0,0 1 0,25-5 227,-42 13-10,0 2 1,1 0-1,-1 1 0,1 1 0,0 1 0,0 2 1,0 0-1,-1 1 0,19 3 10,-34-3-6,-1 1 0,0 0 0,0 0 0,0 1 0,0-1 0,-1 1 0,1 0 0,-1 0 0,1 1 0,-1-1 0,0 1 0,0 0 0,-1 0 0,1 0 0,-1 0 0,0 1 0,0 0-1,0-1 1,-1 1 0,0 0 0,0 0 0,0 0 0,1 5 6,2 10-32,0 0-1,-2 0 1,0 1-1,-1-1 1,-1 17 32,-1-11-4,0 0 0,-2 0 1,-1 0-1,-2-1 0,0 0 0,-6 17 4,7-30 5,0-1 0,-1 1 0,0-1 0,-1 0 0,0 0 0,-1-1 0,0 0 0,-1 0 0,0 0 0,0-1 0,-1 0 0,0-1 0,-1 0-1,-9 6-4,13-10 22,1-1-1,-1 0 0,0 0 0,0 0 0,0-1 0,-1 0 0,1 0 0,-1-1 1,1 0-1,-1 0 0,1 0 0,-1-1 0,1 0 0,-1 0 0,0-1 1,1 0-1,-1 0 0,1 0 0,-1-1 0,1 0 0,0 0 0,0-1 0,0 1 1,0-1-1,0-1 0,0 1 0,-1-2-21,-2-2 75,0 0 1,1-1-1,0 0 1,0 0-1,1-1 0,0 0 1,0-1-1,1 1 1,0-1-1,1 0 0,0-1 1,0 1-1,1-1 1,1 0-1,-1-4-75,0-4 36,1-1 0,1 1 0,0-1 0,2 1 0,0-1 0,1 1 0,2-1 0,0 1 0,0 0 0,2 0 0,0 0 0,8-18-36,2 5-3,0 1-1,2 0 1,2 1-1,0 1 0,2 0 1,17-16 3,-14 17 13,2 1 1,1 1-1,1 1 1,1 2 0,1 1-1,1 1 1,10-4-14,-19 13 1,1 1 1,0 2-1,1 0 1,0 1-1,1 1 1,-1 1 0,1 2-1,1 0 1,-1 2-1,0 0 1,4 2-2,-16 0-6,0 1 0,0 1 0,0-1 1,0 2-1,0 0 0,-1 1 0,1 0 0,-1 0 1,0 2-1,0-1 0,-1 2 0,1-1 0,3 5 6,-3-2-10,-1 1 1,-1 1-1,0 0 0,0 0 0,-1 1 0,0 0 1,-1 0-1,0 1 0,-2 1 0,1-1 0,-1 1 1,-1 1 9,3 6-7,-2 0 1,0 1-1,-2-1 1,0 1-1,-1 0 1,-2 0-1,0 0 1,-1 0 0,-1 0-1,-1 0 1,-2 5 6,-2 0 5,0 0 0,-2 0 1,-1 0-1,-1-1 1,-2 0-1,0-1 0,-2-1 1,-9 13-6,3-8 22,-1-1-1,-1-2 1,-1 0 0,-2-1 0,0-2 0,-2 0-1,0-2 1,-2-1 0,0-1 0,-1-1 0,-1-2-1,0-1 1,-1-2 0,-24 7-22,35-14 34,1-1 0,-1-1 0,0-1 0,0-1 0,0 0-1,0-2 1,0 0 0,0-2 0,0 0 0,0-1 0,-7-3-34,15 3 20,1-1 0,0-1 1,0 0-1,1 0 0,0-1 0,-1-1 0,2 0 0,-1 0 1,1-1-1,0 0 0,1-1 0,0 0 0,0-1 0,1 0 1,1 0-1,-1 0 0,2-1 0,-6-11-20,3 2-4,1 0 0,1-1 0,1 0 0,1 0 0,1 0 0,1 0 0,1-1 0,0 1 0,2-1 0,1-4 4,0 1-28,1 0 0,2 0-1,0 0 1,2 1-1,0 0 1,2 0 0,0 0-1,8-12 29,-4 14-9,0 0-1,1 1 0,2 1 0,0 0 1,1 1-1,0 1 0,2 1 0,0 0 1,1 1-1,1 1 0,0 1 0,2 0 10,-6 5-3,1 0 0,0 1 0,0 1 1,1 1-1,-1 0 0,2 1 0,-1 1 0,0 1 0,1 0 0,0 2 0,-1 0 0,1 1 0,0 1 0,-1 0 0,1 2 0,4 1 3,-5 1-13,0 1 0,0 1-1,0 0 1,-1 1-1,0 1 1,-1 1 0,0 1-1,0 0 1,-1 0-1,-1 2 1,0 0 0,-1 0-1,0 2 1,-1-1-1,0 2 1,-2-1 0,0 1-1,0 1 1,2 8 13,-3-8-13,-2 0 0,0 0 0,-1 0 1,-1 1-1,0 0 0,-2 0 0,0 0 0,-1 0 1,0 0-1,-2 1 0,0-1 0,-1 1 0,-1-1 0,-1 0 1,-1 0-1,0 0 0,-1 0 0,-1-1 0,0 0 1,-5 8 12,-2-3 0,-1-1 1,-1 0 0,-1-1 0,0-1 0,-2 0 0,0-1 0,-17 13-1,-4-1 9,-1-2-1,-1-1 1,-29 13-9,41-25 6,0 0 0,-1-2 0,-1-2 1,0-1-1,0-1 0,-1-1 1,0-2-1,0-1 0,0-2 1,-1-1-1,-12-2-6,33 0 8,0-1 0,1-1 1,-1 1-1,1-2 0,0 0 1,0 0-1,0-1 0,0 0 0,0-1 1,1-1-1,0 1 0,-7-6-8,5 1 4,1 0-1,0 0 1,0-2-1,1 1 1,1-1-1,0 0 1,0-1-1,1 0 1,-3-7-4,-1-6 1,1 0 0,2 0 1,0-1-1,1 0 1,2 0-1,1-1 1,0-15-2,1 0-2,2 0 0,2 0 0,2 0 0,6-25 2,-7 54-7,2 0 0,0-1 0,1 2 0,0-1 0,1 0 0,0 1 0,1 0 0,1 0 0,0 1 0,1 0 0,0 0 1,1 0-1,0 1 0,1 1 0,0 0 0,1 0 0,0 1 0,0 0 0,1 1 0,0 0 0,0 1 0,1 0 0,0 1 0,1 0 0,-1 1 0,1 1 0,0 0 0,0 1 0,0 1 0,11-1 7,-17 2-3,-1 1 0,0 0 0,1 1-1,-1 0 1,0 0 0,1 0 0,-1 1 0,0 0 0,0 1 0,0-1 0,0 1 0,-1 1 0,1-1 0,-1 1-1,5 4 4,-4-2-8,0 1-1,0 0 1,-1 0-1,0 0 1,0 1-1,0 0 0,-1 0 1,-1 1-1,1-1 1,-1 1-1,-1 0 1,1 3 8,1 3-1,0 1 1,-2 0 0,0 0 0,-1 0-1,0 0 1,-1 1 0,-1-1 0,-1 0 0,0 0-1,-1 1 1,0-1 0,-2 0 0,0-1 0,-1 1-1,0-1 1,-1 1 0,-1-2 0,0 1-1,-1-1 1,-1 0 0,0-1 0,-1 0 0,0 0-1,-1-1 1,-3 2 0,-10 9 10,-1-1 0,-1-1 0,0-2 0,-2 0-1,0-2 1,-1-1 0,-6 1-10,15-8 10,0-1 0,-1 0 0,1-2 0,-1-1 1,0 0-1,-1-2 0,1 0 0,-1-1 0,0-2 0,1 0 0,-12-2-10,23 0 11,0 0-1,-1-1 0,1 0 0,0 0 1,1-1-1,-1 0 0,1-1 1,-1 0-1,2-1 0,-1 0 1,0 0-1,1-1 0,0 0 1,1 0-1,0-1 0,0 1 0,0-2 1,1 1-1,0-1 0,1 0 1,0 0-1,1-1 0,-1 1 1,-1-10-11,-5-13 3,2 0 0,2-1 0,0 1 0,3-2 0,0 1 0,3 0 1,0-11-4,1 17-5,2 0 0,0 1 0,2-1 0,1 1 0,0 0 0,2 0 0,2 0 0,6-13 5,-8 22-4,2 1 0,0 0 1,1 1-1,0 0 0,1 0 1,1 1-1,0 1 0,1 0 1,0 0-1,1 1 0,1 1 1,15-9 3,-16 11-5,1 2 1,0-1 0,0 2-1,1 0 1,0 1 0,0 0-1,0 1 1,1 1 0,0 1 0,-1 0-1,1 1 1,0 1 0,-1 0-1,8 2 5,-3 2-6,0-1 0,-1 2-1,1 1 1,-1 1 0,0 0 0,-1 2-1,0 0 1,0 1 0,-1 1-1,16 12 7,-15-8-8,0 0-1,-2 1 0,1 1 0,-2 1 1,-1 0-1,0 1 0,-1 1 0,-1 0 0,7 17 9,-11-20-9,-2 1 0,0 0 0,-1 0 0,0 0 0,-2 1 0,0 0 0,-1 0 0,-1 0 0,-1 0 0,0 0 0,-2 0 0,-1 7 9,-1-11 2,-1 1 0,0-1 0,-1 0-1,-1 0 1,0 0 0,-1-1 0,-1 0 0,0 0 0,-1-1 0,0 0 0,-1 0-1,0-1 1,-1 0 0,-1-1 0,0-1 0,0 0 0,-6 3-2,-10 8 6,-2-2 0,-1-1 0,0-1 0,-1-2-1,0-1 1,-2-1 0,-13 2-6,26-9 11,-1-1 0,0 0-1,-1-2 1,1 0 0,-1-2-1,1-1 1,-1 0 0,1-1-1,-21-5-10,34 4 6,0 0-1,0 0 1,0-1 0,1-1-1,-1 1 1,1-1-1,0-1 1,0 0-1,0 0 1,0 0-1,1-1 1,0 0 0,0 0-1,1-1 1,0 0-1,0 0 1,0-1-1,1 1 1,0-1-1,1 0 1,0-1-1,0 1 1,1-1 0,-3-6-6,3 3-5,-1 0 1,2 0 0,0 0 0,0 0 0,1 0 0,0 0 0,1 0 0,1 0 0,0-1 0,0 1-1,1 0 1,1 0 0,0 1 0,0-1 0,4-6 4,0 5-9,0 0 1,1 0-1,0 1 0,1 0 1,0 0-1,1 1 0,1 1 1,-1-1-1,2 2 1,-1-1-1,1 2 0,13-8 9,15-5 1,0 1 0,1 2 0,0 2 0,2 2 0,0 1 0,0 3 0,1 1 0,31-1-1,19 1 7,0 4 1,1 5 0,50 7-8,-103-4-1,0 2 0,-1 1-1,1 3 1,-1 1 0,-1 3 0,0 0 0,35 19 1,-64-27-7,0 1 0,0 1 1,-1 0-1,0 0 0,0 1 0,-1 0 0,0 1 1,0 0-1,-1 0 0,0 1 0,-1 0 1,0 1-1,5 8 7,-6-4-24,0 1 0,-1-1 1,0 1-1,-1 1 0,-1-1 1,0 0-1,-2 1 0,0 0 0,0 7 24,-1-12-6,-1 1-1,0-1 0,0 1 0,-1-1 0,-1 0 1,0 1-1,-1-2 0,0 1 0,-1 0 0,0-1 0,-6 10 7,0-4 0,0-1-1,-2-1 1,0 0-1,0-1 1,-1 0-1,-1-1 1,-5 4 0,-2-1 3,0-1 1,-1 0 0,0-2-1,-1 0 1,0-2 0,-1-1-1,-24 7-3,36-14-1,-1 0 0,1 0-1,-1-2 1,0 1 0,0-2 0,1 0-1,-12-1 2,17 0-5,0-1 0,0 0 1,0 0-1,0 0 0,0-1 0,1 0 0,-1 0 0,1-1 0,0 0 0,0-1 0,0 1 0,1-1 0,-2-2 5,-3-5-11,0 0 1,1-1-1,0 0 0,1 0 1,0-1-1,1-1 1,1 1-1,0-1 0,1-1 1,1 1-1,0-1 1,1 0-1,-1-10 11,0-9-8,0-1 0,3 0 0,1 1 0,1-1 0,5-26 8,-2 34-18,2 1-1,1-1 1,2 1-1,0 1 1,1 0 0,2 0-1,1 1 1,1 0-1,1 1 1,1 0-1,1 1 1,1 1-1,0 1 1,2 0-1,1 1 1,10-6 18,11-8-34,3 3 1,0 1 0,2 2 0,1 3 0,1 1-1,1 2 1,1 3 0,1 2 33,-19 5 4,1 3 0,0 0 0,0 3 1,1 0-1,0 2 0,0 2 0,0 1 0,29 3-4,-50 0-4,-1 1 0,1 0 0,0 0 0,-1 2 0,0-1-1,0 1 1,-1 1 0,1 0 0,-1 1 0,0 0 0,-1 1-1,0 0 1,0 1 0,-1 0 0,0 0 0,0 1 0,-1 0-1,-1 1 1,1-1 0,-2 1 0,1 1 0,-2 0 0,1-1 0,1 9 4,1 3 20,-1 0 1,-1 0 0,-1 1 0,-1 0 0,-1-1 0,-1 2 0,-1-1 0,-2 0 0,0 0 0,-1 0 0,-2 0 0,-3 13-21,1-18 47,0-1 0,-1 0-1,-2 0 1,1 0 0,-2-1 0,0 0-1,-2-1 1,1 0 0,-2-1-1,0-1 1,-1 1 0,0-2 0,-1 0-1,0-1 1,-9 4-47,3-2 42,-1 0 1,0-2-1,-1-1 1,0 0-1,-1-2 0,0-1 1,-1-1-1,1-1 0,-1-1 1,-1-1-1,-16 0-42,24-3 2,0-1 0,1 0 0,-1-2 0,1 0 0,-1-1 0,1-1 0,0 0 0,0-2 0,0 0 0,-3-2-2,10 3-2,0-1 0,0 0 1,1 0-1,0-1 0,0 0 1,1 0-1,0-1 0,0 0 0,1-1 1,0 0-1,0 0 0,1 0 0,1-1 1,-1 0-1,1 0 0,-3-10 2,1-4-43,0 1 0,1-2-1,2 1 1,1 0 0,0-1-1,2 1 1,1-1 0,1 0-1,3-20 44,-1 23-62,0 0 0,2 1 0,1 0 0,0 0 0,2 0 0,0 1 0,1 0 0,1 1 0,1 0 0,0 0 0,3 0 62,0 2-35,0 1 0,2 1 0,0 0 0,0 1 0,1 1 1,1 0-1,0 1 0,1 1 0,0 1 0,0 1 0,1 0 0,1 2 0,-1 0 0,1 1 0,0 2 0,1 0 1,16-1 34,-25 4-8,-1 0 1,1 1 0,-1 0-1,1 1 1,-1 1 0,1 0 0,-1 0-1,0 1 1,0 1 0,0 0-1,0 1 1,5 3 7,-7-3-6,-1 1 0,0 0 0,-1 1 0,1 0-1,-1 0 1,-1 1 0,1 0 0,-1 0 0,-1 1 0,0 0 0,0 0-1,0 0 1,-1 1 0,2 8 6,1 2-4,-1 0 0,-1 1 0,-1 0 0,-1 1 1,-1-1-1,-1 1 0,-1-1 0,0 1 0,-2 0 0,-1-1 0,0 1 0,-2-1 0,-2 7 4,0-1 25,-2-1 1,-1 1-1,-1-1 1,-2-1-1,0 0 0,-2-1 1,0 0-1,-2-1 1,0 0-1,-5 2-25,-3 1 88,-2-2 0,0 0 1,-2-2-1,0 0 0,-2-2 0,0-2 1,-1-1-1,-1-1 0,0-1 0,-1-2 0,-1-1 1,0-2-1,0-2 0,-1 0 0,0-3 1,0-1-1,-1-1 0,1-2 0,-24-3-88,42 1 10,0 0 0,0-1 0,0-2 0,1 1 0,-1-2-1,1 0 1,0-1 0,0-1 0,1 0 0,0-1 0,-8-5-10,15 7-10,0 0 0,1 0 0,0 0 0,0-1 0,0 0 0,1 0 0,0-1 0,0 0 0,1 0 0,0 0 0,0 0 0,1-1 0,0 0 0,0 0 0,1 0 0,1-1 0,-1 1 0,2-1 1,-1 1-1,1-9 10,0 11-24,1 1 1,1 0 0,-1 0-1,1 0 1,0-1 0,1 1-1,0 0 1,0 0 0,0 0-1,0 1 1,1-1 0,0 1 0,0-1-1,1 1 1,-1 0 0,1 0-1,0 0 1,0 1 0,1-1-1,0 1 1,-1 0 0,3-1 23,8-5-21,1 0 1,1 1 0,0 1 0,0 0-1,0 2 1,1 0 0,3 0 20,32-8-5,1 3 0,0 2 0,1 2 0,0 3 1,0 2-1,0 3 0,0 2 0,16 5 5,-60-7-7,1 1-1,-1 0 1,1 1 0,-1 1-1,0 0 1,0 0 0,0 1-1,-1 1 1,0-1 0,0 2-1,0-1 1,-1 1 0,0 1-1,0 0 1,-1 0 0,0 1-1,0 0 1,-1 0 0,0 0-1,-1 1 1,0 0 0,0 1-1,-1-1 1,-1 1 0,0 0-1,2 9 8,-2-7-5,-2-1 0,1 1-1,-2 0 1,0 0-1,0-1 1,-1 1-1,-1 0 1,0 0 0,-1 0-1,0-1 1,-1 1-1,0-1 1,-3 5 5,0-2 17,-1-1 0,-1 0 0,-1 0 1,0 0-1,0-1 0,-1 0 0,-1-1 0,0 0 1,-1-1-1,-8 6-17,-29 21 75,-3-2 1,-1-2-1,-2-3 0,-1-2 1,-1-2-1,-1-3 1,-1-2-1,-1-3 1,-10-1-76,32-8 23,0-2 1,-1-2 0,-33 1-24,59-7 3,1 0 0,-1 0 0,1-1-1,-1-1 1,1 0 0,0-1 0,0 0 0,0-1 0,0 0 0,1-1 0,-1 0 0,1-1 0,0-1 0,-1 0-3,-8-10 9,0 0 0,0-1 1,2-1-1,1 0 0,0-1 1,1-1-1,1-1 0,1 0 1,2-1-1,0-1 0,-7-19-9,8 15-3,2 0-1,0-1 1,2 0-1,1 0 0,2-1 1,1 0-1,1 0 0,1 0 1,2 0-1,1-5 4,1 15-17,1 0-1,1 0 0,1 0 0,1 0 1,1 1-1,0 0 0,1 1 0,1-1 1,1 2-1,1 0 0,0 0 0,1 1 1,1 0-1,0 2 0,1-1 1,1 2-1,0 0 0,6-3 18,17-10-30,1 1-1,2 2 1,0 2-1,1 2 1,1 2 0,1 2-1,15-3 31,-9 5-6,0 1 0,1 3-1,1 2 1,-1 2 0,1 3-1,0 1 1,11 4 6,-53-2-107,0 0 0,1 1-1,-1 0 1,0 0 0,0 2-1,0-1 1,0 1 0,-1 1 0,0 0-1,1 0 1,-2 1 0,1 0-1,-1 1 1,0 0 0,0 0 0,-1 1-1,0 0 1,0 1 0,-1 0 0,0 0-1,-1 0 1,0 1 0,0 0-1,-1 0 1,0 1 0,-1-1 0,3 11 107,-2-8-68,0 1 1,-1 0-1,0 1 1,-2-1 0,1 1-1,-2-1 1,0 1 0,0 0-1,-2-1 1,1 1 0,-2-1-1,0 1 1,-1-1 0,0 1-1,-2-1 1,1 0 0,-2-1-1,1 1 1,-2-1 0,0 0-1,0 0 1,-2-1 0,1 0-1,-1-1 1,-1 0-1,-3 2 68,-23 22 174,-1-1 0,-2-2 0,-2-2 0,0-2 0,-2-1 0,-38 16-174,-7-2 597,-2-3-1,-2-4 0,-2-3-596,35-14 237,0-2-1,-1-3 1,-1-3-1,1-2 1,-42-2-237,91-4 19,0-2-1,0 1 1,0-1 0,0-1-1,0 0 1,1-1 0,-1 0-1,1 0 1,-1-1 0,1 0-1,0-1 1,-4-3-19,4 1 22,0-1 0,1 0 0,0-1 1,0 0-1,1-1 0,0 0 0,1 0 0,0 0 0,1-1 0,-1-1-22,-4-9-8,1-1 1,1 0-1,1 0 0,1-1 0,1-1 0,0 1 0,2-1 0,1 1 0,1-1 0,1 0 0,2-22 8,0 28-98,0 1 1,2 0-1,0 0 1,1 0-1,0 1 1,1-1-1,1 1 1,1 0-1,0 0 1,1 1-1,1 0 0,0 1 1,1 0-1,0 0 1,2 1-1,-1 0 1,4-1 97,11-6-699,2 1 1,0 2 0,0 1 0,2 1-1,0 1 1,1 2 0,25-6 698,62-11-8527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30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13651,'0'0'4649,"0"0"-2897,0 0 385,0 0-1145,0 0-576,0 0-304,0 0-16,192-45-96,-143 42 8,-6-3 40,-3 0-48,0 0-144,-7 0-656,-7 6-1225,-6 0-2808,-17 12-3808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31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11146,'0'0'5225,"0"0"-3752,0 0-393,0 0-344,192-62-512,-122 44-136,-7 9-88,-7 9-672,3 3-840,-12 24-1097,-14-3-6145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5:44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0 199 3633,'0'0'6308,"0"0"-3564,0 0-777,0 0-306,0 0-766,0 0-418,6 1 22,41 4 313,1-2 0,-1-2 1,27-4-813,-22 1 261,93-7 683,26-10-944,52-5 276,-16 12-220,129-11-14,-262 14-17,-1-4 1,0-2 0,32-13-26,-85 17-51,-20 11 29,0 0 0,0 0 0,1-1-1,-1 1 1,0 0 0,0 0 0,0-1 0,0 1 0,0 0 0,0-1 0,0 1 0,0 0 0,0 0-1,0-1 1,0 1 0,0 0 0,0 0 0,0-1 0,0 1 0,0 0 0,0 0 0,0-1 0,0 1 0,0 0-1,-1 0 1,1-1 0,0 1 0,0 0 0,0 0 0,0-1 0,-1 1 0,1 0 0,0 0 0,0 0 0,0-1-1,-1 1 1,1 0 0,0 0 0,0 0 0,-1 0 22,-3-3-322,-1 1 1,0 0-1,0 0 1,0 1-1,0 0 0,0-1 1,-6 1 321,-127-13-7674,65 10-1567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5:44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10962,'0'0'1557,"0"0"-144,0 0 614,0 0-680,0 0-721,0 0-206,-20 11 272,-55 35 179,70-37-146,17-4-170,27-5 251,-31 0-597,108-2 931,-13 0-553,46 6-587,-119-1-9,-1 0 0,1 2 1,-1 1-1,0 2 0,0 0 0,-1 2 1,5 4 8,-27-11-1,-1 0-1,1 1 1,-1 0 0,1 0 0,-1 1 0,0-1 0,-1 1 0,1 0-1,-1 1 1,0-1 0,0 1 0,-1-1 0,1 1 0,-1 0-1,-1 0 1,1 1 0,-1-1 0,0 1 0,0-1 0,-1 1-1,0-1 1,0 6 1,1 12 12,-1-1 0,-1 1 0,-2 0-1,0 0 1,-5 21-12,-3-1 20,-1-1-1,-3 0 1,-1-1-1,-17 34-19,-6 0 25,-4-1 0,-6 3-25,-19 26 12,4-11 14,5 3 0,-17 46-26,74-141 2,0-1 0,1 1 0,-1 0 0,1-1 0,-1 1 0,1 0 0,0 0-1,-1 0 1,1 0 0,0-1 0,-1 1 0,1 0 0,0 0 0,0 0 0,0 0 0,0 0 0,0 0 0,0 0-1,0-1 1,0 1 0,0 0 0,0 0 0,0 0 0,1 0 0,-1 0 0,0 0 0,1-1 0,-1 1 0,0 0 0,1 0-1,-1 0 1,1-1 0,-1 1 0,1 0 0,0-1 0,-1 1 0,1 0-2,34 2 204,-21-3-113,64-5 188,1-4 1,-2-2-1,1-5 1,6-4-280,41-8 146,612-103 41,-693 126-1858,43 1 1671,-87 5-384,0 0 1,1 0 0,-1 0 0,0 0 0,-1 0-1,1 0 1,0 0 0,0 0 0,0 0 0,-1 0-1,1 0 1,0 0 0,-1 0 0,1 0 0,-1 0-1,1 0 1,-1 0 0,0 1 383,-25 16-5699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5:4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11642,'0'0'2814,"0"0"-989,0 0-242,0 0 152,0 0-502,29 31-290,94 104-16,-110-119-772,0 0 1,-1 1-1,-1 0 0,-1 1 0,0 0 0,-2 1 0,0 0 1,-1 0-1,0 1 0,2 15-155,2 6 86,2 19-4,-9-42-56,0 1 0,0-1 0,5 7-26,-9-25-40,0 1 0,0-1 0,0 1 0,0-1 0,0 1 0,0 0 0,1-1 0,-1 1 0,0-1 0,0 1 0,1-1 0,-1 1 0,0-1 0,1 1 0,-1-1 0,1 1-1,-1-1 1,0 0 0,1 1 0,-1-1 0,1 0 0,-1 1 0,1-1 0,0 0 0,-1 1 0,1-1 0,-1 0 0,1 0 0,-1 0 0,1 0 0,0 0 0,0 1 40,11-16-2053,2-31-5214,-7 6-4488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5:45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0 10626,'0'0'2498,"0"0"-793,0 0 442,0 0-223,-24 35-485,-77 116-408,-133 215 1216,223-352-2046,-4 10-1095,18-21-483,13-8-809,16-12-3053,1-3-3170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5:45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12107,'0'0'2904,"0"0"-927,0 0-9,0 0-848,0 0-784,0 0-176,0 0-112,182 0-48,-155 0-136,-1 0-1192,-6 0-2497,-7 0-5937</inkml:trace>
  <inkml:trace contextRef="#ctx0" brushRef="#br0" timeOffset="1">156 150 13355,'0'0'2632,"0"0"-1775,0 0 935,0 0-840,0 0-856,221-78-96,-148 43-2488,-13 5-4962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5:4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0 465 9098,'0'0'2781,"0"0"-393,0 0-6,0 0-318,0 0-641,0 0-417,27 25 173,89 74-112,-113-97-1028,0 1 1,0-1 0,1 0-1,-1 0 1,1 0 0,-1 0-1,1-1 1,0 1-1,0-1 1,0 0 0,-1 0-1,1-1 1,0 1 0,0-1-1,0 0 1,0 0 0,0 0-1,0 0 1,0-1 0,0 1-1,0-1 1,2-1-40,0-1 31,0 0-1,0-1 1,0 1 0,0-1 0,0-1-1,-1 1 1,0-1 0,0 0 0,0 0-31,1-1 26,-1 0-28,0 1 1,0-1-1,0 1 1,-1-1 0,0-1-1,0 1 1,-1-1-1,1 1 1,-1-1-1,-1 0 1,1 0 0,-1 0-1,-1 0 1,1-1-1,-1 1 1,-1 0 0,1-1-1,-1 1 1,0-1-1,-1 1 1,0 0 0,0-1-1,0 1 1,-1 0-1,0 0 1,-1 0 0,0 0-1,-3-6 2,-9-16-624,-1 1 0,-2 0 0,-1 1 0,-1 2 0,-19-20 624,20 23-932,-45-55-4755,3 3-4360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5:46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11586,'0'0'2529,"0"0"-1115,0 0-358,0 0-17,0 32-218,1 104 179,-1-125-836,1-1-1,0 1 1,1-1-1,0 1 1,1-1-1,0 0 1,0 0-1,1 0 1,1 0-1,-1-1 1,2 0-1,-1 0 1,1 0-1,0 0 1,1-1-1,0 0 1,1 0-164,-3-3 51,0 0 0,1-1 1,0 0-1,-1 0 0,1 0 1,0 0-1,1-1 0,-1 0 1,1 0-1,-1-1 1,1 0-1,0 0 0,0-1 1,0 1-1,0-1 0,0-1 1,0 0-1,0 0 0,0 0 1,0 0-1,0-1 0,0-1 1,0 1-1,0-1 0,0 0-51,1-1-3,1 0 0,-1-1 1,1 0-1,-1 0 0,0-1 0,-1 0 0,1 0 0,-1-1 0,0 0 0,0 0 0,-1-1 0,0 0 0,0 0 0,-1 0 0,1-1 1,-2 1-1,1-1 0,2-7 3,-3 3-98,0-1 0,-1 0 1,0 0-1,-1 0 0,0 0 1,-1 0-1,-1-6 98,0 13-35,0-1-1,0 0 1,0 0-1,-1 1 1,0-1-1,-1 0 1,0 1 0,0-1-1,0 1 1,0 0-1,-1 0 1,0 0 0,-1 0-1,1 0 1,-2 0 35,5 5-6,-1 0 1,0 0-1,0 0 1,1 0-1,-1 0 1,0 0-1,0 0 1,0 1-1,0-1 1,0 0 0,0 1-1,0-1 1,0 0-1,0 1 1,0 0-1,0-1 1,-1 1-1,1 0 1,0-1-1,0 1 1,0 0-1,-1 0 1,1 0-1,-1 0 6,1 1-6,0-1 1,0 1-1,1 0 0,-1-1 0,0 1 0,0 0 0,0 0 1,1 0-1,-1 0 0,1 0 0,-1 0 0,1 0 0,-1 0 0,1 0 1,-1 0-1,1 0 0,0 0 0,-1 0 0,1 0 0,0 0 1,0 0 5,-1 6-9,0 1 0,1-1 1,0 0-1,0 1 0,0-1 1,1 0-1,1 5 9,0-9 1,0 1 0,0 0 0,0-1 0,0 1 0,1-1 0,0 0 1,-1 0-1,1 0 0,0 0 0,0 0 0,1-1 0,-1 1 0,1-1 0,-1 0 0,1 0 0,-1 0 0,1-1 0,0 1 0,0-1 1,0 0-1,0 0 0,0 0 0,0 0 0,0-1 0,1 0 0,-1 0-1,7 2 19,0-2 1,1 1-1,-1-2 1,0 1-1,1-2 0,-1 1 1,0-2-1,0 1 1,4-3-20,-9 2 19,0 0 0,0 0 0,0-1 0,-1 0 1,1 0-1,-1-1 0,0 1 0,0-1 0,-1 0 1,1 0-1,-1-1 0,0 1 0,-1-1 0,1 0 0,-1 0 1,-1 0-1,1-1 0,-1 1 0,0 0 0,0-1 1,0 0-1,-1 1 0,0-1 0,-1 0 0,0 0 0,0 0 1,0 1-1,-1-1 0,0-1-19,1 4-64,-1-1 0,1 1 0,-1-1 1,0 1-1,-1 0 0,1-1 0,-1 1 0,0 0 1,0 0-1,0 0 0,-1 0 0,1 0 0,-1 1 0,0-1 1,0 1-1,0-1 0,-1 1 0,1 0 0,-1 1 0,0-1 1,1 0-1,-1 1 0,0 0 0,0 0 0,-1 0 0,1 1 1,0-1-1,-1 1 0,1 0 0,-1 0 0,1 1 1,-1-1-1,1 1 0,-1 0 0,1 0 0,-1 0 0,0 1 1,1 0-1,0 0 0,-1 0 0,1 0 0,-3 2 64,-43 22-5237,3 4-4729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41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142 121 6361,'0'0'2889,"0"0"-623,0 0-174,0 0-350,0 0-251,0 0-187,-10-9 1533,11 5-2799,0 0-1,0 1 1,0-1 0,0 1-1,1-1 1,0 1 0,-1-1-1,1 1 1,0 0 0,0 0-1,1 0 1,-1 0 0,1 0-1,0 1 1,-1-1 0,1 1 0,0-1-1,0 1 1,1 0 0,-1 0-1,2 0-37,6-5 61,1 2-1,-1-1 1,1 1-1,0 1 0,13-3-60,-17 5 7,2-1 5,0 1 0,0 0 1,1 0-1,-1 1 1,1 1-1,-1 0 0,1 0 1,7 2-13,-16-1 0,0 0 0,0 0 0,0 0 0,0 1 1,0-1-1,0 1 0,0-1 0,0 1 0,-1 0 1,1 0-1,-1 0 0,1 0 0,-1 0 0,0 0 0,0 0 1,1 2-1,19 47 24,-12-30 14,13 27 153,-1 0 1,-3 1-1,-2 1 1,-2 0-1,-2 2 0,2 27-191,18 247 1222,-33-345-8,1 0-1171,0 0 0,-2 0 0,0 0 0,-1 0 1,-5-16-44,-9-13 4,3-1 0,-8-48-4,18 87 8,0 0 0,-1 0 0,1 0 0,-2 1 0,0 0 0,0 0 0,0 0 1,-1 1-1,-1 0 0,1 0 0,-9-6-8,15 14-2,0-1 0,0 1 1,1-1-1,-1 1 0,0 0 0,0-1 0,0 1 1,0 0-1,0 0 0,0-1 0,0 1 1,0 0-1,0 0 0,0 0 0,0 0 0,0 0 1,0 1-1,0-1 0,0 0 0,0 0 1,0 1-1,1-1 0,-1 0 0,0 1 0,0-1 1,0 1-1,0-1 0,0 1 0,1 0 1,-1-1-1,0 1 0,0 0 2,-24 25-68,23-23 66,-35 46 28,2 2-1,3 1 1,-7 18-26,10-15 39,-4-2 1,-1-1 0,-15 15-40,19-29 153,18-21 43,-2 0-1,0-1 0,-4 3-195,55-32-1606,6-10-1314,5-1-2965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44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126 316 11362,'0'0'2818,"0"0"-772,0 0-291,0 0-809,0 0-620,0 0-232,1 5 2686,3 23-2453,0-24-237,0 0 0,0-1 0,0 1-1,0-1 1,0 0 0,1 1 0,-1-2 0,1 1 0,0-1-1,0 1 1,0-1 0,0-1 0,2 1-90,71 16 727,-71-17-651,59 8 384,0-3-1,64-3-459,-119-4 37,-1-1 0,0 1-1,0-2 1,0 1 0,0-2 0,0 1-1,-1-1 1,1-1 0,-1 0 0,0 0-1,1-2-36,5-2 62,-1-2 0,0 0 0,0 0-1,-1-1 1,-1-1 0,2-3-62,-9 9 27,-1 0 0,0-1 0,-1 1-1,0-1 1,0 0 0,0 0 0,-1 0 0,0 0 0,-1-1 0,0 1 0,0 0 0,-1-1-1,0 1 1,0-1 0,-1 1 0,0 0 0,-1-1 0,0 1 0,-1-2-27,0 4-2,0 1 1,0 0-1,-1 0 1,0 0-1,0 1 1,-1-1-1,1 1 1,-1 0-1,0 0 1,0 0-1,0 1 1,0 0-1,-2-1 2,-78-36-32,74 36 28,-15-5-2,-1 3 0,1 0 1,-2 1-1,1 2 0,0 0 1,-1 2-1,1 1 0,-13 3 6,-14-3-2,42 1 1,1 1 0,-1 0 0,1 0 0,0 1 0,0 0-1,0 1 1,0 1 0,1-1 0,-1 2 0,-6 4 1,3-1-2,-1 0 0,1 1 0,1 1 0,0 1 0,0 0 0,-9 12 2,13-13 0,1 0 1,-1 1-1,2 0 0,0 0 1,0 1-1,1 0 0,1 0 1,0 0-1,1 1 0,1 0 1,0 0-1,0 0 0,1 0 1,1 0-1,1 0 0,0 0 0,0 15 8,1 0 1,1-1-1,2 0 0,1 1 0,1-1 0,1 0-8,-2-13 3,1 0 0,0 0 0,1 0-1,1-1 1,0 0 0,1-1 0,1 0 0,0 0 0,0-1 0,1 0-1,7 4-2,-6-5 5,1-1 1,0-1-1,0 0 0,1-1 0,0 0 0,1-1 0,0-1 0,0 0 0,0-1 0,1-1 0,0 0 0,-1-1 0,1 0 1,0-2-1,1 0 0,6-1-5,56 2 8,-1-3 0,31-6-8,-86 5 84,0-2 0,-1 0 0,1-1 0,-1-2-1,0 0 1,-1-1 0,1-1 0,-2-1 0,1-1 0,8-8-84,-26 17 26,1 0 1,-1-1 0,0 0 0,0 1-1,0-1 1,-1 0 0,1-1-1,-1 1 1,1 0 0,-1-1 0,0 0-1,0 1 1,-1-1 0,2-3-27,-1-3-928,-1 1 1,0-1 0,0 0-1,0 0 1,-2-5 927,1 9-807,0-19-5445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4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4401,'0'0'6777,"0"0"-3659,0 0-1553,0 0-256,0 0-399,0 0-199,2-5 214,5-6-328,-4 11 316,-1 21 921,0 7-1413,34 384 1898,-36-402-2299,1 1 0,1-1-1,-1 0 1,1 0 0,1 0-1,0 0 1,0 0 0,1-1-1,1 1 1,-1-1 0,1 0-1,4 5-19,-5-10 1,-1 0 0,1 0 0,0 0 0,0 0 0,1-1 0,-1 0 0,1 0 0,-1 0 0,1 0 0,0-1 0,0 0 0,0 0 0,0 0-1,1 0 1,-1-1 0,0 0 0,1 0 0,-1 0 0,1-1 0,-1 0 0,1 0 0,-1-1 0,1 1 0,2-1-1,-4-1-46,0 1 0,1-1 0,-1 0 0,0 0 0,0 0 0,0-1 0,0 0 0,-1 1 0,1-1 0,-1 0 0,1-1 0,-1 1 0,0-1 0,-1 1 0,1-1 0,0 0 0,-1 0 0,0 0 0,0 0 1,1-2 45,2-5-493,-1 0 0,1 0 1,-2-1-1,0 1 1,0-1-1,-1 0 0,1-7 493,-3-31-7107,0 26 101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45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9842,'0'0'2721,"0"0"-1593,0 0-168,0 0-376,0 0-392,0 0-40,0 0 304,60 0 25,-24-14-121,1-4-216,2 3-144,1 6-72,-10 3-1665,-7 6-4824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46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25 8090,'0'0'2484,"0"0"-1117,0 0-325,0 0 25,0 0 157,0 0 307,3-5 169,7-14 234,-21 42-147,-17 35-1164,15-25-467,2 1 1,1 0-1,1 1 1,2-1-1,2 1 1,0 9-157,-1 66 601,5 37-601,1-91 22,7 54 243,4-2 0,4 1 1,22 69-266,-14-67 160,-17-77-159,-2-11 18,0 0 1,1 0-1,2-1 0,0 0 0,1 0 0,2 0-19,-7-16-11,1 0 0,-1 0-1,1 0 1,1-1 0,-1 0 0,0 0 0,1 0 0,0 0 0,1-1 0,-1 0-1,0 0 1,1 0 0,0-1 0,0 0 0,0 0 0,1 0 0,-1-1-1,0 0 1,1 0 0,0-1 0,-1 0 0,1 0 0,4 0 11,30 1-1262,1-2 0,-1-2 0,31-5 1262,26-14-5646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47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5497,'0'0'4486,"0"0"-1296,0 0-1064,0 0-773,0 0-712,0 0-420,3 6 61,38 52 896,-28-42-839,-1 1 0,0 1 1,-1 0-1,-1 1-339,11 33 311,-3 1 0,-2 0 0,-2 1 0,-3 1 0,-2 0 0,-3 4-311,1 17 547,-5-1 1,-2 1 0,-9 59-548,-2-72 453,-4-1 0,-1 0 0,-23 51-453,9-23 915,-2 22-915,28-94 14,3-13-8,1-1 1,-1 0-1,0 1 0,-1-1 1,1 0-1,-1 0 0,1 0 1,-1 0-1,0 0 0,-1 0 1,1 0-1,-1-1 0,1 1 1,-1-1-1,-1 0-6,4-3-81,0 0 0,0 0 0,0 0 0,0 0 0,0 0 0,0-1 0,0 1 0,0 0 0,0 0 0,0 0 0,0 0 0,0 0 0,0 0 0,0 0 0,0 0 0,0-1 0,0 1 0,0 0 0,0 0 0,0 0 0,0 0 0,-1 0 1,1 0-1,0 0 0,0 0 0,0 0 0,0 0 0,0 0 0,0 0 0,0 0 0,0 0 0,0 0 0,-1 0 0,1 0 0,0 0 0,0 0 0,0 0 0,0 0 0,0 0 0,0 0 0,0 0 0,-1 0 81,9-17-1405,-5 11 562,12-25-3952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47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8066,'0'0'2882,"0"0"-862,0 0-572,0 0-570,0 0-387,0 0 79,16-5 211,7-2-306,1 1 1,0 1 0,-1 1 0,1 1 0,11 0-476,-16 3 174,-1 0 12,0 0 1,0 1 0,0 1 0,7 2-187,-18-3 37,0 1 1,-1 1-1,1-1 1,-1 1 0,0 0-1,0 1 1,0-1-1,0 1 1,0 0 0,-1 1-1,0 0 1,0-1-1,2 3-37,68 89 1345,-54-68-685,0 0 1,2-1 0,20 17-661,-30-35 541,-4-5-1746,-4-8-5438,-3-8 1085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48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0 9338,'0'0'2207,"0"0"-466,0 0-166,0 0-497,0 0-211,0 0 248,-18 28 109,-8 9-813,-6 11 412,2 2 0,0 5-823,-29 39 1262,37-62-1101,2 0 0,2 2-1,-1 4-160,17-33-398,0 1 0,1-1 0,0 0-1,0 0 1,0 1 0,1-1 0,0 1-1,0-1 1,0 2 398,1 5-3124,-1 3-2568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49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36 1400,'0'0'4050,"0"0"-1040,0 0-730,0 0-813,0 0-722,0 0-449,5-3-188,3 0-281,41-21 866,-45 20-375,-6 3-41,-33 7-44,-79 31-207,81-24 15,141-10 111,-17-9-2908,-50 0-4106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5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4001,'0'0'4213,"0"0"-890,0 0-798,0 0-836,0 0-210,11 0-100,46 0 201,1-2-1,-1-3 1,25-6-1580,-20-3 244,4 1-79,53-20-165,-116 32 25,1-1 0,-1 1 0,0-1 0,1 0 0,-1 0 0,0 0 0,0 0 0,0 0 0,0-1 0,-1 1 0,1-1 0,-1 0 0,1 0-1,-1 0 1,0 0 0,0 0 0,0 0 0,0-2-25,0-1 56,1-1-1,-1 0 0,-1 0 1,1 0-1,-1-1 1,0 1-1,-1 0 0,0-6-55,0 12 4,-1-1 1,1 0-1,-1 1 0,0-1 0,1 1 0,-1-1 0,0 1 0,0-1 0,0 1 1,0 0-1,0 0 0,0-1 0,0 1 0,-1 0 0,1 0 0,0 0 0,-1 0 1,1 0-1,-1 0 0,1 1 0,-1-1 0,1 0 0,-1 1 0,1-1 0,-1 1 1,0 0-1,0-1-4,-51-9-10,46 9 18,-17-2-12,-1 1 0,1 2 1,-1 0-1,0 1 1,1 2-1,0 0 1,-1 2-1,1 1 1,1 0-1,-22 10 4,34-12-2,1 1 1,0 0-1,1 0 1,-1 1-1,1 0 1,0 0-1,0 1 1,1 1-1,0-1 1,0 1-1,1 1 1,0-1-1,0 1 1,1 1-1,0-1 1,1 1-1,0 0 1,1 0-1,-1 0 1,2 1-1,0 0 1,0-1-1,1 1 1,0 0-1,1 2 2,-2 52 9,3 1 0,3 6-9,-2-65 8,-1 0 1,1 0 0,1 1 0,0-1-1,0 0 1,0-1 0,1 1-1,0 0 1,0-1 0,0 1 0,1-1-1,0 0 1,1 0 0,-1-1 0,1 1-1,0-1 1,0 0 0,1 0-1,-1-1 1,1 0 0,0 0 0,0 0-1,1 0 1,-1-1 0,1 0 0,0-1-1,0 1 1,0-1 0,2 0-9,26 5 179,-1-1-1,1-1 1,0-2 0,0-2 0,19-2-179,-35 1 93,37 0-14,-1-3 0,1-2-1,-1-3 1,0-2 0,-1-2 0,0-3 0,11-6-79,-64 21-19,1 0 0,-1 0 0,0-1 0,0 1 0,0 0 0,0-1 0,0 1 0,0-1 0,0 1-1,0-1 1,0 0 0,0 1 0,0-1 0,0 0 0,0 1 0,-1-1 0,1 0 0,0 0 0,-1 0 0,1 0 0,0 0 0,-1 0 0,1 0 0,-1 0 0,1 0 0,-1 0 0,0 0-1,1 0 1,-1 0 0,0 0 0,0-1 0,0 1 0,0 0 0,0 0 0,0 0 0,0 0 0,0 0 0,0-1 0,-1 1 0,1 0 19,-2-4-684,-1 1 0,0-1-1,0 0 1,-1 1 0,1 0 0,-1 0 0,-3-3 684,-4-5-3316,-12-17-7110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53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0 12547,'0'0'2812,"0"0"-306,0 0-1051,0 0-741,0 0-173,0 0 125,-28 2 170,-90 9-4,97-9-619,0 2 1,1 1-1,-1 1 0,1 0 1,-4 3-214,-27 8 221,2-3-99,-18 6 98,-32 3-220,92-22-1131,14-3-2706,7-2 1292,15-9-2238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54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10562,'0'0'2597,"0"0"-495,0 0-745,0 0-697,0 0-49,0 0 207,27-14-37,89-41-133,-109 52-586,0 0 0,0 0-1,0 1 1,0 0-1,0 0 1,1 1 0,-1 0-1,1 0 1,-1 1 0,1 0-1,-1 0 1,0 1 0,1 0-1,-1 0 1,7 2-62,-8 0 23,0 0 0,0 0-1,0 0 1,-1 0 0,1 1 0,-1 0 0,1 0 0,-1 1 0,-1-1 0,1 1-1,-1 0 1,0 1 0,0-1 0,1 2-23,6 13 50,-1 0 0,-1 1 0,-1-1 0,-1 2 1,-1-1-1,-1 1 0,-1 0 0,0 6-50,38 185 834,-48-232-353,-2 0 0,0 1 0,-9-14-481,12 24-18,1 1 0,-1 0 0,-1 0 0,1 1 0,-1-1 0,0 1 0,-3-1 18,7 5 0,0 0 0,-1 0-1,1 1 1,-1-1 0,1 1-1,-1 0 1,0-1 0,1 2-1,-1-1 1,0 0 0,0 0-1,0 1 1,0-1-1,0 1 1,1 0 0,-1 0-1,0 0 1,0 0 0,0 1-1,-3 0 1,3 0-7,0 1 0,1-1-1,-1 1 1,0 0-1,1 0 1,-1 0 0,1 0-1,-1 0 1,1 0-1,0 1 1,0-1-1,0 1 1,0 0 0,1 0-1,-2 1 8,-25 53-34,17-32 27,-112 202-54,122-225-72,-9 25-337,11-15-1764,10-5-3369,10-6-3013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55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1 369 7274,'0'0'1876,"0"0"-265,0 0 251,0 0-721,0 0-638,0 0-263,22-5-61,-12 3-123,66-15 991,31 0-1047,-20 11 2040,0 4 1,12 5-2041,84-3 245,850 1 773,-474 1-966,-288-4-48,-238 0 16,0-2 1,-1-1 0,1-1 0,27-11-21,31-5 2,149-22 15,1 11-1,25 9-16,405-6 34,-555 24-31,0-5 1,57-15-4,-29 4 41,332-24 1420,-179 21-614,-283 25-567,-17 4-918,-28 10-1919,18-9 1337,-32 16-3771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56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1 728,'0'0'10128,"0"0"-5905,0 0-1900,0 0-450,0 0-774,0 0-545,27 4 127,-7-2-513,-8-1-54,1 0 0,0 1 1,0 1-1,-1 0 0,1 0 0,-1 1 0,0 1 1,0 0-1,-1 1 0,1 0 0,-1 1 0,-1 0 0,1 1 1,0 1-115,66 68 817,-3 5 0,-4 2 0,48 78-817,-45-62 73,-53-77-250,-13-19-676,-13-16-647,-29-34-5228,20 25 1176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56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1 6729,'0'0'2388,"0"0"-644,0 0 95,0 0-167,0 0-177,-19 34-8,-6 17-892,-21 38 1870,-18 23-2465,-83 110 4925,-21 9-4925,167-230-26,1 0 13,-1 1-1,0-1 1,1 0-1,-1 0 1,0 0-1,0 0 1,1 0-1,-1 0 1,0 0-1,0 0 1,0-1-1,0 1 1,0 0-1,0-1 1,0 1-1,-1 0 1,1-1-1,0 1 1,0-1-1,0 0 1,-1 1-1,1-1 1,0 0-1,0 0 1,-1 0 13,1 0-951,1 0-795,1 1-2629,7-3 354,10-3-4597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56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14051,'0'0'2721,"0"0"-601,0 0-456,0 0-935,0 0 551,0 0-216,9 208 32,-9-137-312,0 1-279,0-10-337,0-5-112,0-7-48,0-5-8,0-6-312,0 20-745,0-11-1823,0-7-4586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6:57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50 146 9914,'0'0'2453,"0"0"-564,0 0-179,0 0-603,0 0-262,0 0 5,6-16-249,18-52-42,-23 66-504,0 0 0,-1 0 0,1 0 0,0 1 0,0-1-1,0 0 1,0 0 0,0 1 0,0-1 0,0 0 0,0 1 0,1 0-1,-1-1 1,1 1 0,-1 0 0,1-1 0,0 1 0,-1 0 0,1 0 0,0 0-1,0 1 1,-1-1 0,1 0 0,0 1 0,0-1 0,0 1 0,0-1-1,0 1 1,0 0 0,0 0 0,0 0 0,0 0 0,0 0 0,0 1-1,0-1 1,1 1-55,-2 25 202,-1-22-147,-1 1 0,0-1 1,0 0-1,-1 0 0,0 0 1,1 0-1,-1 0 0,0-1 1,-1 1-1,1-1 1,-1 1-1,1-1 0,-1 0 1,0 0-1,-1 0 0,1 0 1,0 0-1,-1-1 0,1 1 1,-1-1-1,0 0 0,0 0 1,0-1-1,0 1 0,0-1 1,0 0-1,0 0 0,-3 0-55,5-25 753,2 17-717,4-49 75,-3 53-110,-1 0 0,1 0 1,0 1-1,0-1 1,0 0-1,0 1 0,1-1 1,-1 0-1,0 1 0,1 0 1,0-1-1,0 1 1,0 0-1,0 0 0,0 0 1,0 0-1,0 0 1,1 0-2,-41 3-1815,8-3-4467,13 0-2238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38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14 1088,'0'0'2218,"0"0"-35,0 0 351,0 0 99,0 0-477,0-12 407,-1 10 3205,-6 32-5746,0 0-1,2 0 1,2 0-1,0 1 1,2 0-1,2-1 1,3 22-22,-2 34 23,-3-81 52,1 1 0,0-1 1,1 0-1,-1 1 0,1-1 1,0 0-1,0 0 0,0 0 1,1 0-1,0 0 0,0 0 1,0 0-1,1 0 0,2 3-75,6 12 213,1-1-1479,-10-18 898,0 0-1,0 0 1,0-1-1,0 1 1,0 0-1,0-1 1,0 1-1,0-1 1,0 0-1,0 0 1,0 0-1,1 0 1,-1 0 368,8 0-3688,-3 0-3607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39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2 138 4977,'0'0'2845,"0"0"-426,0 0-328,0 0-1067,0 0-618,0 0-206,-2 42 2161,8-29-2245,0-1-1,1 0 1,0 0-1,1 0 0,0-1 1,0 0-1,2-1 1,-1 0-1,4 3-115,6 7 60,-19-19-49,1 0-1,-1-1 1,1 1 0,-1 0-1,1 0 1,0 0-1,-1-1 1,1 1-1,0 0 1,0-1 0,0 1-1,-1-1 1,1 1-1,0-1 1,0 1-1,0-1 1,0 0-1,0 1 1,0-1 0,0 0-1,0 0 1,0 0-1,0 1 1,0-1-1,0 0 1,0-1-1,0 1 1,0 0 0,0 0-1,0 0 1,0 0-1,0-1 1,0 1-1,0 0 1,0-1-1,0 1 1,-1-1 0,1 1-1,0-1 1,0 0-1,0 1 1,-1-1-1,2 0-10,2-5 25,1 0-1,-1-1 1,-1 1 0,1 0-1,-1-1 1,1-2-25,11-21 44,65-91 123,-74 113-171,1 0 1,0 1-1,0 0 1,1 1 0,6-6 3,29-26 2,-37 26 35,5-7-110,-5 14-3120,-6 5-1036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43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133 229 12859,'0'0'2467,"0"0"-1285,0 0-338,0 0-327,0 0-173,0 0 271,21 1 357,154 10 1082,-129-5-1507,1-3 0,42-2-547,-75-1 8,-1-1-1,1-1 1,0 0 0,-1-1-1,1 0 1,-1-1 0,0 0-1,0-1 1,-1-1-1,1 0 1,-1 0 0,0-2-8,-10 6 11,0 0 0,0-1 0,0 0 0,0 1 1,0-1-1,0 0 0,-1 0 0,0 0 0,1 0 0,-1-1 1,0 1-1,-1 0 0,1 0 0,0 0 0,-1-1 1,0 1-1,0 0 0,0-1 0,0 1 0,-1-3-11,1 1 6,0 0-1,-1 0 1,0 0-1,0 0 1,0 0-1,-1 0 1,0 0-1,0 1 0,0-1 1,0 1-1,-1-1 1,0 1-1,0-1-5,-4-2-6,0 1-1,0 0 1,0 1 0,-1 0-1,0 0 1,0 1-1,0 0 1,0 0-1,-1 1 1,0 0-1,1 0 1,-1 1 0,0 0-1,-2 0 7,-22-1-18,0 0 0,-1 3 0,-9 1 18,-4 0 0,34-1-2,0 1 0,0 1 0,1 0-1,-1 1 1,1 1 0,0-1-1,-1 2 1,2 0 0,-4 2 2,-14 8-9,1 1-1,1 2 1,-1 2 9,18-12-1,1 1 0,0 0-1,0 1 1,1 0-1,0 0 1,0 1 0,1 0-1,1 0 1,0 0 0,0 1-1,1 0 1,1 0 0,0 1-1,1-1 1,-2 8 1,-2 21 62,1 1-1,2-1 1,2 1 0,2 7-62,0-38 35,0-1 0,1 1 0,0 0 0,0-1 0,1 0 0,1 1 0,0-1 0,0 0 0,2 4-35,-2-9 14,0 0 0,0-1-1,0 1 1,1 0 0,0-1 0,0 0-1,0 0 1,0 0 0,0 0 0,1-1-1,0 0 1,0 0 0,-1 0 0,2 0-1,-1-1 1,0 0 0,1 0 0,2 1-14,11 1 109,1-1 1,0-1 0,0 0 0,0-1-1,0-1 1,12-3-110,20 2 167,-26 0-155,-1-1 1,1-1-1,-1-1 0,0-2 0,-1 0 0,1-2 0,-1 0 0,0-2 1,-1-1-1,17-10-12,-5-8-867,-16 7-4402,-9 10-1792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43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0 4353,'0'0'7532,"0"0"-4430,0 0-1187,0 0-525,0 0-467,0 0 25,-27 7 2,-206 48 487,228-54-1414,-9 2 65,0-1-1,0 0 0,0-1 0,-11 0-87,24-1-535,15 0-5400,5 0-987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44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5881,'0'0'1370,"0"0"169,0 0 473,0 0-166,0 0-223,0 0-47,29-9-246,90-26-311,-114 34-937,0-1 0,0 1-1,0 0 1,1 1 0,-1-1 0,0 1 0,0 0 0,5 1-82,-9-1 24,1 1 1,0-1-1,-1 1 0,1 0 1,0-1-1,-1 1 1,1 0-1,-1 0 1,1 0-1,-1 0 1,0 1-1,1-1 1,-1 1-25,8 5 87,10 9-19,0 1-1,-2 0 0,0 1 1,-1 1-1,0 0 1,-2 2-1,0-1 1,1 6-68,13 28 534,-3 0 0,16 48-534,-42-109 192,0-1-1,-1 1 1,0 0-1,0 0 0,0 0 1,-4-6-192,2 7 91,0 0 1,0 1 0,0-1 0,-1 1 0,0 0-1,0 0 1,-1 0 0,1 1 0,-7-5-92,9 8 15,1-1-1,-1 1 1,0 0 0,0 0 0,0 0 0,0 0 0,0 0 0,0 0 0,-1 1-1,1 0 1,0 0 0,0 0 0,0 0 0,-1 0 0,1 0 0,0 1 0,0-1-1,0 1 1,0 0 0,0 0 0,0 0 0,0 1 0,0-1 0,-1 2-15,-18 12 49,2 1 0,0 0 1,0 2-1,-7 9-49,-20 19 149,20-23-72,15-13-40,-1 1-1,1 0 1,1 1-1,-9 12-36,20-24-10,0 0-1,0 0 1,0 0-1,0 0 1,0 0-1,0 0 1,1 0-1,-1 0 1,0 0-1,0 0 1,0 0-1,0 0 1,0 0 0,0 0-1,1 0 1,-1 0-1,0 0 1,0 0-1,0 0 1,0 0-1,0 0 1,0 0-1,1 0 1,-1 0-1,0 0 1,0 0-1,0 0 1,0 1-1,0-1 1,0 0 0,0 0-1,0 0 1,1 0-1,-1 0 1,0 0-1,0 1 1,0-1-1,0 0 1,0 0-1,0 0 1,0 0-1,0 0 1,0 0-1,0 1 1,0-1 0,0 0-1,0 0 1,0 0-1,0 0 1,0 0-1,0 1 1,0-1-1,0 0 1,0 0-1,0 0 1,0 0-1,-1 0 11,4 0-156,3 0-361,1-1 0,-1 0 1,0 0-1,0 0 1,0-1-1,0 0 0,0 0 1,2-2 516,19-8-6316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45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5705,'0'0'5253,"0"0"-2403,0 0-493,0 0-341,0 0-677,0 0-463,11 0-179,574-16 2487,-373 8-3074,-138 5-134,-1-3 0,18-6 24,-88 12-120,-3 0-267,-13 0-1319,-248 1-12380,194 4 10631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45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2497,'0'0'2893,"0"0"-377,0 0 327,-29 5-412,8-1-1650,-90 14 508,21-12 5651,89-5-6843,0 0 0,0 0 0,0 1 0,0-1 0,0 0-1,1 0 1,-1 0 0,0 1 0,1-1 0,-1 0 0,1 1 0,-1-1 0,1 1 0,-1-1 0,1 1 0,0-1-1,0 1 1,0-1 0,0 2-97,-3 31 518,3-33-489,1 0 0,-1 0 1,0 0-1,1 0 0,-1 0 0,1 0 0,-1-1 0,1 1 0,-1 0 0,1 0 0,-1 0 1,1-1-1,0 1 0,-1 0 0,1-1 0,0 1 0,0-1 0,0 1 0,0-1 0,-1 1 1,1-1-1,0 1 0,0-1 0,0 0 0,0 1 0,0-1 0,0 0 0,0 0 0,0 0 1,0 0-1,0 0 0,0 0-29,44 1 360,-29-1-166,5 1-80,13-1-45,1 1 0,0 2 0,0 2 0,-1 1 0,29 9-69,-56-13-5,0 0-1,0 1 0,0 0 1,-1 0-1,1 1 0,-1-1 1,1 1-1,-1 1 1,0-1-1,-1 1 0,1 0 1,-1 1-1,0-1 0,0 1 1,-1 0-1,0 0 1,0 1-1,0-1 0,-1 1 1,0 0-1,0-1 1,0 2-1,-1-1 0,0 0 1,-1 0-1,0 1 0,0-1 1,0 0-1,-1 1 1,0 0 5,0 4-2,0 0 1,-1 0 0,0 1 0,-1-1-1,-1-1 1,0 1 0,0 0 0,-1 0 0,-1-1-1,0 0 1,0 0 0,-1 0 0,-2 2 1,-74 111 40,-6-4 0,-65 67-40,152-186 0,-1 1-6,-1 1 1,0 0 0,0 0-1,1 0 1,0 1 0,0-1-1,0 1 1,0-1 0,0 1-1,1 0 1,-1-1 0,1 1-1,0 0 1,0 0 0,0 0-1,1 3 6,2-6-4,0 0-1,0 0 1,0-1 0,0 1-1,0-1 1,0 0-1,1 0 1,-1 0-1,0 0 1,0 0-1,0 0 1,1 0 4,1-1 3,107 1 245,-1-4 1,0-6-1,21-8-248,-113 15-70,0-1-63,0 0-1,1 2 1,0 0-1,-1 1 1,1 1-1,15 1 134,-33 0-254,0 0 0,0 0 0,0 1-1,0-1 1,-1 0 0,1 0 0,0 0 0,-1 1-1,1-1 1,-1 0 0,1 1 0,-1-1 0,0 0-1,0 1 1,1-1 0,-1 1 0,0-1 0,0 0-1,0 1 1,-1-1 0,1 1 0,0-1-1,0 0 1,-1 2 254,1 5-4612,0 9-6586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4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13259,'0'0'2984,"0"0"-1903,0 0 959,0 0-552,0 0-631,57 164-129,-51-116-40,-2-1-112,-4-2-224,0-12-184,0-7-120,0-11 24,0-6-72,0-6-288,0-3-1080,0-15-3097,3-11-7074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46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0 8242,'0'0'2640,"0"0"-707,0 0-554,0 0-564,0 0-159,0 0 33,-21 31 122,-70 98 161,66-98-249,-1-1 0,-1-1 0,-1-2 0,-14 9-723,18-16 228,1 2 0,1 0 0,-12 16-228,25-27-538,-6 8 1305,13-11-3737,1 0-3310,1-5 573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47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7378,'0'0'5321,"0"0"-3337,0 0 265,0 0-817,0 0-664,0 0-384,0 0 56,178-24-216,-141 18-56,-4 0-168,-3 3-96,-1 3-1128,-9 0-1457,-10 0-3136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4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96 392,'0'0'13755,"0"0"-9866,0 0-1873,0 0-303,0 0-721,0 0-552,0 0-328,86-15-32,-49 3-72,-1 0-8,4 3-72,-4 3-1000,24-12-1537,-7 9-2056,-7-6-5313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47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31 322 9162,'0'0'4549,"0"0"-2743,0 0-537,0 0 190,0 0-284,0 0-447,15 18 193,50 55-95,-60-70-754,0 1 0,0-1 0,0 0 0,0-1 0,0 1 0,1-1 0,-1 0-1,1 0 1,-1 0 0,1-1 0,0 0 0,0 0 0,-1 0 0,1-1 0,0 0 0,0 0 0,0-1-1,0 0 1,0 1 0,-1-2 0,1 1 0,4-3-72,-9 4 1,8-3 25,1 0-1,-1-1 0,0 0 1,0-1-1,-1 0 0,1-1 0,-1 0 1,0 0-1,0 0 0,-1-1 1,0 0-1,0-1 0,-1 1 1,0-2-1,0 1 0,-1 0 0,0-1 1,1-1-26,-1 0 3,-1 1 0,1-1 1,-2 1-1,1-1 0,-1 0 0,-1-1 1,0 1-1,0 0 0,-1-1 0,0 1 1,-1-1-1,0 1 0,-1-1 0,0 1 1,0 0-1,-1-1 0,-2-4-3,1 8 0,-1 0-1,0 1 0,0 0 1,0 0-1,-1 0 1,1 0-1,-1 0 1,-1 1-1,1 0 0,-1 0 1,0 1-1,0-1 1,-1 1-1,1 1 1,-1-1-1,0 1 0,-2-1 2,-7-2-211,0 0 0,0 1 0,-1 1 1,0 0-1,0 1 0,0 1 0,-4 0 210,-106 1-7498,81 1-1066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48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8242,'0'0'2511,"0"0"-371,0 0-301,0 0-746,0 0-591,0 0-203,-10 14 163,-30 50 234,38-61-615,1 1 0,0 0 1,-1 0-1,1 0 0,0 0 0,1 0 1,-1 0-1,1 1 0,0-1 0,0 0 1,0 0-1,0 0 0,1 0 0,0 0 1,0 0-1,0 0 0,0 0 0,1 0 1,-1 0-1,1 0 0,0-1 0,0 1-81,4 5 199,0 0 0,1 0 0,0-1 0,0 0 0,0 0-1,9 5-198,-7-5 76,1-1-1,1 0 0,-1-1 0,1 0 1,0-1-1,1 0 0,-1 0 0,1-2 0,0 1 1,0-1-1,0-1 0,0 0 0,0-1 0,1-1 1,10 0-76,-20 0 9,0 0 1,0 0-1,0-1 0,0 0 1,0 1-1,0-1 1,0 0-1,0 0 1,0-1-1,0 1 1,0-1-1,-1 1 0,1-1 1,0 0-1,-1 0 1,0 0-1,1 0 1,-1-1-1,0 1 1,0 0-1,0-1 0,-1 0 1,1 1-1,-1-1 1,1 0-1,-1 0 1,0 0-1,0 0 1,0 0-1,0 0 0,-1 0 1,1 0-10,1-9 119,0 0-1,-1 0 1,0 0 0,-1 0 0,-1 0-1,0 0 1,0 0 0,-1-1-119,-1 7 45,0-1-1,0 1 1,-1-1 0,0 1 0,0 1-1,0-1 1,-1 0 0,0 1-1,0 0 1,0 0 0,0 0-1,-1 1 1,0 0 0,0 0 0,0 0-1,-1 1 1,1 0 0,-1 0-1,-5-1-44,8 4-396,4 0-3834,1 0-4396,7 3 2397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48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4369,'10'16'1058,"0"-1"-1,2 0 1,0-1 0,0-1-1,2 0 1,-1 0-1,2-1 1,-1-1 0,2 0-1,3 1-1057,-8-6 297,0 0-1,1-1 0,-1 0 0,1-1 1,0 0-1,0-1 0,0 0 1,0-1-1,1 0 0,-1-1 0,1-1 1,-1 0-1,1 0 0,-1-2 0,7 0-296,-12 0 86,-1 0 0,0-1 0,0 1-1,0-1 1,0 0 0,0-1 0,-1 1-1,1-1 1,-1 0 0,0-1-1,0 1 1,0-1 0,-1 0 0,0 0-1,0 0 1,0-1 0,-1 0-1,1 1 1,-1-1 0,1-4-86,-2 5 36,0 0 0,0 0-1,-1 0 1,1 0 0,-1 0 0,0 0 0,0-1-1,-1 1 1,1 0 0,-1-1 0,-1 1 0,1 0 0,-1-1-1,0 1 1,0 0 0,0 0 0,-1-1 0,1 1-1,-1 0 1,-1 1 0,1-1 0,-1 0 0,0 1 0,0-1-1,-2-2-35,-1 1-46,0-1 0,-1 1 0,0 1 0,0-1 0,0 1 0,-1 0 0,0 1 0,1-1 0,-2 2-1,1-1 1,-4 0 46,-1 0-895,-1 1-1,0 1 0,0 0 1,0 1-1,0 1 0,-13 0 896,-10 3-5372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50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5113,'0'0'2505,"0"0"-164,0 0 253,0 0-258,0 0-603,0 0-418,5-11-413,-2 3-785,1 1 1,0-1 0,0 1 0,1 0 0,0 0-1,0 1 1,0-1 0,1 1 0,0 0-1,0 1 1,1-1 0,-1 1 0,1 0-1,0 1 1,1 0 0,-1 0 0,1 0-1,0 1 1,-1 0 0,1 1 0,1 0 0,-1 0-1,3 0-117,-4 2 0,-1 0-1,1 0 0,-1 0 0,1 1 1,-1 0-1,0 0 0,1 0 1,-1 1-1,0 0 0,0 0 1,0 1-1,5 3 1,-2 0 0,0 0 0,-1 1 1,0 0-1,0 1 0,-1 0 0,0 0 1,2 4-1,22 31 44,-3 1 0,-1 1 0,-3 2 1,-1 1-1,-3 0 0,5 21-44,-21-162 655,-3 78-684,-2-7 61,0 21-33,1 0-1,-1 0 1,1 1-1,-1-1 0,1 1 1,-1-1-1,0 0 0,1 1 1,-1-1-1,0 1 1,0-1-1,1 1 0,-1 0 1,0-1-1,0 1 1,0 0-1,1 0 0,-1-1 1,0 1-1,0 0 0,0 0 1,0 0-1,1 0 1,-1 0-1,0 0 0,0 0 1,0 0 1,-9 1-8,1 1 0,-1-1 0,0 1-1,1 1 1,0 0 0,-1 0 0,1 1 0,0 0 0,1 1 0,-1 0 0,1 0 0,0 1 0,0 0 0,-6 6 8,-17 16 10,2 2 0,-24 31-10,40-45 3,-32 36 444,-22 37-447,67-89-17,0 0 0,0-1-1,0 1 1,0 0-1,0-1 1,0 1 0,0 0-1,0 0 1,0-1 0,0 1-1,0 0 1,-1 0 0,1 0-1,0-1 1,0 1 0,0 0-1,0 0 1,-1 0 0,1-1-1,0 1 1,0 0 0,0 0-1,-1 0 1,1 0 0,0-1-1,0 1 1,-1 0 0,1 0-1,0 0 1,0 0 0,-1 0-1,1 0 1,0 0 0,0 0-1,-1 0 1,1 0 0,0 0-1,-1 0 1,1 0-1,0 0 1,0 0 0,-1 0-1,1 0 1,0 0 0,0 0-1,-1 1 1,1-1 0,0 0-1,0 0 1,0 0 0,-1 0-1,1 0 1,0 1 0,0-1-1,0 0 1,-1 0 0,1 0-1,0 1 1,0-1 0,0 0-1,0 0 1,0 1 0,-1-1 17,2-23-2118,16-4-1915,9 0-3100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51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1 247 12019,'0'0'2528,"0"0"-1301,0 0-215,0 0 258,0 0-53,0 0 20,29 0-150,98 2-259,-95-2-605,0-2-1,0-1 1,0-2 0,-1-1-1,0-2 1,0 0 0,-1-3 0,0 0-1,9-6-222,-6 4 272,-31 11-253,1 1-1,0 0 1,0-1-1,-1 0 1,1 1-1,-1-1 1,1 0-1,-1 0 1,0-1-1,0 1 1,0 0-1,0-1 1,0 1-1,0-1 1,-1 0-1,1 1 1,-1-1-1,0 0 1,0 0-1,1-1-18,0-5 5,0-1 0,-1 1 0,0-1 0,0 1 0,-1-9-5,-1 17 1,1 0-1,-1 0 1,1 0-1,-1 0 1,1 0 0,-1 0-1,1 0 1,-1 0 0,0 0-1,0 1 1,1-1-1,-1 0 1,0 1 0,0-1-1,0 0 1,0 1-1,0-1 1,0 1 0,0-1-1,0 1 1,0 0 0,0-1-1,0 1 1,0 0-1,-34-9 11,24 6 4,-24-4-17,0 0 0,-1 3 0,1 1 0,-1 1 0,0 2 0,-25 4 2,54-4 4,0 1 0,-1 0 0,1 1 0,0-1-1,0 1 1,0 1 0,1-1 0,-1 1 0,1 0-1,-1 1 1,1 0 0,0 0 0,0 0 0,0 0-1,0 2-3,-1 2 13,0-1 0,1 1 0,0 0 0,1 0 0,0 1 0,0-1 0,0 1 0,1 1 0,1-1-1,-1 3-12,-4 21 45,1 1-1,2-1 1,1 1-1,2 0 0,1 32-44,1-60 8,0 0-1,0 0 1,1-1-1,-1 1 1,1 0-1,0-1 1,1 1-1,-1-1 1,1 1-1,0-1 0,1 0 1,-1 0-1,1 0 1,0 0-1,1 0 1,-1 0-1,1-1 1,-1 0-1,1 1 1,1-2-1,-1 1 1,0 0-1,1-1 0,0 0 1,0 0-1,0 0 1,4 1-8,7 3 30,0-1 1,1-1-1,-1-1 0,1 0 1,0-2-1,0 1 1,5-2-31,37 1 128,28-4-128,-55 1-8,-22 1-4,0-1-1,0 0 1,0-1-1,0 0 0,0 0 1,0-1-1,-1-1 1,1 1-1,-1-1 1,0-1-1,0 0 0,4-3 13,-2 0-701,-1-1 0,0 0-1,0-1 1,-1 0 0,-1 0-1,1-1 1,-2 0 0,0 0 0,1-3 701,13-24-7547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51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8906,'0'0'4442,"0"0"-1595,0 0-795,0 0-839,0 0-771,0 0-272,-1 19 126,0 7-234,-1 26 1737,5 53-1799,-1-89 146,-1 0 1,2-1-1,0 1 1,1 0-1,1-1 1,0 0 0,1 0-1,0-1 1,6 9-147,-8-16-58,1 0 0,-1 0 1,1 0-1,1 0 0,0-1 0,-1 0 1,2 0-1,-1-1 0,1 0 1,0 0-1,0 0 0,0-1 0,1 0 1,-1 0-1,1-1 0,0 0 0,0-1 1,0 1-1,0-1 0,1-1 1,-1 0-1,0 0 0,1-1 0,-1 0 1,8 0 57,-11-2-382,0 0-1,0 0 1,-1 0 0,1 0 0,-1-1-1,1 1 1,-1-1 0,0 0 0,0-1 0,0 1-1,0-1 1,-1 1 0,1-1 0,-1 0-1,0-1 1,0 1 0,-1 0 0,3-5 382,-3 6-541,15-27-7061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5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11867,'0'0'2768,"0"0"-1752,0 0 561,0 0-1041,192-35-400,-136 23-136,-16 3-1112,-14 3-7130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5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6889,'0'0'2218,"0"0"-293,0 0-296,0 0-816,0 0-443,0 0 216,4 5 151,6 8-341,-1 0 0,-1 1 0,0 0 0,-1 1 0,0 0 0,-1 0 0,-1 1-396,3 6 611,2 0-1,0-1 1,7 11-611,-4-22-772,-3-12-7637,-10-3 107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52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4961,'0'0'4668,"0"0"-2388,0 0-819,0 0-591,0 0-560,0 0-113,3 11 381,9 54 3178,0 29-3756,-7-43 905,1-1 0,4 0 0,1 0 1,16 43-906,-22-80 14,1 0 0,0 1 1,1-2-1,0 1 0,1-1 1,1 0-1,0-1 0,0 0 1,1 0-1,0-1 0,1 0 1,0-1-1,1 0 0,0-1 1,0 0-1,1-1 1,-1 0-1,2-1 0,7 2-14,34 9-2486,1-3-1,30 2 2487,9-2-5830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53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9778,'0'0'2262,"0"0"-284,0 0 290,0 0-652,0 0-566,0 0-34,31 30 82,21 19-61,23 31-1037,-70-73 83,1 0 0,-1 0 0,0 1 0,-1 0-1,1 0 1,-1 0 0,-1 0 0,0 0 0,0 1-1,-1 0 1,0-1 0,0 1 0,-1 0 0,0 0-1,-1 0 1,0 1-83,2 14 214,2 16 155,-3 0-1,-1 1 0,-1-1 0,-5 16-368,2-30 198,-1-1 0,-2 1 0,0-1 0,-2 0 1,-1 0-1,-1-1 0,-1 1-198,-3 2 75,14-25-174,4-6-70,21-41-883,-14 26 536,19-38-2978,-4 0-4726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53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11979,'0'0'3466,"0"0"-1554,0 0-208,0 0-429,0 0-579,0 0-82,23 8-19,4 1-405,-14-6-94,-1 1 0,0 0 0,0 1 0,0 1 0,-1 0 0,0 0 0,0 1 0,0 0 1,-1 1-1,9 9-96,74 83 903,-17-16-791,-52-63-757,-8-13-7610,-12-8 2566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5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10642,'0'0'3001,"0"0"-1025,0 0 9,0 0-513,0 0-88,-106 199-71,80-142-225,-1-7-504,11-14-392,3-9-96,6-6-96,7-13-144,0-2-1136,0-6-1785,13 0-1776,0 0-6729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7:5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0 262 5761,'0'0'3666,"0"0"-2117,0 0 60,0 0-288,0 0-621,0 0-349,7-5 287,4-1-186,0 0-1,1 1 0,0 0 0,-1 0 1,2 1-1,-1 1 0,0 0 0,1 1 1,-1 0-1,7 1-451,38-2 1183,48 4-1183,-33 1-60,90-2 120,179 0 59,38-18-119,95-33 134,317-23 1140,-784 73-1272,17 1 16,1-2-1,-1-1 1,11-4-18,-28 6 15,0-2 1,1 1-1,-1-1 1,-1 0 0,1 0-1,0-1 1,-1 0 0,0 0-1,1 0 1,-2-1-1,1 0 1,-1 0 0,1-1-16,-5 6-20,-1 0 1,0 0 0,0 0 0,0 0 0,0 0 0,0 0-1,1-1 1,-1 1 0,0 0 0,0 0 0,0 0-1,0 0 1,0 0 0,0 0 0,0 0 0,1 0 0,-1 0-1,0-1 1,0 1 0,0 0 0,0 0 0,0 0-1,0 0 1,0 0 0,0-1 0,0 1 0,0 0 0,0 0-1,0 0 1,0 0 0,0 0 0,0-1 0,0 1-1,0 0 1,0 0 0,0 0 0,0 0 0,0 0 0,0-1-1,0 1 1,0 0 0,0 0 0,0 0 0,0 0-1,0 0 1,0-1 0,0 1 0,0 0 0,0 0 0,0 0-1,-1 0 1,1 0 0,0 0 0,0 0 0,0 0-1,0-1 1,0 1 0,0 0 0,-1 0 0,1 0 0,0 0 19,-14 2-1303,-15 9-1712,-7 6-2842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02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0 10626,'0'0'2785,"0"0"-1113,0 0 1025,0 0-785,0 0-784,-149 167-255,112-128-137,1-10-232,6 1-304,7-3-104,0-6-48,6-6-40,-3 3 40,7-7-48,0 4-360,0-15-1048,6 0-2617,0 0-3649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02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13171,'0'0'2664,"0"0"-1703,0 0 1015,0 0-776,0 0 337,188 113-249,-141-71-288,-11 2-272,-6-5-392,-4 0-152,-9-3-176,-1-10 24,-2-2-32,-1-3-416,-3-9-912,0-3-1609,-4-9-2728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0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15459,'0'0'3969,"0"0"-3225,0 0 128,0 0 265,0 0-473,10 175-224,-7-115-208,-3-4-160,3-14-72,7 12-776,-3-16-3121,-4-5-6433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03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81 10354,'0'0'2727,"0"0"-697,0 0-173,0 0-668,0 0-450,0 0-336,-2-8-100,-4-25 89,6 32-360,0 1 1,0-1-1,0 0 0,0 1 1,0-1-1,0 0 1,0 0-1,0 1 1,0-1-1,0 0 1,0 1-1,1-1 1,-1 1-1,0-1 1,0 0-1,1 1 1,-1-1-1,0 1 0,1-1 1,-1 0-1,1 1 1,-1-1-1,1 1 1,-1 0-1,1-1 1,-1 1-1,1-1 1,-1 1-1,1 0 1,-1-1-1,1 1 1,0 0-1,-1 0 0,1-1 1,0 1-1,-1 0 1,1 0-1,0 0 1,-1 0-1,1 0 1,0 0-1,-1 0 1,1 0-1,0 0 1,-1 0-1,1 0 0,0 0 1,-1 1-1,1-1 1,0 0-1,-1 0 1,1 1-1,-1-1 1,1 0-1,-1 1 1,1-1-1,0 1 1,-1-1-1,1 1 1,-1-1-1,1 1-32,-1 1-1,0-1 6,0 0 0,1 0 0,-1 0 0,0 0 0,0 1 0,0-1 0,0 0 0,0 0 0,0 0 0,0 0 1,0 0-1,0 0 0,-1 0 0,1 0 0,0 1 0,-1-1 0,1 0 0,-1 0 0,1 0 0,-1-1 0,1 1 0,-1 0 0,0 0 0,1 0 0,-1 0 0,0 0 0,0-1 0,0 1 1,0 0-1,0-1 0,1 1 0,-1-1 0,0 1 0,0-1 0,-1 1 0,1-1 0,0 0 0,0 1 0,0-1 0,0 0 0,0 0 0,0 0 0,0 0 0,-1 0-5,1-1 53,0-1-1,1 0 1,-1 1-1,1-1 1,-1 0-1,1 0 1,0 1-1,-1-1 1,1 0-1,0 0 0,0 1 1,0-1-1,1 0 1,-1 0-1,0 1 1,1-1-1,-1 0 1,1 0-1,-1 1 1,1-1-1,0 1 0,0-1 1,0 0-1,0 1-52,24-4 335,-25 5-312,0 0 0,0 1 1,0-1-1,0 1 0,0-1 0,-1 0 0,1 1 1,0-1-1,0 0 0,-1 1 0,1-1 0,0 0 1,0 1-1,-1-1 0,1 0 0,0 0 0,-1 1 1,1-1-1,0 0 0,-1 0 0,1 0 0,-1 1 1,1-1-1,0 0 0,-1 0 0,1 0 0,-1 0 1,1 0-1,-1 0 0,1 0 0,0 0 0,-1 0 1,1 0-1,-1 0 0,1 0 0,0 0 0,-1 0 1,1 0-1,-1-1 0,1 1 0,0 0 0,-1 0 1,1 0-24,-2 0-88,5-12-3033,11 3-2542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18.04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131 194 1240,'0'0'2685,"0"0"-774,0 0-387,0 0-578,0 0-607,0 0-429,0 1-99,0 1 142,0-2 110,0 0 127,0 0 200,17-11 433,58-46-2140,-13-5 1960,-61 61-696,-1-46 534,-2 45-458,-1 0 0,0 0 0,1 0 1,-1 0-1,0 1 0,0-1 0,0 1 0,0 0 0,0 0 0,0 0 0,-2 0-23,-4 1-6,3-1 31,0 1 0,0 0-1,0 1 1,0-1-1,0 1 1,0 1 0,0-1-1,0 1 1,-1 0-25,-6 4 522,9-5-309,-1 1 1,1 0-1,-1 0 1,1 0-1,0 1 1,0 0-1,0-1 0,0 2 1,1-1-1,-1 0 1,1 1-1,-2 1-213,-8 13 46,6-10 3,0 1 1,1 0-1,0 1 1,1 0-1,0 0 1,-2 6-50,-17 24 157,21-36-93,0 0-1,0 1 0,0-1 0,0 1 0,1-1 1,0 1-1,0 0 0,0-1 0,1 1 0,-1 5-63,0-1-33,1-5 95,0 1 0,0-1 0,0 0 0,0 0-1,1 1 1,0-1 0,0 1 0,0-1 0,0 0 0,1 1 0,0-1 0,0 0-1,0 1 1,0-1 0,1 0 0,-1 0 0,1 0 0,0 0 0,0 0-1,1-1 1,-1 1 0,1 0 0,1 1-62,6 5 9,-7-6 3,0-1 0,-1 1 0,1-1 1,0 0-1,1 0 0,-1-1 0,1 1 0,-1 0 0,1-1 0,0 0 1,-1 0-1,1 0 0,0-1 0,0 1 0,1-1 0,-1 0 0,0 0 1,0 0-1,1-1 0,-1 1 0,0-1 0,5-1-12,-8 1 3,8 1 10,1 0 0,0-1 0,0 0 1,0-1-1,0 0 0,0-1 0,-1 0 1,1 0-1,-1-1 0,1 0 0,-1-1 1,0 0-1,0-1 0,-1 0 0,2-1-13,-2 1 9,-1 0-1,1 0 1,-1-1 0,0 0-1,0 0 1,-1-1-1,0 0 1,0 0-1,-1-1 1,0 1-1,0-1 1,0 0-1,-1-1 1,-1 1-1,1-1 1,-1 1-1,-1-1 1,0 0-1,0 0 1,0 0-1,-1-1 1,-1 1-1,0-9-8,0-63 142,-2 76-139,-1 1 0,1 0-1,-1 0 1,0 1 0,0-1 0,0 1 0,-1-1 0,1 1 0,-2 0-3,-13-16 22,16 17-25,0 0 0,0 0 1,0 0-1,0 0 0,0 1 0,0-1 1,-1 1-1,1-1 0,0 1 0,-1 0 0,1 0 1,-1 0-1,1 0 0,-1 1 0,0-1 1,1 1-1,-1-1 0,0 1 0,1 0 1,-1 0-1,0 0 0,1 0 0,-1 1 1,-1-1 2,-10 1 9,10 3-2034,1 4-2528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20.59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0 104,'0'0'0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22.08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334 541 3385,'-99'74'3642,"98"-72"-3311,-1 0-1,0-1 1,0 1 0,0-1-1,0 0 1,0 0 0,-1 0-1,1 0 1,0 0 0,0 0-1,-1 0 1,1-1 0,-1 1 0,1-1-1,0 0 1,-1 0 0,1 0-1,-1 0 1,1 0 0,-2-1-331,2 1 140,1-1 0,-1 0 1,1 0-1,-1 0 1,1 0-1,0 0 0,0-1 1,0 1-1,-1 0 0,1 0 1,0-1-1,0 1 1,1-1-1,-1 1 0,0-1 1,0 1-1,1-1 0,-1 0 1,1 1-1,-1-1 0,1 0-140,-1-5 146,-1-1 0,2 1 0,-1-1 0,1 1 0,0-1 0,0 1 0,1-1 1,0 1-1,1-1-146,3-2 14,0-1 0,1 1 0,1 1 0,0-1 0,0 1 0,0 0 0,1 1 0,1 0 0,-1 0 0,4-2-14,3-4 1,-5 4-8,0 1 1,1 0 0,0 0-1,1 1 1,-1 0-1,1 1 1,1 1-1,-1 0 1,1 0 0,0 1-1,1 1 1,-1 0-1,1 1 1,-1 1-1,1 0 1,0 0-1,13 1 8,-22 2-9,0 0 0,0-1 0,0 2 0,0-1 0,0 0 0,0 1 0,0 0 0,-1 0 0,1 1 0,-1-1 0,1 1 1,-1 0-1,0 0 0,0 0 0,0 1 0,-1-1 0,1 1 0,-1 0 0,0 0 0,0 0 0,0 1 0,-1-1 0,1 1 1,-1-1-1,0 1 0,0 0 0,-1 0 0,1 4 8,3 8 7,-1 0 1,-1 1-1,-1 0 1,0 0-1,-1 0 1,-1-1-1,-2 16-7,0-21 13,0-1 0,-1-1 0,0 1 0,-1 0 0,0-1 0,-1 1 0,0-1 0,0 0 0,-1-1 0,-6 8-13,0-1 21,0-1 1,-2 0 0,0 0 0,-1-1 0,-11 8-22,19-18 9,0 0 0,0 0 1,0 0-1,-1-1 0,1 0 0,-1 0 1,0-1-1,1 0 0,-1-1 0,0 0 1,0 0-1,0 0 0,-1-1 0,1 0 1,0-1-1,0 0 0,0 0 0,0 0 1,0-1-1,1-1 0,-7-1-9,2-1 9,0 0 0,0 0 0,1-1 0,0-1-1,0 0 1,0 0 0,1-1 0,0 0 0,0-1 0,1 0 0,0-1-1,1 0 1,-2-3-9,6 6 3,0 0 1,1 0-1,-1-1 0,2 1 0,-1-1 0,1 0 1,0 0-1,1 0 0,0 0 0,0 0 0,1 0 1,0 0-1,0 0 0,1 0 0,0 0 0,1-5-3,1-1 1,0 1 0,1 0 0,1 0 0,0 0 0,0 0-1,2 1 1,-1 0 0,2 0 0,1-1-1,5-6 1,0 1-1,2 0 1,0 1-1,10-7 0,-20 19-2,0 0 0,0 1 0,1 0 0,-1 0 0,1 0 0,0 0 0,0 1 0,0 1 0,1-1 0,-1 1-1,1 0 1,-1 1 0,1-1 0,7 1 2,-13 1-7,-1 0 0,1 0 1,0 1-1,-1-1 0,1 0 0,-1 1 0,1-1 0,-1 1 0,1-1 0,-1 1 1,1 0-1,-1-1 0,0 1 0,1 0 0,-1 0 0,0 0 0,0 0 0,0 0 1,0 0-1,0 1 0,0-1 0,0 0 0,0 1 7,1 1-9,0 1-1,0 0 1,-1-1 0,0 1-1,1 0 1,-1 0 0,-1 0-1,1 0 1,0 3 9,-1 5-4,0 1 0,0-1 0,-1 0 1,-1 0-1,0 0 0,-2 6 4,-3 0 13,0-1-1,0 0 1,-2-1 0,0 0-1,-1-1 1,0 1 0,-1-2-1,-3 3-12,-17 18 12,-1-2-1,-25 20-11,44-42 6,0 0 0,-1-1 0,0-1 0,-1 0 0,-13 5-6,24-12 7,0 0 0,0-1-1,0 0 1,0 0-1,-1 0 1,1 0 0,0-1-1,-1 1 1,1-1 0,-1 0-1,-2-1-6,4 1 7,1-1-1,0 0 0,-1 1 0,1-1 1,0 0-1,0 0 0,0-1 0,0 1 1,0 0-1,0-1 0,0 1 0,0-1 1,0 0-1,1 1 0,-1-1 0,1 0 1,-1 0-1,1 0 0,0 0 0,0 0 1,-1-3-7,-3-6-6,1-1 0,0 0 0,1-1 0,1 1 0,0-1 0,0 1 0,1-1 0,1 1 0,0-1 0,1 0 0,0 1 0,3-12 6,0 6-5,0 0 0,1 0-1,1 1 1,0 0 0,2 0 0,0 0-1,1 1 1,6-9 5,2 1 0,1 1-1,0 0 0,2 2 0,0 0 1,5-2 0,-18 17-8,1 0 1,-1 0-1,1 1 1,0 0 0,1 0-1,-1 1 1,1 0-1,0 0 1,0 1 0,0 0-1,0 1 1,0 0-1,1 0 1,-1 1 0,1 0-1,-1 1 1,4 0 7,-8 1-9,-1 0 0,1 0 1,-1 0-1,1 0 0,-1 1 1,0-1-1,0 1 0,0 0 0,0 1 1,0-1-1,0 1 0,0-1 1,-1 1-1,1 0 0,-1 1 0,0-1 1,2 3 8,0 1-9,0 0-1,-1 1 1,0-1 0,0 1 0,0 0 0,-1 1 0,0-1 0,-1 0 0,1 5 9,0 2-1,-1-1-1,-1 1 1,0-1 0,-1 1-1,0 0 1,-1-1 0,-1 1 0,0-1-1,-1 1 1,-1-1 0,-3 9 1,-1-6 11,0 0 0,-2-1 0,0 0 0,0-1 0,-2 0 0,-1 1-11,8-9 3,-1-1 0,0 1 0,-1-1 0,1 0 1,-1-1-1,0 1 0,-1-2 0,1 1 0,-1-1 0,0 0 0,0 0 0,-1-1 1,-7 2-4,14-4 0,0-1 1,0 0-1,0 0 1,0 0-1,0 0 1,1 0 0,-1 0-1,0-1 1,0 1-1,0 0 1,0-1-1,1 0 1,-1 1 0,0-1-1,1 0 1,-1 0-1,0 0 1,1 0-1,-1 0 1,1 0 0,-1-1-1,1 1 1,0 0-1,0-1 1,-1 1-1,1-1 1,0 1-1,0-1 1,1 1 0,-1-1-1,0 0 1,0 0-1,1 1 1,-1-1-1,1-1 0,-3-7-63,1-1 0,0 0 0,1 0 0,0 0 0,1-6 63,-1 16-15,1-1 5,-1-9-61,0 0 0,1 0-1,0 0 1,0-1 0,2 1-1,-1 0 1,1 0 0,1 0-1,0 0 1,0 1 0,1-1-1,1 1 1,-1 0 0,2-1 71,5-5-7,1 0 1,1 1-1,0 1 0,1 0 1,0 1-1,1 0 1,0 1-1,1 1 1,1 0-1,14-6 7,-17 10 13,-1 1 0,1 1 0,1 0-1,-1 1 1,1 0 0,-1 2 0,1-1-1,0 2 1,0 0 0,0 1 0,0 0-1,0 1 1,0 1 0,5 1-13,-12-1 12,0 0 1,-1 0-1,1 1 1,-1 0-1,0 1 1,0-1-1,0 1 1,0 1-1,-1-1 1,0 1-1,0 0 0,0 0 1,0 1-1,-1 0 1,0 0-1,0 0 1,0 1-1,-1 0 1,0 0-1,-1 0 1,1 0-1,-1 0 0,-1 1 1,2 3-13,-1 0 28,-1 0 0,0 1 0,0-1 0,-1 0 0,-1 1-1,0-1 1,-1 1 0,0-1 0,0 0 0,-1 0 0,-1 0 0,0 0 0,0 0 0,-1 0 0,-1-1 0,1 1-1,-2-1-27,-7 13 26,-2-1 0,0-1 0,-1-1 0,-1 0 0,-1-1 0,-1-1 0,-1 0 0,-5 2-26,25-19 2,-1-1 0,1 1 0,-1-1 0,0 1 0,1 0 0,-1-1 0,0 1-1,1-1 1,-1 1 0,0-1 0,0 0 0,1 1 0,-1-1 0,0 0 0,0 1-1,0-1 1,0 0 0,1 0 0,-1 0 0,0 0 0,0 0 0,0 0 0,0 0-1,0 0 1,1 0 0,-1 0 0,0 0 0,0-1 0,0 1 0,0 0 0,1 0-1,-1-1 1,0 1 0,0-1 0,1 1 0,-1-1 0,0 1 0,0-1 0,1 1-1,-1-1 1,1 0 0,-1 1 0,1-1 0,-1 0 0,1 0 0,-1 1 0,1-1-1,0 0 1,-1 0 0,1 1 0,0-1 0,-1 0 0,1 0-2,-1-7-33,0 1 1,0-1-1,1 0 0,0 1 1,1-8 32,-1 4-101,1-7-2,2 0-1,-1 0 0,2 0 1,0 1-1,1 0 0,1 0 1,1 0-1,0 0 0,1 1 0,1 0 1,0 1-1,2 0 0,-1 0 1,2 1-1,0 1 0,0 0 1,1 0-1,1 2 0,2-2 104,2-1-20,0 0 0,1 1-1,0 1 1,1 1 0,0 1 0,1 1 0,0 1-1,0 0 1,1 2 0,0 0 0,0 2-1,1 0 1,-1 2 0,1 0 0,2 1 20,-18 1-1,-1 0 0,1 1 0,-1-1-1,0 1 1,1 0 0,-1 1 0,0-1 0,0 1 0,0 0 0,0 1 0,0 0 0,0 0 0,-1 0 0,1 0 0,-1 1 0,0 0 0,0 0 0,0 0 0,-1 1 0,1 0 0,-1 0 0,0 0 0,-1 0 0,1 0 0,-1 1 0,0 0 0,-1 0 0,1 0 0,-1 0 0,0 0 0,0 2 1,1 7 50,-1-1 1,-1 1 0,0-1 0,-1 1 0,0 0 0,-1 0 0,-1-1 0,0 1 0,-1-1-1,-1 0 1,0 0 0,-1 0 0,-1 0 0,0-1 0,0 1 0,-2-2 0,1 1 0,-2-1-1,0 0 1,0-1 0,-1 0 0,0 0 0,-1-1 0,0-1 0,-1 0 0,0 1-51,9-8 8,1-1 0,0 1 0,0-1 0,-1 1 0,1-1 0,-1 0 0,1 0 0,-1 0 0,0 0 0,1 0 0,-1 0 0,0-1 0,0 1 0,1-1 0,-1 0 0,0 0 0,0 0 0,-2-1-8,3 1 4,0-1 0,0 0 0,1 0 1,-1 0-1,1 0 0,-1 0 0,1-1 0,-1 1 0,1 0 0,0-1 0,-1 1 0,1-1 0,0 1 0,0-1 0,0 1 0,0-1 0,0 0 0,1 0 0,-1 1 0,0-2-4,-3-11-50,2 0 0,-1-1 0,2 1 0,0 0 0,0-1 0,2-3 50,-2-2-176,2 0 0,0 1 0,1-1 0,1 0 0,1 1 1,0 0-1,2 0 0,0 0 0,1 1 0,1 0 0,1 0 0,0 1 0,1 0 0,1 0 1,1 2-1,0-1 0,1 1 0,1 1 176,-3 2-11,1 1 1,1 1 0,-1 0-1,2 1 1,-1 0 0,1 1-1,0 0 1,1 1-1,0 1 1,0 1 0,1 0-1,-1 0 1,1 2-1,0 0 1,0 1 0,0 0-1,0 1 1,0 1-1,6 1 11,-16 0 17,0 0 0,0 0-1,-1 0 1,1 1-1,0-1 1,-1 2-1,1-1 1,-1 0-1,1 1 1,-1 0 0,0 0-1,0 1 1,-1-1-1,1 1 1,-1 0-1,0 0 1,0 1-1,0-1 1,0 1 0,-1 0-1,0 0 1,0 0-1,0 1 1,-1-1-1,1 0 1,-1 1-1,-1 0 1,2 3-17,-1 0 81,-1-1 1,0 1-1,0 0 0,-1-1 1,0 1-1,0 0 1,-1 0-1,0-1 0,-1 1 1,1-1-1,-2 1 1,1-1-1,-1 0 0,-1 0 1,1 0-1,-1 0 0,-1 0 1,0-1-1,-2 3-81,-6 6 183,-2 0 1,0-1-1,0-1 0,-1-1 0,-1 0 0,-6 2-183,14-8 29,0-2 0,-1 1-1,0-1 1,0-1 0,0 0-1,-1 0 1,1-1 0,-1 0-1,0-1 1,0 0 0,0-1-1,-8 0-28,18-1 2,-1 0 1,0-1-1,0 1 0,0-1 0,1 0 0,-1 1 0,0-1 0,1 0 1,-1 0-1,1 0 0,-1 0 0,1 0 0,-1-1 0,1 1 1,0 0-1,0-1 0,-1 1 0,1-1 0,0 1 0,0-1 0,0 1 1,1-1-1,-1 0 0,0 1 0,1-1 0,-1 0 0,1 0 1,-1 0-1,1 0 0,0 1 0,0-2-2,-2-11-11,1 0 0,0 0 0,1 0 0,1-2 11,0 2-25,0-5-72,1 1 1,1 0 0,1 0-1,0 0 1,1 0 0,1 1 0,1-1-1,0 1 1,1 1 0,1 0 0,1 0-1,0 1 1,1 0 0,1 0-1,0 1 1,1 1 0,12-11 96,-7 9-17,0 1 0,1 1 0,0 0-1,1 1 1,0 1 0,1 1 0,0 1 0,1 1 0,0 1 0,0 1 0,1 0-1,-1 2 1,1 1 0,5 0 17,-18 2 12,-1 1 0,1 0 1,0 1-1,-1 0 0,1 0 0,-1 1 0,0 0 0,0 1 1,7 2-13,-11-3 14,-1 0 0,0 1 0,0-1 0,0 1 1,0 0-1,-1 0 0,1 0 0,-1 1 0,0-1 1,0 1-1,0 0 0,0 0 0,-1 0 0,1 0 1,-1 0-1,0 0 0,-1 1 0,1-1 0,-1 1 1,1 1-15,1 5 81,-1 0 1,-1 1 0,0-1-1,0 1 1,-1-1 0,0 1 0,-1 0-1,-1-1 1,0 0 0,0 1-1,-1-1 1,0 0 0,-1 0 0,-1 0-1,1-1 1,-2 0 0,1 0 0,-1 0-1,-1 0 1,-2 2-82,-7 7 188,-1 0 0,0-2-1,-2 0 1,0-1 0,0 0 0,-2-2-1,1 0 1,-23 10-188,33-19 54,0 0 0,0-1 0,0 0-1,-1-1 1,0 0 0,0 0 0,0-1 0,0-1-1,-9 1-53,17-2 27,1 0 1,0 0-1,-1 0 0,1-1 0,-1 1 0,1 0 0,0-1 0,-1 0 0,1 1 0,0-1 0,0 0 1,0 0-1,0-1 0,0 1 0,0 0 0,0-1 0,0 1 0,0-1 0,0 1 0,-1-2-27,1-1 23,-1 0 1,1 0-1,0 0 0,0 0 0,0-1 0,0 1 0,1 0 0,-1-1 0,1 1 0,0-5-23,-1-13-4,0 0-1,2 0 1,1-1-1,2-11 5,-2 22-13,1-5-117,0 0 0,2 1 1,0 0-1,1 0 0,0 0 1,1 0-1,1 1 0,1 0 1,0 1-1,1-1 0,6-6 130,-10 14-50,0 0-1,0 1 1,1-1-1,-1 1 1,2 1-1,-1-1 1,1 1-1,0 0 1,0 0-1,0 1 1,0 0-1,1 0 1,0 1-1,0 0 1,0 1-1,0-1 0,0 1 1,0 1-1,1 0 1,-1 0-1,1 0 1,-1 1-1,6 1 51,-13-1-1,1 0 0,0 1 0,0-1 0,0 1 0,-1-1 0,1 1-1,0 0 1,-1 0 0,1 0 0,-1 0 0,1 0 0,-1 0 0,1 0 0,-1 0 0,1 1-1,-1-1 1,0 0 0,0 1 0,0-1 0,0 1 0,0 0 0,0-1 0,0 2 1,1 2 3,0 0 0,-1 0 1,0 0-1,0 0 1,-1 0-1,1 0 1,-1 0-1,0 0 1,0 3-4,-1 3 20,-1 0 0,1-1 0,-1 1 0,-1-1 0,0 1 1,-1-1-1,0 0 0,-3 6-20,-41 52-1620,30-49-4251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24.30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213 0 1584,'0'0'1461,"0"0"-333,0 0 383,0 0 65,0 0 154,-1 28-31,-1 8-925,-1 1 0,-2 4-774,4-37 55,-1-1-1,1 0 1,-1 1-1,1-1 1,-1 0-1,0 0 1,0 0-1,0 0 1,-1 0-1,1 0 1,-1-1-1,1 1 1,-1-1-1,0 1 1,0-1-1,0 0 1,0 0-1,-1-1 1,1 1-1,0-1 1,-1 1-1,1-1 1,-1 0-1,1 0 1,-1-1-1,0 1 1,1-1-1,-1 0 1,1 0-1,-2 0-54,-6 2 50,6-2-43,-4 2 20,0-1 0,0 0 0,0 0-1,0-1 1,-7-1-27,14 1 4,1 0-1,-1 0 1,0-1-1,1 1 1,-1 0-1,1-1 1,-1 1-1,0-1 1,1 0 0,0 0-1,-1 1 1,1-1-1,-1 0 1,1 0-1,0 0 1,0-1-1,0 1 1,-1 0 0,1 0-1,0-1 1,1 1-1,-1 0 1,0-1-1,0 1 1,0-1-1,1 1 1,-1-1 0,1 1-1,-1-1 1,1 0-1,0 1 1,0-1-1,0-1-3,-1-1 3,1 0 0,-1-1 0,2 1 0,-1 0 0,0 0 0,1-1 0,0 1 0,0 0 0,0 0 0,0 0 0,1 0 0,-1 0 0,1 0 0,0 0 0,0 0 0,1 1 0,0-2-3,3-1 1,-1 1-1,1 0 0,0 0 1,1 1-1,-1 0 1,1 0-1,-1 1 1,1-1-1,5 0 0,12-6 1,0 1 0,1 1 0,0 2 0,3 0-1,-15 3 22,-1 1 1,1 1-1,0 0 0,0 1 0,0 0 0,0 1 1,0 1-1,-1 0 0,5 1-22,-13-1 19,0 0-1,1 0 1,-1 1 0,0-1-1,0 1 1,-1 0 0,1 0-1,-1 0 1,1 1 0,-1-1-1,0 1 1,0 0 0,0-1-1,-1 2 1,1-1 0,-1 0-1,0 0 1,0 1 0,-1-1-1,1 1 1,-1-1 0,0 1-1,0 0-18,1 4 87,-1 0 0,0-1 0,0 1 0,0 0 0,-1-1 0,-1 1 0,1 0 0,-1 0 0,-1-1 0,0 1-1,0-1 1,-3 6-87,0-3 143,-1-1 0,-1 0 0,1 0 0,-2 0 0,1-1 0,-2 0 0,1-1-1,-1 0 1,-5 4-143,-2 1 158,-2-1-1,1 0 1,-1-2 0,-1 0-1,-2 1-157,12-8 13,-1 1 1,1-1-1,-1 0 0,0-1 0,0 0 1,0-1-1,0 0-13,7-1-8,0 0 1,0 1 0,0-1-1,0-1 1,0 1-1,0 0 1,0-1 0,0 0-1,0 1 1,0-1-1,0 0 1,0-1-1,1 1 1,-1 0 0,0-1-1,1 1 1,-1-1-1,1 0 1,-1 0-1,1 0 1,0 0 0,0-1-1,0 1 1,0-1 7,-3-5-22,1-1 0,1 0 0,-1 1-1,2-1 1,-1-1 0,1 1 0,0 0 0,1-1 0,0 1 0,1 0 0,0-3 22,-1 7-34,1 0 0,1 0 0,-1 1 0,1-1 0,0 0-1,0 0 1,0 0 0,0 1 0,1-1 0,0 1 0,0-1 0,0 1 0,1 0 0,-1 0 0,1 0 0,0 0 0,0 0 0,1 0 0,-1 1 0,1 0 0,0 0 0,1-2 34,5 0-120,0 0 0,0 0 0,1 1 0,0 1 1,-1 0-1,1 0 0,0 1 0,0 0 0,1 1 0,-1 0 1,0 1-1,0 0 0,11 2 120,-19-1 5,1 1 0,-1-1 0,0 1 0,0-1 0,-1 1 0,1 0 0,0 0 0,-1 0 0,1 0 0,-1 1 0,1-1 0,-1 1 0,0 0-1,0-1 1,0 1 0,-1 0 0,1 0 0,-1 0 0,1 0 0,-1 0 0,0 1 0,0-1 0,-1 0 0,1 0 0,-1 1 0,1 1-5,1 7 74,-1 0 1,0-1-1,-1 1 0,0-1 1,-1 1-1,0 0 0,-2 3-74,1-9 80,-1 0 1,1 0-1,-1-1 0,-1 1 0,1 0 0,-1-1 0,0 0 0,0 0 0,-1 0 0,1-1 0,-1 1 0,0-1 0,0 0 0,-1-1 0,1 1 0,-1-1 0,0 0 0,0 0 1,0-1-1,0 0 0,0 0 0,0 0 0,-1-1 0,1 1 0,0-2 0,-1 1 0,1-1 0,-1 0 0,1 0 0,-1-1 0,1 0 0,-1 0-80,5 0 8,0 0-1,1 0 1,-1 0 0,1 0-1,0-1 1,-1 1-1,1 0 1,0-1-1,0 1 1,0-1 0,0 1-1,0-1 1,0 0-1,0 1 1,0-1-1,1 0 1,-1 0 0,1 1-1,-1-1 1,1 0-1,0 0 1,-1 0-1,1 0 1,0 0 0,0 0-1,1-1-7,4-48-467,-4 46 178,1-1 0,0 1 0,0 0 0,1 0 0,-1 0-1,1 0 1,3-3 289,25-30-4208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40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0 9298,'0'0'3794,"0"0"-1284,0 0-93,0 0-450,0 0-744,0 0-402,-6 0-145,-27 3-273,0 1 0,0 1 0,0 2 0,-31 10-403,2 0 95,45-13-865,39-10-1455,18-11-1939,0-2-703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41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7682,'0'0'3039,"0"0"-641,0 0-455,0 0-856,0 0-396,0 0 255,24-15 135,76-48-150,-95 59-849,1 1 0,-1 0 0,1 0 0,0 1 0,0 0 0,0 0 0,0 0 0,0 1 0,0-1 0,0 2 0,1-1 0,-1 1 0,0 0 0,1 0 0,-1 0 0,3 1-82,-4 1 28,0-1 1,-1 1-1,1 0 1,0 1-1,-1-1 1,1 1 0,-1 0-1,0 0 1,0 0-1,0 0 1,0 1-1,-1 0 1,1 0-1,-1 0 1,2 4-29,6 11 55,0 1-1,-2 0 1,-1 1 0,0 0-1,-2 1 1,0-1 0,0 7-55,-5-21 53,24 149 847,-22-146-707,1-12 151,1-15 107,-3-22-193,-1 0 1,-4-38-259,2 76 1,1 0 1,-1 0 0,1 0 0,-1 0 0,1 0 0,-1 0 0,1 0-1,-1 0 1,0 1 0,0-1 0,1 0 0,-1 0 0,0 1-1,0-1 1,0 0 0,0 1 0,0-1 0,0 1 0,0 0 0,0-1-1,0 1 1,0 0 0,0-1 0,0 1 0,0 0 0,0 0 0,0 0-1,0 0 1,0 0 0,0 0 0,-1 0-2,-38 5 33,16 7-6,0 1 0,1 1 0,1 1 0,0 1 0,0 1 0,2 1-1,0 1-26,2-4 14,4-3-15,7-7-8,1 0 1,-1 1 0,1 0 0,0 0-1,0 0 1,0 1 0,1 0-1,0 0 1,1 0 0,-1 1 0,0 3 8,5-10-34,0 0 1,0-1 0,0 1 0,0 0-1,0-1 1,0 1 0,0-1 0,0 1-1,1 0 1,-1-1 0,0 1 0,0-1 0,1 1-1,-1-1 1,1 1 0,-1-1 0,0 1-1,1-1 1,-1 1 0,1-1 0,-1 0-1,1 1 1,-1-1 0,1 0 0,-1 1 0,1-1-1,-1 0 1,1 0 0,0 1 0,-1-1-1,1 0 1,-1 0 0,1 0 0,0 0-1,-1 0 1,1 0 0,-1 0 0,1 0-1,0 0 1,-1 0 0,1 0 33,37 0-2022,-28-1 875,39 1-5161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4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167 279 8858,'0'0'4343,"0"0"-1533,0 0-329,0 0-466,0 0-656,0 0-451,5 4-157,9 8-516,0-1 0,1-1 0,0 0 1,1-1-1,0-1 0,0 0 0,1-1 0,-1-1 0,2-1 0,-1 0 0,0-1 1,1-1-1,10 1-235,-1-3 55,0-1 1,0-2-1,0 0 1,-1-2-1,1 0 1,10-5-56,-26 6 5,0 0-1,0-1 1,-1 0 0,1-1-1,-1 0 1,0 0 0,-1-1-1,1 0 1,-1-1 0,0 0-1,-1-1 1,0 0 0,0 0-1,0-1 1,-1 0 0,3-5-5,-7 9 5,-1 0-1,1-1 1,-1 0 0,0 1 0,-1-1 0,1 0 0,-1 0 0,0 0 0,0 0-1,-1 0 1,0 0 0,0 0 0,0 0 0,-1-1 0,0 1 0,0 1-1,-1-1 1,1 0 0,-1 0 0,0 0 0,-1 1 0,0-1 0,1 1-1,-2 0 1,1 0 0,-1 0 0,1 0 0,-1 1 0,-1-1 0,1 1-1,-5-4-4,-6-1 1,-1 0 0,0 0-1,0 2 1,-1 0-1,1 1 1,-2 1-1,1 0 1,0 1 0,-2 1-1,-13-2 3,1 2 0,-1 2 0,0 0 0,-23 4-3,40 0-2,0 0 0,1 1 0,-1 0 0,1 1 0,0 0 0,0 2 1,1-1-1,0 2 0,0 0 0,1 0 0,-9 8 2,2 0-12,0 0 0,0 2 0,2 0 0,0 1 0,1 1-1,-7 13 13,11-13-1,2 0 0,0 0 0,2 1 0,0 0 0,1 1 0,1 0 0,2 0 0,0 0 0,0 3 1,1 16 12,1 0 0,1 0 0,3 0 0,4 24-12,-5-52 16,2 0 0,-1 0-1,1 0 1,1-1 0,0 0 0,1 0-1,0 0 1,1 0 0,0-1 0,1 0-1,1 0 1,-1-1 0,2 0 0,-1 0-1,1 0 1,1-2 0,-1 1 0,2-1-1,-1 0 1,1-1 0,0-1 0,1 1-1,-1-2 1,1 0 0,0 0 0,1-1-1,-1 0 1,1-1 0,0-1 0,-1 0-1,1-1 1,1 0-16,38 2 101,0-2 0,0-2-1,0-3 1,0-2 0,-1-2-1,0-2 1,0-3 0,12-6-101,-47 14-60,55-22 664,-33 0-5729,-29 17-1495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55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9722,'0'0'2483,"0"0"-1058,0 0-408,0 0-435,35-10-328,112-29-91,-139 37-136,0 0-1,-1 0 0,1 1 1,0 1-1,0-1 1,-1 1-1,1 0 1,0 1-1,0 0 1,-1 0-1,1 1 1,0 0-1,-1 0 1,0 1-1,6 2-26,-7-1 113,-1-1-1,1 1 1,-1 0-1,0 1 0,-1-1 1,1 1-1,-1 0 0,0 0 1,0 1-1,0-1 1,-1 1-1,0 0 0,0-1 1,2 7-113,2 13 427,0 1 1,-2 0 0,-1-1-1,-1 1 1,-1 1-1,-2-1 1,0 9-428,0-32 18,0 120 833,0-123-729,0-29 511,0-196-333,-1 225-298,1-1-1,0 1 1,0-1-1,0 1 1,0 0-1,0-1 1,-1 1 0,1-1-1,0 1 1,0-1-1,-1 1 1,1 0-1,0-1 1,-1 1-1,1 0 1,0-1-1,-1 1 1,1 0 0,-1 0-1,1-1 1,0 1-1,-1 0 1,1 0-1,-1 0 1,1-1-1,-1 1 1,1 0-1,0 0 1,-1 0-1,1 0 1,-1 0 0,1 0-1,-1 0 1,1 0-1,-1 0 1,1 0-1,-1 0 1,1 0-2,-21 4-6,11-1 5,1 1-1,0 0 0,0 0 0,1 1 0,-1 0 0,1 1 0,-7 5 2,-56 52 8,42-36 12,-151 144 70,170-158 299,7-5-1941,6-4-6105,8-4 1107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56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63 206 11626,'0'0'2448,"0"0"-780,0 0-525,0 0-378,0 0-183,32 2 3,106 5 240,-115-7-656,0-1 0,-1-1 0,1-1 0,-1-1 0,1-1 0,-1-1 0,-1 0 0,1-2 0,-1-1 0,6-3-169,1 0 98,-26 11-79,0 0-1,-1 0 1,1 0-1,0 0 1,-1 0 0,1 0-1,-1 0 1,1 0 0,-1-1-1,1 1 1,-1 0 0,0-1-1,0 1 1,0-1-1,0 0 1,0 1 0,0-1-1,0 0 1,0 0 0,-1 1-1,1-1 1,-1 0 0,1 0-1,-1 0 1,0 0 0,1 0-1,-1 0 1,0 0-1,0 0 1,-1 1 0,1-1-1,0 0 1,-1 0 0,1 0-1,-1 0-18,0-3 17,-1 1-1,0 0 0,1 0 0,-2 0 1,1 0-1,0 0 0,-1 0 0,0 0 1,1 1-1,-1-1 0,-1 1 1,1 0-1,0 0 0,-2 0-16,-2-2 2,-1 1-1,0 0 1,0 1-1,0-1 1,-1 2-1,1-1 1,-1 1-1,0 0 1,-6 0-2,-81-1 4,68 3-1,19 1-5,0 0 0,0 0 0,0 1 0,1 1 0,-1-1 0,1 1 0,-1 1 0,1-1 0,0 1 0,0 1 0,0 0 0,1 0 0,0 0 0,0 1 0,0 0 0,1 0 0,0 1 0,0-1 0,0 2 0,1-1 0,-1 2 2,-13 21 21,2 0 0,0 1 0,3 0 0,-11 31-21,19-45 64,1-1 1,0 1 0,1 1-1,1-1 1,1 1-1,0-1 1,1 7-65,1-21 17,1 1 0,-1-1-1,1 0 1,-1 0 0,1 0 0,0 0 0,1 0 0,-1 0 0,0-1 0,1 1-1,-1 0 1,1-1 0,0 1 0,0-1 0,0 1 0,0-1 0,0 0 0,1 0-1,-1 0 1,1 0 0,-1 0 0,1-1 0,0 1 0,0-1 0,0 1-1,0-1 1,0 0 0,0 0 0,0-1 0,0 1 0,0-1 0,1 1-17,16 2 72,1 0 0,0-2 1,0 0-1,13-2-72,-13 1 38,29 1-289,-10 0 470,-1-2 0,1-1 0,32-7-219,-60 7-323,0-1 1,-1 0-1,1-1 0,-1 0 0,0-1 0,0 0 0,0-1 1,-1 0-1,0-1 0,0 0 0,-1-1 0,1 0 1,-2 0-1,6-6 323,6-11-4213,-3 1-2815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5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10698,'0'0'3716,"0"0"-2007,0 0-616,0 0-360,0 0 335,-1 32 158,-2 191 360,3-212-1513,1 0 0,0 0 1,0 0-1,1 0 0,0 0 1,1-1-1,0 1 0,1-1 1,0 1-1,1-1 0,0 0 1,0-1-1,1 1 0,0-1 0,1 0-73,0-2 19,-1 0-1,1-1 1,0 0-1,0 0 0,1-1 1,0 0-1,0 0 1,0-1-1,0 0 0,1 0 1,-1-1-1,1 0 1,0-1-1,0 0 0,0 0 1,0-1-1,1 0 1,1 0-19,61-1-2090,-71 0 2000,-1 0 1,1 0-1,0 0 1,0-1-1,-1 1 1,1 0-1,0 0 1,0-1-1,-1 1 0,1 0 1,0-1-1,-1 1 1,1-1-1,-1 1 1,1-1-1,0 1 1,-1-1-1,1 1 1,-1-1-1,0 1 0,1-1 1,-1 0-1,1 1 1,-1-1-1,0 0 1,1 1-1,-1-1 1,0 0-1,0 0 1,0 1-1,1-1 0,-1 0 1,0 0 89,1-31-2192,-1 22 1048,0-20-3245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57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11026,'0'0'3225,"0"0"-960,0 0-345,0 0-872,0 0-560,0 0-280,185-12-136,-109 0-72,27-6-880,-20 4-3385,-17-1-9770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9:35.91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61 815 11018,'0'0'1603,"0"0"-969,0 0-473,0 0-187,22 29 104,67 92 578,-87-118-589,0 0-1,0 0 0,0 0 1,-1 0-1,1 0 1,-1 0-1,1 1 0,-1-1 1,0 0-1,0 1 0,-1-1 1,1 1-1,-1-1 0,1 1 1,-1 0-1,0-1 0,-1 1 1,1-1-1,-1 1 1,1-1-1,-1 1 0,0-1 1,0 1-67,-2 0 95,0 1 1,0-1-1,0 0 1,0-1-1,-1 1 1,1 0-1,-1-1 1,0 0-1,0 0 1,-4 2-96,1 1 104,-2 0-19,1 0 1,-1-1-1,0 1 0,-1-2 0,-7 4-85,15-7-4,0 0 0,1-1 0,-1 1 0,0 0-1,1-1 1,-1 0 0,0 1 0,0-1 0,1 0 0,-1 0-1,0 0 1,0 0 0,0 0 0,1 0 0,-1-1 0,0 1-1,0-1 1,1 1 0,-1-1 0,0 1 0,1-1 0,-1 0 0,1 0-1,-1 0 1,1 0 0,-1 0 0,1 0 0,-1 0 0,1-1-1,0 1 1,0 0 0,0-1 0,0 1 0,0-1 0,0 1-1,0-1 1,0-1 4,-3-11-46,0 1 0,1-1-1,1 0 1,0 0 0,1 0-1,1-1 1,0 1 0,1 0-1,0 0 1,1 0 0,1 0-1,0 0 1,1 1 0,1-1-1,0 1 1,0 0-1,1 0 1,1 1 0,0 0-1,6-7 47,-5 10 117,0 0-1,1 1 1,0 0 0,0 1-1,1-1 1,-1 2-1,2-1 1,-1 1-1,7-2-116,-12 6 62,1-1 0,0 1 0,1 0 0,-1 0 0,0 0 0,1 1 1,-1 0-1,1 0 0,-1 1 0,1 0 0,-1 0 0,1 0 0,-1 1 0,1 0 0,-1 0 0,0 1 0,1 0 0,0 0-62,-4 0 16,0 0 0,0 0 0,-1 0 0,1 0 0,-1 0 0,1 0 0,-1 1 0,0-1 0,0 1 0,0 0 0,0 0 0,0-1 0,-1 1-1,1 0 1,-1 1 0,0-1 0,0 0 0,0 0 0,0 0 0,0 4-16,1 9 100,0-1 0,-1 1-1,-1 15-99,0-21 77,0 3-6,-1 0 0,-1 0 0,0-1 0,0 1 0,-1-1 0,-1 0 1,0 0-1,-1 0 0,0 0 0,-1-1 0,0 1 0,-1-1 0,0-1 0,-1 0 0,0 0 0,-1 0 0,-3 3-71,11-12 9,-1 0-1,1 1 1,0-1-1,-1 0 1,1 1 0,-1-1-1,1 0 1,-1 0-1,0 0 1,1 0-1,-1-1 1,0 1-1,0 0 1,1-1-1,-1 1 1,0-1-1,0 0 1,-1 1-9,2-2 6,0 1 0,1 0 0,-1-1 0,0 1 0,0-1 0,0 1 1,1-1-1,-1 1 0,0-1 0,1 0 0,-1 1 0,0-1 0,1 0 0,-1 1 0,1-1 0,-1 0 0,1 0 0,0 0 0,-1 1 0,1-1 0,0 0 1,-1 0-1,1 0 0,0 0 0,0 0 0,0 0-6,-2-10 35,1-1 0,1 0 1,0 0-1,0 0 0,2-2-35,-2 2-9,2-3 5,1-1 0,0 1-1,1 0 1,1 1 0,0-1 0,1 1 0,1 0-1,0 0 1,0 1 0,2 0 0,-1 0 0,2 1 0,0 0-1,0 1 1,1 0 0,0 1 0,3-2 4,-3 2-9,0 1 1,1 1-1,0 0 1,0 1-1,1 0 0,0 0 1,0 1-1,0 1 1,1 1-1,0 0 1,0 0-1,0 1 0,0 1 1,1 1-1,-1 0 1,0 0-1,1 2 1,7 0 8,-16 1-8,0-1 0,-1 1 1,1 0-1,0 0 1,-1 0-1,1 1 1,-1 0-1,0 0 0,0 0 1,0 1-1,0 0 1,-1-1-1,1 2 0,-1-1 1,0 1-1,0-1 1,-1 1-1,1 0 0,-1 0 1,0 1-1,0-1 1,-1 0-1,0 1 0,0 0 1,0 0-1,-1-1 1,1 1-1,-1 0 0,-1 0 1,1 3 7,0 1 1,-1 0 0,0 1 0,0-1 0,-1 0 0,0 0 0,-1 0 0,0 0 0,-1 0 0,0 0 0,-1-1 0,1 1 0,-2-1 0,1 0 0,-1 0 0,-1 0 0,0-1 0,-5 6-1,7-9 6,0 0 0,0-1 1,0 0-1,0 0 0,-1 0 0,0 0 1,0-1-1,0 0 0,0 0 0,0 0 0,-1 0 1,1-1-1,-1 0 0,0 0 0,1-1 1,-1 1-1,0-1 0,-2-1-6,7 0 9,0 0 1,-1 0-1,1-1 1,0 1-1,0 0 0,0-1 1,-1 1-1,1-1 1,0 0-1,0 1 0,0-1 1,0 0-1,0 0 1,0 0-1,0 0 0,0 1 1,0-1-1,0-1 1,1 1-1,-1 0 0,0 0 1,1 0-1,-1 0 1,1 0-1,-1-1 0,1 1 1,0 0-1,-1 0 1,1-1-1,0 1 0,0 0 1,0 0-1,0-1-9,-1-54 253,1 42-204,1 1-55,1-1 0,0 0 1,0 1-1,1-1 0,1 1 0,0 0 0,1 0 0,1 1 0,0-1 0,0 1 1,1 0-1,1 1 0,0 0 0,1 0 0,0 1 0,0 0 0,10-8 6,-7 8-47,1 0 0,0 1 0,0 0 0,1 1 0,0 1 0,0 0 0,1 1 0,0 0 0,0 1 0,0 1 0,1 0 0,0 1 0,-1 1 0,1 1 0,8 0 47,-17 1-36,0 1 1,0-1 0,0 2 0,0-1 0,0 1 0,0 0 0,0 0-1,0 1 1,-1 0 0,1 0 0,-1 0 0,0 1 0,0 0-1,0 0 1,-1 1 0,1 0 0,-1 0 0,0 0 0,-1 0-1,1 1 1,-1 0 0,0 0 0,0 0 0,-1 0 0,0 0-1,0 1 1,0 0 0,-1-1 0,0 1 0,0 0 0,-1 0 0,0 0-1,0 6 36,1-2 28,-1 1 0,-1 0 0,0 0 0,-1-1 0,0 1-1,0 0 1,-1-1 0,-1 1 0,0-1 0,0 0 0,-1 0 0,-1 0-1,-2 3-27,4-8 51,0-1-1,-1 1 1,0-1 0,0 0-1,0 0 1,-1 0-1,0-1 1,0 0-1,0 0 1,0 0-1,-1 0 1,1-1-1,-1 0 1,0 0-1,0 0 1,0-1 0,0 0-1,0 0 1,-1-1-1,1 1 1,-1-1-1,1-1 1,-1 1-1,-3-1-50,7 0 12,1 0-1,0-1 0,-1 1 1,1 0-1,0-1 1,-1 0-1,1 1 0,0-1 1,0 0-1,0 0 0,-1 0 1,1 0-1,0-1 1,0 1-1,1 0 0,-1-1 1,0 1-1,0-1 0,0-1-11,-1-1 34,0 0 0,0-1-1,1 1 1,-1-1 0,1 1-1,0-1 1,1 0 0,-1 0-1,1-2-33,-3-14 185,1 0 0,1-1 0,1 1 0,1-7-185,0 23 44,1-15-71,1-1 0,1 1 0,1 0 0,1 0-1,0 0 1,1 1 0,2-1 0,0 1-1,1 1 1,0 0 0,2 0 0,0 1 0,1 0-1,0 1 1,2 1 0,0 0 0,3-3 27,-3 5-225,0 1 1,0 0-1,2 1 1,-1 0-1,1 1 1,1 1-1,-1 1 1,2 0-1,-1 1 1,1 1-1,0 1 1,0 0-1,1 1 1,-1 1-1,1 1 1,0 1-1,0 0 1,16 2 224,-29 0-192,-1 0 0,1 0 1,-1 1-1,0-1 1,1 1-1,-1 0 0,0 1 1,0-1-1,0 1 0,0 0 1,-1 0-1,1 1 1,-1-1-1,0 1 0,0 0 1,0 0-1,0 0 0,-1 1 1,0-1-1,0 1 0,0 0 1,0 0-1,-1 0 1,0 0-1,0 0 0,1 4 192,-1-1-3,0 0 0,0 0 0,-1 0 0,0 0 0,-1 0 0,0 1 0,0-1 0,-1 0 0,0 0 0,0 0 0,-1 0 0,0 0 0,0-1 0,-1 1 0,0 0 0,0-1 0,-1 0 0,-3 5 3,-2 0 395,1-2 0,-2 1 1,0-1-1,0 0 0,-1-1 1,0-1-1,0 1 0,-1-2 1,0 0-1,0 0 0,-1-1 0,0 0 1,0-1-1,0-1 0,-1 0 1,1-1-1,-1 0 0,0-1 1,0-1-1,0 0 0,-6-1-395,17-1 54,-1 0 0,1 1-1,0-1 1,-1 0 0,1-1-1,0 1 1,0-1 0,0 1-1,0-1 1,0 0-1,0 0 1,1 0 0,-1-1-1,1 1 1,-1-1 0,1 1-1,0-1 1,0 0 0,0 0-1,0 0 1,1 0-1,-1 0 1,1 0 0,-1 0-1,1-1 1,0 1 0,1 0-1,-1-1 1,0 1 0,1-2-54,-3-17 34,0-1 0,2 1 0,0 0 0,2-11-34,0 17 8,1-5-216,0 0 0,2 1-1,0-1 1,2 1 0,0 0 0,1 1 0,1-1-1,1 2 1,0-1 0,2 1 0,0 0 0,1 1-1,1 1 1,0-1 0,1 2 0,15-12 208,-17 14-126,2 2 0,-1-1 1,1 2-1,1 0 0,0 1 0,1 0 0,-1 1 1,1 1-1,1 1 0,0 0 0,-1 1 1,2 0-1,-1 2 0,0 0 0,1 1 1,0 1-1,-1 0 0,1 2 0,-1 0 1,6 1 125,-19-1-19,1 0 1,0 0 0,-1 1 0,1-1-1,-1 1 1,0 0 0,0 0 0,1 1-1,-1-1 1,-1 1 0,1 0 0,0 0-1,-1 0 1,1 1 0,-1-1 0,0 1-1,2 2 19,-2 0-17,1 1-1,-1-1 1,0 1-1,-1-1 0,1 1 1,-1 0-1,-1 0 1,1 0-1,-1 0 1,0 0-1,-1 3 18,1 2 77,-2 1 0,1-1-1,-2 1 1,1-1 0,-2 0 0,0 1 0,0-1-1,-1 0 1,0-1 0,-1 1 0,-1-1 0,0 0-1,-3 4-76,-4 2 337,-1-1-1,0 0 1,-1-2-1,0 1 0,-2-2 1,0 0-1,0-1 1,-3 1-337,11-7 74,-1-1 0,0 0 0,0 0 0,-1-1 0,1 0 1,-1-1-1,0 0 0,0-1 0,0 0 0,0-1 1,0 0-1,0 0 0,-1-1 0,1-1 0,0 0 0,-1-1-74,6 1 30,1-1-1,0 0 1,0-1-1,0 1 0,0-1 1,0 0-1,0 0 0,1 0 1,-1-1-1,1 1 0,0-1 1,0 0-1,1-1 1,-1 1-1,1-1 0,0 1 1,0-1-1,0 0 0,1 0 1,-1 0-1,1-1 1,1 1-1,-1-2-29,-4-12 62,2 0 1,0-1 0,1 1-1,1-1 1,1-18-63,0 23-131,2 0 1,-1 1 0,2-1 0,0 1-1,1-1 1,0 1 0,1 0 0,1 0 0,0 0-1,0 1 1,2 0 0,0 0 0,0 0-1,1 1 1,1 0 0,0 0 0,0 1-1,1 1 1,1-1 0,0 2 0,0-1 0,1 2-1,0-1 1,0 2 0,1-1 0,0 2-1,1 0 1,-1 0 0,1 1 130,-3 2-40,1 0-1,-1 1 1,0 0 0,0 1-1,1 0 1,-1 0 0,1 1-1,-1 1 1,1 0 0,-1 1 0,0 0-1,1 0 1,-1 2 0,0-1-1,2 2 41,-6-1-42,0 0 1,-1 0-1,1 0 0,-1 1 0,0 0 0,0 0 0,0 1 0,-1-1 0,0 1 1,0 0-1,-1 1 0,1-1 0,-1 1 0,-1 0 0,1 0 0,-1 0 1,-1 1-1,1-1 0,-1 1 0,0-1 0,-1 1 0,1 4 42,0 2 46,-1-1 0,0 1 0,-1 0 0,-1-1 0,0 1 0,-1 0 0,0-1 0,-1 1 0,-1-1 0,0 0 0,0 0 1,-1-1-1,-1 1 0,0-1 0,-1 0 0,-4 5-46,-6 5 313,0-1 0,-2-1 0,0-1 0,-1 0 0,-1-1 0,0-2-1,-20 12-312,23-16 185,-1-1-1,0 0 0,0-2 0,-12 4-184,22-10 33,0 0 0,0 0 0,-1-1 0,1 0 0,-1-1 0,1 0-1,-1-1 1,1 0 0,-1 0 0,-9-2-33,16 1 11,0 1-1,0-1 1,0 0-1,0 0 1,0-1-1,1 1 1,-1 0-1,0-1 1,1 0-1,-1 0 1,1 0-1,-1 0 1,1 0-1,0 0 0,0 0 1,0-1-1,-2-1-10,1-2 11,0 0-1,0 0 0,0 0 0,1 0 0,0 0 1,0-1-1,0 1 0,0-5-10,0-9-94,0 0 1,2 0-1,0 0 1,1 0-1,2-5 94,-3 17-71,1 1 0,1 0 0,-1 0 0,1 0 0,1 0 0,-1 0 0,1 1 0,0-1 0,0 1 0,1 0 0,0-1 0,0 2 0,1-1 0,-1 0 0,1 1 0,1 0 0,-1 0 0,1 0 0,-1 1 0,1 0 0,0 0 0,1 1 0,-1-1 0,1 1 0,-1 1 0,1-1 0,0 1 0,0 0 0,0 1 0,1 0 0,-1 0 0,0 0-1,0 1 1,0 0 0,1 0 0,-1 1 0,0 0 0,0 0 0,0 1 0,0 0 0,0 0 0,0 1 0,0-1 0,-1 2 0,1-1 0,-1 1 0,0 0 0,2 1 71,0 2-20,0 1 0,-1-1-1,1 1 1,-1 1 0,-1-1 0,0 1-1,0 1 1,-1-1 0,0 1 0,0 0-1,-1 0 1,-1 0 0,1 0 0,-2 1-1,0-1 1,0 1 0,0 0-1,-2 0 1,1 4 20,-1-3 57,0 0 0,-1 0 0,-1-1 1,0 1-1,0 0 0,-1-1 0,-1 1 0,0-1 0,0 0 0,-1 0 0,-1-1 0,1 1 0,-2-1 0,1 0 1,-2-1-1,1 0 0,-5 4-57,-1 0 197,0-1 1,0-1-1,-2 0 1,1-1-1,-1-1 1,0 0-1,-1-1 1,0-1-1,-1 0 1,1-1-1,-1-1 1,0 0-1,-1-1 1,1-1-1,-1-1 1,1-1-1,-1 0 1,0-1 0,0-1-198,14 1 23,0 0 1,0-1 0,0 0 0,0 1 0,0-1 0,0-1 0,0 1 0,0 0-1,0-1 1,1 0 0,-1 0 0,0 0 0,1 0 0,0-1 0,-1 0 0,1 1 0,0-1-1,0 0 1,1 0 0,-1-1 0,1 1 0,-1 0 0,1-1 0,0 0 0,0 1 0,1-1-1,-1 0 1,1 0 0,0 0 0,0 0 0,0 0 0,0 0 0,1-3-24,0 6-9,0-1 1,0 1-1,0-1 0,0 1 1,1-1-1,-1 1 1,1 0-1,-1-1 1,1 1-1,-1 0 0,1-1 1,0 1-1,0 0 1,0 0-1,0 0 0,0 0 1,0-1-1,0 1 1,0 0-1,0 1 1,0-1-1,0 0 0,1 0 9,2-1-6,0 0 0,1 0 0,-1 1 0,0-1 0,0 1 0,0 0 0,1 0 0,3 1 6,0-1 0,1 0 1,-1 1 0,0 1-1,0-1 1,0 2 0,1-1-1,-1 1 1,0 0 0,3 1-1,-7 0-22,0-1 1,0 1-1,-1 0 0,1 0 1,0 1-1,-1-1 1,0 1-1,0-1 1,0 1-1,0 0 1,-1 0-1,1 0 1,-1 1-1,0-1 1,0 0-1,-1 1 0,0 0 1,1-1-1,-1 1 1,-1 0-1,1-1 1,-1 1-1,1 1 22,-1 0-5,0 0-1,0 1 0,0-1 0,-1 0 1,0 1-1,0-1 0,0 0 1,-1 0-1,0 0 0,0 0 1,0 0-1,-1-1 0,0 1 1,0-1-1,-1 1 0,1-1 1,-4 4 5,-3-1 29,0 1-1,-1-2 1,0 1 0,0-2 0,0 1 0,-1-2 0,0 1 0,0-2 0,-1 1 0,1-2 0,-1 0 0,0 0 0,0-1 0,-8 0-29,13-1 50,1 0 0,-1-1 0,0 0 1,1-1-1,-1 1 0,0-1 0,1-1 0,-1 1 0,1-2 0,-1 1 0,1-1 0,0 0 0,0 0 0,0 0 0,1-1 0,-1 0 1,1-1-1,0 0 0,0 0 0,0 0 0,1 0 0,0-1 0,0 0 0,0 0 0,0-2-50,-1-3 0,1 0-1,0 0 0,1-1 1,0 0-1,1 0 0,0 0 1,1 0-1,1 0 0,-1-1 1,2 1-1,0 0 1,0-1-1,1 1 0,1 0 1,0-1-1,1 1 0,0 0 1,1 1-1,0-1 0,1 0 1,0 1-1,2-2 1,-1 2-45,0-1 0,1 1 1,1 1-1,0 0 0,1 0 0,-1 0 0,2 1 0,-1 0 1,1 1-1,1 0 0,0 1 0,0 0 0,0 0 0,1 2 1,-1-1-1,2 1 0,-1 1 0,0 0 0,1 1 0,10-2 45,-9 3-1,1 1 0,-1 0-1,0 1 1,1 0 0,1 2 1,-13-2-5,1 1 0,-1-1 0,0 1 0,0 0 0,1 0 0,-1 0 0,0 0 0,0 0 0,0 1 0,0 0 0,0 0 0,-1-1 0,1 1 0,0 1 0,-1-1 0,0 0 0,1 1 0,-1-1 0,0 1 0,0 0 0,0-1 0,-1 1 0,1 1 5,1 2-9,-1 0 0,0 0 0,0 0 0,0-1 0,-1 2 0,0-1 0,0 0 1,-1 0-1,0 0 0,0 0 0,0 0 0,-1 0 0,0 1 0,0-1 0,0 0 0,-1 0 0,0-1 0,-2 5 9,0-2 5,-1 1-1,0-2 1,0 1 0,-1 0-1,0-1 1,0 0-1,-1-1 1,0 1 0,0-1-1,-1-1 1,-5 4-5,-5 2 22,-1-1 1,1 0-1,-2-2 1,1 0-1,-1-2 1,0 0-1,-1-1 1,1-1-1,-1 0 1,-18-1-23,32-3 12,-1 0 1,0 0 0,0-1 0,0 0 0,1-1-1,-1 0 1,1 0 0,-1 0 0,1-1-1,0 0 1,0-1 0,0 1 0,0-2 0,0 1-1,1 0 1,0-1 0,0-1 0,0 1-1,1-1 1,0 1 0,0-2 0,0 1 0,1 0-1,0-1 1,0 0 0,0 0 0,1 0-1,0 0 1,1-1 0,0 1 0,-1-3-13,-1-6 27,0-1 0,0 1 0,2-1 0,0 0 0,1 1 0,1-1 0,0-5-27,1 12 4,0-1 0,1 1 0,0 0-1,1-1 1,0 1 0,0 0 0,1 0 0,0 1 0,1-1 0,0 1 0,6-8-4,10-9-26,0 0 1,1 2-1,2 0 0,0 2 1,2 0-1,17-10 26,-27 21-17,-1 1 0,1 1 0,1 1-1,-1 0 1,1 1 0,1 0 0,0 2 0,-1 0-1,1 1 1,1 1 0,-1 0 0,10 1 17,-25 2-59,1 0 0,-1 1 0,0-1 0,0 1 1,0 0-1,0 0 0,0 0 0,0 0 0,-1 0 0,1 1 1,0-1-1,0 1 0,-1 0 0,1-1 0,-1 1 0,0 1 1,1-1-1,-1 0 0,0 0 0,0 1 0,-1-1 0,1 1 1,0 0-1,-1-1 0,0 1 0,1 0 0,-1 0 0,0 0 1,0 0-1,-1 0 0,1 0 0,-1 0 0,1 0 0,-1 2 59,1 7-226,0 0 0,-1-1 0,0 1 0,-1 0 0,-1 0 0,1 0 0,-2-1 1,0 1-1,-1 1 226,-3 3-6,-1 0 0,0 0 0,-2 0 1,1-1-1,-2-1 0,0 1 1,-1-2-1,-1 0 0,1 0 0,-2-1 1,0-1-1,0 0 0,-1-1 1,-1 0-1,0-2 0,0 0 0,0 0 1,-1-2-1,0 0 0,0 0 1,-1-2 5,14-3 54,0 0 1,1-1 0,-1 1-1,0-1 1,0 0 0,1 0 0,-1 0-1,0 0 1,0-1 0,1 1 0,-1-1-1,0 0 1,1 0 0,-1-1-1,1 1 1,-1-1 0,1 1 0,0-1-1,0 0 1,0 0 0,0-1 0,0 1-1,0-1 1,-1-1-55,0-2 83,1-1 0,0 1 0,0 0 0,1-1 0,0 0 0,0 1 0,1-1 0,-1 0 0,2 0 0,-1 0 0,1 0 0,0-5-83,-1-2 13,2 1-1,-1 0 1,2 0-1,0 0 1,0 0-1,1 1 1,1-1-1,0 0 1,0 1-1,2 0 0,-1 0 1,5-5-13,-4 9-10,0-1 1,1 1-1,0 0 0,0 0 1,1 1-1,0 0 1,0 0-1,1 1 0,0 0 1,0 0-1,0 1 1,1 0-1,0 1 0,0 0 1,7-1 9,-4 1 1,1 0 1,0 1-1,0 1 1,0 1-1,0 0 1,0 0-1,8 2-1,-18-1-42,0 0 0,0 1-1,1-1 1,-1 1 0,0 0-1,0 0 1,0 0 0,0 1 0,0 0-1,0 0 1,0 0 0,0 0-1,-1 0 1,1 1 0,-1-1-1,0 1 1,1 0 0,-1 0 0,-1 0-1,1 1 1,0-1 0,-1 1-1,1-1 1,-1 1 0,1 3 42,0 1-40,-1-1 1,0 1-1,0 0 1,0 0-1,-1 0 1,0 0-1,-1 0 1,0 0-1,0 1 1,-1-1-1,0 0 1,0 0-1,-1 0 1,0 0-1,-2 3 40,-1 1 66,0-1-1,0 0 0,-2 0 0,1-1 0,-1 1 0,-1-1 0,0-1 0,0 0 0,-8 7-65,-2 0-58,-1-1-1,0-1 1,-1-1-1,-1-1 1,1 0-1,-2-2 0,0 0 1,0-2-1,-1 0 1,-9 1 58,-45 5-3369,9-12-4799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9:40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9914,'0'0'5489,"0"0"-3624,0 0 527,0 0-215,0 0-537,0 0-824,67-21-520,-11 0-160,10 3-128,3 7 48,-2 2-56,-8 9-88,-9 0-864,-14 0-1801,-19 14-4808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9:40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15523,'0'0'2993,"0"0"-1361,0 0-143,0 0-833,0 0-400,199-20-160,-136 5-96,3-3 0,-3 3-160,3-3-264,30-9-472,-20 12-3209,-10-5-2105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9:47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0 343 12043,'0'0'2891,"0"0"-949,0 0-221,0 0-395,0 0-209,21 4-176,2 1-683,1 0 31,-1-1 0,0-1 0,1-1 1,15-1-290,13-2 696,0-1 1,52-11-697,-79 8 73,1 0 1,-1-2-1,-1-1 0,1-1 1,-1-1-1,-1-1 1,1-2-74,-19 10 19,0-1 0,0 0 1,-1 0-1,1 0 0,-1-1 0,0 1 1,0-1-1,-1 0 0,1 0 0,-1 0 1,0-1-1,-1 1 0,1-1 0,-1 0 1,0 1-1,0-1 0,-1 0 0,0 0 1,0 0-1,0 0 0,-1-1 1,0 1-1,0 0 0,0 0 0,-1 0 1,0 0-1,-1-5-19,0 8 13,1-1 0,-1 1 1,1-1-1,-1 1 0,0 0 0,0 0 1,-1 0-1,1 0 0,-1 0 0,1 0 1,-1 1-1,0-1 0,0 1 1,0 0-1,0 0 0,-3-2-13,-60-28 58,47 24-55,4 0 1,-1 2-1,-1 0 0,1 0 1,-1 2-1,0 0 0,-2 1-3,13 2-3,-1 1-1,1-1 0,0 1 1,-1 1-1,1 0 1,-1 0-1,1 0 0,0 0 1,-1 1-1,1 0 1,0 0-1,0 1 0,0 0 1,1 0-1,-1 0 1,1 1-1,-5 4 4,-8 7 5,1 1 0,1 0 0,1 2 1,0 0-1,1 0 0,2 2 0,-1-1 0,2 2 0,1-1 1,0 1-1,2 1 0,-2 8-5,0 4 58,2 0 0,2 1-1,1 0 1,1 0 0,3 0 0,0 1 0,4 27-58,-2-53 5,1-1 0,-1 1 0,1 0 0,1-1 0,0 1 1,0-1-1,1 1 0,0-1 0,1-1 0,0 1 0,0-1 1,1 1-1,4 4-5,-1-3 12,1-1 0,0 1 0,1-2 1,0 0-1,0 0 0,0-1 0,1 0 1,0-1-1,6 2-12,12 3 29,1-1 1,1-2-1,0 0 0,0-3 1,0 0-1,0-3 0,32 0-29,-9-1 11,-23 0 36,1-1 0,0-1 0,0-2-1,26-6-46,-50 7 9,-1 0 0,1-1-1,0 0 1,-1 0-1,0-1 1,0 0 0,0-1-1,0 0 1,-1 0-1,0-1 1,0 1 0,0-1-1,-1-1 1,0 0-1,0 1 1,0-2 0,-1 1-1,0-1 1,1-4-9,-2 4-377,17-30 410,-10 24-5784,-10 14-1625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3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13395,'0'0'3217,"0"0"-2201,0 0 816,0 0-984,0 0-496,0 0-192,73 6-32,-43-6 25,0 0-57,0 0-96,19 0 0,-6 0-1761,-10-3-3664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39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14123,'0'0'3969,"0"0"-2689,0 0-496,0 0-376,0 0-408,199-65-264,-106 35-712,-17 6-3121,-10 6-3848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40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1 192 13355,'0'0'2714,"0"0"-857,0 0 41,0 0-899,0 0-499,0 0 243,20 13 119,66 41-116,-72-47-644,1-1 0,0 0 0,0 0 0,1-2 0,0 0 0,0-1 0,0 0 0,0-1 0,0-1 0,0-1 0,1 0 0,-1-1 0,4-1-102,33 0 124,-24 1-105,-1 0 0,0-2 0,-1-1 0,1-2 0,8-3-19,-26 7 12,0-1 0,0 0 0,0-1 0,-1 0 0,1-1 0,-1 0 0,0-1 0,-1 1 0,1-1 0,-1-1 0,0 0 0,-1 0 0,0-1 0,0 1 0,6-10-12,-11 13 4,0 0 0,0 0-1,0 0 1,0 0 0,-1-1 0,0 1 0,0-1 0,0 1 0,0-1 0,-1 1 0,0-1-1,1 1 1,-2-1 0,1 0 0,-1 1 0,1-1 0,-1 1 0,0-1 0,-1 1 0,1 0 0,-1-1-1,0 1 1,0 0 0,0 0 0,-1 0 0,1 0 0,-1 1 0,0-1 0,0 1 0,0 0-1,-1-1 1,1 1 0,-1 1 0,1-1 0,-1 0 0,0 1 0,-1 0-4,-8-4-2,0 2 1,0 0-1,0 0 0,0 1 1,-1 1-1,0 1 0,1-1 1,-1 2-1,0 0 0,-11 2 2,4 0-2,0 1-1,1 0 1,-1 2-1,0 1 0,1 0 1,-13 7 2,11-2 10,1 0 0,0 2 1,1 0-1,0 1 0,1 1 0,1 1 0,0 1 1,1 0-1,1 1 0,1 1 0,0 1 1,2 0-1,0 0 0,1 2 0,1-1 1,1 1-1,1 1 0,1 0 0,2 0 1,0 1-1,1 0 0,1-1 0,1 2 1,1-1-1,2 23-10,1-41 6,-1 0 1,1 1-1,1-1 0,-1 0 1,1 0-1,0 0 0,0 0 1,1 0-1,0 0 1,0-1-1,0 1 0,1-1 1,0 0-1,0 0 0,0 0 1,1 0-1,-1-1 1,1 0-1,0 0 0,0 0 1,1 0-1,-1-1 0,1 0 1,-1 0-1,1-1 0,0 0 1,0 1-1,3-1-6,16 5 25,0-1 0,0-1-1,1-1 1,0-1 0,0-2 0,13-1-25,-26 0-177,0-1 0,0 0 0,0-2 0,-1 1 0,1-1 0,-1-1 0,0 0 0,0-1 0,0 0 0,0-1 0,-1 0 0,0-1 0,0 0 0,-1-1 0,0 0 0,0-1 0,-1 0 0,7-9 177,35-39-5920,-10 3-5067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8:42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1240,'0'0'9089,"0"0"-4424,0 0-2743,0 0-741,0 0-211,0 0-14,1 16 56,-1-12-958,1 3 44,-1 0-1,0-1 1,0 1-1,0 0 1,-1 0 0,0 0-1,0-1 1,-2 4-98,2-8 39,0 1 1,0 0-1,-1-1 1,1 1-1,-1-1 1,1 1-1,-1-1 1,0 0-1,0 0 1,0 0 0,-1 0-1,1 0 1,0 0-1,-1-1 1,1 1-1,-1-1 1,1 1-1,-1-1 1,0 0-1,1 0 1,-1 0-1,0-1 1,0 1-1,0-1 1,0 1-1,0-1 1,-1 0-40,3 0 36,0 0 0,0 1 0,0-1 0,0 0 0,0 0 0,0 0 0,0 0 0,0 0 0,0 0 0,0-1 0,0 1 0,0 0 0,0 0 0,0-1 0,0 1 0,0-1 0,0 1 0,1-1 0,-1 1 0,0-1 0,0 1 0,0-1 0,1 0 0,-1 1 0,0-1 0,1 0 0,-1 0 0,0 1 0,1-2-36,-3-26 315,4 15-292,-1 11-21,0 1 0,0 0 0,1-1 0,-1 1 0,0 0 0,1 0 0,-1-1 0,1 1 0,-1 0 0,1 0 0,-1-1 0,1 1 0,0 0 0,0 0 0,0 0 0,0 0 0,0 0 0,0 0 0,0 0 0,0 1 0,0-1 0,0 0 0,0 0 0,0 1 0,1-1 0,-1 1 0,0-1 1,0 1-1,1 0 0,-1-1 0,1 1-2,46-4-41,-42 4 25,-5 3 12,-1-1 0,0 0 0,1 1 0,-1-1 0,0 1 0,0-1-1,-1 1 1,1-1 0,0 1 0,-1-1 0,1 1 0,-2 1 4,-1 0 27,-1 0 0,0 0 0,1 0 0,-2 0 0,1-1 0,0 0 0,-1 1 0,0-2 0,1 1 0,-1 0 0,0-1 0,0 0 0,-1 0 0,1-1 0,0 0 1,-1 1-1,1-2 0,-6 1-27,10-34 700,2 31-691,-1 1 0,1-1-1,0 0 1,-1 0 0,1 1 0,0-1 0,0 0 0,0 1 0,0-1 0,0 1 0,0 0 0,0-1 0,1 1-1,-1 0 1,0-1 0,1 1 0,-1 0 0,1 0 0,0 0 0,-1 0 0,1 1 0,0-1 0,-1 0 0,1 1-1,0-1 1,1 1-9,51-5 27,-49 5-24,-4 0-3,1 0 0,-1 0 0,0 1 0,0-1 0,0 0 0,0 1 0,0-1 0,0 0 0,0 1 0,1 0 0,-1-1 0,0 1 0,-1-1 0,1 1 0,0 0 0,0 0 0,0 0 0,0 0 0,-1-1 0,1 1 0,0 0 0,-1 0 0,1 0 0,0 0 0,-1 1 0,0-1 0,1 0 0,-1 0 0,0 0 0,1 0 0,-1 0 0,0 1 0,0-1 0,0 0 0,0 0 0,0 0 0,0 0 0,0 1 0,0 0 1,0 1 1,-1 0 0,1 0-1,-1-1 1,1 1-1,-1 0 1,0-1 0,0 1-1,0-1 1,0 1-1,0-1 1,0 1-1,-1-1 1,0 0 0,1 0-1,-1 1 1,-1-1-2,-5 5 21,-1-2 1,-1 1 0,1-1-1,-1-1 1,0 0 0,0 0-1,0-1 1,-1 0 0,1-1-1,-1 0 1,1 0 0,-1-2-1,-9 1-21,19-1-2,1 0-1,-1-1 1,1 1 0,-1 0-1,1 0 1,-1-1 0,1 1-1,-1 0 1,1-1-1,-1 1 1,1-1 0,-1 1-1,1-1 1,-1 1 0,1 0-1,0-1 1,-1 1-1,1-1 1,0 0 0,0 1-1,-1-1 1,1 1 0,0-1-1,0 1 1,0-1-1,0 0 1,0 1 0,0-1-1,0 1 1,0-1-1,0 0 1,0 1 0,0-1-1,0 0 3,0-1-38,0 1 0,0-1-1,0 1 1,1-1 0,-1 1-1,0-1 1,1 1-1,-1-1 1,1 1 0,0-1-1,-1 1 1,1 0 0,0-1-1,0 1 1,0 0-1,0-1 39,12-6-836,-1 1 0,1 1 0,0 0 0,0 1 0,14-4 836,20-6-5394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9:50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65 7466,'0'0'2369,"0"0"-357,0 0 235,0 0-370,0 0-308,0 0-58,17-9 49,49-26-206,-66 35-1330,0 0 1,0 0-1,-1-1 0,1 1 1,0 0-1,0 0 1,0 0-1,0 0 1,0 0-1,0 0 0,0 0 1,0 0-1,-1 0 1,1 0-1,0 0 1,0 0-1,0 0 0,0-1 1,0 1-1,0 0 1,0 0-1,0 0 1,0 0-1,0 0 0,0 0 1,0 0-1,0-1 1,0 1-1,0 0 1,0 0-1,0 0 0,0 0 1,0 0-1,0 0 1,0 0-1,0-1 1,0 1-1,0 0 0,0 0 1,0 0-1,0 0 1,0 0-1,0 0 1,0 0-1,0 0 1,0-1-1,0 1 0,0 0 1,0 0-1,1 0 1,-1 0-1,0 0 1,0 0-1,0 0 0,0 0 1,0 0-1,0 0 1,0 0-1,0 0 1,1 0-1,-1 0 0,0 0 1,0-1-1,0 1 1,0 0-1,0 0 1,0 0-1,0 0-24,-15-2 373,-21 1-355,-230 7 514,265-6-542,5 0-52,336-6 390,-340 6-252,-38-5 680,22 5-614,-19-4-81,0 2 1,0 2 0,0 1-1,0 1 1,-26 6-62,29 4-82,30-11 29,1-1-1,0 1 1,0 0-1,0 0 1,0-1-1,0 1 1,0 0-1,0 0 1,0 0-1,0 0 1,0 1-1,0-1 1,1 0-1,-1 0 1,0 0-1,1 1 1,-1-1-1,1 0 1,0 0-1,-1 1 1,1-1-1,0 0 1,0 1-1,0-1 54,0 0-77,0 0-1,1 1 0,-1-1 0,1 0 1,-1 0-1,1-1 0,0 1 1,-1 0-1,1 0 0,0 0 1,0 0-1,0 0 0,-1-1 0,1 1 1,0 0-1,0-1 0,0 1 1,0-1-1,0 1 0,0-1 0,0 0 1,0 1-1,1-1 0,-1 0 1,0 1-1,0-1 0,0 0 0,0 0 78,45 6-1942,-30-5 592,30 5-3756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9:51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64 6513,'0'0'3943,"0"0"-1540,0 0-240,0 0-543,0 0-644,0 0-369,22-11-80,71-32-144,-89 41-353,-1 1 1,0-1-1,1 1 0,-1 0 1,1 0-1,-1 1 1,1-1-1,0 1 0,-1 0 1,1 0-1,0 0 1,-1 0-1,1 1 0,-1-1 1,1 1-1,0 0 1,-1 0-1,0 0 0,1 1 1,-1-1-1,3 2-30,0 2 101,0-1-1,-1 1 0,0 1 0,0-1 1,0 1-1,0 0 0,-1 0 0,1 2-100,5 6 305,0 1-171,0 0 0,-1 0 0,-1 1 0,-1 0 0,0 1 0,-1 0 0,0 0 0,2 14-134,-2 4 84,-2 1 0,-1-1 1,-1 34-85,-2-68 50,0-1 48,0 0 92,0-19 133,2 7-317,1 0 0,0 0 1,0 0-1,1 0 0,4-6-6,-4 8 23,0-1 0,0 1 1,-1-1-1,0 0 0,-1 0 0,0 0 1,-1-7-24,-17 18 120,4 3-128,0 1 0,0 0 1,1 1-1,-1 0 0,1 1 1,0 0-1,0 0 0,1 1 1,0 1-1,-8 7 8,-14 9-10,-66 44-325,-81 76 335,178-143-671,8-2-509,4-1 253,0-1 0,0 0 0,0-1 0,0 0-1,9-5 928,20-12-5421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9:52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5825,'0'0'4465,"0"0"-1196,0 0-573,0 0-634,0 0-825,0 0-545,0 12-299,0 421 1601,1-427-4383,1-9-154,1-11-2279,-2-9-5456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9:52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1568,'0'0'11379,"0"0"-8771,0 0-831,0 0-73,0 0-1016,0 0-368,222-27-320,-127 15-312,-15 6-3569,-7-3-8161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9:53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34 8650,'0'0'3913,"0"0"-1445,0 0-247,0 0-504,0 0-639,0 0-395,12-6-130,0 1-442,0 0-1,1 0 1,0 1-1,9-1-110,-16 4 35,-1 0-1,0 0 0,1 0 0,-1 1 0,0 0 1,1 1-1,-1-1 0,1 1 0,-1 0 0,0 0 1,0 0-1,0 1 0,1 0 0,-1 0 1,-1 0-1,3 2-34,3 3 47,-1 1 1,0 0-1,0 1 1,-1 0 0,0 0-1,-1 1 1,0 0-1,0 0 1,-1 1 0,0-1-1,-1 1 1,0 1-1,-1-1 1,0 1-1,0 5-47,4 15 72,-2 0-1,-1 0 1,-2 0-1,-1 1 1,-1 7-72,-1 111 328,0-150-260,0-1 52,0-33-48,1-2-148,-1-38-117,0 69 171,-1-1-1,0 1 0,0-1 0,0 1 0,0 0 0,0-1 0,-1 1 1,0 0-1,0 0 0,0 0 0,-1 0 0,1 0 0,-3-1 23,4 3-9,-1 1-1,0 0 0,1 0 0,-1 0 1,0 0-1,0 0 0,0 1 1,0-1-1,0 1 0,0-1 1,0 1-1,0 0 0,0 0 0,0-1 1,0 1-1,0 1 0,0-1 1,0 0-1,0 0 0,-1 1 10,-41 13-6,-19 24-8,1 3 0,3 2 0,-41 37 14,97-77-440,-15 14 935,16-10-2564,12-4-4901,8-3 880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9:54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94 118 7946,'0'0'2400,"0"0"-625,0 0-48,0 0-281,0 0-314,0 0-70,20 14-19,67 40-59,-82-51-892,0 0 0,1 0 0,-1-1-1,0 0 1,1 0 0,-1 0 0,1-1 0,-1 0 0,1 0 0,0 0 0,0-1 0,-1 1 0,1-2-1,0 1 1,3-1-92,13 0 176,-17 1-160,-1 0 0,1-1 0,-1 1 1,1-1-1,-1 0 0,1 0 1,-1-1-1,0 1 0,1-1 0,-1 0 1,0 0-1,0 0 0,0 0 1,0-1-1,-1 0 0,1 0 0,-1 0 1,0 0-1,1 0 0,-1-1 1,-1 1-1,1-1-16,1-2 0,-1 0 0,0 1 1,-1-1-1,1 0 0,-1-1 0,0 1 0,-1 0 1,0 0-1,0-1 0,0 1 0,-1-1 0,1 1 1,-2-1-1,1 1 0,-1-4 0,0 8-5,0-1 0,0 0 0,0 0 1,0 1-1,-1-1 0,1 1 0,-1-1 0,1 1 0,-1 0 1,0-1-1,0 1 0,0 0 0,0 0 0,-1 0 0,1 1 1,0-1-1,-1 0 0,1 1 0,-1 0 0,0-1 0,1 1 0,-1 0 1,0 0-1,0 1 0,0-1 0,0 1 0,0-1 0,-2 1 5,-16-3 7,-1 2 0,1 0-1,-18 2-6,15-1-7,15 1 5,0-1 1,-1 1-1,1 1 0,0 0 0,0 0 0,0 1 0,1 0 1,-1 0-1,1 1 0,-1 0 0,1 1 0,0 0 1,1 0-1,-1 0 0,1 1 0,0 1 0,1-1 0,-1 1 1,1 0-1,0 0 0,1 1 0,0-1 0,-3 6 2,1 2 91,-1 0 0,2 0 0,0 0-1,1 1 1,0 0 0,1 0-1,1 0 1,1 0 0,0 1 0,1-1-1,1 1 1,1 15-91,0-28 66,0 0-1,1 0 1,-1 0 0,1 0-1,0 0 1,0-1 0,0 1-1,0-1 1,0 1 0,1-1-1,0 0 1,0 0 0,0 0-1,0 0 1,0-1 0,0 1-1,1-1 1,-1 0 0,1 0-1,-1 0 1,1 0 0,0-1-1,0 1 1,0-1 0,0 0-1,0 0 1,1 0-66,16 4 151,1-1 0,0-1 1,0-1-1,12-1-151,-12 0-34,13 1 134,1-2 0,13-3-100,-36 1-135,0 0-1,-1 0 1,1-1-1,-1-1 1,0 0-1,0-1 1,0 0-1,6-5 136,56-36-4851,-44 23-285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9:54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11803,'0'0'1873,"0"0"-346,0 0 72,-2 27-272,-6 178 1112,5-134-1221,1-41-653,2 0-1,0 0 0,2 0 1,4 19-565,-4-43 32,-1 0 0,1 0 1,1-1-1,-1 1 0,1 0 1,0-1-1,0 0 0,1 0 1,-1 0-1,1 0 0,0 0 1,1-1-1,-1 1 0,1-1 1,0 0-1,0-1 0,0 1 1,0-1-1,1 0 0,-1-1 1,3 2-33,0-1-57,1 0 1,-1-1-1,1 1 0,0-2 1,0 1-1,0-1 1,-1-1-1,1 1 0,0-1 1,0-1-1,0 0 1,0 0-1,0-1 0,5-2 57,-9 2-188,-1 0-1,1 0 1,-1-1-1,0 1 0,0-1 1,0 0-1,0-1 1,0 1-1,0-1 0,-1 1 1,0-1-1,0 0 1,0-1-1,0 1 1,-1 0-1,1-1 0,-1 1 1,0-1-1,0 0 189,0-1-445,0 0 1,0 0-1,0 0 1,-1 0-1,0 0 0,0-1 1,-1 1-1,1 0 0,-1 0 1,-1-1-1,1 1 0,-1 0 1,0 0-1,-1 0 1,0-2 444,-17-20-6020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9:55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3201,'0'0'6417,"0"0"-3896,0 0 79,0 0-367,0 0-1129,0 0-440,0 0-144,191 21-280,-111-33-240,-17-9-1160,-7 0-4177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05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13203,'0'0'4033,"0"0"-2545,0 0 472,0 0-927,0 0-497,0 0-88,0 0-128,169-15-248,-139 15-72,-1 0-48,-2 0-1256,-11 18-3977,-9 3-9019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05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15507,'0'0'3113,"0"0"-1865,0 0 337,0 0-1065,0 0-352,235-39-168,-153 30-288,47 3-2129,-19-6-2296,-11 3-4505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06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115 384 7802,'0'0'7081,"0"0"-4017,0 0-688,0 0-434,0 0-837,0 0-601,25-3-42,171-26 490,-136 19-745,121-18 224,105-34-431,-282 61 14,0 1-1,0-1 1,0 0 0,-1 0 0,1 0 0,0-1 0,-1 0 0,1 1 0,-1-1 0,0 0 0,1-1 0,-1 1 0,0 0 0,0-1 0,-1 0 0,1 0 0,0 0 0,-1 0 0,0 0 0,0 0 0,0 0 0,0-1 0,0 1 0,-1-1 0,1 0 0,-1 1 0,0-1 0,0 0 0,-1 0 0,1 0-1,-1 1 1,1-1 0,-1 0 0,-1 0 0,1 0 0,-1-3-14,1-9 55,1 13-49,0 0 0,-1 0 1,0 0-1,0 0 1,0 1-1,0-1 0,0 0 1,0 0-1,-1 0 1,1 0-1,-1 1 0,0-1 1,0 0-1,0 0 0,0 1 1,-1-1-1,1 1 1,-1-1-1,1 1 0,-1 0 1,0 0-1,0-1 1,0 1-1,0 0 0,0 1 1,0-1-1,-1 0-6,-12-6 14,-1 0-1,1 1 0,-1 0 1,-1 2-1,1 0 1,-1 0-1,0 2 1,0 0-1,-3 1-13,-41-3 108,-57 3-108,84 2 4,18 1-6,-1 0 1,1 1-1,0 0 0,0 1 0,1 1 0,-1 1 0,1 0 0,0 1 0,-3 1 2,-10 8-4,1 1-1,0 1 1,1 1 0,-4 5 4,10-7 17,1 0 0,0 1-1,1 0 1,1 2 0,1 0 0,1 1 0,1 1 0,0 0 0,2 0 0,0 2 0,2-1 0,0 1 0,1 1 0,2 0-1,0 0 1,2 1 0,1-1 0,0 1 0,1 21-17,1-21 39,2 0 0,0 0 0,2 0-1,0 0 1,2-1 0,1 1 0,0-1 0,2 0 0,7 16-39,-8-25 7,1-1 1,0 1 0,0-2-1,2 1 1,0-1 0,0 0-1,1-1 1,0 0 0,2-1 0,-1 0-1,1-1 1,0 0 0,1 0-1,1-2 1,-1 0 0,1 0 0,0-1-1,4 0-7,10 3 9,1-2 0,0-1 0,0-2 1,0-1-1,10 0-9,51 0 100,5-4-100,-39 0 37,-29 0-33,1-1 0,0-1 0,-1-1 0,0-1 0,0-1 0,0-2 0,-1-1 0,0-1 0,0-1 0,22-12-4,-6-1-26,24-15-261,-66 38 168,0 0 0,0 0 0,0 1 0,0-1 0,0 0 0,0 1 0,0-1 0,0 0 0,0 0 0,0 1 0,0-1 0,0 0 0,0 1 0,0-1 0,0 0 0,0 0 0,1 1 0,-1-1 0,0 0 1,0 0-1,0 0 0,0 1 0,1-1 0,-1 0 0,0 0 0,0 0 0,0 1 0,1-1 0,-1 0 0,0 0 0,0 0 0,1 0 0,-1 0 0,0 0 0,0 1 0,1-1 0,-1 0 0,0 0 0,1 0 0,-1 0 1,0 0-1,0 0 0,1 0 0,-1 0 0,0 0 0,1 0 0,-1 0 0,0 0 0,0-1 0,1 1 0,-1 0 0,0 0 0,0 0 0,1 0 0,-1 0 0,0 0 0,0-1 0,0 1 0,1 0 0,-1 0 1,0 0-1,0-1 0,0 1 0,1 0 119,-1 2-444,0 10-6133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1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10202,'0'0'1396,"0"0"-578,0 0 616,0 0-6,0 0-764,-14 6-399,-40 23 41,53-28-296,1-1 0,-1 0 0,1 0 0,-1 1 0,1-1 1,-1 1-1,1-1 0,-1 0 0,1 1 0,0-1 0,-1 1 0,1-1 0,-1 1 1,1-1-1,0 1 0,0-1 0,-1 1 0,1 0 0,0-1 0,0 1 0,0-1 1,-1 1-1,1 0 0,0-1 0,0 1 0,0-1 0,0 1 0,0 0 0,0-1 0,0 1 1,1-1-1,-1 1 0,0 0 0,0-1 0,0 1 0,1-1 0,-1 1 0,0 0 1,1-1-1,-1 1 0,0-1 0,1 1 0,-1-1 0,0 0 0,1 1 0,-1-1 1,1 1-1,-1-1 0,1 0 0,-1 1 0,1-1 0,0 0-10,31 15 483,-29-14-387,28 7 256,-1-1-1,1-2 1,0 0-1,0-3 0,0 0 1,1-2-1,5-2-351,12 2 173,3299-3 1483,-1693 12-1542,-993-18-1164,-600 5-1889,0-4 1,0-2 2938,51-7-4649,-62 11 381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12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4481,'0'0'696,"0"0"315,38-1 567,-9 0-1201,233-15 2298,-240 15-2452,465-33 2577,-319 30-2022,163 17-778,62 33 939,191 14-100,-580-60-1333,20 1 1231,-17-2-2343,-9-2-4351,-10-5 249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19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34 327 11322,'0'0'5009,"0"0"-2631,0 0-763,0 0-472,0 0-675,14 1-160,-7-1-266,18 2 176,0-1 1,1-1-1,-1-1 0,0-1 0,0-1 0,5-3-218,6-4 234,-1-3-1,-1-1 0,10-6-233,-26 11 34,-1 0 0,0-2-1,-1 0 1,0 0 0,-1-2 0,0 0 0,0-2-34,-11 11 7,-1 1 0,0-1 0,0 0 0,-1 0 0,1 0 0,-1 0 0,0 0 0,0-1 0,0 1 0,-1-1 0,1 1 0,-1-1 0,0 0 0,0 1 0,-1-1 0,0 0 0,1 0 0,-2 1 0,1-1 0,0 0 0,-1-1-7,0 2 1,-1 1 0,1-1 0,-1 1 0,1-1 0,-1 1 0,0-1 0,0 1 0,0 0 1,-1 0-1,1 0 0,-1 0 0,0 1 0,0-1 0,0 1 0,0-1 0,0 1 0,0 0 1,-1 0-1,1 1 0,-1-1 0,1 1 0,-1-1 0,1 1 0,-1 0 0,-3 0-1,-5-1-3,1 0-1,-1 1 1,0 0 0,0 1-1,0 0 1,0 1-1,1 0 1,-1 1-1,0 1 1,1-1-1,-1 2 1,1 0 0,-5 2 3,0 2-8,1 0 0,-1 2 0,1-1 0,1 2 0,0 0 0,0 0 0,2 2 0,-10 9 8,3 1 17,1 0 0,1 1 0,2 1 0,0 0 0,1 1 0,2 1 0,0 0 0,2 0 0,2 1 0,-6 29-17,10-38 36,0 0 0,2 1 0,1-1 0,0 1 0,1-1 0,1 1 0,1-1 1,3 11-37,-3-22 24,0-1 1,0 0-1,1 0 1,0-1-1,0 1 1,1-1 0,0 1-1,0-1 1,0 0-1,1-1 1,0 1 0,0-1-1,1 0 1,-1 0-1,1 0 1,0-1-1,0 0 1,0 0 0,1 0-1,0-1 1,-1 0-1,1-1 1,0 1-1,1-1-24,5 2 35,0 0-1,1-1 0,0-1 1,-1 0-1,1-1 0,0 0 1,0-1-1,0-1 0,0 0 0,8-2-33,-13 1-37,-1-1 0,1 0 1,-1 0-1,0 0 1,0-1-1,0 0 1,0-1-1,-1 0 1,1 0-1,-1 0 0,-1-1 1,1 0-1,-1 0 1,0-1-1,0 0 1,-1 0-1,3-6 36,57-106-4057,-35 59-2843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19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0 1712,'0'0'9926,"0"0"-6087,0 0-1766,0 0-306,0 0-458,-33 36-181,-111 120-189,99-104-488,3 2 1,2 1-1,3 2 1,-7 18-452,31-53 30,7-11-43,1-3-22,0-1 0,0 1-1,1 0 1,0 0 0,1 1-1,0-1 1,0 1 0,1 0-1,0-1 1,1 1 0,-1 3 35,3-17-520,1-1 1,0 1 0,0 0-1,0 0 1,0 0 0,1 0-1,0 1 1,0-1 0,1-1 519,9-15-2826,10-28-4576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1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10506,'0'0'3873,"0"0"-2985,0 0 1049,0 0-313,0 0-104,60 173-799,-37-126-417,0-2-232,7-9-72,0-7-192,26-5-1225,-10-6-1287,0-9-2441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20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12619,'0'0'2968,"0"0"-255,0 0-761,0 0-1119,0 0-569,0 0-136,205-9-48,-145 3-80,-10 3-48,-7 0-1377,-10 3-927,-10 0-1457,-17 0-3080</inkml:trace>
  <inkml:trace contextRef="#ctx0" brushRef="#br0" timeOffset="1">33 235 9794,'0'0'2193,"0"0"-89,0 0 689,0 0-1529,0 0-80,0 0-392,0 0-576,196 21-72,-120-39-144,33-11-1176,-20 2-2601,-10-3-5281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21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70 9394,'0'0'1854,"0"0"-22,0 0 142,0 0-703,0 0-479,0 0 182,21 4-74,38 5-677,1-3 0,1-2 0,-1-3 0,1-3 1,-1-3-1,1-2-223,65-22 181,-82 17-651,0 2 0,1 1 1,0 3-1,38 0 470,-312 0-473,206 6 471,-77-1 321,1 5 1,-81 13-320,-70 33 2931,235-42-2182,19 0-496,22 3-85,14-4 92,0-3 0,0-1 1,0-2-1,21-3-260,-27 1 7,1 0 0,-1 2 0,1 2 0,-1 1 0,0 2 0,17 5-7,-45-9-2,-1 0 0,0 0-1,0 0 1,0 0 0,0 1 0,0-1 0,-1 1 0,1 1 0,-1-1 0,1 1-1,-1-1 1,-1 1 0,1 0 0,0 1 0,-1-1 0,0 0 0,0 1 0,0 0-1,-1 0 1,1 0 0,-1 0 0,0 2 2,2 9-3,-1 1 1,-1-1-1,0 1 0,-2-1 1,0 1-1,-1 14 3,-1-21 0,1 1 0,-1 0 0,-1-1 1,0 1-1,0-1 0,-1 0 0,0 0 0,-2 2 0,-46 78 23,36-64 2,-52 75 3,-4-3-1,-5-4 0,-3-3 1,-52 42-28,118-113 19,14-20-17,-1 1 0,1-1 0,0 0 0,0 1 0,0-1 1,0 0-1,0 0 0,0 1 0,0-1 0,0 0 0,0 1 0,0-1 0,1 0 0,-1 1 0,0-1 0,0 0 0,0 0 0,0 1 0,0-1 0,0 0 0,1 0 0,-1 1 1,0-1-1,0 0 0,0 0 0,1 1 0,-1-1 0,0 0 0,0 0 0,1 0 0,-1 0 0,0 1 0,0-1 0,1 0 0,-1 0 0,0 0 0,1 0-2,41 0 141,-16-1-177,66 1 43,136 0 30,-1-9 0,26-13-37,-213 13 174,15-2 664,-97 5-4989,6 6-2632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23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3369,'0'0'8386,"0"0"-5459,-3 29-647,-1 11-1448,0-8-173,1 1-1,2 0 0,2-1 0,1 9-658,0-27 244,1 0 1,0 0-1,1 0 0,1 0 1,0-1-1,1 0 1,0 0-1,1 0 0,1-1 1,0 0-1,8 9-244,27 47 827,-42-67-2826,-6-10-225,0 0-489,-8-12-6371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2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10866,'0'0'1891,"0"0"-329,0 0 138,0 0-674,-13 29-339,-89 188 1044,95-204-1511,3-7-79,1 0 0,0 0 1,0 0-1,1 0 0,0 0 0,0 1 0,0-1 1,1 1-1,-1 5-141,7-10 141,-1-1-1,0 0 1,1 0 0,-1-1-1,0 1 1,1-1 0,-1 0-1,2 0-140,0 1 66,24 1-491,0-2 1,-1 0 0,22-4 424,40-15-5762,-58 9 454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24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11642,'0'0'2017,"0"0"-953,0 0 785,0 0-881,0 0 96,0 0-80,0 0-464,126 0-312,-100 0-160,-6 0-96,-3 0-624,-17 6-1608,0 9-1625,0 3-1680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24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8954,'5'149'3114,"-4"-128"3354,1-11-3917,-2-10-2559,0 0 1,0 0-1,0 0 0,0 1 1,0-1-1,0 0 1,0 0-1,0 0 1,0 0-1,0 0 0,0 0 1,0 1-1,0-1 1,1 0-1,-1 0 1,0 0-1,0 0 0,0 0 1,0 0-1,0 0 1,0 0-1,0 0 0,1 0 1,-1 0-1,0 0 1,0 1-1,0-1 1,0 0-1,0 0 0,1 0 1,-1 0-1,0 0 1,0 0-1,0 0 1,0 0-1,0 0 0,1-1 1,-1 1-1,0 0 1,0 0-1,0 0 1,0 0-1,0 0 0,0 0 1,1 0-1,-1 0 1,0 0-1,0 0 1,0 0-1,0 0 0,0-1 1,0 1-1,0 0 1,1 0 7,6-2 809,21-1-580,1-1 0,0 0-1,-1-3 1,0 0 0,-1-2-1,18-7-228,43-14-3856,0 12-5652,-87 18 9669,0 1 0,0-1-1,-1 1 1,1-1-1,0 1 1,-1 0 0,1-1-1,-1 1 1,1 0-1,-1-1 1,1 1 0,-1 0-1,1 0 1,-1 0 0,1-1-1,-1 1 1,0 0-1,0 0 1,0 0 0,1 0-1,-1-1 1,0 1-1,0 0 1,0 0 0,0 0-1,0 0 1,0 0-1,-1 0 1,1-1 0,0 2-161,-3 39 1908,2-32-1154,1-1-345,-1-3-81,1 0-1,0 0 1,0 0-1,0 0 1,0 0-1,1 0 1,1 3-328,-2-6 64,1-1 0,0 0 0,-1 1 0,1-1 1,0 0-1,0 0 0,0 1 0,0-1 0,0 0 1,0 0-1,0 0 0,0 0 0,0-1 0,1 1 1,-1 0-1,0 0 0,0-1 0,1 1 0,-1-1 1,1 1-1,-1-1 0,0 1 0,1-1 0,-1 0 1,1 0-1,-1 0 0,1 0 0,-1 0-64,18 1 161,-1-1-1,1-1 0,0-1 1,-1-1-1,0 0 0,0-1 1,0-1-1,0-1 0,0-1 1,-1 0-1,-1-1 0,1-1 1,-1 0-1,0-1 0,-1-1 1,-1 0-1,8-8-160,-19 16 24,1 1 1,-1-1-1,0 0 0,-1 0 0,1 0 1,0 0-1,-1 0 0,0-1 0,0 1 0,0-1 1,0 1-1,0-1 0,-1 0 0,1 0 1,-1 0-1,0 1 0,0-1 0,-1-1-24,0 4-5,-1 0-1,0 1 1,0-1-1,0 0 0,0 0 1,0 1-1,0-1 1,0 1-1,0-1 1,0 1-1,0-1 1,0 1-1,0 0 1,0-1-1,0 1 0,0 0 1,0 0-1,0 0 1,-1 0-1,1 0 1,0 0-1,0 0 1,0 0-1,0 0 0,0 0 1,0 1-1,-1-1 1,1 0 5,-7 1-87,-7-1-456,0 1 0,0 0 0,0 2 0,0 0 1,0 0-1,-8 4 543,-31 13-4887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26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9098,'0'0'1871,"0"0"-457,0 0 46,0 0-636,0 0-148,0 0 59,-6 19 123,1-5-674,0-2 16,1 0 1,0 0-1,1 1 0,0-1 1,1 1-1,0 0 1,1-1-1,1 1 1,0 0-1,1 6-200,0-17 62,0 1 1,0-1-1,0 0 0,1 1 0,0-1 0,-1 0 1,1 0-1,0 0 0,0 0 0,0 0 1,0-1-1,0 1 0,0 0 0,1-1 0,-1 0 1,0 0-1,1 1 0,-1-1 0,1-1 0,-1 1 1,1 0-1,0-1 0,-1 1 0,1-1 1,0 0-1,-1 1 0,3-2-62,7 2 149,0 0 1,0-1-1,1-1 1,-1 0-1,9-2-149,-17 2 64,1-1-1,-1 1 1,1 0-1,-1-1 1,0 0-1,0 0 1,0 0-1,0-1 1,0 0-1,0 1 1,0-1-1,-1 0 1,0-1 0,0 1-1,1 0 1,-2-1-1,1 0 1,0 0-1,-1 0 1,0 0-1,0 0 1,0 0-1,0-1 1,-1 1-1,0-1 1,0 1-1,0-1 1,0 1-1,-1-1 1,1 1-1,-1-1 1,0 0-1,-1 1 1,1-1-1,-2-3-63,0 5 47,1-1-1,-1 1 1,-1 0-1,1 0 0,0 0 1,-1 0-1,0 1 1,1-1-1,-1 1 0,0-1 1,-1 1-1,1 0 1,0 0-1,0 1 0,-1-1 1,1 1-1,-1-1 1,0 1-1,-1 0-46,-9-4 31,-1 1 0,-1 1 0,1 1 0,-2 0-31,5 0-144,0 1 1,0 0-1,0 1 1,0 1-1,-12 2 144,21 8-3067,3-9 1855,0 7-4280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26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0 43 12275</inkml:trace>
  <inkml:trace contextRef="#ctx0" brushRef="#br0" timeOffset="1">0 43 12275,'163'35'1777,"-161"-34"-1673,0-1 0,1 1 0,-1 0 0,0 0 0,0 0 0,0 0 0,0 0 0,0 0 0,0 0 0,0 0 0,0 1 0,0-1 0,-1 1 0,1 0 0,-1-1 0,1 2-104,-1-2 93,-1 0 0,1 0-1,-1 0 1,0 0 0,0 0-1,0 0 1,1 0 0,-1 1-1,0-1 1,0 0 0,-1 0-1,1 0 1,0 0 0,0 0-1,0 0 1,-1 0 0,1 1-93,-2 5 636,3-4-518,-1 0 0,0-1-1,1 1 1,0 0 0,-1 0 0,1-1 0,0 1 0,0-1-1,1 1 1,-1-1 0,1 1 0,-1-1 0,1 0 0,-1 0 0,1 0-1,0 0 1,0 0 0,0 0 0,1 0 0,-1 0 0,0-1-1,1 1 1,-1-1 0,1 0 0,-1 0 0,1 0 0,-1 0 0,1 0-1,0 0 1,-1-1 0,1 1 0,2-1-118,14 3 349,-1-1 1,0-1-1,1-1 1,12-1-350,-18 0 143,-5 0-119,0 0 0,1-1-1,-1 0 1,0 0 0,0-1 0,0 0 0,0 0 0,0-1 0,-1 0 0,1 0 0,-1-1 0,0 0 0,-1 0 0,4-3-24,-6 5 13,-1-1-1,1 1 1,0-1-1,-1 0 1,0 0-1,0 0 1,0-1-1,0 1 1,-1-1-1,0 1 1,0-1-1,0 0 1,0 0-1,-1 0 1,0 0-1,0 0 1,0 0 0,-1 0-1,1 0 1,-1-1-1,-1 1 1,1 0-1,-1 0 1,1-1-13,-1 5 0,0 0 1,1-1 0,-1 1-1,0 0 1,0 0-1,0-1 1,0 1 0,0 0-1,0 0 1,0 0-1,0 0 1,-1 0-1,1 0 1,0 1 0,0-1-1,-1 0 1,1 1-1,-1-1 1,1 1 0,-1-1-1,1 1 1,0-1-1,-1 1 1,1 0 0,-1 0-1,0 0 0,-48-1-189,34 1 16,-3 0-774,0 1-1,0 1 1,0 1 0,0 0-1,0 2 1,-7 2 947,-35 17-7379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31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99 4353,'0'0'5150,"0"0"-2634,0 0-357,0 0-630,0 0-512,0 0-600,12-9 23,27-16 241,-33 25 21,-32 21 265,23-19-897,1 1 0,-1-1 0,0 0 0,0 0 0,0-1 0,0 1 0,0-1 0,0 1 0,0-1 0,0 0 0,-1 0-1,1-1 1,-4 1-70,7-21 401,1 17-389,0 0 1,1 0-1,-1 1 1,1-1-1,0 0 1,0 1-1,0 0 1,0-1 0,0 1-1,0 0 1,1 0-1,-1 0 1,1 0-1,0 1 1,-1-1-1,1 1 1,0-1 0,0 1-1,0 0 1,0 0-1,0 1 1,0-1-1,0 0 1,0 1-1,0 0 1,0 0 0,0 0-1,0 0 1,0 0-13,-2 0 172,-2 1-79,0 0 0,0-1 1,0 1-1,0 0 1,0-1-1,0 1 0,0-1 1,-1 1-1,1-1 1,0 0-1,0 0 0,0 1 1,0-1-1,-1 0 1,1 0-1,0 0 0,0 0 1,-1 0-1,1 0 1,0 0-1,-1-1-93,-12-3 69,14 3-88,-1 1-1,1-1 1,0 1-1,0 0 1,0-1-1,0 1 1,0-1-1,0 1 1,0-1-1,0 1 1,0-1-1,0 1 1,0-1-1,0 1 1,1 0-1,-1-1 1,0 1 0,0-1-1,0 1 1,1-1-1,-1 1 1,0 0-1,0-1 1,1 1-1,-1 0 1,0-1-1,1 1 1,-1 0-1,0-1 1,1 1-1,-1 0 1,1 0-1,-1-1 1,1 1 19,5-4-708,0 1 1,0-1 0,0 1-1,0 1 1,1-1-1,0 1 1,-1 0-1,1 1 1,4-1 707,-10 1-280,10-2-4544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28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6 11378,'0'0'1837,"0"0"-297,0 0-8,28-2-821,13-1-516,39 3-195,-77 0 5,1 1 0,0-1 0,0 1 0,0 0 0,-1 0 0,1 1 0,0-1-1,-1 1 1,1-1 0,-1 1 0,0 0 0,1 0 0,-1 1 0,0-1 0,0 1 0,-1 0 0,1-1 0,0 1 0,-1 0 0,0 1-1,0-1 1,0 0 0,0 1 0,0-1 0,0 1 0,-1-1 0,0 1 0,1 2-5,-1-2 78,0 0 1,0 1-1,-1-1 1,1 1-1,-1-1 0,0 0 1,0 1-1,-1-1 1,1 1-1,-1-1 0,0 1 1,0-1-1,0 0 1,-1 0-1,1 0 0,-1 1 1,0-2-1,0 1 1,-1 0-1,1 0 0,-2 1-78,-15 10 319,-1 0 0,-1-1-1,0-2 1,-1 0 0,0-1-1,-1-1 1,-15 5-319,-16 8 193,34-13-152,15-7-39,0 0 0,-1-1-1,1 1 1,-1-1 0,1 0 0,-1 0-1,0-1 1,0 0 0,-1 0-2,12-6-428,79-56-4202,-29 20-288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29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0 416,'0'0'10668,"0"0"-6870,0 0-1500,0 0-702,-27 29-698,-83 96-204,105-120-650,1 0-1,-1 0 1,1 1-1,1-1 0,-1 1 1,1 0-1,0 0 1,0 0-1,1 0 0,-1 0 1,1 1-1,1-1 1,-1 1-1,1-1 0,1 1 1,-1-1-1,1 1 1,0 0-1,0 1-43,1 12 84,-1-18-76,0 0 0,0 0 1,1 0-1,-1 0 1,0-1-1,1 1 1,0 0-1,-1 0 1,1 0-1,0 0 1,0 0-1,0-1 1,0 1-1,0 0 1,0-1-1,1 1 1,-1-1-1,0 1 1,1-1-1,-1 0 1,1 1-9,3 0 20,-1 1 1,1-1 0,-1 1-1,1-1 1,0 0 0,0-1 0,0 1-1,4 0-20,15 1-4,-1-1 1,1-1-1,17-1 4,-24 0-100,-9 0-115,66-5-2579,-68 4 1821,0 0 1,0-1-1,0 0 0,0-1 1,-1 1-1,6-4 973,20-17-10480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29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12939,'0'0'2584,"0"0"-623,0 0 647,0 0-1239,0 0-489,56 187-328,-46-145-232,-3-6-320,-4-9 120,-3-10-120,3-8-520,4-9-1249,0 0-1919,3-15-4034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29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12427,'0'0'2091,"0"0"-672,0 0-255,0 0-264,0 0-317,0 0-114,-19 31-133,-57 94-69,68-113-179,2 0-1,-1 0 0,1 1 0,-3 11-87,9-21 73,-1 0-1,1 0 1,-1 0-1,1 1 1,0-1-1,0 0 1,0 0-1,1 0 0,-1 0 1,1 1-1,0-1 1,0 0-1,0 1-72,0-3 19,0 1-1,0-1 1,1 0-1,-1 1 1,0-1-1,1 0 1,-1 0-1,0 0 1,1 0-1,0 0 1,-1 0-1,1 0 1,-1-1-1,1 1 1,0 0-1,0-1 1,-1 1-1,1-1 1,0 0-1,0 0 1,0 0-1,-1 0 1,2 0-19,53 1 62,-41-2-11,93 1-339,-36 0-6606,-61 0 792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30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0 244 8786,'0'0'2424,"0"0"-58,0 0-172,35-5-728,227-38 643,396-71 1526,-387 68-2841,-171 31-816,-1 5-1,93 2 23,-219 5-8699,-1 3 3111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31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14835,'0'0'2185,"0"0"-1241,0 0 1496,0 0-903,-23 187-553,17-121-368,2-1-448,1-5-168,3 8-48,0-11-1312,0-13-4161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39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6409,'0'0'4875,"0"0"-2212,0 0-755,0 0-329,0 0-312,0 0 178,2 12 22,29 89 714,-17-60-1606,-1 0-1,2 22-574,-10-22 385,-1 0 0,-3 15-385,0-2-8166,-1-43 4031,0-29-4276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7:54:39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11178,'0'0'2860,"0"0"-552,0 0-242,0 0-1173,0 0-676,0 0-93,-4 17 102,1 0-93,-1-1-1,0 0 0,-2 0 1,0 0-1,0 0 0,-2-1 1,0 0-1,-6 8-132,7-14 64,0 0 0,1 1 0,0 0 0,1 0 0,0 1 0,0 0 0,1 0 0,0 0-1,1 0 1,1 0 0,0 1 0,0-1 0,1 1 0,0-1 0,1 4-64,1-13 19,0 0-1,0-1 0,0 1 1,0 0-1,0-1 1,0 1-1,0-1 1,0 1-1,1-1 1,-1 0-1,1 1 1,-1-1-1,1 0 1,-1 0-1,1 0 1,0 0-1,-1 0 1,1-1-1,0 1 1,0 0-1,0-1 1,-1 1-1,1-1 1,0 0-1,0 0 1,0 1-1,1-1-18,57 6 920,-57-6-881,7 1-243,2-1 457,0 1 0,0 0 0,0 1 0,7 2-253,9 10-1030,-4 11-3569,-21-18-1445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0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5113,'0'0'4044,"0"0"-1196,0 0-494,0 0-632,0 0-783,0 0-522,0 7-273,4 60 873,2 0-1,7 19-1016,-1 0 1361,-1 22-1361,-7 126 1258,-10 1 1,-14 44-1259,3 54 397,17 65-397,0-336 61,3 60 172,6 1-1,5-1 1,5-1-1,5-1 1,6-1-1,13 25-232,101 316 859,-98-286-319,15 125-540,-61-263 90,0-32-107,-1 1 0,1 0 1,0 0-1,0-1 0,1 1 0,0 0 0,-1 0 0,2-1 0,-1 1 17,0-4-98,1-1 1,-1 0 0,1 0-1,-1 0 1,1 0 0,-1 0-1,1 0 1,-1 0 0,1 0-1,-1-1 1,1 1-1,-1-1 1,0 1 0,1-1-1,-1 1 1,0-1 0,1 0-1,-1 0 1,0 1 0,0-1-1,0 0 1,0 0 0,0 0-1,1-2 98,43-30-3033,-13 8-1881,5-5-4186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04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0 727 9274,'0'0'1807,"0"0"-1008,0 0 238,0 0-166,0 0-225,28 0-9,94-1 202,-69-3 111,-1-1 0,1-3 0,23-7-950,54-8 894,441-18 654,1 1-1165,771-168-230,-433 84 1031,-723 102-1140,636-34 68,-150 40-75,-368 10-22,-231 5-6,441-14 194,7-22-203,-380 25 606,-47 5 1250,42-10-1856,-121 13 1096,0 0-1,-1-1 1,13-7-1096,28-8 186,-31 14-281,1 0-1,0 1 1,1 2 0,-1 1 0,5 1 95,-31 1-98,0 1 0,1 0 1,-1 0-1,1 0 0,-1 0 0,0 0 0,0 0 1,0 0-1,1 0 0,-1 0 0,0 0 1,0 0-1,0 0 0,-1 0 0,1 0 1,0 0-1,0 0 0,-1 0 0,1 0 1,0 0-1,-1 0 0,1 0 0,-1 0 98,0 2-316,-1-1-1,1 0 0,-1 0 0,0 0 1,0 0-1,0 0 0,0 0 0,0 0 1,0-1-1,-2 2 317,-33 16-6821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08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69 9898,'0'0'3062,"0"0"-540,0 0-318,0 0-529,0 0-404,0 0-537,4-10-275,14-30-185,-16 38-262,0 0 0,0 0 0,0 1 0,0-1-1,1 1 1,-1 0 0,0-1 0,1 1-1,-1 0 1,1 1 0,-1-1 0,1 0 0,-1 1-1,1-1 1,0 1 0,-1 0 0,1-1 0,-1 2-1,1-1 1,0 0 0,-1 0 0,1 1-1,2 0-11,8 0 28,-6-1-26,-1 0-1,0 1 1,1 0-1,-1 0 1,0 1-1,1 0 1,-1 0-1,0 0 1,0 1-1,0-1 1,-1 1 0,1 1-1,-1-1 1,0 1-1,1 1-1,2 2-4,0 1 1,0 0-1,-1 1 0,0-1 0,-1 1 1,0 1-1,0-1 0,2 8 4,2 5 11,-2 0-1,0 1 1,-1-1 0,-2 2 0,0-1-1,-1 0 1,-2 1 0,0 3-11,-2 172 291,0-198-273,0-1-8,-1 0-1,0 0 1,1 0-1,-1 1 1,0-1-1,1 0 1,-1 0-1,0 0 1,1 0-1,-1 0 1,0 0-1,0 0 1,1-1-1,-1 1 1,0 0 0,1 0-1,-1 0 1,1-1-1,-1 1 1,0 0-1,1-1 1,-1 1-1,1 0 1,-1-1-1,0 1 1,1-1-1,-1 1 1,1-1-1,0 1 1,-1-1-1,1 1 1,-1-1-1,1 0 1,0 0-10,-18-22-21,17 21 42,-3-5-12,0 0 0,1 0 1,0 0-1,1 0 0,-1-1 0,1 0 0,1 1 0,0-1 0,0 0 0,0 0 0,1 0 1,0-2-10,-6-45 80,6 54-78,-1 0 0,1 1 0,-1-1 1,1 0-1,-1 1 0,1-1 0,-1 1 1,0-1-1,1 1 0,-1-1 0,0 1 1,1-1-1,-1 1 0,0 0 0,0-1 1,0 1-1,1 0 0,-1 0 0,0 0 1,0-1-1,0 1 0,1 0 0,-1 0 1,0 0-1,0 0 0,0 1 0,0-1 1,1 0-1,-1 0-2,-27 7-141,-23 25 144,2 2 0,-30 27-3,8-5-42,56-46 32,11-7 5,0 0 0,0-1-1,1 2 1,-1-1 0,0 0-1,1 1 1,0-1 0,0 1-1,0 0 1,-1 1 5,4-4-88,0-1-21,0 1-62,1 0 1,0 0 0,-1 0 0,1 0 0,0-1 0,-1 1-1,1 0 1,0 0 0,0-1 0,-1 1 0,1 0 0,0-1-1,0 1 1,0-1 0,0 1 0,0-1 0,0 0 0,0 1 0,0-1-1,0 0 1,0 0 0,0 1 0,0-1 0,0 0 0,0 0-1,1 0 1,-1-1 170,34-1-6381,-9-6-2410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09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8690,'0'0'3535,"0"0"-1426,0 0-528,0 0-594,0 0-540,0 0-120,-12 20 205,6-11-439,-6 8 137,2 1 1,0 0 0,0 0-1,2 1 1,1 1-1,0-1 1,-3 19-231,-2 18 638,2 1 0,4 1 1,1 0-1,3-1 0,6 51-638,-3-101 4,0-1 0,0 0 0,0 1 0,1-1-1,0 0 1,1 0 0,-1 0 0,1-1 0,0 1-1,1-1 1,-1 1 0,1-1 0,0 0 0,0 0-1,4 2-3,0 0 61,0-1 0,1 0 0,0 0 0,0-1 0,0 0 0,0-1 0,1 0 0,0 0 0,2 0-61,12 3-375,1-2-1,-1-1 1,15 1 375,65 1-4966,-100-6 4583,35 3-4611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1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10666,'0'0'1863,"0"0"-322,0 0 200,30 0-758,94-2-431,-112 1-428,-1 0-1,0 0 1,0-1-1,0-1 1,0 1 0,-1-2-1,1 0 1,-1 0-1,0-1 1,0 0-1,1-1-123,14-8 330,-25 14-312,10-4 295,-1-1 0,0 1 0,0-2 0,-1 1 0,0-1 0,0-1 0,0 1 0,-1-1 0,6-7-313,-13 13 59,1 0 0,-1 0 0,0 0-1,1 0 1,-1-1 0,0 1 0,0 0 0,0 0 0,0 0 0,0-1 0,0 1-1,0 0 1,0 0 0,-1-1 0,1 1 0,0 0 0,-1 0 0,1 0-1,-1 0 1,1 0 0,-1 0 0,0 0 0,1 0 0,-1 0 0,0 0 0,0 0-1,0 0 1,1 0 0,-1 0 0,-1 0-59,-31-23 52,26 20 116,2 1-164,-1-1 0,1 2 0,-1-1 0,0 1 0,0-1 0,0 2 0,-1-1 0,1 1-1,0 0 1,-1 0 0,1 1 0,0-1 0,-1 1 0,1 1 0,0 0 0,-1-1 0,1 2 0,0-1 0,0 1 0,-1 0-4,-2 2 3,-1-1 0,1 2 0,0 0 0,0 0 0,0 0 0,1 1 0,0 1 0,0-1 0,1 1 0,-1 0 0,2 1-1,-2 1-2,1 0 32,1 1-1,0 0 0,0 1 1,1-1-1,1 1 0,0 0 0,0 0 1,1 1-1,0-1 0,1 1 0,0-1 1,1 1-1,1 0 0,-1 0 0,2-1 1,0 1-1,0 0 0,3 8-31,-2-14 37,1 0 1,-1 0-1,1 0 0,1 0 0,-1-1 0,1 1 1,0-1-1,1 0 0,-1 0 0,1 0 0,0-1 1,0 1-1,0-1 0,0-1 0,1 1 0,0-1 1,0 0-1,0 0 0,0 0 0,0-1 0,0 0 1,1 0-1,-1-1 0,3 1-37,22 3 79,0 0 0,0-3 1,1 0-1,16-2-79,-34 0 9,3 0 32,-1-1 0,1 0-1,-1-1 1,1-1 0,-1 0 0,9-4-41,-20 6-97,1-1-1,-1 0 1,0-1 0,0 1 0,-1-1 0,1 0 0,0 0 0,-1-1 0,0 1-1,0-1 1,0 0 0,0 0 0,0-1 0,-1 1 0,0-1 0,0 1 0,0-1-1,0 0 1,-1 0 0,0 0 0,1-5 97,4-16-1449,6-18-4455,-4 11-2506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12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3473,'0'0'8334,"0"0"-4636,0 0-2025,0 0-656,0 0-219,-3 26 64,-1 3-576,-2 12 389,2-1 0,1 38-675,3-68 124,0 29 635,1 0 1,6 31-760,-5-57 80,1 1 0,1-1 0,0 1 0,1-1 0,0 0 0,1-1 0,1 1 0,0-1 0,5 7-80,-8-13-77,0 0 0,1 0 0,-1 0 0,1 0 0,1-1 0,-1 0 0,1 0 0,0 0 0,0 0-1,0-1 1,0 0 0,1-1 0,0 1 0,0-1 0,0-1 0,0 1 0,0-1 0,0-1 0,1 1 0,-1-1-1,0 0 1,1-1 0,-1 0 0,1 0 0,-1 0 0,7-2 77,-11 1-318,0 0-1,0 0 1,0-1 0,0 1-1,0-1 1,0 0 0,-1 0-1,1 0 1,-1 0 0,1 0-1,-1-1 1,0 1 0,0-1-1,0 1 1,0-1-1,0 0 1,-1 0 0,1 0-1,-1 0 1,0 0 0,0 0-1,0 0 1,0 0 0,0-2 318,4-20-6760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1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6313,'0'0'5514,"0"0"-3202,0 0-336,0 0-1191,0 0-497,0 0-88,0 0 0,215-24-200,-152 9-64,-14 3-2705,-2 0-7769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1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7282,'0'0'2200,"0"0"-525,0 0-180,0 0-481,0 0-236,-32 7-84,-97 21 25,72-19 1266,47-9-662,9 0-273,1 0-254,0 0-197,25 0-88,24 0-427,1-2 0,-1-2 0,45-10-84,-80 13 73,-13 1 14,-17 0 509,-45-1 14,30-1-511,-1 1 0,1 2 0,-15 3-99,25 2-589,37-4-4158,7-2-286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1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30 270 5569,'0'0'1935,"0"0"639,0 0 149,0 0-585,0 0-328,0 0-295,0-8-700,2-38-14,-2-66 978,0 101-1489,-1 0 1,-1 0-1,1 0 1,-2 0-1,0 1 1,0-1-1,-1 1 0,-3-7-290,7 17 6,0 0-1,0 0 1,0 0-1,0 0 0,0 0 1,0 0-1,0 0 1,0 0-1,0 1 0,0-1 1,0 0-1,0 0 0,0 0 1,0 0-1,0 0 1,0 0-1,0 0 0,0 1 1,0-1-1,0 0 1,0 0-1,0 0 0,0 0 1,0 0-1,0 0 1,0 0-1,0 0 0,0 1 1,-1-1-1,1 0 0,0 0 1,0 0-1,0 0 1,0 0-1,0 0 0,0 0 1,0 0-1,0 0 1,0 0-1,-1 0 0,1 0 1,0 0-1,0 0 0,0 0 1,0 0-1,0 0 1,0 0-1,0 0 0,-1 0 1,1 0-1,0 0 1,0 0-1,0 0 0,0 0 1,0 0-1,0 0 1,0 0-1,0 0 0,-1 0 1,1 0-1,0 0 0,0 0 1,0 0-1,0 0-5,-2 20 39,1 27-86,1-1 1,3-1 0,1 0 0,2 0 1,3-1-1,1 0 0,2 0 0,12 26 46,-15-32-3741,-9-37 3202,0 0 0,0 1-1,0-1 1,0 0 0,0 0 0,0 1 0,0-1 0,0 0 0,-1 0 0,1 0 0,0 1 0,-1-1-1,1 0 1,-1 0 0,1 0 0,-1 0 0,0 0 0,0 1 539,-11 6-7576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15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5697,'0'0'1897,"0"0"263,0 0 225,0 0-1297,0 0-184,0 0 120,0 0 553,120-9-129,-71-6-728,7 0-328,4 0-392,-4 0-88,24 6-1512,-21-3-2385,-3 3-4321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16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5577,'0'0'4158,"0"0"-1872,0 0-640,0 0-719,0 0-491,0 0 285,8 4 321,32 17 220,-2 1 0,0 2-1,1 2-1261,-24-14 59,-1 0-1,0 1 1,0 0-1,-2 1 1,1 1-1,-2 0 1,0 1-1,-1 0 1,0 1-59,3 11 23,-1 0 1,-1 0-1,-2 1 1,-1 0-1,-1 0 1,-2 1-1,1 17-23,1 49 163,-5 69-163,-2-115 27,-1-39 20,0-1 0,0 0 0,-2 0 0,1 1 0,-1-2-1,-1 1 1,0 0 0,0-1 0,-1 1 0,0-1 0,-4 6-47,-2 3 204,10-16-139,-1 1-1,0-1 0,0 0 0,0 0 0,-1 0 0,1 0 0,0 0 1,-1 0-1,1-1 0,-1 1 0,-2 0-64,2 0-120,-1 0 1,1 0-1,-1 0 0,1 0 0,0 1 0,0 0 1,0-1-1,0 1 0,0 0 0,0 1 120,-19 30-5654,12-22-1961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2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2 132 9194,'0'0'2885,"0"0"-945,0 0-277,0 0-153,0 0 66,0 0 106,-1-7-551,1 4-1099,0-1 1,0 0 0,0 1 0,0-1 0,1 0 0,-1 1 0,1-1-1,0 1 1,0-1 0,0 1 0,0-1 0,1 1 0,0 0-1,-1-1 1,1 1 0,0 0 0,1 0 0,0-1-33,2 0 69,0-1 0,0 1 1,0 0-1,0 1 0,0 0 0,1-1 1,0 1-1,0 1 0,0-1 0,2 1-69,14-4 136,-1 1 0,0 1 0,1 1 0,0 1 0,0 1 0,3 1-136,-19 0 0,0 0 1,0 1 0,-1 0-1,1 0 1,0 0-1,0 1 1,-1 0 0,1 0-1,-1 0 1,1 1 0,-1 0-1,0 0 1,0 0-1,0 1 1,0 0-1,3 3 3,-1 1 0,1-1-1,-1 2 1,-1-1 0,1 1 0,-1 0 0,-1 1-1,1 1-2,9 22 13,-2 1-1,-1 0 1,-1 1-1,2 17-12,19 111 291,6 103-291,-19-113 660,-43-267 831,9 59-1516,4-1-1,2 1 1,0-20 25,5-11 15,3 85-15,1 0 0,0 1 0,0-1-1,-1 0 1,1 0 0,-1 1 0,1-1 0,0 1 0,-1-1 0,1 0 0,-1 1 0,0-1 0,1 1 0,-1-1 0,1 1 0,-1-1 0,0 1 0,1 0 0,-1-1 0,0 1 0,1 0 0,-1 0 0,0-1 0,0 1 0,1 0 0,-1 0 0,0 0 0,0 0 0,1 0 0,-1 0 0,0 0 0,0 0 0,1 0 0,-1 0 0,0 0 0,0 1 0,1-1-1,-1 0 1,0 0 0,0 1 0,1-1 0,-1 0 0,0 1 0,1-1 0,-1 1 0,-34 19-70,-10 20 57,2 3 0,2 1 1,2 2-1,2 2 1,2 1-1,3 2 1,-14 29 12,36-63-29,7-12 22,0-1 0,0 0 0,1 1 0,-1 0 0,1-1 0,0 1 0,1 0 0,-1 0 0,1 0 0,0 0 1,0 0-1,0 3 7,1-7-68,4-1-194,0-1 0,-1 0 0,0 0 0,1-1 0,-1 1 1,1-1-1,-1 1 0,0-1 0,0 0 0,0 0 1,2-3 261,16-8-3342,2 2-2299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5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11026,'0'0'4608,"0"0"-2921,0 0-171,0 0-445,12 52-177,116 642 2186,-96-374-1942,-8-71-489,-24-244-612,6 43-12,-4-32 64,-1-20 218,-15-350-75,-1-9-127,15 300-103,-1-138 32,-11-32-34,10 134-72,6 114 68,1-1-1,1 0 1,0 0-1,1 0 1,1-1-1,0 0 1,1-1-1,0 1 0,1-2 1,0 1-1,0-1 1,2-1-1,-1 0 1,1-1-1,1 0 1,0-1-1,0 0 1,0-1-1,1 0 1,0-1-1,0-1 1,1 0-1,-1-1 0,1-1 1,1 0 4,31 2-1115,0-3 1,0-2-1,29-3 1115,-25-2-3086,1-3 0,-2-2 1,6-3 3085,29-13-8585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5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7 11018,'0'0'2888,"0"0"-605,-36 17 308,-6 2-1890,-10 5 234,1 3-1,2 1 1,-13 12-935,33-21 408,-26 17 263,2 2 0,2 2-1,-22 24-670,138-123 68,4 3 0,1 3 0,3 3-1,2 3 1,61-26-68,-130 70-4,1-1 1,0 2-1,0-1 0,0 1 1,0 0-1,0 0 0,0 1 1,1 0-1,0 0 4,-6 1-1,0 1 0,0-1 0,0 0 0,0 0 0,0 1 0,0 0 0,0-1 0,0 1-1,0 0 1,-1 0 0,1 0 0,0 0 0,-1 0 0,1 0 0,0 0 0,-1 0 0,0 1 0,1-1 0,-1 1 0,0-1 0,0 1 0,1-1 0,-1 1 0,0 0 0,-1 0-1,1-1 1,0 1 0,0 0 0,-1 0 0,1 0 0,-1 0 0,0 0 0,1 1 1,5 45 29,-2 1-1,-2-1 1,-5 47-29,1-6 46,2 492 62,0-579-170,0 0 0,0 0 0,0 0 0,0 0-1,0-1 1,0 1 0,0 0 0,0 0 0,1 0 0,-1 0 0,1-1 0,0 1-1,-1 0 1,1-1 0,0 1 0,0 0 0,0-1 0,0 1 0,0-1-1,0 1 1,1-1 0,-1 0 0,0 0 0,1 1 0,-1-1 0,1 0 0,-1 0-1,1 0 1,0-1 0,0 2 62,5-1-861,0 0 0,0 0 0,1-1 0,-1 0 0,0 0 0,0 0 0,0-1 0,2-1 861,51-7-8358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58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 15539,'0'0'2729,"0"0"-1793,0 0 552,0 0-199,-66 196-385,32-113-104,1 1-160,0-1-200,4-11-288,2-13-80,7-14-64,7-16-8,0-14-232,-10-15-1000,-1-24-1192,1-14-4978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58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1 715 12219,'0'0'2952,"0"0"-831,0 0-129,0 0-1224,0 0 665,0 0-297,198 107-424,-138-65-472,-4-3-72,0-4-160,0-2 32,4-6-40,36-9-976,-14-6-2721,-9-12-3528</inkml:trace>
  <inkml:trace contextRef="#ctx0" brushRef="#br0" timeOffset="1">963 1 14347,'0'0'2193,"0"0"-1497,0 0 1528,0 0-1584,0 0 240,20 226 161,-3-95 47,-8 9-144,1-24-216,7 9-336,6-21-232,7-18-88,10-20-72,6-28 0,7-20 0,23-21-648,-10-26-1608,-13-16-4010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59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14123,'0'0'2096,"0"0"-805,0 0 170,0 0-585,2 42 224,-2-14-858,2 44 488,2 0-1,4-1 1,7 25-730,4-9 1437,25 66-1437,-31-115 112,2-1-1,1 0 1,2-2 0,2 0-1,6 7-111,-22-35 12,2 0-1,-1 0 1,1-1-1,0 0 0,0 0 1,1 0-1,-1-1 1,1 0-1,1 0-11,-4-2-25,0-1 1,0-1-1,0 1 0,0 0 0,0-1 1,1 0-1,-1 0 0,1 0 1,-1 0-1,0-1 0,1 0 1,-1 0-1,1 0 0,-1 0 0,1-1 1,-1 0-1,3 0 25,-5 0-66,0 0 0,0 1 0,0-1 0,-1 0 0,1 0 0,0 0 0,-1 0 0,1 0 0,0-1 0,-1 1 0,0 0 0,1-1 0,-1 1 0,0-1 0,1 1 0,-1-1 0,0 0 0,0 1 0,-1-1 0,1 0 0,0 0 0,0 0 66,6-43-1959,-6 35 1318,3-56-5521,-4 3-3367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59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14307,'0'0'4401,"0"0"-2721,0 0 521,0 0-953,0 0-768,0 0-248,192-45-216,-90 15-16,1 4-400,16-4-864,-26 6-1729,-24 3-3064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0:5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12483,'0'0'1808,"0"0"-1096,0 0 416,122 163 473,-62 1-369,-17 0 216,-13-10-183,-24-29 39,-6-35-408,0 2-408,0 0-312,-10-15-104,-3-11-72,3-13-192,4-8-1336,6-12-3465,0-18-5265</inkml:trace>
  <inkml:trace contextRef="#ctx0" brushRef="#br0" timeOffset="1">772 706 14891,'0'0'2937,"0"0"-1433,0 0-368,0 0-584,0 0-335,231 3-121,-135 3-88,0 3-8,7-3-769,-31 0-2015,-22-3-3354</inkml:trace>
  <inkml:trace contextRef="#ctx0" brushRef="#br0" timeOffset="2">921 1122 12683,'0'0'1712,"0"0"200,0 0-367,0 0-425,0 0-808,224-80-312,-134 53-240,29 4-1288,-23 5-1145,-20 6-7961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00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0 417 14755,'0'0'1921,"0"0"-10,31 16-20,-22-11-1738,28 16 364,1-3 0,1 0 0,0-3 0,1-1 0,23 3-517,11-1 423,1-3 0,0-3 0,1-4 0,0-3 1,0-3-1,72-10-423,-112 4 67,-1-2 1,0-1-1,0-1 1,0-2-1,-2-2 1,1-1-1,-2-1 1,25-18-68,-53 31 20,1-1 0,0 0-1,-1 0 1,0 0 0,0 0 0,0-1 0,0 0-1,-1 0 1,0 0 0,0 0 0,0 0 0,-1-1-1,0 1 1,0-1 0,0 0 0,0 1 0,-1-1-1,0 0 1,-1 0 0,1 0 0,-1 0 0,0 0 0,0 0-1,-1 0 1,0 0 0,0 0 0,0 1 0,-1-1-1,0 0-19,-3-9 52,0 0-1,-1 1 0,-1 0 0,0 1 1,-1-1-1,0 1 0,-1 1 0,0 0 1,-1 0-1,-9-8-51,3 6-7,0 0 0,0 2 0,-2 0 0,1 0 0,-1 2 0,-1 0 0,0 2 0,0 0 0,-1 0 0,-10-1 7,-5 1-15,-1 1 0,0 2 0,0 2 1,-1 1-1,-22 2 15,35 1-2,1 2 1,1 0-1,-1 1 1,0 2-1,1 0 1,0 2 0,1 0-1,-15 8 2,-7 6-25,1 3 0,1 1 0,-24 20 25,41-28-2,2 0 0,0 2 0,1 0 0,1 1 0,1 2 0,1-1 0,1 2 0,1 1 0,1 0 0,1 0 0,2 2 0,0 0 0,2 0 0,1 1 0,1 0 0,1 0-1,1 8 3,2-5 0,2-1 0,1 1 0,1 0 0,2 0 0,0 0 0,3-1 0,0 0-1,2 0 1,3 3 0,-3-12 5,1-1 0,1-1 1,0 1-1,2-1 0,0-1 0,1 0 0,1-1 0,1 0 0,0-1 0,2-1 1,-1 0-1,2-1 0,7 5-5,-3-4 6,1-2 1,0 0-1,1-1 0,0-2 1,1 0-1,0-1 1,1-2-1,0 0 0,6-1-6,17 2 16,0-3-1,0-2 0,0-2 0,22-3-15,-47 0-13,1-1 0,-1-1 0,0 0 0,-1-2-1,1-1 1,-1-1 0,0-1 0,-1-1-1,0 0 1,-1-2 0,0 0 0,-1-2 0,1-1 13,8-7-879,-2-1 0,0-2 0,13-17 879,-8 5-4009,-3-1-1,11-19 4010,-8 8-8143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0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22 11987,'0'0'1841,"0"0"-362,0 0-30,32-5-52,106-12-314,-128 17-997,0 0 1,1 1-1,-1 0 0,0 1 1,0 0-1,0 0 0,0 1 1,-1 0-1,1 1 0,-1 0 1,0 1-1,0-1 0,6 6-86,3 3 109,-1 1 0,-1 1 0,0 0 0,-1 1 0,-1 1-109,5 6 103,-2 1-1,0 1 1,-2 0 0,-1 1-1,-1 1 1,-1 0-1,-1 1 1,-2 0 0,-1 1-1,-1 0 1,-1 0-1,-1 0 1,-2 1 0,-1-1-1,-2 23-102,0-16 139,0-34 62,-1-6 281,-7-41-20,-3 0 0,-1 0-462,-15-62 53,19 61-30,-8-34 24,16 79-47,0 0 0,-1 0 0,1 1 0,0-1 0,-1 0 0,1 0 0,-1 1 0,1-1 0,-1 0 0,1 0 0,-1 1 0,1-1 0,-1 1 0,1-1 0,-1 0 0,0 1 0,0 0 0,1-1 0,-1 1 0,0-1 0,0 1 0,1 0 0,-1-1 0,0 1 0,0 0 0,0 0 0,1 0 0,-1-1 0,-1 1 0,0 1-2,0-1 0,0 0 0,0 0-1,0 1 1,0 0 0,0-1-1,0 1 1,0 0 0,0 0-1,0 0 1,0 0 0,-1 1 2,-20 15 9,1 1 1,1 1 0,-10 12-10,-32 30 119,-13-2 7,-2-3 0,-29 12-126,-13 10-269,120-78 214,0 0 0,0 0 0,0 0 0,0 0 0,0 0 0,-1 0 0,1 0 0,0 0 0,0 0 0,0 0 0,0 0 0,0 0 0,0 0 0,-1 0 0,1 0 0,0 0 1,0 0-1,0 0 0,0 1 0,0-1 0,0 0 0,0 0 0,0 0 0,-1 0 0,1 0 0,0 0 0,0 0 0,0 1 0,0-1 0,0 0 0,0 0 0,0 0 0,0 0 1,0 0-1,0 1 0,0-1 0,0 0 0,0 0 0,0 0 0,0 0 0,0 0 0,0 1 0,0-1 0,0 0 0,0 0 0,0 0 0,0 0 0,0 0 0,0 0 0,0 1 1,1-1-1,-1 0 0,0 0 0,0 0 0,0 0 0,0 0 0,0 0 0,0 0 0,0 0 0,1 1 0,-1-1 0,0 0 0,0 0 0,0 0 0,0 0 0,0 0 0,0 0 1,1 0-1,-1 0 55,18 2-2139,22-6-2320,-1-11-3582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0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 12203,'0'0'3072,"0"0"-1551,0 0 87,0 0-248,-146 223-296,113-122 57,7 9 39,12-3-136,14-6-320,0-17-368,24-19-200,19-17-88,13-19 8,3-14-56,24-15-328,-13 0-1744,-17-9-4545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03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11282,'0'0'2709,"31"0"584,-19 0-2978,96-1 3070,13-6-3385,241-6 2178,-361 13-2146,0 0-1,0 0 1,0-1-1,0 1 0,-1-1 1,1 1-1,0-1 1,0 1-1,0-1 0,0 1 1,-1-1-1,1 0 1,0 1-1,0-1 0,-1 0 1,1 0-1,-1 1 1,1-1-1,-1 0 1,1 0-1,-1 0 0,1 0 1,-1 0-1,0 0 1,1 0-1,-1 0 0,0 0 1,0 0-1,0 0 1,0 0-1,0 0 0,0-1-31,0-40 428,0 32-379,0 6-41,-1 0-1,1-1 1,-1 1-1,0 0 1,0 0 0,0 0-1,-1 0 1,1 0 0,-1 0-1,0 0 1,0 1 0,-1-1-1,1 1 1,-1-1-1,1 1 1,-1 0 0,0 0-1,0 0 1,-1 1 0,1-1-1,-1 1 1,1-1 0,-1 1-1,0 0 1,1 1-1,-1-1 1,0 1 0,0-1-1,-1 1 1,1 0 0,-1 0-8,-17-3 4,-1 0 0,0 1 1,0 1-1,-1 2 1,-1 0-5,17 0 0,1 0 1,0 1 0,0 0-1,0 0 1,0 1-1,0 0 1,0 0 0,1 1-1,-1 0 1,1 0 0,-1 0-1,1 1 1,0 0 0,1 0-1,-2 1 0,-2 3 1,1 0-1,0 1 1,0 0-1,1 0 1,1 1-1,-1-1 1,1 1-1,1 1 1,0 1-1,-6 14 2,2 0 1,1 1-1,1 0 0,1 0 1,1 1-1,2 0 0,0 14-2,2-29 6,1-1 0,0 0 0,1 0 0,0 0 0,1 0 0,1 0 0,0-1 0,0 1 0,1-1 0,4 8-6,-4-11 5,0-1 0,1 0-1,0-1 1,0 1 0,0-1 0,1 0-1,0 0 1,0-1 0,1 0-1,0 0 1,0 0 0,0-1 0,0 0-1,0 0 1,7 2-5,7 0 14,-1 0-1,1-2 1,0 0 0,0-1-1,1-1 1,-1-1-1,1-1 1,-1-1 0,18-4-14,-24 4-57,0-2 0,-1 0 0,0-1 0,1 0 0,-2-1 0,1-1 1,0 0-1,4-4 57,18-12-1188,-1-1 1,7-8 1187,-41 30-44,62-50-5289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03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14107,'0'0'3735,"0"0"-2394,0 0-68,-8 30 129,1-1-1079,-4 16 233,2 0-1,2 0 1,-1 28-556,7-54 183,-2 16 51,2 0 1,1 0-1,1 1 0,2-1 1,6 26-235,-7-54 6,-1 1 0,1-1 0,1 0 0,-1 0 0,1 0 1,0 0-1,1-1 0,-1 1 0,1-1 0,1 0 0,-1 0 0,1 0 0,0-1 0,1 1 1,-1-1-1,1 0 0,0-1 0,0 0 0,0 0 0,1 0 0,-1 0 0,1-1 0,0 0 1,0-1-1,0 0 0,1 0 0,-1 0 0,0-1 0,7 1-6,-5-1-98,1 0-1,-1-1 1,1 0 0,-1-1-1,1 0 1,-1 0 0,0-1-1,6-2 99,-9 2-330,-1 0 0,0 0-1,0-1 1,0 0-1,0 0 1,0 0-1,-1-1 1,1 1-1,-1-1 1,0 0-1,0-1 1,0 1-1,-1-1 1,3-3 330,15-30-5356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0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12139,'0'0'5049,"0"0"-3881,0 0 448,0 0-487,0 0-193,0 0-512,225 6-264,-142-6-160,23 0-184,-24 0-2529,-19 0-6721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04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8786,'0'0'5065,"0"0"-2993,0 0 993,0 0-1217,0 0-815,0 0-505,0 0 72,26 3 184,24-3-352,9 0-272,1-6-160,3-6-264,-7 0-1136,23-6-1497,-19 0-2568,-7 0-6081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16508,'0'0'2475,"0"0"-724,0 0-224,0 0-699,22-2-383,-22 2-445,116-11 1467,0 5 0,78 8-1467,-182 1 18,0-1 0,0 2 0,0 0 0,-1 0 0,1 1-1,-1 0 1,-1 1 0,1 0 0,3 4-18,0-1-204,-1-1 0,1-1 0,1 0 1,11 3 203,-21-9 104,-4-1-1782,-3 0-4662,-17 0-1870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1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10418,'0'0'2243,"0"0"-641,0 0-54,0 0-381,0 0-331,0 0 267,-1 36 114,0 10-852,-3 186 1098,6-196-1260,0 0 0,3 0-1,1 0 1,1-1 0,2 0 0,2 0-1,1-1 1,1 0 0,2-1 0,2-1-1,3 4-202,-10-19 33,1-1 1,0-1-1,1 0 0,0-1 0,1 0 0,1-1 0,1 0 0,-1-1 1,2-1-1,-1 0 0,2-1 0,-1-1 0,1-1 0,1 0 0,0-1 0,0-1 1,0 0-1,0-2 0,1 0 0,0-1 0,0-1 0,1-1-33,-9 0-56,4 0 63,0-1 0,1 0 0,-1 0 0,0-2 1,0 0-1,13-4-7,-24 5-172,0-1-1,0 0 1,0 0 0,0 0 0,0 0 0,-1-1 0,1 1 0,-1-1 0,1 0-1,-1 0 1,0 0 0,0-1 0,0 1 0,-1-1 0,1 0 0,-1 1 0,0-1-1,0 0 1,0 0 0,-1-1 0,1 1 0,-1 0 0,0 0 0,0-1-1,-1 1 1,1-1 172,1-75-8828,-5 47 97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2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8954,'0'0'3209,"0"0"-1305,0 0 160,0 0-703,0 0-369,0 0-376,0 0 240,89 0 216,-29-15-455,6-6-361,3-5-136,1 2-120,32-9-280,-19 6-1825,-7 4-3328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2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0 12123,'0'0'2004,"0"0"-469,0 0 240,0 0-751,-31 29-272,-22 19 77,-26 32-829,70-70 145,1 2 1,0-1 0,0 1-1,1 0 1,1 1-1,0-1 1,0 1 0,1 0-1,1 1 1,0-1 0,1 1-1,-1 13-145,-1 2 260,-6 37 532,3 0 1,3 1 0,4 43-793,0-98 24,1 0 1,0 0-1,1 1 1,1-1-1,0 0 1,0-1-1,1 1 1,1 0 0,0-1-1,0 1 1,1-1-1,1 0 1,-1-1-1,2 1 1,0-1-1,0-1 1,1 1-1,0-1 1,0-1 0,1 1-1,0-1 1,4 2-25,0-1-55,1-1 0,0-1 1,0 0-1,0 0 0,1-2 0,0 0 1,0 0-1,14 1 55,2-1-1524,-1-1 0,1-2-1,29-2 1525,-1-6-5346,-10-14-4231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2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13091,'0'0'2088,"0"0"-984,0 0 17,0 0 463,176 125 64,-113-63-487,-4 1-337,-9-1-288,-4-2-200,-3-10-232,-7-2-56,-6-12-48,-3-7 0,-7-8-456,-11-21-1632,-5 0-2585,-4 0-3569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3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1 9978,'0'0'2377,"0"0"-81,-109 181 689,52-95-1089,1 4-488,0-7-543,3-9-353,13-11-352,11-18-152,15-16-8,14-17-352,17-12-1753,29 0-567,0-21-3482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3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11330,'0'0'2302,"0"0"-5,0 0-593,0 0-578,26 26 121,-1-2-890,-9-10-142,0 1 1,-2 0-1,0 1 1,0 0-1,-2 1 1,0 1 0,-1 0-1,0 1 1,-2 0-1,2 5-215,3 17 336,-2 0 0,-1 0 0,-3 1 0,-1 0 1,-2 0-1,-2 1 0,-2 0 0,-1-1 0,-6 36-336,3-63 25,0 0-1,-1-1 1,-1 1 0,0-1 0,-7 12-25,6-13-142,0 1 0,1-1 0,1 1 0,0 0 0,1 0 0,0 5 142,3-18-87,0 0 1,0-1 0,0 1 0,0 0 0,0-1-1,0 1 1,0 0 0,1-1 0,-1 1 0,0-1-1,1 1 1,-1-1 0,0 1 0,1-1-1,-1 1 1,1-1 0,-1 1 0,0-1 0,1 1-1,-1-1 1,1 1 0,0-1 0,-1 0 0,1 1-1,-1-1 1,1 0 0,-1 0 0,1 0 0,0 1-1,-1-1 1,1 0 0,0 0 0,-1 0-1,1 0 1,0 0 0,-1 0 0,1 0 86,31 0-3432,-21-1 1683,32 1-5973</inkml:trace>
  <inkml:trace contextRef="#ctx0" brushRef="#br0" timeOffset="1">698 254 12291,'0'0'2064,"0"0"-1056,0 0 1049,0 0-1145,0 0-488,0 0-176,0 0-40,112-6-56,-52 6-144,13 0-8,-10 0-1056,-24-3-2825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3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14555,'0'0'1849,"0"0"-545,0 0-88,0 0-160,0 0-712,235-9-344,-139-6-216,40-2-1144,-24-1-1145,-16 6-1919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4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769 1224 4441,'0'0'5424,"0"0"-2638,0 0-1106,0 0-357,0 0-172,0 0-40,-10-12-79,9 11-1006,-6-8 195,-1 0 0,0 0 0,0 1 0,-1 0 0,0 0 0,-1 1 0,0 1 0,0-1 0,-7-2-221,-54-25 689,17 8-38,-30-8-651,65 27 25,-1 1 0,0 1 0,-1 1 1,1 0-1,-1 2 0,-7 0-25,11 1 6,0 1 1,0 1-1,0 0 0,0 2 1,1 0-1,-1 0 0,0 2 0,1 0 1,-4 2-7,12-3 1,0 0 0,0 1 1,1 0-1,-1 0 1,1 1-1,0-1 0,1 2 1,-1-1-1,1 1 0,1 0 1,-1 0-1,1 0 1,0 1-1,1 0 0,0 0 1,0 0-1,0 1 0,0 4-1,-1 0 33,1 1 0,1 0 0,0 0 0,1 0 0,1 0 0,0 0 0,0 0 0,2 1 0,0-1 0,0 0-1,1 0 1,1 0 0,2 3-33,-2-7 14,0-1-1,1 0 1,0 0-1,1 0 1,0-1-1,0 1 1,1-1-1,0 0 1,0-1-1,1 1 1,0-1-1,0-1 1,1 0-1,0 0 1,0 0-1,0-1 1,1 0-1,0 0 1,2 0-14,7 2 27,0-1 0,1 0 0,0-2 0,0 0 1,0-1-1,13 0-27,29 0 155,26-4-155,-62 1 18,-7-1-23,-1 0 0,0-1 0,0 0 1,0-2-1,-1 0 0,1-1 0,-1 0 1,12-7 4,-21 9-113,0-1 1,0 0 0,-1 0 0,1 0 0,-1-1 0,0 0 0,0 0 0,-1-1 0,0 0-1,0 0 1,0 0 0,0 0 0,-1-1 0,0 1 0,-1-1 0,0 0 0,0-1-1,0 1 1,-1 0 0,1-4 112,3-34-1275,-1-1 0,-3-1 0,-1 1 0,-4-24 1275,0-28-105,-1 0 1596,-16-86-1491,2 20 832,12 88-518,-4-50-428,-10-25 114,11 103 1660,-3 0 1,-13-37-1661,22 74 499,2 8-384,1 0 0,-1 1 1,1-1-1,-1 1 0,0-1 0,0 0 0,0 1 0,0-1 0,0 1 1,-1 0-1,1-1 0,-1 1 0,0 0 0,-1-1-115,0 27 108,0 136-144,6 0 0,8-1 0,7 0 0,6-1 0,39 129 36,-28-167-5129,-21-80 244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5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0 223 9282,'0'0'1247,"0"0"-19,0 0 345,0 0-341,0 0-639,0 0-230,11 3 217,33 4 22,-1-1 0,1-3 0,0-2 0,30-2-602,-6 0 419,305-14 2991,217-41-3410,-191 13 678,-375 41-669,284-35 146,-254 27-159,-1-2 1,0-3-1,0-2 0,33-17 4,-112 48-2841,-1 0-1,2 1 1,-22 17 2841,-12 12-7669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5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801 831 11979,'0'0'1885,"0"0"-328,0 0 227,0 0-673,0 0-574,-28-26-33,-93-76 13,117 98-478,-1 1 1,1-1 0,-1 1 0,0 0 0,0 1 0,0-1-1,-1 1 1,1 0 0,-1 0 0,1 1 0,-1-1 0,1 1-1,-1 0 1,0 1 0,0 0 0,0 0 0,1 0-1,-1 0 1,-2 1-40,-17 1 158,0-1-72,-1 0-1,0 2 0,1 1 0,0 1 0,0 1 0,0 1 0,1 2 1,0 0-1,0 2 0,1 0 0,0 1 0,1 2 0,-8 7-85,16-11 104,0 1-1,1 1 0,0 0 0,1 1 1,1 0-1,0 0 0,1 2 1,0-1-1,1 1 0,1 0 0,0 1 1,1 0-1,1 0 0,0 1 1,1 0-1,1 0 0,1 0 1,0 0-1,1 1 0,1 1-103,1-13 12,0-1 0,-1 1 1,2 0-1,-1-1 0,1 1 0,0-1 0,0 0 0,0 1 1,1-1-1,0 0 0,0 0 0,0 0 0,1 0 0,-1 0 1,1 0-1,1-1 0,-1 1 0,0-1 0,1 0 1,0 0-1,0 0 0,0 0 0,1-1 0,-1 0 0,1 0 1,0 0-1,0 0 0,0-1 0,0 0 0,0 0 0,0 0 1,3 0-13,19 4 18,0-1 0,0-1 0,0-1 0,0-1 1,1-2-1,-1-1 0,3-1-18,-8 1 5,5 0 0,0-1 0,-1-2 0,1 0 0,-1-2 0,0-1 1,-1-1-1,21-9-5,-35 12-1,1-1 0,-1 0 0,0 0 0,-1-1 0,0 0 1,0-1-1,0 0 0,-1-1 0,0 0 0,-1-1 0,0 1 0,0-1 0,-1-1 1,-1 0-1,0 0 0,0 0 0,2-8 1,3-16 0,-1 0 0,-2-1 1,-2 0-1,-1 0 0,-1-17 0,0-66-39,-6-2 39,0 2 5,-2 9 649,-4 0 0,-5 1 1,-8-15-655,35 258 293,91 468-46,-101-568-444,-1 0 291,2 0 0,5 12-94,-8-37-450,0-1 1,1 1-1,0-1 0,1 0 0,0 0 1,0 0-1,1-1 0,0 1 1,0-1-1,0 0 0,3 2 450,12 5-6447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6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15835,'0'0'2017,"0"0"-27,0 0-846,0 0-761,0 0-230,-6 36-28,2-10-60,-9 64 1121,-1 70-1186,-2 332 2986,16-480-2975,0 0 0,1 0 0,0 0-1,1 0 1,0-1 0,1 1 0,1-1 0,0 1-1,0-1 1,1 0 0,0 0-11,-1-5-1,0-1 0,-1 0 1,2 0-1,-1 0 0,0 0 1,1-1-1,0 1 0,0-1 0,1 0 1,-1-1-1,1 0 0,-1 1 0,1-2 1,0 1-1,0-1 0,1 0 0,-1 0 1,0 0-1,1-1 0,6 0 1,-5 1-136,1-1-1,-1-1 0,1 1 0,-1-1 1,1-1-1,-1 0 0,1 0 1,-1-1-1,0 1 0,1-2 1,-1 1-1,5-4 137,-9 4-297,0 0 0,0-1 0,0 0 1,0 0-1,-1 0 0,0 0 0,1 0 0,-1-1 0,0 1 1,0-2 296,1-1-789,-1 0 0,0 0 0,0-1 0,0 1 0,-1-1 0,0 1 0,0-1 1,0 0 788,3-32-9188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15883,'0'0'2425,"0"0"432,0 0-1465,0 0-616,0 0-544,238-44-160,-142 32-40,-3 0-32,-4 3-104,-9 3-568,2 0-616,-19 0-2625,-17 3-5761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7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 14459,'0'0'1934,"0"0"-758,0 0-566,6 29 150,6 29-142,65 347 2623,-76-399-3201,16 115 656,-5 1 1,-5 16-697,-7-137 172,1-9-38,-1 0 0,0 0 0,-1 0 0,0 0 0,0 0 0,-1 0 0,0 0 0,0 1 0,-1-1 0,0 0 0,0 1 1,-4-6-135,-2-8 98,-12-30-53,2 0 1,3-1-1,1-1 1,3 0-1,3 0 1,2-1-1,1-15-45,4-1 36,-1 16 138,2 0 0,3 1 0,5-25-174,-7 78 9,1-1 1,-1 1-1,0-1 1,0 1-1,1-1 1,-1 1-1,0-1 1,1 1-1,-1-1 1,0 1-1,1 0 1,-1-1-1,1 1 1,-1-1-1,0 1 1,1 0-1,-1 0 1,1-1-1,-1 1 1,1 0 0,-1 0-1,1 0 1,-1-1-1,1 1 1,0 0-1,-1 0 1,1 0-1,-1 0 1,1 0-1,-1 0 1,1 0-1,-1 0 1,1 0-1,0 0 1,-1 1-1,1-1 1,-1 0-1,1 0 1,-1 0-1,1 1 1,-1-1-1,1 0 1,-1 1-1,0-1 1,1 0-1,-1 1 1,1-1-1,-1 0 1,0 1-1,1 0-9,26 19-88,-25-19 114,38 30-41,2-1 0,1-3 0,2-1 0,0-2 0,2-2 0,0-3 0,1-1 0,32 6 15,-63-19-427,0-2 0,1 0-1,-1-1 1,7 0 427,36-1-3927,-35-1 948,29 0-8988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7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78 8874,'0'0'5725,"0"0"-3096,-30-5-326,-97-17-858,119 21-1356,0 0-1,0 0 1,0 1-1,0 0 1,0 0-1,0 1 1,0 0-1,0 0 1,0 1-1,1 0 1,-1 1-1,0 0 0,1 0 1,0 0-1,-3 2-88,-2 4 104,1 0-1,0 0 1,0 1-1,1 0 1,0 1 0,-4 6-104,1-1 173,0-2-21,0 1-1,1 0 0,1 1 0,0 1 1,1-1-1,1 2 0,1-1 1,0 1-1,-2 11-151,10-28 2,-1 0 1,1-1-1,0 1 1,0 0 0,0 0-1,0 0 1,0 0-1,0-1 1,0 1-1,0 0 1,1 0-1,-1-1 1,0 1-1,0 0 1,1 0-1,-1-1 1,0 1-1,1 0 1,-1 0-1,1-1 1,-1 1-1,1-1 1,-1 1-1,1 0 1,-1-1-1,1 1 1,-1-1-1,1 1 1,0-1 0,0 1-3,28 5 80,37-11 63,-64 4-139,24-4 8,1-2-1,-1 0 1,0-2 0,-1-1 0,0-1 0,-1-1 0,0-1 0,-1-2 0,16-12-12,2-5-34,-1-2 1,-2-1-1,-2-2 1,20-27 33,-48 53-3,-7 9 2,1-1-1,-1 1 1,1 0-1,-1 0 1,1 0-1,0 0 1,0 0-1,0 0 1,0 0-1,0 1 1,0-1-1,1 1 1,-1-1-1,0 1 1,3-1 1,-4 3-5,0-1 0,0 1 0,0 0 0,-1-1 0,1 1 0,0 0 0,-1 0 0,1 0 0,0-1 0,-1 1 0,1 0 0,-1 0 0,1 0 0,-1 0 0,0 0 0,1 0 0,-1 0 1,0 0-1,0 0 0,0 0 0,0 1 0,0-1 5,5 36-7,-4-27 12,7 100 270,-4-1 0,-7 30-275,3-128 42,-3 46 332,-4 0 0,-2 6-374,-7 49-943,12-37-2676,4-70-1708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7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1 11426,'0'0'2097,"0"0"31,0 0-15,-152 196-465,102-128-656,4-2-87,6-10-297,7-11-312,6-12-200,14-12-40,3-15-56,4-6-424,-11-18-1289,-3-18-2896,4-6-4601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12963,'0'0'3088,"0"0"-1719,0 0 487,0 0-136,0 0-631,178 133-265,-135-94-432,-3-6-176,-4-6-216,-3-6-8,17-7-880,-10-5-1937,-7-9-3608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8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6753,'0'0'6802,"0"0"-2975,0 0-1147,0 0-867,0 0-594,-3 27-149,-17 184 363,12-157-1154,-9 79 99,5 0 0,6 7-378,5-90 1,0-10 22,1-1 1,6 33-24,-5-61-14,1 0 0,1 0 0,0 0 0,0 0 0,1-1 0,0 1 0,1-1 0,0 0 0,1-1 0,0 1 0,0-1 0,2 1 14,-4-7-140,-1 1-1,1-2 1,0 1 0,0 0-1,0-1 1,1 1-1,-1-1 1,0 0-1,1-1 1,0 1-1,-1-1 1,1 0 0,0 0-1,0 0 1,-1-1-1,1 0 1,2 0 140,-2 1-351,0-1 1,0-1-1,-1 1 0,1-1 1,0 1-1,0-1 1,0-1-1,0 1 1,-1-1-1,1 0 1,-1 0-1,1 0 0,-1-1 1,0 1-1,0-1 1,0 0-1,0 0 351,4-7-1626,-1 1-1,0-1 1,0 0-1,-1-1 0,-1 1 1,4-12 1626,3-14-7262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11466,'0'0'2206,"0"0"344,0 0-299,0 0-1153,0 0-286,0 36 342,0 241 1194,1 78-205,-1-342-2134,1 0 1,0 0-1,1-1 0,1 1 0,0 0 0,0-1 0,2 1 0,4 9-9,-7-17 3,1 0-1,-1-1 0,1 1 1,0-1-1,1 0 1,-1 0-1,1 0 0,0 0 1,0 0-1,0-1 0,0 0 1,0 1-1,1-2 1,0 1-1,-1 0 0,1-1 1,0 0-1,0 0 0,0-1 1,1 1-1,-1-1 1,5 0-3,-2 0-72,1 0 0,-1-1 0,1 0 1,-1 0-1,0-1 0,1 0 0,-1-1 1,0 0-1,0 0 0,0-1 0,0 0 1,0 0-1,-1-1 0,7-3 72,-9 4-340,-1-1-1,1 0 1,-1 0-1,0 0 1,0 0-1,0 0 1,-1-1-1,1 0 1,-1 0-1,0 0 1,-1 0-1,1 0 1,-1 0-1,0-1 1,0 1-1,-1-1 1,0 0-1,0 1 1,0-1-1,0 0 1,-1-2 340,1-28-5307,-1 7-2880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9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12363,'0'0'3144,"0"0"841,0 0-2529,0 0-335,0 0-273,0 0 24,0 0-232,36 9-232,20-9-200,4-3-136,3-6-40,-4 0-32,-6-3-48,10-12-904,-10 4-1392,-10-7-4226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19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10066,'0'0'6834,"0"0"-5674,0 0 1008,0 0-1287,0 0-137,99 161 136,-59-57 256,-4 9-96,-3-3-272,-10-6-343,-6-18-257,-7-11-160,-7-16-8,-3-11 0,-13 11-913,-20-11-1255,-10-9-3809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2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3873,'0'0'5096,"0"0"-2983,0 0-639,0 0-6,0 0 129,0 0 247,0-22-16,0-66-355,0 67-558,0 25-479,2 7-355,-1 1 0,2 0 1,0 0-1,0-1 0,1 0 1,1 0-1,0 0 1,1 3-82,10 20 198,45 126 342,-6 2 0,-7 3 1,-8 1-1,6 76-540,-1 42 132,44 319 899,-65-382-251,-7 170-780,-17-390 8,0-1-34,0 0-202,2-6-445,17-60-5640,-7 31-2043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20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6209,'0'0'6206,"0"0"-3746,-5 28-546,-13 95 2422,-1 83-4336,18-185 282,-2 93 2200,9 85-2482,-3-164 66,1 1 0,2-1-1,2 0 1,1-1 0,2 0-1,1 0 1,12 22-66,-19-47 15,0 0 0,1-1 0,0 0 0,0 0 0,1 0 0,0 0 0,0-1-1,1 0 1,0-1 0,7 5-15,-11-8-94,0-1-1,0 1 0,0-1 0,1 0 1,-1 0-1,1-1 0,0 1 0,0-1 1,-1 0-1,1 0 0,0 0 0,0-1 1,0 0-1,0 0 0,0 0 1,0 0-1,0-1 0,-1 0 0,1 0 1,0 0-1,0-1 0,-1 0 0,4-1 95,0-3-875,0 0-1,0 0 0,-1-1 0,0 0 0,0 0 0,-1-1 0,0 0 1,4-7 875,12-22-6719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21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3209,'0'0'11426,"0"0"-8833,0 0-1073,0 0-936,185-24-328,-96 9-144,4-3-112,16-3-128,-23 3-1616,-20 4-3513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21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9034,'0'0'4321,"0"0"-3129,0 0 905,0 0-425,0 0-528,0 0-576,0 0-280,192 6-152,-129-12-136,10-6-368,-20 3-2296,-17 4-5370</inkml:trace>
  <inkml:trace contextRef="#ctx0" brushRef="#br0" timeOffset="1">99 289 14739,'0'0'2193,"0"0"695,0 0-1103,0 0-513,0 0-416,0 0-128,0 0-248,189 36-24,-123-45-248,7-9-104,3-3-104,23-14-232,-19 2-1312,-14 3-4761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21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19 3881,'0'0'8687,"0"0"-5686,0 0-645,-22 30-386,-68 100-456,86-123-1389,-1 0 0,2 1 0,-1-1 0,1 1 0,0 0 0,1-1 0,0 1 0,0 1 0,0-1 0,1 0 0,1 0 0,-1 0 0,1 1 0,1 5-125,0 8 290,-2-16-260,1 1 1,0-1-1,1 0 1,0 1-1,0-1 0,0 0 1,0 0-1,1 0 1,0 0-1,0 0 0,1 0 1,0 0-1,0-1 1,0 1-1,1-1 0,0 0 1,0 0-1,0 0 1,0-1-1,1 1 0,0-1 1,0 0-1,0 0 1,0-1-1,0 0 0,1 0 1,0 0-1,-1 0 1,1-1-1,0 0 0,1 0 1,-1-1-1,0 0 1,2 1-31,15 2 38,1 0 0,-1-1 0,1-1 0,0-2 0,0 0 0,0-1 0,22-5-38,-31 4 43,0-2-1,0 1 1,0-2-1,0 0 1,-1 0-1,0-2 0,0 0 1,0 0-1,-1-1 1,0-1-1,-1 0 1,9-8-43,-16 11 64,1 0 1,-1-1 0,0 1 0,0-1-1,-1 0 1,0-1 0,0 1-1,0-1 1,-1 1 0,-1-1-1,1 0 1,-1 0 0,0 0-1,-1-1 1,0 1 0,0 0 0,-1 0-1,0-1 1,-1 1 0,1 0-1,-2-1 1,-1-6-65,0 4 14,0 0-1,-1-1 1,0 1 0,-1 1-1,0-1 1,-1 1 0,0 0-1,-1 0 1,0 0 0,-1 1-1,1 0 1,-2 1 0,1-1-1,-1 2 1,-8-6-14,6 6-126,-2 0 0,1 1 0,-1 0 1,0 1-1,0 0 0,0 1 0,0 0 0,-1 2 0,0-1 0,-5 1 126,-30-1-1914,1 2-1,-19 3 1915,-7 0-4073,-40-2-6796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45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202 227 9418,'0'0'2068,"0"0"-276,0 0-432,0 0-25,0 0-120,0 0-627,4-14-371,5-12 305,-2-1 0,-2 0-1,0-1 1,-1 1 0,-2-11-522,-2 9 650,0 18-341,0 13 152,0 61-493,0 50 50,11 78-18,-7-154 5,2 0 0,2 0 0,1 0 0,2-1 0,1-1 0,2 0 0,3 4-5,-10-26-12,-5-11-3,0 1 0,0 0 0,-1 0 1,0 0-1,1 1 0,-1-1 0,0 0 0,-1 0 0,1 1 0,-1-1 0,1 2 15,-1-4-232,-104-5-718,63 1 889,-1 2 0,0 1 0,-32 6 61,71-5 0,-1-1 0,0 1 0,1 0 0,-1 0 0,1 0 0,0 1 0,-1-1 0,1 1 0,0 0 0,0 0 0,0 0 0,0 0 0,-2 2 0,9-3 24,0 0 0,0 0 1,0 0-1,0-1 0,0 0 1,0 0-1,0 0 0,4-1-24,-3 1 31,238-2 203,-139-2-2478,-49 1-2766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1:45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6065,'0'0'5525,"0"0"-2775,0 0-816,27 26 40,-3-4-1491,-7-7-221,-1 0 0,0 1 0,0 1-1,-2 0 1,0 1 0,-1 1 0,-1 0 0,-1 1 0,-1 0 0,0 2-262,5 22 267,-2 1 1,-2-1-1,-3 2 0,-1-1 1,-2 1-1,-2 1 1,-2-1-1,-3 4-267,1-25 55,-2 0-1,0 0 1,-1 0-1,-2-1 1,-1 0-1,0 0 1,-2-1-1,-1 0 1,-5 9-55,-21 33-1054,-3-3 0,-24 29 1054,57-83-227,-12 19-4025,7-7-2259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13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209 258 12979,'0'0'2227,"0"0"-627,0 0 543,0 0-445,31 0-483,220 0 931,-217 1-1875,1-2-1,0-1 1,0-2 0,-1-1-1,0-1 1,28-10-271,-59 15 34,-1 0-1,1 0 1,-1 0-1,1-1 1,-1 1-1,0 0 1,0-1-1,0 0 1,0 1-1,0-1 1,0 0-1,0 0 1,0 0-1,-1 0 1,1 0-1,-1-1 1,1 1-1,-1 0 1,0-1-1,0 1 1,0-1-1,1-2-33,-1-3 48,0 0 0,0-1 0,-1 1 1,0 0-1,0-1 0,-2-6-48,1 11 4,0 1 1,0-1-1,-1 1 1,0-1 0,0 1-1,0 0 1,0 0-1,0 0 1,0 0-1,-1 0 1,0 0-1,1 0 1,-1 1 0,0 0-1,0-1 1,-1 1-1,1 0 1,0 0-1,-1 1 1,1-1-1,-3 0-4,-15-7 22,0 1 0,-1 1 0,-1 0-22,18 6 3,-17-5 8,0 0 0,-1 2 1,0 1-1,0 1 0,0 0 0,0 2 1,-9 1-12,17 1-1,0 0 1,1 0-1,0 2 1,0 0-1,0 0 1,0 1-1,1 1 1,-1 0-1,1 1 1,1 0 0,0 1-1,-2 2 1,-9 10 2,0 0-1,2 2 0,1 0 1,1 1-1,0 1 1,2 1-1,1 1 1,1 0-1,1 1 1,2 0-1,-10 29-1,7-8 7,1 0-1,3 0 0,2 1 1,2 1-1,2 0 1,2 41-7,3-81-4,0 0 0,0 0 1,1 0-1,1 0 0,0 0 1,0 0-1,0-1 0,2 1 1,-1-1-1,1 0 0,4 7 4,-4-10 0,1 0 1,-1 0-1,2-1 0,-1 1 0,1-1 1,-1 0-1,2-1 0,-1 1 0,0-1 0,1 0 1,0-1-1,-1 1 0,2-1 0,-1-1 0,2 1 0,18 4 15,-1-2 0,1-1-1,0-1 1,0-1 0,0-1-1,0-1 1,0-2 0,26-5-15,-23 1-168,1-1-1,-1-2 1,0-1 0,-1-2 0,0 0 0,20-13 168,22-18-3137,-7-2-3706,-20 10-4701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13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3 161 11899,'0'0'2736,"0"0"-315,0 0-598,0 0-839,0 0-399,31-26-81,101-77 27,-128 99-505,1 1 0,-1 0 0,1 0 0,0 0 0,0 1 0,0-1-1,0 1 1,0 0 0,0 1 0,1-1 0,-1 1 0,0 0 0,1 0 0,-1 1-1,1 0 1,-1 0 0,1 0 0,5 1-26,8 1 41,-10-1-35,0 1 1,-1 0-1,1 0 0,-1 1 1,1 0-1,-1 0 1,0 1-1,0 0 0,0 1 1,-1 0-1,1 0 0,-1 0 1,0 1-1,-1 0 1,0 1-1,0-1 0,5 7-6,11 16 35,0 1-1,-2 0 1,11 25-35,-15-24 95,-1 1 0,-2 1 1,-1 0-1,-2 1 0,-1 0 0,-1 0 0,-2 1 0,-2 0 1,-1 0-1,-1 1 0,-3 13-95,-1-27 164,2-22-157,0 0 1,0 1-1,0-1 1,0 0 0,0 0-1,0 0 1,0 0-1,0 0 1,-1 0-1,1 0 1,0 0-1,0 0 1,0 0 0,0 0-1,0 0 1,0 1-1,0-1 1,0 0-1,0 0 1,-1 0-1,1 0 1,0 0 0,0 0-1,0 0 1,0 0-1,0 0 1,0 0-1,0 0 1,-1 0-1,1 0 1,0 0-1,0 0 1,0 0 0,0 0-1,0 0 1,0 0-1,0-1 1,0 1-1,-1 0 1,1 0-1,0 0 1,0 0 0,0 0-1,0 0 1,0 0-1,0 0 1,0 0-1,0 0 1,0 0-1,0 0 1,0-1-1,0 1 1,0 0 0,-1 0-1,1 0 1,0 0-1,0 0 1,0 0-1,0 0 1,0 0-1,0-1 1,0 1 0,0 0-1,0 0 1,0 0-1,0 0 1,0 0-1,0 0 1,0 0-1,0-1-7,-11-35 821,8 26-944,-4-15 142,0 1 0,-2 0 1,0 0-1,-2 1 1,-1 0-1,0 1 1,-12-14-20,23 34-1,-1 1 0,1-1 1,-1 1-1,1 0 0,-1-1 1,0 1-1,1 0 0,-1 0 1,0 0-1,0 0 0,0 0 1,0 1-1,0-1 0,0 0 1,0 1-1,0-1 0,0 1 1,0 0-1,0 0 0,0 0 0,0 0 1,0 0-1,0 0 0,-1 1 1,1-1-1,0 1 0,0-1 1,0 1-1,-1 1 1,-5 1-8,1 0 0,-1 1-1,1 0 1,1 1 0,-1 0 0,0 0-1,0 1 9,-157 129 9,-34 30 26,166-131-123,81-56-1943,-4-6-3965,-27 16-788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1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12043,'0'0'2904,"0"0"-1496,0 0-279,0 0 159,-76 193-384,60-97 24,2-1 57,11-3-217,3-18-328,0-11-176,10-15-136,16-13-64,4-11-8,7-6-56,6-12-152,19-6-1536,-9 0-3786,-6-12-8729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16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61 275 11322,'0'0'1602,"0"0"-610,30-9 83,9-3-790,135-38 461,-160 46-679,17-3 6,0-2 0,11-6-73,-35 12 49,0 0 1,1 0-1,-1-1 1,-1 0-1,1 0 1,-1-1-1,1 0 1,-1 0-1,0 0 1,-1-1-1,0 0 1,1-1-50,-5 6 78,1-1 0,-1 0-1,0 1 1,0-1 0,0 0 0,0 0 0,0 0 0,-1 0-1,1 0 1,0 0 0,-1 0 0,0 0 0,1 0 0,-1 0-1,0 0 1,0 0 0,0 0 0,0 0 0,-1 0 0,1 0 0,0 0-1,-1 0 1,1 0 0,-1 0 0,0-1-78,-1 0 53,0 1 0,0-1 0,-1 0 0,1 1 1,-1-1-1,1 1 0,-1 0 0,0 0 0,0 0 0,0 0 1,0 0-1,0 1 0,0 0 0,-1-1-53,-11-3 63,-1 0-1,1 1 0,-1 1 1,0 0-1,0 1 1,-1 1-63,-4-1 162,0 1 0,0 1 0,0 2 1,0 0-1,-11 3-162,23-3 54,-1 1 0,2 0 1,-1 0-1,0 1 0,1 0 1,-1 1-1,1 0 1,0 0-1,1 1 0,0 0 1,-1 0-1,2 1 0,-4 3-54,-2 5 96,0 0-1,1 1 1,1 1 0,0 0-1,2 0 1,0 1-1,0 0 1,2 0 0,0 0-1,1 1 1,1 0-1,1 0 1,1 0 0,0 1-1,2-1 1,0 2-96,0-15 25,0-1 0,0 0 0,1 0-1,0 0 1,0 0 0,0 0 0,1 0 0,-1 0 0,1 0 0,0-1 0,0 1-1,1-1 1,0 1 0,0-1 0,0 0 0,0 0 0,0 0 0,1 0 0,0-1-1,-1 0 1,1 1 0,1-1 0,-1-1 0,0 1 0,1 0 0,-1-1 0,1 0-1,0 0 1,0-1 0,0 1 0,0-1-25,21 5 62,-1-2-1,1 0 0,-1-2 1,1-1-1,19-2-61,-26 1 15,-1 0-84,0-2 0,1 0-1,-1-1 1,0-1-1,0-1 1,0 0-1,-1-1 1,1-1-1,-2-1 1,3-1 69,8-6-1740,-1-2 0,0 0 0,11-11 1740,7-10-5981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1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13411,'0'0'3873,"0"0"-3233,0 0 936,0 0 105,0 187-337,0-112-376,0-1-272,6-6-408,4-8-184,13-10-40,4-14-64,6-9 16,0-9-16,4-12-184,-1-6-568,4-3-928,-11-21-2545,-12-9-1472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16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4601,'0'0'10370,"0"0"-8049,0 0-721,0 0-552,0 0-632,228 3-256,-105-3-160,-24 0-1840,-13 0-3337</inkml:trace>
  <inkml:trace contextRef="#ctx0" brushRef="#br0" timeOffset="1">1118 385 13987,'0'0'2705,"0"0"-593,0 0-248,0 0-1063,0 0-465,-221 0-184,155 0-80,3 0-24,16 0-48,14-6-104,33-9-905,0 3-2879,4 0-4546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17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200 351 6369,'0'0'4643,"0"0"-1756,0 0-452,8-30-1064,25-101-684,-29 113-382,-1 1-1,-1-1 1,0 0-1,-1 1 1,-1-1 0,-2-8-305,1-15 894,-1 25-333,0 15 26,-1 27-350,2 28-229,3 0-1,2 0 0,2-1 1,5 15-8,-8-54 10,16 81 24,-17-85-36,-1 0 1,-1 0-1,0 0 1,0 0-1,-1-1 1,0 1-1,-1 0 1,-1 4 1,1-10-22,1-1 0,-1 0 0,-1 1 0,1-1 1,0 0-1,-1 0 0,0 0 0,0 0 0,1-1 0,-2 1 1,1-1-1,0 0 0,0 0 0,-1 0 0,1 0 0,-1 0 0,-3 0 22,-66 21-450,71-22 444,-27 5 474,0-2 1,0-1-1,0-1 0,-9-2-468,145-3-123,103-16 123,1-15-3392,-122 16-1376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17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10778,'0'0'1577,"0"0"-561,0 0 1120,228 220 33,-172-110-273,-19 10-399,-21-1-273,-16-9-600,0-9-408,-13-6-144,-24-9-72,-39 13-976,7-22-3073,-1-15-5785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41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17124,'0'0'2296,"0"0"-856,0 0 337,0 0-1145,0 0-272,169 9-16,-90-6-56,4 0-192,-7 0-40,-4 0-56,-9 0-264,-6 3-1224,-18-3-2265,-22 0-2512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41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16259,'0'0'4489,"0"0"-3840,0 0 1047,0 0-1016,0 0-384,0 0-296,231-92-72,-131 59-528,19 0-1272,-27 9-3434,-22 9-7864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42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10 192 12979,'0'0'1976,"0"0"-510,0 0 960,0 0-738,0 0-860,-4-26-386,4 26-442,-3-18 75,2-1 0,-1 0 0,2 0 0,1-10-75,0 27 10,-1 0-1,1-1 1,0 1 0,0 0 0,0 0 0,0 0-1,0 0 1,0 0 0,0 0 0,1 0 0,-1 0 0,1 1-1,-1-1 1,1 1 0,0-1 0,0 1 0,-1-1-1,1 1 1,0 0 0,0 0 0,0 0 0,1 0 0,-1 0-10,52-11 259,-40 11-173,8-3 3,1 2 1,0 0 0,0 2 0,-1 0-1,1 2 1,3 1-90,-13-1 15,1 1 1,-1 1-1,0 0 0,0 0 1,0 2-1,-1-1 1,0 2-1,0-1 0,0 2 1,8 7-16,9 10 20,0 1 0,-2 2 1,-1 1-1,-2 1 0,-1 1 0,-1 1 1,-1 0-1,-3 2 0,13 30-20,-6-6 83,-3 1-1,-3 1 1,-3 0-1,-2 2 0,4 43-82,-10-66 182,1 16 281,-9-54-265,0-25 807,-4-21-919,-2-1 1,-1 2 0,-3-1 0,-1 1 0,-13-30-87,3 3 18,19 65-22,0 0 1,0 0 0,0-1 0,-1 1 0,0 1 0,0-1-1,0 0 1,-1 1 0,0-1 0,-4-3 3,6 7-2,-1 0 0,1 0 0,-1 1 0,1-1 0,-1 1 0,0 0 0,1-1 0,-1 1 0,0 0 0,0 1 0,0-1 0,0 0 0,0 1 0,0 0 0,0 0 0,0 0 0,0 0 0,0 0 0,0 0 0,0 1 0,0-1 0,0 1 0,0 0 0,0 0 0,0 1 2,-10 4-10,0 1-1,1 0 1,-1 1-1,2 0 1,-1 1 0,2 1-1,-1-1 1,1 2-1,-7 8 11,-10 10-16,-323 350-11,342-371 13,6-7 2,1 0 0,0 0 0,0 1-1,0-1 1,0 0 0,0 0 0,0 1 0,0-1-1,0 0 1,0 1 0,1-1 0,-1 1-1,1-1 1,-1 1 0,1-1 0,-1 1 0,1 1 12,22-12-1281,76-54-1783,-8 6-2950,-29 18-2191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42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1 388 11723,'0'0'3762,"0"0"-1671,0 0-52,34-6-257,-3 1-1435,63-9 1410,35 2-1757,-40 5 802,0-4 1,34-11-803,-92 15 118,1-1-1,-1-2 1,-1-1-1,0-1 1,0-2 0,-2-1-1,1-1 1,6-7-118,-30 19 52,-1 0 0,1 0-1,-1 0 1,0 0 0,0-1 0,-1 1 0,0-1 0,1 0 0,-1 0-1,-1 0 1,1-1 0,-1 1 0,0-1 0,0 1 0,-1-1 0,0 0-1,0 0 1,0 1 0,0-1 0,-1 0 0,0 0 0,-1 0 0,1 0-1,-1 0 1,0 1 0,-2-6-52,3 8 1,-1 1 1,0 0-1,-1-1 0,1 1 0,0 0 0,-1 0 1,1 0-1,-1 0 0,1 0 0,-1 0 0,0 0 1,0 1-1,0-1 0,0 1 0,0-1 1,-1 1-1,1 0 0,0 0 0,0 0 0,-1 0 1,1 0-1,-1 0 0,1 1 0,-1-1 0,1 1-1,-13-3 0,1 1-1,-1 0 1,-14 1 0,24 1-1,-58-1-4,-60 7 5,95-3-1,0 1 0,1 2 0,-1 1 1,1 1-1,-16 7 1,18-4-6,0 0 0,1 1 0,1 2 0,0 0 0,1 1 0,0 2 0,2 0 0,0 1 0,-5 7 6,17-16-3,0 0 0,0 1 0,1 0 0,0 1 0,1 0 0,1 0 1,-1 0-1,2 1 0,-1 0 0,2-1 0,0 1 0,0 1 0,1-1 0,0 0 0,1 1 0,1-1 1,0 1-1,0-1 0,2 0 0,1 13 3,0-16-1,1 1 1,-1 0-1,2-1 1,-1 0-1,1 0 1,1 0-1,-1 0 1,2-1 0,-1 0-1,1 0 1,0-1-1,1 0 1,-1 0-1,1-1 1,1 0-1,6 4 1,9 5 4,1-1-1,0-2 0,1 0 1,0-1-1,17 3-3,-8-6 13,1 0-1,-1-3 1,2-1-1,-1-1 1,31-3-13,-58 0-129,0-1 1,0-1-1,0 1 0,-1-1 1,1-1-1,0 1 0,-1-2 1,0 1-1,0-1 0,0 0 1,0-1-1,-1 0 0,1 0 1,-1 0-1,-1-1 0,1 0 1,-1-1-1,0 1 0,1-3 129,14-18-1251,-1-2 0,-1 0 0,-2-1 0,4-9 1251,-20 35-122,27-53-5998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4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12739,'0'0'2238,"0"0"153,0 0 917,0 0-1619,0 0-1057,0 0-45,-4 26 265,-2 6-581,2 1 0,2-1 1,0 1-1,3-1 0,3 30-271,-1-41 126,10 75 751,25 88-877,-30-155 8,1-1-1,1 0 0,1 0 1,1-1-1,2-1 0,1 0 0,1-1 1,10 12-8,-22-32-89,0-1 1,1 1-1,-1 0 0,1-1 1,0 0-1,0 0 1,0-1-1,0 1 0,1-1 1,0 0-1,-1-1 1,1 1-1,0-1 0,0 0 1,0-1-1,1 1 1,-1-1-1,0 0 1,0-1-1,1 0 0,3 0 89,-8 0-126,0 0-1,0-1 0,0 1 0,-1 0 0,1-1 0,0 1 1,-1-1-1,1 0 0,0 0 0,-1 0 0,1 1 0,-1-1 1,1-1-1,-1 1 0,0 0 0,1 0 0,-1 0 0,0-1 0,0 1 1,0-1-1,0 1 0,0-1 0,0 1 0,0-1 127,16-43-5165,-9 10-649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2:4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10538,'0'0'2857,"0"0"-689,0 0-87,0 0-1065,0 0-640,179-44-216,-116 26-96,-4 3-64,1 3-208,-14 6-1960,-13 6-3890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2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12 6041,'0'0'7083,"0"0"-2786,0 0-1734,0 0-600,0 0-660,-4-3-531,3 2-750,1 1 0,-1-1-1,1 0 1,-1 1 0,1-1 0,-1 1-1,0-1 1,1 1 0,-1-1-1,0 1 1,1-1 0,-1 1-1,0 0 1,1-1 0,-1 1-1,0 0 1,0 0 0,0-1-1,1 1 1,-1 0 0,0 0-1,0 0 1,0 0 0,1 0-1,-1 0 1,0 0 0,0 0-1,0 1-21,-1 2 28,1-1 0,0 1 0,0 0 0,0 0 0,1 0 0,-1 0-1,1 0 1,-1 0 0,1 0 0,0 0 0,0 0-28,-17 412 2201,18 32-2201,2-132 472,-3-116-243,13 685 1182,-12-866-1373,0-13-27,0 0 1,-1-1 0,0 1 0,0 0 0,0 0-1,0 0 1,-1 0 0,0 0-12,5-11-351,1 0 0,-1 1 1,1 0-1,0 0 0,1 0 0,-1 0 0,1 1 1,0 0-1,0 0 0,0 1 0,0 0 0,3-1 351,3-3-1506,28-14-6348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3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6281,'0'0'5651,"0"0"-3056,0 0-1156,0 0 459,0 30-112,0 206 689,0-225-2349,8 306 2360,-3-260-2232,2-2 1,3 1-1,2-1 1,13 33-255,-21-74 10,2 1 1,-1-1-1,2-1 0,0 1 1,1-1-1,0-1 0,1 1-10,-5-8 0,0 0 0,1-1-1,-1 1 1,1-1-1,0 0 1,0 0-1,1-1 1,-1 1 0,1-1-1,-1 0 1,1-1-1,0 1 1,0-1-1,0 0 1,1-1 0,-1 0-1,4 1 1,-3-1-62,0-1 0,1 1-1,-1-1 1,1-1 0,-1 1 0,1-1-1,-1-1 1,1 1 0,-1-1 0,0-1-1,0 1 1,0-1 0,0 0 0,-1-1-1,1 1 1,4-5 62,-3 2-675,-1-1-1,-1 1 1,1-2-1,-1 1 1,0-1-1,-1 1 1,0-2-1,0 1 1,-1 0-1,0-1 1,0 0-1,2-9 676,3-21-6892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3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13435,'0'0'3937,"0"0"-2353,0 0 248,0 0-895,0 0-401,192-39-368,-122 16-80,-1-1-88,20-15-192,-16 3-2041,-13 7-3096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4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8130,'0'0'6569,"0"0"-3952,0 0-737,0 0-664,0 0-576,0 0-375,198-41-193,-155 32-64,-6 3-8,6 3-345,-7 3-2087,-13 0-2841</inkml:trace>
  <inkml:trace contextRef="#ctx0" brushRef="#br0" timeOffset="1">180 307 13179,'0'0'2904,"0"0"-951,0 0 455,0 0-639,0 0-721,0 0-592,0 0-216,228-38-136,-159 8-104,30-18-200,-19 10-1496,-7-4-4450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4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60 100 13883,'0'0'2363,"0"0"-98,4 28 132,-4-28-2397,5 35 864,1-2 0,6 17-864,-11-46 57,0 0 1,1 0 0,-1-1 0,1 1 0,0-1 0,0 0 0,0 0 0,1 1 0,-1-1 0,1-1 0,0 1 0,-1 0-1,1-1 1,0 1 0,1-1 0,-1 0 0,0 0 0,1 0 0,-1 0 0,1-1 0,3 2-58,4-1 117,-1 0 0,1 0 0,-1-1 1,1-1-1,0 0 0,5 0-117,0-1 190,-7 2-140,-1-1-1,1-1 1,-1 0-1,1 0 1,-1-1-1,1 0 1,-1 0-1,0-1 0,0 0 1,0 0-1,0-1 1,-1 0-1,0 0 1,1-1-1,-1 0 1,-1 0-1,1-1 1,-1 0-1,0 0 1,0 0-1,-1-1 0,0 0 1,0 0-1,-1 0 1,1-1-1,-2 1 1,1-1-1,-1 0 1,0 0-1,-1-1 1,0 1-1,0 0 1,0-1-1,-1-3-49,0 7 23,-1 0 0,1 0 0,-1-1 0,0 1 0,0 0-1,-1 0 1,1-1 0,-1 1 0,0 0 0,-1 0 0,1 0 0,-1 0 0,0 0 0,-1 0 0,1 0 0,-1 1 0,0-1-1,0 1 1,0 0 0,0 0 0,-2-1-23,0 2-25,0 0 0,0 0-1,-1 0 1,1 1 0,-1 0 0,1 0-1,-1 0 1,0 1 0,0 0 0,0 0-1,0 0 1,0 1 0,0 0 0,0 0-1,0 0 1,0 1 0,1 0-1,-1 0 1,0 1 0,-3 0 25,-26 10-987,0 0 1,1 2-1,1 2 1,-26 16 986,-37 22-6798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4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14459,'0'0'2745,"0"0"-1753,0 0 1168,0 0-783,0 0-705,228-17-384,-162 11-208,1 0-16,-8-3-64,-3 3 0,-13 0-232,-10 6-1112,-16 0-2473,-14 3-2017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5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13259,'0'0'2352,"0"0"-591,0 0 1135,0 0-951,0 0-1329,0 0-208,0 0-408,298-71-960,-179 44-2713,-13 3-3849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5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1 229 3793,'0'0'5694,"0"0"-2536,0 0-616,0 0-128,0 0-784,0 0-795,12-29-383,6-12-217,2 1 0,3-1-235,-20 35 39,1 1-1,0 0 0,0-1 0,0 2 0,1-1 0,-1 0 0,1 1 0,0 0 0,1 0 1,-1 1-1,1-1 0,0 1 0,-1 1 0,1-1 0,2 0-38,4 0 104,1 0 0,-1 1 1,1 0-1,0 1 0,11 1-104,-19 0 28,6 0-7,-1 1 0,0 1 1,0 0-1,1 0 1,-1 1-1,-1 0 0,1 1 1,0 0-1,-1 1 0,0 0 1,0 0-1,0 1 0,-1 0 1,0 0-1,0 1 1,0 0-1,-1 1 0,1 1-21,17 19 98,-2 1 0,-1 2 0,-1 0 0,6 15-98,-6-8 75,-2 1 0,-2 1 0,-1 1 0,-3 0 0,0 4-75,16 80 564,-4 8-564,-11-55 253,-8-59-144,-2-29 120,0-31-64,-4 13-161,-1 0-1,-1 0 1,-1 0-1,-2 0 1,-1 1 0,-1 0-1,-9-24-3,3 17 4,6 10-24,-2 0 0,0 1 0,-2 0 0,0 1 0,-2 0 0,0 1 0,-10-11 20,22 31-4,1 1-1,-1-1 0,0 0 1,1 1-1,-1-1 0,0 1 1,0-1-1,1 0 0,-1 1 1,0 0-1,0-1 0,0 1 1,0 0-1,1-1 0,-1 1 1,0 0-1,0 0 0,0 0 1,0-1-1,0 1 0,0 0 1,0 0-1,0 0 0,0 1 1,1-1-1,-1 0 0,0 0 1,0 0-1,0 1 0,0-1 1,0 1-1,0-1 0,1 0 1,-1 1-1,0-1 0,0 1 1,0 0 4,-22 27-18,23-28 18,-120 183 366,-124 141-366,188-257 8,70-81-1256,0 2-1,1-1 1,0 2-1,1 0 1,2 0 1248,14-11-4289,18-11-8233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6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13619,'0'0'2678,"0"0"-624,0 0-206,0 0-264,0 0-642,34 6-334,117 18-69,-123-20-337,-1-1 0,1-2 0,0-1 0,0-1 0,24-4-202,-33 1 64,-1-1-1,1 0 1,-1-2-1,0 0 1,0-1-1,-1 0 1,7-6-64,-23 14 0,1-1 1,-1 0 0,1 1-1,0-1 1,-1 0-1,0 0 1,1 0 0,-1 0-1,1 0 1,-1 0 0,0 0-1,0 0 1,0-1-1,0 1 1,0 0 0,0-1-1,0 1 1,0-1 0,0 1-1,-1-1 1,1 0-1,-1 1 1,1-1 0,-1 1-1,1-1 1,-1 0-1,0 0 1,0 1 0,0-1-1,0 0 1,0 1 0,0-1-1,-1 0 1,1 1-1,0-1 1,-1 0 0,1 1-1,-1-1 1,0 1 0,0-1-1,1 1 1,-1-1-1,0 1 1,0-1 0,0 1-1,0 0 1,-1 0-1,1-1 1,0 1-1,-5-4 2,0 0-1,0 0 1,0 0 0,-1 1-1,1 0 1,-1 1 0,0-1-1,0 1 1,-1 0-1,-2 0-1,-6-1 3,1 1-1,-1 1 0,0 0 0,0 1 0,1 1 1,-1 0-1,0 1 0,-6 2-2,12-1 1,0 0 1,-1 0-1,1 1 0,1 1 0,-1-1 0,0 2 1,1-1-1,0 1 0,0 1 0,0 0 0,1 0 1,0 0-1,-1 2-1,-3 5 15,1 0 1,0 1 0,1 0-1,0 0 1,1 1 0,1 0 0,1 1-1,0 0 1,1 0 0,-3 13-16,1 1 114,1 0 0,2 1 0,2-1 0,0 1 0,2 17-114,1-42 22,0 1 0,0 0 0,1 0 1,0-1-1,0 1 0,1-1 1,0 1-1,0-1 0,0 1 0,1-1 1,0 0-1,0 0 0,0 0 0,3 2-22,-2-4 9,0 0 0,0 0 0,0 0-1,1 0 1,0-1 0,0 0-1,0 0 1,0 0 0,0 0 0,1-1-1,-1 0 1,1 0 0,-1 0 0,1-1-1,0 0 1,0 0 0,0-1-9,12 2 35,0-1 0,0-1 1,1-1-1,-2-1 0,1 0 0,0-1 1,0-1-1,-1-1 0,0 0 0,0-1 1,0-1-1,-1-1 0,0 0 1,5-4-36,7-5-704,-1-2 0,-1-1 0,6-5 704,66-71-8158,-60 53-3851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6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31 13931,'0'0'1922,"0"0"-417,0 0 286,0 0-680,0 0-513,-5 28-149,5-28-449,-6 37 320,1-1 0,1 10-320,4-42 46,1 0 0,0 0-1,-1 0 1,1 0 0,1 1 0,-1-1-1,0-1 1,1 1 0,0 0-1,0 0 1,0-1 0,1 1-1,-1-1 1,1 1 0,-1-1-1,1 0 1,0 0 0,1-1 0,-1 1-1,0 0 1,1-1 0,-1 0-1,1 0 1,0 0 0,0 0-1,0-1 1,0 1 0,0-1 0,0 0-1,0 0 1,0-1 0,0 1-1,0-1 1,1 0-46,4 1 46,0 0 0,0 0 0,0-1 1,0 0-1,0-1 0,0 0 0,0 0 0,-1-1 0,1 0 1,0-1-1,-1 1 0,0-2 0,1 1 0,-1-1 0,-1-1 0,1 1 1,0-1-1,-1-1 0,0 1 0,-1-1 0,1 0 0,-1-1 0,0 0 1,0 0-1,-1 0 0,0 0 0,-1-1 0,1 0 0,-1 0 1,-1 0-1,0 0 0,0-1 0,0 0 0,-1 1 0,0-1 0,-1 0 1,0 0-1,0-2-46,-1 8 19,0 1 0,-1-1 0,1 0 0,-1 1 0,1-1 0,-1 1 0,1 0 0,-1-1 0,0 1 0,0-1 0,-1 1 0,1 0 0,0 0 0,-1 0 0,1 0 0,-1 0 0,0 0 0,1 0 1,-1 0-1,0 1 0,-1-1-19,-1-1-1,-1 0 0,0 0 0,0 1 0,0 0 0,0 0 0,-1 0 0,1 1 0,0-1 0,-1 1 0,0 0 1,-5 0-287,0 0 0,0 0 0,0 1 0,0 1 0,0 0 0,0 0 0,0 1 0,0 1 0,-9 2 287,-27 22-4627,0 6-4510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7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0 364 8162,'0'0'4237,"0"0"-1542,0 0 81,0 0-608,0 0-583,0 0-390,27 16-327,16 9-202,34 14-666,-67-35 68,0-1 1,0 0-1,1 0 0,-1-1 1,1 0-1,-1-1 0,1 0 0,0-1 1,0 0-1,9-2-68,12 1 113,-13 0-68,0-1 0,0-1 0,-1 0 0,1-2 0,-1 0 0,0-1 0,0 0 0,0-2 0,-1 0 0,0-1 0,-1 0 0,12-10-45,-18 12 15,0 0 1,0-1-1,-1 0 0,0-1 1,0 0-1,-1 0 1,0-1-1,-1 0 0,0 0 1,-1-1-1,0 0 0,0 0 1,-1 0-1,-1-1 1,0 0-1,0 0 0,-1 0 1,-1 0-1,1-10-15,-2 16 8,-1 1 0,1-1 0,-1 1-1,0-1 1,-1 1 0,1-1 0,-1 1-1,0 0 1,-1-1 0,1 1 0,-1 0-1,0 0 1,0 0 0,-1 0 0,1 0 0,-1 0-1,0 1 1,-1 0 0,1-1 0,-1 1-1,0 0 1,0 0 0,0 1 0,0-1 0,0 1-1,-1 0 1,0 0 0,0 1 0,1-1-1,-2 1 1,1 0 0,0 1 0,0-1-1,0 1 1,-1 0-8,-7-3-1,1 0-1,-1 1 0,0 1 0,0 0 1,0 1-1,0 0 0,0 1 1,0 0-1,0 1 0,0 1 1,0 0-1,1 0 0,-1 2 1,0-1-1,1 2 0,0 0 0,0 0 1,0 1-1,1 0 0,0 1 1,0 0-1,-5 6 2,-2 2-8,1 2 0,1 0 0,0 1 0,1 0-1,1 1 1,1 1 0,1 0 0,0 1 0,2 0 0,-6 16 8,6-6 6,0 0 1,2 1-1,2 0 1,1 0-1,1 1 1,2-1-1,1 16-6,1-36 12,0 0 0,1 0 0,1 0 1,0-1-1,0 1 0,2 0 0,-1-1 0,1 0 0,1 1 1,0-2-1,0 1 0,1-1 0,1 1 0,0-2 0,0 1 1,1-1-1,0 0 0,0 0 0,1-1 0,0-1 1,1 1-1,-1-1 0,2-1 0,-1 0 0,1 0 0,-1-1 1,1-1-1,1 0 0,-1 0 0,1-1 0,-1 0 0,1-1-12,14 1-127,0-2 0,0 0 0,0-2 0,0-1 0,0 0 0,-1-2 0,1-2 0,-1 0 0,0-1 0,-1-2 0,0 0-1,0-2 1,-1 0 0,19-13 127,70-53-3191,-35 17-2828,-2-8-5735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8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8978,'0'0'2857,"0"0"-962,0 0-376,0 0-550,0 0-278,0 0-244,35-5-182,7-2-159,0 2 0,24 2-106,-61 3 32,1 1 0,0-1 0,0 1 0,-1 0 0,1 1 0,-1 0-1,1 0 1,-1 0 0,0 0 0,0 1 0,0 0 0,0 0 0,0 0 0,-1 1 0,1-1 0,-1 1 0,0 0-1,0 1 1,0-1 0,-1 0 0,3 4-32,7 8 210,-4-6-51,19 21 428,-2 0 1,5 11-588,-25-34 95,0 0 0,-1 1 0,-1-1 0,1 1 0,-1 0 0,-1 0-1,0 1 1,0-1 0,-1 1 0,0-1 0,-1 1 0,1 2-95,-2-11 52,-3-17 296,-41-96-172,18 51-151,26 60-20,0 0-1,-1 0 0,1 0 1,0 0-1,-1 0 0,0 0 0,1 0 1,-1 0-1,1 0 0,-1 0 1,0 0-1,0 0 0,0 0 1,1 0-1,-1 1 0,0-1 0,0 0 1,0 1-1,0-1 0,0 0 1,0 1-1,-1-1 0,1 1 0,0 0 1,0-1-1,0 1 0,0 0 1,0 0-1,-1 0 0,1 0 1,0 0-1,0 0 0,0 0 0,0 0 1,-1 0-1,1 1 0,0-1 1,0 0-1,0 1 0,0-1 1,0 1-1,0-1 0,0 1 0,0-1 1,0 1-1,0 0 0,0 0 1,0-1-1,0 1-4,-8 6 1,0 1 0,1 0 0,0 0 0,0 1 0,1 0-1,-2 1 18,-22 25 37,-27 29-29,-43 35-26,146-122-3194,-8 0-271,-1 2-2536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29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10322,'0'0'3081,"0"0"-801,0 0-799,0 0-1041,0 0-192,0 0 664,-46 206 264,36-120-312,6 0-383,4-8-9,0-10-264,0-9-104,24-11-104,9-12 40,10-6-40,36-7-496,-10-5-1753,-2-9-3312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0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7282,'0'0'4343,"0"0"-1928,0 0-590,0 0-368,0 0 82,0 0 182,14 14-293,-4-3-1112,-5-4-191,0-1 1,1 0-1,-1-1 0,1 1 1,0-1-1,1 0 0,-1-1 1,1 0-1,0 0 1,0 0-1,1-1 0,-1 0 1,1 0-1,6 1-125,16 1 311,1-1 0,-1-2 1,1 0-1,20-3-311,-33-1 33,1 1 1,-1-2 0,0 0 0,0-2 0,-1 1 0,1-2-1,-1-1 1,7-3-34,-19 7 3,0 0 1,-1 0-1,1 0 0,-1 0 1,0-1-1,0 0 0,0 0 1,0 0-1,0 0 0,-1 0 0,0-1 1,0 0-1,0 0 0,-1 0 1,1 0-1,-1 0 0,0 0 1,-1 0-1,1-1 0,-1 1 0,0-1 1,0 1-1,-1-1 0,0 1 1,0-1-1,0 1 0,-1-1 1,1 1-1,-1-1 0,0 1 1,-1-1-1,0 1 0,0 0 0,0 0 1,0 0-1,-1 0 0,0 0 1,0 0-1,0 1 0,0-1 1,-1 1-1,-1-1-3,-4-3-6,-1 0-1,0 0 1,0 1 0,0 1-1,-1 0 1,0 0 0,-1 1 0,1 0-1,-1 1 1,0 0 0,0 1 0,0 1-1,-12-2 7,13 3 0,0 0-1,0 1 0,0 0 1,0 0-1,0 1 1,0 1-1,0 0 0,0 0 1,1 1-1,-1 1 1,1-1-1,0 2 0,0-1 1,0 2-1,-5 3 1,2 0-4,1 0-1,1 1 1,0 1-1,0 0 1,1 0-1,1 1 0,0 0 1,0 1-1,2 0 1,-1 0-1,1 1 1,-3 10 4,3-3 5,1 0 0,1 1 0,1-1 0,0 1 0,2 0 1,1 0-1,0 0 0,3 12-5,-2-26 2,1 0 0,0-1 0,0 1 0,1 0 0,0 0 0,0-1 0,0 1 0,1-1 0,1 0 0,-1 0 0,1 0 0,0 0 1,1 0-1,0-1 0,0 0 0,0 0 0,1-1 0,-1 1 0,2-1 0,-1 0 0,3 1-2,3 1 8,0-1 0,0 0 1,1-1-1,0 0 0,0-1 0,0 0 0,0-2 0,1 1 1,-1-1-1,1-1 0,0-1 0,2 0-8,2 0-163,1-2 0,-1 0 0,1-1 0,-1-1 0,0 0 0,-1-2 0,1 0 0,-1-1 0,0 0 0,0-2 1,-1 0-1,0 0 0,-1-2 0,0 0 0,4-5 163,46-42-3722,-11 2-2089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11002,'0'0'2550,"0"0"-711,0 0 143,-6 27-214,-18 87-498,22-105-1119,1 1 0,0-1 0,0 1 0,1-1 0,0 1 1,1-1-1,0 1 0,1-1 0,1 7-151,-1-12 60,-1 1-1,1 0 1,0-1 0,1 1 0,-1-1-1,1 0 1,0 0 0,0 0 0,0 0-1,0 0 1,1-1 0,-1 1 0,5 2-60,0-1 43,1-1 0,-1 0 0,1 0 0,-1-1 0,1 0 0,0-1 0,0 0 0,1 0 0,-1-1 0,0 0 1,1-1-1,-1 0 0,0 0 0,1-1 0,-1-1 0,1 1-43,-6 0 10,0 1 1,1-1-1,-1 0 0,0 0 1,0 0-1,0-1 0,0 0 0,0 1 1,-1-1-1,1 0 0,0-1 1,-1 1-1,0-1 0,1 1 1,-1-1-1,0 0 0,-1 0 1,1-1-1,2-2-10,-2 1 18,-1 0 1,0-1 0,0 1-1,0-1 1,0 1-1,-1-1 1,0 0 0,0 0-1,-1 1 1,0-1-1,1 0 1,-2 0-1,1 0 1,-1-1-19,0 2 22,-1 1-1,0-1 1,1 0 0,-2 1-1,1-1 1,0 1 0,-1 0-1,0 0 1,0 0 0,0 0-1,0 0 1,-1 1 0,1-1-1,-1 1 1,0 0 0,0 0-1,-4-2-21,-3-1 42,1 0 1,-1 0-1,1 1 0,-1 0 1,-1 1-1,1 0 0,-1 1-42,11 2-12,1 1 0,-1 0-1,1 0 1,-1 0 0,1 0 0,0 0-1,-1-1 1,1 1 0,-1 0-1,1 0 1,-1 0 0,1 0 0,0 0-1,-1 0 1,1 1 0,-1-1-1,1 0 1,-1 0 0,1 0 0,0 0-1,-1 0 1,1 1 0,-1-1-1,1 0 1,0 0 0,-1 1 0,1-1-1,0 0 1,-1 0 0,1 1-1,0-1 1,-1 1 0,1-1 0,0 0-1,0 1 1,-1-1 0,1 0-1,0 1 1,0-1 0,0 1 0,0-1-1,0 1 1,0-1 0,0 0-1,-1 1 1,1-1 0,0 1 0,0-1-1,1 1 1,-1-1 0,0 1-1,0-1 1,0 0 0,0 1 0,0-1-1,0 1 1,1-1 12,9 27-2603,-10-27 2571,27 36-6164,8 0-4933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0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54 264,'0'0'10378,"0"0"-7585,0 0-625,0 0 321,0 0-913,0 0-968,0 0-120,149 9-264,-113-12-95,4-6-129,20-9-657,-11 0-1831,-3 3-5010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103 265 11362,'0'0'2217,"0"0"-646,0 0-40,0-28-326,0-89-30,1 110-828,0-1 0,-1 0 1,0 1-1,-1-1 0,0 0 0,0 1 0,0-1 0,-1 1 0,0-1 0,0 1 0,-1 0 0,0 0 0,0 0 0,-4-5-347,5 9 260,3 7-239,0 0 0,0 1 0,-1-1 0,0 0 0,0 0 0,0 1 0,0-1 0,-1 0 1,0 3-22,0 11 19,3 27 23,3 0-1,1 0 1,4 4-42,6 53 13,-12-74-12,2 20 0,-1 1-1,-3 3 0,-2-51-9,-1 0 0,1 1 0,0-1 0,-1 1-1,1-1 1,-1 0 0,0 1 0,1-1 0,-1 0 0,0 0 0,0 1-1,0-1 1,0 0 0,0 0 0,0 0 0,0 0 0,0 0 0,0-1-1,0 1 1,-1 0 0,1 0 0,0-1 0,-1 1 0,1-1-1,0 1 1,-1-1 0,1 1 0,-1-1 0,1 0 9,-56 9 17,28-5-5,12 4-10,31-3 1,29-3 79,27-2-433,31-7 351,-69 3-2556,-1-1 0,16-6 2556,5-4-6586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11562,'0'0'1889,"0"0"-481,0 0 273,0 0 119,0 0-288,188 235-159,-155-131 175,-13 6-304,-10-6-584,-10-11-448,0-13-104,0-12-88,-13-11 0,-7-9-184,-13 2-1024,7-11-3321,-1-12-4889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3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13715,'0'0'2304,"0"0"-1679,0 0 1463,0 0-232,0 0-1031,182 12-601,-113-9-128,1 0-96,-7 0-80,-10-1-1121,-20 1-1719,-17 3-2793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4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1328,'0'0'12275,"0"0"-9258,0 0-625,0 0-728,0 0-415,0 0-865,0 0-144,66 30-240,20-54-88,50-12-1449,-20 7-2383,-17 2-4562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51 7762,'0'0'3997,"0"0"-2149,0 0-181,35-9-187,117-28-534,-146 36-905,1-1 1,0 1-1,1 1 1,-1-1-1,0 1 1,0 0-1,0 1 1,0 0-1,0 0 1,0 1-1,0-1 1,-1 1-1,1 1 1,0-1-1,-1 1 1,2 2-42,2 1 93,-2 1 1,1 1-1,-1-1 1,0 1-1,0 1 1,-1 0-1,4 5-93,-6-8 83,11 17 118,0 1 0,-2 0-1,0 1 1,-2 0 0,-1 1-1,-1 0 1,-1 1 0,-2 0-1,1 8-200,8 55 568,-3 1-1,-4 18-567,13 94 1164,-20-188-1035,-1-8-78,0 0 0,0 0 1,0 0-1,1 0 0,0 0 0,0 0 0,1-1 1,0 1-1,2 3-51,-5-10 17,0 0-1,0 0 1,1 0 0,-1 0 0,0 1-1,0-1 1,0 0 0,0 0 0,0 0 0,1 0-1,-1 1 1,0-1 0,0 0 0,0 0 0,1 0-1,-1 0 1,0 0 0,0 0 0,1 0 0,-1 0-1,0 0 1,0 0 0,0 0 0,1 0-1,-1 0 1,0 0 0,0 0 0,1 0 0,-1 0-1,0 0 1,0 0 0,0 0 0,1 0 0,-1 0-1,0 0 1,0 0 0,0 0 0,1-1 0,-1 1-1,0 0 1,0 0 0,0 0 0,0 0-1,1 0 1,-1-1 0,0 1 0,0 0 0,0 0-1,0 0 1,0-1 0,0 1 0,1 0 0,-1 0-1,0 0 1,0-1 0,0 1 0,0 0-1,0 0 1,0-1 0,0 1 0,0 0 0,0 0-1,0 0 1,0-1 0,0 1-17,3-17 384,-3 17-384,6-65 153,-4-1 0,-3-13-153,1 17 11,-1 52-9,0-1 0,0 0 0,-1 0 0,0 1 0,-1-1 0,-1 1 0,1-1 0,-3-2-2,4 12-9,1 0 0,-1 0-1,1 0 1,-1 0 0,1 1-1,-1-1 1,0 1 0,1-1 0,-1 1-1,0-1 1,1 1 0,-1 0 0,0 0-1,1 0 1,-1 0 0,0 0-1,0 0 1,1 1 0,-1-1 0,0 0-1,1 1 1,-1-1 0,-1 2 9,-14 5-10,1 1 1,0 1-1,0 1 0,1 0 1,0 1-1,-5 5 10,-21 15 0,-86 67 48,-51 54-48,63-53 11,64-53-12,51-46 9,0 0 5,0 0-6,0 0-35,0 0-134,0 0-231,0 0-310,0 0-466,9-12-5073,1 0 410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6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29 12643,'0'0'2706,"0"0"-838,0 0-289,0 0-699,0 0-504,0 0-148,-7 8 96,3-3-193,-28 31 71,30-34-124,-1 0 0,0 0 0,1 1 0,-1-2 0,0 1 0,0 0 0,0-1 0,0 1-1,-1-1 1,1 0 0,0 0 0,-1 0 0,1 0 0,0-1 0,-1 1-78,5-25 1286,0 20-1256,-1 1 0,1-1 0,1 1 0,-1-1 0,1 1 1,-1-1-1,1 1 0,0 0 0,0 0 0,0 0 0,0 0 1,1 0-1,-1 1 0,1-1 0,0 1 0,0-1 0,0 1 0,0 0 1,0 0-1,0 0 0,1 1 0,-1-1 0,1 1 0,-1 0 1,1 0-1,-1 0-30,12-2-782,1 1 0,-1 0 0,0 1 0,1 1 0,10 1 782,2 0-4229,-1-1-5591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7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103 604 13947,'0'0'1875,"0"0"-567,5-32 530,4-12-1276,1-7 225,-2-1 1,-1-29-788,-3-174 2801,-4 167-1328,1 112-1483,2-1 1,0 1-1,2-1 1,5 16 9,4 22 0,-11-48-24,19 94-287,-4 1-1,-5 0 1,-3 53 311,-10-158-143,0-1 0,0 1 0,-1-1 0,1 0 0,-1 1 0,0-1 0,0 1 0,0-1 0,0 0 0,0 0 0,0 0 0,0 0 0,-1 0 0,1 0 1,-1 0-1,0 0 0,0 0 0,0 0 143,-3 2-545,-1 1 0,0-1 0,0 0 0,-1 0 0,1-1 0,-6 2 545,-12 4-1200,0-1 0,-1-1 1,-8 0 1199,10-4-69,18-3 370,0 0 0,0 1 0,0 0 0,0 0 0,0 0 0,1 0 0,-1 1 0,0 0 0,-1 0-301,5-1 1066,1-1-317,26 0 623,19-3-1468,0-1-1,-1-2 0,1-3 1,-2-1-1,1-2 0,27-13 97,6-1-4297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7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3873,'0'0'9447,"0"0"-5439,0 0-2113,0 0-627,0 0-699,0 0-435,0-1-118,0 0 0,0 0 0,0 0 0,0 0 0,0 0 0,1 0 0,-1 0 0,0 0 0,0 1 1,1-1-1,-1 0 0,1 0 0,-1 0 0,1 0 0,-1 1 0,1-1 0,-1 0 0,1 0 0,0 1 0,0-1-16,7 1 66,0-1-1,1 2 0,-1-1 0,1 1 1,-1 1-1,0-1 0,0 2 1,0-1-1,2 1-65,-8-1 63,0-1-1,1 1 1,-1 0 0,0 0-1,0 0 1,0 0 0,0 0 0,0 0-1,-1 0 1,1 1 0,-1-1-1,1 1 1,-1-1 0,0 1-1,0-1 1,0 1 0,0 0-1,0-1 1,-1 1 0,1 0 0,-1 0-1,0 0 1,0 0 0,0-1-1,0 1 1,0 0 0,-1 0-1,1 0 1,-1 0-63,0-1 38,1-1 0,-1 1 0,1-1 0,-1 0 0,1 1 0,-1-1 0,0 0 0,0 0 0,0 1 0,0-1 0,0 0 0,0 0 0,0 0 0,0 0 0,0 0 0,0 0 0,-1-1 0,1 1 0,0 0 0,0-1 0,-1 1 0,1 0 0,-1-1 0,1 0 0,-1 1 0,1-1 0,0 0 0,-1 0-38,-45 4 369,46-4-364,1 0-8,-1-1 0,0 1 1,0-1-1,1 1 1,-1-1-1,0 1 0,1-1 1,-1 1-1,0-1 0,1 0 1,-1 1-1,1-1 0,-1 0 1,1 1-1,-1-1 0,1 0 1,0 0-1,-1 1 1,1-1-1,0 0 0,-1 0 1,1 0-1,0 0 0,0 0 1,0 1-1,0-1 0,0 0 1,0 0-1,0 0 1,0 0 2,0-3-119,0 1 0,0 0 0,0 0 0,1 0 0,-1 0 0,1 0 0,0 0 0,0 0 0,0 0 0,1-2 119,4-3-1186,0 0 0,1 0-1,0 1 1,1 1 0,-1-1-1,9-5 1187,-12 9-911,33-26-10197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7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86 296 5169,'0'0'8068,"0"0"-4108,0 0-1705,0 0-695,0 0-595,34-5-504,11-1-344,51-8 284,6-6-401,-86 17 44,108-28 591,-111 27-563,0 0 0,-1-2 0,0 1 0,0-1 0,0-1 1,-1 0-1,0-1 0,3-3-72,-12 9 17,1 1 0,-1-1 0,0 0 0,0 0 0,-1 0 0,1 0 0,0-1 0,-1 1 0,1 0 0,-1-1 1,0 1-1,1-1 0,-1 1 0,0-1 0,-1 0 0,1 1 0,0-1 0,-1 0 0,0 1 0,1-1 0,-1 0 0,0 0 0,-1 0 0,1 1 0,0-1 0,-1 0 0,1 1 1,-1-1-1,0 0 0,-1-1-17,0-1 20,-1 1 1,0 0-1,0 0 1,-1 0-1,1 0 1,-1 0 0,0 0-1,0 1 1,0 0-1,0 0 1,-1 0-1,1 0 1,-1 1-1,0 0 1,-2-1-21,-7-2 12,-1 0 0,0 1 0,0 0 0,0 1 0,-1 1-1,1 1 1,0 0 0,-1 1 0,1 0 0,-1 1 0,1 1 0,0 1 0,-1 0 0,1 1 0,1 0-1,-1 1 1,1 1 0,0 0 0,0 1 0,0 1 0,1 0 0,0 1 0,1 0 0,0 1 0,0 0-1,-5 8-11,-1 0 27,1 1 0,1 0-1,0 1 1,2 1-1,0 0 1,2 1 0,0 0-1,2 1 1,0 0-1,1 1 1,2 0 0,0 0-1,2 1 1,0 0-1,2 0 1,1 0 0,1 0-1,1 0 1,3 22-27,-2-36 18,1-1 1,0 0-1,0-1 1,1 1-1,1 0 0,0-1 1,0 1-1,0-1 1,2 0-1,-1-1 0,1 1 1,0-1-1,0 0 1,1-1-1,7 7-18,-3-5 18,0-1 1,1 0-1,1 0 0,-1-1 0,1-1 1,0 0-1,1 0 0,-1-2 0,1 1 1,9 0-19,4 0-95,0-1-1,-1-2 1,1 0 0,0-2 0,0-1 0,0-1 0,0-2 0,-1 0 0,1-2 0,-1 0 0,19-9 95,49-30-2103,-15-7-2618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8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28 114 7578,'0'0'3850,"0"0"-1491,0 0-67,0 0-319,0 0-549,0 0-596,9-17-346,34-52-49,-40 67-400,-1-1-1,1 1 1,0-1 0,-1 1-1,1 0 1,0 0-1,0 1 1,0-1 0,1 0-1,-1 1 1,0 0 0,1 0-1,-1 0 1,0 0-1,1 0 1,-1 1 0,1-1-1,2 1-32,1 0 39,1 0 0,0 1 0,-1 0 0,1 0-1,-1 1 1,6 1-39,-4 1 17,-1 0 0,0 1-1,0 0 1,0 0 0,-1 1-1,1 0 1,-1 0 0,-1 0-1,1 1 1,-1 0 0,0 1 0,-1-1-1,0 1 1,0 0 0,3 6-17,5 13 56,0 0 1,-1 1 0,-2 1 0,1 8-57,-1 10 159,-2 0 0,-2 0 0,-3 1 0,-1 22-159,-2-332-236,-2 261 224,1 1 1,0 0-1,0 0 0,0 0 1,-1-1-1,1 1 0,0 0 1,0 1-1,0-1 0,-1 0 1,1 0-1,0 0 0,0 1 1,0-1-1,0 0 0,-1 1 1,1-1-1,0 1 1,0 0 11,-30 17-7,1 2 1,1 1-1,0 1 1,-11 13 6,-14 11 7,36-32-8,-13 10-5,1 1 0,1 1 0,-18 23 6,41-34-1302,17-9-1815,22-10-1496,0-9-1483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11883,'0'0'1968,"0"0"-1112,0 0 1521,-70 170-649,50-90-256,7 0-79,7-5-209,6-16-632,0-11-376,0-12-104,26-13-72,10-14-344,34-9-1232,-7-9-3721,-4-17-9363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9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1 241 14299,'0'0'2374,"0"0"-999,0 0-36,0 0-627,0 0-472,8-29-31,28-93-14,-25 61 128,-11 59-189,1 0 1,-1-1-1,0 1 1,1 0-1,-1-1 1,1 1-1,-1 0 1,1 0-1,0-1 0,0 1 1,1-1-135,1 12 489,2 110 338,-3-64-368,1 0 1,8 35-460,-11-85-26,1-1 0,0 0 0,0 0 0,0 0 0,1 1 0,0-1 0,-1 0 0,1-1 0,1 1 0,-1 0 0,0 0-1,1-1 1,0 0 0,2 3 26,-3-4-328,1 0 0,0 0 0,0-1 0,0 1 0,0-1 0,0 0-1,0 1 1,0-1 0,0 0 0,1-1 0,-1 1 0,3 0 328,21 0-5923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3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4945,'0'0'8826,"0"0"-6434,0 0-415,0 0-761,0 0-904,0 0-312,0 0-48,188-15-2104,-151 15-2401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40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83 234 12875,'0'0'2766,"0"0"-1003,0 0 24,0 0-788,0 0-614,0 0-220,8-15-62,21-51-10,-25 55-21,-1 0 0,0 0 0,0-1-1,-2 1 1,1-1 0,-2 1-1,1-1 1,-1 0 0,-1 1-1,-1-3-71,1-10 1399,5 119-1362,3 0 0,12 39-37,-16-103-606,0 0 0,-3 18 606,0-48-171,-1 1-1,1-1 1,-1 0-1,0 1 1,1-1 0,-1 0-1,0 1 1,0-1-1,0 0 1,0 0 0,0 0-1,-1 0 1,1 0 0,0 0-1,0 0 1,-1 0-1,1-1 1,0 1 0,-1 0-1,1-1 1,-1 1-1,1-1 1,0 1 0,-1-1-1,0 0 1,1 0-1,-1 1 1,1-1 0,-1 0-1,1-1 172,-56 5-1116,52-4 1098,-65 0 3641,70 0-2818,0 0-225,2 0-203,45-1-159,0-2 0,-1-2 0,13-5-218,-11 0-6314,35-13 6314,-25 3-8826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4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10114,'0'0'1809,"0"0"79,0 0 544,0 0-543,0 0-361,155 232 9,-138-137-129,-10 0-504,-4-3-600,-3-5-160,0-10-144,-27 15-368,-6-17-1520,0-19-5266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43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12859,'0'0'4889,"0"0"-3577,0 0 176,0 0-47,0 0-697,0 0-432,0 0-224,159-6-88,-110-3-656,4 3-1073,10 0-1175,-13 6-849,-14-6-2544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3:44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6873,'0'0'7154,"0"0"-4906,0 0-263,0 0-225,0 0-599,0 0-745,0 0-48,208-56-304,-135 29-64,16-9-400,-19 6-2169,-17 4-4744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0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1328 0 6129,'0'0'1927,"0"0"-1001,0 0-166,0 0-96,0 0-186,0 8 24,0 30 604,-1 14-409,1 0 1,3 0-1,3-1 1,1 1-1,11 36-697,84 222 1037,-56-177-939,-20-42 174,-4 2 0,1 29-272,14 60 122,-5-39 236,-6 1 0,-7 2-1,-2 60-357,-13 437 1405,-18-398-1307,6-132-76,-11 40-22,5-56 9,5 0-1,4 17-8,6 298 30,-3 440 135,-17-525-71,-1 52 261,21-48-265,-5 456 954,3-565-806,9 0 1,15 41-239,48 874 559,-54-740-531,-5-70 22,16 242 65,16 695 1242,-44-1263-1333,0-1 38,0 0 0,0 0-17,0 0 84,0-11 81,4-7-203,1 1 1,0 1-1,2-1 0,0 1 1,0 0-1,2 0 0,4-6-7,-5 8 7,-4 10-6,0 0 0,1 0 0,-1 0 0,1 1-1,0-1 1,0 1 0,0 1 0,0-1 0,0 1 0,1-1-1,-1 2 1,1-1 0,1 0-1,8-3-1,64-22-8,1 3 1,1 4 0,2 4-1,2 3 9,343-29-24,-253 28 26,58-6 2,674-53 3,9 40-14,208 33 1,-1123 0 14,-1 0 0,0 0 0,0 0 0,0 0 3,0 0 8,0 0-11,0 0-23,0 31-134,10 89 148,0-32-33,4 46 48,11 30-14,-7-62 17,-5 2 0,-1 82-17,-15 66 43,-17 57-43,6-180 2,-5-1 0,-17 47-2,21-96-5,3 2-1,4-1 1,3 40 5,-8 77-51,-31 133 80,15-135 27,-1 164-56,2 18 13,10-180 0,8 46-13,9-140-13,-5-1 0,-7 20 13,12-97 5,1-21-3,1 1 0,-1 0-1,-1 0 1,1 0 0,-1 0-1,0 0 1,0-1 0,0 1 0,-1 0-1,1-1 1,-1 1 0,0 0-2,-2-5 9,1 1-1,0-1 1,0 1 0,0-1 0,-1 0-1,1 0 1,0 0 0,0 0 0,-3-1-9,-4 0-1,-83 1-25,-402 2-285,-176 35 311,194-6-249,-174-24 249,577-7-3,-819 25-276,699-6 182,-129 32 97,-56 7-173,-41-26 83,-211-17 90,578-13-15,0 4-1,0 1 1,-4 4 15,-85 10-41,63-16-158,-25-4 199,87-1-7,17 0 6,-1 0 0,1 0 0,0 0 0,-1 0 0,1 0 0,-1 0 0,1 0 0,0 0 0,-1 1 0,1-1 0,0 0 0,-1 0 0,1 0 0,0 0 0,-1 0 0,1 1 0,0-1 1,0 0-1,-1 0 0,1 1 0,0-1 0,0 0 0,-1 0 0,1 1 0,0-1 0,0 0 0,-1 1 0,1-1 0,0 0 0,0 0 0,0 1 0,0-1 0,0 1 0,0-1 0,0 0 0,0 1 0,-1-1 0,1 0 0,0 1 0,0-1 0,1 0 0,-1 1 1,0-1-1,0 0 0,0 1 0,0-1 0,0 0 0,0 1 0,0-1 0,1 0 0,-1 1 0,0-1 0,0 0 1,7 14-20,27 26 22,-4-7 3,-3 2-1,-1 1 1,5 10-5,26 53 5,24 64-5,-64-124 1,-2-1 1,-2 2-1,-2 0 1,-1 1-1,-2-1 0,-1 6-1,16 144 31,46 171-31,-14-109 1,-8-33-5,30 69 4,-50-206 9,-4 1-1,-3 1 0,-4 1 0,-4 1 1,-3 0-1,-4 18-8,-5 42 297,0-146-297,0 0 0,0 0-1,0 0 1,0 0 0,0 0 0,0 1-1,-1-1 1,1 0 0,0 0-1,0 0 1,0 0 0,0 0 0,0 1-1,0-1 1,0 0 0,0 0 0,0 0-1,0 0 1,0 1 0,0-1-1,0 0 1,0 0 0,0 0 0,0 0-1,0 1 1,0-1 0,0 0 0,0 0-1,1 0 1,-1 0 0,0 1-1,0-1 1,0 0 0,0 0 0,0 0-1,0 0 1,0 0 0,0 0 0,1 0-1,-1 1 1,0-1 0,0 0-1,0 0 1,0 0 0,0 0 0,1 0-1,-1 0 1,0 0 0,0 0-1,0 0 1,0 0 0,1 0 0,-1 0-1,0 0 1,0 0 0,0 0 0,0 0-1,1 0 1,-1 0 0,0 0-1,0 0 1,0 0 0,7-23-330,11-134-5051,-10 61-1169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22 15387,'0'0'2451,"0"0"-67,0 0-89,0 0-1006,0 0-408,0 0-219,-17-4-323,-51-10-220,51 11-80,17 3-83,0 0-121,0 0-299,0 0-433,0 0-694,0 7-5396,0 4-629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477 304 10658,'0'0'1582,"0"0"-283,0 0 511,0 0-219,0 0-416,-11-28-173,-35-87-93,43 109-793,-1-1 0,1 1 0,-1 0 0,0 0 0,0 0 0,-1 1 0,1 0 0,-1-1 0,-1 2 0,1-1 0,-1 0 0,0 1 0,1 0 0,-2 1 0,1-1-1,-6-1-115,-8-6 246,3 2 4,0 0-1,0 1 0,-1 1 0,0 0 1,0 2-1,0 0 0,-1 1 1,0 0-1,0 2 0,0 0 0,-9 2-249,25 0 9,0 0 0,1 1 0,-1-1 0,0 1-1,1 0 1,-1 0 0,0 0 0,1 0 0,-1 0-1,1 0 1,-1 1 0,1-1 0,0 1 0,0 0-1,0 0 1,0-1 0,0 1 0,0 1 0,0-1 0,1 0-1,-1 0 1,1 1 0,-1-1 0,1 1 0,0-1-1,0 1 1,0-1 0,0 3-9,-3 9 17,0 1-1,1-1 1,0 1 0,0 15-17,-1 14 179,1 0 1,2 1 0,3-1-1,1 1 1,2-1 0,2 0-1,11 36-179,67 174 626,24 82 639,-87-252-1037,-3 0-1,-4 2 1,-3 6-228,-10-81-32,-1 46-540,-1-56 551,0 1 0,0-1 0,0 1-1,0-1 1,-1 0 0,1 1 0,0-1-1,-1 1 1,1-1 0,-1 0-1,0 0 1,1 1 0,-1-1 0,0 0-1,0 0 1,0 0 0,0 0 0,0 0-1,0 0 1,0 0 0,0 0 0,0 0-1,-1 0 1,1 0 0,0-1-1,0 1 1,-1-1 0,1 1 0,-1-1-1,1 1 1,0-1 0,-1 0 0,1 0 21,-2 1-98,1-1 0,-1 0-1,1 0 1,-1 0 0,1-1 0,-1 1 0,1 0 0,-1-1 0,1 0 0,-1 0 0,1 1 0,0-1 0,-1-1 0,1 1 0,0 0 0,0 0 0,0-1 0,0 0 0,0 1 0,0-1 0,0 0 0,0-1 98,-3-4-663,0 0 0,1-1 0,0 0 0,1 0 0,-1 0 0,1-1 663,-4-9-2163,-10-27-5221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3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1 313 5537,'0'0'9477,"0"0"-5414,0 0-2002,0 0-756,0 0-775,24-27-369,80-89-138,-89 101-44,1-1 0,1 2 1,0 0-1,1 1 0,0 1 0,1 0 0,8-2 21,-9 4-21,-16 8 14,1 1 0,0-1-1,0 0 1,0 1 0,0 0-1,1-1 1,-1 1 0,0 0-1,1 1 1,-1-1 0,0 1-1,1-1 1,-1 1 0,1 0-1,-1 0 1,0 0 0,1 1-1,-1-1 1,0 1 0,1 0 0,-1 0-1,0 0 1,0 1 0,0-1-1,1 0 1,-1 1 0,-1 0-1,1 0 1,0 0 0,0 0-1,-1 0 1,2 3 7,5 6 0,-1 1 0,0 0 0,0 1 0,-2 0 0,1 0 0,-2 1 0,1 1 0,7 16 0,8 18 8,-1-2 116,19 31-124,-32-65 28,0-1 0,1-1-1,0 0 1,1 0-1,1 0 1,-1-1-1,2-1 1,5 5-28,-11-10 12,0-1 1,0 0-1,1 0 1,-1-1-1,1 1 1,0-1-1,0 0 0,0-1 1,0 1-1,0-1 1,0 0-1,0-1 0,1 0 1,-1 0-1,0 0 1,0 0-1,0-1 1,0 0-1,0-1 0,0 1 1,0-1-1,0 0 1,0-1-1,0 1 1,-1-1-1,0 0 0,1-1 1,-1 1-1,0-1 1,-1 0-1,1 0 1,-1-1-1,0 1 0,0-1 1,0 0-1,0 0 1,-1 0-1,0-1 1,0 1-1,0-1 0,-1 1 1,0-1-1,0 0 1,0-1-13,3-13 50,-1 1 1,-1-1 0,0 0-1,-2 0 1,0 0-1,-1 0 1,-1 0 0,-1 0-1,-1 0 1,-1 0-1,0 0 1,-2 1 0,0 0-1,-1 0 1,-1 1-1,-1 0 1,0 0 0,-4-4-51,0 6 572,12 16-563,1 1 0,-1-1 1,1 0-1,-1 1 1,1-1-1,-1 0 1,1 1-1,0-1 1,-1 1-1,1-1 1,0 1-1,-1-1 0,1 1 1,0-1-1,0 1 1,0-1-1,-1 1 1,1-1-1,0 1 1,0 0-1,0-1 1,0 1-1,0-1 1,0 1-1,0-1 0,0 1 1,0 0-1,0-1 1,0 1-1,0-1 1,1 1-1,-1-1 1,0 1-1,1 0-9,1 37 64,2 1-1,1-1 1,3 0 0,1 0 0,1-1-1,2 0 1,2-1 0,1 0-1,2-2 1,2 0 0,0 0-1,24 28-63,-43-62 6,0 1 0,1-1 0,-1 1 0,0-1 0,0 0 0,0 1 0,1-1 0,-1 1 0,0-1 0,1 0 0,-1 1 0,0-1 0,1 0 0,-1 1 0,1-1 0,-1 0 0,0 1 0,1-1-1,-1 0 1,1 0 0,-1 0 0,1 1 0,-1-1 0,1 0 0,-1 0 0,1 0 0,-1 0 0,1 0 0,-1 0 0,1 0 0,-1 0-6,4-14 98,-8-28-50,-19-61-5,14 69-41,1 0 0,2 0 0,2-1 0,1-4-2,2 28 1,0-1-1,2 1 1,-1-1 0,1 1 0,1-1 0,0 1 0,1 0 0,1-3-1,-3 11-1,1 0 0,0-1 0,0 1 0,0 0 0,1 0 0,-1 0 0,1 1 0,0-1 0,-1 1 0,1-1 0,0 1 1,1 0-1,-1 0 0,0 0 0,0 0 0,1 1 0,-1-1 0,1 1 0,0 0 0,-1 0 0,1 0 0,0 1 0,0-1 0,-1 1 0,1 0 0,0 0 1,6-1-2,0 1 0,-1 0 0,1 1 0,-1 0 0,1 1 0,-1-1 0,1 2 0,-1-1 0,0 1 0,0 1 0,0 0 0,-1 0 0,1 1 0,-1 0 0,0 0 0,0 1 0,-1 0 0,0 0 0,0 0 0,4 5 2,8 13 23,-1-1-1,-1 2 1,-2 1 0,0 0 0,-1 0-1,-1 3-22,-11-23-45,1-1-1,0 1 0,0 0 0,1-1 0,-1 1 1,1-1-1,0 0 0,1 0 0,-1 0 0,1-1 1,0 0-1,0 0 0,1 0 0,-1-1 0,6 3 46,-6-4-366,1 0 0,-1 0 0,1-1 0,-1 0 0,1 0 0,0 0 0,3 0 366,49-6-6089,-8-10-3791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0 10578,'0'0'4008,"0"0"-1108,0 0-303,-30 3-919,30-3-1678,-37 3 502,0 1 1,-14 5-503,47-7 52,-1-1 0,1 1 0,-1 0 0,1 0-1,-1 0 1,1 1 0,0-1 0,0 1 0,0 0-1,1 0 1,-1 1 0,1-1 0,-1 1 0,1-1 0,0 1-1,1 0 1,-1 0 0,1 1 0,-1 1-52,-2 5 123,1 0 1,0 0 0,1 0-1,1 1 1,0-1-1,0 1-123,2-11 11,-2 12 51,0 0 0,1 0 0,1 0 0,0 0 0,0 0 0,1 0 0,1 0 0,1 2-62,-1-7 8,1-1 1,-1 0 0,1 0-1,1 0 1,0 0 0,0 0-1,0-1 1,0 1 0,1-1-1,0 0 1,1-1 0,-1 1-1,1-1 1,1 1-9,2 0-5,1 1 0,0-2 0,0 1-1,0-1 1,0 0 0,1-1 0,0-1 0,0 1-1,0-2 1,0 0 0,0 0 0,0-1 0,1 0 0,-1-1-1,1 0 1,-1-1 0,11-1 5,-19 1-18,1-1 0,0 1 0,-1-1 0,1 1 0,-1-1 0,1 0 0,-1 0 0,0-1 0,0 1 0,0-1 0,0 0 0,0 1 0,-1-1 0,1 0 0,-1 0 0,0-1 0,0 1 0,0 0 0,0-1 0,-1 0 0,1 1 0,-1-1 0,0 0 0,0 1 0,0-1 0,-1 0 0,1 0 18,3-20-128,-1 0 0,-1 0 0,-1 0-1,-1-2 129,0 1-33,1-81 997,-1 106-948,0 0-1,0 0 1,0 0 0,0 1 0,0-1-1,0 0 1,0 0 0,1 0-1,-1 0 1,0 0 0,0 0 0,0 1-1,0-1 1,0 0 0,0 0 0,1 0-1,-1 0 1,0 0 0,0 0-1,0 0 1,0 0 0,1 0 0,-1 0-1,0 0 1,0 0 0,0 0-1,0 0 1,1 0 0,-1 0 0,0 0-1,0 0 1,0 0 0,0 0-1,1 0 1,-1 0 0,0 0 0,0 0-1,0 0 1,0 0 0,1 0 0,-1-1-1,0 1 1,0 0 0,0 0-1,0 0 1,0 0 0,0 0 0,0 0-1,1-1 1,-1 1 0,0 0-1,0 0 1,0 0 0,0 0 0,0 0-1,0-1 1,0 1 0,0 0-1,0 0 1,0 0 0,0 0 0,0-1-1,0 1 1,0 0 0,0 0 0,0 0-1,0 0 1,0-1-16,10 14 102,-1 2 50,6 15 79,2-1-1,2-1 0,0-1 1,4 3-231,-15-21 4,1-1 0,0 1 1,0-2-1,1 1 1,-1-1-1,2-1 0,-1 0 1,1 0-1,0-1 1,0 0-1,0-1 0,1 0 1,6 1-5,6 0-300,-1-1 1,1-1-1,1-1 300,-16-2-322,-1 1 0,1-1 0,0-1-1,0 0 1,-1 0 0,1-1 0,-1 0-1,1 0 1,-1-1 0,2-1 322,1-4-1212,0 0 0,0 0 0,0-2-1,-1 1 1,-1-1 0,0-1 0,0 0 0,-1 0 0,0 0 0,4-9 1212,17-45-10136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3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94 7482,'0'0'6078,"0"0"-1653,0 0-2128,0 0-928,0 0-320,0 0-219,-20 31-116,-62 102-157,79-127-517,0-1 0,0 1 0,1-1 0,-1 1-1,1 0 1,1 0 0,-1 0 0,1 0 0,0 0 0,0 0-1,1 1 1,0-1 0,0 0 0,0 0 0,2 6-40,-1-8 14,0-1 0,1 1 0,-1-1-1,1 1 1,0-1 0,0 0 0,0 0 0,1 0 0,-1 0 0,1-1 0,-1 1 0,1 0 0,0-1 0,0 0 0,0 0 0,0 0 0,1 0 0,-1 0 0,0-1-14,10 4 23,-1-1 0,1 0 0,-1-2-1,1 1 1,0-1 0,0-1 0,0 0 0,0-1 0,0-1 0,0 0 0,2-1-23,-11 2-2,0-1-1,-1 0 1,1-1-1,0 1 1,0-1-1,-1 1 1,1-1-1,-1 0 1,1-1-1,-1 1 1,0-1-1,0 1 1,0-1-1,0 0 1,-1 0-1,1 0 1,-1 0-1,0 0 1,1-1-1,-1 1 1,-1-1-1,1 0 1,-1 1-1,1-1 1,-1 0 0,0 0-1,0 0 1,-1-1 2,4-16-68,-1 0 0,-1-1 0,-1 0 0,-2-18 68,1 16-31,-1-17 14,0-25 2,2 48 34,1 17 2,0 6 8,23 52 59,1-1-1,4 0 0,7 6-87,-17-26 59,23 33 110,-42-76-28,-3-76-150,0 32-9,2 0-1,2 0 1,3-9 18,-4 53 0,1 0-1,0 1 0,0-1 1,0 0-1,1 1 0,0 0 1,0 0-1,0-1 0,1 2 1,0-1-1,0 0 1,1 1-1,-1 0 0,6-5 1,-7 8-3,0 0-1,-1 0 0,1 1 0,0-1 1,0 1-1,0-1 0,1 1 0,-1 0 1,0 0-1,0 0 0,1 1 1,-1-1-1,0 1 0,1-1 0,-1 1 1,0 0-1,1 1 0,-1-1 1,0 1-1,1-1 0,-1 1 0,0 0 1,0 0-1,0 0 0,1 1 1,-1-1-1,0 1 0,-1 0 0,1-1 1,0 1-1,0 1 0,1 1 4,8 7-2,0 1 0,-2 0 0,1 0-1,-1 1 1,-1 1 0,0-1 0,-1 2 0,-1-1-1,0 1 1,-1 0 0,-1 0 0,2 7 2,3 13-3,-2 0 1,-2 1-1,-1 0 1,-1-1 0,-2 7 2,0-4 3,-1-24-18,0 0 0,-1 0-1,0 0 1,-1-1 0,0 1 0,-4 11 15,4-23-48,1 0 1,-1 0-1,0 0 1,0-1-1,0 1 1,-1 0-1,1-1 1,0 1-1,-1-1 1,1 1-1,-1-1 1,1 0-1,-1 0 1,0 0-1,1 0 1,-1 0-1,0 0 1,0 0-1,0 0 1,0-1-1,0 1 1,0 0-1,0-1 1,0 0 0,0 0-1,0 1 1,-1-1 47,0 0-326,-1 0 1,1-1-1,0 1 1,0-1-1,-1 1 1,1-1-1,0 0 1,0 0-1,0 0 1,0 0-1,0-1 1,0 0 325,-33-31-7423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4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13795,'0'0'4081,"0"0"-1881,0 0-303,0 0-1345,0 0-400,0 0-56,199 178-56,-70-56-40,-17-20-480,-13-16-5650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4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24 11106,'0'0'6482,"0"0"-5026,0 0 721,-185-23-649,161 40-752,8 37-408,13 14 32,3 16 72,0-4-216,26-6-104,14-14-136,16-12-16,10-22-72,10-14-544,43-12-960,-23-30-3553,-13-11-8546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183 143 15035,'0'0'3738,"0"0"-1591,0 0-413,-28 11-655,28-11-1079,-26 9 181,1 1 1,0 1-1,-15 10-181,37-18 20,-1 0-1,1 0 0,0 1 0,0-1 1,0 1-1,1-1 0,-1 1 1,1 0-1,0 0 0,0 0 1,1 0-1,-1 0 0,1 0 1,-1 1-1,2-1 0,-1 0 1,0 1-1,1-1 0,0 1 1,-1-1-1,2 1 0,-1-1 1,1 0-1,-1 1 0,2 2-19,-1 12 65,0-9-49,0 0 0,0-1-1,1 1 1,0-1 0,1 1-1,0-1 1,0 0 0,1 0-1,0-1 1,1 1 0,0-1-1,0 0 1,1 0 0,0 0-1,0-1 1,1 0 0,0 0-1,0 0 1,0-1 0,1 0-1,6 2-15,-4-1-36,2-1 0,-1 0-1,1-1 1,0 0 0,0-1 0,0-1-1,0 1 1,1-2 0,-1 0-1,1-1 1,0 0 0,-1 0-1,1-2 1,0 1 0,0-2-1,7-1 37,-16 2-57,0-1 1,0 1-1,0-1 0,-1 0 0,1 0 0,0 0 0,-1-1 1,0 1-1,1-1 0,-1 0 0,0 0 0,0 0 0,-1 0 1,1 0-1,-1-1 0,1 1 0,-1-1 0,0 0 0,0 1 1,-1-1-1,1 0 0,-1 0 0,0 0 0,0 0 1,0-1-1,0 1 0,-1 0 57,3-21-67,0 1 0,-2-1 1,-1 0-1,-1-8 67,0 0 188,-3-52 2100,6 83-2275,-1 1-1,0 0 1,1 0 0,-1-1 0,1 1-1,0 0 1,-1 0 0,1 1-1,0-1 1,0 0 0,-1 0 0,1 1-1,0-1 1,0 1 0,0 0-1,0 0 1,-1-1 0,1 1-1,0 0 1,0 0 0,0 1-13,6-2 25,65-12-494,0-2 1,7-6 468,14-11-8296,-49 15-4282</inkml:trace>
  <inkml:trace contextRef="#ctx0" brushRef="#br0" timeOffset="1">1014 0 4625,'0'0'10312,"0"0"-5518,-38 11-2891,-21 7-680,-41 18-1223,92-32 89,0 0 0,1 0 0,-1 1 0,1 0 0,0 0 0,0 0 0,1 1 0,-1 0 0,1 1 0,0 0 0,1 0 0,0 0 0,0 0 1,0 1-1,1 0 0,0-1 0,1 2 0,-2 3-89,1 3 107,1 0 1,0 0-1,1 0 1,0 0-1,1 1 1,1-1 0,0 0-1,3 11-107,-3-20 17,1-1 1,0 0-1,1 0 1,-1 0-1,1 0 0,0 0 1,0 0-1,0 0 0,1 0 1,0-1-1,0 1 1,0-1-1,0 0 0,1 0 1,-1 0-1,1-1 0,2 2-17,2 1 18,-1-1 0,1 0 0,0-1 0,0 0 0,1 0 0,-1-1 0,1 0 0,0 0 0,0-1 0,1 0-18,5 1 8,-1-1 1,1-1-1,0-1 0,0 0 1,0 0-1,0-2 1,-1 1-1,1-2 1,-1 0-1,1-1 0,-1-1 1,0 0-1,0-1-8,-5 2-6,-1-1 0,0-1 0,0 0 0,-1 0 0,0 0 0,0-1 0,0 0 0,-1 0 0,0-1 0,0 0 0,-1 0 0,0 0 0,0-1 0,-1 0-1,0 1 1,-1-1 0,0-1 0,0 1 0,0-4 6,3-20 200,-1 0 0,-2 0-1,-2-1 1,-1-24-200,0 27 518,0 37-518,0 50 13,6 49-13,-3-85-1,0-1 0,1 0-1,2 0 1,-1 0-1,2-1 1,1 1 0,3 4 1,-7-16-72,-1-1-1,1 1 1,1-1 0,-1 0 0,1-1 0,0 1-1,1-1 1,-1 0 0,1 0 0,0 0-1,5 2 73,-4-3-574,0-1-1,0 1 0,1-1 0,-1-1 0,0 0 0,1 0 0,2 0 575,30 1-7520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5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16644,'0'0'2672,"0"0"-936,0 0 481,-189 62-985,169-17-592,20 5-440,0 4-56,30 0-96,20-10 48,13-8-88,3-12-8,7-12-128,-4-12-488,-3 0-888,0-63-2201,-16-2-1512,-14-16-3705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5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12547,'0'0'5968,"0"0"-1970,0 0-1783,0 0-1059,0 0-609,0 0-255,-4 36 176,-14 223 261,16-176-471,4 0-1,9 55-257,-8-107-13,3-1-1,0 1 0,2-1 0,1-1 1,1 0-1,13 27 14,-19-50-94,-1 1 0,1 0-1,0-1 1,0 0 0,1 0 0,0 0 0,0-1-1,0 0 1,0 1 0,1-2 0,0 1 0,0-1-1,1 0 1,-1 0 0,1 0 0,-1-1-1,1 0 1,0-1 0,1 0 0,-1 0 0,0 0-1,1-1 1,-1 0 0,0 0 0,1-1 0,-1 0-1,1 0 1,-1-1 0,1 0 0,6-1 94,-4-1-77,1 0 1,-1 0 0,0-1-1,0 0 1,-1-1 0,1 0-1,-1 0 1,0-1 0,0 0-1,-1-1 1,1 0 0,-2 0-1,1-1 1,-1 0 0,0 0-1,0-1 1,-1 1 0,2-6 76,0-1 72,0-1 0,-1 0 0,-1 0 0,0 0 1,-1-1-1,-1 1 0,-1-1 0,0-1 0,-1 1 0,-1 0 1,0-4-73,-1 5 264,-3-49 802,3 63-1017,0 0-1,-1 0 1,1 0 0,-1 0-1,1-1 1,-1 1-1,0 0 1,0 0 0,0 0-1,0 0 1,0 0 0,0 1-1,-1-1 1,1 0 0,-1 0-1,1 1 1,-1-1 0,1 1-1,-1-1 1,0 1 0,0 0-1,0 0 1,0 0 0,-1-1-49,2 2 7,-1 0 1,1 0-1,0 0 1,0 0-1,-1 0 1,1 0-1,0 0 1,0 0 0,0 0-1,-1 1 1,1-1-1,0 0 1,0 1-1,0-1 1,0 1-1,0-1 1,-1 1 0,1 0-1,0-1 1,0 1-1,1 0 1,-1 0-1,0 0 1,0 0-1,0 0 1,0 0 0,1 0-1,-1 0 1,1 0-1,-1 0 1,0 0-1,1 0 1,0 1-8,-15 40-21,15-40 26,-5 27-5,1 0-1,2 0 1,1 1 0,1-1 0,2 11 0,-2-35-2,1 1 1,0-1 0,0 1 0,0-1 0,1 0-1,0 0 1,0 1 0,0-1 0,0 0-1,1-1 1,0 1 0,0 0 0,0-1 0,1 1-1,-1-1 1,1 0 0,0 0 0,0-1 0,1 1-1,-1-1 1,1 0 0,-1 0 0,1-1 0,0 1-1,0-1 1,0 0 0,1 0 0,1 0 1,2 0-79,0 0 0,1 0 0,-1-1 0,1 0 0,-1 0 0,1-1 0,-1-1 0,1 0 0,-1 0 0,0 0 0,1-1 0,-1-1 0,0 0 0,0 0 0,0-1 0,2-1 79,23-16-526,-26 16 440,-1-1 0,1 1 0,0 0-1,1 1 1,-1 0 0,1 1-1,0-1 1,0 2 0,0-1 0,5 0 86,-13 14 814,-1-9 669,0-12-746,0-5-638,0-26 122,1 1 0,2 0 0,3-11-221,-3 37-133,1 0 0,-1 0 1,2 0-1,0 1 0,1 0 0,0 0 0,1 0 0,0 1 0,1 0 1,1 0-1,1-1 133,-2 4-529,-1 1 0,1 0 0,0 1 0,0 0 0,1 0 0,0 1 0,0 0 0,7-3 529,-8 5-1591,1 1 0,-1 0 0,0 0 1,1 1-1,-1 0 0,1 1 1,1 0 1590,18 0-10543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2713,'0'0'5449,"0"0"-936,0 0-1777,0 0 385,0 0-745,0 0-975,36 181-553,-29-136-392,-4-6-224,-3-7-152,0-8-80,0-9-32,0-15-1480,0 0-3857,0-6-5778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6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0 14843,'0'0'2830,"0"0"-1186,0 0-379,-30 14-532,-94 51-403,120-63-325,0 1 0,1 0 0,-1-1 0,1 1 1,0 1-1,0-1 0,0 0 0,0 1 1,1-1-1,-1 1 0,1 0 0,0 0 0,0 0 1,0 0-1,1 0 0,-1 1 0,1-1 0,0 0 1,0 1-1,1-1 0,-1 0 0,1 1 1,0-1-1,0 1 0,1-1 0,-1 1 0,1-1 1,0 1-1,0-1 0,0 0 0,1 1-5,-1 2 0,4 7 9,0-1 0,1 0-1,1 0 1,0-1 0,0 0 0,1 0-1,1-1 1,0 0 0,0 0 0,7 4-9,41 57 48,-48-61 10,-1 1 0,-1 0-1,0 0 1,-1 1 0,0-1-1,-1 1 1,-1 1 0,0-1 0,0 1-1,0 13-57,-4-25 83,0-1-1,0 0 0,-1 1 0,1-1 1,-1 0-1,1 1 0,-1-1 0,1 0 1,-1 0-1,0 0 0,0 0 0,0 0 1,0 0-1,1 0 0,-1 0 0,-1 0 0,1 0 1,0 0-1,0 0 0,0-1 0,0 1 1,0 0-1,-1-1 0,1 1 0,0-1 1,-1 0-1,1 1 0,-1-1-82,-46 9 683,36-8-483,-13 3-67,-55 7-491,-12-3 358,90-7-79,0-1 1,0 0-1,1 0 0,-1 0 0,0-1 1,0 1-1,0 0 0,0-1 0,0 1 0,1-1 1,-1 1-1,0-1 0,0 0 0,1 0 1,-1 0-1,1 0 0,-1 0 0,1 0 1,-1-1-1,1 1 0,-1 0 0,1-1 0,-1 0 79,0-3-550,-1 1-1,1-1 1,0 0-1,0 0 1,1 0-1,0 0 1,0 0-1,-1-3 551,-5-43-8134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6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18492,'0'0'2264,"0"0"-1711,0 0-281,0 0-272,0 0-144,129 197-4113,-76-132-9274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7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16508,'0'0'2088,"0"0"-224,0 0 265,0 0-1537,0 0-160,-13 203 408,33-87-184,0 3-80,0-3-343,0-12-137,-4-15-96,-3-17-64,-13-22-545,0-26-1119,-26-15-4121,-7-9-5226</inkml:trace>
  <inkml:trace contextRef="#ctx0" brushRef="#br0" timeOffset="1">0 575 6905,'0'0'8400,"0"0"-4011,0 0-2153,29-11-733,97-33-747,-116 42-731,0-1 0,0 2 0,0-1 0,0 1 0,0 1 0,0 0 0,0 1 0,1-1 0,-1 2 0,0 0 0,0 0 0,-1 1 0,1 0 0,0 0 0,3 3-25,8 5 10,-1 1 0,0 0 0,0 2 0,-1 1 0,1 2-10,-17-15 3,11 10 13,0 1-1,-1 0 0,-1 0 1,5 7-16,-13-15-36,0 1 1,0-1 0,-1 1 0,0 0 0,0 0-1,0 0 1,-1 0 0,0 1 0,0-1 0,0 1 0,-1-1-1,0 1 1,0 3 35,-1-9-468,2-2 87,0 0 0,0-1 0,0 1-1,0 0 1,0-1 0,-1 0 0,1 1 0,0-1 0,-1 0-1,1 0 1,-1 0 0,0 0 0,0 0 0,0 0 0,0 0-1,0 0 1,0-1 381,3-5-2408,18-26-9488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7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5921,'0'0'11923,"0"0"-9299,0 0-1399,0 0-401,0 0-280,0 0-272,0 0-144,4 142-40,12-109 16,4-6-96,3-3 88,7-3-96,16-4-400,-9-5-3745,-4-9-8690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7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77 16187,'0'0'2510,"0"0"-459,0 0-91,0 0-895,-31-16-611,-10-4-362,-1 1 1,-4 1-93,43 17 5,1 0 0,-1 1 0,0-1 0,0 1 0,1-1 0,-1 1 0,0 0 0,0 0 0,0 0 0,1 1 0,-1-1 1,0 0-1,0 1 0,1 0 0,-1 0 0,0 0 0,1 0 0,-1 0 0,1 0 0,-1 1 0,1-1 0,0 1 0,0 0 0,0-1 0,-1 1 0,2 0 0,-1 0 0,0 1 0,0-1 0,1 0 1,-1 0-1,1 1 0,-1-1 0,1 1 0,0-1 0,0 1 0,1 0 0,-1 0-5,-5 8 36,-2 5 10,0 0 0,1 0 0,1 1 0,1-1 0,0 1 0,1 1 0,1-1 0,0 0 0,2 1 1,0 0-1,1-1 0,0 1 0,3 13-46,-2-27 3,0 0 1,0 0 0,0 0 0,1 0 0,-1 0-1,1 0 1,0 0 0,0 0 0,0-1-1,1 1 1,-1-1 0,1 0 0,0 1-1,0-1 1,0 0 0,0-1 0,1 2-4,3 0 6,0 0 0,-1 0 0,2-1 0,-1 1 1,0-2-1,1 1 0,-1-1 0,1 0 0,2 0-6,15 1-44,1 0-1,0-2 0,0-1 0,0-1 1,9-3 44,-23 3-264,0 0 1,-1-1-1,0-1 1,1 0 0,-1 0-1,0-1 1,0-1-1,-1 0 1,1 0 0,-1-1-1,0 0 1,-1-1-1,0 0 1,0 0-1,0-1 1,-1-1 0,0 1-1,0-1 1,-1 0-1,-1-1 1,1 0 0,-1 0-1,-1 0 1,0-1-1,-1 0 264,32-100-5121,-22 68-1410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4:48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57 11466,'0'0'2844,"0"0"-804,0 0-119,0 0-420,0 0-195,0 0 98,-9-10-184,-33-30-461,40 39-743,1 0-1,0 1 0,-1-1 1,1 0-1,-1 1 0,1-1 1,-1 1-1,0-1 1,1 1-1,-1 0 0,1-1 1,-1 1-1,0 0 0,1 0 1,-1 0-1,0 1 0,1-1 1,-1 0-1,0 0 1,1 1-1,-1-1 0,1 1 1,-1 0-1,1-1 0,-1 1 1,1 0-1,0 0 0,-1 0 1,1 0-1,0 0 1,0 0-1,-1 0 0,1 1 1,-1 0-16,-4 5 55,0 1 0,0 0 0,1 0 0,0 0 0,0 3-55,1-5 76,-2 4-34,0 0 1,1 0-1,1 0 0,0 1 1,0 0-1,1 0 1,0 0-1,1 0 0,0 0 1,1 0-1,0 1 1,0-1-1,2 0 0,-1 1 1,2 5-43,-1-15 4,-1 0 0,1 0 0,0 0 0,0-1 1,0 1-1,0 0 0,0 0 0,0 0 0,0-1 0,0 1 1,1-1-1,-1 1 0,1-1 0,-1 1 0,1-1 0,0 0 0,-1 0 1,1 0-1,0 0 0,0 0 0,0 0 0,0 0 0,0-1 1,0 1-1,0 0 0,1-1-4,7 2 9,0-1 1,1 0-1,-1-1 1,10 0-10,-5 0-1,-2-1-15,0 0 0,0-1 0,0-1 0,-1 0-1,1-1 1,0 0 0,-1-1 0,0 0 0,0-1-1,-1 0 1,0-1 0,0 0 0,0-1 0,-1 0-1,6-6 17,-8 6 17,1 0-1,-1 0 0,-1-1 0,0 0 0,0-1 0,0 1 1,-1-1-1,-1-1 0,0 1 0,0-1 0,-1 0 0,0 0 1,-1 0-1,-1 0 0,1-1 0,-2 1 0,1-9-16,-3 39-139,-1 1-1,-1-1 1,0 0 0,-2 0-1,0 0 1,-1 0-1,-2 2 140,-35 77-3638,20-53-1813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04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29 9618,'0'0'2949,"0"0"-58,0 0 359,0 0-1130,0 0-650,-10-7-468,4 3-864,-27-13 227,32 17-352,-1-1 1,1 1-1,-1 0 1,1 0-1,-1 0 0,1 0 1,0 0-1,-1 1 0,1-1 1,-1 0-1,1 0 0,-1 1 1,1-1-1,0 1 0,-1 0 1,1-1-1,0 1 1,-1 0-1,1 0 0,0 0 1,0 0-1,0 0 0,0 0 1,0 0-1,0 0 0,0 0 1,0 0-1,0 0 0,0 1-13,-13 22 155,1 1-1,1 0 0,1 1 0,1 0 1,1 0-1,1 1 0,2 0 0,0 1 1,1 11-155,-2 39 294,3 1 0,5 56-294,0-110 8,2 0 1,0 0 0,1 0-1,2-1 1,0 1-1,2-1 1,0-1 0,2 1-1,0-2 1,2 1-1,9 13-8,-12-24 7,-1 0-1,2 0 0,-1-1 1,2 0-1,-1-1 0,1 0 1,1-1-1,0 0 0,0 0 1,1-2-1,0 1 1,0-2-1,1 0 0,0 0 1,0-1-1,0-1 0,0-1 1,1 0-1,0 0 0,3-1-6,-7-1 2,1-1-1,0 1 0,0-2 1,0 0-1,0 0 0,0-1 1,0-1-1,-1 0 0,1-1 1,-1 0-1,0 0 0,0-1 1,0-1-1,-1 0 0,0 0 1,0-1-1,0 0 0,-1-1 1,0 0-1,-1 0 0,1-1 1,-2 0-1,1-1 0,-1 1 1,4-9-2,-1 0-10,0 0 1,-1-1 0,0 0 0,-2 0-1,-1-1 1,0 0 0,-1 0-1,-1 0 1,-1-1 0,-1 1 0,-1-1-1,0 0 1,-2 1 0,0-1-1,-2 0 1,-1-5 9,-8-36 11,-3 1 0,-3 0-1,-2 1 1,-21-39-11,41 97 1,-1 1 1,1-1-1,-1 1 0,0-1 0,0 0 0,0 1 0,0 0 1,0-1-1,0 1 0,0 0 0,0-1 0,-1 1 1,1 0-1,0 0 0,-1 0-1,1 0-2,1 1 1,-1 0-1,0 0 1,1 0-1,-1 0 0,1 0 1,-1 0-1,0 0 1,1 0-1,-1 0 1,0 0-1,1 0 0,-1 0 1,1 0-1,-1 0 1,0 1-1,1-1 0,-1 0 1,1 0-1,-1 1 1,1-1-1,-1 0 1,1 1-1,-1-1 0,1 1 1,-1 0 1,-2 2-9,-1 1-1,2 1 1,-1-1 0,0 0 0,1 1-1,0-1 1,0 1 0,-1 4 9,-45 148-4,-13 94 4,25-96 67,-53 249 179,-3 16-24,80-375-2909,10-38-712,7-28-1407,6-8-9564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0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 4297,'0'0'7835,"0"0"-4628,0 0-1610,0 0 252,0 0-210,-26 35-430,-85 117-164,-137 150 933,200-248-1963,42-47-56,-11 8-579,17-44-4362,2-7-971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05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12899,'0'0'4193,"0"0"-2105,0 0-448,0 0 209,0 0-449,79 184-736,-46-121-280,0-4-368,0-2 136,1-10-152,-8-8-64,-3-9-440,14-18-832,-11-6-2369,0-6-1136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05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13395,'0'0'3494,"0"0"-1704,0 0-483,2 30 149,7 182 2587,-11 42-4043,-2-185 312,0-25-229,2 1 0,2 0 0,2 0 0,2-1 0,3 10-83,-5-45-4,0 0-1,1 0 1,0-1 0,0 1-1,1-1 1,0 0-1,1 0 1,0 0-1,0-1 1,0 0 0,6 6 4,-8-10-97,0-1 1,0 1-1,0-1 1,0 0-1,0 0 1,0 0-1,0 0 1,1-1 0,-1 1-1,0-1 1,1 0-1,0 0 1,-1 0-1,1-1 1,0 1-1,-1-1 1,1 0-1,0 0 1,-1 0-1,1 0 1,0-1 0,-1 1-1,1-1 1,0 0-1,-1 0 1,1-1-1,-1 1 1,0-1-1,1 0 97,37-28-4121,-1-10-3754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06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5945,'0'0'6907,"0"0"-3718,0 0-1186,0 0-798,-7 33 36,-13 61-537,-20 99 2028,6 18-2732,30-183 61,1 1-1,2-1 0,1 1 0,1-1 0,1 1 1,5 21-61,-6-43-3,1 0 1,0 0-1,1-1 0,-1 1 1,1-1-1,0 0 1,1 0-1,-1 0 1,1 0-1,1-1 1,-1 1-1,1-1 1,0 0-1,0-1 1,0 1-1,0-1 1,1 0-1,0 0 1,0-1-1,0 1 1,0-1-1,1-1 1,-1 1-1,1-1 1,0 0-1,-1-1 1,1 1-1,0-1 0,6 0 4,-5-1-222,-1 1 1,0-1 0,1 0 0,-1 0 0,1-1 0,-1 0 0,0 0 0,1-1 0,-1 0 0,0 0 0,0-1 0,0 0 0,-1 0 0,1 0 0,-1-1 0,0 0 0,1 0 0,-2-1 0,1 0 0,-1 0 0,1 0-1,2-4 221,21-36-4602</inkml:trace>
  <inkml:trace contextRef="#ctx0" brushRef="#br0" timeOffset="1">0 527 14003,'0'0'4273,"0"0"-2665,0 0-664,0 0-583,265-9-353,-123 9-16,-26-2-1345,-24-1-3480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06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10458,'0'0'3233,"0"0"-2057,0 0 417,79 188 191,-52-75-600,-7 9-112,-14 0-71,-6-9-73,0-12-568,0-15-240,0-11-120,-3-16-360,0-14-1465,3-16-3536,0-14-8202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06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0 12259,'0'0'1864,"0"0"-600,0 0-488,232 3-479,-176 9-297,-6-3-113,-17 0-1831,-17-6-5706</inkml:trace>
  <inkml:trace contextRef="#ctx0" brushRef="#br0" timeOffset="1">0 271 11450,'0'0'2289,"0"0"-433,0 0 841,0 0-1201,238-3-984,-142-9-352,-13 3-160,-10 9-64,-24 0-1864,-26 0-3137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0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13259,'0'0'4353,"0"0"-1721,0 0-303,0 0-1425,0 0-376,211 18 56,-101-6-280,-5-3-32,-12 3-200,-14-4-72,-16-2-8,-16 0-392,-21-3-792,-26-3-1497,0 0-1111,-26 0-1778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08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8570,'0'0'4105,"0"0"-1149,0 0-223,0 0-803,-29 23-602,29-23-1328,-38 29 585,1 1 1,-12 17-586,41-38 97,1 0-1,0 1 1,1 0-1,0 0 1,0 1 0,1 0-1,0 0 1,1 0 0,0 0-1,1 1 1,1 0 0,-1-1-1,2 1 1,-1 7-97,-3 15 198,-7 48 174,3 0-1,4 1 1,4 0 0,7 59-372,-4-123 15,0 0 1,2 0-1,0-1 1,1 0 0,1 1-1,1-2 1,0 1-1,1-1 1,1 0-1,1-1 1,4 6-16,-6-11-4,0-1-1,1 0 1,0-1 0,0 0 0,1 0 0,0-1 0,1 0-1,-1-1 1,2 0 0,-1 0 0,1-2 0,0 1-1,0-2 1,0 1 0,1-2 0,9 3 4,3-2-211,0-1-1,1-1 1,-1 0 0,11-3 211,-27 1-228,1-1 1,-1 0 0,0-1 0,0 0-1,0 0 1,0-1 0,0 0 0,0 0-1,-1-1 1,0-1 0,0 1 0,0-1-1,5-4 228,0-3-1227,-1-1 1,0 0-1,-1-1 0,0 0 0,-1-1 0,-1 0 0,6-14 1227,9-33-8554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09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0 721 14227,'0'0'4593,"0"0"-3033,0 0 97,0 0-801,0 0-88,258 18-472,-135-18-104,6 0-192,46-3-272,-33-18-2368,-19-3-5634</inkml:trace>
  <inkml:trace contextRef="#ctx0" brushRef="#br0" timeOffset="1">1615 1 14915,'0'0'2305,"0"0"-721,0 0 961,-110 229-937,74-51-264,6 42-352,10-11-103,14-49-369,6-55-232,6-43-176,24 1-64,10-4-48,13-5-88,6-25-256,41-29-713,-18 0-1215,-6-15-4233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09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0 450 10362,'0'0'6850,"0"0"-3851,0 0-1388,35 2-312,-16-1-1139,246 8 978,-189-10-764,-1-2 0,46-10-374,-91 8 66,-1-1 0,0-1 0,-1-1 0,0-2 0,0-1 0,-1-1 0,0-2 0,4-3-66,-25 13 5,0 0-1,-1 0 1,0 0 0,0-1 0,0 0-1,0 0 1,0 0 0,-1 0 0,0-1-1,0 0 1,-1 0 0,0 0 0,0 0-1,0 0 1,-1-1 0,1 1 0,-2-1-1,1 0 1,-1 1 0,0-1 0,0 0-1,-1 0 1,0 0 0,0 0 0,-1 0-1,1 1 1,-1-1 0,-1 0 0,0 0-1,0 1 1,0-1 0,0 1 0,-1 0-1,0 0 1,-1 0 0,1 0 0,-1 0-1,0 1 1,-1-1 0,1 1 0,-2 0-5,-8-7 7,-1 2 1,0 0-1,0 1 0,-1 0 1,-1 1-1,1 1 1,-1 0-1,0 2 1,-1 0-1,-6-1-7,-14-1 7,1 2-1,-1 2 0,0 1 1,-18 2-7,40 2 5,0 0 0,0 1 0,0 1 0,0 0 0,1 1 0,-1 1 0,1 0 0,1 2 0,-1-1 0,1 2 0,1 0 0,-1 0 0,1 1 0,1 1 0,0 0 0,1 1 0,-5 5-5,-8 12 41,0 1 0,2 1 1,1 0-1,2 2 1,1 0-1,2 1 0,0 3-41,6-10 73,0 0 0,2 1 0,1 0 0,1 0 0,2 1 0,0 0 0,2 19-73,1-38 24,1 0 0,1 1 0,0-1 0,0 1 0,1-1 0,0 0 1,1 0-1,0 0 0,0 0 0,1 0 0,1-1 0,0 0 0,0 0 0,0 0 0,1 0 0,1-1 0,0 0 0,0 0 0,0-1 0,1 0 0,0 0 1,4 2-25,9 3 36,0-1 0,0-1 0,2 0 0,-1-2 0,1-1 0,0-1 0,0-1 0,19 2-36,29 1-18,-1-4 0,25-3 18,-72-1-139,1-1 1,-1-1-1,13-3 139,-28 4-143,1-2 0,0 1 0,-1-1 0,1 0 0,-1-1-1,0 0 1,0 0 0,-1-1 0,1 0 0,-1-1 0,1 0 143,8-9-1110,-1-1-1,-1-1 1,0 0 0,-2 0 0,0-1-1,2-5 1111,15-41-6498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10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14347,'0'0'2875,"0"0"-938,0 0-641,0 0-386,0 0 10,-1 35-176,0 112 85,1-127-662,1 0-1,0 0 0,2 0 0,0 0 0,1-1 0,1 0 0,1 0 1,0 0-1,2 0 0,0-1 0,1 0 0,3 3-166,-8-14 12,1 1 1,-1-1-1,1-1 0,1 1 0,0-1 0,-1 1 0,2-2 1,-1 1-1,1-1 0,0 0 0,0 0 0,0-1 1,4 2-13,0-1-7,0-1 0,1 0 0,-1-1 0,1-1 0,-1 1 0,1-2 0,0 0 0,0 0 0,4-1 7,-14 0-61,0 0 1,0 0-1,1-1 0,-1 1 0,0 0 1,0-1-1,0 0 0,0 1 0,0-1 1,0 0-1,0 0 0,0 0 0,0 0 1,0-1-1,0 1 0,0 0 0,-1-1 0,1 1 1,-1-1-1,1 0 0,-1 1 0,1-1 1,-1 0-1,0 0 0,0 0 0,0 0 1,0 0-1,0 0 0,-1 0 0,1 0 1,-1-1-1,1 1 61,1-11-1076,0 1-1,-1 0 1,0-1 0,-1 0 0,-1-5 1076,0-3-2800,1-19-3413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10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15315,'0'0'4065,"0"0"-2649,0 0-87,0 0-905,0 0-424,0 0-640,0 0-697,4 0-1543,9 0-225,0 0-3808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10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40 113 11843,'138'-40'3032,"-129"36"-101,-11 1-1604,-20 0-1238,-7-1 474,21-2 2720,9 6-3259,-1 0 1,0-1 0,0 1-1,0 0 1,1-1 0,-1 1-1,0 0 1,1 0 0,-1-1 0,0 1-1,0 0 1,1 0 0,-1-1-1,0 1 1,1 0 0,-1 0-1,1 0 1,-1 0 0,0 0-1,1 0 1,-1 0 0,0-1 0,1 1-1,-1 0 1,1 0 0,-1 0-1,0 0 1,1 1 0,-1-1-1,1 0 1,-1 0 0,0 0-1,1 0 1,-1 0 0,0 0 0,1 1-1,-1-1 1,0 0 0,1 0-1,-1 0 1,0 1 0,1-1-1,-1 0 1,0 1 0,0-1-1,1 0-24,7 3 49,-13 1-9,1-1 0,-1 1 0,-1-1 0,1 0-1,0 0 1,-1-1 0,1 1 0,-1-1 0,0 0 0,0-1 0,0 1 0,0-1 0,0-1 0,0 1-40,22-21 184,11 9 58,-20 9-12,-20 7-180,-12 6 1,18-7-23,-1-1 1,1 1-1,-1-2 0,0 1 0,1-1 0,-1 0 0,-1-1 1,-6 1-30,14-43 151,0 38-135,1 0 1,0 1 0,1-1-1,-1 0 1,0 1 0,1-1-1,-1 0 1,1 1-1,0-1 1,0 1 0,0-1-1,0 1 1,0-1-1,1 1 1,-1 0 0,1-1-16,-1 2-179,1 0 1,-1 0 0,1 0-1,0 0 1,-1 1 0,1-1-1,0 0 1,-1 1 0,1-1-1,0 1 1,0-1 0,0 1-1,0 0 1,0 0 0,-1 0-1,1 0 1,0 0 0,0 0-1,0 1 1,0-1 0,-1 0-1,1 1 1,0 0 0,0 0 178,21 9-6462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11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13275,'0'0'2640,"0"0"-1591,0 0 983,-33 181-320,27-89-495,2 9 7,4-2-192,0-10-456,7-15-192,13-14-376,3-16 104,-3-17-112,0-12 0,-1-9-232,5-6-272,2-6-680,-3-24-1913,-10-2-2984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11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14403,'0'0'4897,"0"0"-3064,0 0-681,0 0-656,0 0-496,201-20-184,-105 20-936,-16-3-1377,-14 0-2544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11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16187,'0'0'4153,"0"0"-2440,0 0-449,0 0-744,0 0-40,189 29 8,-139 4-56,-11 0-240,-6-1-72,-3 4-120,-7-3 0,-3-6-8,3-1-728,-6-8-1512,-7-12-4698</inkml:trace>
  <inkml:trace contextRef="#ctx0" brushRef="#br0" timeOffset="1">328 1 15091,'0'0'4169,"0"0"-3017,0 0-536,0 0 209,0 0-449,-175 167-168,135-120-72,7-8-136,6 3-232,8-10-1577,9-11-3512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7T18:05:1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 7642,'0'0'5673,"0"0"-3165,0 0-979,16 30 78,6 12-1030,13 26 1468,26 68-2045,-47-97 418,-3-1 1,-1 1-1,-2 1 1,-1 0 0,-1 19-419,-1 34 947,-6 77-947,-2-129 74,-3 0-1,0 0 1,-3-1-1,-1 0 0,-3-1 1,0 0-1,-3-1 1,-1 0-1,-2-2 1,-11 17-74,2-9 118,-2-2 0,-1-1 0,-2-1 0,-2-1 0,-1-3 0,-2 0 0,-2-3 0,-6 3-118,43-34-33,0 0 0,0 0 0,0-1-1,0 1 1,0-1 0,-1 0 0,1 1-1,-1-1 1,1-1 0,-4 2 33,-18-1-5531,24-1 4774,-9 0-5616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17B6C-D5BF-4FB1-A938-730194381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A14A05-3A74-4FD8-9F88-ADD687C9A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AA15B4-4B77-4E94-B6F7-14EED2531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52B5-91F4-48A2-B2AC-6E6C034D696C}" type="datetimeFigureOut">
              <a:rPr lang="es-ES" smtClean="0"/>
              <a:t>17/05/2020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E91B79-C789-4238-AA3A-1A51F8F3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575D09-A694-44C2-9756-E1557528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CCD3-5ED3-48B3-9188-9B8DFA20AB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2385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B12F5-3E61-4599-8671-FC082F9C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BF7F77-3967-42F9-8AE3-5061D22C5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B48920-B634-4FB6-A9E8-B233035E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52B5-91F4-48A2-B2AC-6E6C034D696C}" type="datetimeFigureOut">
              <a:rPr lang="es-ES" smtClean="0"/>
              <a:t>17/05/2020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A0E4D1-C9D6-439B-95C5-AA950D8B6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4709D5-AB5B-484A-9D99-A7E3F8D7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CCD3-5ED3-48B3-9188-9B8DFA20AB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7867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44A80-5F56-4940-B773-724E4FB8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6CC5AA-6C52-4CD6-89AD-483073A7F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77DBCC-0E9B-4095-AD90-FCE0B5FB3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52B5-91F4-48A2-B2AC-6E6C034D696C}" type="datetimeFigureOut">
              <a:rPr lang="es-ES" smtClean="0"/>
              <a:t>17/05/2020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AA6A78-CD96-4969-AC84-27A28045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91895D-43DC-4CDF-AB57-E2A5CA549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CCD3-5ED3-48B3-9188-9B8DFA20AB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690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7D01E-E966-4936-ACFC-D473C234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0EB7A2-688B-406D-9734-702FF71FD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97D8AD-987C-4AD0-950F-30E9C55CD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3CDA1-F087-474F-A746-12998D6C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52B5-91F4-48A2-B2AC-6E6C034D696C}" type="datetimeFigureOut">
              <a:rPr lang="es-ES" smtClean="0"/>
              <a:t>17/05/2020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E75B3-3DC0-41AC-BC20-8D36F9062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ED42AE-81A0-4AE5-99CF-28977356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CCD3-5ED3-48B3-9188-9B8DFA20AB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466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83556-79A5-4205-B0DF-B8B210DEC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16B93B-BAF9-4A71-B3DA-31AE3EDAA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B673AB-9386-4F58-946E-D85352138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1C748-D1EC-48AB-A363-F2DC167AF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9D98A8-5E21-4B98-9FB9-4A4C91B0A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65BB91-7F71-49D3-90D0-0BABEB096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52B5-91F4-48A2-B2AC-6E6C034D696C}" type="datetimeFigureOut">
              <a:rPr lang="es-ES" smtClean="0"/>
              <a:t>17/05/2020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E04CABA-A639-46CA-9097-12F23AF3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86B0D6F-5677-4F69-819E-2AD65E05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CCD3-5ED3-48B3-9188-9B8DFA20AB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1515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D067F-C184-4F00-A638-043EFEF3B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91361F-10EF-4985-9AD1-E83AE405F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52B5-91F4-48A2-B2AC-6E6C034D696C}" type="datetimeFigureOut">
              <a:rPr lang="es-ES" smtClean="0"/>
              <a:t>17/05/2020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E8D1C89-D4A8-44DB-A67A-317F4A19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55A83E-2E1E-4B5C-87EB-2D4F3547C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CCD3-5ED3-48B3-9188-9B8DFA20AB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05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ED7FF85-8221-4433-8630-65C60E192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52B5-91F4-48A2-B2AC-6E6C034D696C}" type="datetimeFigureOut">
              <a:rPr lang="es-ES" smtClean="0"/>
              <a:t>17/05/2020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07BC001-4175-48F3-9813-4ACC49B9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ED416F-8DDC-435B-B776-3EF1AA0C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CCD3-5ED3-48B3-9188-9B8DFA20AB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47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307DC-38B7-4DFE-8B24-36D7E4163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A44773-415A-4E34-A1A7-75A049765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4F88E9-EA82-4CDA-9698-FB792A511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E80B13-2985-4770-B6EC-4A27553CC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52B5-91F4-48A2-B2AC-6E6C034D696C}" type="datetimeFigureOut">
              <a:rPr lang="es-ES" smtClean="0"/>
              <a:t>17/05/2020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30A0B0-D709-4B9F-B0FF-948D83A63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B97787-F2AA-4DC8-91A6-CAC326CB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CCD3-5ED3-48B3-9188-9B8DFA20AB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7911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A113D-8BA6-4FBE-B782-F5B17281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CF6F60-F9B5-4EE1-B0CF-C5457E465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E48AC9-0F02-46DD-8627-8A2D559DB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0A5B2B-6D34-49E5-9A69-AC88C067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52B5-91F4-48A2-B2AC-6E6C034D696C}" type="datetimeFigureOut">
              <a:rPr lang="es-ES" smtClean="0"/>
              <a:t>17/05/2020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27DB08-1999-4A29-8AFB-DA0C0F91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A9F43A-68FB-4710-9AF6-D30CACEF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CCD3-5ED3-48B3-9188-9B8DFA20AB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788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9D97E-D99B-4D55-8C94-1B068765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E7F901-8E75-4AE0-93E8-53808632F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38DB8D-4399-4D19-8633-0EFE5F6A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52B5-91F4-48A2-B2AC-6E6C034D696C}" type="datetimeFigureOut">
              <a:rPr lang="es-ES" smtClean="0"/>
              <a:t>17/05/2020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B94733-916F-48AA-B9AF-A1AC79DD0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1C945F-7619-4A99-8788-83B1B826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CCD3-5ED3-48B3-9188-9B8DFA20AB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1036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A48CE6-8747-4691-BC8C-7FA3C0DBA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39212C-CFE3-4AF4-8DA5-3D0A7C858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EF475-CC12-4579-AACD-1FF0EFD0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52B5-91F4-48A2-B2AC-6E6C034D696C}" type="datetimeFigureOut">
              <a:rPr lang="es-ES" smtClean="0"/>
              <a:t>17/05/2020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06864B-865A-4AE8-BE0B-260AF331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9CAADA-99FB-4760-AFC9-18CDA55A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CCD3-5ED3-48B3-9188-9B8DFA20AB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91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4B298F4-C71D-4BF3-8DE9-E0C2EA7C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ADC44E-EC7B-458D-A462-AEC92A8CB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60CE0D-E133-489A-B02C-385BDA8F4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952B5-91F4-48A2-B2AC-6E6C034D696C}" type="datetimeFigureOut">
              <a:rPr lang="es-ES" smtClean="0"/>
              <a:t>17/05/2020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B56AFE-571A-4D49-BD36-06293DBEB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28332C-6BC0-4CF9-B950-061C00370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CCCD3-5ED3-48B3-9188-9B8DFA20AB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612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63" Type="http://schemas.openxmlformats.org/officeDocument/2006/relationships/customXml" Target="../ink/ink31.xml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74" Type="http://schemas.openxmlformats.org/officeDocument/2006/relationships/image" Target="../media/image37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28" Type="http://schemas.openxmlformats.org/officeDocument/2006/relationships/image" Target="../media/image64.png"/><Relationship Id="rId144" Type="http://schemas.openxmlformats.org/officeDocument/2006/relationships/image" Target="../media/image72.png"/><Relationship Id="rId5" Type="http://schemas.openxmlformats.org/officeDocument/2006/relationships/customXml" Target="../ink/ink2.xml"/><Relationship Id="rId90" Type="http://schemas.openxmlformats.org/officeDocument/2006/relationships/image" Target="../media/image45.png"/><Relationship Id="rId95" Type="http://schemas.openxmlformats.org/officeDocument/2006/relationships/customXml" Target="../ink/ink47.xml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64" Type="http://schemas.openxmlformats.org/officeDocument/2006/relationships/image" Target="../media/image32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59.png"/><Relationship Id="rId134" Type="http://schemas.openxmlformats.org/officeDocument/2006/relationships/image" Target="../media/image67.png"/><Relationship Id="rId139" Type="http://schemas.openxmlformats.org/officeDocument/2006/relationships/customXml" Target="../ink/ink69.xml"/><Relationship Id="rId80" Type="http://schemas.openxmlformats.org/officeDocument/2006/relationships/image" Target="../media/image40.png"/><Relationship Id="rId85" Type="http://schemas.openxmlformats.org/officeDocument/2006/relationships/customXml" Target="../ink/ink42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4.png"/><Relationship Id="rId124" Type="http://schemas.openxmlformats.org/officeDocument/2006/relationships/image" Target="../media/image62.png"/><Relationship Id="rId129" Type="http://schemas.openxmlformats.org/officeDocument/2006/relationships/customXml" Target="../ink/ink64.xml"/><Relationship Id="rId54" Type="http://schemas.openxmlformats.org/officeDocument/2006/relationships/image" Target="../media/image27.png"/><Relationship Id="rId70" Type="http://schemas.openxmlformats.org/officeDocument/2006/relationships/image" Target="../media/image35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119" Type="http://schemas.openxmlformats.org/officeDocument/2006/relationships/customXml" Target="../ink/ink59.xml"/><Relationship Id="rId44" Type="http://schemas.openxmlformats.org/officeDocument/2006/relationships/image" Target="../media/image22.png"/><Relationship Id="rId60" Type="http://schemas.openxmlformats.org/officeDocument/2006/relationships/image" Target="../media/image30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35" Type="http://schemas.openxmlformats.org/officeDocument/2006/relationships/customXml" Target="../ink/ink67.xml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04" Type="http://schemas.openxmlformats.org/officeDocument/2006/relationships/image" Target="../media/image52.png"/><Relationship Id="rId120" Type="http://schemas.openxmlformats.org/officeDocument/2006/relationships/image" Target="../media/image60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4" Type="http://schemas.openxmlformats.org/officeDocument/2006/relationships/image" Target="../media/image12.png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8.png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26" Type="http://schemas.openxmlformats.org/officeDocument/2006/relationships/image" Target="../media/image13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9.xml"/><Relationship Id="rId21" Type="http://schemas.openxmlformats.org/officeDocument/2006/relationships/customXml" Target="../ink/ink81.xml"/><Relationship Id="rId42" Type="http://schemas.openxmlformats.org/officeDocument/2006/relationships/image" Target="../media/image93.png"/><Relationship Id="rId63" Type="http://schemas.openxmlformats.org/officeDocument/2006/relationships/customXml" Target="../ink/ink102.xml"/><Relationship Id="rId84" Type="http://schemas.openxmlformats.org/officeDocument/2006/relationships/image" Target="../media/image114.png"/><Relationship Id="rId138" Type="http://schemas.openxmlformats.org/officeDocument/2006/relationships/image" Target="../media/image141.png"/><Relationship Id="rId159" Type="http://schemas.openxmlformats.org/officeDocument/2006/relationships/customXml" Target="../ink/ink150.xml"/><Relationship Id="rId170" Type="http://schemas.openxmlformats.org/officeDocument/2006/relationships/image" Target="../media/image157.png"/><Relationship Id="rId191" Type="http://schemas.openxmlformats.org/officeDocument/2006/relationships/customXml" Target="../ink/ink166.xml"/><Relationship Id="rId205" Type="http://schemas.openxmlformats.org/officeDocument/2006/relationships/customXml" Target="../ink/ink173.xml"/><Relationship Id="rId226" Type="http://schemas.openxmlformats.org/officeDocument/2006/relationships/image" Target="../media/image185.png"/><Relationship Id="rId107" Type="http://schemas.openxmlformats.org/officeDocument/2006/relationships/customXml" Target="../ink/ink124.xml"/><Relationship Id="rId11" Type="http://schemas.openxmlformats.org/officeDocument/2006/relationships/customXml" Target="../ink/ink76.xml"/><Relationship Id="rId32" Type="http://schemas.openxmlformats.org/officeDocument/2006/relationships/image" Target="../media/image88.png"/><Relationship Id="rId53" Type="http://schemas.openxmlformats.org/officeDocument/2006/relationships/customXml" Target="../ink/ink97.xml"/><Relationship Id="rId74" Type="http://schemas.openxmlformats.org/officeDocument/2006/relationships/image" Target="../media/image109.png"/><Relationship Id="rId128" Type="http://schemas.openxmlformats.org/officeDocument/2006/relationships/image" Target="../media/image136.png"/><Relationship Id="rId149" Type="http://schemas.openxmlformats.org/officeDocument/2006/relationships/customXml" Target="../ink/ink145.xml"/><Relationship Id="rId5" Type="http://schemas.openxmlformats.org/officeDocument/2006/relationships/customXml" Target="../ink/ink73.xml"/><Relationship Id="rId95" Type="http://schemas.openxmlformats.org/officeDocument/2006/relationships/customXml" Target="../ink/ink118.xml"/><Relationship Id="rId160" Type="http://schemas.openxmlformats.org/officeDocument/2006/relationships/image" Target="../media/image152.png"/><Relationship Id="rId181" Type="http://schemas.openxmlformats.org/officeDocument/2006/relationships/customXml" Target="../ink/ink161.xml"/><Relationship Id="rId216" Type="http://schemas.openxmlformats.org/officeDocument/2006/relationships/image" Target="../media/image180.png"/><Relationship Id="rId22" Type="http://schemas.openxmlformats.org/officeDocument/2006/relationships/image" Target="../media/image83.png"/><Relationship Id="rId43" Type="http://schemas.openxmlformats.org/officeDocument/2006/relationships/customXml" Target="../ink/ink92.xml"/><Relationship Id="rId64" Type="http://schemas.openxmlformats.org/officeDocument/2006/relationships/image" Target="../media/image104.png"/><Relationship Id="rId118" Type="http://schemas.openxmlformats.org/officeDocument/2006/relationships/image" Target="../media/image131.png"/><Relationship Id="rId139" Type="http://schemas.openxmlformats.org/officeDocument/2006/relationships/customXml" Target="../ink/ink140.xml"/><Relationship Id="rId85" Type="http://schemas.openxmlformats.org/officeDocument/2006/relationships/customXml" Target="../ink/ink113.xml"/><Relationship Id="rId150" Type="http://schemas.openxmlformats.org/officeDocument/2006/relationships/image" Target="../media/image147.png"/><Relationship Id="rId171" Type="http://schemas.openxmlformats.org/officeDocument/2006/relationships/customXml" Target="../ink/ink156.xml"/><Relationship Id="rId192" Type="http://schemas.openxmlformats.org/officeDocument/2006/relationships/image" Target="../media/image168.png"/><Relationship Id="rId206" Type="http://schemas.openxmlformats.org/officeDocument/2006/relationships/image" Target="../media/image175.png"/><Relationship Id="rId227" Type="http://schemas.openxmlformats.org/officeDocument/2006/relationships/customXml" Target="../ink/ink184.xml"/><Relationship Id="rId12" Type="http://schemas.openxmlformats.org/officeDocument/2006/relationships/image" Target="../media/image78.png"/><Relationship Id="rId33" Type="http://schemas.openxmlformats.org/officeDocument/2006/relationships/customXml" Target="../ink/ink87.xml"/><Relationship Id="rId108" Type="http://schemas.openxmlformats.org/officeDocument/2006/relationships/image" Target="../media/image126.png"/><Relationship Id="rId129" Type="http://schemas.openxmlformats.org/officeDocument/2006/relationships/customXml" Target="../ink/ink135.xml"/><Relationship Id="rId54" Type="http://schemas.openxmlformats.org/officeDocument/2006/relationships/image" Target="../media/image99.png"/><Relationship Id="rId75" Type="http://schemas.openxmlformats.org/officeDocument/2006/relationships/customXml" Target="../ink/ink108.xml"/><Relationship Id="rId96" Type="http://schemas.openxmlformats.org/officeDocument/2006/relationships/image" Target="../media/image120.png"/><Relationship Id="rId140" Type="http://schemas.openxmlformats.org/officeDocument/2006/relationships/image" Target="../media/image142.png"/><Relationship Id="rId161" Type="http://schemas.openxmlformats.org/officeDocument/2006/relationships/customXml" Target="../ink/ink151.xml"/><Relationship Id="rId182" Type="http://schemas.openxmlformats.org/officeDocument/2006/relationships/image" Target="../media/image163.png"/><Relationship Id="rId217" Type="http://schemas.openxmlformats.org/officeDocument/2006/relationships/customXml" Target="../ink/ink179.xml"/><Relationship Id="rId6" Type="http://schemas.openxmlformats.org/officeDocument/2006/relationships/image" Target="../media/image75.png"/><Relationship Id="rId23" Type="http://schemas.openxmlformats.org/officeDocument/2006/relationships/customXml" Target="../ink/ink82.xml"/><Relationship Id="rId119" Type="http://schemas.openxmlformats.org/officeDocument/2006/relationships/customXml" Target="../ink/ink130.xml"/><Relationship Id="rId44" Type="http://schemas.openxmlformats.org/officeDocument/2006/relationships/image" Target="../media/image94.png"/><Relationship Id="rId65" Type="http://schemas.openxmlformats.org/officeDocument/2006/relationships/customXml" Target="../ink/ink103.xml"/><Relationship Id="rId86" Type="http://schemas.openxmlformats.org/officeDocument/2006/relationships/image" Target="../media/image115.png"/><Relationship Id="rId130" Type="http://schemas.openxmlformats.org/officeDocument/2006/relationships/image" Target="../media/image137.png"/><Relationship Id="rId151" Type="http://schemas.openxmlformats.org/officeDocument/2006/relationships/customXml" Target="../ink/ink146.xml"/><Relationship Id="rId172" Type="http://schemas.openxmlformats.org/officeDocument/2006/relationships/image" Target="../media/image158.png"/><Relationship Id="rId193" Type="http://schemas.openxmlformats.org/officeDocument/2006/relationships/customXml" Target="../ink/ink167.xml"/><Relationship Id="rId207" Type="http://schemas.openxmlformats.org/officeDocument/2006/relationships/customXml" Target="../ink/ink174.xml"/><Relationship Id="rId228" Type="http://schemas.openxmlformats.org/officeDocument/2006/relationships/image" Target="../media/image186.png"/><Relationship Id="rId13" Type="http://schemas.openxmlformats.org/officeDocument/2006/relationships/customXml" Target="../ink/ink77.xml"/><Relationship Id="rId109" Type="http://schemas.openxmlformats.org/officeDocument/2006/relationships/customXml" Target="../ink/ink125.xml"/><Relationship Id="rId34" Type="http://schemas.openxmlformats.org/officeDocument/2006/relationships/image" Target="../media/image89.png"/><Relationship Id="rId55" Type="http://schemas.openxmlformats.org/officeDocument/2006/relationships/customXml" Target="../ink/ink98.xml"/><Relationship Id="rId76" Type="http://schemas.openxmlformats.org/officeDocument/2006/relationships/image" Target="../media/image110.png"/><Relationship Id="rId97" Type="http://schemas.openxmlformats.org/officeDocument/2006/relationships/customXml" Target="../ink/ink119.xml"/><Relationship Id="rId120" Type="http://schemas.openxmlformats.org/officeDocument/2006/relationships/image" Target="../media/image132.png"/><Relationship Id="rId141" Type="http://schemas.openxmlformats.org/officeDocument/2006/relationships/customXml" Target="../ink/ink141.xml"/><Relationship Id="rId7" Type="http://schemas.openxmlformats.org/officeDocument/2006/relationships/customXml" Target="../ink/ink74.xml"/><Relationship Id="rId162" Type="http://schemas.openxmlformats.org/officeDocument/2006/relationships/image" Target="../media/image153.png"/><Relationship Id="rId183" Type="http://schemas.openxmlformats.org/officeDocument/2006/relationships/customXml" Target="../ink/ink162.xml"/><Relationship Id="rId218" Type="http://schemas.openxmlformats.org/officeDocument/2006/relationships/image" Target="../media/image181.png"/><Relationship Id="rId24" Type="http://schemas.openxmlformats.org/officeDocument/2006/relationships/image" Target="../media/image84.png"/><Relationship Id="rId45" Type="http://schemas.openxmlformats.org/officeDocument/2006/relationships/customXml" Target="../ink/ink93.xml"/><Relationship Id="rId66" Type="http://schemas.openxmlformats.org/officeDocument/2006/relationships/image" Target="../media/image105.png"/><Relationship Id="rId87" Type="http://schemas.openxmlformats.org/officeDocument/2006/relationships/customXml" Target="../ink/ink114.xml"/><Relationship Id="rId110" Type="http://schemas.openxmlformats.org/officeDocument/2006/relationships/image" Target="../media/image127.png"/><Relationship Id="rId131" Type="http://schemas.openxmlformats.org/officeDocument/2006/relationships/customXml" Target="../ink/ink136.xml"/><Relationship Id="rId152" Type="http://schemas.openxmlformats.org/officeDocument/2006/relationships/image" Target="../media/image148.png"/><Relationship Id="rId173" Type="http://schemas.openxmlformats.org/officeDocument/2006/relationships/customXml" Target="../ink/ink157.xml"/><Relationship Id="rId194" Type="http://schemas.openxmlformats.org/officeDocument/2006/relationships/image" Target="../media/image169.png"/><Relationship Id="rId208" Type="http://schemas.openxmlformats.org/officeDocument/2006/relationships/image" Target="../media/image176.png"/><Relationship Id="rId229" Type="http://schemas.openxmlformats.org/officeDocument/2006/relationships/customXml" Target="../ink/ink185.xml"/><Relationship Id="rId14" Type="http://schemas.openxmlformats.org/officeDocument/2006/relationships/image" Target="../media/image79.png"/><Relationship Id="rId35" Type="http://schemas.openxmlformats.org/officeDocument/2006/relationships/customXml" Target="../ink/ink88.xml"/><Relationship Id="rId56" Type="http://schemas.openxmlformats.org/officeDocument/2006/relationships/image" Target="../media/image100.png"/><Relationship Id="rId77" Type="http://schemas.openxmlformats.org/officeDocument/2006/relationships/customXml" Target="../ink/ink109.xml"/><Relationship Id="rId100" Type="http://schemas.openxmlformats.org/officeDocument/2006/relationships/image" Target="../media/image122.png"/><Relationship Id="rId8" Type="http://schemas.openxmlformats.org/officeDocument/2006/relationships/image" Target="../media/image76.png"/><Relationship Id="rId98" Type="http://schemas.openxmlformats.org/officeDocument/2006/relationships/image" Target="../media/image121.png"/><Relationship Id="rId121" Type="http://schemas.openxmlformats.org/officeDocument/2006/relationships/customXml" Target="../ink/ink131.xml"/><Relationship Id="rId142" Type="http://schemas.openxmlformats.org/officeDocument/2006/relationships/image" Target="../media/image143.png"/><Relationship Id="rId163" Type="http://schemas.openxmlformats.org/officeDocument/2006/relationships/customXml" Target="../ink/ink152.xml"/><Relationship Id="rId184" Type="http://schemas.openxmlformats.org/officeDocument/2006/relationships/image" Target="../media/image164.png"/><Relationship Id="rId219" Type="http://schemas.openxmlformats.org/officeDocument/2006/relationships/customXml" Target="../ink/ink180.xml"/><Relationship Id="rId230" Type="http://schemas.openxmlformats.org/officeDocument/2006/relationships/image" Target="../media/image187.png"/><Relationship Id="rId25" Type="http://schemas.openxmlformats.org/officeDocument/2006/relationships/customXml" Target="../ink/ink83.xml"/><Relationship Id="rId46" Type="http://schemas.openxmlformats.org/officeDocument/2006/relationships/image" Target="../media/image95.png"/><Relationship Id="rId67" Type="http://schemas.openxmlformats.org/officeDocument/2006/relationships/customXml" Target="../ink/ink104.xml"/><Relationship Id="rId116" Type="http://schemas.openxmlformats.org/officeDocument/2006/relationships/image" Target="../media/image130.png"/><Relationship Id="rId137" Type="http://schemas.openxmlformats.org/officeDocument/2006/relationships/customXml" Target="../ink/ink139.xml"/><Relationship Id="rId158" Type="http://schemas.openxmlformats.org/officeDocument/2006/relationships/image" Target="../media/image151.png"/><Relationship Id="rId20" Type="http://schemas.openxmlformats.org/officeDocument/2006/relationships/image" Target="../media/image82.png"/><Relationship Id="rId41" Type="http://schemas.openxmlformats.org/officeDocument/2006/relationships/customXml" Target="../ink/ink91.xml"/><Relationship Id="rId62" Type="http://schemas.openxmlformats.org/officeDocument/2006/relationships/image" Target="../media/image103.png"/><Relationship Id="rId83" Type="http://schemas.openxmlformats.org/officeDocument/2006/relationships/customXml" Target="../ink/ink112.xml"/><Relationship Id="rId88" Type="http://schemas.openxmlformats.org/officeDocument/2006/relationships/image" Target="../media/image116.png"/><Relationship Id="rId111" Type="http://schemas.openxmlformats.org/officeDocument/2006/relationships/customXml" Target="../ink/ink126.xml"/><Relationship Id="rId132" Type="http://schemas.openxmlformats.org/officeDocument/2006/relationships/image" Target="../media/image138.png"/><Relationship Id="rId153" Type="http://schemas.openxmlformats.org/officeDocument/2006/relationships/customXml" Target="../ink/ink147.xml"/><Relationship Id="rId174" Type="http://schemas.openxmlformats.org/officeDocument/2006/relationships/image" Target="../media/image159.png"/><Relationship Id="rId179" Type="http://schemas.openxmlformats.org/officeDocument/2006/relationships/customXml" Target="../ink/ink160.xml"/><Relationship Id="rId195" Type="http://schemas.openxmlformats.org/officeDocument/2006/relationships/customXml" Target="../ink/ink168.xml"/><Relationship Id="rId209" Type="http://schemas.openxmlformats.org/officeDocument/2006/relationships/customXml" Target="../ink/ink175.xml"/><Relationship Id="rId190" Type="http://schemas.openxmlformats.org/officeDocument/2006/relationships/image" Target="../media/image167.png"/><Relationship Id="rId204" Type="http://schemas.openxmlformats.org/officeDocument/2006/relationships/image" Target="../media/image174.png"/><Relationship Id="rId220" Type="http://schemas.openxmlformats.org/officeDocument/2006/relationships/image" Target="../media/image182.png"/><Relationship Id="rId225" Type="http://schemas.openxmlformats.org/officeDocument/2006/relationships/customXml" Target="../ink/ink183.xml"/><Relationship Id="rId15" Type="http://schemas.openxmlformats.org/officeDocument/2006/relationships/customXml" Target="../ink/ink78.xml"/><Relationship Id="rId36" Type="http://schemas.openxmlformats.org/officeDocument/2006/relationships/image" Target="../media/image90.png"/><Relationship Id="rId57" Type="http://schemas.openxmlformats.org/officeDocument/2006/relationships/customXml" Target="../ink/ink99.xml"/><Relationship Id="rId106" Type="http://schemas.openxmlformats.org/officeDocument/2006/relationships/image" Target="../media/image125.png"/><Relationship Id="rId127" Type="http://schemas.openxmlformats.org/officeDocument/2006/relationships/customXml" Target="../ink/ink134.xml"/><Relationship Id="rId10" Type="http://schemas.openxmlformats.org/officeDocument/2006/relationships/image" Target="../media/image77.png"/><Relationship Id="rId31" Type="http://schemas.openxmlformats.org/officeDocument/2006/relationships/customXml" Target="../ink/ink86.xml"/><Relationship Id="rId52" Type="http://schemas.openxmlformats.org/officeDocument/2006/relationships/image" Target="../media/image98.png"/><Relationship Id="rId73" Type="http://schemas.openxmlformats.org/officeDocument/2006/relationships/customXml" Target="../ink/ink107.xml"/><Relationship Id="rId78" Type="http://schemas.openxmlformats.org/officeDocument/2006/relationships/image" Target="../media/image111.png"/><Relationship Id="rId94" Type="http://schemas.openxmlformats.org/officeDocument/2006/relationships/image" Target="../media/image119.png"/><Relationship Id="rId99" Type="http://schemas.openxmlformats.org/officeDocument/2006/relationships/customXml" Target="../ink/ink120.xml"/><Relationship Id="rId101" Type="http://schemas.openxmlformats.org/officeDocument/2006/relationships/customXml" Target="../ink/ink121.xml"/><Relationship Id="rId122" Type="http://schemas.openxmlformats.org/officeDocument/2006/relationships/image" Target="../media/image133.png"/><Relationship Id="rId143" Type="http://schemas.openxmlformats.org/officeDocument/2006/relationships/customXml" Target="../ink/ink142.xml"/><Relationship Id="rId148" Type="http://schemas.openxmlformats.org/officeDocument/2006/relationships/image" Target="../media/image146.png"/><Relationship Id="rId164" Type="http://schemas.openxmlformats.org/officeDocument/2006/relationships/image" Target="../media/image154.png"/><Relationship Id="rId169" Type="http://schemas.openxmlformats.org/officeDocument/2006/relationships/customXml" Target="../ink/ink155.xml"/><Relationship Id="rId185" Type="http://schemas.openxmlformats.org/officeDocument/2006/relationships/customXml" Target="../ink/ink163.xml"/><Relationship Id="rId4" Type="http://schemas.openxmlformats.org/officeDocument/2006/relationships/image" Target="../media/image74.png"/><Relationship Id="rId9" Type="http://schemas.openxmlformats.org/officeDocument/2006/relationships/customXml" Target="../ink/ink75.xml"/><Relationship Id="rId180" Type="http://schemas.openxmlformats.org/officeDocument/2006/relationships/image" Target="../media/image162.png"/><Relationship Id="rId210" Type="http://schemas.openxmlformats.org/officeDocument/2006/relationships/image" Target="../media/image177.png"/><Relationship Id="rId215" Type="http://schemas.openxmlformats.org/officeDocument/2006/relationships/customXml" Target="../ink/ink178.xml"/><Relationship Id="rId26" Type="http://schemas.openxmlformats.org/officeDocument/2006/relationships/image" Target="../media/image85.png"/><Relationship Id="rId231" Type="http://schemas.openxmlformats.org/officeDocument/2006/relationships/customXml" Target="../ink/ink186.xml"/><Relationship Id="rId47" Type="http://schemas.openxmlformats.org/officeDocument/2006/relationships/customXml" Target="../ink/ink94.xml"/><Relationship Id="rId68" Type="http://schemas.openxmlformats.org/officeDocument/2006/relationships/image" Target="../media/image106.png"/><Relationship Id="rId89" Type="http://schemas.openxmlformats.org/officeDocument/2006/relationships/customXml" Target="../ink/ink115.xml"/><Relationship Id="rId112" Type="http://schemas.openxmlformats.org/officeDocument/2006/relationships/image" Target="../media/image128.png"/><Relationship Id="rId133" Type="http://schemas.openxmlformats.org/officeDocument/2006/relationships/customXml" Target="../ink/ink137.xml"/><Relationship Id="rId154" Type="http://schemas.openxmlformats.org/officeDocument/2006/relationships/image" Target="../media/image149.png"/><Relationship Id="rId175" Type="http://schemas.openxmlformats.org/officeDocument/2006/relationships/customXml" Target="../ink/ink158.xml"/><Relationship Id="rId196" Type="http://schemas.openxmlformats.org/officeDocument/2006/relationships/image" Target="../media/image170.png"/><Relationship Id="rId200" Type="http://schemas.openxmlformats.org/officeDocument/2006/relationships/image" Target="../media/image172.png"/><Relationship Id="rId16" Type="http://schemas.openxmlformats.org/officeDocument/2006/relationships/image" Target="../media/image80.png"/><Relationship Id="rId221" Type="http://schemas.openxmlformats.org/officeDocument/2006/relationships/customXml" Target="../ink/ink181.xml"/><Relationship Id="rId37" Type="http://schemas.openxmlformats.org/officeDocument/2006/relationships/customXml" Target="../ink/ink89.xml"/><Relationship Id="rId58" Type="http://schemas.openxmlformats.org/officeDocument/2006/relationships/image" Target="../media/image101.png"/><Relationship Id="rId79" Type="http://schemas.openxmlformats.org/officeDocument/2006/relationships/customXml" Target="../ink/ink110.xml"/><Relationship Id="rId102" Type="http://schemas.openxmlformats.org/officeDocument/2006/relationships/image" Target="../media/image123.png"/><Relationship Id="rId123" Type="http://schemas.openxmlformats.org/officeDocument/2006/relationships/customXml" Target="../ink/ink132.xml"/><Relationship Id="rId144" Type="http://schemas.openxmlformats.org/officeDocument/2006/relationships/image" Target="../media/image144.png"/><Relationship Id="rId90" Type="http://schemas.openxmlformats.org/officeDocument/2006/relationships/image" Target="../media/image117.png"/><Relationship Id="rId165" Type="http://schemas.openxmlformats.org/officeDocument/2006/relationships/customXml" Target="../ink/ink153.xml"/><Relationship Id="rId186" Type="http://schemas.openxmlformats.org/officeDocument/2006/relationships/image" Target="../media/image165.png"/><Relationship Id="rId211" Type="http://schemas.openxmlformats.org/officeDocument/2006/relationships/customXml" Target="../ink/ink176.xml"/><Relationship Id="rId232" Type="http://schemas.openxmlformats.org/officeDocument/2006/relationships/image" Target="../media/image188.png"/><Relationship Id="rId27" Type="http://schemas.openxmlformats.org/officeDocument/2006/relationships/customXml" Target="../ink/ink84.xml"/><Relationship Id="rId48" Type="http://schemas.openxmlformats.org/officeDocument/2006/relationships/image" Target="../media/image96.png"/><Relationship Id="rId69" Type="http://schemas.openxmlformats.org/officeDocument/2006/relationships/customXml" Target="../ink/ink105.xml"/><Relationship Id="rId113" Type="http://schemas.openxmlformats.org/officeDocument/2006/relationships/customXml" Target="../ink/ink127.xml"/><Relationship Id="rId134" Type="http://schemas.openxmlformats.org/officeDocument/2006/relationships/image" Target="../media/image139.png"/><Relationship Id="rId80" Type="http://schemas.openxmlformats.org/officeDocument/2006/relationships/image" Target="../media/image112.png"/><Relationship Id="rId155" Type="http://schemas.openxmlformats.org/officeDocument/2006/relationships/customXml" Target="../ink/ink148.xml"/><Relationship Id="rId176" Type="http://schemas.openxmlformats.org/officeDocument/2006/relationships/image" Target="../media/image160.png"/><Relationship Id="rId197" Type="http://schemas.openxmlformats.org/officeDocument/2006/relationships/customXml" Target="../ink/ink169.xml"/><Relationship Id="rId201" Type="http://schemas.openxmlformats.org/officeDocument/2006/relationships/customXml" Target="../ink/ink171.xml"/><Relationship Id="rId222" Type="http://schemas.openxmlformats.org/officeDocument/2006/relationships/image" Target="../media/image183.png"/><Relationship Id="rId17" Type="http://schemas.openxmlformats.org/officeDocument/2006/relationships/customXml" Target="../ink/ink79.xml"/><Relationship Id="rId38" Type="http://schemas.openxmlformats.org/officeDocument/2006/relationships/image" Target="../media/image91.png"/><Relationship Id="rId59" Type="http://schemas.openxmlformats.org/officeDocument/2006/relationships/customXml" Target="../ink/ink100.xml"/><Relationship Id="rId103" Type="http://schemas.openxmlformats.org/officeDocument/2006/relationships/customXml" Target="../ink/ink122.xml"/><Relationship Id="rId124" Type="http://schemas.openxmlformats.org/officeDocument/2006/relationships/image" Target="../media/image134.png"/><Relationship Id="rId70" Type="http://schemas.openxmlformats.org/officeDocument/2006/relationships/image" Target="../media/image107.png"/><Relationship Id="rId91" Type="http://schemas.openxmlformats.org/officeDocument/2006/relationships/customXml" Target="../ink/ink116.xml"/><Relationship Id="rId145" Type="http://schemas.openxmlformats.org/officeDocument/2006/relationships/customXml" Target="../ink/ink143.xml"/><Relationship Id="rId166" Type="http://schemas.openxmlformats.org/officeDocument/2006/relationships/image" Target="../media/image155.png"/><Relationship Id="rId187" Type="http://schemas.openxmlformats.org/officeDocument/2006/relationships/customXml" Target="../ink/ink164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78.png"/><Relationship Id="rId28" Type="http://schemas.openxmlformats.org/officeDocument/2006/relationships/image" Target="../media/image86.png"/><Relationship Id="rId49" Type="http://schemas.openxmlformats.org/officeDocument/2006/relationships/customXml" Target="../ink/ink95.xml"/><Relationship Id="rId114" Type="http://schemas.openxmlformats.org/officeDocument/2006/relationships/image" Target="../media/image129.png"/><Relationship Id="rId60" Type="http://schemas.openxmlformats.org/officeDocument/2006/relationships/image" Target="../media/image102.png"/><Relationship Id="rId81" Type="http://schemas.openxmlformats.org/officeDocument/2006/relationships/customXml" Target="../ink/ink111.xml"/><Relationship Id="rId135" Type="http://schemas.openxmlformats.org/officeDocument/2006/relationships/customXml" Target="../ink/ink138.xml"/><Relationship Id="rId156" Type="http://schemas.openxmlformats.org/officeDocument/2006/relationships/image" Target="../media/image150.png"/><Relationship Id="rId177" Type="http://schemas.openxmlformats.org/officeDocument/2006/relationships/customXml" Target="../ink/ink159.xml"/><Relationship Id="rId198" Type="http://schemas.openxmlformats.org/officeDocument/2006/relationships/image" Target="../media/image171.png"/><Relationship Id="rId202" Type="http://schemas.openxmlformats.org/officeDocument/2006/relationships/image" Target="../media/image173.png"/><Relationship Id="rId223" Type="http://schemas.openxmlformats.org/officeDocument/2006/relationships/customXml" Target="../ink/ink182.xml"/><Relationship Id="rId18" Type="http://schemas.openxmlformats.org/officeDocument/2006/relationships/image" Target="../media/image81.png"/><Relationship Id="rId39" Type="http://schemas.openxmlformats.org/officeDocument/2006/relationships/customXml" Target="../ink/ink90.xml"/><Relationship Id="rId50" Type="http://schemas.openxmlformats.org/officeDocument/2006/relationships/image" Target="../media/image97.png"/><Relationship Id="rId104" Type="http://schemas.openxmlformats.org/officeDocument/2006/relationships/image" Target="../media/image124.png"/><Relationship Id="rId125" Type="http://schemas.openxmlformats.org/officeDocument/2006/relationships/customXml" Target="../ink/ink133.xml"/><Relationship Id="rId146" Type="http://schemas.openxmlformats.org/officeDocument/2006/relationships/image" Target="../media/image145.png"/><Relationship Id="rId167" Type="http://schemas.openxmlformats.org/officeDocument/2006/relationships/customXml" Target="../ink/ink154.xml"/><Relationship Id="rId188" Type="http://schemas.openxmlformats.org/officeDocument/2006/relationships/image" Target="../media/image166.png"/><Relationship Id="rId71" Type="http://schemas.openxmlformats.org/officeDocument/2006/relationships/customXml" Target="../ink/ink106.xml"/><Relationship Id="rId92" Type="http://schemas.openxmlformats.org/officeDocument/2006/relationships/image" Target="../media/image118.png"/><Relationship Id="rId213" Type="http://schemas.openxmlformats.org/officeDocument/2006/relationships/customXml" Target="../ink/ink177.xml"/><Relationship Id="rId2" Type="http://schemas.openxmlformats.org/officeDocument/2006/relationships/image" Target="../media/image73.png"/><Relationship Id="rId29" Type="http://schemas.openxmlformats.org/officeDocument/2006/relationships/customXml" Target="../ink/ink85.xml"/><Relationship Id="rId40" Type="http://schemas.openxmlformats.org/officeDocument/2006/relationships/image" Target="../media/image92.png"/><Relationship Id="rId115" Type="http://schemas.openxmlformats.org/officeDocument/2006/relationships/customXml" Target="../ink/ink128.xml"/><Relationship Id="rId136" Type="http://schemas.openxmlformats.org/officeDocument/2006/relationships/image" Target="../media/image140.png"/><Relationship Id="rId157" Type="http://schemas.openxmlformats.org/officeDocument/2006/relationships/customXml" Target="../ink/ink149.xml"/><Relationship Id="rId178" Type="http://schemas.openxmlformats.org/officeDocument/2006/relationships/image" Target="../media/image161.png"/><Relationship Id="rId61" Type="http://schemas.openxmlformats.org/officeDocument/2006/relationships/customXml" Target="../ink/ink101.xml"/><Relationship Id="rId82" Type="http://schemas.openxmlformats.org/officeDocument/2006/relationships/image" Target="../media/image113.png"/><Relationship Id="rId199" Type="http://schemas.openxmlformats.org/officeDocument/2006/relationships/customXml" Target="../ink/ink170.xml"/><Relationship Id="rId203" Type="http://schemas.openxmlformats.org/officeDocument/2006/relationships/customXml" Target="../ink/ink172.xml"/><Relationship Id="rId19" Type="http://schemas.openxmlformats.org/officeDocument/2006/relationships/customXml" Target="../ink/ink80.xml"/><Relationship Id="rId224" Type="http://schemas.openxmlformats.org/officeDocument/2006/relationships/image" Target="../media/image184.png"/><Relationship Id="rId30" Type="http://schemas.openxmlformats.org/officeDocument/2006/relationships/image" Target="../media/image87.png"/><Relationship Id="rId105" Type="http://schemas.openxmlformats.org/officeDocument/2006/relationships/customXml" Target="../ink/ink123.xml"/><Relationship Id="rId126" Type="http://schemas.openxmlformats.org/officeDocument/2006/relationships/image" Target="../media/image135.png"/><Relationship Id="rId147" Type="http://schemas.openxmlformats.org/officeDocument/2006/relationships/customXml" Target="../ink/ink144.xml"/><Relationship Id="rId168" Type="http://schemas.openxmlformats.org/officeDocument/2006/relationships/image" Target="../media/image156.png"/><Relationship Id="rId51" Type="http://schemas.openxmlformats.org/officeDocument/2006/relationships/customXml" Target="../ink/ink96.xml"/><Relationship Id="rId72" Type="http://schemas.openxmlformats.org/officeDocument/2006/relationships/image" Target="../media/image108.png"/><Relationship Id="rId93" Type="http://schemas.openxmlformats.org/officeDocument/2006/relationships/customXml" Target="../ink/ink117.xml"/><Relationship Id="rId189" Type="http://schemas.openxmlformats.org/officeDocument/2006/relationships/customXml" Target="../ink/ink165.xml"/><Relationship Id="rId3" Type="http://schemas.openxmlformats.org/officeDocument/2006/relationships/customXml" Target="../ink/ink72.xml"/><Relationship Id="rId214" Type="http://schemas.openxmlformats.org/officeDocument/2006/relationships/image" Target="../media/image179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6.png"/><Relationship Id="rId299" Type="http://schemas.openxmlformats.org/officeDocument/2006/relationships/image" Target="../media/image335.png"/><Relationship Id="rId21" Type="http://schemas.openxmlformats.org/officeDocument/2006/relationships/image" Target="../media/image198.png"/><Relationship Id="rId63" Type="http://schemas.openxmlformats.org/officeDocument/2006/relationships/image" Target="../media/image219.png"/><Relationship Id="rId159" Type="http://schemas.openxmlformats.org/officeDocument/2006/relationships/image" Target="../media/image267.png"/><Relationship Id="rId324" Type="http://schemas.openxmlformats.org/officeDocument/2006/relationships/customXml" Target="../ink/ink348.xml"/><Relationship Id="rId170" Type="http://schemas.openxmlformats.org/officeDocument/2006/relationships/customXml" Target="../ink/ink271.xml"/><Relationship Id="rId226" Type="http://schemas.openxmlformats.org/officeDocument/2006/relationships/customXml" Target="../ink/ink299.xml"/><Relationship Id="rId268" Type="http://schemas.openxmlformats.org/officeDocument/2006/relationships/customXml" Target="../ink/ink320.xml"/><Relationship Id="rId32" Type="http://schemas.openxmlformats.org/officeDocument/2006/relationships/customXml" Target="../ink/ink202.xml"/><Relationship Id="rId74" Type="http://schemas.openxmlformats.org/officeDocument/2006/relationships/customXml" Target="../ink/ink223.xml"/><Relationship Id="rId128" Type="http://schemas.openxmlformats.org/officeDocument/2006/relationships/customXml" Target="../ink/ink250.xml"/><Relationship Id="rId335" Type="http://schemas.openxmlformats.org/officeDocument/2006/relationships/image" Target="../media/image353.png"/><Relationship Id="rId5" Type="http://schemas.openxmlformats.org/officeDocument/2006/relationships/image" Target="../media/image190.png"/><Relationship Id="rId181" Type="http://schemas.openxmlformats.org/officeDocument/2006/relationships/image" Target="../media/image278.png"/><Relationship Id="rId237" Type="http://schemas.openxmlformats.org/officeDocument/2006/relationships/image" Target="../media/image305.png"/><Relationship Id="rId279" Type="http://schemas.openxmlformats.org/officeDocument/2006/relationships/image" Target="../media/image325.png"/><Relationship Id="rId43" Type="http://schemas.openxmlformats.org/officeDocument/2006/relationships/image" Target="../media/image209.png"/><Relationship Id="rId139" Type="http://schemas.openxmlformats.org/officeDocument/2006/relationships/image" Target="../media/image257.png"/><Relationship Id="rId290" Type="http://schemas.openxmlformats.org/officeDocument/2006/relationships/customXml" Target="../ink/ink331.xml"/><Relationship Id="rId304" Type="http://schemas.openxmlformats.org/officeDocument/2006/relationships/customXml" Target="../ink/ink338.xml"/><Relationship Id="rId346" Type="http://schemas.openxmlformats.org/officeDocument/2006/relationships/customXml" Target="../ink/ink359.xml"/><Relationship Id="rId85" Type="http://schemas.openxmlformats.org/officeDocument/2006/relationships/image" Target="../media/image230.png"/><Relationship Id="rId150" Type="http://schemas.openxmlformats.org/officeDocument/2006/relationships/customXml" Target="../ink/ink261.xml"/><Relationship Id="rId192" Type="http://schemas.openxmlformats.org/officeDocument/2006/relationships/customXml" Target="../ink/ink282.xml"/><Relationship Id="rId206" Type="http://schemas.openxmlformats.org/officeDocument/2006/relationships/customXml" Target="../ink/ink289.xml"/><Relationship Id="rId248" Type="http://schemas.openxmlformats.org/officeDocument/2006/relationships/customXml" Target="../ink/ink310.xml"/><Relationship Id="rId12" Type="http://schemas.openxmlformats.org/officeDocument/2006/relationships/customXml" Target="../ink/ink192.xml"/><Relationship Id="rId108" Type="http://schemas.openxmlformats.org/officeDocument/2006/relationships/customXml" Target="../ink/ink240.xml"/><Relationship Id="rId315" Type="http://schemas.openxmlformats.org/officeDocument/2006/relationships/image" Target="../media/image343.png"/><Relationship Id="rId357" Type="http://schemas.openxmlformats.org/officeDocument/2006/relationships/image" Target="../media/image364.png"/><Relationship Id="rId54" Type="http://schemas.openxmlformats.org/officeDocument/2006/relationships/customXml" Target="../ink/ink213.xml"/><Relationship Id="rId96" Type="http://schemas.openxmlformats.org/officeDocument/2006/relationships/customXml" Target="../ink/ink234.xml"/><Relationship Id="rId161" Type="http://schemas.openxmlformats.org/officeDocument/2006/relationships/image" Target="../media/image268.png"/><Relationship Id="rId217" Type="http://schemas.openxmlformats.org/officeDocument/2006/relationships/image" Target="../media/image296.png"/><Relationship Id="rId259" Type="http://schemas.openxmlformats.org/officeDocument/2006/relationships/image" Target="../media/image316.png"/><Relationship Id="rId23" Type="http://schemas.openxmlformats.org/officeDocument/2006/relationships/image" Target="../media/image199.png"/><Relationship Id="rId119" Type="http://schemas.openxmlformats.org/officeDocument/2006/relationships/image" Target="../media/image247.png"/><Relationship Id="rId270" Type="http://schemas.openxmlformats.org/officeDocument/2006/relationships/customXml" Target="../ink/ink321.xml"/><Relationship Id="rId326" Type="http://schemas.openxmlformats.org/officeDocument/2006/relationships/customXml" Target="../ink/ink349.xml"/><Relationship Id="rId65" Type="http://schemas.openxmlformats.org/officeDocument/2006/relationships/image" Target="../media/image220.png"/><Relationship Id="rId130" Type="http://schemas.openxmlformats.org/officeDocument/2006/relationships/customXml" Target="../ink/ink251.xml"/><Relationship Id="rId172" Type="http://schemas.openxmlformats.org/officeDocument/2006/relationships/customXml" Target="../ink/ink272.xml"/><Relationship Id="rId228" Type="http://schemas.openxmlformats.org/officeDocument/2006/relationships/customXml" Target="../ink/ink300.xml"/><Relationship Id="rId281" Type="http://schemas.openxmlformats.org/officeDocument/2006/relationships/image" Target="../media/image326.png"/><Relationship Id="rId337" Type="http://schemas.openxmlformats.org/officeDocument/2006/relationships/image" Target="../media/image354.png"/><Relationship Id="rId34" Type="http://schemas.openxmlformats.org/officeDocument/2006/relationships/customXml" Target="../ink/ink203.xml"/><Relationship Id="rId76" Type="http://schemas.openxmlformats.org/officeDocument/2006/relationships/customXml" Target="../ink/ink224.xml"/><Relationship Id="rId141" Type="http://schemas.openxmlformats.org/officeDocument/2006/relationships/image" Target="../media/image258.png"/><Relationship Id="rId7" Type="http://schemas.openxmlformats.org/officeDocument/2006/relationships/image" Target="../media/image191.png"/><Relationship Id="rId183" Type="http://schemas.openxmlformats.org/officeDocument/2006/relationships/image" Target="../media/image279.png"/><Relationship Id="rId239" Type="http://schemas.openxmlformats.org/officeDocument/2006/relationships/image" Target="../media/image306.png"/><Relationship Id="rId250" Type="http://schemas.openxmlformats.org/officeDocument/2006/relationships/customXml" Target="../ink/ink311.xml"/><Relationship Id="rId292" Type="http://schemas.openxmlformats.org/officeDocument/2006/relationships/customXml" Target="../ink/ink332.xml"/><Relationship Id="rId306" Type="http://schemas.openxmlformats.org/officeDocument/2006/relationships/customXml" Target="../ink/ink339.xml"/><Relationship Id="rId45" Type="http://schemas.openxmlformats.org/officeDocument/2006/relationships/image" Target="../media/image210.png"/><Relationship Id="rId87" Type="http://schemas.openxmlformats.org/officeDocument/2006/relationships/image" Target="../media/image231.png"/><Relationship Id="rId110" Type="http://schemas.openxmlformats.org/officeDocument/2006/relationships/customXml" Target="../ink/ink241.xml"/><Relationship Id="rId348" Type="http://schemas.openxmlformats.org/officeDocument/2006/relationships/customXml" Target="../ink/ink360.xml"/><Relationship Id="rId152" Type="http://schemas.openxmlformats.org/officeDocument/2006/relationships/customXml" Target="../ink/ink262.xml"/><Relationship Id="rId194" Type="http://schemas.openxmlformats.org/officeDocument/2006/relationships/customXml" Target="../ink/ink283.xml"/><Relationship Id="rId208" Type="http://schemas.openxmlformats.org/officeDocument/2006/relationships/customXml" Target="../ink/ink290.xml"/><Relationship Id="rId261" Type="http://schemas.openxmlformats.org/officeDocument/2006/relationships/image" Target="../media/image317.png"/><Relationship Id="rId14" Type="http://schemas.openxmlformats.org/officeDocument/2006/relationships/customXml" Target="../ink/ink193.xml"/><Relationship Id="rId56" Type="http://schemas.openxmlformats.org/officeDocument/2006/relationships/customXml" Target="../ink/ink214.xml"/><Relationship Id="rId317" Type="http://schemas.openxmlformats.org/officeDocument/2006/relationships/image" Target="../media/image344.png"/><Relationship Id="rId98" Type="http://schemas.openxmlformats.org/officeDocument/2006/relationships/customXml" Target="../ink/ink235.xml"/><Relationship Id="rId121" Type="http://schemas.openxmlformats.org/officeDocument/2006/relationships/image" Target="../media/image248.png"/><Relationship Id="rId163" Type="http://schemas.openxmlformats.org/officeDocument/2006/relationships/image" Target="../media/image269.png"/><Relationship Id="rId219" Type="http://schemas.openxmlformats.org/officeDocument/2006/relationships/image" Target="../media/image297.png"/><Relationship Id="rId230" Type="http://schemas.openxmlformats.org/officeDocument/2006/relationships/customXml" Target="../ink/ink301.xml"/><Relationship Id="rId25" Type="http://schemas.openxmlformats.org/officeDocument/2006/relationships/image" Target="../media/image200.png"/><Relationship Id="rId46" Type="http://schemas.openxmlformats.org/officeDocument/2006/relationships/customXml" Target="../ink/ink209.xml"/><Relationship Id="rId67" Type="http://schemas.openxmlformats.org/officeDocument/2006/relationships/image" Target="../media/image221.png"/><Relationship Id="rId272" Type="http://schemas.openxmlformats.org/officeDocument/2006/relationships/customXml" Target="../ink/ink322.xml"/><Relationship Id="rId293" Type="http://schemas.openxmlformats.org/officeDocument/2006/relationships/image" Target="../media/image332.png"/><Relationship Id="rId307" Type="http://schemas.openxmlformats.org/officeDocument/2006/relationships/image" Target="../media/image339.png"/><Relationship Id="rId328" Type="http://schemas.openxmlformats.org/officeDocument/2006/relationships/customXml" Target="../ink/ink350.xml"/><Relationship Id="rId349" Type="http://schemas.openxmlformats.org/officeDocument/2006/relationships/image" Target="../media/image360.png"/><Relationship Id="rId88" Type="http://schemas.openxmlformats.org/officeDocument/2006/relationships/customXml" Target="../ink/ink230.xml"/><Relationship Id="rId111" Type="http://schemas.openxmlformats.org/officeDocument/2006/relationships/image" Target="../media/image243.png"/><Relationship Id="rId132" Type="http://schemas.openxmlformats.org/officeDocument/2006/relationships/customXml" Target="../ink/ink252.xml"/><Relationship Id="rId153" Type="http://schemas.openxmlformats.org/officeDocument/2006/relationships/image" Target="../media/image264.png"/><Relationship Id="rId174" Type="http://schemas.openxmlformats.org/officeDocument/2006/relationships/customXml" Target="../ink/ink273.xml"/><Relationship Id="rId195" Type="http://schemas.openxmlformats.org/officeDocument/2006/relationships/image" Target="../media/image285.png"/><Relationship Id="rId209" Type="http://schemas.openxmlformats.org/officeDocument/2006/relationships/image" Target="../media/image292.png"/><Relationship Id="rId220" Type="http://schemas.openxmlformats.org/officeDocument/2006/relationships/customXml" Target="../ink/ink296.xml"/><Relationship Id="rId241" Type="http://schemas.openxmlformats.org/officeDocument/2006/relationships/image" Target="../media/image307.png"/><Relationship Id="rId15" Type="http://schemas.openxmlformats.org/officeDocument/2006/relationships/image" Target="../media/image195.png"/><Relationship Id="rId36" Type="http://schemas.openxmlformats.org/officeDocument/2006/relationships/customXml" Target="../ink/ink204.xml"/><Relationship Id="rId57" Type="http://schemas.openxmlformats.org/officeDocument/2006/relationships/image" Target="../media/image216.png"/><Relationship Id="rId262" Type="http://schemas.openxmlformats.org/officeDocument/2006/relationships/customXml" Target="../ink/ink317.xml"/><Relationship Id="rId283" Type="http://schemas.openxmlformats.org/officeDocument/2006/relationships/image" Target="../media/image327.png"/><Relationship Id="rId318" Type="http://schemas.openxmlformats.org/officeDocument/2006/relationships/customXml" Target="../ink/ink345.xml"/><Relationship Id="rId339" Type="http://schemas.openxmlformats.org/officeDocument/2006/relationships/image" Target="../media/image355.png"/><Relationship Id="rId78" Type="http://schemas.openxmlformats.org/officeDocument/2006/relationships/customXml" Target="../ink/ink225.xml"/><Relationship Id="rId99" Type="http://schemas.openxmlformats.org/officeDocument/2006/relationships/image" Target="../media/image237.png"/><Relationship Id="rId101" Type="http://schemas.openxmlformats.org/officeDocument/2006/relationships/image" Target="../media/image238.png"/><Relationship Id="rId122" Type="http://schemas.openxmlformats.org/officeDocument/2006/relationships/customXml" Target="../ink/ink247.xml"/><Relationship Id="rId143" Type="http://schemas.openxmlformats.org/officeDocument/2006/relationships/image" Target="../media/image259.png"/><Relationship Id="rId164" Type="http://schemas.openxmlformats.org/officeDocument/2006/relationships/customXml" Target="../ink/ink268.xml"/><Relationship Id="rId185" Type="http://schemas.openxmlformats.org/officeDocument/2006/relationships/image" Target="../media/image280.png"/><Relationship Id="rId350" Type="http://schemas.openxmlformats.org/officeDocument/2006/relationships/customXml" Target="../ink/ink361.xml"/><Relationship Id="rId9" Type="http://schemas.openxmlformats.org/officeDocument/2006/relationships/image" Target="../media/image192.png"/><Relationship Id="rId210" Type="http://schemas.openxmlformats.org/officeDocument/2006/relationships/customXml" Target="../ink/ink291.xml"/><Relationship Id="rId26" Type="http://schemas.openxmlformats.org/officeDocument/2006/relationships/customXml" Target="../ink/ink199.xml"/><Relationship Id="rId231" Type="http://schemas.openxmlformats.org/officeDocument/2006/relationships/image" Target="../media/image302.png"/><Relationship Id="rId252" Type="http://schemas.openxmlformats.org/officeDocument/2006/relationships/customXml" Target="../ink/ink312.xml"/><Relationship Id="rId273" Type="http://schemas.openxmlformats.org/officeDocument/2006/relationships/image" Target="../media/image322.png"/><Relationship Id="rId294" Type="http://schemas.openxmlformats.org/officeDocument/2006/relationships/customXml" Target="../ink/ink333.xml"/><Relationship Id="rId308" Type="http://schemas.openxmlformats.org/officeDocument/2006/relationships/customXml" Target="../ink/ink340.xml"/><Relationship Id="rId329" Type="http://schemas.openxmlformats.org/officeDocument/2006/relationships/image" Target="../media/image350.png"/><Relationship Id="rId47" Type="http://schemas.openxmlformats.org/officeDocument/2006/relationships/image" Target="../media/image211.png"/><Relationship Id="rId68" Type="http://schemas.openxmlformats.org/officeDocument/2006/relationships/customXml" Target="../ink/ink220.xml"/><Relationship Id="rId89" Type="http://schemas.openxmlformats.org/officeDocument/2006/relationships/image" Target="../media/image232.png"/><Relationship Id="rId112" Type="http://schemas.openxmlformats.org/officeDocument/2006/relationships/customXml" Target="../ink/ink242.xml"/><Relationship Id="rId133" Type="http://schemas.openxmlformats.org/officeDocument/2006/relationships/image" Target="../media/image254.png"/><Relationship Id="rId154" Type="http://schemas.openxmlformats.org/officeDocument/2006/relationships/customXml" Target="../ink/ink263.xml"/><Relationship Id="rId175" Type="http://schemas.openxmlformats.org/officeDocument/2006/relationships/image" Target="../media/image275.png"/><Relationship Id="rId340" Type="http://schemas.openxmlformats.org/officeDocument/2006/relationships/customXml" Target="../ink/ink356.xml"/><Relationship Id="rId196" Type="http://schemas.openxmlformats.org/officeDocument/2006/relationships/customXml" Target="../ink/ink284.xml"/><Relationship Id="rId200" Type="http://schemas.openxmlformats.org/officeDocument/2006/relationships/customXml" Target="../ink/ink286.xml"/><Relationship Id="rId16" Type="http://schemas.openxmlformats.org/officeDocument/2006/relationships/customXml" Target="../ink/ink194.xml"/><Relationship Id="rId221" Type="http://schemas.openxmlformats.org/officeDocument/2006/relationships/image" Target="../media/image298.png"/><Relationship Id="rId242" Type="http://schemas.openxmlformats.org/officeDocument/2006/relationships/customXml" Target="../ink/ink307.xml"/><Relationship Id="rId263" Type="http://schemas.openxmlformats.org/officeDocument/2006/relationships/image" Target="../media/image318.png"/><Relationship Id="rId284" Type="http://schemas.openxmlformats.org/officeDocument/2006/relationships/customXml" Target="../ink/ink328.xml"/><Relationship Id="rId319" Type="http://schemas.openxmlformats.org/officeDocument/2006/relationships/image" Target="../media/image345.png"/><Relationship Id="rId37" Type="http://schemas.openxmlformats.org/officeDocument/2006/relationships/image" Target="../media/image206.png"/><Relationship Id="rId58" Type="http://schemas.openxmlformats.org/officeDocument/2006/relationships/customXml" Target="../ink/ink215.xml"/><Relationship Id="rId79" Type="http://schemas.openxmlformats.org/officeDocument/2006/relationships/image" Target="../media/image227.png"/><Relationship Id="rId102" Type="http://schemas.openxmlformats.org/officeDocument/2006/relationships/customXml" Target="../ink/ink237.xml"/><Relationship Id="rId123" Type="http://schemas.openxmlformats.org/officeDocument/2006/relationships/image" Target="../media/image249.png"/><Relationship Id="rId144" Type="http://schemas.openxmlformats.org/officeDocument/2006/relationships/customXml" Target="../ink/ink258.xml"/><Relationship Id="rId330" Type="http://schemas.openxmlformats.org/officeDocument/2006/relationships/customXml" Target="../ink/ink351.xml"/><Relationship Id="rId90" Type="http://schemas.openxmlformats.org/officeDocument/2006/relationships/customXml" Target="../ink/ink231.xml"/><Relationship Id="rId165" Type="http://schemas.openxmlformats.org/officeDocument/2006/relationships/image" Target="../media/image270.png"/><Relationship Id="rId186" Type="http://schemas.openxmlformats.org/officeDocument/2006/relationships/customXml" Target="../ink/ink279.xml"/><Relationship Id="rId351" Type="http://schemas.openxmlformats.org/officeDocument/2006/relationships/image" Target="../media/image361.png"/><Relationship Id="rId211" Type="http://schemas.openxmlformats.org/officeDocument/2006/relationships/image" Target="../media/image293.png"/><Relationship Id="rId232" Type="http://schemas.openxmlformats.org/officeDocument/2006/relationships/customXml" Target="../ink/ink302.xml"/><Relationship Id="rId253" Type="http://schemas.openxmlformats.org/officeDocument/2006/relationships/image" Target="../media/image313.png"/><Relationship Id="rId274" Type="http://schemas.openxmlformats.org/officeDocument/2006/relationships/customXml" Target="../ink/ink323.xml"/><Relationship Id="rId295" Type="http://schemas.openxmlformats.org/officeDocument/2006/relationships/image" Target="../media/image333.png"/><Relationship Id="rId309" Type="http://schemas.openxmlformats.org/officeDocument/2006/relationships/image" Target="../media/image340.png"/><Relationship Id="rId27" Type="http://schemas.openxmlformats.org/officeDocument/2006/relationships/image" Target="../media/image201.png"/><Relationship Id="rId48" Type="http://schemas.openxmlformats.org/officeDocument/2006/relationships/customXml" Target="../ink/ink210.xml"/><Relationship Id="rId69" Type="http://schemas.openxmlformats.org/officeDocument/2006/relationships/image" Target="../media/image222.png"/><Relationship Id="rId113" Type="http://schemas.openxmlformats.org/officeDocument/2006/relationships/image" Target="../media/image244.png"/><Relationship Id="rId134" Type="http://schemas.openxmlformats.org/officeDocument/2006/relationships/customXml" Target="../ink/ink253.xml"/><Relationship Id="rId320" Type="http://schemas.openxmlformats.org/officeDocument/2006/relationships/customXml" Target="../ink/ink346.xml"/><Relationship Id="rId80" Type="http://schemas.openxmlformats.org/officeDocument/2006/relationships/customXml" Target="../ink/ink226.xml"/><Relationship Id="rId155" Type="http://schemas.openxmlformats.org/officeDocument/2006/relationships/image" Target="../media/image265.png"/><Relationship Id="rId176" Type="http://schemas.openxmlformats.org/officeDocument/2006/relationships/customXml" Target="../ink/ink274.xml"/><Relationship Id="rId197" Type="http://schemas.openxmlformats.org/officeDocument/2006/relationships/image" Target="../media/image286.png"/><Relationship Id="rId341" Type="http://schemas.openxmlformats.org/officeDocument/2006/relationships/image" Target="../media/image356.png"/><Relationship Id="rId201" Type="http://schemas.openxmlformats.org/officeDocument/2006/relationships/image" Target="../media/image288.png"/><Relationship Id="rId222" Type="http://schemas.openxmlformats.org/officeDocument/2006/relationships/customXml" Target="../ink/ink297.xml"/><Relationship Id="rId243" Type="http://schemas.openxmlformats.org/officeDocument/2006/relationships/image" Target="../media/image308.png"/><Relationship Id="rId264" Type="http://schemas.openxmlformats.org/officeDocument/2006/relationships/customXml" Target="../ink/ink318.xml"/><Relationship Id="rId285" Type="http://schemas.openxmlformats.org/officeDocument/2006/relationships/image" Target="../media/image328.png"/><Relationship Id="rId17" Type="http://schemas.openxmlformats.org/officeDocument/2006/relationships/image" Target="../media/image196.png"/><Relationship Id="rId38" Type="http://schemas.openxmlformats.org/officeDocument/2006/relationships/customXml" Target="../ink/ink205.xml"/><Relationship Id="rId59" Type="http://schemas.openxmlformats.org/officeDocument/2006/relationships/image" Target="../media/image217.png"/><Relationship Id="rId103" Type="http://schemas.openxmlformats.org/officeDocument/2006/relationships/image" Target="../media/image239.png"/><Relationship Id="rId124" Type="http://schemas.openxmlformats.org/officeDocument/2006/relationships/customXml" Target="../ink/ink248.xml"/><Relationship Id="rId310" Type="http://schemas.openxmlformats.org/officeDocument/2006/relationships/customXml" Target="../ink/ink341.xml"/><Relationship Id="rId70" Type="http://schemas.openxmlformats.org/officeDocument/2006/relationships/customXml" Target="../ink/ink221.xml"/><Relationship Id="rId91" Type="http://schemas.openxmlformats.org/officeDocument/2006/relationships/image" Target="../media/image233.png"/><Relationship Id="rId145" Type="http://schemas.openxmlformats.org/officeDocument/2006/relationships/image" Target="../media/image260.png"/><Relationship Id="rId166" Type="http://schemas.openxmlformats.org/officeDocument/2006/relationships/customXml" Target="../ink/ink269.xml"/><Relationship Id="rId187" Type="http://schemas.openxmlformats.org/officeDocument/2006/relationships/image" Target="../media/image281.png"/><Relationship Id="rId331" Type="http://schemas.openxmlformats.org/officeDocument/2006/relationships/image" Target="../media/image351.png"/><Relationship Id="rId352" Type="http://schemas.openxmlformats.org/officeDocument/2006/relationships/customXml" Target="../ink/ink362.xml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292.xml"/><Relationship Id="rId233" Type="http://schemas.openxmlformats.org/officeDocument/2006/relationships/image" Target="../media/image303.png"/><Relationship Id="rId254" Type="http://schemas.openxmlformats.org/officeDocument/2006/relationships/customXml" Target="../ink/ink313.xml"/><Relationship Id="rId28" Type="http://schemas.openxmlformats.org/officeDocument/2006/relationships/customXml" Target="../ink/ink200.xml"/><Relationship Id="rId49" Type="http://schemas.openxmlformats.org/officeDocument/2006/relationships/image" Target="../media/image212.png"/><Relationship Id="rId114" Type="http://schemas.openxmlformats.org/officeDocument/2006/relationships/customXml" Target="../ink/ink243.xml"/><Relationship Id="rId275" Type="http://schemas.openxmlformats.org/officeDocument/2006/relationships/image" Target="../media/image323.png"/><Relationship Id="rId296" Type="http://schemas.openxmlformats.org/officeDocument/2006/relationships/customXml" Target="../ink/ink334.xml"/><Relationship Id="rId300" Type="http://schemas.openxmlformats.org/officeDocument/2006/relationships/customXml" Target="../ink/ink336.xml"/><Relationship Id="rId60" Type="http://schemas.openxmlformats.org/officeDocument/2006/relationships/customXml" Target="../ink/ink216.xml"/><Relationship Id="rId81" Type="http://schemas.openxmlformats.org/officeDocument/2006/relationships/image" Target="../media/image228.png"/><Relationship Id="rId135" Type="http://schemas.openxmlformats.org/officeDocument/2006/relationships/image" Target="../media/image255.png"/><Relationship Id="rId156" Type="http://schemas.openxmlformats.org/officeDocument/2006/relationships/customXml" Target="../ink/ink264.xml"/><Relationship Id="rId177" Type="http://schemas.openxmlformats.org/officeDocument/2006/relationships/image" Target="../media/image276.png"/><Relationship Id="rId198" Type="http://schemas.openxmlformats.org/officeDocument/2006/relationships/customXml" Target="../ink/ink285.xml"/><Relationship Id="rId321" Type="http://schemas.openxmlformats.org/officeDocument/2006/relationships/image" Target="../media/image346.png"/><Relationship Id="rId342" Type="http://schemas.openxmlformats.org/officeDocument/2006/relationships/customXml" Target="../ink/ink357.xml"/><Relationship Id="rId202" Type="http://schemas.openxmlformats.org/officeDocument/2006/relationships/customXml" Target="../ink/ink287.xml"/><Relationship Id="rId223" Type="http://schemas.openxmlformats.org/officeDocument/2006/relationships/image" Target="../media/image299.png"/><Relationship Id="rId244" Type="http://schemas.openxmlformats.org/officeDocument/2006/relationships/customXml" Target="../ink/ink308.xml"/><Relationship Id="rId18" Type="http://schemas.openxmlformats.org/officeDocument/2006/relationships/customXml" Target="../ink/ink195.xml"/><Relationship Id="rId39" Type="http://schemas.openxmlformats.org/officeDocument/2006/relationships/image" Target="../media/image207.png"/><Relationship Id="rId265" Type="http://schemas.openxmlformats.org/officeDocument/2006/relationships/image" Target="../media/image319.png"/><Relationship Id="rId286" Type="http://schemas.openxmlformats.org/officeDocument/2006/relationships/customXml" Target="../ink/ink329.xml"/><Relationship Id="rId50" Type="http://schemas.openxmlformats.org/officeDocument/2006/relationships/customXml" Target="../ink/ink211.xml"/><Relationship Id="rId104" Type="http://schemas.openxmlformats.org/officeDocument/2006/relationships/customXml" Target="../ink/ink238.xml"/><Relationship Id="rId125" Type="http://schemas.openxmlformats.org/officeDocument/2006/relationships/image" Target="../media/image250.png"/><Relationship Id="rId146" Type="http://schemas.openxmlformats.org/officeDocument/2006/relationships/customXml" Target="../ink/ink259.xml"/><Relationship Id="rId167" Type="http://schemas.openxmlformats.org/officeDocument/2006/relationships/image" Target="../media/image271.png"/><Relationship Id="rId188" Type="http://schemas.openxmlformats.org/officeDocument/2006/relationships/customXml" Target="../ink/ink280.xml"/><Relationship Id="rId311" Type="http://schemas.openxmlformats.org/officeDocument/2006/relationships/image" Target="../media/image341.png"/><Relationship Id="rId332" Type="http://schemas.openxmlformats.org/officeDocument/2006/relationships/customXml" Target="../ink/ink352.xml"/><Relationship Id="rId353" Type="http://schemas.openxmlformats.org/officeDocument/2006/relationships/image" Target="../media/image362.png"/><Relationship Id="rId71" Type="http://schemas.openxmlformats.org/officeDocument/2006/relationships/image" Target="../media/image223.png"/><Relationship Id="rId92" Type="http://schemas.openxmlformats.org/officeDocument/2006/relationships/customXml" Target="../ink/ink232.xml"/><Relationship Id="rId213" Type="http://schemas.openxmlformats.org/officeDocument/2006/relationships/image" Target="../media/image294.png"/><Relationship Id="rId234" Type="http://schemas.openxmlformats.org/officeDocument/2006/relationships/customXml" Target="../ink/ink303.xml"/><Relationship Id="rId2" Type="http://schemas.openxmlformats.org/officeDocument/2006/relationships/customXml" Target="../ink/ink187.xml"/><Relationship Id="rId29" Type="http://schemas.openxmlformats.org/officeDocument/2006/relationships/image" Target="../media/image202.png"/><Relationship Id="rId255" Type="http://schemas.openxmlformats.org/officeDocument/2006/relationships/image" Target="../media/image314.png"/><Relationship Id="rId276" Type="http://schemas.openxmlformats.org/officeDocument/2006/relationships/customXml" Target="../ink/ink324.xml"/><Relationship Id="rId297" Type="http://schemas.openxmlformats.org/officeDocument/2006/relationships/image" Target="../media/image334.png"/><Relationship Id="rId40" Type="http://schemas.openxmlformats.org/officeDocument/2006/relationships/customXml" Target="../ink/ink206.xml"/><Relationship Id="rId115" Type="http://schemas.openxmlformats.org/officeDocument/2006/relationships/image" Target="../media/image245.png"/><Relationship Id="rId136" Type="http://schemas.openxmlformats.org/officeDocument/2006/relationships/customXml" Target="../ink/ink254.xml"/><Relationship Id="rId157" Type="http://schemas.openxmlformats.org/officeDocument/2006/relationships/image" Target="../media/image266.png"/><Relationship Id="rId178" Type="http://schemas.openxmlformats.org/officeDocument/2006/relationships/customXml" Target="../ink/ink275.xml"/><Relationship Id="rId301" Type="http://schemas.openxmlformats.org/officeDocument/2006/relationships/image" Target="../media/image336.png"/><Relationship Id="rId322" Type="http://schemas.openxmlformats.org/officeDocument/2006/relationships/customXml" Target="../ink/ink347.xml"/><Relationship Id="rId343" Type="http://schemas.openxmlformats.org/officeDocument/2006/relationships/image" Target="../media/image357.png"/><Relationship Id="rId61" Type="http://schemas.openxmlformats.org/officeDocument/2006/relationships/image" Target="../media/image218.png"/><Relationship Id="rId82" Type="http://schemas.openxmlformats.org/officeDocument/2006/relationships/customXml" Target="../ink/ink227.xml"/><Relationship Id="rId199" Type="http://schemas.openxmlformats.org/officeDocument/2006/relationships/image" Target="../media/image287.png"/><Relationship Id="rId203" Type="http://schemas.openxmlformats.org/officeDocument/2006/relationships/image" Target="../media/image289.png"/><Relationship Id="rId19" Type="http://schemas.openxmlformats.org/officeDocument/2006/relationships/image" Target="../media/image197.png"/><Relationship Id="rId224" Type="http://schemas.openxmlformats.org/officeDocument/2006/relationships/customXml" Target="../ink/ink298.xml"/><Relationship Id="rId245" Type="http://schemas.openxmlformats.org/officeDocument/2006/relationships/image" Target="../media/image309.png"/><Relationship Id="rId266" Type="http://schemas.openxmlformats.org/officeDocument/2006/relationships/customXml" Target="../ink/ink319.xml"/><Relationship Id="rId287" Type="http://schemas.openxmlformats.org/officeDocument/2006/relationships/image" Target="../media/image329.png"/><Relationship Id="rId30" Type="http://schemas.openxmlformats.org/officeDocument/2006/relationships/customXml" Target="../ink/ink201.xml"/><Relationship Id="rId105" Type="http://schemas.openxmlformats.org/officeDocument/2006/relationships/image" Target="../media/image240.png"/><Relationship Id="rId126" Type="http://schemas.openxmlformats.org/officeDocument/2006/relationships/customXml" Target="../ink/ink249.xml"/><Relationship Id="rId147" Type="http://schemas.openxmlformats.org/officeDocument/2006/relationships/image" Target="../media/image261.png"/><Relationship Id="rId168" Type="http://schemas.openxmlformats.org/officeDocument/2006/relationships/customXml" Target="../ink/ink270.xml"/><Relationship Id="rId312" Type="http://schemas.openxmlformats.org/officeDocument/2006/relationships/customXml" Target="../ink/ink342.xml"/><Relationship Id="rId333" Type="http://schemas.openxmlformats.org/officeDocument/2006/relationships/image" Target="../media/image352.png"/><Relationship Id="rId354" Type="http://schemas.openxmlformats.org/officeDocument/2006/relationships/customXml" Target="../ink/ink363.xml"/><Relationship Id="rId51" Type="http://schemas.openxmlformats.org/officeDocument/2006/relationships/image" Target="../media/image213.png"/><Relationship Id="rId72" Type="http://schemas.openxmlformats.org/officeDocument/2006/relationships/customXml" Target="../ink/ink222.xml"/><Relationship Id="rId93" Type="http://schemas.openxmlformats.org/officeDocument/2006/relationships/image" Target="../media/image234.png"/><Relationship Id="rId189" Type="http://schemas.openxmlformats.org/officeDocument/2006/relationships/image" Target="../media/image282.png"/><Relationship Id="rId3" Type="http://schemas.openxmlformats.org/officeDocument/2006/relationships/image" Target="../media/image189.png"/><Relationship Id="rId214" Type="http://schemas.openxmlformats.org/officeDocument/2006/relationships/customXml" Target="../ink/ink293.xml"/><Relationship Id="rId235" Type="http://schemas.openxmlformats.org/officeDocument/2006/relationships/image" Target="../media/image304.png"/><Relationship Id="rId256" Type="http://schemas.openxmlformats.org/officeDocument/2006/relationships/customXml" Target="../ink/ink314.xml"/><Relationship Id="rId277" Type="http://schemas.openxmlformats.org/officeDocument/2006/relationships/image" Target="../media/image324.png"/><Relationship Id="rId298" Type="http://schemas.openxmlformats.org/officeDocument/2006/relationships/customXml" Target="../ink/ink335.xml"/><Relationship Id="rId116" Type="http://schemas.openxmlformats.org/officeDocument/2006/relationships/customXml" Target="../ink/ink244.xml"/><Relationship Id="rId137" Type="http://schemas.openxmlformats.org/officeDocument/2006/relationships/image" Target="../media/image256.png"/><Relationship Id="rId158" Type="http://schemas.openxmlformats.org/officeDocument/2006/relationships/customXml" Target="../ink/ink265.xml"/><Relationship Id="rId302" Type="http://schemas.openxmlformats.org/officeDocument/2006/relationships/customXml" Target="../ink/ink337.xml"/><Relationship Id="rId323" Type="http://schemas.openxmlformats.org/officeDocument/2006/relationships/image" Target="../media/image347.png"/><Relationship Id="rId344" Type="http://schemas.openxmlformats.org/officeDocument/2006/relationships/customXml" Target="../ink/ink358.xml"/><Relationship Id="rId20" Type="http://schemas.openxmlformats.org/officeDocument/2006/relationships/customXml" Target="../ink/ink196.xml"/><Relationship Id="rId41" Type="http://schemas.openxmlformats.org/officeDocument/2006/relationships/image" Target="../media/image208.png"/><Relationship Id="rId62" Type="http://schemas.openxmlformats.org/officeDocument/2006/relationships/customXml" Target="../ink/ink217.xml"/><Relationship Id="rId83" Type="http://schemas.openxmlformats.org/officeDocument/2006/relationships/image" Target="../media/image229.png"/><Relationship Id="rId179" Type="http://schemas.openxmlformats.org/officeDocument/2006/relationships/image" Target="../media/image277.png"/><Relationship Id="rId190" Type="http://schemas.openxmlformats.org/officeDocument/2006/relationships/customXml" Target="../ink/ink281.xml"/><Relationship Id="rId204" Type="http://schemas.openxmlformats.org/officeDocument/2006/relationships/customXml" Target="../ink/ink288.xml"/><Relationship Id="rId225" Type="http://schemas.openxmlformats.org/officeDocument/2006/relationships/image" Target="../media/image300.png"/><Relationship Id="rId246" Type="http://schemas.openxmlformats.org/officeDocument/2006/relationships/customXml" Target="../ink/ink309.xml"/><Relationship Id="rId267" Type="http://schemas.openxmlformats.org/officeDocument/2006/relationships/image" Target="../media/image133.png"/><Relationship Id="rId288" Type="http://schemas.openxmlformats.org/officeDocument/2006/relationships/customXml" Target="../ink/ink330.xml"/><Relationship Id="rId106" Type="http://schemas.openxmlformats.org/officeDocument/2006/relationships/customXml" Target="../ink/ink239.xml"/><Relationship Id="rId127" Type="http://schemas.openxmlformats.org/officeDocument/2006/relationships/image" Target="../media/image251.png"/><Relationship Id="rId313" Type="http://schemas.openxmlformats.org/officeDocument/2006/relationships/image" Target="../media/image342.png"/><Relationship Id="rId10" Type="http://schemas.openxmlformats.org/officeDocument/2006/relationships/customXml" Target="../ink/ink191.xml"/><Relationship Id="rId31" Type="http://schemas.openxmlformats.org/officeDocument/2006/relationships/image" Target="../media/image203.png"/><Relationship Id="rId52" Type="http://schemas.openxmlformats.org/officeDocument/2006/relationships/customXml" Target="../ink/ink212.xml"/><Relationship Id="rId73" Type="http://schemas.openxmlformats.org/officeDocument/2006/relationships/image" Target="../media/image224.png"/><Relationship Id="rId94" Type="http://schemas.openxmlformats.org/officeDocument/2006/relationships/customXml" Target="../ink/ink233.xml"/><Relationship Id="rId148" Type="http://schemas.openxmlformats.org/officeDocument/2006/relationships/customXml" Target="../ink/ink260.xml"/><Relationship Id="rId169" Type="http://schemas.openxmlformats.org/officeDocument/2006/relationships/image" Target="../media/image272.png"/><Relationship Id="rId334" Type="http://schemas.openxmlformats.org/officeDocument/2006/relationships/customXml" Target="../ink/ink353.xml"/><Relationship Id="rId355" Type="http://schemas.openxmlformats.org/officeDocument/2006/relationships/image" Target="../media/image363.png"/><Relationship Id="rId4" Type="http://schemas.openxmlformats.org/officeDocument/2006/relationships/customXml" Target="../ink/ink188.xml"/><Relationship Id="rId180" Type="http://schemas.openxmlformats.org/officeDocument/2006/relationships/customXml" Target="../ink/ink276.xml"/><Relationship Id="rId215" Type="http://schemas.openxmlformats.org/officeDocument/2006/relationships/image" Target="../media/image295.png"/><Relationship Id="rId236" Type="http://schemas.openxmlformats.org/officeDocument/2006/relationships/customXml" Target="../ink/ink304.xml"/><Relationship Id="rId257" Type="http://schemas.openxmlformats.org/officeDocument/2006/relationships/image" Target="../media/image315.png"/><Relationship Id="rId278" Type="http://schemas.openxmlformats.org/officeDocument/2006/relationships/customXml" Target="../ink/ink325.xml"/><Relationship Id="rId303" Type="http://schemas.openxmlformats.org/officeDocument/2006/relationships/image" Target="../media/image337.png"/><Relationship Id="rId42" Type="http://schemas.openxmlformats.org/officeDocument/2006/relationships/customXml" Target="../ink/ink207.xml"/><Relationship Id="rId84" Type="http://schemas.openxmlformats.org/officeDocument/2006/relationships/customXml" Target="../ink/ink228.xml"/><Relationship Id="rId138" Type="http://schemas.openxmlformats.org/officeDocument/2006/relationships/customXml" Target="../ink/ink255.xml"/><Relationship Id="rId345" Type="http://schemas.openxmlformats.org/officeDocument/2006/relationships/image" Target="../media/image358.png"/><Relationship Id="rId191" Type="http://schemas.openxmlformats.org/officeDocument/2006/relationships/image" Target="../media/image283.png"/><Relationship Id="rId205" Type="http://schemas.openxmlformats.org/officeDocument/2006/relationships/image" Target="../media/image290.png"/><Relationship Id="rId247" Type="http://schemas.openxmlformats.org/officeDocument/2006/relationships/image" Target="../media/image310.png"/><Relationship Id="rId107" Type="http://schemas.openxmlformats.org/officeDocument/2006/relationships/image" Target="../media/image241.png"/><Relationship Id="rId289" Type="http://schemas.openxmlformats.org/officeDocument/2006/relationships/image" Target="../media/image330.png"/><Relationship Id="rId11" Type="http://schemas.openxmlformats.org/officeDocument/2006/relationships/image" Target="../media/image193.png"/><Relationship Id="rId53" Type="http://schemas.openxmlformats.org/officeDocument/2006/relationships/image" Target="../media/image214.png"/><Relationship Id="rId149" Type="http://schemas.openxmlformats.org/officeDocument/2006/relationships/image" Target="../media/image262.png"/><Relationship Id="rId314" Type="http://schemas.openxmlformats.org/officeDocument/2006/relationships/customXml" Target="../ink/ink343.xml"/><Relationship Id="rId356" Type="http://schemas.openxmlformats.org/officeDocument/2006/relationships/customXml" Target="../ink/ink364.xml"/><Relationship Id="rId95" Type="http://schemas.openxmlformats.org/officeDocument/2006/relationships/image" Target="../media/image235.png"/><Relationship Id="rId160" Type="http://schemas.openxmlformats.org/officeDocument/2006/relationships/customXml" Target="../ink/ink266.xml"/><Relationship Id="rId216" Type="http://schemas.openxmlformats.org/officeDocument/2006/relationships/customXml" Target="../ink/ink294.xml"/><Relationship Id="rId258" Type="http://schemas.openxmlformats.org/officeDocument/2006/relationships/customXml" Target="../ink/ink315.xml"/><Relationship Id="rId22" Type="http://schemas.openxmlformats.org/officeDocument/2006/relationships/customXml" Target="../ink/ink197.xml"/><Relationship Id="rId64" Type="http://schemas.openxmlformats.org/officeDocument/2006/relationships/customXml" Target="../ink/ink218.xml"/><Relationship Id="rId118" Type="http://schemas.openxmlformats.org/officeDocument/2006/relationships/customXml" Target="../ink/ink245.xml"/><Relationship Id="rId325" Type="http://schemas.openxmlformats.org/officeDocument/2006/relationships/image" Target="../media/image348.png"/><Relationship Id="rId171" Type="http://schemas.openxmlformats.org/officeDocument/2006/relationships/image" Target="../media/image273.png"/><Relationship Id="rId227" Type="http://schemas.openxmlformats.org/officeDocument/2006/relationships/image" Target="../media/image139.png"/><Relationship Id="rId269" Type="http://schemas.openxmlformats.org/officeDocument/2006/relationships/image" Target="../media/image320.png"/><Relationship Id="rId33" Type="http://schemas.openxmlformats.org/officeDocument/2006/relationships/image" Target="../media/image204.png"/><Relationship Id="rId129" Type="http://schemas.openxmlformats.org/officeDocument/2006/relationships/image" Target="../media/image252.png"/><Relationship Id="rId280" Type="http://schemas.openxmlformats.org/officeDocument/2006/relationships/customXml" Target="../ink/ink326.xml"/><Relationship Id="rId336" Type="http://schemas.openxmlformats.org/officeDocument/2006/relationships/customXml" Target="../ink/ink354.xml"/><Relationship Id="rId75" Type="http://schemas.openxmlformats.org/officeDocument/2006/relationships/image" Target="../media/image225.png"/><Relationship Id="rId140" Type="http://schemas.openxmlformats.org/officeDocument/2006/relationships/customXml" Target="../ink/ink256.xml"/><Relationship Id="rId182" Type="http://schemas.openxmlformats.org/officeDocument/2006/relationships/customXml" Target="../ink/ink277.xml"/><Relationship Id="rId6" Type="http://schemas.openxmlformats.org/officeDocument/2006/relationships/customXml" Target="../ink/ink189.xml"/><Relationship Id="rId238" Type="http://schemas.openxmlformats.org/officeDocument/2006/relationships/customXml" Target="../ink/ink305.xml"/><Relationship Id="rId291" Type="http://schemas.openxmlformats.org/officeDocument/2006/relationships/image" Target="../media/image331.png"/><Relationship Id="rId305" Type="http://schemas.openxmlformats.org/officeDocument/2006/relationships/image" Target="../media/image338.png"/><Relationship Id="rId347" Type="http://schemas.openxmlformats.org/officeDocument/2006/relationships/image" Target="../media/image359.png"/><Relationship Id="rId44" Type="http://schemas.openxmlformats.org/officeDocument/2006/relationships/customXml" Target="../ink/ink208.xml"/><Relationship Id="rId86" Type="http://schemas.openxmlformats.org/officeDocument/2006/relationships/customXml" Target="../ink/ink229.xml"/><Relationship Id="rId151" Type="http://schemas.openxmlformats.org/officeDocument/2006/relationships/image" Target="../media/image263.png"/><Relationship Id="rId193" Type="http://schemas.openxmlformats.org/officeDocument/2006/relationships/image" Target="../media/image284.png"/><Relationship Id="rId207" Type="http://schemas.openxmlformats.org/officeDocument/2006/relationships/image" Target="../media/image291.png"/><Relationship Id="rId249" Type="http://schemas.openxmlformats.org/officeDocument/2006/relationships/image" Target="../media/image311.png"/><Relationship Id="rId13" Type="http://schemas.openxmlformats.org/officeDocument/2006/relationships/image" Target="../media/image194.png"/><Relationship Id="rId109" Type="http://schemas.openxmlformats.org/officeDocument/2006/relationships/image" Target="../media/image242.png"/><Relationship Id="rId260" Type="http://schemas.openxmlformats.org/officeDocument/2006/relationships/customXml" Target="../ink/ink316.xml"/><Relationship Id="rId316" Type="http://schemas.openxmlformats.org/officeDocument/2006/relationships/customXml" Target="../ink/ink344.xml"/><Relationship Id="rId55" Type="http://schemas.openxmlformats.org/officeDocument/2006/relationships/image" Target="../media/image215.png"/><Relationship Id="rId97" Type="http://schemas.openxmlformats.org/officeDocument/2006/relationships/image" Target="../media/image236.png"/><Relationship Id="rId120" Type="http://schemas.openxmlformats.org/officeDocument/2006/relationships/customXml" Target="../ink/ink246.xml"/><Relationship Id="rId162" Type="http://schemas.openxmlformats.org/officeDocument/2006/relationships/customXml" Target="../ink/ink267.xml"/><Relationship Id="rId218" Type="http://schemas.openxmlformats.org/officeDocument/2006/relationships/customXml" Target="../ink/ink295.xml"/><Relationship Id="rId271" Type="http://schemas.openxmlformats.org/officeDocument/2006/relationships/image" Target="../media/image321.png"/><Relationship Id="rId24" Type="http://schemas.openxmlformats.org/officeDocument/2006/relationships/customXml" Target="../ink/ink198.xml"/><Relationship Id="rId66" Type="http://schemas.openxmlformats.org/officeDocument/2006/relationships/customXml" Target="../ink/ink219.xml"/><Relationship Id="rId131" Type="http://schemas.openxmlformats.org/officeDocument/2006/relationships/image" Target="../media/image253.png"/><Relationship Id="rId327" Type="http://schemas.openxmlformats.org/officeDocument/2006/relationships/image" Target="../media/image349.png"/><Relationship Id="rId173" Type="http://schemas.openxmlformats.org/officeDocument/2006/relationships/image" Target="../media/image274.png"/><Relationship Id="rId229" Type="http://schemas.openxmlformats.org/officeDocument/2006/relationships/image" Target="../media/image301.png"/><Relationship Id="rId240" Type="http://schemas.openxmlformats.org/officeDocument/2006/relationships/customXml" Target="../ink/ink306.xml"/><Relationship Id="rId35" Type="http://schemas.openxmlformats.org/officeDocument/2006/relationships/image" Target="../media/image205.png"/><Relationship Id="rId77" Type="http://schemas.openxmlformats.org/officeDocument/2006/relationships/image" Target="../media/image226.png"/><Relationship Id="rId100" Type="http://schemas.openxmlformats.org/officeDocument/2006/relationships/customXml" Target="../ink/ink236.xml"/><Relationship Id="rId282" Type="http://schemas.openxmlformats.org/officeDocument/2006/relationships/customXml" Target="../ink/ink327.xml"/><Relationship Id="rId338" Type="http://schemas.openxmlformats.org/officeDocument/2006/relationships/customXml" Target="../ink/ink355.xml"/><Relationship Id="rId8" Type="http://schemas.openxmlformats.org/officeDocument/2006/relationships/customXml" Target="../ink/ink190.xml"/><Relationship Id="rId142" Type="http://schemas.openxmlformats.org/officeDocument/2006/relationships/customXml" Target="../ink/ink257.xml"/><Relationship Id="rId184" Type="http://schemas.openxmlformats.org/officeDocument/2006/relationships/customXml" Target="../ink/ink278.xml"/><Relationship Id="rId251" Type="http://schemas.openxmlformats.org/officeDocument/2006/relationships/image" Target="../media/image312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21.png"/><Relationship Id="rId299" Type="http://schemas.openxmlformats.org/officeDocument/2006/relationships/image" Target="../media/image511.png"/><Relationship Id="rId21" Type="http://schemas.openxmlformats.org/officeDocument/2006/relationships/image" Target="../media/image374.png"/><Relationship Id="rId63" Type="http://schemas.openxmlformats.org/officeDocument/2006/relationships/image" Target="../media/image394.png"/><Relationship Id="rId159" Type="http://schemas.openxmlformats.org/officeDocument/2006/relationships/image" Target="../media/image442.png"/><Relationship Id="rId324" Type="http://schemas.openxmlformats.org/officeDocument/2006/relationships/customXml" Target="../ink/ink526.xml"/><Relationship Id="rId366" Type="http://schemas.openxmlformats.org/officeDocument/2006/relationships/image" Target="../media/image543.png"/><Relationship Id="rId170" Type="http://schemas.openxmlformats.org/officeDocument/2006/relationships/customXml" Target="../ink/ink449.xml"/><Relationship Id="rId226" Type="http://schemas.openxmlformats.org/officeDocument/2006/relationships/customXml" Target="../ink/ink477.xml"/><Relationship Id="rId433" Type="http://schemas.openxmlformats.org/officeDocument/2006/relationships/customXml" Target="../ink/ink581.xml"/><Relationship Id="rId268" Type="http://schemas.openxmlformats.org/officeDocument/2006/relationships/customXml" Target="../ink/ink498.xml"/><Relationship Id="rId32" Type="http://schemas.openxmlformats.org/officeDocument/2006/relationships/customXml" Target="../ink/ink380.xml"/><Relationship Id="rId74" Type="http://schemas.openxmlformats.org/officeDocument/2006/relationships/customXml" Target="../ink/ink401.xml"/><Relationship Id="rId128" Type="http://schemas.openxmlformats.org/officeDocument/2006/relationships/customXml" Target="../ink/ink428.xml"/><Relationship Id="rId335" Type="http://schemas.openxmlformats.org/officeDocument/2006/relationships/customXml" Target="../ink/ink532.xml"/><Relationship Id="rId377" Type="http://schemas.openxmlformats.org/officeDocument/2006/relationships/customXml" Target="../ink/ink553.xml"/><Relationship Id="rId5" Type="http://schemas.openxmlformats.org/officeDocument/2006/relationships/image" Target="../media/image366.png"/><Relationship Id="rId181" Type="http://schemas.openxmlformats.org/officeDocument/2006/relationships/image" Target="../media/image453.png"/><Relationship Id="rId237" Type="http://schemas.openxmlformats.org/officeDocument/2006/relationships/image" Target="../media/image480.png"/><Relationship Id="rId402" Type="http://schemas.openxmlformats.org/officeDocument/2006/relationships/image" Target="../media/image561.png"/><Relationship Id="rId279" Type="http://schemas.openxmlformats.org/officeDocument/2006/relationships/image" Target="../media/image501.png"/><Relationship Id="rId444" Type="http://schemas.openxmlformats.org/officeDocument/2006/relationships/image" Target="../media/image582.png"/><Relationship Id="rId43" Type="http://schemas.openxmlformats.org/officeDocument/2006/relationships/image" Target="../media/image384.png"/><Relationship Id="rId139" Type="http://schemas.openxmlformats.org/officeDocument/2006/relationships/image" Target="../media/image432.png"/><Relationship Id="rId290" Type="http://schemas.openxmlformats.org/officeDocument/2006/relationships/customXml" Target="../ink/ink509.xml"/><Relationship Id="rId304" Type="http://schemas.openxmlformats.org/officeDocument/2006/relationships/customXml" Target="../ink/ink516.xml"/><Relationship Id="rId346" Type="http://schemas.openxmlformats.org/officeDocument/2006/relationships/image" Target="../media/image533.png"/><Relationship Id="rId388" Type="http://schemas.openxmlformats.org/officeDocument/2006/relationships/image" Target="../media/image554.png"/><Relationship Id="rId85" Type="http://schemas.openxmlformats.org/officeDocument/2006/relationships/image" Target="../media/image405.png"/><Relationship Id="rId150" Type="http://schemas.openxmlformats.org/officeDocument/2006/relationships/customXml" Target="../ink/ink439.xml"/><Relationship Id="rId192" Type="http://schemas.openxmlformats.org/officeDocument/2006/relationships/customXml" Target="../ink/ink460.xml"/><Relationship Id="rId206" Type="http://schemas.openxmlformats.org/officeDocument/2006/relationships/customXml" Target="../ink/ink467.xml"/><Relationship Id="rId413" Type="http://schemas.openxmlformats.org/officeDocument/2006/relationships/customXml" Target="../ink/ink571.xml"/><Relationship Id="rId248" Type="http://schemas.openxmlformats.org/officeDocument/2006/relationships/customXml" Target="../ink/ink488.xml"/><Relationship Id="rId455" Type="http://schemas.openxmlformats.org/officeDocument/2006/relationships/customXml" Target="../ink/ink592.xml"/><Relationship Id="rId12" Type="http://schemas.openxmlformats.org/officeDocument/2006/relationships/customXml" Target="../ink/ink370.xml"/><Relationship Id="rId108" Type="http://schemas.openxmlformats.org/officeDocument/2006/relationships/customXml" Target="../ink/ink418.xml"/><Relationship Id="rId315" Type="http://schemas.openxmlformats.org/officeDocument/2006/relationships/customXml" Target="../ink/ink521.xml"/><Relationship Id="rId357" Type="http://schemas.openxmlformats.org/officeDocument/2006/relationships/customXml" Target="../ink/ink543.xml"/><Relationship Id="rId54" Type="http://schemas.openxmlformats.org/officeDocument/2006/relationships/customXml" Target="../ink/ink391.xml"/><Relationship Id="rId96" Type="http://schemas.openxmlformats.org/officeDocument/2006/relationships/customXml" Target="../ink/ink412.xml"/><Relationship Id="rId161" Type="http://schemas.openxmlformats.org/officeDocument/2006/relationships/image" Target="../media/image443.png"/><Relationship Id="rId217" Type="http://schemas.openxmlformats.org/officeDocument/2006/relationships/image" Target="../media/image471.png"/><Relationship Id="rId399" Type="http://schemas.openxmlformats.org/officeDocument/2006/relationships/customXml" Target="../ink/ink564.xml"/><Relationship Id="rId259" Type="http://schemas.openxmlformats.org/officeDocument/2006/relationships/image" Target="../media/image491.png"/><Relationship Id="rId424" Type="http://schemas.openxmlformats.org/officeDocument/2006/relationships/image" Target="../media/image572.png"/><Relationship Id="rId23" Type="http://schemas.openxmlformats.org/officeDocument/2006/relationships/image" Target="../media/image375.png"/><Relationship Id="rId119" Type="http://schemas.openxmlformats.org/officeDocument/2006/relationships/image" Target="../media/image422.png"/><Relationship Id="rId270" Type="http://schemas.openxmlformats.org/officeDocument/2006/relationships/customXml" Target="../ink/ink499.xml"/><Relationship Id="rId326" Type="http://schemas.openxmlformats.org/officeDocument/2006/relationships/customXml" Target="../ink/ink527.xml"/><Relationship Id="rId65" Type="http://schemas.openxmlformats.org/officeDocument/2006/relationships/image" Target="../media/image395.png"/><Relationship Id="rId130" Type="http://schemas.openxmlformats.org/officeDocument/2006/relationships/customXml" Target="../ink/ink429.xml"/><Relationship Id="rId368" Type="http://schemas.openxmlformats.org/officeDocument/2006/relationships/image" Target="../media/image544.png"/><Relationship Id="rId172" Type="http://schemas.openxmlformats.org/officeDocument/2006/relationships/customXml" Target="../ink/ink450.xml"/><Relationship Id="rId228" Type="http://schemas.openxmlformats.org/officeDocument/2006/relationships/customXml" Target="../ink/ink478.xml"/><Relationship Id="rId435" Type="http://schemas.openxmlformats.org/officeDocument/2006/relationships/customXml" Target="../ink/ink582.xml"/><Relationship Id="rId281" Type="http://schemas.openxmlformats.org/officeDocument/2006/relationships/image" Target="../media/image502.png"/><Relationship Id="rId337" Type="http://schemas.openxmlformats.org/officeDocument/2006/relationships/customXml" Target="../ink/ink533.xml"/><Relationship Id="rId34" Type="http://schemas.openxmlformats.org/officeDocument/2006/relationships/customXml" Target="../ink/ink381.xml"/><Relationship Id="rId76" Type="http://schemas.openxmlformats.org/officeDocument/2006/relationships/customXml" Target="../ink/ink402.xml"/><Relationship Id="rId141" Type="http://schemas.openxmlformats.org/officeDocument/2006/relationships/image" Target="../media/image433.png"/><Relationship Id="rId379" Type="http://schemas.openxmlformats.org/officeDocument/2006/relationships/customXml" Target="../ink/ink554.xml"/><Relationship Id="rId7" Type="http://schemas.openxmlformats.org/officeDocument/2006/relationships/image" Target="../media/image367.png"/><Relationship Id="rId183" Type="http://schemas.openxmlformats.org/officeDocument/2006/relationships/image" Target="../media/image454.png"/><Relationship Id="rId239" Type="http://schemas.openxmlformats.org/officeDocument/2006/relationships/image" Target="../media/image481.png"/><Relationship Id="rId390" Type="http://schemas.openxmlformats.org/officeDocument/2006/relationships/image" Target="../media/image555.png"/><Relationship Id="rId404" Type="http://schemas.openxmlformats.org/officeDocument/2006/relationships/image" Target="../media/image562.png"/><Relationship Id="rId446" Type="http://schemas.openxmlformats.org/officeDocument/2006/relationships/image" Target="../media/image583.png"/><Relationship Id="rId250" Type="http://schemas.openxmlformats.org/officeDocument/2006/relationships/customXml" Target="../ink/ink489.xml"/><Relationship Id="rId292" Type="http://schemas.openxmlformats.org/officeDocument/2006/relationships/customXml" Target="../ink/ink510.xml"/><Relationship Id="rId306" Type="http://schemas.openxmlformats.org/officeDocument/2006/relationships/image" Target="../media/image73.png"/><Relationship Id="rId45" Type="http://schemas.openxmlformats.org/officeDocument/2006/relationships/image" Target="../media/image385.png"/><Relationship Id="rId87" Type="http://schemas.openxmlformats.org/officeDocument/2006/relationships/image" Target="../media/image406.png"/><Relationship Id="rId110" Type="http://schemas.openxmlformats.org/officeDocument/2006/relationships/customXml" Target="../ink/ink419.xml"/><Relationship Id="rId348" Type="http://schemas.openxmlformats.org/officeDocument/2006/relationships/image" Target="../media/image534.png"/><Relationship Id="rId152" Type="http://schemas.openxmlformats.org/officeDocument/2006/relationships/customXml" Target="../ink/ink440.xml"/><Relationship Id="rId194" Type="http://schemas.openxmlformats.org/officeDocument/2006/relationships/customXml" Target="../ink/ink461.xml"/><Relationship Id="rId208" Type="http://schemas.openxmlformats.org/officeDocument/2006/relationships/customXml" Target="../ink/ink468.xml"/><Relationship Id="rId415" Type="http://schemas.openxmlformats.org/officeDocument/2006/relationships/customXml" Target="../ink/ink572.xml"/><Relationship Id="rId457" Type="http://schemas.openxmlformats.org/officeDocument/2006/relationships/customXml" Target="../ink/ink593.xml"/><Relationship Id="rId261" Type="http://schemas.openxmlformats.org/officeDocument/2006/relationships/image" Target="../media/image492.png"/><Relationship Id="rId14" Type="http://schemas.openxmlformats.org/officeDocument/2006/relationships/customXml" Target="../ink/ink371.xml"/><Relationship Id="rId56" Type="http://schemas.openxmlformats.org/officeDocument/2006/relationships/customXml" Target="../ink/ink392.xml"/><Relationship Id="rId317" Type="http://schemas.openxmlformats.org/officeDocument/2006/relationships/customXml" Target="../ink/ink522.xml"/><Relationship Id="rId359" Type="http://schemas.openxmlformats.org/officeDocument/2006/relationships/customXml" Target="../ink/ink544.xml"/><Relationship Id="rId98" Type="http://schemas.openxmlformats.org/officeDocument/2006/relationships/customXml" Target="../ink/ink413.xml"/><Relationship Id="rId121" Type="http://schemas.openxmlformats.org/officeDocument/2006/relationships/image" Target="../media/image423.png"/><Relationship Id="rId163" Type="http://schemas.openxmlformats.org/officeDocument/2006/relationships/image" Target="../media/image444.png"/><Relationship Id="rId219" Type="http://schemas.openxmlformats.org/officeDocument/2006/relationships/image" Target="../media/image472.png"/><Relationship Id="rId370" Type="http://schemas.openxmlformats.org/officeDocument/2006/relationships/image" Target="../media/image545.png"/><Relationship Id="rId426" Type="http://schemas.openxmlformats.org/officeDocument/2006/relationships/image" Target="../media/image573.png"/><Relationship Id="rId230" Type="http://schemas.openxmlformats.org/officeDocument/2006/relationships/customXml" Target="../ink/ink479.xml"/><Relationship Id="rId25" Type="http://schemas.openxmlformats.org/officeDocument/2006/relationships/image" Target="../media/image376.png"/><Relationship Id="rId67" Type="http://schemas.openxmlformats.org/officeDocument/2006/relationships/image" Target="../media/image396.png"/><Relationship Id="rId272" Type="http://schemas.openxmlformats.org/officeDocument/2006/relationships/customXml" Target="../ink/ink500.xml"/><Relationship Id="rId328" Type="http://schemas.openxmlformats.org/officeDocument/2006/relationships/customXml" Target="../ink/ink528.xml"/><Relationship Id="rId132" Type="http://schemas.openxmlformats.org/officeDocument/2006/relationships/customXml" Target="../ink/ink430.xml"/><Relationship Id="rId174" Type="http://schemas.openxmlformats.org/officeDocument/2006/relationships/customXml" Target="../ink/ink451.xml"/><Relationship Id="rId381" Type="http://schemas.openxmlformats.org/officeDocument/2006/relationships/customXml" Target="../ink/ink555.xml"/><Relationship Id="rId241" Type="http://schemas.openxmlformats.org/officeDocument/2006/relationships/image" Target="../media/image482.png"/><Relationship Id="rId437" Type="http://schemas.openxmlformats.org/officeDocument/2006/relationships/customXml" Target="../ink/ink583.xml"/><Relationship Id="rId36" Type="http://schemas.openxmlformats.org/officeDocument/2006/relationships/customXml" Target="../ink/ink382.xml"/><Relationship Id="rId283" Type="http://schemas.openxmlformats.org/officeDocument/2006/relationships/image" Target="../media/image503.png"/><Relationship Id="rId339" Type="http://schemas.openxmlformats.org/officeDocument/2006/relationships/customXml" Target="../ink/ink534.xml"/><Relationship Id="rId78" Type="http://schemas.openxmlformats.org/officeDocument/2006/relationships/customXml" Target="../ink/ink403.xml"/><Relationship Id="rId101" Type="http://schemas.openxmlformats.org/officeDocument/2006/relationships/image" Target="../media/image413.png"/><Relationship Id="rId143" Type="http://schemas.openxmlformats.org/officeDocument/2006/relationships/image" Target="../media/image434.png"/><Relationship Id="rId185" Type="http://schemas.openxmlformats.org/officeDocument/2006/relationships/image" Target="../media/image455.png"/><Relationship Id="rId350" Type="http://schemas.openxmlformats.org/officeDocument/2006/relationships/image" Target="../media/image535.png"/><Relationship Id="rId406" Type="http://schemas.openxmlformats.org/officeDocument/2006/relationships/image" Target="../media/image563.png"/><Relationship Id="rId9" Type="http://schemas.openxmlformats.org/officeDocument/2006/relationships/image" Target="../media/image368.png"/><Relationship Id="rId210" Type="http://schemas.openxmlformats.org/officeDocument/2006/relationships/customXml" Target="../ink/ink469.xml"/><Relationship Id="rId392" Type="http://schemas.openxmlformats.org/officeDocument/2006/relationships/image" Target="../media/image556.png"/><Relationship Id="rId448" Type="http://schemas.openxmlformats.org/officeDocument/2006/relationships/image" Target="../media/image584.png"/><Relationship Id="rId252" Type="http://schemas.openxmlformats.org/officeDocument/2006/relationships/customXml" Target="../ink/ink490.xml"/><Relationship Id="rId294" Type="http://schemas.openxmlformats.org/officeDocument/2006/relationships/customXml" Target="../ink/ink511.xml"/><Relationship Id="rId308" Type="http://schemas.openxmlformats.org/officeDocument/2006/relationships/image" Target="../media/image515.png"/><Relationship Id="rId47" Type="http://schemas.openxmlformats.org/officeDocument/2006/relationships/image" Target="../media/image386.png"/><Relationship Id="rId89" Type="http://schemas.openxmlformats.org/officeDocument/2006/relationships/image" Target="../media/image407.png"/><Relationship Id="rId112" Type="http://schemas.openxmlformats.org/officeDocument/2006/relationships/customXml" Target="../ink/ink420.xml"/><Relationship Id="rId154" Type="http://schemas.openxmlformats.org/officeDocument/2006/relationships/customXml" Target="../ink/ink441.xml"/><Relationship Id="rId361" Type="http://schemas.openxmlformats.org/officeDocument/2006/relationships/customXml" Target="../ink/ink545.xml"/><Relationship Id="rId196" Type="http://schemas.openxmlformats.org/officeDocument/2006/relationships/customXml" Target="../ink/ink462.xml"/><Relationship Id="rId417" Type="http://schemas.openxmlformats.org/officeDocument/2006/relationships/customXml" Target="../ink/ink573.xml"/><Relationship Id="rId16" Type="http://schemas.openxmlformats.org/officeDocument/2006/relationships/customXml" Target="../ink/ink372.xml"/><Relationship Id="rId221" Type="http://schemas.openxmlformats.org/officeDocument/2006/relationships/image" Target="../media/image473.png"/><Relationship Id="rId263" Type="http://schemas.openxmlformats.org/officeDocument/2006/relationships/image" Target="../media/image493.png"/><Relationship Id="rId319" Type="http://schemas.openxmlformats.org/officeDocument/2006/relationships/customXml" Target="../ink/ink523.xml"/><Relationship Id="rId58" Type="http://schemas.openxmlformats.org/officeDocument/2006/relationships/customXml" Target="../ink/ink393.xml"/><Relationship Id="rId123" Type="http://schemas.openxmlformats.org/officeDocument/2006/relationships/image" Target="../media/image424.png"/><Relationship Id="rId330" Type="http://schemas.openxmlformats.org/officeDocument/2006/relationships/customXml" Target="../ink/ink529.xml"/><Relationship Id="rId165" Type="http://schemas.openxmlformats.org/officeDocument/2006/relationships/image" Target="../media/image445.png"/><Relationship Id="rId372" Type="http://schemas.openxmlformats.org/officeDocument/2006/relationships/image" Target="../media/image546.png"/><Relationship Id="rId428" Type="http://schemas.openxmlformats.org/officeDocument/2006/relationships/image" Target="../media/image574.png"/><Relationship Id="rId232" Type="http://schemas.openxmlformats.org/officeDocument/2006/relationships/customXml" Target="../ink/ink480.xml"/><Relationship Id="rId274" Type="http://schemas.openxmlformats.org/officeDocument/2006/relationships/customXml" Target="../ink/ink501.xml"/><Relationship Id="rId27" Type="http://schemas.openxmlformats.org/officeDocument/2006/relationships/image" Target="../media/image377.png"/><Relationship Id="rId69" Type="http://schemas.openxmlformats.org/officeDocument/2006/relationships/image" Target="../media/image397.png"/><Relationship Id="rId134" Type="http://schemas.openxmlformats.org/officeDocument/2006/relationships/customXml" Target="../ink/ink431.xml"/><Relationship Id="rId80" Type="http://schemas.openxmlformats.org/officeDocument/2006/relationships/customXml" Target="../ink/ink404.xml"/><Relationship Id="rId176" Type="http://schemas.openxmlformats.org/officeDocument/2006/relationships/customXml" Target="../ink/ink452.xml"/><Relationship Id="rId341" Type="http://schemas.openxmlformats.org/officeDocument/2006/relationships/customXml" Target="../ink/ink535.xml"/><Relationship Id="rId383" Type="http://schemas.openxmlformats.org/officeDocument/2006/relationships/customXml" Target="../ink/ink556.xml"/><Relationship Id="rId439" Type="http://schemas.openxmlformats.org/officeDocument/2006/relationships/customXml" Target="../ink/ink584.xml"/><Relationship Id="rId201" Type="http://schemas.openxmlformats.org/officeDocument/2006/relationships/image" Target="../media/image463.png"/><Relationship Id="rId243" Type="http://schemas.openxmlformats.org/officeDocument/2006/relationships/image" Target="../media/image483.png"/><Relationship Id="rId285" Type="http://schemas.openxmlformats.org/officeDocument/2006/relationships/image" Target="../media/image504.png"/><Relationship Id="rId450" Type="http://schemas.openxmlformats.org/officeDocument/2006/relationships/image" Target="../media/image585.png"/><Relationship Id="rId38" Type="http://schemas.openxmlformats.org/officeDocument/2006/relationships/customXml" Target="../ink/ink383.xml"/><Relationship Id="rId103" Type="http://schemas.openxmlformats.org/officeDocument/2006/relationships/image" Target="../media/image414.png"/><Relationship Id="rId310" Type="http://schemas.openxmlformats.org/officeDocument/2006/relationships/image" Target="../media/image516.png"/><Relationship Id="rId91" Type="http://schemas.openxmlformats.org/officeDocument/2006/relationships/image" Target="../media/image408.png"/><Relationship Id="rId145" Type="http://schemas.openxmlformats.org/officeDocument/2006/relationships/image" Target="../media/image435.png"/><Relationship Id="rId187" Type="http://schemas.openxmlformats.org/officeDocument/2006/relationships/image" Target="../media/image456.png"/><Relationship Id="rId352" Type="http://schemas.openxmlformats.org/officeDocument/2006/relationships/image" Target="../media/image536.png"/><Relationship Id="rId394" Type="http://schemas.openxmlformats.org/officeDocument/2006/relationships/image" Target="../media/image557.png"/><Relationship Id="rId408" Type="http://schemas.openxmlformats.org/officeDocument/2006/relationships/image" Target="../media/image564.png"/><Relationship Id="rId212" Type="http://schemas.openxmlformats.org/officeDocument/2006/relationships/customXml" Target="../ink/ink470.xml"/><Relationship Id="rId254" Type="http://schemas.openxmlformats.org/officeDocument/2006/relationships/customXml" Target="../ink/ink491.xml"/><Relationship Id="rId49" Type="http://schemas.openxmlformats.org/officeDocument/2006/relationships/image" Target="../media/image387.png"/><Relationship Id="rId114" Type="http://schemas.openxmlformats.org/officeDocument/2006/relationships/customXml" Target="../ink/ink421.xml"/><Relationship Id="rId296" Type="http://schemas.openxmlformats.org/officeDocument/2006/relationships/customXml" Target="../ink/ink512.xml"/><Relationship Id="rId60" Type="http://schemas.openxmlformats.org/officeDocument/2006/relationships/customXml" Target="../ink/ink394.xml"/><Relationship Id="rId156" Type="http://schemas.openxmlformats.org/officeDocument/2006/relationships/customXml" Target="../ink/ink442.xml"/><Relationship Id="rId198" Type="http://schemas.openxmlformats.org/officeDocument/2006/relationships/customXml" Target="../ink/ink463.xml"/><Relationship Id="rId321" Type="http://schemas.openxmlformats.org/officeDocument/2006/relationships/customXml" Target="../ink/ink524.xml"/><Relationship Id="rId363" Type="http://schemas.openxmlformats.org/officeDocument/2006/relationships/customXml" Target="../ink/ink546.xml"/><Relationship Id="rId419" Type="http://schemas.openxmlformats.org/officeDocument/2006/relationships/customXml" Target="../ink/ink574.xml"/><Relationship Id="rId223" Type="http://schemas.openxmlformats.org/officeDocument/2006/relationships/image" Target="../media/image474.png"/><Relationship Id="rId430" Type="http://schemas.openxmlformats.org/officeDocument/2006/relationships/image" Target="../media/image575.png"/><Relationship Id="rId18" Type="http://schemas.openxmlformats.org/officeDocument/2006/relationships/customXml" Target="../ink/ink373.xml"/><Relationship Id="rId265" Type="http://schemas.openxmlformats.org/officeDocument/2006/relationships/image" Target="../media/image494.png"/><Relationship Id="rId125" Type="http://schemas.openxmlformats.org/officeDocument/2006/relationships/image" Target="../media/image425.png"/><Relationship Id="rId167" Type="http://schemas.openxmlformats.org/officeDocument/2006/relationships/image" Target="../media/image446.png"/><Relationship Id="rId332" Type="http://schemas.openxmlformats.org/officeDocument/2006/relationships/customXml" Target="../ink/ink530.xml"/><Relationship Id="rId374" Type="http://schemas.openxmlformats.org/officeDocument/2006/relationships/image" Target="../media/image547.png"/><Relationship Id="rId71" Type="http://schemas.openxmlformats.org/officeDocument/2006/relationships/image" Target="../media/image398.png"/><Relationship Id="rId234" Type="http://schemas.openxmlformats.org/officeDocument/2006/relationships/customXml" Target="../ink/ink481.xml"/><Relationship Id="rId2" Type="http://schemas.openxmlformats.org/officeDocument/2006/relationships/customXml" Target="../ink/ink365.xml"/><Relationship Id="rId29" Type="http://schemas.openxmlformats.org/officeDocument/2006/relationships/image" Target="../media/image378.png"/><Relationship Id="rId255" Type="http://schemas.openxmlformats.org/officeDocument/2006/relationships/image" Target="../media/image489.png"/><Relationship Id="rId276" Type="http://schemas.openxmlformats.org/officeDocument/2006/relationships/customXml" Target="../ink/ink502.xml"/><Relationship Id="rId297" Type="http://schemas.openxmlformats.org/officeDocument/2006/relationships/image" Target="../media/image510.png"/><Relationship Id="rId441" Type="http://schemas.openxmlformats.org/officeDocument/2006/relationships/customXml" Target="../ink/ink585.xml"/><Relationship Id="rId40" Type="http://schemas.openxmlformats.org/officeDocument/2006/relationships/customXml" Target="../ink/ink384.xml"/><Relationship Id="rId115" Type="http://schemas.openxmlformats.org/officeDocument/2006/relationships/image" Target="../media/image420.png"/><Relationship Id="rId136" Type="http://schemas.openxmlformats.org/officeDocument/2006/relationships/customXml" Target="../ink/ink432.xml"/><Relationship Id="rId157" Type="http://schemas.openxmlformats.org/officeDocument/2006/relationships/image" Target="../media/image441.png"/><Relationship Id="rId178" Type="http://schemas.openxmlformats.org/officeDocument/2006/relationships/customXml" Target="../ink/ink453.xml"/><Relationship Id="rId301" Type="http://schemas.openxmlformats.org/officeDocument/2006/relationships/image" Target="../media/image512.png"/><Relationship Id="rId322" Type="http://schemas.openxmlformats.org/officeDocument/2006/relationships/image" Target="../media/image522.png"/><Relationship Id="rId343" Type="http://schemas.openxmlformats.org/officeDocument/2006/relationships/customXml" Target="../ink/ink536.xml"/><Relationship Id="rId364" Type="http://schemas.openxmlformats.org/officeDocument/2006/relationships/image" Target="../media/image542.png"/><Relationship Id="rId61" Type="http://schemas.openxmlformats.org/officeDocument/2006/relationships/image" Target="../media/image393.png"/><Relationship Id="rId82" Type="http://schemas.openxmlformats.org/officeDocument/2006/relationships/customXml" Target="../ink/ink405.xml"/><Relationship Id="rId199" Type="http://schemas.openxmlformats.org/officeDocument/2006/relationships/image" Target="../media/image462.png"/><Relationship Id="rId203" Type="http://schemas.openxmlformats.org/officeDocument/2006/relationships/image" Target="../media/image464.png"/><Relationship Id="rId385" Type="http://schemas.openxmlformats.org/officeDocument/2006/relationships/customXml" Target="../ink/ink557.xml"/><Relationship Id="rId19" Type="http://schemas.openxmlformats.org/officeDocument/2006/relationships/image" Target="../media/image373.png"/><Relationship Id="rId224" Type="http://schemas.openxmlformats.org/officeDocument/2006/relationships/customXml" Target="../ink/ink476.xml"/><Relationship Id="rId245" Type="http://schemas.openxmlformats.org/officeDocument/2006/relationships/image" Target="../media/image484.png"/><Relationship Id="rId266" Type="http://schemas.openxmlformats.org/officeDocument/2006/relationships/customXml" Target="../ink/ink497.xml"/><Relationship Id="rId287" Type="http://schemas.openxmlformats.org/officeDocument/2006/relationships/image" Target="../media/image505.png"/><Relationship Id="rId410" Type="http://schemas.openxmlformats.org/officeDocument/2006/relationships/image" Target="../media/image565.png"/><Relationship Id="rId431" Type="http://schemas.openxmlformats.org/officeDocument/2006/relationships/customXml" Target="../ink/ink580.xml"/><Relationship Id="rId452" Type="http://schemas.openxmlformats.org/officeDocument/2006/relationships/image" Target="../media/image586.png"/><Relationship Id="rId30" Type="http://schemas.openxmlformats.org/officeDocument/2006/relationships/customXml" Target="../ink/ink379.xml"/><Relationship Id="rId105" Type="http://schemas.openxmlformats.org/officeDocument/2006/relationships/image" Target="../media/image415.png"/><Relationship Id="rId126" Type="http://schemas.openxmlformats.org/officeDocument/2006/relationships/customXml" Target="../ink/ink427.xml"/><Relationship Id="rId147" Type="http://schemas.openxmlformats.org/officeDocument/2006/relationships/image" Target="../media/image436.png"/><Relationship Id="rId168" Type="http://schemas.openxmlformats.org/officeDocument/2006/relationships/customXml" Target="../ink/ink448.xml"/><Relationship Id="rId312" Type="http://schemas.openxmlformats.org/officeDocument/2006/relationships/image" Target="../media/image517.png"/><Relationship Id="rId333" Type="http://schemas.openxmlformats.org/officeDocument/2006/relationships/image" Target="../media/image527.png"/><Relationship Id="rId354" Type="http://schemas.openxmlformats.org/officeDocument/2006/relationships/image" Target="../media/image537.png"/><Relationship Id="rId51" Type="http://schemas.openxmlformats.org/officeDocument/2006/relationships/image" Target="../media/image388.png"/><Relationship Id="rId72" Type="http://schemas.openxmlformats.org/officeDocument/2006/relationships/customXml" Target="../ink/ink400.xml"/><Relationship Id="rId93" Type="http://schemas.openxmlformats.org/officeDocument/2006/relationships/image" Target="../media/image409.png"/><Relationship Id="rId189" Type="http://schemas.openxmlformats.org/officeDocument/2006/relationships/image" Target="../media/image457.png"/><Relationship Id="rId375" Type="http://schemas.openxmlformats.org/officeDocument/2006/relationships/customXml" Target="../ink/ink552.xml"/><Relationship Id="rId396" Type="http://schemas.openxmlformats.org/officeDocument/2006/relationships/image" Target="../media/image558.png"/><Relationship Id="rId3" Type="http://schemas.openxmlformats.org/officeDocument/2006/relationships/image" Target="../media/image365.png"/><Relationship Id="rId214" Type="http://schemas.openxmlformats.org/officeDocument/2006/relationships/customXml" Target="../ink/ink471.xml"/><Relationship Id="rId235" Type="http://schemas.openxmlformats.org/officeDocument/2006/relationships/image" Target="../media/image479.png"/><Relationship Id="rId256" Type="http://schemas.openxmlformats.org/officeDocument/2006/relationships/customXml" Target="../ink/ink492.xml"/><Relationship Id="rId277" Type="http://schemas.openxmlformats.org/officeDocument/2006/relationships/image" Target="../media/image500.png"/><Relationship Id="rId298" Type="http://schemas.openxmlformats.org/officeDocument/2006/relationships/customXml" Target="../ink/ink513.xml"/><Relationship Id="rId400" Type="http://schemas.openxmlformats.org/officeDocument/2006/relationships/image" Target="../media/image560.png"/><Relationship Id="rId421" Type="http://schemas.openxmlformats.org/officeDocument/2006/relationships/customXml" Target="../ink/ink575.xml"/><Relationship Id="rId442" Type="http://schemas.openxmlformats.org/officeDocument/2006/relationships/image" Target="../media/image581.png"/><Relationship Id="rId116" Type="http://schemas.openxmlformats.org/officeDocument/2006/relationships/customXml" Target="../ink/ink422.xml"/><Relationship Id="rId137" Type="http://schemas.openxmlformats.org/officeDocument/2006/relationships/image" Target="../media/image431.png"/><Relationship Id="rId158" Type="http://schemas.openxmlformats.org/officeDocument/2006/relationships/customXml" Target="../ink/ink443.xml"/><Relationship Id="rId302" Type="http://schemas.openxmlformats.org/officeDocument/2006/relationships/customXml" Target="../ink/ink515.xml"/><Relationship Id="rId323" Type="http://schemas.openxmlformats.org/officeDocument/2006/relationships/customXml" Target="../ink/ink525.xml"/><Relationship Id="rId344" Type="http://schemas.openxmlformats.org/officeDocument/2006/relationships/image" Target="../media/image532.png"/><Relationship Id="rId20" Type="http://schemas.openxmlformats.org/officeDocument/2006/relationships/customXml" Target="../ink/ink374.xml"/><Relationship Id="rId41" Type="http://schemas.openxmlformats.org/officeDocument/2006/relationships/image" Target="../media/image383.png"/><Relationship Id="rId62" Type="http://schemas.openxmlformats.org/officeDocument/2006/relationships/customXml" Target="../ink/ink395.xml"/><Relationship Id="rId83" Type="http://schemas.openxmlformats.org/officeDocument/2006/relationships/image" Target="../media/image404.png"/><Relationship Id="rId179" Type="http://schemas.openxmlformats.org/officeDocument/2006/relationships/image" Target="../media/image452.png"/><Relationship Id="rId365" Type="http://schemas.openxmlformats.org/officeDocument/2006/relationships/customXml" Target="../ink/ink547.xml"/><Relationship Id="rId386" Type="http://schemas.openxmlformats.org/officeDocument/2006/relationships/image" Target="../media/image553.png"/><Relationship Id="rId190" Type="http://schemas.openxmlformats.org/officeDocument/2006/relationships/customXml" Target="../ink/ink459.xml"/><Relationship Id="rId204" Type="http://schemas.openxmlformats.org/officeDocument/2006/relationships/customXml" Target="../ink/ink466.xml"/><Relationship Id="rId225" Type="http://schemas.openxmlformats.org/officeDocument/2006/relationships/image" Target="../media/image475.png"/><Relationship Id="rId246" Type="http://schemas.openxmlformats.org/officeDocument/2006/relationships/customXml" Target="../ink/ink487.xml"/><Relationship Id="rId267" Type="http://schemas.openxmlformats.org/officeDocument/2006/relationships/image" Target="../media/image495.png"/><Relationship Id="rId288" Type="http://schemas.openxmlformats.org/officeDocument/2006/relationships/customXml" Target="../ink/ink508.xml"/><Relationship Id="rId411" Type="http://schemas.openxmlformats.org/officeDocument/2006/relationships/customXml" Target="../ink/ink570.xml"/><Relationship Id="rId432" Type="http://schemas.openxmlformats.org/officeDocument/2006/relationships/image" Target="../media/image576.png"/><Relationship Id="rId453" Type="http://schemas.openxmlformats.org/officeDocument/2006/relationships/customXml" Target="../ink/ink591.xml"/><Relationship Id="rId106" Type="http://schemas.openxmlformats.org/officeDocument/2006/relationships/customXml" Target="../ink/ink417.xml"/><Relationship Id="rId127" Type="http://schemas.openxmlformats.org/officeDocument/2006/relationships/image" Target="../media/image426.png"/><Relationship Id="rId313" Type="http://schemas.openxmlformats.org/officeDocument/2006/relationships/customXml" Target="../ink/ink520.xml"/><Relationship Id="rId10" Type="http://schemas.openxmlformats.org/officeDocument/2006/relationships/customXml" Target="../ink/ink369.xml"/><Relationship Id="rId31" Type="http://schemas.openxmlformats.org/officeDocument/2006/relationships/image" Target="../media/image379.png"/><Relationship Id="rId52" Type="http://schemas.openxmlformats.org/officeDocument/2006/relationships/customXml" Target="../ink/ink390.xml"/><Relationship Id="rId73" Type="http://schemas.openxmlformats.org/officeDocument/2006/relationships/image" Target="../media/image399.png"/><Relationship Id="rId94" Type="http://schemas.openxmlformats.org/officeDocument/2006/relationships/customXml" Target="../ink/ink411.xml"/><Relationship Id="rId148" Type="http://schemas.openxmlformats.org/officeDocument/2006/relationships/customXml" Target="../ink/ink438.xml"/><Relationship Id="rId169" Type="http://schemas.openxmlformats.org/officeDocument/2006/relationships/image" Target="../media/image447.png"/><Relationship Id="rId334" Type="http://schemas.openxmlformats.org/officeDocument/2006/relationships/customXml" Target="../ink/ink531.xml"/><Relationship Id="rId355" Type="http://schemas.openxmlformats.org/officeDocument/2006/relationships/customXml" Target="../ink/ink542.xml"/><Relationship Id="rId376" Type="http://schemas.openxmlformats.org/officeDocument/2006/relationships/image" Target="../media/image548.png"/><Relationship Id="rId397" Type="http://schemas.openxmlformats.org/officeDocument/2006/relationships/customXml" Target="../ink/ink563.xml"/><Relationship Id="rId4" Type="http://schemas.openxmlformats.org/officeDocument/2006/relationships/customXml" Target="../ink/ink366.xml"/><Relationship Id="rId180" Type="http://schemas.openxmlformats.org/officeDocument/2006/relationships/customXml" Target="../ink/ink454.xml"/><Relationship Id="rId215" Type="http://schemas.openxmlformats.org/officeDocument/2006/relationships/image" Target="../media/image470.png"/><Relationship Id="rId236" Type="http://schemas.openxmlformats.org/officeDocument/2006/relationships/customXml" Target="../ink/ink482.xml"/><Relationship Id="rId257" Type="http://schemas.openxmlformats.org/officeDocument/2006/relationships/image" Target="../media/image490.png"/><Relationship Id="rId278" Type="http://schemas.openxmlformats.org/officeDocument/2006/relationships/customXml" Target="../ink/ink503.xml"/><Relationship Id="rId401" Type="http://schemas.openxmlformats.org/officeDocument/2006/relationships/customXml" Target="../ink/ink565.xml"/><Relationship Id="rId422" Type="http://schemas.openxmlformats.org/officeDocument/2006/relationships/image" Target="../media/image571.png"/><Relationship Id="rId443" Type="http://schemas.openxmlformats.org/officeDocument/2006/relationships/customXml" Target="../ink/ink586.xml"/><Relationship Id="rId303" Type="http://schemas.openxmlformats.org/officeDocument/2006/relationships/image" Target="../media/image513.png"/><Relationship Id="rId42" Type="http://schemas.openxmlformats.org/officeDocument/2006/relationships/customXml" Target="../ink/ink385.xml"/><Relationship Id="rId84" Type="http://schemas.openxmlformats.org/officeDocument/2006/relationships/customXml" Target="../ink/ink406.xml"/><Relationship Id="rId138" Type="http://schemas.openxmlformats.org/officeDocument/2006/relationships/customXml" Target="../ink/ink433.xml"/><Relationship Id="rId345" Type="http://schemas.openxmlformats.org/officeDocument/2006/relationships/customXml" Target="../ink/ink537.xml"/><Relationship Id="rId387" Type="http://schemas.openxmlformats.org/officeDocument/2006/relationships/customXml" Target="../ink/ink558.xml"/><Relationship Id="rId191" Type="http://schemas.openxmlformats.org/officeDocument/2006/relationships/image" Target="../media/image458.png"/><Relationship Id="rId205" Type="http://schemas.openxmlformats.org/officeDocument/2006/relationships/image" Target="../media/image465.png"/><Relationship Id="rId247" Type="http://schemas.openxmlformats.org/officeDocument/2006/relationships/image" Target="../media/image485.png"/><Relationship Id="rId412" Type="http://schemas.openxmlformats.org/officeDocument/2006/relationships/image" Target="../media/image566.png"/><Relationship Id="rId107" Type="http://schemas.openxmlformats.org/officeDocument/2006/relationships/image" Target="../media/image416.png"/><Relationship Id="rId289" Type="http://schemas.openxmlformats.org/officeDocument/2006/relationships/image" Target="../media/image506.png"/><Relationship Id="rId454" Type="http://schemas.openxmlformats.org/officeDocument/2006/relationships/image" Target="../media/image587.png"/><Relationship Id="rId11" Type="http://schemas.openxmlformats.org/officeDocument/2006/relationships/image" Target="../media/image369.png"/><Relationship Id="rId53" Type="http://schemas.openxmlformats.org/officeDocument/2006/relationships/image" Target="../media/image389.png"/><Relationship Id="rId149" Type="http://schemas.openxmlformats.org/officeDocument/2006/relationships/image" Target="../media/image437.png"/><Relationship Id="rId314" Type="http://schemas.openxmlformats.org/officeDocument/2006/relationships/image" Target="../media/image518.png"/><Relationship Id="rId356" Type="http://schemas.openxmlformats.org/officeDocument/2006/relationships/image" Target="../media/image538.png"/><Relationship Id="rId398" Type="http://schemas.openxmlformats.org/officeDocument/2006/relationships/image" Target="../media/image559.png"/><Relationship Id="rId95" Type="http://schemas.openxmlformats.org/officeDocument/2006/relationships/image" Target="../media/image410.png"/><Relationship Id="rId160" Type="http://schemas.openxmlformats.org/officeDocument/2006/relationships/customXml" Target="../ink/ink444.xml"/><Relationship Id="rId216" Type="http://schemas.openxmlformats.org/officeDocument/2006/relationships/customXml" Target="../ink/ink472.xml"/><Relationship Id="rId423" Type="http://schemas.openxmlformats.org/officeDocument/2006/relationships/customXml" Target="../ink/ink576.xml"/><Relationship Id="rId258" Type="http://schemas.openxmlformats.org/officeDocument/2006/relationships/customXml" Target="../ink/ink493.xml"/><Relationship Id="rId22" Type="http://schemas.openxmlformats.org/officeDocument/2006/relationships/customXml" Target="../ink/ink375.xml"/><Relationship Id="rId64" Type="http://schemas.openxmlformats.org/officeDocument/2006/relationships/customXml" Target="../ink/ink396.xml"/><Relationship Id="rId118" Type="http://schemas.openxmlformats.org/officeDocument/2006/relationships/customXml" Target="../ink/ink423.xml"/><Relationship Id="rId325" Type="http://schemas.openxmlformats.org/officeDocument/2006/relationships/image" Target="../media/image523.png"/><Relationship Id="rId367" Type="http://schemas.openxmlformats.org/officeDocument/2006/relationships/customXml" Target="../ink/ink548.xml"/><Relationship Id="rId171" Type="http://schemas.openxmlformats.org/officeDocument/2006/relationships/image" Target="../media/image448.png"/><Relationship Id="rId227" Type="http://schemas.openxmlformats.org/officeDocument/2006/relationships/image" Target="../media/image133.png"/><Relationship Id="rId269" Type="http://schemas.openxmlformats.org/officeDocument/2006/relationships/image" Target="../media/image496.png"/><Relationship Id="rId434" Type="http://schemas.openxmlformats.org/officeDocument/2006/relationships/image" Target="../media/image577.png"/><Relationship Id="rId33" Type="http://schemas.openxmlformats.org/officeDocument/2006/relationships/image" Target="../media/image380.png"/><Relationship Id="rId129" Type="http://schemas.openxmlformats.org/officeDocument/2006/relationships/image" Target="../media/image427.png"/><Relationship Id="rId280" Type="http://schemas.openxmlformats.org/officeDocument/2006/relationships/customXml" Target="../ink/ink504.xml"/><Relationship Id="rId336" Type="http://schemas.openxmlformats.org/officeDocument/2006/relationships/image" Target="../media/image528.png"/><Relationship Id="rId75" Type="http://schemas.openxmlformats.org/officeDocument/2006/relationships/image" Target="../media/image400.png"/><Relationship Id="rId140" Type="http://schemas.openxmlformats.org/officeDocument/2006/relationships/customXml" Target="../ink/ink434.xml"/><Relationship Id="rId182" Type="http://schemas.openxmlformats.org/officeDocument/2006/relationships/customXml" Target="../ink/ink455.xml"/><Relationship Id="rId378" Type="http://schemas.openxmlformats.org/officeDocument/2006/relationships/image" Target="../media/image549.png"/><Relationship Id="rId403" Type="http://schemas.openxmlformats.org/officeDocument/2006/relationships/customXml" Target="../ink/ink566.xml"/><Relationship Id="rId6" Type="http://schemas.openxmlformats.org/officeDocument/2006/relationships/customXml" Target="../ink/ink367.xml"/><Relationship Id="rId238" Type="http://schemas.openxmlformats.org/officeDocument/2006/relationships/customXml" Target="../ink/ink483.xml"/><Relationship Id="rId445" Type="http://schemas.openxmlformats.org/officeDocument/2006/relationships/customXml" Target="../ink/ink587.xml"/><Relationship Id="rId291" Type="http://schemas.openxmlformats.org/officeDocument/2006/relationships/image" Target="../media/image507.png"/><Relationship Id="rId305" Type="http://schemas.openxmlformats.org/officeDocument/2006/relationships/image" Target="../media/image514.png"/><Relationship Id="rId347" Type="http://schemas.openxmlformats.org/officeDocument/2006/relationships/customXml" Target="../ink/ink538.xml"/><Relationship Id="rId44" Type="http://schemas.openxmlformats.org/officeDocument/2006/relationships/customXml" Target="../ink/ink386.xml"/><Relationship Id="rId86" Type="http://schemas.openxmlformats.org/officeDocument/2006/relationships/customXml" Target="../ink/ink407.xml"/><Relationship Id="rId151" Type="http://schemas.openxmlformats.org/officeDocument/2006/relationships/image" Target="../media/image438.png"/><Relationship Id="rId389" Type="http://schemas.openxmlformats.org/officeDocument/2006/relationships/customXml" Target="../ink/ink559.xml"/><Relationship Id="rId193" Type="http://schemas.openxmlformats.org/officeDocument/2006/relationships/image" Target="../media/image459.png"/><Relationship Id="rId207" Type="http://schemas.openxmlformats.org/officeDocument/2006/relationships/image" Target="../media/image466.png"/><Relationship Id="rId249" Type="http://schemas.openxmlformats.org/officeDocument/2006/relationships/image" Target="../media/image486.png"/><Relationship Id="rId414" Type="http://schemas.openxmlformats.org/officeDocument/2006/relationships/image" Target="../media/image567.png"/><Relationship Id="rId456" Type="http://schemas.openxmlformats.org/officeDocument/2006/relationships/image" Target="../media/image588.png"/><Relationship Id="rId13" Type="http://schemas.openxmlformats.org/officeDocument/2006/relationships/image" Target="../media/image370.png"/><Relationship Id="rId109" Type="http://schemas.openxmlformats.org/officeDocument/2006/relationships/image" Target="../media/image417.png"/><Relationship Id="rId260" Type="http://schemas.openxmlformats.org/officeDocument/2006/relationships/customXml" Target="../ink/ink494.xml"/><Relationship Id="rId316" Type="http://schemas.openxmlformats.org/officeDocument/2006/relationships/image" Target="../media/image519.png"/><Relationship Id="rId55" Type="http://schemas.openxmlformats.org/officeDocument/2006/relationships/image" Target="../media/image390.png"/><Relationship Id="rId97" Type="http://schemas.openxmlformats.org/officeDocument/2006/relationships/image" Target="../media/image411.png"/><Relationship Id="rId120" Type="http://schemas.openxmlformats.org/officeDocument/2006/relationships/customXml" Target="../ink/ink424.xml"/><Relationship Id="rId358" Type="http://schemas.openxmlformats.org/officeDocument/2006/relationships/image" Target="../media/image539.png"/><Relationship Id="rId162" Type="http://schemas.openxmlformats.org/officeDocument/2006/relationships/customXml" Target="../ink/ink445.xml"/><Relationship Id="rId218" Type="http://schemas.openxmlformats.org/officeDocument/2006/relationships/customXml" Target="../ink/ink473.xml"/><Relationship Id="rId425" Type="http://schemas.openxmlformats.org/officeDocument/2006/relationships/customXml" Target="../ink/ink577.xml"/><Relationship Id="rId271" Type="http://schemas.openxmlformats.org/officeDocument/2006/relationships/image" Target="../media/image497.png"/><Relationship Id="rId24" Type="http://schemas.openxmlformats.org/officeDocument/2006/relationships/customXml" Target="../ink/ink376.xml"/><Relationship Id="rId66" Type="http://schemas.openxmlformats.org/officeDocument/2006/relationships/customXml" Target="../ink/ink397.xml"/><Relationship Id="rId131" Type="http://schemas.openxmlformats.org/officeDocument/2006/relationships/image" Target="../media/image428.png"/><Relationship Id="rId327" Type="http://schemas.openxmlformats.org/officeDocument/2006/relationships/image" Target="../media/image524.png"/><Relationship Id="rId369" Type="http://schemas.openxmlformats.org/officeDocument/2006/relationships/customXml" Target="../ink/ink549.xml"/><Relationship Id="rId173" Type="http://schemas.openxmlformats.org/officeDocument/2006/relationships/image" Target="../media/image449.png"/><Relationship Id="rId229" Type="http://schemas.openxmlformats.org/officeDocument/2006/relationships/image" Target="../media/image476.png"/><Relationship Id="rId380" Type="http://schemas.openxmlformats.org/officeDocument/2006/relationships/image" Target="../media/image550.png"/><Relationship Id="rId436" Type="http://schemas.openxmlformats.org/officeDocument/2006/relationships/image" Target="../media/image578.png"/><Relationship Id="rId240" Type="http://schemas.openxmlformats.org/officeDocument/2006/relationships/customXml" Target="../ink/ink484.xml"/><Relationship Id="rId35" Type="http://schemas.openxmlformats.org/officeDocument/2006/relationships/image" Target="../media/image381.png"/><Relationship Id="rId77" Type="http://schemas.openxmlformats.org/officeDocument/2006/relationships/image" Target="../media/image401.png"/><Relationship Id="rId100" Type="http://schemas.openxmlformats.org/officeDocument/2006/relationships/customXml" Target="../ink/ink414.xml"/><Relationship Id="rId282" Type="http://schemas.openxmlformats.org/officeDocument/2006/relationships/customXml" Target="../ink/ink505.xml"/><Relationship Id="rId338" Type="http://schemas.openxmlformats.org/officeDocument/2006/relationships/image" Target="../media/image529.png"/><Relationship Id="rId8" Type="http://schemas.openxmlformats.org/officeDocument/2006/relationships/customXml" Target="../ink/ink368.xml"/><Relationship Id="rId142" Type="http://schemas.openxmlformats.org/officeDocument/2006/relationships/customXml" Target="../ink/ink435.xml"/><Relationship Id="rId184" Type="http://schemas.openxmlformats.org/officeDocument/2006/relationships/customXml" Target="../ink/ink456.xml"/><Relationship Id="rId391" Type="http://schemas.openxmlformats.org/officeDocument/2006/relationships/customXml" Target="../ink/ink560.xml"/><Relationship Id="rId405" Type="http://schemas.openxmlformats.org/officeDocument/2006/relationships/customXml" Target="../ink/ink567.xml"/><Relationship Id="rId447" Type="http://schemas.openxmlformats.org/officeDocument/2006/relationships/customXml" Target="../ink/ink588.xml"/><Relationship Id="rId251" Type="http://schemas.openxmlformats.org/officeDocument/2006/relationships/image" Target="../media/image487.png"/><Relationship Id="rId46" Type="http://schemas.openxmlformats.org/officeDocument/2006/relationships/customXml" Target="../ink/ink387.xml"/><Relationship Id="rId293" Type="http://schemas.openxmlformats.org/officeDocument/2006/relationships/image" Target="../media/image508.png"/><Relationship Id="rId307" Type="http://schemas.openxmlformats.org/officeDocument/2006/relationships/customXml" Target="../ink/ink517.xml"/><Relationship Id="rId349" Type="http://schemas.openxmlformats.org/officeDocument/2006/relationships/customXml" Target="../ink/ink539.xml"/><Relationship Id="rId88" Type="http://schemas.openxmlformats.org/officeDocument/2006/relationships/customXml" Target="../ink/ink408.xml"/><Relationship Id="rId111" Type="http://schemas.openxmlformats.org/officeDocument/2006/relationships/image" Target="../media/image418.png"/><Relationship Id="rId153" Type="http://schemas.openxmlformats.org/officeDocument/2006/relationships/image" Target="../media/image439.png"/><Relationship Id="rId195" Type="http://schemas.openxmlformats.org/officeDocument/2006/relationships/image" Target="../media/image460.png"/><Relationship Id="rId209" Type="http://schemas.openxmlformats.org/officeDocument/2006/relationships/image" Target="../media/image467.png"/><Relationship Id="rId360" Type="http://schemas.openxmlformats.org/officeDocument/2006/relationships/image" Target="../media/image540.png"/><Relationship Id="rId416" Type="http://schemas.openxmlformats.org/officeDocument/2006/relationships/image" Target="../media/image568.png"/><Relationship Id="rId220" Type="http://schemas.openxmlformats.org/officeDocument/2006/relationships/customXml" Target="../ink/ink474.xml"/><Relationship Id="rId458" Type="http://schemas.openxmlformats.org/officeDocument/2006/relationships/image" Target="../media/image589.png"/><Relationship Id="rId15" Type="http://schemas.openxmlformats.org/officeDocument/2006/relationships/image" Target="../media/image371.png"/><Relationship Id="rId57" Type="http://schemas.openxmlformats.org/officeDocument/2006/relationships/image" Target="../media/image391.png"/><Relationship Id="rId262" Type="http://schemas.openxmlformats.org/officeDocument/2006/relationships/customXml" Target="../ink/ink495.xml"/><Relationship Id="rId318" Type="http://schemas.openxmlformats.org/officeDocument/2006/relationships/image" Target="../media/image520.png"/><Relationship Id="rId99" Type="http://schemas.openxmlformats.org/officeDocument/2006/relationships/image" Target="../media/image412.png"/><Relationship Id="rId122" Type="http://schemas.openxmlformats.org/officeDocument/2006/relationships/customXml" Target="../ink/ink425.xml"/><Relationship Id="rId164" Type="http://schemas.openxmlformats.org/officeDocument/2006/relationships/customXml" Target="../ink/ink446.xml"/><Relationship Id="rId371" Type="http://schemas.openxmlformats.org/officeDocument/2006/relationships/customXml" Target="../ink/ink550.xml"/><Relationship Id="rId427" Type="http://schemas.openxmlformats.org/officeDocument/2006/relationships/customXml" Target="../ink/ink578.xml"/><Relationship Id="rId26" Type="http://schemas.openxmlformats.org/officeDocument/2006/relationships/customXml" Target="../ink/ink377.xml"/><Relationship Id="rId231" Type="http://schemas.openxmlformats.org/officeDocument/2006/relationships/image" Target="../media/image477.png"/><Relationship Id="rId273" Type="http://schemas.openxmlformats.org/officeDocument/2006/relationships/image" Target="../media/image498.png"/><Relationship Id="rId329" Type="http://schemas.openxmlformats.org/officeDocument/2006/relationships/image" Target="../media/image525.png"/><Relationship Id="rId68" Type="http://schemas.openxmlformats.org/officeDocument/2006/relationships/customXml" Target="../ink/ink398.xml"/><Relationship Id="rId133" Type="http://schemas.openxmlformats.org/officeDocument/2006/relationships/image" Target="../media/image429.png"/><Relationship Id="rId175" Type="http://schemas.openxmlformats.org/officeDocument/2006/relationships/image" Target="../media/image450.png"/><Relationship Id="rId340" Type="http://schemas.openxmlformats.org/officeDocument/2006/relationships/image" Target="../media/image530.png"/><Relationship Id="rId200" Type="http://schemas.openxmlformats.org/officeDocument/2006/relationships/customXml" Target="../ink/ink464.xml"/><Relationship Id="rId382" Type="http://schemas.openxmlformats.org/officeDocument/2006/relationships/image" Target="../media/image551.png"/><Relationship Id="rId438" Type="http://schemas.openxmlformats.org/officeDocument/2006/relationships/image" Target="../media/image579.png"/><Relationship Id="rId242" Type="http://schemas.openxmlformats.org/officeDocument/2006/relationships/customXml" Target="../ink/ink485.xml"/><Relationship Id="rId284" Type="http://schemas.openxmlformats.org/officeDocument/2006/relationships/customXml" Target="../ink/ink506.xml"/><Relationship Id="rId37" Type="http://schemas.openxmlformats.org/officeDocument/2006/relationships/image" Target="../media/image382.png"/><Relationship Id="rId79" Type="http://schemas.openxmlformats.org/officeDocument/2006/relationships/image" Target="../media/image402.png"/><Relationship Id="rId102" Type="http://schemas.openxmlformats.org/officeDocument/2006/relationships/customXml" Target="../ink/ink415.xml"/><Relationship Id="rId144" Type="http://schemas.openxmlformats.org/officeDocument/2006/relationships/customXml" Target="../ink/ink436.xml"/><Relationship Id="rId90" Type="http://schemas.openxmlformats.org/officeDocument/2006/relationships/customXml" Target="../ink/ink409.xml"/><Relationship Id="rId186" Type="http://schemas.openxmlformats.org/officeDocument/2006/relationships/customXml" Target="../ink/ink457.xml"/><Relationship Id="rId351" Type="http://schemas.openxmlformats.org/officeDocument/2006/relationships/customXml" Target="../ink/ink540.xml"/><Relationship Id="rId393" Type="http://schemas.openxmlformats.org/officeDocument/2006/relationships/customXml" Target="../ink/ink561.xml"/><Relationship Id="rId407" Type="http://schemas.openxmlformats.org/officeDocument/2006/relationships/customXml" Target="../ink/ink568.xml"/><Relationship Id="rId449" Type="http://schemas.openxmlformats.org/officeDocument/2006/relationships/customXml" Target="../ink/ink589.xml"/><Relationship Id="rId211" Type="http://schemas.openxmlformats.org/officeDocument/2006/relationships/image" Target="../media/image468.png"/><Relationship Id="rId253" Type="http://schemas.openxmlformats.org/officeDocument/2006/relationships/image" Target="../media/image488.png"/><Relationship Id="rId295" Type="http://schemas.openxmlformats.org/officeDocument/2006/relationships/image" Target="../media/image509.png"/><Relationship Id="rId309" Type="http://schemas.openxmlformats.org/officeDocument/2006/relationships/customXml" Target="../ink/ink518.xml"/><Relationship Id="rId48" Type="http://schemas.openxmlformats.org/officeDocument/2006/relationships/customXml" Target="../ink/ink388.xml"/><Relationship Id="rId113" Type="http://schemas.openxmlformats.org/officeDocument/2006/relationships/image" Target="../media/image419.png"/><Relationship Id="rId320" Type="http://schemas.openxmlformats.org/officeDocument/2006/relationships/image" Target="../media/image521.png"/><Relationship Id="rId155" Type="http://schemas.openxmlformats.org/officeDocument/2006/relationships/image" Target="../media/image440.png"/><Relationship Id="rId197" Type="http://schemas.openxmlformats.org/officeDocument/2006/relationships/image" Target="../media/image461.png"/><Relationship Id="rId362" Type="http://schemas.openxmlformats.org/officeDocument/2006/relationships/image" Target="../media/image541.png"/><Relationship Id="rId418" Type="http://schemas.openxmlformats.org/officeDocument/2006/relationships/image" Target="../media/image569.png"/><Relationship Id="rId222" Type="http://schemas.openxmlformats.org/officeDocument/2006/relationships/customXml" Target="../ink/ink475.xml"/><Relationship Id="rId264" Type="http://schemas.openxmlformats.org/officeDocument/2006/relationships/customXml" Target="../ink/ink496.xml"/><Relationship Id="rId17" Type="http://schemas.openxmlformats.org/officeDocument/2006/relationships/image" Target="../media/image372.png"/><Relationship Id="rId59" Type="http://schemas.openxmlformats.org/officeDocument/2006/relationships/image" Target="../media/image392.png"/><Relationship Id="rId124" Type="http://schemas.openxmlformats.org/officeDocument/2006/relationships/customXml" Target="../ink/ink426.xml"/><Relationship Id="rId70" Type="http://schemas.openxmlformats.org/officeDocument/2006/relationships/customXml" Target="../ink/ink399.xml"/><Relationship Id="rId166" Type="http://schemas.openxmlformats.org/officeDocument/2006/relationships/customXml" Target="../ink/ink447.xml"/><Relationship Id="rId331" Type="http://schemas.openxmlformats.org/officeDocument/2006/relationships/image" Target="../media/image526.png"/><Relationship Id="rId373" Type="http://schemas.openxmlformats.org/officeDocument/2006/relationships/customXml" Target="../ink/ink551.xml"/><Relationship Id="rId429" Type="http://schemas.openxmlformats.org/officeDocument/2006/relationships/customXml" Target="../ink/ink579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478.png"/><Relationship Id="rId440" Type="http://schemas.openxmlformats.org/officeDocument/2006/relationships/image" Target="../media/image580.png"/><Relationship Id="rId28" Type="http://schemas.openxmlformats.org/officeDocument/2006/relationships/customXml" Target="../ink/ink378.xml"/><Relationship Id="rId275" Type="http://schemas.openxmlformats.org/officeDocument/2006/relationships/image" Target="../media/image499.png"/><Relationship Id="rId300" Type="http://schemas.openxmlformats.org/officeDocument/2006/relationships/customXml" Target="../ink/ink514.xml"/><Relationship Id="rId81" Type="http://schemas.openxmlformats.org/officeDocument/2006/relationships/image" Target="../media/image403.png"/><Relationship Id="rId135" Type="http://schemas.openxmlformats.org/officeDocument/2006/relationships/image" Target="../media/image430.png"/><Relationship Id="rId177" Type="http://schemas.openxmlformats.org/officeDocument/2006/relationships/image" Target="../media/image451.png"/><Relationship Id="rId342" Type="http://schemas.openxmlformats.org/officeDocument/2006/relationships/image" Target="../media/image531.png"/><Relationship Id="rId384" Type="http://schemas.openxmlformats.org/officeDocument/2006/relationships/image" Target="../media/image552.png"/><Relationship Id="rId202" Type="http://schemas.openxmlformats.org/officeDocument/2006/relationships/customXml" Target="../ink/ink465.xml"/><Relationship Id="rId244" Type="http://schemas.openxmlformats.org/officeDocument/2006/relationships/customXml" Target="../ink/ink486.xml"/><Relationship Id="rId39" Type="http://schemas.openxmlformats.org/officeDocument/2006/relationships/image" Target="../media/image222.png"/><Relationship Id="rId286" Type="http://schemas.openxmlformats.org/officeDocument/2006/relationships/customXml" Target="../ink/ink507.xml"/><Relationship Id="rId451" Type="http://schemas.openxmlformats.org/officeDocument/2006/relationships/customXml" Target="../ink/ink590.xml"/><Relationship Id="rId50" Type="http://schemas.openxmlformats.org/officeDocument/2006/relationships/customXml" Target="../ink/ink389.xml"/><Relationship Id="rId104" Type="http://schemas.openxmlformats.org/officeDocument/2006/relationships/customXml" Target="../ink/ink416.xml"/><Relationship Id="rId146" Type="http://schemas.openxmlformats.org/officeDocument/2006/relationships/customXml" Target="../ink/ink437.xml"/><Relationship Id="rId188" Type="http://schemas.openxmlformats.org/officeDocument/2006/relationships/customXml" Target="../ink/ink458.xml"/><Relationship Id="rId311" Type="http://schemas.openxmlformats.org/officeDocument/2006/relationships/customXml" Target="../ink/ink519.xml"/><Relationship Id="rId353" Type="http://schemas.openxmlformats.org/officeDocument/2006/relationships/customXml" Target="../ink/ink541.xml"/><Relationship Id="rId395" Type="http://schemas.openxmlformats.org/officeDocument/2006/relationships/customXml" Target="../ink/ink562.xml"/><Relationship Id="rId409" Type="http://schemas.openxmlformats.org/officeDocument/2006/relationships/customXml" Target="../ink/ink569.xml"/><Relationship Id="rId92" Type="http://schemas.openxmlformats.org/officeDocument/2006/relationships/customXml" Target="../ink/ink410.xml"/><Relationship Id="rId213" Type="http://schemas.openxmlformats.org/officeDocument/2006/relationships/image" Target="../media/image469.png"/><Relationship Id="rId420" Type="http://schemas.openxmlformats.org/officeDocument/2006/relationships/image" Target="../media/image570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7.png"/><Relationship Id="rId21" Type="http://schemas.openxmlformats.org/officeDocument/2006/relationships/image" Target="../media/image599.png"/><Relationship Id="rId42" Type="http://schemas.openxmlformats.org/officeDocument/2006/relationships/customXml" Target="../ink/ink614.xml"/><Relationship Id="rId63" Type="http://schemas.openxmlformats.org/officeDocument/2006/relationships/image" Target="../media/image620.png"/><Relationship Id="rId84" Type="http://schemas.openxmlformats.org/officeDocument/2006/relationships/customXml" Target="../ink/ink635.xml"/><Relationship Id="rId138" Type="http://schemas.openxmlformats.org/officeDocument/2006/relationships/customXml" Target="../ink/ink662.xml"/><Relationship Id="rId159" Type="http://schemas.openxmlformats.org/officeDocument/2006/relationships/image" Target="../media/image667.png"/><Relationship Id="rId170" Type="http://schemas.openxmlformats.org/officeDocument/2006/relationships/customXml" Target="../ink/ink678.xml"/><Relationship Id="rId191" Type="http://schemas.openxmlformats.org/officeDocument/2006/relationships/image" Target="../media/image683.png"/><Relationship Id="rId107" Type="http://schemas.openxmlformats.org/officeDocument/2006/relationships/image" Target="../media/image642.png"/><Relationship Id="rId11" Type="http://schemas.openxmlformats.org/officeDocument/2006/relationships/image" Target="../media/image594.png"/><Relationship Id="rId32" Type="http://schemas.openxmlformats.org/officeDocument/2006/relationships/customXml" Target="../ink/ink609.xml"/><Relationship Id="rId53" Type="http://schemas.openxmlformats.org/officeDocument/2006/relationships/image" Target="../media/image615.png"/><Relationship Id="rId74" Type="http://schemas.openxmlformats.org/officeDocument/2006/relationships/customXml" Target="../ink/ink630.xml"/><Relationship Id="rId128" Type="http://schemas.openxmlformats.org/officeDocument/2006/relationships/customXml" Target="../ink/ink657.xml"/><Relationship Id="rId149" Type="http://schemas.openxmlformats.org/officeDocument/2006/relationships/image" Target="../media/image662.png"/><Relationship Id="rId5" Type="http://schemas.openxmlformats.org/officeDocument/2006/relationships/image" Target="../media/image591.png"/><Relationship Id="rId95" Type="http://schemas.openxmlformats.org/officeDocument/2006/relationships/image" Target="../media/image636.png"/><Relationship Id="rId160" Type="http://schemas.openxmlformats.org/officeDocument/2006/relationships/customXml" Target="../ink/ink673.xml"/><Relationship Id="rId181" Type="http://schemas.openxmlformats.org/officeDocument/2006/relationships/image" Target="../media/image678.png"/><Relationship Id="rId22" Type="http://schemas.openxmlformats.org/officeDocument/2006/relationships/customXml" Target="../ink/ink604.xml"/><Relationship Id="rId43" Type="http://schemas.openxmlformats.org/officeDocument/2006/relationships/image" Target="../media/image610.png"/><Relationship Id="rId64" Type="http://schemas.openxmlformats.org/officeDocument/2006/relationships/customXml" Target="../ink/ink625.xml"/><Relationship Id="rId118" Type="http://schemas.openxmlformats.org/officeDocument/2006/relationships/customXml" Target="../ink/ink652.xml"/><Relationship Id="rId139" Type="http://schemas.openxmlformats.org/officeDocument/2006/relationships/image" Target="../media/image657.png"/><Relationship Id="rId85" Type="http://schemas.openxmlformats.org/officeDocument/2006/relationships/image" Target="../media/image631.png"/><Relationship Id="rId150" Type="http://schemas.openxmlformats.org/officeDocument/2006/relationships/customXml" Target="../ink/ink668.xml"/><Relationship Id="rId171" Type="http://schemas.openxmlformats.org/officeDocument/2006/relationships/image" Target="../media/image673.png"/><Relationship Id="rId12" Type="http://schemas.openxmlformats.org/officeDocument/2006/relationships/customXml" Target="../ink/ink599.xml"/><Relationship Id="rId33" Type="http://schemas.openxmlformats.org/officeDocument/2006/relationships/image" Target="../media/image605.png"/><Relationship Id="rId108" Type="http://schemas.openxmlformats.org/officeDocument/2006/relationships/customXml" Target="../ink/ink647.xml"/><Relationship Id="rId129" Type="http://schemas.openxmlformats.org/officeDocument/2006/relationships/image" Target="../media/image652.png"/><Relationship Id="rId54" Type="http://schemas.openxmlformats.org/officeDocument/2006/relationships/customXml" Target="../ink/ink620.xml"/><Relationship Id="rId75" Type="http://schemas.openxmlformats.org/officeDocument/2006/relationships/image" Target="../media/image626.png"/><Relationship Id="rId96" Type="http://schemas.openxmlformats.org/officeDocument/2006/relationships/customXml" Target="../ink/ink641.xml"/><Relationship Id="rId140" Type="http://schemas.openxmlformats.org/officeDocument/2006/relationships/customXml" Target="../ink/ink663.xml"/><Relationship Id="rId161" Type="http://schemas.openxmlformats.org/officeDocument/2006/relationships/image" Target="../media/image668.png"/><Relationship Id="rId182" Type="http://schemas.openxmlformats.org/officeDocument/2006/relationships/customXml" Target="../ink/ink684.xml"/><Relationship Id="rId6" Type="http://schemas.openxmlformats.org/officeDocument/2006/relationships/customXml" Target="../ink/ink596.xml"/><Relationship Id="rId23" Type="http://schemas.openxmlformats.org/officeDocument/2006/relationships/image" Target="../media/image600.png"/><Relationship Id="rId119" Type="http://schemas.openxmlformats.org/officeDocument/2006/relationships/image" Target="../media/image648.png"/><Relationship Id="rId44" Type="http://schemas.openxmlformats.org/officeDocument/2006/relationships/customXml" Target="../ink/ink615.xml"/><Relationship Id="rId65" Type="http://schemas.openxmlformats.org/officeDocument/2006/relationships/image" Target="../media/image621.png"/><Relationship Id="rId86" Type="http://schemas.openxmlformats.org/officeDocument/2006/relationships/customXml" Target="../ink/ink636.xml"/><Relationship Id="rId130" Type="http://schemas.openxmlformats.org/officeDocument/2006/relationships/customXml" Target="../ink/ink658.xml"/><Relationship Id="rId151" Type="http://schemas.openxmlformats.org/officeDocument/2006/relationships/image" Target="../media/image663.png"/><Relationship Id="rId172" Type="http://schemas.openxmlformats.org/officeDocument/2006/relationships/customXml" Target="../ink/ink679.xml"/><Relationship Id="rId13" Type="http://schemas.openxmlformats.org/officeDocument/2006/relationships/image" Target="../media/image595.png"/><Relationship Id="rId18" Type="http://schemas.openxmlformats.org/officeDocument/2006/relationships/customXml" Target="../ink/ink602.xml"/><Relationship Id="rId39" Type="http://schemas.openxmlformats.org/officeDocument/2006/relationships/image" Target="../media/image608.png"/><Relationship Id="rId109" Type="http://schemas.openxmlformats.org/officeDocument/2006/relationships/image" Target="../media/image643.png"/><Relationship Id="rId34" Type="http://schemas.openxmlformats.org/officeDocument/2006/relationships/customXml" Target="../ink/ink610.xml"/><Relationship Id="rId50" Type="http://schemas.openxmlformats.org/officeDocument/2006/relationships/customXml" Target="../ink/ink618.xml"/><Relationship Id="rId55" Type="http://schemas.openxmlformats.org/officeDocument/2006/relationships/image" Target="../media/image616.png"/><Relationship Id="rId76" Type="http://schemas.openxmlformats.org/officeDocument/2006/relationships/customXml" Target="../ink/ink631.xml"/><Relationship Id="rId97" Type="http://schemas.openxmlformats.org/officeDocument/2006/relationships/image" Target="../media/image637.png"/><Relationship Id="rId104" Type="http://schemas.openxmlformats.org/officeDocument/2006/relationships/customXml" Target="../ink/ink645.xml"/><Relationship Id="rId120" Type="http://schemas.openxmlformats.org/officeDocument/2006/relationships/customXml" Target="../ink/ink653.xml"/><Relationship Id="rId125" Type="http://schemas.openxmlformats.org/officeDocument/2006/relationships/image" Target="../media/image650.png"/><Relationship Id="rId141" Type="http://schemas.openxmlformats.org/officeDocument/2006/relationships/image" Target="../media/image658.png"/><Relationship Id="rId146" Type="http://schemas.openxmlformats.org/officeDocument/2006/relationships/customXml" Target="../ink/ink666.xml"/><Relationship Id="rId167" Type="http://schemas.openxmlformats.org/officeDocument/2006/relationships/image" Target="../media/image671.png"/><Relationship Id="rId188" Type="http://schemas.openxmlformats.org/officeDocument/2006/relationships/customXml" Target="../ink/ink687.xml"/><Relationship Id="rId7" Type="http://schemas.openxmlformats.org/officeDocument/2006/relationships/image" Target="../media/image592.png"/><Relationship Id="rId71" Type="http://schemas.openxmlformats.org/officeDocument/2006/relationships/image" Target="../media/image624.png"/><Relationship Id="rId92" Type="http://schemas.openxmlformats.org/officeDocument/2006/relationships/customXml" Target="../ink/ink639.xml"/><Relationship Id="rId162" Type="http://schemas.openxmlformats.org/officeDocument/2006/relationships/customXml" Target="../ink/ink674.xml"/><Relationship Id="rId183" Type="http://schemas.openxmlformats.org/officeDocument/2006/relationships/image" Target="../media/image679.png"/><Relationship Id="rId2" Type="http://schemas.openxmlformats.org/officeDocument/2006/relationships/customXml" Target="../ink/ink594.xml"/><Relationship Id="rId29" Type="http://schemas.openxmlformats.org/officeDocument/2006/relationships/image" Target="../media/image603.png"/><Relationship Id="rId24" Type="http://schemas.openxmlformats.org/officeDocument/2006/relationships/customXml" Target="../ink/ink605.xml"/><Relationship Id="rId40" Type="http://schemas.openxmlformats.org/officeDocument/2006/relationships/customXml" Target="../ink/ink613.xml"/><Relationship Id="rId45" Type="http://schemas.openxmlformats.org/officeDocument/2006/relationships/image" Target="../media/image611.png"/><Relationship Id="rId66" Type="http://schemas.openxmlformats.org/officeDocument/2006/relationships/customXml" Target="../ink/ink626.xml"/><Relationship Id="rId87" Type="http://schemas.openxmlformats.org/officeDocument/2006/relationships/image" Target="../media/image632.png"/><Relationship Id="rId110" Type="http://schemas.openxmlformats.org/officeDocument/2006/relationships/customXml" Target="../ink/ink648.xml"/><Relationship Id="rId115" Type="http://schemas.openxmlformats.org/officeDocument/2006/relationships/image" Target="../media/image646.png"/><Relationship Id="rId131" Type="http://schemas.openxmlformats.org/officeDocument/2006/relationships/image" Target="../media/image653.png"/><Relationship Id="rId136" Type="http://schemas.openxmlformats.org/officeDocument/2006/relationships/customXml" Target="../ink/ink661.xml"/><Relationship Id="rId157" Type="http://schemas.openxmlformats.org/officeDocument/2006/relationships/image" Target="../media/image666.png"/><Relationship Id="rId178" Type="http://schemas.openxmlformats.org/officeDocument/2006/relationships/customXml" Target="../ink/ink682.xml"/><Relationship Id="rId61" Type="http://schemas.openxmlformats.org/officeDocument/2006/relationships/image" Target="../media/image619.png"/><Relationship Id="rId82" Type="http://schemas.openxmlformats.org/officeDocument/2006/relationships/customXml" Target="../ink/ink634.xml"/><Relationship Id="rId152" Type="http://schemas.openxmlformats.org/officeDocument/2006/relationships/customXml" Target="../ink/ink669.xml"/><Relationship Id="rId173" Type="http://schemas.openxmlformats.org/officeDocument/2006/relationships/image" Target="../media/image674.png"/><Relationship Id="rId19" Type="http://schemas.openxmlformats.org/officeDocument/2006/relationships/image" Target="../media/image598.png"/><Relationship Id="rId14" Type="http://schemas.openxmlformats.org/officeDocument/2006/relationships/customXml" Target="../ink/ink600.xml"/><Relationship Id="rId30" Type="http://schemas.openxmlformats.org/officeDocument/2006/relationships/customXml" Target="../ink/ink608.xml"/><Relationship Id="rId35" Type="http://schemas.openxmlformats.org/officeDocument/2006/relationships/image" Target="../media/image606.png"/><Relationship Id="rId56" Type="http://schemas.openxmlformats.org/officeDocument/2006/relationships/customXml" Target="../ink/ink621.xml"/><Relationship Id="rId77" Type="http://schemas.openxmlformats.org/officeDocument/2006/relationships/image" Target="../media/image627.png"/><Relationship Id="rId100" Type="http://schemas.openxmlformats.org/officeDocument/2006/relationships/customXml" Target="../ink/ink643.xml"/><Relationship Id="rId105" Type="http://schemas.openxmlformats.org/officeDocument/2006/relationships/image" Target="../media/image641.png"/><Relationship Id="rId126" Type="http://schemas.openxmlformats.org/officeDocument/2006/relationships/customXml" Target="../ink/ink656.xml"/><Relationship Id="rId147" Type="http://schemas.openxmlformats.org/officeDocument/2006/relationships/image" Target="../media/image661.png"/><Relationship Id="rId168" Type="http://schemas.openxmlformats.org/officeDocument/2006/relationships/customXml" Target="../ink/ink677.xml"/><Relationship Id="rId8" Type="http://schemas.openxmlformats.org/officeDocument/2006/relationships/customXml" Target="../ink/ink597.xml"/><Relationship Id="rId51" Type="http://schemas.openxmlformats.org/officeDocument/2006/relationships/image" Target="../media/image614.png"/><Relationship Id="rId72" Type="http://schemas.openxmlformats.org/officeDocument/2006/relationships/customXml" Target="../ink/ink629.xml"/><Relationship Id="rId93" Type="http://schemas.openxmlformats.org/officeDocument/2006/relationships/image" Target="../media/image635.png"/><Relationship Id="rId98" Type="http://schemas.openxmlformats.org/officeDocument/2006/relationships/customXml" Target="../ink/ink642.xml"/><Relationship Id="rId121" Type="http://schemas.openxmlformats.org/officeDocument/2006/relationships/image" Target="../media/image253.png"/><Relationship Id="rId142" Type="http://schemas.openxmlformats.org/officeDocument/2006/relationships/customXml" Target="../ink/ink664.xml"/><Relationship Id="rId163" Type="http://schemas.openxmlformats.org/officeDocument/2006/relationships/image" Target="../media/image669.png"/><Relationship Id="rId184" Type="http://schemas.openxmlformats.org/officeDocument/2006/relationships/customXml" Target="../ink/ink685.xml"/><Relationship Id="rId189" Type="http://schemas.openxmlformats.org/officeDocument/2006/relationships/image" Target="../media/image682.png"/><Relationship Id="rId3" Type="http://schemas.openxmlformats.org/officeDocument/2006/relationships/image" Target="../media/image590.png"/><Relationship Id="rId25" Type="http://schemas.openxmlformats.org/officeDocument/2006/relationships/image" Target="../media/image601.png"/><Relationship Id="rId46" Type="http://schemas.openxmlformats.org/officeDocument/2006/relationships/customXml" Target="../ink/ink616.xml"/><Relationship Id="rId67" Type="http://schemas.openxmlformats.org/officeDocument/2006/relationships/image" Target="../media/image622.png"/><Relationship Id="rId116" Type="http://schemas.openxmlformats.org/officeDocument/2006/relationships/customXml" Target="../ink/ink651.xml"/><Relationship Id="rId137" Type="http://schemas.openxmlformats.org/officeDocument/2006/relationships/image" Target="../media/image656.png"/><Relationship Id="rId158" Type="http://schemas.openxmlformats.org/officeDocument/2006/relationships/customXml" Target="../ink/ink672.xml"/><Relationship Id="rId20" Type="http://schemas.openxmlformats.org/officeDocument/2006/relationships/customXml" Target="../ink/ink603.xml"/><Relationship Id="rId41" Type="http://schemas.openxmlformats.org/officeDocument/2006/relationships/image" Target="../media/image609.png"/><Relationship Id="rId62" Type="http://schemas.openxmlformats.org/officeDocument/2006/relationships/customXml" Target="../ink/ink624.xml"/><Relationship Id="rId83" Type="http://schemas.openxmlformats.org/officeDocument/2006/relationships/image" Target="../media/image630.png"/><Relationship Id="rId88" Type="http://schemas.openxmlformats.org/officeDocument/2006/relationships/customXml" Target="../ink/ink637.xml"/><Relationship Id="rId111" Type="http://schemas.openxmlformats.org/officeDocument/2006/relationships/image" Target="../media/image644.png"/><Relationship Id="rId132" Type="http://schemas.openxmlformats.org/officeDocument/2006/relationships/customXml" Target="../ink/ink659.xml"/><Relationship Id="rId153" Type="http://schemas.openxmlformats.org/officeDocument/2006/relationships/image" Target="../media/image664.png"/><Relationship Id="rId174" Type="http://schemas.openxmlformats.org/officeDocument/2006/relationships/customXml" Target="../ink/ink680.xml"/><Relationship Id="rId179" Type="http://schemas.openxmlformats.org/officeDocument/2006/relationships/image" Target="../media/image677.png"/><Relationship Id="rId190" Type="http://schemas.openxmlformats.org/officeDocument/2006/relationships/customXml" Target="../ink/ink688.xml"/><Relationship Id="rId15" Type="http://schemas.openxmlformats.org/officeDocument/2006/relationships/image" Target="../media/image596.png"/><Relationship Id="rId36" Type="http://schemas.openxmlformats.org/officeDocument/2006/relationships/customXml" Target="../ink/ink611.xml"/><Relationship Id="rId57" Type="http://schemas.openxmlformats.org/officeDocument/2006/relationships/image" Target="../media/image617.png"/><Relationship Id="rId106" Type="http://schemas.openxmlformats.org/officeDocument/2006/relationships/customXml" Target="../ink/ink646.xml"/><Relationship Id="rId127" Type="http://schemas.openxmlformats.org/officeDocument/2006/relationships/image" Target="../media/image651.png"/><Relationship Id="rId10" Type="http://schemas.openxmlformats.org/officeDocument/2006/relationships/customXml" Target="../ink/ink598.xml"/><Relationship Id="rId31" Type="http://schemas.openxmlformats.org/officeDocument/2006/relationships/image" Target="../media/image604.png"/><Relationship Id="rId52" Type="http://schemas.openxmlformats.org/officeDocument/2006/relationships/customXml" Target="../ink/ink619.xml"/><Relationship Id="rId73" Type="http://schemas.openxmlformats.org/officeDocument/2006/relationships/image" Target="../media/image625.png"/><Relationship Id="rId78" Type="http://schemas.openxmlformats.org/officeDocument/2006/relationships/customXml" Target="../ink/ink632.xml"/><Relationship Id="rId94" Type="http://schemas.openxmlformats.org/officeDocument/2006/relationships/customXml" Target="../ink/ink640.xml"/><Relationship Id="rId99" Type="http://schemas.openxmlformats.org/officeDocument/2006/relationships/image" Target="../media/image638.png"/><Relationship Id="rId101" Type="http://schemas.openxmlformats.org/officeDocument/2006/relationships/image" Target="../media/image639.png"/><Relationship Id="rId122" Type="http://schemas.openxmlformats.org/officeDocument/2006/relationships/customXml" Target="../ink/ink654.xml"/><Relationship Id="rId143" Type="http://schemas.openxmlformats.org/officeDocument/2006/relationships/image" Target="../media/image659.png"/><Relationship Id="rId148" Type="http://schemas.openxmlformats.org/officeDocument/2006/relationships/customXml" Target="../ink/ink667.xml"/><Relationship Id="rId164" Type="http://schemas.openxmlformats.org/officeDocument/2006/relationships/customXml" Target="../ink/ink675.xml"/><Relationship Id="rId169" Type="http://schemas.openxmlformats.org/officeDocument/2006/relationships/image" Target="../media/image672.png"/><Relationship Id="rId185" Type="http://schemas.openxmlformats.org/officeDocument/2006/relationships/image" Target="../media/image680.png"/><Relationship Id="rId4" Type="http://schemas.openxmlformats.org/officeDocument/2006/relationships/customXml" Target="../ink/ink595.xml"/><Relationship Id="rId9" Type="http://schemas.openxmlformats.org/officeDocument/2006/relationships/image" Target="../media/image593.png"/><Relationship Id="rId180" Type="http://schemas.openxmlformats.org/officeDocument/2006/relationships/customXml" Target="../ink/ink683.xml"/><Relationship Id="rId26" Type="http://schemas.openxmlformats.org/officeDocument/2006/relationships/customXml" Target="../ink/ink606.xml"/><Relationship Id="rId47" Type="http://schemas.openxmlformats.org/officeDocument/2006/relationships/image" Target="../media/image612.png"/><Relationship Id="rId68" Type="http://schemas.openxmlformats.org/officeDocument/2006/relationships/customXml" Target="../ink/ink627.xml"/><Relationship Id="rId89" Type="http://schemas.openxmlformats.org/officeDocument/2006/relationships/image" Target="../media/image633.png"/><Relationship Id="rId112" Type="http://schemas.openxmlformats.org/officeDocument/2006/relationships/customXml" Target="../ink/ink649.xml"/><Relationship Id="rId133" Type="http://schemas.openxmlformats.org/officeDocument/2006/relationships/image" Target="../media/image654.png"/><Relationship Id="rId154" Type="http://schemas.openxmlformats.org/officeDocument/2006/relationships/customXml" Target="../ink/ink670.xml"/><Relationship Id="rId175" Type="http://schemas.openxmlformats.org/officeDocument/2006/relationships/image" Target="../media/image675.png"/><Relationship Id="rId16" Type="http://schemas.openxmlformats.org/officeDocument/2006/relationships/customXml" Target="../ink/ink601.xml"/><Relationship Id="rId37" Type="http://schemas.openxmlformats.org/officeDocument/2006/relationships/image" Target="../media/image607.png"/><Relationship Id="rId58" Type="http://schemas.openxmlformats.org/officeDocument/2006/relationships/customXml" Target="../ink/ink622.xml"/><Relationship Id="rId79" Type="http://schemas.openxmlformats.org/officeDocument/2006/relationships/image" Target="../media/image628.png"/><Relationship Id="rId102" Type="http://schemas.openxmlformats.org/officeDocument/2006/relationships/customXml" Target="../ink/ink644.xml"/><Relationship Id="rId123" Type="http://schemas.openxmlformats.org/officeDocument/2006/relationships/image" Target="../media/image649.png"/><Relationship Id="rId144" Type="http://schemas.openxmlformats.org/officeDocument/2006/relationships/customXml" Target="../ink/ink665.xml"/><Relationship Id="rId90" Type="http://schemas.openxmlformats.org/officeDocument/2006/relationships/customXml" Target="../ink/ink638.xml"/><Relationship Id="rId165" Type="http://schemas.openxmlformats.org/officeDocument/2006/relationships/image" Target="../media/image670.png"/><Relationship Id="rId186" Type="http://schemas.openxmlformats.org/officeDocument/2006/relationships/customXml" Target="../ink/ink686.xml"/><Relationship Id="rId27" Type="http://schemas.openxmlformats.org/officeDocument/2006/relationships/image" Target="../media/image602.png"/><Relationship Id="rId48" Type="http://schemas.openxmlformats.org/officeDocument/2006/relationships/customXml" Target="../ink/ink617.xml"/><Relationship Id="rId69" Type="http://schemas.openxmlformats.org/officeDocument/2006/relationships/image" Target="../media/image623.png"/><Relationship Id="rId113" Type="http://schemas.openxmlformats.org/officeDocument/2006/relationships/image" Target="../media/image645.png"/><Relationship Id="rId134" Type="http://schemas.openxmlformats.org/officeDocument/2006/relationships/customXml" Target="../ink/ink660.xml"/><Relationship Id="rId80" Type="http://schemas.openxmlformats.org/officeDocument/2006/relationships/customXml" Target="../ink/ink633.xml"/><Relationship Id="rId155" Type="http://schemas.openxmlformats.org/officeDocument/2006/relationships/image" Target="../media/image665.png"/><Relationship Id="rId176" Type="http://schemas.openxmlformats.org/officeDocument/2006/relationships/customXml" Target="../ink/ink681.xml"/><Relationship Id="rId17" Type="http://schemas.openxmlformats.org/officeDocument/2006/relationships/image" Target="../media/image597.png"/><Relationship Id="rId38" Type="http://schemas.openxmlformats.org/officeDocument/2006/relationships/customXml" Target="../ink/ink612.xml"/><Relationship Id="rId59" Type="http://schemas.openxmlformats.org/officeDocument/2006/relationships/image" Target="../media/image618.png"/><Relationship Id="rId103" Type="http://schemas.openxmlformats.org/officeDocument/2006/relationships/image" Target="../media/image640.png"/><Relationship Id="rId124" Type="http://schemas.openxmlformats.org/officeDocument/2006/relationships/customXml" Target="../ink/ink655.xml"/><Relationship Id="rId70" Type="http://schemas.openxmlformats.org/officeDocument/2006/relationships/customXml" Target="../ink/ink628.xml"/><Relationship Id="rId91" Type="http://schemas.openxmlformats.org/officeDocument/2006/relationships/image" Target="../media/image634.png"/><Relationship Id="rId145" Type="http://schemas.openxmlformats.org/officeDocument/2006/relationships/image" Target="../media/image660.png"/><Relationship Id="rId166" Type="http://schemas.openxmlformats.org/officeDocument/2006/relationships/customXml" Target="../ink/ink676.xml"/><Relationship Id="rId187" Type="http://schemas.openxmlformats.org/officeDocument/2006/relationships/image" Target="../media/image681.png"/><Relationship Id="rId1" Type="http://schemas.openxmlformats.org/officeDocument/2006/relationships/slideLayout" Target="../slideLayouts/slideLayout1.xml"/><Relationship Id="rId28" Type="http://schemas.openxmlformats.org/officeDocument/2006/relationships/customXml" Target="../ink/ink607.xml"/><Relationship Id="rId49" Type="http://schemas.openxmlformats.org/officeDocument/2006/relationships/image" Target="../media/image613.png"/><Relationship Id="rId114" Type="http://schemas.openxmlformats.org/officeDocument/2006/relationships/customXml" Target="../ink/ink650.xml"/><Relationship Id="rId60" Type="http://schemas.openxmlformats.org/officeDocument/2006/relationships/customXml" Target="../ink/ink623.xml"/><Relationship Id="rId81" Type="http://schemas.openxmlformats.org/officeDocument/2006/relationships/image" Target="../media/image629.png"/><Relationship Id="rId135" Type="http://schemas.openxmlformats.org/officeDocument/2006/relationships/image" Target="../media/image655.png"/><Relationship Id="rId156" Type="http://schemas.openxmlformats.org/officeDocument/2006/relationships/customXml" Target="../ink/ink671.xml"/><Relationship Id="rId177" Type="http://schemas.openxmlformats.org/officeDocument/2006/relationships/image" Target="../media/image676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40.png"/><Relationship Id="rId21" Type="http://schemas.openxmlformats.org/officeDocument/2006/relationships/customXml" Target="../ink/ink698.xml"/><Relationship Id="rId42" Type="http://schemas.openxmlformats.org/officeDocument/2006/relationships/image" Target="../media/image703.png"/><Relationship Id="rId63" Type="http://schemas.openxmlformats.org/officeDocument/2006/relationships/customXml" Target="../ink/ink719.xml"/><Relationship Id="rId84" Type="http://schemas.openxmlformats.org/officeDocument/2006/relationships/image" Target="../media/image724.png"/><Relationship Id="rId138" Type="http://schemas.openxmlformats.org/officeDocument/2006/relationships/customXml" Target="../ink/ink757.xml"/><Relationship Id="rId159" Type="http://schemas.openxmlformats.org/officeDocument/2006/relationships/image" Target="../media/image760.png"/><Relationship Id="rId170" Type="http://schemas.openxmlformats.org/officeDocument/2006/relationships/customXml" Target="../ink/ink773.xml"/><Relationship Id="rId191" Type="http://schemas.openxmlformats.org/officeDocument/2006/relationships/image" Target="../media/image776.png"/><Relationship Id="rId205" Type="http://schemas.openxmlformats.org/officeDocument/2006/relationships/image" Target="../media/image783.png"/><Relationship Id="rId226" Type="http://schemas.openxmlformats.org/officeDocument/2006/relationships/customXml" Target="../ink/ink801.xml"/><Relationship Id="rId107" Type="http://schemas.openxmlformats.org/officeDocument/2006/relationships/image" Target="../media/image735.png"/><Relationship Id="rId11" Type="http://schemas.openxmlformats.org/officeDocument/2006/relationships/customXml" Target="../ink/ink693.xml"/><Relationship Id="rId32" Type="http://schemas.openxmlformats.org/officeDocument/2006/relationships/image" Target="../media/image698.png"/><Relationship Id="rId53" Type="http://schemas.openxmlformats.org/officeDocument/2006/relationships/customXml" Target="../ink/ink714.xml"/><Relationship Id="rId74" Type="http://schemas.openxmlformats.org/officeDocument/2006/relationships/image" Target="../media/image719.png"/><Relationship Id="rId128" Type="http://schemas.openxmlformats.org/officeDocument/2006/relationships/customXml" Target="../ink/ink752.xml"/><Relationship Id="rId149" Type="http://schemas.openxmlformats.org/officeDocument/2006/relationships/image" Target="../media/image135.png"/><Relationship Id="rId5" Type="http://schemas.openxmlformats.org/officeDocument/2006/relationships/customXml" Target="../ink/ink690.xml"/><Relationship Id="rId95" Type="http://schemas.openxmlformats.org/officeDocument/2006/relationships/image" Target="../media/image729.png"/><Relationship Id="rId160" Type="http://schemas.openxmlformats.org/officeDocument/2006/relationships/customXml" Target="../ink/ink768.xml"/><Relationship Id="rId181" Type="http://schemas.openxmlformats.org/officeDocument/2006/relationships/image" Target="../media/image771.png"/><Relationship Id="rId216" Type="http://schemas.openxmlformats.org/officeDocument/2006/relationships/customXml" Target="../ink/ink796.xml"/><Relationship Id="rId22" Type="http://schemas.openxmlformats.org/officeDocument/2006/relationships/image" Target="../media/image693.png"/><Relationship Id="rId43" Type="http://schemas.openxmlformats.org/officeDocument/2006/relationships/customXml" Target="../ink/ink709.xml"/><Relationship Id="rId64" Type="http://schemas.openxmlformats.org/officeDocument/2006/relationships/image" Target="../media/image714.png"/><Relationship Id="rId118" Type="http://schemas.openxmlformats.org/officeDocument/2006/relationships/customXml" Target="../ink/ink747.xml"/><Relationship Id="rId139" Type="http://schemas.openxmlformats.org/officeDocument/2006/relationships/image" Target="../media/image751.png"/><Relationship Id="rId85" Type="http://schemas.openxmlformats.org/officeDocument/2006/relationships/customXml" Target="../ink/ink730.xml"/><Relationship Id="rId150" Type="http://schemas.openxmlformats.org/officeDocument/2006/relationships/customXml" Target="../ink/ink763.xml"/><Relationship Id="rId171" Type="http://schemas.openxmlformats.org/officeDocument/2006/relationships/image" Target="../media/image766.png"/><Relationship Id="rId192" Type="http://schemas.openxmlformats.org/officeDocument/2006/relationships/customXml" Target="../ink/ink784.xml"/><Relationship Id="rId206" Type="http://schemas.openxmlformats.org/officeDocument/2006/relationships/customXml" Target="../ink/ink791.xml"/><Relationship Id="rId227" Type="http://schemas.openxmlformats.org/officeDocument/2006/relationships/image" Target="../media/image793.png"/><Relationship Id="rId12" Type="http://schemas.openxmlformats.org/officeDocument/2006/relationships/image" Target="../media/image688.png"/><Relationship Id="rId33" Type="http://schemas.openxmlformats.org/officeDocument/2006/relationships/customXml" Target="../ink/ink704.xml"/><Relationship Id="rId108" Type="http://schemas.openxmlformats.org/officeDocument/2006/relationships/customXml" Target="../ink/ink742.xml"/><Relationship Id="rId129" Type="http://schemas.openxmlformats.org/officeDocument/2006/relationships/image" Target="../media/image746.png"/><Relationship Id="rId54" Type="http://schemas.openxmlformats.org/officeDocument/2006/relationships/image" Target="../media/image709.png"/><Relationship Id="rId75" Type="http://schemas.openxmlformats.org/officeDocument/2006/relationships/customXml" Target="../ink/ink725.xml"/><Relationship Id="rId96" Type="http://schemas.openxmlformats.org/officeDocument/2006/relationships/customXml" Target="../ink/ink736.xml"/><Relationship Id="rId140" Type="http://schemas.openxmlformats.org/officeDocument/2006/relationships/customXml" Target="../ink/ink758.xml"/><Relationship Id="rId161" Type="http://schemas.openxmlformats.org/officeDocument/2006/relationships/image" Target="../media/image761.png"/><Relationship Id="rId182" Type="http://schemas.openxmlformats.org/officeDocument/2006/relationships/customXml" Target="../ink/ink779.xml"/><Relationship Id="rId217" Type="http://schemas.openxmlformats.org/officeDocument/2006/relationships/image" Target="../media/image789.png"/><Relationship Id="rId6" Type="http://schemas.openxmlformats.org/officeDocument/2006/relationships/image" Target="../media/image685.png"/><Relationship Id="rId23" Type="http://schemas.openxmlformats.org/officeDocument/2006/relationships/customXml" Target="../ink/ink699.xml"/><Relationship Id="rId119" Type="http://schemas.openxmlformats.org/officeDocument/2006/relationships/image" Target="../media/image741.png"/><Relationship Id="rId44" Type="http://schemas.openxmlformats.org/officeDocument/2006/relationships/image" Target="../media/image704.png"/><Relationship Id="rId65" Type="http://schemas.openxmlformats.org/officeDocument/2006/relationships/customXml" Target="../ink/ink720.xml"/><Relationship Id="rId86" Type="http://schemas.openxmlformats.org/officeDocument/2006/relationships/image" Target="../media/image725.png"/><Relationship Id="rId130" Type="http://schemas.openxmlformats.org/officeDocument/2006/relationships/customXml" Target="../ink/ink753.xml"/><Relationship Id="rId151" Type="http://schemas.openxmlformats.org/officeDocument/2006/relationships/image" Target="../media/image756.png"/><Relationship Id="rId172" Type="http://schemas.openxmlformats.org/officeDocument/2006/relationships/customXml" Target="../ink/ink774.xml"/><Relationship Id="rId193" Type="http://schemas.openxmlformats.org/officeDocument/2006/relationships/image" Target="../media/image777.png"/><Relationship Id="rId207" Type="http://schemas.openxmlformats.org/officeDocument/2006/relationships/image" Target="../media/image784.png"/><Relationship Id="rId228" Type="http://schemas.openxmlformats.org/officeDocument/2006/relationships/customXml" Target="../ink/ink802.xml"/><Relationship Id="rId13" Type="http://schemas.openxmlformats.org/officeDocument/2006/relationships/customXml" Target="../ink/ink694.xml"/><Relationship Id="rId109" Type="http://schemas.openxmlformats.org/officeDocument/2006/relationships/image" Target="../media/image736.png"/><Relationship Id="rId34" Type="http://schemas.openxmlformats.org/officeDocument/2006/relationships/image" Target="../media/image699.png"/><Relationship Id="rId55" Type="http://schemas.openxmlformats.org/officeDocument/2006/relationships/customXml" Target="../ink/ink715.xml"/><Relationship Id="rId76" Type="http://schemas.openxmlformats.org/officeDocument/2006/relationships/image" Target="../media/image720.png"/><Relationship Id="rId97" Type="http://schemas.openxmlformats.org/officeDocument/2006/relationships/image" Target="../media/image730.png"/><Relationship Id="rId120" Type="http://schemas.openxmlformats.org/officeDocument/2006/relationships/customXml" Target="../ink/ink748.xml"/><Relationship Id="rId141" Type="http://schemas.openxmlformats.org/officeDocument/2006/relationships/image" Target="../media/image752.png"/><Relationship Id="rId7" Type="http://schemas.openxmlformats.org/officeDocument/2006/relationships/customXml" Target="../ink/ink691.xml"/><Relationship Id="rId162" Type="http://schemas.openxmlformats.org/officeDocument/2006/relationships/customXml" Target="../ink/ink769.xml"/><Relationship Id="rId183" Type="http://schemas.openxmlformats.org/officeDocument/2006/relationships/image" Target="../media/image772.png"/><Relationship Id="rId218" Type="http://schemas.openxmlformats.org/officeDocument/2006/relationships/customXml" Target="../ink/ink797.xml"/><Relationship Id="rId24" Type="http://schemas.openxmlformats.org/officeDocument/2006/relationships/image" Target="../media/image694.png"/><Relationship Id="rId45" Type="http://schemas.openxmlformats.org/officeDocument/2006/relationships/customXml" Target="../ink/ink710.xml"/><Relationship Id="rId66" Type="http://schemas.openxmlformats.org/officeDocument/2006/relationships/image" Target="../media/image715.png"/><Relationship Id="rId87" Type="http://schemas.openxmlformats.org/officeDocument/2006/relationships/customXml" Target="../ink/ink731.xml"/><Relationship Id="rId110" Type="http://schemas.openxmlformats.org/officeDocument/2006/relationships/customXml" Target="../ink/ink743.xml"/><Relationship Id="rId131" Type="http://schemas.openxmlformats.org/officeDocument/2006/relationships/image" Target="../media/image747.png"/><Relationship Id="rId152" Type="http://schemas.openxmlformats.org/officeDocument/2006/relationships/customXml" Target="../ink/ink764.xml"/><Relationship Id="rId173" Type="http://schemas.openxmlformats.org/officeDocument/2006/relationships/image" Target="../media/image767.png"/><Relationship Id="rId194" Type="http://schemas.openxmlformats.org/officeDocument/2006/relationships/customXml" Target="../ink/ink785.xml"/><Relationship Id="rId208" Type="http://schemas.openxmlformats.org/officeDocument/2006/relationships/customXml" Target="../ink/ink792.xml"/><Relationship Id="rId229" Type="http://schemas.openxmlformats.org/officeDocument/2006/relationships/image" Target="../media/image794.png"/><Relationship Id="rId14" Type="http://schemas.openxmlformats.org/officeDocument/2006/relationships/image" Target="../media/image689.png"/><Relationship Id="rId35" Type="http://schemas.openxmlformats.org/officeDocument/2006/relationships/customXml" Target="../ink/ink705.xml"/><Relationship Id="rId56" Type="http://schemas.openxmlformats.org/officeDocument/2006/relationships/image" Target="../media/image710.png"/><Relationship Id="rId77" Type="http://schemas.openxmlformats.org/officeDocument/2006/relationships/customXml" Target="../ink/ink726.xml"/><Relationship Id="rId100" Type="http://schemas.openxmlformats.org/officeDocument/2006/relationships/customXml" Target="../ink/ink738.xml"/><Relationship Id="rId8" Type="http://schemas.openxmlformats.org/officeDocument/2006/relationships/image" Target="../media/image686.png"/><Relationship Id="rId98" Type="http://schemas.openxmlformats.org/officeDocument/2006/relationships/customXml" Target="../ink/ink737.xml"/><Relationship Id="rId121" Type="http://schemas.openxmlformats.org/officeDocument/2006/relationships/image" Target="../media/image742.png"/><Relationship Id="rId142" Type="http://schemas.openxmlformats.org/officeDocument/2006/relationships/customXml" Target="../ink/ink759.xml"/><Relationship Id="rId163" Type="http://schemas.openxmlformats.org/officeDocument/2006/relationships/image" Target="../media/image762.png"/><Relationship Id="rId184" Type="http://schemas.openxmlformats.org/officeDocument/2006/relationships/customXml" Target="../ink/ink780.xml"/><Relationship Id="rId219" Type="http://schemas.openxmlformats.org/officeDocument/2006/relationships/image" Target="../media/image133.png"/><Relationship Id="rId230" Type="http://schemas.openxmlformats.org/officeDocument/2006/relationships/customXml" Target="../ink/ink803.xml"/><Relationship Id="rId25" Type="http://schemas.openxmlformats.org/officeDocument/2006/relationships/customXml" Target="../ink/ink700.xml"/><Relationship Id="rId46" Type="http://schemas.openxmlformats.org/officeDocument/2006/relationships/image" Target="../media/image705.png"/><Relationship Id="rId67" Type="http://schemas.openxmlformats.org/officeDocument/2006/relationships/customXml" Target="../ink/ink721.xml"/><Relationship Id="rId116" Type="http://schemas.openxmlformats.org/officeDocument/2006/relationships/customXml" Target="../ink/ink746.xml"/><Relationship Id="rId137" Type="http://schemas.openxmlformats.org/officeDocument/2006/relationships/image" Target="../media/image750.png"/><Relationship Id="rId158" Type="http://schemas.openxmlformats.org/officeDocument/2006/relationships/customXml" Target="../ink/ink767.xml"/><Relationship Id="rId20" Type="http://schemas.openxmlformats.org/officeDocument/2006/relationships/image" Target="../media/image692.png"/><Relationship Id="rId41" Type="http://schemas.openxmlformats.org/officeDocument/2006/relationships/customXml" Target="../ink/ink708.xml"/><Relationship Id="rId62" Type="http://schemas.openxmlformats.org/officeDocument/2006/relationships/image" Target="../media/image713.png"/><Relationship Id="rId83" Type="http://schemas.openxmlformats.org/officeDocument/2006/relationships/customXml" Target="../ink/ink729.xml"/><Relationship Id="rId88" Type="http://schemas.openxmlformats.org/officeDocument/2006/relationships/image" Target="../media/image726.png"/><Relationship Id="rId111" Type="http://schemas.openxmlformats.org/officeDocument/2006/relationships/image" Target="../media/image737.png"/><Relationship Id="rId132" Type="http://schemas.openxmlformats.org/officeDocument/2006/relationships/customXml" Target="../ink/ink754.xml"/><Relationship Id="rId153" Type="http://schemas.openxmlformats.org/officeDocument/2006/relationships/image" Target="../media/image757.png"/><Relationship Id="rId174" Type="http://schemas.openxmlformats.org/officeDocument/2006/relationships/customXml" Target="../ink/ink775.xml"/><Relationship Id="rId179" Type="http://schemas.openxmlformats.org/officeDocument/2006/relationships/image" Target="../media/image770.png"/><Relationship Id="rId195" Type="http://schemas.openxmlformats.org/officeDocument/2006/relationships/image" Target="../media/image778.png"/><Relationship Id="rId209" Type="http://schemas.openxmlformats.org/officeDocument/2006/relationships/image" Target="../media/image785.png"/><Relationship Id="rId190" Type="http://schemas.openxmlformats.org/officeDocument/2006/relationships/customXml" Target="../ink/ink783.xml"/><Relationship Id="rId204" Type="http://schemas.openxmlformats.org/officeDocument/2006/relationships/customXml" Target="../ink/ink790.xml"/><Relationship Id="rId220" Type="http://schemas.openxmlformats.org/officeDocument/2006/relationships/customXml" Target="../ink/ink798.xml"/><Relationship Id="rId225" Type="http://schemas.openxmlformats.org/officeDocument/2006/relationships/image" Target="../media/image792.png"/><Relationship Id="rId15" Type="http://schemas.openxmlformats.org/officeDocument/2006/relationships/customXml" Target="../ink/ink695.xml"/><Relationship Id="rId36" Type="http://schemas.openxmlformats.org/officeDocument/2006/relationships/image" Target="../media/image700.png"/><Relationship Id="rId57" Type="http://schemas.openxmlformats.org/officeDocument/2006/relationships/customXml" Target="../ink/ink716.xml"/><Relationship Id="rId106" Type="http://schemas.openxmlformats.org/officeDocument/2006/relationships/customXml" Target="../ink/ink741.xml"/><Relationship Id="rId127" Type="http://schemas.openxmlformats.org/officeDocument/2006/relationships/image" Target="../media/image745.png"/><Relationship Id="rId10" Type="http://schemas.openxmlformats.org/officeDocument/2006/relationships/image" Target="../media/image687.png"/><Relationship Id="rId31" Type="http://schemas.openxmlformats.org/officeDocument/2006/relationships/customXml" Target="../ink/ink703.xml"/><Relationship Id="rId52" Type="http://schemas.openxmlformats.org/officeDocument/2006/relationships/image" Target="../media/image708.png"/><Relationship Id="rId73" Type="http://schemas.openxmlformats.org/officeDocument/2006/relationships/customXml" Target="../ink/ink724.xml"/><Relationship Id="rId78" Type="http://schemas.openxmlformats.org/officeDocument/2006/relationships/image" Target="../media/image721.png"/><Relationship Id="rId94" Type="http://schemas.openxmlformats.org/officeDocument/2006/relationships/customXml" Target="../ink/ink735.xml"/><Relationship Id="rId99" Type="http://schemas.openxmlformats.org/officeDocument/2006/relationships/image" Target="../media/image731.png"/><Relationship Id="rId101" Type="http://schemas.openxmlformats.org/officeDocument/2006/relationships/image" Target="../media/image732.png"/><Relationship Id="rId122" Type="http://schemas.openxmlformats.org/officeDocument/2006/relationships/customXml" Target="../ink/ink749.xml"/><Relationship Id="rId143" Type="http://schemas.openxmlformats.org/officeDocument/2006/relationships/image" Target="../media/image753.png"/><Relationship Id="rId148" Type="http://schemas.openxmlformats.org/officeDocument/2006/relationships/customXml" Target="../ink/ink762.xml"/><Relationship Id="rId164" Type="http://schemas.openxmlformats.org/officeDocument/2006/relationships/customXml" Target="../ink/ink770.xml"/><Relationship Id="rId169" Type="http://schemas.openxmlformats.org/officeDocument/2006/relationships/image" Target="../media/image765.png"/><Relationship Id="rId185" Type="http://schemas.openxmlformats.org/officeDocument/2006/relationships/image" Target="../media/image773.png"/><Relationship Id="rId4" Type="http://schemas.openxmlformats.org/officeDocument/2006/relationships/image" Target="../media/image684.png"/><Relationship Id="rId9" Type="http://schemas.openxmlformats.org/officeDocument/2006/relationships/customXml" Target="../ink/ink692.xml"/><Relationship Id="rId180" Type="http://schemas.openxmlformats.org/officeDocument/2006/relationships/customXml" Target="../ink/ink778.xml"/><Relationship Id="rId210" Type="http://schemas.openxmlformats.org/officeDocument/2006/relationships/customXml" Target="../ink/ink793.xml"/><Relationship Id="rId215" Type="http://schemas.openxmlformats.org/officeDocument/2006/relationships/image" Target="../media/image788.png"/><Relationship Id="rId26" Type="http://schemas.openxmlformats.org/officeDocument/2006/relationships/image" Target="../media/image695.png"/><Relationship Id="rId231" Type="http://schemas.openxmlformats.org/officeDocument/2006/relationships/image" Target="../media/image795.png"/><Relationship Id="rId47" Type="http://schemas.openxmlformats.org/officeDocument/2006/relationships/customXml" Target="../ink/ink711.xml"/><Relationship Id="rId68" Type="http://schemas.openxmlformats.org/officeDocument/2006/relationships/image" Target="../media/image716.png"/><Relationship Id="rId89" Type="http://schemas.openxmlformats.org/officeDocument/2006/relationships/customXml" Target="../ink/ink732.xml"/><Relationship Id="rId112" Type="http://schemas.openxmlformats.org/officeDocument/2006/relationships/customXml" Target="../ink/ink744.xml"/><Relationship Id="rId133" Type="http://schemas.openxmlformats.org/officeDocument/2006/relationships/image" Target="../media/image748.png"/><Relationship Id="rId154" Type="http://schemas.openxmlformats.org/officeDocument/2006/relationships/customXml" Target="../ink/ink765.xml"/><Relationship Id="rId175" Type="http://schemas.openxmlformats.org/officeDocument/2006/relationships/image" Target="../media/image768.png"/><Relationship Id="rId196" Type="http://schemas.openxmlformats.org/officeDocument/2006/relationships/customXml" Target="../ink/ink786.xml"/><Relationship Id="rId200" Type="http://schemas.openxmlformats.org/officeDocument/2006/relationships/customXml" Target="../ink/ink788.xml"/><Relationship Id="rId16" Type="http://schemas.openxmlformats.org/officeDocument/2006/relationships/image" Target="../media/image690.png"/><Relationship Id="rId221" Type="http://schemas.openxmlformats.org/officeDocument/2006/relationships/image" Target="../media/image790.png"/><Relationship Id="rId37" Type="http://schemas.openxmlformats.org/officeDocument/2006/relationships/customXml" Target="../ink/ink706.xml"/><Relationship Id="rId58" Type="http://schemas.openxmlformats.org/officeDocument/2006/relationships/image" Target="../media/image711.png"/><Relationship Id="rId79" Type="http://schemas.openxmlformats.org/officeDocument/2006/relationships/customXml" Target="../ink/ink727.xml"/><Relationship Id="rId102" Type="http://schemas.openxmlformats.org/officeDocument/2006/relationships/customXml" Target="../ink/ink739.xml"/><Relationship Id="rId123" Type="http://schemas.openxmlformats.org/officeDocument/2006/relationships/image" Target="../media/image743.png"/><Relationship Id="rId144" Type="http://schemas.openxmlformats.org/officeDocument/2006/relationships/customXml" Target="../ink/ink760.xml"/><Relationship Id="rId90" Type="http://schemas.openxmlformats.org/officeDocument/2006/relationships/customXml" Target="../ink/ink733.xml"/><Relationship Id="rId165" Type="http://schemas.openxmlformats.org/officeDocument/2006/relationships/image" Target="../media/image763.png"/><Relationship Id="rId186" Type="http://schemas.openxmlformats.org/officeDocument/2006/relationships/customXml" Target="../ink/ink781.xml"/><Relationship Id="rId211" Type="http://schemas.openxmlformats.org/officeDocument/2006/relationships/image" Target="../media/image786.png"/><Relationship Id="rId27" Type="http://schemas.openxmlformats.org/officeDocument/2006/relationships/customXml" Target="../ink/ink701.xml"/><Relationship Id="rId48" Type="http://schemas.openxmlformats.org/officeDocument/2006/relationships/image" Target="../media/image706.png"/><Relationship Id="rId69" Type="http://schemas.openxmlformats.org/officeDocument/2006/relationships/customXml" Target="../ink/ink722.xml"/><Relationship Id="rId113" Type="http://schemas.openxmlformats.org/officeDocument/2006/relationships/image" Target="../media/image738.png"/><Relationship Id="rId134" Type="http://schemas.openxmlformats.org/officeDocument/2006/relationships/customXml" Target="../ink/ink755.xml"/><Relationship Id="rId80" Type="http://schemas.openxmlformats.org/officeDocument/2006/relationships/image" Target="../media/image722.png"/><Relationship Id="rId155" Type="http://schemas.openxmlformats.org/officeDocument/2006/relationships/image" Target="../media/image758.png"/><Relationship Id="rId176" Type="http://schemas.openxmlformats.org/officeDocument/2006/relationships/customXml" Target="../ink/ink776.xml"/><Relationship Id="rId197" Type="http://schemas.openxmlformats.org/officeDocument/2006/relationships/image" Target="../media/image779.png"/><Relationship Id="rId201" Type="http://schemas.openxmlformats.org/officeDocument/2006/relationships/image" Target="../media/image781.png"/><Relationship Id="rId222" Type="http://schemas.openxmlformats.org/officeDocument/2006/relationships/customXml" Target="../ink/ink799.xml"/><Relationship Id="rId17" Type="http://schemas.openxmlformats.org/officeDocument/2006/relationships/customXml" Target="../ink/ink696.xml"/><Relationship Id="rId38" Type="http://schemas.openxmlformats.org/officeDocument/2006/relationships/image" Target="../media/image701.png"/><Relationship Id="rId59" Type="http://schemas.openxmlformats.org/officeDocument/2006/relationships/customXml" Target="../ink/ink717.xml"/><Relationship Id="rId103" Type="http://schemas.openxmlformats.org/officeDocument/2006/relationships/image" Target="../media/image733.png"/><Relationship Id="rId124" Type="http://schemas.openxmlformats.org/officeDocument/2006/relationships/customXml" Target="../ink/ink750.xml"/><Relationship Id="rId70" Type="http://schemas.openxmlformats.org/officeDocument/2006/relationships/image" Target="../media/image717.png"/><Relationship Id="rId91" Type="http://schemas.openxmlformats.org/officeDocument/2006/relationships/image" Target="../media/image727.png"/><Relationship Id="rId145" Type="http://schemas.openxmlformats.org/officeDocument/2006/relationships/image" Target="../media/image754.png"/><Relationship Id="rId166" Type="http://schemas.openxmlformats.org/officeDocument/2006/relationships/customXml" Target="../ink/ink771.xml"/><Relationship Id="rId187" Type="http://schemas.openxmlformats.org/officeDocument/2006/relationships/image" Target="../media/image774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794.xml"/><Relationship Id="rId28" Type="http://schemas.openxmlformats.org/officeDocument/2006/relationships/image" Target="../media/image696.png"/><Relationship Id="rId49" Type="http://schemas.openxmlformats.org/officeDocument/2006/relationships/customXml" Target="../ink/ink712.xml"/><Relationship Id="rId114" Type="http://schemas.openxmlformats.org/officeDocument/2006/relationships/customXml" Target="../ink/ink745.xml"/><Relationship Id="rId60" Type="http://schemas.openxmlformats.org/officeDocument/2006/relationships/image" Target="../media/image712.png"/><Relationship Id="rId81" Type="http://schemas.openxmlformats.org/officeDocument/2006/relationships/customXml" Target="../ink/ink728.xml"/><Relationship Id="rId135" Type="http://schemas.openxmlformats.org/officeDocument/2006/relationships/image" Target="../media/image749.png"/><Relationship Id="rId156" Type="http://schemas.openxmlformats.org/officeDocument/2006/relationships/customXml" Target="../ink/ink766.xml"/><Relationship Id="rId177" Type="http://schemas.openxmlformats.org/officeDocument/2006/relationships/image" Target="../media/image769.png"/><Relationship Id="rId198" Type="http://schemas.openxmlformats.org/officeDocument/2006/relationships/customXml" Target="../ink/ink787.xml"/><Relationship Id="rId202" Type="http://schemas.openxmlformats.org/officeDocument/2006/relationships/customXml" Target="../ink/ink789.xml"/><Relationship Id="rId223" Type="http://schemas.openxmlformats.org/officeDocument/2006/relationships/image" Target="../media/image791.png"/><Relationship Id="rId18" Type="http://schemas.openxmlformats.org/officeDocument/2006/relationships/image" Target="../media/image691.png"/><Relationship Id="rId39" Type="http://schemas.openxmlformats.org/officeDocument/2006/relationships/customXml" Target="../ink/ink707.xml"/><Relationship Id="rId50" Type="http://schemas.openxmlformats.org/officeDocument/2006/relationships/image" Target="../media/image707.png"/><Relationship Id="rId104" Type="http://schemas.openxmlformats.org/officeDocument/2006/relationships/customXml" Target="../ink/ink740.xml"/><Relationship Id="rId125" Type="http://schemas.openxmlformats.org/officeDocument/2006/relationships/image" Target="../media/image744.png"/><Relationship Id="rId146" Type="http://schemas.openxmlformats.org/officeDocument/2006/relationships/customXml" Target="../ink/ink761.xml"/><Relationship Id="rId167" Type="http://schemas.openxmlformats.org/officeDocument/2006/relationships/image" Target="../media/image764.png"/><Relationship Id="rId188" Type="http://schemas.openxmlformats.org/officeDocument/2006/relationships/customXml" Target="../ink/ink782.xml"/><Relationship Id="rId71" Type="http://schemas.openxmlformats.org/officeDocument/2006/relationships/customXml" Target="../ink/ink723.xml"/><Relationship Id="rId92" Type="http://schemas.openxmlformats.org/officeDocument/2006/relationships/customXml" Target="../ink/ink734.xml"/><Relationship Id="rId213" Type="http://schemas.openxmlformats.org/officeDocument/2006/relationships/image" Target="../media/image787.png"/><Relationship Id="rId2" Type="http://schemas.openxmlformats.org/officeDocument/2006/relationships/image" Target="../media/image73.png"/><Relationship Id="rId29" Type="http://schemas.openxmlformats.org/officeDocument/2006/relationships/customXml" Target="../ink/ink702.xml"/><Relationship Id="rId40" Type="http://schemas.openxmlformats.org/officeDocument/2006/relationships/image" Target="../media/image702.png"/><Relationship Id="rId115" Type="http://schemas.openxmlformats.org/officeDocument/2006/relationships/image" Target="../media/image739.png"/><Relationship Id="rId136" Type="http://schemas.openxmlformats.org/officeDocument/2006/relationships/customXml" Target="../ink/ink756.xml"/><Relationship Id="rId157" Type="http://schemas.openxmlformats.org/officeDocument/2006/relationships/image" Target="../media/image759.png"/><Relationship Id="rId178" Type="http://schemas.openxmlformats.org/officeDocument/2006/relationships/customXml" Target="../ink/ink777.xml"/><Relationship Id="rId61" Type="http://schemas.openxmlformats.org/officeDocument/2006/relationships/customXml" Target="../ink/ink718.xml"/><Relationship Id="rId82" Type="http://schemas.openxmlformats.org/officeDocument/2006/relationships/image" Target="../media/image723.png"/><Relationship Id="rId199" Type="http://schemas.openxmlformats.org/officeDocument/2006/relationships/image" Target="../media/image780.png"/><Relationship Id="rId203" Type="http://schemas.openxmlformats.org/officeDocument/2006/relationships/image" Target="../media/image782.png"/><Relationship Id="rId19" Type="http://schemas.openxmlformats.org/officeDocument/2006/relationships/customXml" Target="../ink/ink697.xml"/><Relationship Id="rId224" Type="http://schemas.openxmlformats.org/officeDocument/2006/relationships/customXml" Target="../ink/ink800.xml"/><Relationship Id="rId30" Type="http://schemas.openxmlformats.org/officeDocument/2006/relationships/image" Target="../media/image697.png"/><Relationship Id="rId105" Type="http://schemas.openxmlformats.org/officeDocument/2006/relationships/image" Target="../media/image734.png"/><Relationship Id="rId126" Type="http://schemas.openxmlformats.org/officeDocument/2006/relationships/customXml" Target="../ink/ink751.xml"/><Relationship Id="rId147" Type="http://schemas.openxmlformats.org/officeDocument/2006/relationships/image" Target="../media/image755.png"/><Relationship Id="rId168" Type="http://schemas.openxmlformats.org/officeDocument/2006/relationships/customXml" Target="../ink/ink772.xml"/><Relationship Id="rId51" Type="http://schemas.openxmlformats.org/officeDocument/2006/relationships/customXml" Target="../ink/ink713.xml"/><Relationship Id="rId72" Type="http://schemas.openxmlformats.org/officeDocument/2006/relationships/image" Target="../media/image718.png"/><Relationship Id="rId93" Type="http://schemas.openxmlformats.org/officeDocument/2006/relationships/image" Target="../media/image728.png"/><Relationship Id="rId189" Type="http://schemas.openxmlformats.org/officeDocument/2006/relationships/image" Target="../media/image775.png"/><Relationship Id="rId3" Type="http://schemas.openxmlformats.org/officeDocument/2006/relationships/customXml" Target="../ink/ink689.xml"/><Relationship Id="rId214" Type="http://schemas.openxmlformats.org/officeDocument/2006/relationships/customXml" Target="../ink/ink79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3.png"/><Relationship Id="rId21" Type="http://schemas.openxmlformats.org/officeDocument/2006/relationships/image" Target="../media/image805.png"/><Relationship Id="rId42" Type="http://schemas.openxmlformats.org/officeDocument/2006/relationships/customXml" Target="../ink/ink824.xml"/><Relationship Id="rId63" Type="http://schemas.openxmlformats.org/officeDocument/2006/relationships/image" Target="../media/image826.png"/><Relationship Id="rId84" Type="http://schemas.openxmlformats.org/officeDocument/2006/relationships/customXml" Target="../ink/ink845.xml"/><Relationship Id="rId138" Type="http://schemas.openxmlformats.org/officeDocument/2006/relationships/customXml" Target="../ink/ink872.xml"/><Relationship Id="rId159" Type="http://schemas.openxmlformats.org/officeDocument/2006/relationships/image" Target="../media/image874.png"/><Relationship Id="rId107" Type="http://schemas.openxmlformats.org/officeDocument/2006/relationships/image" Target="../media/image848.png"/><Relationship Id="rId11" Type="http://schemas.openxmlformats.org/officeDocument/2006/relationships/image" Target="../media/image800.png"/><Relationship Id="rId32" Type="http://schemas.openxmlformats.org/officeDocument/2006/relationships/customXml" Target="../ink/ink819.xml"/><Relationship Id="rId53" Type="http://schemas.openxmlformats.org/officeDocument/2006/relationships/image" Target="../media/image821.png"/><Relationship Id="rId74" Type="http://schemas.openxmlformats.org/officeDocument/2006/relationships/customXml" Target="../ink/ink840.xml"/><Relationship Id="rId128" Type="http://schemas.openxmlformats.org/officeDocument/2006/relationships/customXml" Target="../ink/ink867.xml"/><Relationship Id="rId149" Type="http://schemas.openxmlformats.org/officeDocument/2006/relationships/image" Target="../media/image869.png"/><Relationship Id="rId5" Type="http://schemas.openxmlformats.org/officeDocument/2006/relationships/image" Target="../media/image797.png"/><Relationship Id="rId95" Type="http://schemas.openxmlformats.org/officeDocument/2006/relationships/image" Target="../media/image842.png"/><Relationship Id="rId22" Type="http://schemas.openxmlformats.org/officeDocument/2006/relationships/customXml" Target="../ink/ink814.xml"/><Relationship Id="rId43" Type="http://schemas.openxmlformats.org/officeDocument/2006/relationships/image" Target="../media/image816.png"/><Relationship Id="rId64" Type="http://schemas.openxmlformats.org/officeDocument/2006/relationships/customXml" Target="../ink/ink835.xml"/><Relationship Id="rId118" Type="http://schemas.openxmlformats.org/officeDocument/2006/relationships/customXml" Target="../ink/ink862.xml"/><Relationship Id="rId139" Type="http://schemas.openxmlformats.org/officeDocument/2006/relationships/image" Target="../media/image864.png"/><Relationship Id="rId80" Type="http://schemas.openxmlformats.org/officeDocument/2006/relationships/customXml" Target="../ink/ink843.xml"/><Relationship Id="rId85" Type="http://schemas.openxmlformats.org/officeDocument/2006/relationships/image" Target="../media/image837.png"/><Relationship Id="rId150" Type="http://schemas.openxmlformats.org/officeDocument/2006/relationships/customXml" Target="../ink/ink878.xml"/><Relationship Id="rId155" Type="http://schemas.openxmlformats.org/officeDocument/2006/relationships/image" Target="../media/image872.png"/><Relationship Id="rId12" Type="http://schemas.openxmlformats.org/officeDocument/2006/relationships/customXml" Target="../ink/ink809.xml"/><Relationship Id="rId17" Type="http://schemas.openxmlformats.org/officeDocument/2006/relationships/image" Target="../media/image803.png"/><Relationship Id="rId33" Type="http://schemas.openxmlformats.org/officeDocument/2006/relationships/image" Target="../media/image811.png"/><Relationship Id="rId38" Type="http://schemas.openxmlformats.org/officeDocument/2006/relationships/customXml" Target="../ink/ink822.xml"/><Relationship Id="rId59" Type="http://schemas.openxmlformats.org/officeDocument/2006/relationships/image" Target="../media/image824.png"/><Relationship Id="rId103" Type="http://schemas.openxmlformats.org/officeDocument/2006/relationships/image" Target="../media/image846.png"/><Relationship Id="rId108" Type="http://schemas.openxmlformats.org/officeDocument/2006/relationships/customXml" Target="../ink/ink857.xml"/><Relationship Id="rId124" Type="http://schemas.openxmlformats.org/officeDocument/2006/relationships/customXml" Target="../ink/ink865.xml"/><Relationship Id="rId129" Type="http://schemas.openxmlformats.org/officeDocument/2006/relationships/image" Target="../media/image859.png"/><Relationship Id="rId54" Type="http://schemas.openxmlformats.org/officeDocument/2006/relationships/customXml" Target="../ink/ink830.xml"/><Relationship Id="rId70" Type="http://schemas.openxmlformats.org/officeDocument/2006/relationships/customXml" Target="../ink/ink838.xml"/><Relationship Id="rId75" Type="http://schemas.openxmlformats.org/officeDocument/2006/relationships/image" Target="../media/image832.png"/><Relationship Id="rId91" Type="http://schemas.openxmlformats.org/officeDocument/2006/relationships/image" Target="../media/image840.png"/><Relationship Id="rId96" Type="http://schemas.openxmlformats.org/officeDocument/2006/relationships/customXml" Target="../ink/ink851.xml"/><Relationship Id="rId140" Type="http://schemas.openxmlformats.org/officeDocument/2006/relationships/customXml" Target="../ink/ink873.xml"/><Relationship Id="rId145" Type="http://schemas.openxmlformats.org/officeDocument/2006/relationships/image" Target="../media/image86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06.xml"/><Relationship Id="rId23" Type="http://schemas.openxmlformats.org/officeDocument/2006/relationships/image" Target="../media/image806.png"/><Relationship Id="rId28" Type="http://schemas.openxmlformats.org/officeDocument/2006/relationships/customXml" Target="../ink/ink817.xml"/><Relationship Id="rId49" Type="http://schemas.openxmlformats.org/officeDocument/2006/relationships/image" Target="../media/image819.png"/><Relationship Id="rId114" Type="http://schemas.openxmlformats.org/officeDocument/2006/relationships/customXml" Target="../ink/ink860.xml"/><Relationship Id="rId119" Type="http://schemas.openxmlformats.org/officeDocument/2006/relationships/image" Target="../media/image854.png"/><Relationship Id="rId44" Type="http://schemas.openxmlformats.org/officeDocument/2006/relationships/customXml" Target="../ink/ink825.xml"/><Relationship Id="rId60" Type="http://schemas.openxmlformats.org/officeDocument/2006/relationships/customXml" Target="../ink/ink833.xml"/><Relationship Id="rId65" Type="http://schemas.openxmlformats.org/officeDocument/2006/relationships/image" Target="../media/image827.png"/><Relationship Id="rId81" Type="http://schemas.openxmlformats.org/officeDocument/2006/relationships/image" Target="../media/image835.png"/><Relationship Id="rId86" Type="http://schemas.openxmlformats.org/officeDocument/2006/relationships/customXml" Target="../ink/ink846.xml"/><Relationship Id="rId130" Type="http://schemas.openxmlformats.org/officeDocument/2006/relationships/customXml" Target="../ink/ink868.xml"/><Relationship Id="rId135" Type="http://schemas.openxmlformats.org/officeDocument/2006/relationships/image" Target="../media/image862.png"/><Relationship Id="rId151" Type="http://schemas.openxmlformats.org/officeDocument/2006/relationships/image" Target="../media/image870.png"/><Relationship Id="rId156" Type="http://schemas.openxmlformats.org/officeDocument/2006/relationships/customXml" Target="../ink/ink881.xml"/><Relationship Id="rId13" Type="http://schemas.openxmlformats.org/officeDocument/2006/relationships/image" Target="../media/image801.png"/><Relationship Id="rId18" Type="http://schemas.openxmlformats.org/officeDocument/2006/relationships/customXml" Target="../ink/ink812.xml"/><Relationship Id="rId39" Type="http://schemas.openxmlformats.org/officeDocument/2006/relationships/image" Target="../media/image814.png"/><Relationship Id="rId109" Type="http://schemas.openxmlformats.org/officeDocument/2006/relationships/image" Target="../media/image849.png"/><Relationship Id="rId34" Type="http://schemas.openxmlformats.org/officeDocument/2006/relationships/customXml" Target="../ink/ink820.xml"/><Relationship Id="rId50" Type="http://schemas.openxmlformats.org/officeDocument/2006/relationships/customXml" Target="../ink/ink828.xml"/><Relationship Id="rId55" Type="http://schemas.openxmlformats.org/officeDocument/2006/relationships/image" Target="../media/image822.png"/><Relationship Id="rId76" Type="http://schemas.openxmlformats.org/officeDocument/2006/relationships/customXml" Target="../ink/ink841.xml"/><Relationship Id="rId97" Type="http://schemas.openxmlformats.org/officeDocument/2006/relationships/image" Target="../media/image843.png"/><Relationship Id="rId104" Type="http://schemas.openxmlformats.org/officeDocument/2006/relationships/customXml" Target="../ink/ink855.xml"/><Relationship Id="rId120" Type="http://schemas.openxmlformats.org/officeDocument/2006/relationships/customXml" Target="../ink/ink863.xml"/><Relationship Id="rId125" Type="http://schemas.openxmlformats.org/officeDocument/2006/relationships/image" Target="../media/image857.png"/><Relationship Id="rId141" Type="http://schemas.openxmlformats.org/officeDocument/2006/relationships/image" Target="../media/image865.png"/><Relationship Id="rId146" Type="http://schemas.openxmlformats.org/officeDocument/2006/relationships/customXml" Target="../ink/ink876.xml"/><Relationship Id="rId7" Type="http://schemas.openxmlformats.org/officeDocument/2006/relationships/image" Target="../media/image798.png"/><Relationship Id="rId71" Type="http://schemas.openxmlformats.org/officeDocument/2006/relationships/image" Target="../media/image830.png"/><Relationship Id="rId92" Type="http://schemas.openxmlformats.org/officeDocument/2006/relationships/customXml" Target="../ink/ink849.xml"/><Relationship Id="rId2" Type="http://schemas.openxmlformats.org/officeDocument/2006/relationships/customXml" Target="../ink/ink804.xml"/><Relationship Id="rId29" Type="http://schemas.openxmlformats.org/officeDocument/2006/relationships/image" Target="../media/image809.png"/><Relationship Id="rId24" Type="http://schemas.openxmlformats.org/officeDocument/2006/relationships/customXml" Target="../ink/ink815.xml"/><Relationship Id="rId40" Type="http://schemas.openxmlformats.org/officeDocument/2006/relationships/customXml" Target="../ink/ink823.xml"/><Relationship Id="rId45" Type="http://schemas.openxmlformats.org/officeDocument/2006/relationships/image" Target="../media/image817.png"/><Relationship Id="rId66" Type="http://schemas.openxmlformats.org/officeDocument/2006/relationships/customXml" Target="../ink/ink836.xml"/><Relationship Id="rId87" Type="http://schemas.openxmlformats.org/officeDocument/2006/relationships/image" Target="../media/image838.png"/><Relationship Id="rId110" Type="http://schemas.openxmlformats.org/officeDocument/2006/relationships/customXml" Target="../ink/ink858.xml"/><Relationship Id="rId115" Type="http://schemas.openxmlformats.org/officeDocument/2006/relationships/image" Target="../media/image852.png"/><Relationship Id="rId131" Type="http://schemas.openxmlformats.org/officeDocument/2006/relationships/image" Target="../media/image860.png"/><Relationship Id="rId136" Type="http://schemas.openxmlformats.org/officeDocument/2006/relationships/customXml" Target="../ink/ink871.xml"/><Relationship Id="rId157" Type="http://schemas.openxmlformats.org/officeDocument/2006/relationships/image" Target="../media/image873.png"/><Relationship Id="rId61" Type="http://schemas.openxmlformats.org/officeDocument/2006/relationships/image" Target="../media/image825.png"/><Relationship Id="rId82" Type="http://schemas.openxmlformats.org/officeDocument/2006/relationships/customXml" Target="../ink/ink844.xml"/><Relationship Id="rId152" Type="http://schemas.openxmlformats.org/officeDocument/2006/relationships/customXml" Target="../ink/ink879.xml"/><Relationship Id="rId19" Type="http://schemas.openxmlformats.org/officeDocument/2006/relationships/image" Target="../media/image804.png"/><Relationship Id="rId14" Type="http://schemas.openxmlformats.org/officeDocument/2006/relationships/customXml" Target="../ink/ink810.xml"/><Relationship Id="rId30" Type="http://schemas.openxmlformats.org/officeDocument/2006/relationships/customXml" Target="../ink/ink818.xml"/><Relationship Id="rId35" Type="http://schemas.openxmlformats.org/officeDocument/2006/relationships/image" Target="../media/image812.png"/><Relationship Id="rId56" Type="http://schemas.openxmlformats.org/officeDocument/2006/relationships/customXml" Target="../ink/ink831.xml"/><Relationship Id="rId77" Type="http://schemas.openxmlformats.org/officeDocument/2006/relationships/image" Target="../media/image833.png"/><Relationship Id="rId100" Type="http://schemas.openxmlformats.org/officeDocument/2006/relationships/customXml" Target="../ink/ink853.xml"/><Relationship Id="rId105" Type="http://schemas.openxmlformats.org/officeDocument/2006/relationships/image" Target="../media/image847.png"/><Relationship Id="rId126" Type="http://schemas.openxmlformats.org/officeDocument/2006/relationships/customXml" Target="../ink/ink866.xml"/><Relationship Id="rId147" Type="http://schemas.openxmlformats.org/officeDocument/2006/relationships/image" Target="../media/image868.png"/><Relationship Id="rId8" Type="http://schemas.openxmlformats.org/officeDocument/2006/relationships/customXml" Target="../ink/ink807.xml"/><Relationship Id="rId51" Type="http://schemas.openxmlformats.org/officeDocument/2006/relationships/image" Target="../media/image820.png"/><Relationship Id="rId72" Type="http://schemas.openxmlformats.org/officeDocument/2006/relationships/customXml" Target="../ink/ink839.xml"/><Relationship Id="rId93" Type="http://schemas.openxmlformats.org/officeDocument/2006/relationships/image" Target="../media/image841.png"/><Relationship Id="rId98" Type="http://schemas.openxmlformats.org/officeDocument/2006/relationships/customXml" Target="../ink/ink852.xml"/><Relationship Id="rId121" Type="http://schemas.openxmlformats.org/officeDocument/2006/relationships/image" Target="../media/image855.png"/><Relationship Id="rId142" Type="http://schemas.openxmlformats.org/officeDocument/2006/relationships/customXml" Target="../ink/ink874.xml"/><Relationship Id="rId3" Type="http://schemas.openxmlformats.org/officeDocument/2006/relationships/image" Target="../media/image796.png"/><Relationship Id="rId25" Type="http://schemas.openxmlformats.org/officeDocument/2006/relationships/image" Target="../media/image807.png"/><Relationship Id="rId46" Type="http://schemas.openxmlformats.org/officeDocument/2006/relationships/customXml" Target="../ink/ink826.xml"/><Relationship Id="rId67" Type="http://schemas.openxmlformats.org/officeDocument/2006/relationships/image" Target="../media/image828.png"/><Relationship Id="rId116" Type="http://schemas.openxmlformats.org/officeDocument/2006/relationships/customXml" Target="../ink/ink861.xml"/><Relationship Id="rId137" Type="http://schemas.openxmlformats.org/officeDocument/2006/relationships/image" Target="../media/image863.png"/><Relationship Id="rId158" Type="http://schemas.openxmlformats.org/officeDocument/2006/relationships/customXml" Target="../ink/ink882.xml"/><Relationship Id="rId20" Type="http://schemas.openxmlformats.org/officeDocument/2006/relationships/customXml" Target="../ink/ink813.xml"/><Relationship Id="rId41" Type="http://schemas.openxmlformats.org/officeDocument/2006/relationships/image" Target="../media/image815.png"/><Relationship Id="rId62" Type="http://schemas.openxmlformats.org/officeDocument/2006/relationships/customXml" Target="../ink/ink834.xml"/><Relationship Id="rId83" Type="http://schemas.openxmlformats.org/officeDocument/2006/relationships/image" Target="../media/image836.png"/><Relationship Id="rId88" Type="http://schemas.openxmlformats.org/officeDocument/2006/relationships/customXml" Target="../ink/ink847.xml"/><Relationship Id="rId111" Type="http://schemas.openxmlformats.org/officeDocument/2006/relationships/image" Target="../media/image850.png"/><Relationship Id="rId132" Type="http://schemas.openxmlformats.org/officeDocument/2006/relationships/customXml" Target="../ink/ink869.xml"/><Relationship Id="rId153" Type="http://schemas.openxmlformats.org/officeDocument/2006/relationships/image" Target="../media/image871.png"/><Relationship Id="rId15" Type="http://schemas.openxmlformats.org/officeDocument/2006/relationships/image" Target="../media/image802.png"/><Relationship Id="rId36" Type="http://schemas.openxmlformats.org/officeDocument/2006/relationships/customXml" Target="../ink/ink821.xml"/><Relationship Id="rId57" Type="http://schemas.openxmlformats.org/officeDocument/2006/relationships/image" Target="../media/image823.png"/><Relationship Id="rId106" Type="http://schemas.openxmlformats.org/officeDocument/2006/relationships/customXml" Target="../ink/ink856.xml"/><Relationship Id="rId127" Type="http://schemas.openxmlformats.org/officeDocument/2006/relationships/image" Target="../media/image858.png"/><Relationship Id="rId10" Type="http://schemas.openxmlformats.org/officeDocument/2006/relationships/customXml" Target="../ink/ink808.xml"/><Relationship Id="rId31" Type="http://schemas.openxmlformats.org/officeDocument/2006/relationships/image" Target="../media/image810.png"/><Relationship Id="rId52" Type="http://schemas.openxmlformats.org/officeDocument/2006/relationships/customXml" Target="../ink/ink829.xml"/><Relationship Id="rId73" Type="http://schemas.openxmlformats.org/officeDocument/2006/relationships/image" Target="../media/image831.png"/><Relationship Id="rId78" Type="http://schemas.openxmlformats.org/officeDocument/2006/relationships/customXml" Target="../ink/ink842.xml"/><Relationship Id="rId94" Type="http://schemas.openxmlformats.org/officeDocument/2006/relationships/customXml" Target="../ink/ink850.xml"/><Relationship Id="rId99" Type="http://schemas.openxmlformats.org/officeDocument/2006/relationships/image" Target="../media/image844.png"/><Relationship Id="rId101" Type="http://schemas.openxmlformats.org/officeDocument/2006/relationships/image" Target="../media/image845.png"/><Relationship Id="rId122" Type="http://schemas.openxmlformats.org/officeDocument/2006/relationships/customXml" Target="../ink/ink864.xml"/><Relationship Id="rId143" Type="http://schemas.openxmlformats.org/officeDocument/2006/relationships/image" Target="../media/image866.png"/><Relationship Id="rId148" Type="http://schemas.openxmlformats.org/officeDocument/2006/relationships/customXml" Target="../ink/ink877.xml"/><Relationship Id="rId4" Type="http://schemas.openxmlformats.org/officeDocument/2006/relationships/customXml" Target="../ink/ink805.xml"/><Relationship Id="rId9" Type="http://schemas.openxmlformats.org/officeDocument/2006/relationships/image" Target="../media/image799.png"/><Relationship Id="rId26" Type="http://schemas.openxmlformats.org/officeDocument/2006/relationships/customXml" Target="../ink/ink816.xml"/><Relationship Id="rId47" Type="http://schemas.openxmlformats.org/officeDocument/2006/relationships/image" Target="../media/image818.png"/><Relationship Id="rId68" Type="http://schemas.openxmlformats.org/officeDocument/2006/relationships/customXml" Target="../ink/ink837.xml"/><Relationship Id="rId89" Type="http://schemas.openxmlformats.org/officeDocument/2006/relationships/image" Target="../media/image839.png"/><Relationship Id="rId112" Type="http://schemas.openxmlformats.org/officeDocument/2006/relationships/customXml" Target="../ink/ink859.xml"/><Relationship Id="rId133" Type="http://schemas.openxmlformats.org/officeDocument/2006/relationships/image" Target="../media/image861.png"/><Relationship Id="rId154" Type="http://schemas.openxmlformats.org/officeDocument/2006/relationships/customXml" Target="../ink/ink880.xml"/><Relationship Id="rId16" Type="http://schemas.openxmlformats.org/officeDocument/2006/relationships/customXml" Target="../ink/ink811.xml"/><Relationship Id="rId37" Type="http://schemas.openxmlformats.org/officeDocument/2006/relationships/image" Target="../media/image813.png"/><Relationship Id="rId58" Type="http://schemas.openxmlformats.org/officeDocument/2006/relationships/customXml" Target="../ink/ink832.xml"/><Relationship Id="rId79" Type="http://schemas.openxmlformats.org/officeDocument/2006/relationships/image" Target="../media/image834.png"/><Relationship Id="rId102" Type="http://schemas.openxmlformats.org/officeDocument/2006/relationships/customXml" Target="../ink/ink854.xml"/><Relationship Id="rId123" Type="http://schemas.openxmlformats.org/officeDocument/2006/relationships/image" Target="../media/image856.png"/><Relationship Id="rId144" Type="http://schemas.openxmlformats.org/officeDocument/2006/relationships/customXml" Target="../ink/ink875.xml"/><Relationship Id="rId90" Type="http://schemas.openxmlformats.org/officeDocument/2006/relationships/customXml" Target="../ink/ink848.xml"/><Relationship Id="rId27" Type="http://schemas.openxmlformats.org/officeDocument/2006/relationships/image" Target="../media/image808.png"/><Relationship Id="rId48" Type="http://schemas.openxmlformats.org/officeDocument/2006/relationships/customXml" Target="../ink/ink827.xml"/><Relationship Id="rId69" Type="http://schemas.openxmlformats.org/officeDocument/2006/relationships/image" Target="../media/image829.png"/><Relationship Id="rId113" Type="http://schemas.openxmlformats.org/officeDocument/2006/relationships/image" Target="../media/image851.png"/><Relationship Id="rId134" Type="http://schemas.openxmlformats.org/officeDocument/2006/relationships/customXml" Target="../ink/ink870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88.xml"/><Relationship Id="rId18" Type="http://schemas.openxmlformats.org/officeDocument/2006/relationships/image" Target="../media/image883.png"/><Relationship Id="rId26" Type="http://schemas.openxmlformats.org/officeDocument/2006/relationships/image" Target="../media/image887.png"/><Relationship Id="rId39" Type="http://schemas.openxmlformats.org/officeDocument/2006/relationships/customXml" Target="../ink/ink901.xml"/><Relationship Id="rId21" Type="http://schemas.openxmlformats.org/officeDocument/2006/relationships/customXml" Target="../ink/ink892.xml"/><Relationship Id="rId34" Type="http://schemas.openxmlformats.org/officeDocument/2006/relationships/image" Target="../media/image891.png"/><Relationship Id="rId42" Type="http://schemas.openxmlformats.org/officeDocument/2006/relationships/image" Target="../media/image895.png"/><Relationship Id="rId47" Type="http://schemas.openxmlformats.org/officeDocument/2006/relationships/customXml" Target="../ink/ink905.xml"/><Relationship Id="rId50" Type="http://schemas.openxmlformats.org/officeDocument/2006/relationships/image" Target="../media/image899.png"/><Relationship Id="rId55" Type="http://schemas.openxmlformats.org/officeDocument/2006/relationships/customXml" Target="../ink/ink909.xml"/><Relationship Id="rId7" Type="http://schemas.openxmlformats.org/officeDocument/2006/relationships/customXml" Target="../ink/ink885.xml"/><Relationship Id="rId2" Type="http://schemas.openxmlformats.org/officeDocument/2006/relationships/image" Target="../media/image875.png"/><Relationship Id="rId16" Type="http://schemas.openxmlformats.org/officeDocument/2006/relationships/image" Target="../media/image882.png"/><Relationship Id="rId29" Type="http://schemas.openxmlformats.org/officeDocument/2006/relationships/customXml" Target="../ink/ink896.xml"/><Relationship Id="rId11" Type="http://schemas.openxmlformats.org/officeDocument/2006/relationships/customXml" Target="../ink/ink887.xml"/><Relationship Id="rId24" Type="http://schemas.openxmlformats.org/officeDocument/2006/relationships/image" Target="../media/image886.png"/><Relationship Id="rId32" Type="http://schemas.openxmlformats.org/officeDocument/2006/relationships/image" Target="../media/image890.png"/><Relationship Id="rId37" Type="http://schemas.openxmlformats.org/officeDocument/2006/relationships/customXml" Target="../ink/ink900.xml"/><Relationship Id="rId40" Type="http://schemas.openxmlformats.org/officeDocument/2006/relationships/image" Target="../media/image894.png"/><Relationship Id="rId45" Type="http://schemas.openxmlformats.org/officeDocument/2006/relationships/customXml" Target="../ink/ink904.xml"/><Relationship Id="rId53" Type="http://schemas.openxmlformats.org/officeDocument/2006/relationships/customXml" Target="../ink/ink908.xml"/><Relationship Id="rId5" Type="http://schemas.openxmlformats.org/officeDocument/2006/relationships/customXml" Target="../ink/ink884.xml"/><Relationship Id="rId10" Type="http://schemas.openxmlformats.org/officeDocument/2006/relationships/image" Target="../media/image879.png"/><Relationship Id="rId19" Type="http://schemas.openxmlformats.org/officeDocument/2006/relationships/customXml" Target="../ink/ink891.xml"/><Relationship Id="rId31" Type="http://schemas.openxmlformats.org/officeDocument/2006/relationships/customXml" Target="../ink/ink897.xml"/><Relationship Id="rId44" Type="http://schemas.openxmlformats.org/officeDocument/2006/relationships/image" Target="../media/image896.png"/><Relationship Id="rId52" Type="http://schemas.openxmlformats.org/officeDocument/2006/relationships/image" Target="../media/image900.png"/><Relationship Id="rId4" Type="http://schemas.openxmlformats.org/officeDocument/2006/relationships/image" Target="../media/image876.png"/><Relationship Id="rId9" Type="http://schemas.openxmlformats.org/officeDocument/2006/relationships/customXml" Target="../ink/ink886.xml"/><Relationship Id="rId14" Type="http://schemas.openxmlformats.org/officeDocument/2006/relationships/image" Target="../media/image881.png"/><Relationship Id="rId22" Type="http://schemas.openxmlformats.org/officeDocument/2006/relationships/image" Target="../media/image885.png"/><Relationship Id="rId27" Type="http://schemas.openxmlformats.org/officeDocument/2006/relationships/customXml" Target="../ink/ink895.xml"/><Relationship Id="rId30" Type="http://schemas.openxmlformats.org/officeDocument/2006/relationships/image" Target="../media/image889.png"/><Relationship Id="rId35" Type="http://schemas.openxmlformats.org/officeDocument/2006/relationships/customXml" Target="../ink/ink899.xml"/><Relationship Id="rId43" Type="http://schemas.openxmlformats.org/officeDocument/2006/relationships/customXml" Target="../ink/ink903.xml"/><Relationship Id="rId48" Type="http://schemas.openxmlformats.org/officeDocument/2006/relationships/image" Target="../media/image898.png"/><Relationship Id="rId56" Type="http://schemas.openxmlformats.org/officeDocument/2006/relationships/image" Target="../media/image902.png"/><Relationship Id="rId8" Type="http://schemas.openxmlformats.org/officeDocument/2006/relationships/image" Target="../media/image878.png"/><Relationship Id="rId51" Type="http://schemas.openxmlformats.org/officeDocument/2006/relationships/customXml" Target="../ink/ink907.xml"/><Relationship Id="rId3" Type="http://schemas.openxmlformats.org/officeDocument/2006/relationships/customXml" Target="../ink/ink883.xml"/><Relationship Id="rId12" Type="http://schemas.openxmlformats.org/officeDocument/2006/relationships/image" Target="../media/image880.png"/><Relationship Id="rId17" Type="http://schemas.openxmlformats.org/officeDocument/2006/relationships/customXml" Target="../ink/ink890.xml"/><Relationship Id="rId25" Type="http://schemas.openxmlformats.org/officeDocument/2006/relationships/customXml" Target="../ink/ink894.xml"/><Relationship Id="rId33" Type="http://schemas.openxmlformats.org/officeDocument/2006/relationships/customXml" Target="../ink/ink898.xml"/><Relationship Id="rId38" Type="http://schemas.openxmlformats.org/officeDocument/2006/relationships/image" Target="../media/image893.png"/><Relationship Id="rId46" Type="http://schemas.openxmlformats.org/officeDocument/2006/relationships/image" Target="../media/image897.png"/><Relationship Id="rId20" Type="http://schemas.openxmlformats.org/officeDocument/2006/relationships/image" Target="../media/image884.png"/><Relationship Id="rId41" Type="http://schemas.openxmlformats.org/officeDocument/2006/relationships/customXml" Target="../ink/ink902.xml"/><Relationship Id="rId54" Type="http://schemas.openxmlformats.org/officeDocument/2006/relationships/image" Target="../media/image9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7.png"/><Relationship Id="rId15" Type="http://schemas.openxmlformats.org/officeDocument/2006/relationships/customXml" Target="../ink/ink889.xml"/><Relationship Id="rId23" Type="http://schemas.openxmlformats.org/officeDocument/2006/relationships/customXml" Target="../ink/ink893.xml"/><Relationship Id="rId28" Type="http://schemas.openxmlformats.org/officeDocument/2006/relationships/image" Target="../media/image888.png"/><Relationship Id="rId36" Type="http://schemas.openxmlformats.org/officeDocument/2006/relationships/image" Target="../media/image892.png"/><Relationship Id="rId49" Type="http://schemas.openxmlformats.org/officeDocument/2006/relationships/customXml" Target="../ink/ink906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60.png"/><Relationship Id="rId299" Type="http://schemas.openxmlformats.org/officeDocument/2006/relationships/image" Target="../media/image1050.png"/><Relationship Id="rId21" Type="http://schemas.openxmlformats.org/officeDocument/2006/relationships/image" Target="../media/image912.png"/><Relationship Id="rId63" Type="http://schemas.openxmlformats.org/officeDocument/2006/relationships/image" Target="../media/image933.png"/><Relationship Id="rId159" Type="http://schemas.openxmlformats.org/officeDocument/2006/relationships/image" Target="../media/image980.png"/><Relationship Id="rId170" Type="http://schemas.openxmlformats.org/officeDocument/2006/relationships/customXml" Target="../ink/ink994.xml"/><Relationship Id="rId226" Type="http://schemas.openxmlformats.org/officeDocument/2006/relationships/customXml" Target="../ink/ink1022.xml"/><Relationship Id="rId268" Type="http://schemas.openxmlformats.org/officeDocument/2006/relationships/customXml" Target="../ink/ink1043.xml"/><Relationship Id="rId32" Type="http://schemas.openxmlformats.org/officeDocument/2006/relationships/customXml" Target="../ink/ink925.xml"/><Relationship Id="rId74" Type="http://schemas.openxmlformats.org/officeDocument/2006/relationships/customXml" Target="../ink/ink946.xml"/><Relationship Id="rId128" Type="http://schemas.openxmlformats.org/officeDocument/2006/relationships/customXml" Target="../ink/ink973.xml"/><Relationship Id="rId5" Type="http://schemas.openxmlformats.org/officeDocument/2006/relationships/image" Target="../media/image904.png"/><Relationship Id="rId181" Type="http://schemas.openxmlformats.org/officeDocument/2006/relationships/image" Target="../media/image991.png"/><Relationship Id="rId237" Type="http://schemas.openxmlformats.org/officeDocument/2006/relationships/image" Target="../media/image1019.png"/><Relationship Id="rId279" Type="http://schemas.openxmlformats.org/officeDocument/2006/relationships/image" Target="../media/image1040.png"/><Relationship Id="rId43" Type="http://schemas.openxmlformats.org/officeDocument/2006/relationships/image" Target="../media/image923.png"/><Relationship Id="rId139" Type="http://schemas.openxmlformats.org/officeDocument/2006/relationships/image" Target="../media/image971.png"/><Relationship Id="rId290" Type="http://schemas.openxmlformats.org/officeDocument/2006/relationships/customXml" Target="../ink/ink1054.xml"/><Relationship Id="rId304" Type="http://schemas.openxmlformats.org/officeDocument/2006/relationships/customXml" Target="../ink/ink1061.xml"/><Relationship Id="rId85" Type="http://schemas.openxmlformats.org/officeDocument/2006/relationships/image" Target="../media/image944.png"/><Relationship Id="rId150" Type="http://schemas.openxmlformats.org/officeDocument/2006/relationships/customXml" Target="../ink/ink984.xml"/><Relationship Id="rId192" Type="http://schemas.openxmlformats.org/officeDocument/2006/relationships/customXml" Target="../ink/ink1005.xml"/><Relationship Id="rId206" Type="http://schemas.openxmlformats.org/officeDocument/2006/relationships/customXml" Target="../ink/ink1012.xml"/><Relationship Id="rId248" Type="http://schemas.openxmlformats.org/officeDocument/2006/relationships/customXml" Target="../ink/ink1033.xml"/><Relationship Id="rId12" Type="http://schemas.openxmlformats.org/officeDocument/2006/relationships/customXml" Target="../ink/ink915.xml"/><Relationship Id="rId108" Type="http://schemas.openxmlformats.org/officeDocument/2006/relationships/customXml" Target="../ink/ink963.xml"/><Relationship Id="rId54" Type="http://schemas.openxmlformats.org/officeDocument/2006/relationships/customXml" Target="../ink/ink936.xml"/><Relationship Id="rId96" Type="http://schemas.openxmlformats.org/officeDocument/2006/relationships/customXml" Target="../ink/ink957.xml"/><Relationship Id="rId161" Type="http://schemas.openxmlformats.org/officeDocument/2006/relationships/image" Target="../media/image981.png"/><Relationship Id="rId217" Type="http://schemas.openxmlformats.org/officeDocument/2006/relationships/image" Target="../media/image1009.png"/><Relationship Id="rId259" Type="http://schemas.openxmlformats.org/officeDocument/2006/relationships/image" Target="../media/image1030.png"/><Relationship Id="rId23" Type="http://schemas.openxmlformats.org/officeDocument/2006/relationships/image" Target="../media/image913.png"/><Relationship Id="rId119" Type="http://schemas.openxmlformats.org/officeDocument/2006/relationships/image" Target="../media/image961.png"/><Relationship Id="rId270" Type="http://schemas.openxmlformats.org/officeDocument/2006/relationships/customXml" Target="../ink/ink1044.xml"/><Relationship Id="rId44" Type="http://schemas.openxmlformats.org/officeDocument/2006/relationships/customXml" Target="../ink/ink931.xml"/><Relationship Id="rId65" Type="http://schemas.openxmlformats.org/officeDocument/2006/relationships/image" Target="../media/image934.png"/><Relationship Id="rId86" Type="http://schemas.openxmlformats.org/officeDocument/2006/relationships/customXml" Target="../ink/ink952.xml"/><Relationship Id="rId130" Type="http://schemas.openxmlformats.org/officeDocument/2006/relationships/customXml" Target="../ink/ink974.xml"/><Relationship Id="rId151" Type="http://schemas.openxmlformats.org/officeDocument/2006/relationships/image" Target="../media/image902.png"/><Relationship Id="rId172" Type="http://schemas.openxmlformats.org/officeDocument/2006/relationships/customXml" Target="../ink/ink995.xml"/><Relationship Id="rId193" Type="http://schemas.openxmlformats.org/officeDocument/2006/relationships/image" Target="../media/image997.png"/><Relationship Id="rId207" Type="http://schemas.openxmlformats.org/officeDocument/2006/relationships/image" Target="../media/image1004.png"/><Relationship Id="rId228" Type="http://schemas.openxmlformats.org/officeDocument/2006/relationships/customXml" Target="../ink/ink1023.xml"/><Relationship Id="rId249" Type="http://schemas.openxmlformats.org/officeDocument/2006/relationships/image" Target="../media/image1025.png"/><Relationship Id="rId13" Type="http://schemas.openxmlformats.org/officeDocument/2006/relationships/image" Target="../media/image908.png"/><Relationship Id="rId109" Type="http://schemas.openxmlformats.org/officeDocument/2006/relationships/image" Target="../media/image956.png"/><Relationship Id="rId260" Type="http://schemas.openxmlformats.org/officeDocument/2006/relationships/customXml" Target="../ink/ink1039.xml"/><Relationship Id="rId281" Type="http://schemas.openxmlformats.org/officeDocument/2006/relationships/image" Target="../media/image1041.png"/><Relationship Id="rId34" Type="http://schemas.openxmlformats.org/officeDocument/2006/relationships/customXml" Target="../ink/ink926.xml"/><Relationship Id="rId55" Type="http://schemas.openxmlformats.org/officeDocument/2006/relationships/image" Target="../media/image929.png"/><Relationship Id="rId76" Type="http://schemas.openxmlformats.org/officeDocument/2006/relationships/customXml" Target="../ink/ink947.xml"/><Relationship Id="rId97" Type="http://schemas.openxmlformats.org/officeDocument/2006/relationships/image" Target="../media/image950.png"/><Relationship Id="rId120" Type="http://schemas.openxmlformats.org/officeDocument/2006/relationships/customXml" Target="../ink/ink969.xml"/><Relationship Id="rId141" Type="http://schemas.openxmlformats.org/officeDocument/2006/relationships/image" Target="../media/image972.png"/><Relationship Id="rId7" Type="http://schemas.openxmlformats.org/officeDocument/2006/relationships/image" Target="../media/image905.png"/><Relationship Id="rId162" Type="http://schemas.openxmlformats.org/officeDocument/2006/relationships/customXml" Target="../ink/ink990.xml"/><Relationship Id="rId183" Type="http://schemas.openxmlformats.org/officeDocument/2006/relationships/image" Target="../media/image992.png"/><Relationship Id="rId218" Type="http://schemas.openxmlformats.org/officeDocument/2006/relationships/customXml" Target="../ink/ink1018.xml"/><Relationship Id="rId239" Type="http://schemas.openxmlformats.org/officeDocument/2006/relationships/image" Target="../media/image1020.png"/><Relationship Id="rId250" Type="http://schemas.openxmlformats.org/officeDocument/2006/relationships/customXml" Target="../ink/ink1034.xml"/><Relationship Id="rId271" Type="http://schemas.openxmlformats.org/officeDocument/2006/relationships/image" Target="../media/image1036.png"/><Relationship Id="rId292" Type="http://schemas.openxmlformats.org/officeDocument/2006/relationships/customXml" Target="../ink/ink1055.xml"/><Relationship Id="rId306" Type="http://schemas.openxmlformats.org/officeDocument/2006/relationships/customXml" Target="../ink/ink1062.xml"/><Relationship Id="rId24" Type="http://schemas.openxmlformats.org/officeDocument/2006/relationships/customXml" Target="../ink/ink921.xml"/><Relationship Id="rId45" Type="http://schemas.openxmlformats.org/officeDocument/2006/relationships/image" Target="../media/image924.png"/><Relationship Id="rId66" Type="http://schemas.openxmlformats.org/officeDocument/2006/relationships/customXml" Target="../ink/ink942.xml"/><Relationship Id="rId87" Type="http://schemas.openxmlformats.org/officeDocument/2006/relationships/image" Target="../media/image945.png"/><Relationship Id="rId110" Type="http://schemas.openxmlformats.org/officeDocument/2006/relationships/customXml" Target="../ink/ink964.xml"/><Relationship Id="rId131" Type="http://schemas.openxmlformats.org/officeDocument/2006/relationships/image" Target="../media/image967.png"/><Relationship Id="rId152" Type="http://schemas.openxmlformats.org/officeDocument/2006/relationships/customXml" Target="../ink/ink985.xml"/><Relationship Id="rId173" Type="http://schemas.openxmlformats.org/officeDocument/2006/relationships/image" Target="../media/image987.png"/><Relationship Id="rId194" Type="http://schemas.openxmlformats.org/officeDocument/2006/relationships/customXml" Target="../ink/ink1006.xml"/><Relationship Id="rId208" Type="http://schemas.openxmlformats.org/officeDocument/2006/relationships/customXml" Target="../ink/ink1013.xml"/><Relationship Id="rId229" Type="http://schemas.openxmlformats.org/officeDocument/2006/relationships/image" Target="../media/image1015.png"/><Relationship Id="rId240" Type="http://schemas.openxmlformats.org/officeDocument/2006/relationships/customXml" Target="../ink/ink1029.xml"/><Relationship Id="rId261" Type="http://schemas.openxmlformats.org/officeDocument/2006/relationships/image" Target="../media/image1031.png"/><Relationship Id="rId14" Type="http://schemas.openxmlformats.org/officeDocument/2006/relationships/customXml" Target="../ink/ink916.xml"/><Relationship Id="rId35" Type="http://schemas.openxmlformats.org/officeDocument/2006/relationships/image" Target="../media/image919.png"/><Relationship Id="rId56" Type="http://schemas.openxmlformats.org/officeDocument/2006/relationships/customXml" Target="../ink/ink937.xml"/><Relationship Id="rId77" Type="http://schemas.openxmlformats.org/officeDocument/2006/relationships/image" Target="../media/image940.png"/><Relationship Id="rId100" Type="http://schemas.openxmlformats.org/officeDocument/2006/relationships/customXml" Target="../ink/ink959.xml"/><Relationship Id="rId282" Type="http://schemas.openxmlformats.org/officeDocument/2006/relationships/customXml" Target="../ink/ink1050.xml"/><Relationship Id="rId8" Type="http://schemas.openxmlformats.org/officeDocument/2006/relationships/customXml" Target="../ink/ink913.xml"/><Relationship Id="rId98" Type="http://schemas.openxmlformats.org/officeDocument/2006/relationships/customXml" Target="../ink/ink958.xml"/><Relationship Id="rId121" Type="http://schemas.openxmlformats.org/officeDocument/2006/relationships/image" Target="../media/image962.png"/><Relationship Id="rId142" Type="http://schemas.openxmlformats.org/officeDocument/2006/relationships/customXml" Target="../ink/ink980.xml"/><Relationship Id="rId163" Type="http://schemas.openxmlformats.org/officeDocument/2006/relationships/image" Target="../media/image982.png"/><Relationship Id="rId184" Type="http://schemas.openxmlformats.org/officeDocument/2006/relationships/customXml" Target="../ink/ink1001.xml"/><Relationship Id="rId219" Type="http://schemas.openxmlformats.org/officeDocument/2006/relationships/image" Target="../media/image1010.png"/><Relationship Id="rId230" Type="http://schemas.openxmlformats.org/officeDocument/2006/relationships/customXml" Target="../ink/ink1024.xml"/><Relationship Id="rId251" Type="http://schemas.openxmlformats.org/officeDocument/2006/relationships/image" Target="../media/image1026.png"/><Relationship Id="rId25" Type="http://schemas.openxmlformats.org/officeDocument/2006/relationships/image" Target="../media/image914.png"/><Relationship Id="rId46" Type="http://schemas.openxmlformats.org/officeDocument/2006/relationships/customXml" Target="../ink/ink932.xml"/><Relationship Id="rId67" Type="http://schemas.openxmlformats.org/officeDocument/2006/relationships/image" Target="../media/image935.png"/><Relationship Id="rId272" Type="http://schemas.openxmlformats.org/officeDocument/2006/relationships/customXml" Target="../ink/ink1045.xml"/><Relationship Id="rId293" Type="http://schemas.openxmlformats.org/officeDocument/2006/relationships/image" Target="../media/image1047.png"/><Relationship Id="rId307" Type="http://schemas.openxmlformats.org/officeDocument/2006/relationships/image" Target="../media/image1054.png"/><Relationship Id="rId88" Type="http://schemas.openxmlformats.org/officeDocument/2006/relationships/customXml" Target="../ink/ink953.xml"/><Relationship Id="rId111" Type="http://schemas.openxmlformats.org/officeDocument/2006/relationships/image" Target="../media/image957.png"/><Relationship Id="rId132" Type="http://schemas.openxmlformats.org/officeDocument/2006/relationships/customXml" Target="../ink/ink975.xml"/><Relationship Id="rId153" Type="http://schemas.openxmlformats.org/officeDocument/2006/relationships/image" Target="../media/image977.png"/><Relationship Id="rId174" Type="http://schemas.openxmlformats.org/officeDocument/2006/relationships/customXml" Target="../ink/ink996.xml"/><Relationship Id="rId195" Type="http://schemas.openxmlformats.org/officeDocument/2006/relationships/image" Target="../media/image998.png"/><Relationship Id="rId209" Type="http://schemas.openxmlformats.org/officeDocument/2006/relationships/image" Target="../media/image1005.png"/><Relationship Id="rId220" Type="http://schemas.openxmlformats.org/officeDocument/2006/relationships/customXml" Target="../ink/ink1019.xml"/><Relationship Id="rId241" Type="http://schemas.openxmlformats.org/officeDocument/2006/relationships/image" Target="../media/image1021.png"/><Relationship Id="rId15" Type="http://schemas.openxmlformats.org/officeDocument/2006/relationships/image" Target="../media/image909.png"/><Relationship Id="rId36" Type="http://schemas.openxmlformats.org/officeDocument/2006/relationships/customXml" Target="../ink/ink927.xml"/><Relationship Id="rId57" Type="http://schemas.openxmlformats.org/officeDocument/2006/relationships/image" Target="../media/image930.png"/><Relationship Id="rId262" Type="http://schemas.openxmlformats.org/officeDocument/2006/relationships/customXml" Target="../ink/ink1040.xml"/><Relationship Id="rId283" Type="http://schemas.openxmlformats.org/officeDocument/2006/relationships/image" Target="../media/image1042.png"/><Relationship Id="rId78" Type="http://schemas.openxmlformats.org/officeDocument/2006/relationships/customXml" Target="../ink/ink948.xml"/><Relationship Id="rId99" Type="http://schemas.openxmlformats.org/officeDocument/2006/relationships/image" Target="../media/image951.png"/><Relationship Id="rId101" Type="http://schemas.openxmlformats.org/officeDocument/2006/relationships/image" Target="../media/image952.png"/><Relationship Id="rId122" Type="http://schemas.openxmlformats.org/officeDocument/2006/relationships/customXml" Target="../ink/ink970.xml"/><Relationship Id="rId143" Type="http://schemas.openxmlformats.org/officeDocument/2006/relationships/image" Target="../media/image973.png"/><Relationship Id="rId164" Type="http://schemas.openxmlformats.org/officeDocument/2006/relationships/customXml" Target="../ink/ink991.xml"/><Relationship Id="rId185" Type="http://schemas.openxmlformats.org/officeDocument/2006/relationships/image" Target="../media/image993.png"/><Relationship Id="rId9" Type="http://schemas.openxmlformats.org/officeDocument/2006/relationships/image" Target="../media/image906.png"/><Relationship Id="rId210" Type="http://schemas.openxmlformats.org/officeDocument/2006/relationships/customXml" Target="../ink/ink1014.xml"/><Relationship Id="rId26" Type="http://schemas.openxmlformats.org/officeDocument/2006/relationships/customXml" Target="../ink/ink922.xml"/><Relationship Id="rId231" Type="http://schemas.openxmlformats.org/officeDocument/2006/relationships/image" Target="../media/image1016.png"/><Relationship Id="rId252" Type="http://schemas.openxmlformats.org/officeDocument/2006/relationships/customXml" Target="../ink/ink1035.xml"/><Relationship Id="rId273" Type="http://schemas.openxmlformats.org/officeDocument/2006/relationships/image" Target="../media/image1037.png"/><Relationship Id="rId294" Type="http://schemas.openxmlformats.org/officeDocument/2006/relationships/customXml" Target="../ink/ink1056.xml"/><Relationship Id="rId308" Type="http://schemas.openxmlformats.org/officeDocument/2006/relationships/customXml" Target="../ink/ink1063.xml"/><Relationship Id="rId47" Type="http://schemas.openxmlformats.org/officeDocument/2006/relationships/image" Target="../media/image925.png"/><Relationship Id="rId68" Type="http://schemas.openxmlformats.org/officeDocument/2006/relationships/customXml" Target="../ink/ink943.xml"/><Relationship Id="rId89" Type="http://schemas.openxmlformats.org/officeDocument/2006/relationships/image" Target="../media/image946.png"/><Relationship Id="rId112" Type="http://schemas.openxmlformats.org/officeDocument/2006/relationships/customXml" Target="../ink/ink965.xml"/><Relationship Id="rId133" Type="http://schemas.openxmlformats.org/officeDocument/2006/relationships/image" Target="../media/image968.png"/><Relationship Id="rId154" Type="http://schemas.openxmlformats.org/officeDocument/2006/relationships/customXml" Target="../ink/ink986.xml"/><Relationship Id="rId175" Type="http://schemas.openxmlformats.org/officeDocument/2006/relationships/image" Target="../media/image988.png"/><Relationship Id="rId196" Type="http://schemas.openxmlformats.org/officeDocument/2006/relationships/customXml" Target="../ink/ink1007.xml"/><Relationship Id="rId200" Type="http://schemas.openxmlformats.org/officeDocument/2006/relationships/customXml" Target="../ink/ink1009.xml"/><Relationship Id="rId16" Type="http://schemas.openxmlformats.org/officeDocument/2006/relationships/customXml" Target="../ink/ink917.xml"/><Relationship Id="rId221" Type="http://schemas.openxmlformats.org/officeDocument/2006/relationships/image" Target="../media/image1011.png"/><Relationship Id="rId242" Type="http://schemas.openxmlformats.org/officeDocument/2006/relationships/customXml" Target="../ink/ink1030.xml"/><Relationship Id="rId263" Type="http://schemas.openxmlformats.org/officeDocument/2006/relationships/image" Target="../media/image1032.png"/><Relationship Id="rId284" Type="http://schemas.openxmlformats.org/officeDocument/2006/relationships/customXml" Target="../ink/ink1051.xml"/><Relationship Id="rId37" Type="http://schemas.openxmlformats.org/officeDocument/2006/relationships/image" Target="../media/image920.png"/><Relationship Id="rId58" Type="http://schemas.openxmlformats.org/officeDocument/2006/relationships/customXml" Target="../ink/ink938.xml"/><Relationship Id="rId79" Type="http://schemas.openxmlformats.org/officeDocument/2006/relationships/image" Target="../media/image941.png"/><Relationship Id="rId102" Type="http://schemas.openxmlformats.org/officeDocument/2006/relationships/customXml" Target="../ink/ink960.xml"/><Relationship Id="rId123" Type="http://schemas.openxmlformats.org/officeDocument/2006/relationships/image" Target="../media/image963.png"/><Relationship Id="rId144" Type="http://schemas.openxmlformats.org/officeDocument/2006/relationships/customXml" Target="../ink/ink981.xml"/><Relationship Id="rId90" Type="http://schemas.openxmlformats.org/officeDocument/2006/relationships/customXml" Target="../ink/ink954.xml"/><Relationship Id="rId165" Type="http://schemas.openxmlformats.org/officeDocument/2006/relationships/image" Target="../media/image983.png"/><Relationship Id="rId186" Type="http://schemas.openxmlformats.org/officeDocument/2006/relationships/customXml" Target="../ink/ink1002.xml"/><Relationship Id="rId211" Type="http://schemas.openxmlformats.org/officeDocument/2006/relationships/image" Target="../media/image1006.png"/><Relationship Id="rId232" Type="http://schemas.openxmlformats.org/officeDocument/2006/relationships/customXml" Target="../ink/ink1025.xml"/><Relationship Id="rId253" Type="http://schemas.openxmlformats.org/officeDocument/2006/relationships/image" Target="../media/image1027.png"/><Relationship Id="rId274" Type="http://schemas.openxmlformats.org/officeDocument/2006/relationships/customXml" Target="../ink/ink1046.xml"/><Relationship Id="rId295" Type="http://schemas.openxmlformats.org/officeDocument/2006/relationships/image" Target="../media/image1048.png"/><Relationship Id="rId309" Type="http://schemas.openxmlformats.org/officeDocument/2006/relationships/image" Target="../media/image1055.png"/><Relationship Id="rId27" Type="http://schemas.openxmlformats.org/officeDocument/2006/relationships/image" Target="../media/image915.png"/><Relationship Id="rId48" Type="http://schemas.openxmlformats.org/officeDocument/2006/relationships/customXml" Target="../ink/ink933.xml"/><Relationship Id="rId69" Type="http://schemas.openxmlformats.org/officeDocument/2006/relationships/image" Target="../media/image936.png"/><Relationship Id="rId113" Type="http://schemas.openxmlformats.org/officeDocument/2006/relationships/image" Target="../media/image958.png"/><Relationship Id="rId134" Type="http://schemas.openxmlformats.org/officeDocument/2006/relationships/customXml" Target="../ink/ink976.xml"/><Relationship Id="rId80" Type="http://schemas.openxmlformats.org/officeDocument/2006/relationships/customXml" Target="../ink/ink949.xml"/><Relationship Id="rId155" Type="http://schemas.openxmlformats.org/officeDocument/2006/relationships/image" Target="../media/image978.png"/><Relationship Id="rId176" Type="http://schemas.openxmlformats.org/officeDocument/2006/relationships/customXml" Target="../ink/ink997.xml"/><Relationship Id="rId197" Type="http://schemas.openxmlformats.org/officeDocument/2006/relationships/image" Target="../media/image999.png"/><Relationship Id="rId201" Type="http://schemas.openxmlformats.org/officeDocument/2006/relationships/image" Target="../media/image1001.png"/><Relationship Id="rId222" Type="http://schemas.openxmlformats.org/officeDocument/2006/relationships/customXml" Target="../ink/ink1020.xml"/><Relationship Id="rId243" Type="http://schemas.openxmlformats.org/officeDocument/2006/relationships/image" Target="../media/image1022.png"/><Relationship Id="rId264" Type="http://schemas.openxmlformats.org/officeDocument/2006/relationships/customXml" Target="../ink/ink1041.xml"/><Relationship Id="rId285" Type="http://schemas.openxmlformats.org/officeDocument/2006/relationships/image" Target="../media/image1043.png"/><Relationship Id="rId17" Type="http://schemas.openxmlformats.org/officeDocument/2006/relationships/image" Target="../media/image910.png"/><Relationship Id="rId38" Type="http://schemas.openxmlformats.org/officeDocument/2006/relationships/customXml" Target="../ink/ink928.xml"/><Relationship Id="rId59" Type="http://schemas.openxmlformats.org/officeDocument/2006/relationships/image" Target="../media/image931.png"/><Relationship Id="rId103" Type="http://schemas.openxmlformats.org/officeDocument/2006/relationships/image" Target="../media/image953.png"/><Relationship Id="rId124" Type="http://schemas.openxmlformats.org/officeDocument/2006/relationships/customXml" Target="../ink/ink971.xml"/><Relationship Id="rId70" Type="http://schemas.openxmlformats.org/officeDocument/2006/relationships/customXml" Target="../ink/ink944.xml"/><Relationship Id="rId91" Type="http://schemas.openxmlformats.org/officeDocument/2006/relationships/image" Target="../media/image947.png"/><Relationship Id="rId145" Type="http://schemas.openxmlformats.org/officeDocument/2006/relationships/image" Target="../media/image974.png"/><Relationship Id="rId166" Type="http://schemas.openxmlformats.org/officeDocument/2006/relationships/customXml" Target="../ink/ink992.xml"/><Relationship Id="rId187" Type="http://schemas.openxmlformats.org/officeDocument/2006/relationships/image" Target="../media/image99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15.xml"/><Relationship Id="rId233" Type="http://schemas.openxmlformats.org/officeDocument/2006/relationships/image" Target="../media/image1017.png"/><Relationship Id="rId254" Type="http://schemas.openxmlformats.org/officeDocument/2006/relationships/customXml" Target="../ink/ink1036.xml"/><Relationship Id="rId28" Type="http://schemas.openxmlformats.org/officeDocument/2006/relationships/customXml" Target="../ink/ink923.xml"/><Relationship Id="rId49" Type="http://schemas.openxmlformats.org/officeDocument/2006/relationships/image" Target="../media/image926.png"/><Relationship Id="rId114" Type="http://schemas.openxmlformats.org/officeDocument/2006/relationships/customXml" Target="../ink/ink966.xml"/><Relationship Id="rId275" Type="http://schemas.openxmlformats.org/officeDocument/2006/relationships/image" Target="../media/image1038.png"/><Relationship Id="rId296" Type="http://schemas.openxmlformats.org/officeDocument/2006/relationships/customXml" Target="../ink/ink1057.xml"/><Relationship Id="rId300" Type="http://schemas.openxmlformats.org/officeDocument/2006/relationships/customXml" Target="../ink/ink1059.xml"/><Relationship Id="rId60" Type="http://schemas.openxmlformats.org/officeDocument/2006/relationships/customXml" Target="../ink/ink939.xml"/><Relationship Id="rId81" Type="http://schemas.openxmlformats.org/officeDocument/2006/relationships/image" Target="../media/image942.png"/><Relationship Id="rId135" Type="http://schemas.openxmlformats.org/officeDocument/2006/relationships/image" Target="../media/image969.png"/><Relationship Id="rId156" Type="http://schemas.openxmlformats.org/officeDocument/2006/relationships/customXml" Target="../ink/ink987.xml"/><Relationship Id="rId177" Type="http://schemas.openxmlformats.org/officeDocument/2006/relationships/image" Target="../media/image989.png"/><Relationship Id="rId198" Type="http://schemas.openxmlformats.org/officeDocument/2006/relationships/customXml" Target="../ink/ink1008.xml"/><Relationship Id="rId202" Type="http://schemas.openxmlformats.org/officeDocument/2006/relationships/customXml" Target="../ink/ink1010.xml"/><Relationship Id="rId223" Type="http://schemas.openxmlformats.org/officeDocument/2006/relationships/image" Target="../media/image1012.png"/><Relationship Id="rId244" Type="http://schemas.openxmlformats.org/officeDocument/2006/relationships/customXml" Target="../ink/ink1031.xml"/><Relationship Id="rId18" Type="http://schemas.openxmlformats.org/officeDocument/2006/relationships/customXml" Target="../ink/ink918.xml"/><Relationship Id="rId39" Type="http://schemas.openxmlformats.org/officeDocument/2006/relationships/image" Target="../media/image921.png"/><Relationship Id="rId265" Type="http://schemas.openxmlformats.org/officeDocument/2006/relationships/image" Target="../media/image1033.png"/><Relationship Id="rId286" Type="http://schemas.openxmlformats.org/officeDocument/2006/relationships/customXml" Target="../ink/ink1052.xml"/><Relationship Id="rId50" Type="http://schemas.openxmlformats.org/officeDocument/2006/relationships/customXml" Target="../ink/ink934.xml"/><Relationship Id="rId104" Type="http://schemas.openxmlformats.org/officeDocument/2006/relationships/customXml" Target="../ink/ink961.xml"/><Relationship Id="rId125" Type="http://schemas.openxmlformats.org/officeDocument/2006/relationships/image" Target="../media/image964.png"/><Relationship Id="rId146" Type="http://schemas.openxmlformats.org/officeDocument/2006/relationships/customXml" Target="../ink/ink982.xml"/><Relationship Id="rId167" Type="http://schemas.openxmlformats.org/officeDocument/2006/relationships/image" Target="../media/image984.png"/><Relationship Id="rId188" Type="http://schemas.openxmlformats.org/officeDocument/2006/relationships/customXml" Target="../ink/ink1003.xml"/><Relationship Id="rId71" Type="http://schemas.openxmlformats.org/officeDocument/2006/relationships/image" Target="../media/image937.png"/><Relationship Id="rId92" Type="http://schemas.openxmlformats.org/officeDocument/2006/relationships/customXml" Target="../ink/ink955.xml"/><Relationship Id="rId213" Type="http://schemas.openxmlformats.org/officeDocument/2006/relationships/image" Target="../media/image1007.png"/><Relationship Id="rId234" Type="http://schemas.openxmlformats.org/officeDocument/2006/relationships/customXml" Target="../ink/ink1026.xml"/><Relationship Id="rId2" Type="http://schemas.openxmlformats.org/officeDocument/2006/relationships/customXml" Target="../ink/ink910.xml"/><Relationship Id="rId29" Type="http://schemas.openxmlformats.org/officeDocument/2006/relationships/image" Target="../media/image916.png"/><Relationship Id="rId255" Type="http://schemas.openxmlformats.org/officeDocument/2006/relationships/image" Target="../media/image1028.png"/><Relationship Id="rId276" Type="http://schemas.openxmlformats.org/officeDocument/2006/relationships/customXml" Target="../ink/ink1047.xml"/><Relationship Id="rId297" Type="http://schemas.openxmlformats.org/officeDocument/2006/relationships/image" Target="../media/image1049.png"/><Relationship Id="rId40" Type="http://schemas.openxmlformats.org/officeDocument/2006/relationships/customXml" Target="../ink/ink929.xml"/><Relationship Id="rId115" Type="http://schemas.openxmlformats.org/officeDocument/2006/relationships/image" Target="../media/image959.png"/><Relationship Id="rId136" Type="http://schemas.openxmlformats.org/officeDocument/2006/relationships/customXml" Target="../ink/ink977.xml"/><Relationship Id="rId157" Type="http://schemas.openxmlformats.org/officeDocument/2006/relationships/image" Target="../media/image979.png"/><Relationship Id="rId178" Type="http://schemas.openxmlformats.org/officeDocument/2006/relationships/customXml" Target="../ink/ink998.xml"/><Relationship Id="rId301" Type="http://schemas.openxmlformats.org/officeDocument/2006/relationships/image" Target="../media/image1051.png"/><Relationship Id="rId61" Type="http://schemas.openxmlformats.org/officeDocument/2006/relationships/image" Target="../media/image932.png"/><Relationship Id="rId82" Type="http://schemas.openxmlformats.org/officeDocument/2006/relationships/customXml" Target="../ink/ink950.xml"/><Relationship Id="rId199" Type="http://schemas.openxmlformats.org/officeDocument/2006/relationships/image" Target="../media/image1000.png"/><Relationship Id="rId203" Type="http://schemas.openxmlformats.org/officeDocument/2006/relationships/image" Target="../media/image1002.png"/><Relationship Id="rId19" Type="http://schemas.openxmlformats.org/officeDocument/2006/relationships/image" Target="../media/image911.png"/><Relationship Id="rId224" Type="http://schemas.openxmlformats.org/officeDocument/2006/relationships/customXml" Target="../ink/ink1021.xml"/><Relationship Id="rId245" Type="http://schemas.openxmlformats.org/officeDocument/2006/relationships/image" Target="../media/image1023.png"/><Relationship Id="rId266" Type="http://schemas.openxmlformats.org/officeDocument/2006/relationships/customXml" Target="../ink/ink1042.xml"/><Relationship Id="rId287" Type="http://schemas.openxmlformats.org/officeDocument/2006/relationships/image" Target="../media/image1044.png"/><Relationship Id="rId30" Type="http://schemas.openxmlformats.org/officeDocument/2006/relationships/customXml" Target="../ink/ink924.xml"/><Relationship Id="rId105" Type="http://schemas.openxmlformats.org/officeDocument/2006/relationships/image" Target="../media/image954.png"/><Relationship Id="rId126" Type="http://schemas.openxmlformats.org/officeDocument/2006/relationships/customXml" Target="../ink/ink972.xml"/><Relationship Id="rId147" Type="http://schemas.openxmlformats.org/officeDocument/2006/relationships/image" Target="../media/image975.png"/><Relationship Id="rId168" Type="http://schemas.openxmlformats.org/officeDocument/2006/relationships/customXml" Target="../ink/ink993.xml"/><Relationship Id="rId51" Type="http://schemas.openxmlformats.org/officeDocument/2006/relationships/image" Target="../media/image927.png"/><Relationship Id="rId72" Type="http://schemas.openxmlformats.org/officeDocument/2006/relationships/customXml" Target="../ink/ink945.xml"/><Relationship Id="rId93" Type="http://schemas.openxmlformats.org/officeDocument/2006/relationships/image" Target="../media/image948.png"/><Relationship Id="rId189" Type="http://schemas.openxmlformats.org/officeDocument/2006/relationships/image" Target="../media/image995.png"/><Relationship Id="rId3" Type="http://schemas.openxmlformats.org/officeDocument/2006/relationships/image" Target="../media/image903.png"/><Relationship Id="rId214" Type="http://schemas.openxmlformats.org/officeDocument/2006/relationships/customXml" Target="../ink/ink1016.xml"/><Relationship Id="rId235" Type="http://schemas.openxmlformats.org/officeDocument/2006/relationships/image" Target="../media/image1018.png"/><Relationship Id="rId256" Type="http://schemas.openxmlformats.org/officeDocument/2006/relationships/customXml" Target="../ink/ink1037.xml"/><Relationship Id="rId277" Type="http://schemas.openxmlformats.org/officeDocument/2006/relationships/image" Target="../media/image1039.png"/><Relationship Id="rId298" Type="http://schemas.openxmlformats.org/officeDocument/2006/relationships/customXml" Target="../ink/ink1058.xml"/><Relationship Id="rId116" Type="http://schemas.openxmlformats.org/officeDocument/2006/relationships/customXml" Target="../ink/ink967.xml"/><Relationship Id="rId137" Type="http://schemas.openxmlformats.org/officeDocument/2006/relationships/image" Target="../media/image970.png"/><Relationship Id="rId158" Type="http://schemas.openxmlformats.org/officeDocument/2006/relationships/customXml" Target="../ink/ink988.xml"/><Relationship Id="rId302" Type="http://schemas.openxmlformats.org/officeDocument/2006/relationships/customXml" Target="../ink/ink1060.xml"/><Relationship Id="rId20" Type="http://schemas.openxmlformats.org/officeDocument/2006/relationships/customXml" Target="../ink/ink919.xml"/><Relationship Id="rId41" Type="http://schemas.openxmlformats.org/officeDocument/2006/relationships/image" Target="../media/image922.png"/><Relationship Id="rId62" Type="http://schemas.openxmlformats.org/officeDocument/2006/relationships/customXml" Target="../ink/ink940.xml"/><Relationship Id="rId83" Type="http://schemas.openxmlformats.org/officeDocument/2006/relationships/image" Target="../media/image943.png"/><Relationship Id="rId179" Type="http://schemas.openxmlformats.org/officeDocument/2006/relationships/image" Target="../media/image990.png"/><Relationship Id="rId190" Type="http://schemas.openxmlformats.org/officeDocument/2006/relationships/customXml" Target="../ink/ink1004.xml"/><Relationship Id="rId204" Type="http://schemas.openxmlformats.org/officeDocument/2006/relationships/customXml" Target="../ink/ink1011.xml"/><Relationship Id="rId225" Type="http://schemas.openxmlformats.org/officeDocument/2006/relationships/image" Target="../media/image1013.png"/><Relationship Id="rId246" Type="http://schemas.openxmlformats.org/officeDocument/2006/relationships/customXml" Target="../ink/ink1032.xml"/><Relationship Id="rId267" Type="http://schemas.openxmlformats.org/officeDocument/2006/relationships/image" Target="../media/image1034.png"/><Relationship Id="rId288" Type="http://schemas.openxmlformats.org/officeDocument/2006/relationships/customXml" Target="../ink/ink1053.xml"/><Relationship Id="rId106" Type="http://schemas.openxmlformats.org/officeDocument/2006/relationships/customXml" Target="../ink/ink962.xml"/><Relationship Id="rId127" Type="http://schemas.openxmlformats.org/officeDocument/2006/relationships/image" Target="../media/image965.png"/><Relationship Id="rId10" Type="http://schemas.openxmlformats.org/officeDocument/2006/relationships/customXml" Target="../ink/ink914.xml"/><Relationship Id="rId31" Type="http://schemas.openxmlformats.org/officeDocument/2006/relationships/image" Target="../media/image917.png"/><Relationship Id="rId52" Type="http://schemas.openxmlformats.org/officeDocument/2006/relationships/customXml" Target="../ink/ink935.xml"/><Relationship Id="rId73" Type="http://schemas.openxmlformats.org/officeDocument/2006/relationships/image" Target="../media/image938.png"/><Relationship Id="rId94" Type="http://schemas.openxmlformats.org/officeDocument/2006/relationships/customXml" Target="../ink/ink956.xml"/><Relationship Id="rId148" Type="http://schemas.openxmlformats.org/officeDocument/2006/relationships/customXml" Target="../ink/ink983.xml"/><Relationship Id="rId169" Type="http://schemas.openxmlformats.org/officeDocument/2006/relationships/image" Target="../media/image985.png"/><Relationship Id="rId4" Type="http://schemas.openxmlformats.org/officeDocument/2006/relationships/customXml" Target="../ink/ink911.xml"/><Relationship Id="rId180" Type="http://schemas.openxmlformats.org/officeDocument/2006/relationships/customXml" Target="../ink/ink999.xml"/><Relationship Id="rId215" Type="http://schemas.openxmlformats.org/officeDocument/2006/relationships/image" Target="../media/image1008.png"/><Relationship Id="rId236" Type="http://schemas.openxmlformats.org/officeDocument/2006/relationships/customXml" Target="../ink/ink1027.xml"/><Relationship Id="rId257" Type="http://schemas.openxmlformats.org/officeDocument/2006/relationships/image" Target="../media/image1029.png"/><Relationship Id="rId278" Type="http://schemas.openxmlformats.org/officeDocument/2006/relationships/customXml" Target="../ink/ink1048.xml"/><Relationship Id="rId303" Type="http://schemas.openxmlformats.org/officeDocument/2006/relationships/image" Target="../media/image1052.png"/><Relationship Id="rId42" Type="http://schemas.openxmlformats.org/officeDocument/2006/relationships/customXml" Target="../ink/ink930.xml"/><Relationship Id="rId84" Type="http://schemas.openxmlformats.org/officeDocument/2006/relationships/customXml" Target="../ink/ink951.xml"/><Relationship Id="rId138" Type="http://schemas.openxmlformats.org/officeDocument/2006/relationships/customXml" Target="../ink/ink978.xml"/><Relationship Id="rId191" Type="http://schemas.openxmlformats.org/officeDocument/2006/relationships/image" Target="../media/image996.png"/><Relationship Id="rId205" Type="http://schemas.openxmlformats.org/officeDocument/2006/relationships/image" Target="../media/image1003.png"/><Relationship Id="rId247" Type="http://schemas.openxmlformats.org/officeDocument/2006/relationships/image" Target="../media/image1024.png"/><Relationship Id="rId107" Type="http://schemas.openxmlformats.org/officeDocument/2006/relationships/image" Target="../media/image955.png"/><Relationship Id="rId289" Type="http://schemas.openxmlformats.org/officeDocument/2006/relationships/image" Target="../media/image1045.png"/><Relationship Id="rId11" Type="http://schemas.openxmlformats.org/officeDocument/2006/relationships/image" Target="../media/image907.png"/><Relationship Id="rId53" Type="http://schemas.openxmlformats.org/officeDocument/2006/relationships/image" Target="../media/image928.png"/><Relationship Id="rId149" Type="http://schemas.openxmlformats.org/officeDocument/2006/relationships/image" Target="../media/image976.png"/><Relationship Id="rId95" Type="http://schemas.openxmlformats.org/officeDocument/2006/relationships/image" Target="../media/image949.png"/><Relationship Id="rId160" Type="http://schemas.openxmlformats.org/officeDocument/2006/relationships/customXml" Target="../ink/ink989.xml"/><Relationship Id="rId216" Type="http://schemas.openxmlformats.org/officeDocument/2006/relationships/customXml" Target="../ink/ink1017.xml"/><Relationship Id="rId258" Type="http://schemas.openxmlformats.org/officeDocument/2006/relationships/customXml" Target="../ink/ink1038.xml"/><Relationship Id="rId22" Type="http://schemas.openxmlformats.org/officeDocument/2006/relationships/customXml" Target="../ink/ink920.xml"/><Relationship Id="rId64" Type="http://schemas.openxmlformats.org/officeDocument/2006/relationships/customXml" Target="../ink/ink941.xml"/><Relationship Id="rId118" Type="http://schemas.openxmlformats.org/officeDocument/2006/relationships/customXml" Target="../ink/ink968.xml"/><Relationship Id="rId171" Type="http://schemas.openxmlformats.org/officeDocument/2006/relationships/image" Target="../media/image986.png"/><Relationship Id="rId227" Type="http://schemas.openxmlformats.org/officeDocument/2006/relationships/image" Target="../media/image1014.png"/><Relationship Id="rId269" Type="http://schemas.openxmlformats.org/officeDocument/2006/relationships/image" Target="../media/image1035.png"/><Relationship Id="rId33" Type="http://schemas.openxmlformats.org/officeDocument/2006/relationships/image" Target="../media/image918.png"/><Relationship Id="rId129" Type="http://schemas.openxmlformats.org/officeDocument/2006/relationships/image" Target="../media/image966.png"/><Relationship Id="rId280" Type="http://schemas.openxmlformats.org/officeDocument/2006/relationships/customXml" Target="../ink/ink1049.xml"/><Relationship Id="rId75" Type="http://schemas.openxmlformats.org/officeDocument/2006/relationships/image" Target="../media/image939.png"/><Relationship Id="rId140" Type="http://schemas.openxmlformats.org/officeDocument/2006/relationships/customXml" Target="../ink/ink979.xml"/><Relationship Id="rId182" Type="http://schemas.openxmlformats.org/officeDocument/2006/relationships/customXml" Target="../ink/ink1000.xml"/><Relationship Id="rId6" Type="http://schemas.openxmlformats.org/officeDocument/2006/relationships/customXml" Target="../ink/ink912.xml"/><Relationship Id="rId238" Type="http://schemas.openxmlformats.org/officeDocument/2006/relationships/customXml" Target="../ink/ink1028.xml"/><Relationship Id="rId291" Type="http://schemas.openxmlformats.org/officeDocument/2006/relationships/image" Target="../media/image1046.png"/><Relationship Id="rId305" Type="http://schemas.openxmlformats.org/officeDocument/2006/relationships/image" Target="../media/image1053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10.png"/><Relationship Id="rId299" Type="http://schemas.openxmlformats.org/officeDocument/2006/relationships/customXml" Target="../ink/ink1213.xml"/><Relationship Id="rId21" Type="http://schemas.openxmlformats.org/officeDocument/2006/relationships/image" Target="../media/image1065.png"/><Relationship Id="rId63" Type="http://schemas.openxmlformats.org/officeDocument/2006/relationships/image" Target="../media/image1085.png"/><Relationship Id="rId159" Type="http://schemas.openxmlformats.org/officeDocument/2006/relationships/image" Target="../media/image1131.png"/><Relationship Id="rId324" Type="http://schemas.openxmlformats.org/officeDocument/2006/relationships/image" Target="../media/image1213.png"/><Relationship Id="rId366" Type="http://schemas.openxmlformats.org/officeDocument/2006/relationships/customXml" Target="../ink/ink1247.xml"/><Relationship Id="rId170" Type="http://schemas.openxmlformats.org/officeDocument/2006/relationships/customXml" Target="../ink/ink1148.xml"/><Relationship Id="rId226" Type="http://schemas.openxmlformats.org/officeDocument/2006/relationships/image" Target="../media/image1164.png"/><Relationship Id="rId268" Type="http://schemas.openxmlformats.org/officeDocument/2006/relationships/image" Target="../media/image1185.png"/><Relationship Id="rId32" Type="http://schemas.openxmlformats.org/officeDocument/2006/relationships/customXml" Target="../ink/ink1079.xml"/><Relationship Id="rId74" Type="http://schemas.openxmlformats.org/officeDocument/2006/relationships/customXml" Target="../ink/ink1100.xml"/><Relationship Id="rId128" Type="http://schemas.openxmlformats.org/officeDocument/2006/relationships/customXml" Target="../ink/ink1127.xml"/><Relationship Id="rId335" Type="http://schemas.openxmlformats.org/officeDocument/2006/relationships/image" Target="../media/image1218.png"/><Relationship Id="rId5" Type="http://schemas.openxmlformats.org/officeDocument/2006/relationships/image" Target="../media/image1057.png"/><Relationship Id="rId181" Type="http://schemas.openxmlformats.org/officeDocument/2006/relationships/image" Target="../media/image1142.png"/><Relationship Id="rId237" Type="http://schemas.openxmlformats.org/officeDocument/2006/relationships/customXml" Target="../ink/ink1182.xml"/><Relationship Id="rId279" Type="http://schemas.openxmlformats.org/officeDocument/2006/relationships/customXml" Target="../ink/ink1203.xml"/><Relationship Id="rId43" Type="http://schemas.openxmlformats.org/officeDocument/2006/relationships/image" Target="../media/image1075.png"/><Relationship Id="rId139" Type="http://schemas.openxmlformats.org/officeDocument/2006/relationships/image" Target="../media/image1121.png"/><Relationship Id="rId290" Type="http://schemas.openxmlformats.org/officeDocument/2006/relationships/image" Target="../media/image1196.png"/><Relationship Id="rId304" Type="http://schemas.openxmlformats.org/officeDocument/2006/relationships/image" Target="../media/image1203.png"/><Relationship Id="rId346" Type="http://schemas.openxmlformats.org/officeDocument/2006/relationships/customXml" Target="../ink/ink1237.xml"/><Relationship Id="rId85" Type="http://schemas.openxmlformats.org/officeDocument/2006/relationships/image" Target="../media/image1094.png"/><Relationship Id="rId150" Type="http://schemas.openxmlformats.org/officeDocument/2006/relationships/customXml" Target="../ink/ink1138.xml"/><Relationship Id="rId192" Type="http://schemas.openxmlformats.org/officeDocument/2006/relationships/customXml" Target="../ink/ink1159.xml"/><Relationship Id="rId206" Type="http://schemas.openxmlformats.org/officeDocument/2006/relationships/image" Target="../media/image1154.png"/><Relationship Id="rId248" Type="http://schemas.openxmlformats.org/officeDocument/2006/relationships/image" Target="../media/image1175.png"/><Relationship Id="rId12" Type="http://schemas.openxmlformats.org/officeDocument/2006/relationships/customXml" Target="../ink/ink1069.xml"/><Relationship Id="rId108" Type="http://schemas.openxmlformats.org/officeDocument/2006/relationships/customXml" Target="../ink/ink1117.xml"/><Relationship Id="rId315" Type="http://schemas.openxmlformats.org/officeDocument/2006/relationships/customXml" Target="../ink/ink1221.xml"/><Relationship Id="rId357" Type="http://schemas.openxmlformats.org/officeDocument/2006/relationships/image" Target="../media/image1229.png"/><Relationship Id="rId54" Type="http://schemas.openxmlformats.org/officeDocument/2006/relationships/customXml" Target="../ink/ink1090.xml"/><Relationship Id="rId96" Type="http://schemas.openxmlformats.org/officeDocument/2006/relationships/customXml" Target="../ink/ink1111.xml"/><Relationship Id="rId161" Type="http://schemas.openxmlformats.org/officeDocument/2006/relationships/image" Target="../media/image1132.png"/><Relationship Id="rId217" Type="http://schemas.openxmlformats.org/officeDocument/2006/relationships/customXml" Target="../ink/ink1172.xml"/><Relationship Id="rId259" Type="http://schemas.openxmlformats.org/officeDocument/2006/relationships/customXml" Target="../ink/ink1193.xml"/><Relationship Id="rId23" Type="http://schemas.openxmlformats.org/officeDocument/2006/relationships/image" Target="../media/image1066.png"/><Relationship Id="rId119" Type="http://schemas.openxmlformats.org/officeDocument/2006/relationships/image" Target="../media/image1111.png"/><Relationship Id="rId270" Type="http://schemas.openxmlformats.org/officeDocument/2006/relationships/image" Target="../media/image1186.png"/><Relationship Id="rId326" Type="http://schemas.openxmlformats.org/officeDocument/2006/relationships/image" Target="../media/image1214.png"/><Relationship Id="rId65" Type="http://schemas.openxmlformats.org/officeDocument/2006/relationships/image" Target="../media/image1086.png"/><Relationship Id="rId130" Type="http://schemas.openxmlformats.org/officeDocument/2006/relationships/customXml" Target="../ink/ink1128.xml"/><Relationship Id="rId368" Type="http://schemas.openxmlformats.org/officeDocument/2006/relationships/customXml" Target="../ink/ink1248.xml"/><Relationship Id="rId172" Type="http://schemas.openxmlformats.org/officeDocument/2006/relationships/customXml" Target="../ink/ink1149.xml"/><Relationship Id="rId228" Type="http://schemas.openxmlformats.org/officeDocument/2006/relationships/image" Target="../media/image1165.png"/><Relationship Id="rId281" Type="http://schemas.openxmlformats.org/officeDocument/2006/relationships/customXml" Target="../ink/ink1204.xml"/><Relationship Id="rId337" Type="http://schemas.openxmlformats.org/officeDocument/2006/relationships/image" Target="../media/image1219.png"/><Relationship Id="rId34" Type="http://schemas.openxmlformats.org/officeDocument/2006/relationships/customXml" Target="../ink/ink1080.xml"/><Relationship Id="rId76" Type="http://schemas.openxmlformats.org/officeDocument/2006/relationships/customXml" Target="../ink/ink1101.xml"/><Relationship Id="rId141" Type="http://schemas.openxmlformats.org/officeDocument/2006/relationships/image" Target="../media/image1122.png"/><Relationship Id="rId7" Type="http://schemas.openxmlformats.org/officeDocument/2006/relationships/image" Target="../media/image1058.png"/><Relationship Id="rId183" Type="http://schemas.openxmlformats.org/officeDocument/2006/relationships/image" Target="../media/image1143.png"/><Relationship Id="rId239" Type="http://schemas.openxmlformats.org/officeDocument/2006/relationships/customXml" Target="../ink/ink1183.xml"/><Relationship Id="rId250" Type="http://schemas.openxmlformats.org/officeDocument/2006/relationships/image" Target="../media/image1176.png"/><Relationship Id="rId292" Type="http://schemas.openxmlformats.org/officeDocument/2006/relationships/image" Target="../media/image1197.png"/><Relationship Id="rId306" Type="http://schemas.openxmlformats.org/officeDocument/2006/relationships/image" Target="../media/image1204.png"/><Relationship Id="rId45" Type="http://schemas.openxmlformats.org/officeDocument/2006/relationships/image" Target="../media/image1076.png"/><Relationship Id="rId87" Type="http://schemas.openxmlformats.org/officeDocument/2006/relationships/image" Target="../media/image1095.png"/><Relationship Id="rId110" Type="http://schemas.openxmlformats.org/officeDocument/2006/relationships/customXml" Target="../ink/ink1118.xml"/><Relationship Id="rId348" Type="http://schemas.openxmlformats.org/officeDocument/2006/relationships/customXml" Target="../ink/ink1238.xml"/><Relationship Id="rId152" Type="http://schemas.openxmlformats.org/officeDocument/2006/relationships/customXml" Target="../ink/ink1139.xml"/><Relationship Id="rId194" Type="http://schemas.openxmlformats.org/officeDocument/2006/relationships/customXml" Target="../ink/ink1160.xml"/><Relationship Id="rId208" Type="http://schemas.openxmlformats.org/officeDocument/2006/relationships/image" Target="../media/image1155.png"/><Relationship Id="rId261" Type="http://schemas.openxmlformats.org/officeDocument/2006/relationships/customXml" Target="../ink/ink1194.xml"/><Relationship Id="rId14" Type="http://schemas.openxmlformats.org/officeDocument/2006/relationships/customXml" Target="../ink/ink1070.xml"/><Relationship Id="rId56" Type="http://schemas.openxmlformats.org/officeDocument/2006/relationships/customXml" Target="../ink/ink1091.xml"/><Relationship Id="rId317" Type="http://schemas.openxmlformats.org/officeDocument/2006/relationships/customXml" Target="../ink/ink1222.xml"/><Relationship Id="rId359" Type="http://schemas.openxmlformats.org/officeDocument/2006/relationships/image" Target="../media/image1230.png"/><Relationship Id="rId98" Type="http://schemas.openxmlformats.org/officeDocument/2006/relationships/customXml" Target="../ink/ink1112.xml"/><Relationship Id="rId121" Type="http://schemas.openxmlformats.org/officeDocument/2006/relationships/image" Target="../media/image1112.png"/><Relationship Id="rId163" Type="http://schemas.openxmlformats.org/officeDocument/2006/relationships/image" Target="../media/image1133.png"/><Relationship Id="rId219" Type="http://schemas.openxmlformats.org/officeDocument/2006/relationships/customXml" Target="../ink/ink1173.xml"/><Relationship Id="rId370" Type="http://schemas.openxmlformats.org/officeDocument/2006/relationships/customXml" Target="../ink/ink1249.xml"/><Relationship Id="rId230" Type="http://schemas.openxmlformats.org/officeDocument/2006/relationships/image" Target="../media/image1166.png"/><Relationship Id="rId25" Type="http://schemas.openxmlformats.org/officeDocument/2006/relationships/image" Target="../media/image902.png"/><Relationship Id="rId67" Type="http://schemas.openxmlformats.org/officeDocument/2006/relationships/image" Target="../media/image1050.png"/><Relationship Id="rId272" Type="http://schemas.openxmlformats.org/officeDocument/2006/relationships/image" Target="../media/image1187.png"/><Relationship Id="rId328" Type="http://schemas.openxmlformats.org/officeDocument/2006/relationships/image" Target="../media/image1215.png"/><Relationship Id="rId132" Type="http://schemas.openxmlformats.org/officeDocument/2006/relationships/customXml" Target="../ink/ink1129.xml"/><Relationship Id="rId174" Type="http://schemas.openxmlformats.org/officeDocument/2006/relationships/customXml" Target="../ink/ink1150.xml"/><Relationship Id="rId241" Type="http://schemas.openxmlformats.org/officeDocument/2006/relationships/customXml" Target="../ink/ink1184.xml"/><Relationship Id="rId36" Type="http://schemas.openxmlformats.org/officeDocument/2006/relationships/customXml" Target="../ink/ink1081.xml"/><Relationship Id="rId283" Type="http://schemas.openxmlformats.org/officeDocument/2006/relationships/customXml" Target="../ink/ink1205.xml"/><Relationship Id="rId339" Type="http://schemas.openxmlformats.org/officeDocument/2006/relationships/image" Target="../media/image1220.png"/><Relationship Id="rId78" Type="http://schemas.openxmlformats.org/officeDocument/2006/relationships/customXml" Target="../ink/ink1102.xml"/><Relationship Id="rId99" Type="http://schemas.openxmlformats.org/officeDocument/2006/relationships/image" Target="../media/image1101.png"/><Relationship Id="rId101" Type="http://schemas.openxmlformats.org/officeDocument/2006/relationships/image" Target="../media/image1102.png"/><Relationship Id="rId122" Type="http://schemas.openxmlformats.org/officeDocument/2006/relationships/customXml" Target="../ink/ink1124.xml"/><Relationship Id="rId143" Type="http://schemas.openxmlformats.org/officeDocument/2006/relationships/image" Target="../media/image1123.png"/><Relationship Id="rId164" Type="http://schemas.openxmlformats.org/officeDocument/2006/relationships/customXml" Target="../ink/ink1145.xml"/><Relationship Id="rId185" Type="http://schemas.openxmlformats.org/officeDocument/2006/relationships/image" Target="../media/image1144.png"/><Relationship Id="rId350" Type="http://schemas.openxmlformats.org/officeDocument/2006/relationships/customXml" Target="../ink/ink1239.xml"/><Relationship Id="rId371" Type="http://schemas.openxmlformats.org/officeDocument/2006/relationships/image" Target="../media/image1236.png"/><Relationship Id="rId9" Type="http://schemas.openxmlformats.org/officeDocument/2006/relationships/image" Target="../media/image1059.png"/><Relationship Id="rId210" Type="http://schemas.openxmlformats.org/officeDocument/2006/relationships/image" Target="../media/image1156.png"/><Relationship Id="rId26" Type="http://schemas.openxmlformats.org/officeDocument/2006/relationships/customXml" Target="../ink/ink1076.xml"/><Relationship Id="rId231" Type="http://schemas.openxmlformats.org/officeDocument/2006/relationships/customXml" Target="../ink/ink1179.xml"/><Relationship Id="rId252" Type="http://schemas.openxmlformats.org/officeDocument/2006/relationships/image" Target="../media/image1177.png"/><Relationship Id="rId273" Type="http://schemas.openxmlformats.org/officeDocument/2006/relationships/customXml" Target="../ink/ink1200.xml"/><Relationship Id="rId294" Type="http://schemas.openxmlformats.org/officeDocument/2006/relationships/image" Target="../media/image1198.png"/><Relationship Id="rId308" Type="http://schemas.openxmlformats.org/officeDocument/2006/relationships/image" Target="../media/image1205.png"/><Relationship Id="rId329" Type="http://schemas.openxmlformats.org/officeDocument/2006/relationships/customXml" Target="../ink/ink1228.xml"/><Relationship Id="rId47" Type="http://schemas.openxmlformats.org/officeDocument/2006/relationships/image" Target="../media/image1077.png"/><Relationship Id="rId68" Type="http://schemas.openxmlformats.org/officeDocument/2006/relationships/customXml" Target="../ink/ink1097.xml"/><Relationship Id="rId89" Type="http://schemas.openxmlformats.org/officeDocument/2006/relationships/image" Target="../media/image1096.png"/><Relationship Id="rId112" Type="http://schemas.openxmlformats.org/officeDocument/2006/relationships/customXml" Target="../ink/ink1119.xml"/><Relationship Id="rId133" Type="http://schemas.openxmlformats.org/officeDocument/2006/relationships/image" Target="../media/image1118.png"/><Relationship Id="rId154" Type="http://schemas.openxmlformats.org/officeDocument/2006/relationships/customXml" Target="../ink/ink1140.xml"/><Relationship Id="rId175" Type="http://schemas.openxmlformats.org/officeDocument/2006/relationships/image" Target="../media/image1139.png"/><Relationship Id="rId340" Type="http://schemas.openxmlformats.org/officeDocument/2006/relationships/customXml" Target="../ink/ink1234.xml"/><Relationship Id="rId361" Type="http://schemas.openxmlformats.org/officeDocument/2006/relationships/image" Target="../media/image1231.png"/><Relationship Id="rId196" Type="http://schemas.openxmlformats.org/officeDocument/2006/relationships/customXml" Target="../ink/ink1161.xml"/><Relationship Id="rId200" Type="http://schemas.openxmlformats.org/officeDocument/2006/relationships/customXml" Target="../ink/ink1163.xml"/><Relationship Id="rId16" Type="http://schemas.openxmlformats.org/officeDocument/2006/relationships/customXml" Target="../ink/ink1071.xml"/><Relationship Id="rId221" Type="http://schemas.openxmlformats.org/officeDocument/2006/relationships/customXml" Target="../ink/ink1174.xml"/><Relationship Id="rId242" Type="http://schemas.openxmlformats.org/officeDocument/2006/relationships/image" Target="../media/image1172.png"/><Relationship Id="rId263" Type="http://schemas.openxmlformats.org/officeDocument/2006/relationships/customXml" Target="../ink/ink1195.xml"/><Relationship Id="rId284" Type="http://schemas.openxmlformats.org/officeDocument/2006/relationships/image" Target="../media/image1193.png"/><Relationship Id="rId319" Type="http://schemas.openxmlformats.org/officeDocument/2006/relationships/customXml" Target="../ink/ink1223.xml"/><Relationship Id="rId37" Type="http://schemas.openxmlformats.org/officeDocument/2006/relationships/image" Target="../media/image1072.png"/><Relationship Id="rId58" Type="http://schemas.openxmlformats.org/officeDocument/2006/relationships/customXml" Target="../ink/ink1092.xml"/><Relationship Id="rId79" Type="http://schemas.openxmlformats.org/officeDocument/2006/relationships/image" Target="../media/image1091.png"/><Relationship Id="rId102" Type="http://schemas.openxmlformats.org/officeDocument/2006/relationships/customXml" Target="../ink/ink1114.xml"/><Relationship Id="rId123" Type="http://schemas.openxmlformats.org/officeDocument/2006/relationships/image" Target="../media/image1113.png"/><Relationship Id="rId144" Type="http://schemas.openxmlformats.org/officeDocument/2006/relationships/customXml" Target="../ink/ink1135.xml"/><Relationship Id="rId330" Type="http://schemas.openxmlformats.org/officeDocument/2006/relationships/image" Target="../media/image1216.png"/><Relationship Id="rId90" Type="http://schemas.openxmlformats.org/officeDocument/2006/relationships/customXml" Target="../ink/ink1108.xml"/><Relationship Id="rId165" Type="http://schemas.openxmlformats.org/officeDocument/2006/relationships/image" Target="../media/image1134.png"/><Relationship Id="rId186" Type="http://schemas.openxmlformats.org/officeDocument/2006/relationships/customXml" Target="../ink/ink1156.xml"/><Relationship Id="rId351" Type="http://schemas.openxmlformats.org/officeDocument/2006/relationships/image" Target="../media/image1226.png"/><Relationship Id="rId372" Type="http://schemas.openxmlformats.org/officeDocument/2006/relationships/customXml" Target="../ink/ink1250.xml"/><Relationship Id="rId211" Type="http://schemas.openxmlformats.org/officeDocument/2006/relationships/customXml" Target="../ink/ink1169.xml"/><Relationship Id="rId232" Type="http://schemas.openxmlformats.org/officeDocument/2006/relationships/image" Target="../media/image1167.png"/><Relationship Id="rId253" Type="http://schemas.openxmlformats.org/officeDocument/2006/relationships/customXml" Target="../ink/ink1190.xml"/><Relationship Id="rId274" Type="http://schemas.openxmlformats.org/officeDocument/2006/relationships/image" Target="../media/image1188.png"/><Relationship Id="rId295" Type="http://schemas.openxmlformats.org/officeDocument/2006/relationships/customXml" Target="../ink/ink1211.xml"/><Relationship Id="rId309" Type="http://schemas.openxmlformats.org/officeDocument/2006/relationships/customXml" Target="../ink/ink1218.xml"/><Relationship Id="rId27" Type="http://schemas.openxmlformats.org/officeDocument/2006/relationships/image" Target="../media/image1067.png"/><Relationship Id="rId48" Type="http://schemas.openxmlformats.org/officeDocument/2006/relationships/customXml" Target="../ink/ink1087.xml"/><Relationship Id="rId69" Type="http://schemas.openxmlformats.org/officeDocument/2006/relationships/image" Target="../media/image995.png"/><Relationship Id="rId113" Type="http://schemas.openxmlformats.org/officeDocument/2006/relationships/image" Target="../media/image1108.png"/><Relationship Id="rId134" Type="http://schemas.openxmlformats.org/officeDocument/2006/relationships/customXml" Target="../ink/ink1130.xml"/><Relationship Id="rId320" Type="http://schemas.openxmlformats.org/officeDocument/2006/relationships/image" Target="../media/image1211.png"/><Relationship Id="rId80" Type="http://schemas.openxmlformats.org/officeDocument/2006/relationships/customXml" Target="../ink/ink1103.xml"/><Relationship Id="rId155" Type="http://schemas.openxmlformats.org/officeDocument/2006/relationships/image" Target="../media/image1129.png"/><Relationship Id="rId176" Type="http://schemas.openxmlformats.org/officeDocument/2006/relationships/customXml" Target="../ink/ink1151.xml"/><Relationship Id="rId197" Type="http://schemas.openxmlformats.org/officeDocument/2006/relationships/image" Target="../media/image1150.png"/><Relationship Id="rId341" Type="http://schemas.openxmlformats.org/officeDocument/2006/relationships/image" Target="../media/image1221.png"/><Relationship Id="rId362" Type="http://schemas.openxmlformats.org/officeDocument/2006/relationships/customXml" Target="../ink/ink1245.xml"/><Relationship Id="rId201" Type="http://schemas.openxmlformats.org/officeDocument/2006/relationships/image" Target="../media/image1152.png"/><Relationship Id="rId222" Type="http://schemas.openxmlformats.org/officeDocument/2006/relationships/image" Target="../media/image1162.png"/><Relationship Id="rId243" Type="http://schemas.openxmlformats.org/officeDocument/2006/relationships/customXml" Target="../ink/ink1185.xml"/><Relationship Id="rId264" Type="http://schemas.openxmlformats.org/officeDocument/2006/relationships/image" Target="../media/image1183.png"/><Relationship Id="rId285" Type="http://schemas.openxmlformats.org/officeDocument/2006/relationships/customXml" Target="../ink/ink1206.xml"/><Relationship Id="rId17" Type="http://schemas.openxmlformats.org/officeDocument/2006/relationships/image" Target="../media/image1063.png"/><Relationship Id="rId38" Type="http://schemas.openxmlformats.org/officeDocument/2006/relationships/customXml" Target="../ink/ink1082.xml"/><Relationship Id="rId59" Type="http://schemas.openxmlformats.org/officeDocument/2006/relationships/image" Target="../media/image1083.png"/><Relationship Id="rId103" Type="http://schemas.openxmlformats.org/officeDocument/2006/relationships/image" Target="../media/image1103.png"/><Relationship Id="rId124" Type="http://schemas.openxmlformats.org/officeDocument/2006/relationships/customXml" Target="../ink/ink1125.xml"/><Relationship Id="rId310" Type="http://schemas.openxmlformats.org/officeDocument/2006/relationships/image" Target="../media/image1206.png"/><Relationship Id="rId70" Type="http://schemas.openxmlformats.org/officeDocument/2006/relationships/customXml" Target="../ink/ink1098.xml"/><Relationship Id="rId91" Type="http://schemas.openxmlformats.org/officeDocument/2006/relationships/image" Target="../media/image1097.png"/><Relationship Id="rId145" Type="http://schemas.openxmlformats.org/officeDocument/2006/relationships/image" Target="../media/image1124.png"/><Relationship Id="rId166" Type="http://schemas.openxmlformats.org/officeDocument/2006/relationships/customXml" Target="../ink/ink1146.xml"/><Relationship Id="rId187" Type="http://schemas.openxmlformats.org/officeDocument/2006/relationships/image" Target="../media/image1145.png"/><Relationship Id="rId331" Type="http://schemas.openxmlformats.org/officeDocument/2006/relationships/customXml" Target="../ink/ink1229.xml"/><Relationship Id="rId352" Type="http://schemas.openxmlformats.org/officeDocument/2006/relationships/customXml" Target="../ink/ink1240.xml"/><Relationship Id="rId373" Type="http://schemas.openxmlformats.org/officeDocument/2006/relationships/image" Target="../media/image1237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157.png"/><Relationship Id="rId233" Type="http://schemas.openxmlformats.org/officeDocument/2006/relationships/customXml" Target="../ink/ink1180.xml"/><Relationship Id="rId254" Type="http://schemas.openxmlformats.org/officeDocument/2006/relationships/image" Target="../media/image1178.png"/><Relationship Id="rId28" Type="http://schemas.openxmlformats.org/officeDocument/2006/relationships/customXml" Target="../ink/ink1077.xml"/><Relationship Id="rId49" Type="http://schemas.openxmlformats.org/officeDocument/2006/relationships/image" Target="../media/image1078.png"/><Relationship Id="rId114" Type="http://schemas.openxmlformats.org/officeDocument/2006/relationships/customXml" Target="../ink/ink1120.xml"/><Relationship Id="rId275" Type="http://schemas.openxmlformats.org/officeDocument/2006/relationships/customXml" Target="../ink/ink1201.xml"/><Relationship Id="rId296" Type="http://schemas.openxmlformats.org/officeDocument/2006/relationships/image" Target="../media/image1199.png"/><Relationship Id="rId300" Type="http://schemas.openxmlformats.org/officeDocument/2006/relationships/image" Target="../media/image1201.png"/><Relationship Id="rId60" Type="http://schemas.openxmlformats.org/officeDocument/2006/relationships/customXml" Target="../ink/ink1093.xml"/><Relationship Id="rId81" Type="http://schemas.openxmlformats.org/officeDocument/2006/relationships/image" Target="../media/image1092.png"/><Relationship Id="rId135" Type="http://schemas.openxmlformats.org/officeDocument/2006/relationships/image" Target="../media/image1119.png"/><Relationship Id="rId156" Type="http://schemas.openxmlformats.org/officeDocument/2006/relationships/customXml" Target="../ink/ink1141.xml"/><Relationship Id="rId177" Type="http://schemas.openxmlformats.org/officeDocument/2006/relationships/image" Target="../media/image1140.png"/><Relationship Id="rId198" Type="http://schemas.openxmlformats.org/officeDocument/2006/relationships/customXml" Target="../ink/ink1162.xml"/><Relationship Id="rId321" Type="http://schemas.openxmlformats.org/officeDocument/2006/relationships/customXml" Target="../ink/ink1224.xml"/><Relationship Id="rId342" Type="http://schemas.openxmlformats.org/officeDocument/2006/relationships/customXml" Target="../ink/ink1235.xml"/><Relationship Id="rId363" Type="http://schemas.openxmlformats.org/officeDocument/2006/relationships/image" Target="../media/image1232.png"/><Relationship Id="rId202" Type="http://schemas.openxmlformats.org/officeDocument/2006/relationships/customXml" Target="../ink/ink1164.xml"/><Relationship Id="rId223" Type="http://schemas.openxmlformats.org/officeDocument/2006/relationships/customXml" Target="../ink/ink1175.xml"/><Relationship Id="rId244" Type="http://schemas.openxmlformats.org/officeDocument/2006/relationships/image" Target="../media/image1173.png"/><Relationship Id="rId18" Type="http://schemas.openxmlformats.org/officeDocument/2006/relationships/customXml" Target="../ink/ink1072.xml"/><Relationship Id="rId39" Type="http://schemas.openxmlformats.org/officeDocument/2006/relationships/image" Target="../media/image1073.png"/><Relationship Id="rId265" Type="http://schemas.openxmlformats.org/officeDocument/2006/relationships/customXml" Target="../ink/ink1196.xml"/><Relationship Id="rId286" Type="http://schemas.openxmlformats.org/officeDocument/2006/relationships/image" Target="../media/image1194.png"/><Relationship Id="rId50" Type="http://schemas.openxmlformats.org/officeDocument/2006/relationships/customXml" Target="../ink/ink1088.xml"/><Relationship Id="rId104" Type="http://schemas.openxmlformats.org/officeDocument/2006/relationships/customXml" Target="../ink/ink1115.xml"/><Relationship Id="rId125" Type="http://schemas.openxmlformats.org/officeDocument/2006/relationships/image" Target="../media/image1114.png"/><Relationship Id="rId146" Type="http://schemas.openxmlformats.org/officeDocument/2006/relationships/customXml" Target="../ink/ink1136.xml"/><Relationship Id="rId167" Type="http://schemas.openxmlformats.org/officeDocument/2006/relationships/image" Target="../media/image1135.png"/><Relationship Id="rId188" Type="http://schemas.openxmlformats.org/officeDocument/2006/relationships/customXml" Target="../ink/ink1157.xml"/><Relationship Id="rId311" Type="http://schemas.openxmlformats.org/officeDocument/2006/relationships/customXml" Target="../ink/ink1219.xml"/><Relationship Id="rId332" Type="http://schemas.openxmlformats.org/officeDocument/2006/relationships/customXml" Target="../ink/ink1230.xml"/><Relationship Id="rId353" Type="http://schemas.openxmlformats.org/officeDocument/2006/relationships/image" Target="../media/image1227.png"/><Relationship Id="rId374" Type="http://schemas.openxmlformats.org/officeDocument/2006/relationships/customXml" Target="../ink/ink1251.xml"/><Relationship Id="rId71" Type="http://schemas.openxmlformats.org/officeDocument/2006/relationships/image" Target="../media/image1087.png"/><Relationship Id="rId92" Type="http://schemas.openxmlformats.org/officeDocument/2006/relationships/customXml" Target="../ink/ink1109.xml"/><Relationship Id="rId213" Type="http://schemas.openxmlformats.org/officeDocument/2006/relationships/customXml" Target="../ink/ink1170.xml"/><Relationship Id="rId234" Type="http://schemas.openxmlformats.org/officeDocument/2006/relationships/image" Target="../media/image1168.png"/><Relationship Id="rId2" Type="http://schemas.openxmlformats.org/officeDocument/2006/relationships/customXml" Target="../ink/ink1064.xml"/><Relationship Id="rId29" Type="http://schemas.openxmlformats.org/officeDocument/2006/relationships/image" Target="../media/image1068.png"/><Relationship Id="rId255" Type="http://schemas.openxmlformats.org/officeDocument/2006/relationships/customXml" Target="../ink/ink1191.xml"/><Relationship Id="rId276" Type="http://schemas.openxmlformats.org/officeDocument/2006/relationships/image" Target="../media/image1189.png"/><Relationship Id="rId297" Type="http://schemas.openxmlformats.org/officeDocument/2006/relationships/customXml" Target="../ink/ink1212.xml"/><Relationship Id="rId40" Type="http://schemas.openxmlformats.org/officeDocument/2006/relationships/customXml" Target="../ink/ink1083.xml"/><Relationship Id="rId115" Type="http://schemas.openxmlformats.org/officeDocument/2006/relationships/image" Target="../media/image1109.png"/><Relationship Id="rId136" Type="http://schemas.openxmlformats.org/officeDocument/2006/relationships/customXml" Target="../ink/ink1131.xml"/><Relationship Id="rId157" Type="http://schemas.openxmlformats.org/officeDocument/2006/relationships/image" Target="../media/image1130.png"/><Relationship Id="rId178" Type="http://schemas.openxmlformats.org/officeDocument/2006/relationships/customXml" Target="../ink/ink1152.xml"/><Relationship Id="rId301" Type="http://schemas.openxmlformats.org/officeDocument/2006/relationships/customXml" Target="../ink/ink1214.xml"/><Relationship Id="rId322" Type="http://schemas.openxmlformats.org/officeDocument/2006/relationships/image" Target="../media/image1212.png"/><Relationship Id="rId343" Type="http://schemas.openxmlformats.org/officeDocument/2006/relationships/image" Target="../media/image1222.png"/><Relationship Id="rId364" Type="http://schemas.openxmlformats.org/officeDocument/2006/relationships/customXml" Target="../ink/ink1246.xml"/><Relationship Id="rId61" Type="http://schemas.openxmlformats.org/officeDocument/2006/relationships/image" Target="../media/image1084.png"/><Relationship Id="rId82" Type="http://schemas.openxmlformats.org/officeDocument/2006/relationships/customXml" Target="../ink/ink1104.xml"/><Relationship Id="rId199" Type="http://schemas.openxmlformats.org/officeDocument/2006/relationships/image" Target="../media/image1151.png"/><Relationship Id="rId203" Type="http://schemas.openxmlformats.org/officeDocument/2006/relationships/customXml" Target="../ink/ink1165.xml"/><Relationship Id="rId19" Type="http://schemas.openxmlformats.org/officeDocument/2006/relationships/image" Target="../media/image1064.png"/><Relationship Id="rId224" Type="http://schemas.openxmlformats.org/officeDocument/2006/relationships/image" Target="../media/image1163.png"/><Relationship Id="rId245" Type="http://schemas.openxmlformats.org/officeDocument/2006/relationships/customXml" Target="../ink/ink1186.xml"/><Relationship Id="rId266" Type="http://schemas.openxmlformats.org/officeDocument/2006/relationships/image" Target="../media/image1184.png"/><Relationship Id="rId287" Type="http://schemas.openxmlformats.org/officeDocument/2006/relationships/customXml" Target="../ink/ink1207.xml"/><Relationship Id="rId30" Type="http://schemas.openxmlformats.org/officeDocument/2006/relationships/customXml" Target="../ink/ink1078.xml"/><Relationship Id="rId105" Type="http://schemas.openxmlformats.org/officeDocument/2006/relationships/image" Target="../media/image1104.png"/><Relationship Id="rId126" Type="http://schemas.openxmlformats.org/officeDocument/2006/relationships/customXml" Target="../ink/ink1126.xml"/><Relationship Id="rId147" Type="http://schemas.openxmlformats.org/officeDocument/2006/relationships/image" Target="../media/image1125.png"/><Relationship Id="rId168" Type="http://schemas.openxmlformats.org/officeDocument/2006/relationships/customXml" Target="../ink/ink1147.xml"/><Relationship Id="rId312" Type="http://schemas.openxmlformats.org/officeDocument/2006/relationships/image" Target="../media/image1207.png"/><Relationship Id="rId333" Type="http://schemas.openxmlformats.org/officeDocument/2006/relationships/image" Target="../media/image1217.png"/><Relationship Id="rId354" Type="http://schemas.openxmlformats.org/officeDocument/2006/relationships/customXml" Target="../ink/ink1241.xml"/><Relationship Id="rId51" Type="http://schemas.openxmlformats.org/officeDocument/2006/relationships/image" Target="../media/image1079.png"/><Relationship Id="rId72" Type="http://schemas.openxmlformats.org/officeDocument/2006/relationships/customXml" Target="../ink/ink1099.xml"/><Relationship Id="rId93" Type="http://schemas.openxmlformats.org/officeDocument/2006/relationships/image" Target="../media/image1098.png"/><Relationship Id="rId189" Type="http://schemas.openxmlformats.org/officeDocument/2006/relationships/image" Target="../media/image1146.png"/><Relationship Id="rId375" Type="http://schemas.openxmlformats.org/officeDocument/2006/relationships/image" Target="../media/image1238.png"/><Relationship Id="rId3" Type="http://schemas.openxmlformats.org/officeDocument/2006/relationships/image" Target="../media/image1056.png"/><Relationship Id="rId214" Type="http://schemas.openxmlformats.org/officeDocument/2006/relationships/image" Target="../media/image1158.png"/><Relationship Id="rId235" Type="http://schemas.openxmlformats.org/officeDocument/2006/relationships/customXml" Target="../ink/ink1181.xml"/><Relationship Id="rId256" Type="http://schemas.openxmlformats.org/officeDocument/2006/relationships/image" Target="../media/image1179.png"/><Relationship Id="rId277" Type="http://schemas.openxmlformats.org/officeDocument/2006/relationships/customXml" Target="../ink/ink1202.xml"/><Relationship Id="rId298" Type="http://schemas.openxmlformats.org/officeDocument/2006/relationships/image" Target="../media/image1200.png"/><Relationship Id="rId116" Type="http://schemas.openxmlformats.org/officeDocument/2006/relationships/customXml" Target="../ink/ink1121.xml"/><Relationship Id="rId137" Type="http://schemas.openxmlformats.org/officeDocument/2006/relationships/image" Target="../media/image1120.png"/><Relationship Id="rId158" Type="http://schemas.openxmlformats.org/officeDocument/2006/relationships/customXml" Target="../ink/ink1142.xml"/><Relationship Id="rId302" Type="http://schemas.openxmlformats.org/officeDocument/2006/relationships/image" Target="../media/image1202.png"/><Relationship Id="rId323" Type="http://schemas.openxmlformats.org/officeDocument/2006/relationships/customXml" Target="../ink/ink1225.xml"/><Relationship Id="rId344" Type="http://schemas.openxmlformats.org/officeDocument/2006/relationships/customXml" Target="../ink/ink1236.xml"/><Relationship Id="rId20" Type="http://schemas.openxmlformats.org/officeDocument/2006/relationships/customXml" Target="../ink/ink1073.xml"/><Relationship Id="rId41" Type="http://schemas.openxmlformats.org/officeDocument/2006/relationships/image" Target="../media/image1074.png"/><Relationship Id="rId62" Type="http://schemas.openxmlformats.org/officeDocument/2006/relationships/customXml" Target="../ink/ink1094.xml"/><Relationship Id="rId83" Type="http://schemas.openxmlformats.org/officeDocument/2006/relationships/image" Target="../media/image1093.png"/><Relationship Id="rId179" Type="http://schemas.openxmlformats.org/officeDocument/2006/relationships/image" Target="../media/image1141.png"/><Relationship Id="rId365" Type="http://schemas.openxmlformats.org/officeDocument/2006/relationships/image" Target="../media/image1233.png"/><Relationship Id="rId190" Type="http://schemas.openxmlformats.org/officeDocument/2006/relationships/customXml" Target="../ink/ink1158.xml"/><Relationship Id="rId204" Type="http://schemas.openxmlformats.org/officeDocument/2006/relationships/image" Target="../media/image1153.png"/><Relationship Id="rId225" Type="http://schemas.openxmlformats.org/officeDocument/2006/relationships/customXml" Target="../ink/ink1176.xml"/><Relationship Id="rId246" Type="http://schemas.openxmlformats.org/officeDocument/2006/relationships/image" Target="../media/image1174.png"/><Relationship Id="rId267" Type="http://schemas.openxmlformats.org/officeDocument/2006/relationships/customXml" Target="../ink/ink1197.xml"/><Relationship Id="rId288" Type="http://schemas.openxmlformats.org/officeDocument/2006/relationships/image" Target="../media/image1195.png"/><Relationship Id="rId106" Type="http://schemas.openxmlformats.org/officeDocument/2006/relationships/customXml" Target="../ink/ink1116.xml"/><Relationship Id="rId127" Type="http://schemas.openxmlformats.org/officeDocument/2006/relationships/image" Target="../media/image1115.png"/><Relationship Id="rId313" Type="http://schemas.openxmlformats.org/officeDocument/2006/relationships/customXml" Target="../ink/ink1220.xml"/><Relationship Id="rId10" Type="http://schemas.openxmlformats.org/officeDocument/2006/relationships/customXml" Target="../ink/ink1068.xml"/><Relationship Id="rId31" Type="http://schemas.openxmlformats.org/officeDocument/2006/relationships/image" Target="../media/image1069.png"/><Relationship Id="rId52" Type="http://schemas.openxmlformats.org/officeDocument/2006/relationships/customXml" Target="../ink/ink1089.xml"/><Relationship Id="rId73" Type="http://schemas.openxmlformats.org/officeDocument/2006/relationships/image" Target="../media/image1088.png"/><Relationship Id="rId94" Type="http://schemas.openxmlformats.org/officeDocument/2006/relationships/customXml" Target="../ink/ink1110.xml"/><Relationship Id="rId148" Type="http://schemas.openxmlformats.org/officeDocument/2006/relationships/customXml" Target="../ink/ink1137.xml"/><Relationship Id="rId169" Type="http://schemas.openxmlformats.org/officeDocument/2006/relationships/image" Target="../media/image1136.png"/><Relationship Id="rId334" Type="http://schemas.openxmlformats.org/officeDocument/2006/relationships/customXml" Target="../ink/ink1231.xml"/><Relationship Id="rId355" Type="http://schemas.openxmlformats.org/officeDocument/2006/relationships/image" Target="../media/image1228.png"/><Relationship Id="rId4" Type="http://schemas.openxmlformats.org/officeDocument/2006/relationships/customXml" Target="../ink/ink1065.xml"/><Relationship Id="rId180" Type="http://schemas.openxmlformats.org/officeDocument/2006/relationships/customXml" Target="../ink/ink1153.xml"/><Relationship Id="rId215" Type="http://schemas.openxmlformats.org/officeDocument/2006/relationships/customXml" Target="../ink/ink1171.xml"/><Relationship Id="rId236" Type="http://schemas.openxmlformats.org/officeDocument/2006/relationships/image" Target="../media/image1169.png"/><Relationship Id="rId257" Type="http://schemas.openxmlformats.org/officeDocument/2006/relationships/customXml" Target="../ink/ink1192.xml"/><Relationship Id="rId278" Type="http://schemas.openxmlformats.org/officeDocument/2006/relationships/image" Target="../media/image1190.png"/><Relationship Id="rId303" Type="http://schemas.openxmlformats.org/officeDocument/2006/relationships/customXml" Target="../ink/ink1215.xml"/><Relationship Id="rId42" Type="http://schemas.openxmlformats.org/officeDocument/2006/relationships/customXml" Target="../ink/ink1084.xml"/><Relationship Id="rId84" Type="http://schemas.openxmlformats.org/officeDocument/2006/relationships/customXml" Target="../ink/ink1105.xml"/><Relationship Id="rId138" Type="http://schemas.openxmlformats.org/officeDocument/2006/relationships/customXml" Target="../ink/ink1132.xml"/><Relationship Id="rId345" Type="http://schemas.openxmlformats.org/officeDocument/2006/relationships/image" Target="../media/image1223.png"/><Relationship Id="rId191" Type="http://schemas.openxmlformats.org/officeDocument/2006/relationships/image" Target="../media/image1147.png"/><Relationship Id="rId205" Type="http://schemas.openxmlformats.org/officeDocument/2006/relationships/customXml" Target="../ink/ink1166.xml"/><Relationship Id="rId247" Type="http://schemas.openxmlformats.org/officeDocument/2006/relationships/customXml" Target="../ink/ink1187.xml"/><Relationship Id="rId107" Type="http://schemas.openxmlformats.org/officeDocument/2006/relationships/image" Target="../media/image1105.png"/><Relationship Id="rId289" Type="http://schemas.openxmlformats.org/officeDocument/2006/relationships/customXml" Target="../ink/ink1208.xml"/><Relationship Id="rId11" Type="http://schemas.openxmlformats.org/officeDocument/2006/relationships/image" Target="../media/image1060.png"/><Relationship Id="rId53" Type="http://schemas.openxmlformats.org/officeDocument/2006/relationships/image" Target="../media/image1080.png"/><Relationship Id="rId149" Type="http://schemas.openxmlformats.org/officeDocument/2006/relationships/image" Target="../media/image1126.png"/><Relationship Id="rId314" Type="http://schemas.openxmlformats.org/officeDocument/2006/relationships/image" Target="../media/image1208.png"/><Relationship Id="rId356" Type="http://schemas.openxmlformats.org/officeDocument/2006/relationships/customXml" Target="../ink/ink1242.xml"/><Relationship Id="rId95" Type="http://schemas.openxmlformats.org/officeDocument/2006/relationships/image" Target="../media/image1099.png"/><Relationship Id="rId160" Type="http://schemas.openxmlformats.org/officeDocument/2006/relationships/customXml" Target="../ink/ink1143.xml"/><Relationship Id="rId216" Type="http://schemas.openxmlformats.org/officeDocument/2006/relationships/image" Target="../media/image1159.png"/><Relationship Id="rId258" Type="http://schemas.openxmlformats.org/officeDocument/2006/relationships/image" Target="../media/image1180.png"/><Relationship Id="rId22" Type="http://schemas.openxmlformats.org/officeDocument/2006/relationships/customXml" Target="../ink/ink1074.xml"/><Relationship Id="rId64" Type="http://schemas.openxmlformats.org/officeDocument/2006/relationships/customXml" Target="../ink/ink1095.xml"/><Relationship Id="rId118" Type="http://schemas.openxmlformats.org/officeDocument/2006/relationships/customXml" Target="../ink/ink1122.xml"/><Relationship Id="rId325" Type="http://schemas.openxmlformats.org/officeDocument/2006/relationships/customXml" Target="../ink/ink1226.xml"/><Relationship Id="rId367" Type="http://schemas.openxmlformats.org/officeDocument/2006/relationships/image" Target="../media/image1234.png"/><Relationship Id="rId171" Type="http://schemas.openxmlformats.org/officeDocument/2006/relationships/image" Target="../media/image1137.png"/><Relationship Id="rId227" Type="http://schemas.openxmlformats.org/officeDocument/2006/relationships/customXml" Target="../ink/ink1177.xml"/><Relationship Id="rId269" Type="http://schemas.openxmlformats.org/officeDocument/2006/relationships/customXml" Target="../ink/ink1198.xml"/><Relationship Id="rId33" Type="http://schemas.openxmlformats.org/officeDocument/2006/relationships/image" Target="../media/image1070.png"/><Relationship Id="rId129" Type="http://schemas.openxmlformats.org/officeDocument/2006/relationships/image" Target="../media/image1116.png"/><Relationship Id="rId280" Type="http://schemas.openxmlformats.org/officeDocument/2006/relationships/image" Target="../media/image1191.png"/><Relationship Id="rId336" Type="http://schemas.openxmlformats.org/officeDocument/2006/relationships/customXml" Target="../ink/ink1232.xml"/><Relationship Id="rId75" Type="http://schemas.openxmlformats.org/officeDocument/2006/relationships/image" Target="../media/image1089.png"/><Relationship Id="rId140" Type="http://schemas.openxmlformats.org/officeDocument/2006/relationships/customXml" Target="../ink/ink1133.xml"/><Relationship Id="rId182" Type="http://schemas.openxmlformats.org/officeDocument/2006/relationships/customXml" Target="../ink/ink1154.xml"/><Relationship Id="rId6" Type="http://schemas.openxmlformats.org/officeDocument/2006/relationships/customXml" Target="../ink/ink1066.xml"/><Relationship Id="rId238" Type="http://schemas.openxmlformats.org/officeDocument/2006/relationships/image" Target="../media/image1170.png"/><Relationship Id="rId291" Type="http://schemas.openxmlformats.org/officeDocument/2006/relationships/customXml" Target="../ink/ink1209.xml"/><Relationship Id="rId305" Type="http://schemas.openxmlformats.org/officeDocument/2006/relationships/customXml" Target="../ink/ink1216.xml"/><Relationship Id="rId347" Type="http://schemas.openxmlformats.org/officeDocument/2006/relationships/image" Target="../media/image1224.png"/><Relationship Id="rId44" Type="http://schemas.openxmlformats.org/officeDocument/2006/relationships/customXml" Target="../ink/ink1085.xml"/><Relationship Id="rId86" Type="http://schemas.openxmlformats.org/officeDocument/2006/relationships/customXml" Target="../ink/ink1106.xml"/><Relationship Id="rId151" Type="http://schemas.openxmlformats.org/officeDocument/2006/relationships/image" Target="../media/image1127.png"/><Relationship Id="rId193" Type="http://schemas.openxmlformats.org/officeDocument/2006/relationships/image" Target="../media/image1148.png"/><Relationship Id="rId207" Type="http://schemas.openxmlformats.org/officeDocument/2006/relationships/customXml" Target="../ink/ink1167.xml"/><Relationship Id="rId249" Type="http://schemas.openxmlformats.org/officeDocument/2006/relationships/customXml" Target="../ink/ink1188.xml"/><Relationship Id="rId13" Type="http://schemas.openxmlformats.org/officeDocument/2006/relationships/image" Target="../media/image1061.png"/><Relationship Id="rId109" Type="http://schemas.openxmlformats.org/officeDocument/2006/relationships/image" Target="../media/image1106.png"/><Relationship Id="rId260" Type="http://schemas.openxmlformats.org/officeDocument/2006/relationships/image" Target="../media/image1181.png"/><Relationship Id="rId316" Type="http://schemas.openxmlformats.org/officeDocument/2006/relationships/image" Target="../media/image1209.png"/><Relationship Id="rId55" Type="http://schemas.openxmlformats.org/officeDocument/2006/relationships/image" Target="../media/image1081.png"/><Relationship Id="rId97" Type="http://schemas.openxmlformats.org/officeDocument/2006/relationships/image" Target="../media/image1100.png"/><Relationship Id="rId120" Type="http://schemas.openxmlformats.org/officeDocument/2006/relationships/customXml" Target="../ink/ink1123.xml"/><Relationship Id="rId358" Type="http://schemas.openxmlformats.org/officeDocument/2006/relationships/customXml" Target="../ink/ink1243.xml"/><Relationship Id="rId162" Type="http://schemas.openxmlformats.org/officeDocument/2006/relationships/customXml" Target="../ink/ink1144.xml"/><Relationship Id="rId218" Type="http://schemas.openxmlformats.org/officeDocument/2006/relationships/image" Target="../media/image1160.png"/><Relationship Id="rId271" Type="http://schemas.openxmlformats.org/officeDocument/2006/relationships/customXml" Target="../ink/ink1199.xml"/><Relationship Id="rId24" Type="http://schemas.openxmlformats.org/officeDocument/2006/relationships/customXml" Target="../ink/ink1075.xml"/><Relationship Id="rId66" Type="http://schemas.openxmlformats.org/officeDocument/2006/relationships/customXml" Target="../ink/ink1096.xml"/><Relationship Id="rId131" Type="http://schemas.openxmlformats.org/officeDocument/2006/relationships/image" Target="../media/image1117.png"/><Relationship Id="rId327" Type="http://schemas.openxmlformats.org/officeDocument/2006/relationships/customXml" Target="../ink/ink1227.xml"/><Relationship Id="rId369" Type="http://schemas.openxmlformats.org/officeDocument/2006/relationships/image" Target="../media/image1235.png"/><Relationship Id="rId173" Type="http://schemas.openxmlformats.org/officeDocument/2006/relationships/image" Target="../media/image1138.png"/><Relationship Id="rId229" Type="http://schemas.openxmlformats.org/officeDocument/2006/relationships/customXml" Target="../ink/ink1178.xml"/><Relationship Id="rId240" Type="http://schemas.openxmlformats.org/officeDocument/2006/relationships/image" Target="../media/image1171.png"/><Relationship Id="rId35" Type="http://schemas.openxmlformats.org/officeDocument/2006/relationships/image" Target="../media/image1071.png"/><Relationship Id="rId77" Type="http://schemas.openxmlformats.org/officeDocument/2006/relationships/image" Target="../media/image1090.png"/><Relationship Id="rId100" Type="http://schemas.openxmlformats.org/officeDocument/2006/relationships/customXml" Target="../ink/ink1113.xml"/><Relationship Id="rId282" Type="http://schemas.openxmlformats.org/officeDocument/2006/relationships/image" Target="../media/image1192.png"/><Relationship Id="rId338" Type="http://schemas.openxmlformats.org/officeDocument/2006/relationships/customXml" Target="../ink/ink1233.xml"/><Relationship Id="rId8" Type="http://schemas.openxmlformats.org/officeDocument/2006/relationships/customXml" Target="../ink/ink1067.xml"/><Relationship Id="rId142" Type="http://schemas.openxmlformats.org/officeDocument/2006/relationships/customXml" Target="../ink/ink1134.xml"/><Relationship Id="rId184" Type="http://schemas.openxmlformats.org/officeDocument/2006/relationships/customXml" Target="../ink/ink1155.xml"/><Relationship Id="rId251" Type="http://schemas.openxmlformats.org/officeDocument/2006/relationships/customXml" Target="../ink/ink1189.xml"/><Relationship Id="rId46" Type="http://schemas.openxmlformats.org/officeDocument/2006/relationships/customXml" Target="../ink/ink1086.xml"/><Relationship Id="rId293" Type="http://schemas.openxmlformats.org/officeDocument/2006/relationships/customXml" Target="../ink/ink1210.xml"/><Relationship Id="rId307" Type="http://schemas.openxmlformats.org/officeDocument/2006/relationships/customXml" Target="../ink/ink1217.xml"/><Relationship Id="rId349" Type="http://schemas.openxmlformats.org/officeDocument/2006/relationships/image" Target="../media/image1225.png"/><Relationship Id="rId88" Type="http://schemas.openxmlformats.org/officeDocument/2006/relationships/customXml" Target="../ink/ink1107.xml"/><Relationship Id="rId111" Type="http://schemas.openxmlformats.org/officeDocument/2006/relationships/image" Target="../media/image1107.png"/><Relationship Id="rId153" Type="http://schemas.openxmlformats.org/officeDocument/2006/relationships/image" Target="../media/image1128.png"/><Relationship Id="rId195" Type="http://schemas.openxmlformats.org/officeDocument/2006/relationships/image" Target="../media/image1149.png"/><Relationship Id="rId209" Type="http://schemas.openxmlformats.org/officeDocument/2006/relationships/customXml" Target="../ink/ink1168.xml"/><Relationship Id="rId360" Type="http://schemas.openxmlformats.org/officeDocument/2006/relationships/customXml" Target="../ink/ink1244.xml"/><Relationship Id="rId220" Type="http://schemas.openxmlformats.org/officeDocument/2006/relationships/image" Target="../media/image1161.png"/><Relationship Id="rId15" Type="http://schemas.openxmlformats.org/officeDocument/2006/relationships/image" Target="../media/image1062.png"/><Relationship Id="rId57" Type="http://schemas.openxmlformats.org/officeDocument/2006/relationships/image" Target="../media/image1082.png"/><Relationship Id="rId262" Type="http://schemas.openxmlformats.org/officeDocument/2006/relationships/image" Target="../media/image1182.png"/><Relationship Id="rId318" Type="http://schemas.openxmlformats.org/officeDocument/2006/relationships/image" Target="../media/image1210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96.png"/><Relationship Id="rId21" Type="http://schemas.openxmlformats.org/officeDocument/2006/relationships/image" Target="../media/image1248.png"/><Relationship Id="rId63" Type="http://schemas.openxmlformats.org/officeDocument/2006/relationships/image" Target="../media/image1269.png"/><Relationship Id="rId159" Type="http://schemas.openxmlformats.org/officeDocument/2006/relationships/image" Target="../media/image1317.png"/><Relationship Id="rId170" Type="http://schemas.openxmlformats.org/officeDocument/2006/relationships/customXml" Target="../ink/ink1336.xml"/><Relationship Id="rId226" Type="http://schemas.openxmlformats.org/officeDocument/2006/relationships/customXml" Target="../ink/ink1364.xml"/><Relationship Id="rId268" Type="http://schemas.openxmlformats.org/officeDocument/2006/relationships/customXml" Target="../ink/ink1385.xml"/><Relationship Id="rId32" Type="http://schemas.openxmlformats.org/officeDocument/2006/relationships/customXml" Target="../ink/ink1267.xml"/><Relationship Id="rId74" Type="http://schemas.openxmlformats.org/officeDocument/2006/relationships/customXml" Target="../ink/ink1288.xml"/><Relationship Id="rId128" Type="http://schemas.openxmlformats.org/officeDocument/2006/relationships/customXml" Target="../ink/ink1315.xml"/><Relationship Id="rId5" Type="http://schemas.openxmlformats.org/officeDocument/2006/relationships/image" Target="../media/image1240.png"/><Relationship Id="rId95" Type="http://schemas.openxmlformats.org/officeDocument/2006/relationships/image" Target="../media/image1285.png"/><Relationship Id="rId160" Type="http://schemas.openxmlformats.org/officeDocument/2006/relationships/customXml" Target="../ink/ink1331.xml"/><Relationship Id="rId181" Type="http://schemas.openxmlformats.org/officeDocument/2006/relationships/image" Target="../media/image1328.png"/><Relationship Id="rId216" Type="http://schemas.openxmlformats.org/officeDocument/2006/relationships/customXml" Target="../ink/ink1359.xml"/><Relationship Id="rId237" Type="http://schemas.openxmlformats.org/officeDocument/2006/relationships/image" Target="../media/image1355.png"/><Relationship Id="rId258" Type="http://schemas.openxmlformats.org/officeDocument/2006/relationships/customXml" Target="../ink/ink1380.xml"/><Relationship Id="rId22" Type="http://schemas.openxmlformats.org/officeDocument/2006/relationships/customXml" Target="../ink/ink1262.xml"/><Relationship Id="rId43" Type="http://schemas.openxmlformats.org/officeDocument/2006/relationships/image" Target="../media/image1259.png"/><Relationship Id="rId64" Type="http://schemas.openxmlformats.org/officeDocument/2006/relationships/customXml" Target="../ink/ink1283.xml"/><Relationship Id="rId118" Type="http://schemas.openxmlformats.org/officeDocument/2006/relationships/customXml" Target="../ink/ink1310.xml"/><Relationship Id="rId139" Type="http://schemas.openxmlformats.org/officeDocument/2006/relationships/image" Target="../media/image1307.png"/><Relationship Id="rId85" Type="http://schemas.openxmlformats.org/officeDocument/2006/relationships/image" Target="../media/image1280.png"/><Relationship Id="rId150" Type="http://schemas.openxmlformats.org/officeDocument/2006/relationships/customXml" Target="../ink/ink1326.xml"/><Relationship Id="rId171" Type="http://schemas.openxmlformats.org/officeDocument/2006/relationships/image" Target="../media/image1323.png"/><Relationship Id="rId192" Type="http://schemas.openxmlformats.org/officeDocument/2006/relationships/customXml" Target="../ink/ink1347.xml"/><Relationship Id="rId206" Type="http://schemas.openxmlformats.org/officeDocument/2006/relationships/customXml" Target="../ink/ink1354.xml"/><Relationship Id="rId227" Type="http://schemas.openxmlformats.org/officeDocument/2006/relationships/image" Target="../media/image1350.png"/><Relationship Id="rId248" Type="http://schemas.openxmlformats.org/officeDocument/2006/relationships/customXml" Target="../ink/ink1375.xml"/><Relationship Id="rId269" Type="http://schemas.openxmlformats.org/officeDocument/2006/relationships/image" Target="../media/image1371.png"/><Relationship Id="rId12" Type="http://schemas.openxmlformats.org/officeDocument/2006/relationships/customXml" Target="../ink/ink1257.xml"/><Relationship Id="rId33" Type="http://schemas.openxmlformats.org/officeDocument/2006/relationships/image" Target="../media/image1254.png"/><Relationship Id="rId108" Type="http://schemas.openxmlformats.org/officeDocument/2006/relationships/customXml" Target="../ink/ink1305.xml"/><Relationship Id="rId129" Type="http://schemas.openxmlformats.org/officeDocument/2006/relationships/image" Target="../media/image1302.png"/><Relationship Id="rId54" Type="http://schemas.openxmlformats.org/officeDocument/2006/relationships/customXml" Target="../ink/ink1278.xml"/><Relationship Id="rId75" Type="http://schemas.openxmlformats.org/officeDocument/2006/relationships/image" Target="../media/image1275.png"/><Relationship Id="rId96" Type="http://schemas.openxmlformats.org/officeDocument/2006/relationships/customXml" Target="../ink/ink1299.xml"/><Relationship Id="rId140" Type="http://schemas.openxmlformats.org/officeDocument/2006/relationships/customXml" Target="../ink/ink1321.xml"/><Relationship Id="rId161" Type="http://schemas.openxmlformats.org/officeDocument/2006/relationships/image" Target="../media/image1318.png"/><Relationship Id="rId182" Type="http://schemas.openxmlformats.org/officeDocument/2006/relationships/customXml" Target="../ink/ink1342.xml"/><Relationship Id="rId217" Type="http://schemas.openxmlformats.org/officeDocument/2006/relationships/image" Target="../media/image1345.png"/><Relationship Id="rId6" Type="http://schemas.openxmlformats.org/officeDocument/2006/relationships/customXml" Target="../ink/ink1254.xml"/><Relationship Id="rId238" Type="http://schemas.openxmlformats.org/officeDocument/2006/relationships/customXml" Target="../ink/ink1370.xml"/><Relationship Id="rId259" Type="http://schemas.openxmlformats.org/officeDocument/2006/relationships/image" Target="../media/image1366.png"/><Relationship Id="rId23" Type="http://schemas.openxmlformats.org/officeDocument/2006/relationships/image" Target="../media/image1249.png"/><Relationship Id="rId119" Type="http://schemas.openxmlformats.org/officeDocument/2006/relationships/image" Target="../media/image1297.png"/><Relationship Id="rId270" Type="http://schemas.openxmlformats.org/officeDocument/2006/relationships/customXml" Target="../ink/ink1386.xml"/><Relationship Id="rId44" Type="http://schemas.openxmlformats.org/officeDocument/2006/relationships/customXml" Target="../ink/ink1273.xml"/><Relationship Id="rId65" Type="http://schemas.openxmlformats.org/officeDocument/2006/relationships/image" Target="../media/image1270.png"/><Relationship Id="rId86" Type="http://schemas.openxmlformats.org/officeDocument/2006/relationships/customXml" Target="../ink/ink1294.xml"/><Relationship Id="rId130" Type="http://schemas.openxmlformats.org/officeDocument/2006/relationships/customXml" Target="../ink/ink1316.xml"/><Relationship Id="rId151" Type="http://schemas.openxmlformats.org/officeDocument/2006/relationships/image" Target="../media/image1313.png"/><Relationship Id="rId172" Type="http://schemas.openxmlformats.org/officeDocument/2006/relationships/customXml" Target="../ink/ink1337.xml"/><Relationship Id="rId193" Type="http://schemas.openxmlformats.org/officeDocument/2006/relationships/image" Target="../media/image1334.png"/><Relationship Id="rId207" Type="http://schemas.openxmlformats.org/officeDocument/2006/relationships/image" Target="../media/image1340.png"/><Relationship Id="rId228" Type="http://schemas.openxmlformats.org/officeDocument/2006/relationships/customXml" Target="../ink/ink1365.xml"/><Relationship Id="rId249" Type="http://schemas.openxmlformats.org/officeDocument/2006/relationships/image" Target="../media/image1361.png"/><Relationship Id="rId13" Type="http://schemas.openxmlformats.org/officeDocument/2006/relationships/image" Target="../media/image1244.png"/><Relationship Id="rId109" Type="http://schemas.openxmlformats.org/officeDocument/2006/relationships/image" Target="../media/image1292.png"/><Relationship Id="rId260" Type="http://schemas.openxmlformats.org/officeDocument/2006/relationships/customXml" Target="../ink/ink1381.xml"/><Relationship Id="rId34" Type="http://schemas.openxmlformats.org/officeDocument/2006/relationships/customXml" Target="../ink/ink1268.xml"/><Relationship Id="rId55" Type="http://schemas.openxmlformats.org/officeDocument/2006/relationships/image" Target="../media/image1265.png"/><Relationship Id="rId76" Type="http://schemas.openxmlformats.org/officeDocument/2006/relationships/customXml" Target="../ink/ink1289.xml"/><Relationship Id="rId97" Type="http://schemas.openxmlformats.org/officeDocument/2006/relationships/image" Target="../media/image1286.png"/><Relationship Id="rId120" Type="http://schemas.openxmlformats.org/officeDocument/2006/relationships/customXml" Target="../ink/ink1311.xml"/><Relationship Id="rId141" Type="http://schemas.openxmlformats.org/officeDocument/2006/relationships/image" Target="../media/image1308.png"/><Relationship Id="rId7" Type="http://schemas.openxmlformats.org/officeDocument/2006/relationships/image" Target="../media/image1241.png"/><Relationship Id="rId162" Type="http://schemas.openxmlformats.org/officeDocument/2006/relationships/customXml" Target="../ink/ink1332.xml"/><Relationship Id="rId183" Type="http://schemas.openxmlformats.org/officeDocument/2006/relationships/image" Target="../media/image1329.png"/><Relationship Id="rId218" Type="http://schemas.openxmlformats.org/officeDocument/2006/relationships/customXml" Target="../ink/ink1360.xml"/><Relationship Id="rId239" Type="http://schemas.openxmlformats.org/officeDocument/2006/relationships/image" Target="../media/image1356.png"/><Relationship Id="rId250" Type="http://schemas.openxmlformats.org/officeDocument/2006/relationships/customXml" Target="../ink/ink1376.xml"/><Relationship Id="rId271" Type="http://schemas.openxmlformats.org/officeDocument/2006/relationships/image" Target="../media/image1372.png"/><Relationship Id="rId24" Type="http://schemas.openxmlformats.org/officeDocument/2006/relationships/customXml" Target="../ink/ink1263.xml"/><Relationship Id="rId45" Type="http://schemas.openxmlformats.org/officeDocument/2006/relationships/image" Target="../media/image1260.png"/><Relationship Id="rId66" Type="http://schemas.openxmlformats.org/officeDocument/2006/relationships/customXml" Target="../ink/ink1284.xml"/><Relationship Id="rId87" Type="http://schemas.openxmlformats.org/officeDocument/2006/relationships/image" Target="../media/image1281.png"/><Relationship Id="rId110" Type="http://schemas.openxmlformats.org/officeDocument/2006/relationships/customXml" Target="../ink/ink1306.xml"/><Relationship Id="rId131" Type="http://schemas.openxmlformats.org/officeDocument/2006/relationships/image" Target="../media/image1303.png"/><Relationship Id="rId152" Type="http://schemas.openxmlformats.org/officeDocument/2006/relationships/customXml" Target="../ink/ink1327.xml"/><Relationship Id="rId173" Type="http://schemas.openxmlformats.org/officeDocument/2006/relationships/image" Target="../media/image1324.png"/><Relationship Id="rId194" Type="http://schemas.openxmlformats.org/officeDocument/2006/relationships/customXml" Target="../ink/ink1348.xml"/><Relationship Id="rId208" Type="http://schemas.openxmlformats.org/officeDocument/2006/relationships/customXml" Target="../ink/ink1355.xml"/><Relationship Id="rId229" Type="http://schemas.openxmlformats.org/officeDocument/2006/relationships/image" Target="../media/image1351.png"/><Relationship Id="rId240" Type="http://schemas.openxmlformats.org/officeDocument/2006/relationships/customXml" Target="../ink/ink1371.xml"/><Relationship Id="rId261" Type="http://schemas.openxmlformats.org/officeDocument/2006/relationships/image" Target="../media/image1367.png"/><Relationship Id="rId14" Type="http://schemas.openxmlformats.org/officeDocument/2006/relationships/customXml" Target="../ink/ink1258.xml"/><Relationship Id="rId35" Type="http://schemas.openxmlformats.org/officeDocument/2006/relationships/image" Target="../media/image1255.png"/><Relationship Id="rId56" Type="http://schemas.openxmlformats.org/officeDocument/2006/relationships/customXml" Target="../ink/ink1279.xml"/><Relationship Id="rId77" Type="http://schemas.openxmlformats.org/officeDocument/2006/relationships/image" Target="../media/image1276.png"/><Relationship Id="rId100" Type="http://schemas.openxmlformats.org/officeDocument/2006/relationships/customXml" Target="../ink/ink1301.xml"/><Relationship Id="rId8" Type="http://schemas.openxmlformats.org/officeDocument/2006/relationships/customXml" Target="../ink/ink1255.xml"/><Relationship Id="rId98" Type="http://schemas.openxmlformats.org/officeDocument/2006/relationships/customXml" Target="../ink/ink1300.xml"/><Relationship Id="rId121" Type="http://schemas.openxmlformats.org/officeDocument/2006/relationships/image" Target="../media/image1298.png"/><Relationship Id="rId142" Type="http://schemas.openxmlformats.org/officeDocument/2006/relationships/customXml" Target="../ink/ink1322.xml"/><Relationship Id="rId163" Type="http://schemas.openxmlformats.org/officeDocument/2006/relationships/image" Target="../media/image1319.png"/><Relationship Id="rId184" Type="http://schemas.openxmlformats.org/officeDocument/2006/relationships/customXml" Target="../ink/ink1343.xml"/><Relationship Id="rId219" Type="http://schemas.openxmlformats.org/officeDocument/2006/relationships/image" Target="../media/image1346.png"/><Relationship Id="rId230" Type="http://schemas.openxmlformats.org/officeDocument/2006/relationships/customXml" Target="../ink/ink1366.xml"/><Relationship Id="rId251" Type="http://schemas.openxmlformats.org/officeDocument/2006/relationships/image" Target="../media/image1362.png"/><Relationship Id="rId25" Type="http://schemas.openxmlformats.org/officeDocument/2006/relationships/image" Target="../media/image1250.png"/><Relationship Id="rId46" Type="http://schemas.openxmlformats.org/officeDocument/2006/relationships/customXml" Target="../ink/ink1274.xml"/><Relationship Id="rId67" Type="http://schemas.openxmlformats.org/officeDocument/2006/relationships/image" Target="../media/image1271.png"/><Relationship Id="rId272" Type="http://schemas.openxmlformats.org/officeDocument/2006/relationships/customXml" Target="../ink/ink1387.xml"/><Relationship Id="rId88" Type="http://schemas.openxmlformats.org/officeDocument/2006/relationships/customXml" Target="../ink/ink1295.xml"/><Relationship Id="rId111" Type="http://schemas.openxmlformats.org/officeDocument/2006/relationships/image" Target="../media/image1293.png"/><Relationship Id="rId132" Type="http://schemas.openxmlformats.org/officeDocument/2006/relationships/customXml" Target="../ink/ink1317.xml"/><Relationship Id="rId153" Type="http://schemas.openxmlformats.org/officeDocument/2006/relationships/image" Target="../media/image1314.png"/><Relationship Id="rId174" Type="http://schemas.openxmlformats.org/officeDocument/2006/relationships/customXml" Target="../ink/ink1338.xml"/><Relationship Id="rId195" Type="http://schemas.openxmlformats.org/officeDocument/2006/relationships/image" Target="../media/image1335.png"/><Relationship Id="rId209" Type="http://schemas.openxmlformats.org/officeDocument/2006/relationships/image" Target="../media/image1341.png"/><Relationship Id="rId220" Type="http://schemas.openxmlformats.org/officeDocument/2006/relationships/customXml" Target="../ink/ink1361.xml"/><Relationship Id="rId241" Type="http://schemas.openxmlformats.org/officeDocument/2006/relationships/image" Target="../media/image1357.png"/><Relationship Id="rId15" Type="http://schemas.openxmlformats.org/officeDocument/2006/relationships/image" Target="../media/image1245.png"/><Relationship Id="rId36" Type="http://schemas.openxmlformats.org/officeDocument/2006/relationships/customXml" Target="../ink/ink1269.xml"/><Relationship Id="rId57" Type="http://schemas.openxmlformats.org/officeDocument/2006/relationships/image" Target="../media/image1266.png"/><Relationship Id="rId262" Type="http://schemas.openxmlformats.org/officeDocument/2006/relationships/customXml" Target="../ink/ink1382.xml"/><Relationship Id="rId78" Type="http://schemas.openxmlformats.org/officeDocument/2006/relationships/customXml" Target="../ink/ink1290.xml"/><Relationship Id="rId99" Type="http://schemas.openxmlformats.org/officeDocument/2006/relationships/image" Target="../media/image1287.png"/><Relationship Id="rId101" Type="http://schemas.openxmlformats.org/officeDocument/2006/relationships/image" Target="../media/image1288.png"/><Relationship Id="rId122" Type="http://schemas.openxmlformats.org/officeDocument/2006/relationships/customXml" Target="../ink/ink1312.xml"/><Relationship Id="rId143" Type="http://schemas.openxmlformats.org/officeDocument/2006/relationships/image" Target="../media/image1309.png"/><Relationship Id="rId164" Type="http://schemas.openxmlformats.org/officeDocument/2006/relationships/customXml" Target="../ink/ink1333.xml"/><Relationship Id="rId185" Type="http://schemas.openxmlformats.org/officeDocument/2006/relationships/image" Target="../media/image1330.png"/><Relationship Id="rId9" Type="http://schemas.openxmlformats.org/officeDocument/2006/relationships/image" Target="../media/image1242.png"/><Relationship Id="rId210" Type="http://schemas.openxmlformats.org/officeDocument/2006/relationships/customXml" Target="../ink/ink1356.xml"/><Relationship Id="rId26" Type="http://schemas.openxmlformats.org/officeDocument/2006/relationships/customXml" Target="../ink/ink1264.xml"/><Relationship Id="rId231" Type="http://schemas.openxmlformats.org/officeDocument/2006/relationships/image" Target="../media/image1352.png"/><Relationship Id="rId252" Type="http://schemas.openxmlformats.org/officeDocument/2006/relationships/customXml" Target="../ink/ink1377.xml"/><Relationship Id="rId273" Type="http://schemas.openxmlformats.org/officeDocument/2006/relationships/image" Target="../media/image1373.png"/><Relationship Id="rId47" Type="http://schemas.openxmlformats.org/officeDocument/2006/relationships/image" Target="../media/image1261.png"/><Relationship Id="rId68" Type="http://schemas.openxmlformats.org/officeDocument/2006/relationships/customXml" Target="../ink/ink1285.xml"/><Relationship Id="rId89" Type="http://schemas.openxmlformats.org/officeDocument/2006/relationships/image" Target="../media/image1282.png"/><Relationship Id="rId112" Type="http://schemas.openxmlformats.org/officeDocument/2006/relationships/customXml" Target="../ink/ink1307.xml"/><Relationship Id="rId133" Type="http://schemas.openxmlformats.org/officeDocument/2006/relationships/image" Target="../media/image1304.png"/><Relationship Id="rId154" Type="http://schemas.openxmlformats.org/officeDocument/2006/relationships/customXml" Target="../ink/ink1328.xml"/><Relationship Id="rId175" Type="http://schemas.openxmlformats.org/officeDocument/2006/relationships/image" Target="../media/image1325.png"/><Relationship Id="rId196" Type="http://schemas.openxmlformats.org/officeDocument/2006/relationships/customXml" Target="../ink/ink1349.xml"/><Relationship Id="rId200" Type="http://schemas.openxmlformats.org/officeDocument/2006/relationships/customXml" Target="../ink/ink1351.xml"/><Relationship Id="rId16" Type="http://schemas.openxmlformats.org/officeDocument/2006/relationships/customXml" Target="../ink/ink1259.xml"/><Relationship Id="rId221" Type="http://schemas.openxmlformats.org/officeDocument/2006/relationships/image" Target="../media/image1347.png"/><Relationship Id="rId242" Type="http://schemas.openxmlformats.org/officeDocument/2006/relationships/customXml" Target="../ink/ink1372.xml"/><Relationship Id="rId263" Type="http://schemas.openxmlformats.org/officeDocument/2006/relationships/image" Target="../media/image1368.png"/><Relationship Id="rId37" Type="http://schemas.openxmlformats.org/officeDocument/2006/relationships/image" Target="../media/image1256.png"/><Relationship Id="rId58" Type="http://schemas.openxmlformats.org/officeDocument/2006/relationships/customXml" Target="../ink/ink1280.xml"/><Relationship Id="rId79" Type="http://schemas.openxmlformats.org/officeDocument/2006/relationships/image" Target="../media/image1277.png"/><Relationship Id="rId102" Type="http://schemas.openxmlformats.org/officeDocument/2006/relationships/customXml" Target="../ink/ink1302.xml"/><Relationship Id="rId123" Type="http://schemas.openxmlformats.org/officeDocument/2006/relationships/image" Target="../media/image1299.png"/><Relationship Id="rId144" Type="http://schemas.openxmlformats.org/officeDocument/2006/relationships/customXml" Target="../ink/ink1323.xml"/><Relationship Id="rId90" Type="http://schemas.openxmlformats.org/officeDocument/2006/relationships/customXml" Target="../ink/ink1296.xml"/><Relationship Id="rId165" Type="http://schemas.openxmlformats.org/officeDocument/2006/relationships/image" Target="../media/image1320.png"/><Relationship Id="rId186" Type="http://schemas.openxmlformats.org/officeDocument/2006/relationships/customXml" Target="../ink/ink1344.xml"/><Relationship Id="rId211" Type="http://schemas.openxmlformats.org/officeDocument/2006/relationships/image" Target="../media/image1342.png"/><Relationship Id="rId232" Type="http://schemas.openxmlformats.org/officeDocument/2006/relationships/customXml" Target="../ink/ink1367.xml"/><Relationship Id="rId253" Type="http://schemas.openxmlformats.org/officeDocument/2006/relationships/image" Target="../media/image1363.png"/><Relationship Id="rId274" Type="http://schemas.openxmlformats.org/officeDocument/2006/relationships/customXml" Target="../ink/ink1388.xml"/><Relationship Id="rId27" Type="http://schemas.openxmlformats.org/officeDocument/2006/relationships/image" Target="../media/image1251.png"/><Relationship Id="rId48" Type="http://schemas.openxmlformats.org/officeDocument/2006/relationships/customXml" Target="../ink/ink1275.xml"/><Relationship Id="rId69" Type="http://schemas.openxmlformats.org/officeDocument/2006/relationships/image" Target="../media/image1272.png"/><Relationship Id="rId113" Type="http://schemas.openxmlformats.org/officeDocument/2006/relationships/image" Target="../media/image1294.png"/><Relationship Id="rId134" Type="http://schemas.openxmlformats.org/officeDocument/2006/relationships/customXml" Target="../ink/ink1318.xml"/><Relationship Id="rId80" Type="http://schemas.openxmlformats.org/officeDocument/2006/relationships/customXml" Target="../ink/ink1291.xml"/><Relationship Id="rId155" Type="http://schemas.openxmlformats.org/officeDocument/2006/relationships/image" Target="../media/image1315.png"/><Relationship Id="rId176" Type="http://schemas.openxmlformats.org/officeDocument/2006/relationships/customXml" Target="../ink/ink1339.xml"/><Relationship Id="rId197" Type="http://schemas.openxmlformats.org/officeDocument/2006/relationships/image" Target="../media/image1336.png"/><Relationship Id="rId201" Type="http://schemas.openxmlformats.org/officeDocument/2006/relationships/image" Target="../media/image1338.png"/><Relationship Id="rId222" Type="http://schemas.openxmlformats.org/officeDocument/2006/relationships/customXml" Target="../ink/ink1362.xml"/><Relationship Id="rId243" Type="http://schemas.openxmlformats.org/officeDocument/2006/relationships/image" Target="../media/image1358.png"/><Relationship Id="rId264" Type="http://schemas.openxmlformats.org/officeDocument/2006/relationships/customXml" Target="../ink/ink1383.xml"/><Relationship Id="rId17" Type="http://schemas.openxmlformats.org/officeDocument/2006/relationships/image" Target="../media/image1246.png"/><Relationship Id="rId38" Type="http://schemas.openxmlformats.org/officeDocument/2006/relationships/customXml" Target="../ink/ink1270.xml"/><Relationship Id="rId59" Type="http://schemas.openxmlformats.org/officeDocument/2006/relationships/image" Target="../media/image1267.png"/><Relationship Id="rId103" Type="http://schemas.openxmlformats.org/officeDocument/2006/relationships/image" Target="../media/image1289.png"/><Relationship Id="rId124" Type="http://schemas.openxmlformats.org/officeDocument/2006/relationships/customXml" Target="../ink/ink1313.xml"/><Relationship Id="rId70" Type="http://schemas.openxmlformats.org/officeDocument/2006/relationships/customXml" Target="../ink/ink1286.xml"/><Relationship Id="rId91" Type="http://schemas.openxmlformats.org/officeDocument/2006/relationships/image" Target="../media/image1283.png"/><Relationship Id="rId145" Type="http://schemas.openxmlformats.org/officeDocument/2006/relationships/image" Target="../media/image1310.png"/><Relationship Id="rId166" Type="http://schemas.openxmlformats.org/officeDocument/2006/relationships/customXml" Target="../ink/ink1334.xml"/><Relationship Id="rId187" Type="http://schemas.openxmlformats.org/officeDocument/2006/relationships/image" Target="../media/image133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57.xml"/><Relationship Id="rId233" Type="http://schemas.openxmlformats.org/officeDocument/2006/relationships/image" Target="../media/image1353.png"/><Relationship Id="rId254" Type="http://schemas.openxmlformats.org/officeDocument/2006/relationships/customXml" Target="../ink/ink1378.xml"/><Relationship Id="rId28" Type="http://schemas.openxmlformats.org/officeDocument/2006/relationships/customXml" Target="../ink/ink1265.xml"/><Relationship Id="rId49" Type="http://schemas.openxmlformats.org/officeDocument/2006/relationships/image" Target="../media/image1262.png"/><Relationship Id="rId114" Type="http://schemas.openxmlformats.org/officeDocument/2006/relationships/customXml" Target="../ink/ink1308.xml"/><Relationship Id="rId275" Type="http://schemas.openxmlformats.org/officeDocument/2006/relationships/image" Target="../media/image1374.png"/><Relationship Id="rId60" Type="http://schemas.openxmlformats.org/officeDocument/2006/relationships/customXml" Target="../ink/ink1281.xml"/><Relationship Id="rId81" Type="http://schemas.openxmlformats.org/officeDocument/2006/relationships/image" Target="../media/image1278.png"/><Relationship Id="rId135" Type="http://schemas.openxmlformats.org/officeDocument/2006/relationships/image" Target="../media/image1305.png"/><Relationship Id="rId156" Type="http://schemas.openxmlformats.org/officeDocument/2006/relationships/customXml" Target="../ink/ink1329.xml"/><Relationship Id="rId177" Type="http://schemas.openxmlformats.org/officeDocument/2006/relationships/image" Target="../media/image1326.png"/><Relationship Id="rId198" Type="http://schemas.openxmlformats.org/officeDocument/2006/relationships/customXml" Target="../ink/ink1350.xml"/><Relationship Id="rId202" Type="http://schemas.openxmlformats.org/officeDocument/2006/relationships/customXml" Target="../ink/ink1352.xml"/><Relationship Id="rId223" Type="http://schemas.openxmlformats.org/officeDocument/2006/relationships/image" Target="../media/image1348.png"/><Relationship Id="rId244" Type="http://schemas.openxmlformats.org/officeDocument/2006/relationships/customXml" Target="../ink/ink1373.xml"/><Relationship Id="rId18" Type="http://schemas.openxmlformats.org/officeDocument/2006/relationships/customXml" Target="../ink/ink1260.xml"/><Relationship Id="rId39" Type="http://schemas.openxmlformats.org/officeDocument/2006/relationships/image" Target="../media/image1257.png"/><Relationship Id="rId265" Type="http://schemas.openxmlformats.org/officeDocument/2006/relationships/image" Target="../media/image1369.png"/><Relationship Id="rId50" Type="http://schemas.openxmlformats.org/officeDocument/2006/relationships/customXml" Target="../ink/ink1276.xml"/><Relationship Id="rId104" Type="http://schemas.openxmlformats.org/officeDocument/2006/relationships/customXml" Target="../ink/ink1303.xml"/><Relationship Id="rId125" Type="http://schemas.openxmlformats.org/officeDocument/2006/relationships/image" Target="../media/image1300.png"/><Relationship Id="rId146" Type="http://schemas.openxmlformats.org/officeDocument/2006/relationships/customXml" Target="../ink/ink1324.xml"/><Relationship Id="rId167" Type="http://schemas.openxmlformats.org/officeDocument/2006/relationships/image" Target="../media/image1321.png"/><Relationship Id="rId188" Type="http://schemas.openxmlformats.org/officeDocument/2006/relationships/customXml" Target="../ink/ink1345.xml"/><Relationship Id="rId71" Type="http://schemas.openxmlformats.org/officeDocument/2006/relationships/image" Target="../media/image1273.png"/><Relationship Id="rId92" Type="http://schemas.openxmlformats.org/officeDocument/2006/relationships/customXml" Target="../ink/ink1297.xml"/><Relationship Id="rId213" Type="http://schemas.openxmlformats.org/officeDocument/2006/relationships/image" Target="../media/image1343.png"/><Relationship Id="rId234" Type="http://schemas.openxmlformats.org/officeDocument/2006/relationships/customXml" Target="../ink/ink1368.xml"/><Relationship Id="rId2" Type="http://schemas.openxmlformats.org/officeDocument/2006/relationships/customXml" Target="../ink/ink1252.xml"/><Relationship Id="rId29" Type="http://schemas.openxmlformats.org/officeDocument/2006/relationships/image" Target="../media/image1252.png"/><Relationship Id="rId255" Type="http://schemas.openxmlformats.org/officeDocument/2006/relationships/image" Target="../media/image1364.png"/><Relationship Id="rId40" Type="http://schemas.openxmlformats.org/officeDocument/2006/relationships/customXml" Target="../ink/ink1271.xml"/><Relationship Id="rId115" Type="http://schemas.openxmlformats.org/officeDocument/2006/relationships/image" Target="../media/image1295.png"/><Relationship Id="rId136" Type="http://schemas.openxmlformats.org/officeDocument/2006/relationships/customXml" Target="../ink/ink1319.xml"/><Relationship Id="rId157" Type="http://schemas.openxmlformats.org/officeDocument/2006/relationships/image" Target="../media/image1316.png"/><Relationship Id="rId178" Type="http://schemas.openxmlformats.org/officeDocument/2006/relationships/customXml" Target="../ink/ink1340.xml"/><Relationship Id="rId61" Type="http://schemas.openxmlformats.org/officeDocument/2006/relationships/image" Target="../media/image1268.png"/><Relationship Id="rId82" Type="http://schemas.openxmlformats.org/officeDocument/2006/relationships/customXml" Target="../ink/ink1292.xml"/><Relationship Id="rId199" Type="http://schemas.openxmlformats.org/officeDocument/2006/relationships/image" Target="../media/image1337.png"/><Relationship Id="rId203" Type="http://schemas.openxmlformats.org/officeDocument/2006/relationships/image" Target="../media/image902.png"/><Relationship Id="rId19" Type="http://schemas.openxmlformats.org/officeDocument/2006/relationships/image" Target="../media/image1247.png"/><Relationship Id="rId224" Type="http://schemas.openxmlformats.org/officeDocument/2006/relationships/customXml" Target="../ink/ink1363.xml"/><Relationship Id="rId245" Type="http://schemas.openxmlformats.org/officeDocument/2006/relationships/image" Target="../media/image1359.png"/><Relationship Id="rId266" Type="http://schemas.openxmlformats.org/officeDocument/2006/relationships/customXml" Target="../ink/ink1384.xml"/><Relationship Id="rId30" Type="http://schemas.openxmlformats.org/officeDocument/2006/relationships/customXml" Target="../ink/ink1266.xml"/><Relationship Id="rId105" Type="http://schemas.openxmlformats.org/officeDocument/2006/relationships/image" Target="../media/image1290.png"/><Relationship Id="rId126" Type="http://schemas.openxmlformats.org/officeDocument/2006/relationships/customXml" Target="../ink/ink1314.xml"/><Relationship Id="rId147" Type="http://schemas.openxmlformats.org/officeDocument/2006/relationships/image" Target="../media/image1311.png"/><Relationship Id="rId168" Type="http://schemas.openxmlformats.org/officeDocument/2006/relationships/customXml" Target="../ink/ink1335.xml"/><Relationship Id="rId51" Type="http://schemas.openxmlformats.org/officeDocument/2006/relationships/image" Target="../media/image1263.png"/><Relationship Id="rId72" Type="http://schemas.openxmlformats.org/officeDocument/2006/relationships/customXml" Target="../ink/ink1287.xml"/><Relationship Id="rId93" Type="http://schemas.openxmlformats.org/officeDocument/2006/relationships/image" Target="../media/image1284.png"/><Relationship Id="rId189" Type="http://schemas.openxmlformats.org/officeDocument/2006/relationships/image" Target="../media/image1332.png"/><Relationship Id="rId3" Type="http://schemas.openxmlformats.org/officeDocument/2006/relationships/image" Target="../media/image1239.png"/><Relationship Id="rId214" Type="http://schemas.openxmlformats.org/officeDocument/2006/relationships/customXml" Target="../ink/ink1358.xml"/><Relationship Id="rId235" Type="http://schemas.openxmlformats.org/officeDocument/2006/relationships/image" Target="../media/image1354.png"/><Relationship Id="rId256" Type="http://schemas.openxmlformats.org/officeDocument/2006/relationships/customXml" Target="../ink/ink1379.xml"/><Relationship Id="rId116" Type="http://schemas.openxmlformats.org/officeDocument/2006/relationships/customXml" Target="../ink/ink1309.xml"/><Relationship Id="rId137" Type="http://schemas.openxmlformats.org/officeDocument/2006/relationships/image" Target="../media/image1306.png"/><Relationship Id="rId158" Type="http://schemas.openxmlformats.org/officeDocument/2006/relationships/customXml" Target="../ink/ink1330.xml"/><Relationship Id="rId20" Type="http://schemas.openxmlformats.org/officeDocument/2006/relationships/customXml" Target="../ink/ink1261.xml"/><Relationship Id="rId41" Type="http://schemas.openxmlformats.org/officeDocument/2006/relationships/image" Target="../media/image1258.png"/><Relationship Id="rId62" Type="http://schemas.openxmlformats.org/officeDocument/2006/relationships/customXml" Target="../ink/ink1282.xml"/><Relationship Id="rId83" Type="http://schemas.openxmlformats.org/officeDocument/2006/relationships/image" Target="../media/image1279.png"/><Relationship Id="rId179" Type="http://schemas.openxmlformats.org/officeDocument/2006/relationships/image" Target="../media/image1327.png"/><Relationship Id="rId190" Type="http://schemas.openxmlformats.org/officeDocument/2006/relationships/customXml" Target="../ink/ink1346.xml"/><Relationship Id="rId204" Type="http://schemas.openxmlformats.org/officeDocument/2006/relationships/customXml" Target="../ink/ink1353.xml"/><Relationship Id="rId225" Type="http://schemas.openxmlformats.org/officeDocument/2006/relationships/image" Target="../media/image1349.png"/><Relationship Id="rId246" Type="http://schemas.openxmlformats.org/officeDocument/2006/relationships/customXml" Target="../ink/ink1374.xml"/><Relationship Id="rId267" Type="http://schemas.openxmlformats.org/officeDocument/2006/relationships/image" Target="../media/image1370.png"/><Relationship Id="rId106" Type="http://schemas.openxmlformats.org/officeDocument/2006/relationships/customXml" Target="../ink/ink1304.xml"/><Relationship Id="rId127" Type="http://schemas.openxmlformats.org/officeDocument/2006/relationships/image" Target="../media/image1301.png"/><Relationship Id="rId10" Type="http://schemas.openxmlformats.org/officeDocument/2006/relationships/customXml" Target="../ink/ink1256.xml"/><Relationship Id="rId31" Type="http://schemas.openxmlformats.org/officeDocument/2006/relationships/image" Target="../media/image1253.png"/><Relationship Id="rId52" Type="http://schemas.openxmlformats.org/officeDocument/2006/relationships/customXml" Target="../ink/ink1277.xml"/><Relationship Id="rId73" Type="http://schemas.openxmlformats.org/officeDocument/2006/relationships/image" Target="../media/image1274.png"/><Relationship Id="rId94" Type="http://schemas.openxmlformats.org/officeDocument/2006/relationships/customXml" Target="../ink/ink1298.xml"/><Relationship Id="rId148" Type="http://schemas.openxmlformats.org/officeDocument/2006/relationships/customXml" Target="../ink/ink1325.xml"/><Relationship Id="rId169" Type="http://schemas.openxmlformats.org/officeDocument/2006/relationships/image" Target="../media/image1322.png"/><Relationship Id="rId4" Type="http://schemas.openxmlformats.org/officeDocument/2006/relationships/customXml" Target="../ink/ink1253.xml"/><Relationship Id="rId180" Type="http://schemas.openxmlformats.org/officeDocument/2006/relationships/customXml" Target="../ink/ink1341.xml"/><Relationship Id="rId215" Type="http://schemas.openxmlformats.org/officeDocument/2006/relationships/image" Target="../media/image1344.png"/><Relationship Id="rId236" Type="http://schemas.openxmlformats.org/officeDocument/2006/relationships/customXml" Target="../ink/ink1369.xml"/><Relationship Id="rId257" Type="http://schemas.openxmlformats.org/officeDocument/2006/relationships/image" Target="../media/image1365.png"/><Relationship Id="rId42" Type="http://schemas.openxmlformats.org/officeDocument/2006/relationships/customXml" Target="../ink/ink1272.xml"/><Relationship Id="rId84" Type="http://schemas.openxmlformats.org/officeDocument/2006/relationships/customXml" Target="../ink/ink1293.xml"/><Relationship Id="rId138" Type="http://schemas.openxmlformats.org/officeDocument/2006/relationships/customXml" Target="../ink/ink1320.xml"/><Relationship Id="rId191" Type="http://schemas.openxmlformats.org/officeDocument/2006/relationships/image" Target="../media/image1333.png"/><Relationship Id="rId205" Type="http://schemas.openxmlformats.org/officeDocument/2006/relationships/image" Target="../media/image1339.png"/><Relationship Id="rId247" Type="http://schemas.openxmlformats.org/officeDocument/2006/relationships/image" Target="../media/image1360.png"/><Relationship Id="rId107" Type="http://schemas.openxmlformats.org/officeDocument/2006/relationships/image" Target="../media/image1291.png"/><Relationship Id="rId11" Type="http://schemas.openxmlformats.org/officeDocument/2006/relationships/image" Target="../media/image1243.png"/><Relationship Id="rId53" Type="http://schemas.openxmlformats.org/officeDocument/2006/relationships/image" Target="../media/image1264.png"/><Relationship Id="rId149" Type="http://schemas.openxmlformats.org/officeDocument/2006/relationships/image" Target="../media/image1312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48.xml"/><Relationship Id="rId21" Type="http://schemas.openxmlformats.org/officeDocument/2006/relationships/image" Target="../media/image1384.png"/><Relationship Id="rId42" Type="http://schemas.openxmlformats.org/officeDocument/2006/relationships/customXml" Target="../ink/ink1409.xml"/><Relationship Id="rId63" Type="http://schemas.openxmlformats.org/officeDocument/2006/relationships/image" Target="../media/image1404.png"/><Relationship Id="rId84" Type="http://schemas.openxmlformats.org/officeDocument/2006/relationships/customXml" Target="../ink/ink1430.xml"/><Relationship Id="rId138" Type="http://schemas.openxmlformats.org/officeDocument/2006/relationships/image" Target="../media/image1440.png"/><Relationship Id="rId159" Type="http://schemas.openxmlformats.org/officeDocument/2006/relationships/customXml" Target="../ink/ink1469.xml"/><Relationship Id="rId170" Type="http://schemas.openxmlformats.org/officeDocument/2006/relationships/image" Target="../media/image1456.png"/><Relationship Id="rId191" Type="http://schemas.openxmlformats.org/officeDocument/2006/relationships/customXml" Target="../ink/ink1485.xml"/><Relationship Id="rId205" Type="http://schemas.openxmlformats.org/officeDocument/2006/relationships/customXml" Target="../ink/ink1492.xml"/><Relationship Id="rId226" Type="http://schemas.openxmlformats.org/officeDocument/2006/relationships/image" Target="../media/image1484.png"/><Relationship Id="rId107" Type="http://schemas.openxmlformats.org/officeDocument/2006/relationships/image" Target="../media/image1426.png"/><Relationship Id="rId11" Type="http://schemas.openxmlformats.org/officeDocument/2006/relationships/image" Target="../media/image1379.png"/><Relationship Id="rId32" Type="http://schemas.openxmlformats.org/officeDocument/2006/relationships/customXml" Target="../ink/ink1404.xml"/><Relationship Id="rId53" Type="http://schemas.openxmlformats.org/officeDocument/2006/relationships/image" Target="../media/image902.png"/><Relationship Id="rId74" Type="http://schemas.openxmlformats.org/officeDocument/2006/relationships/customXml" Target="../ink/ink1425.xml"/><Relationship Id="rId128" Type="http://schemas.openxmlformats.org/officeDocument/2006/relationships/image" Target="../media/image1435.png"/><Relationship Id="rId149" Type="http://schemas.openxmlformats.org/officeDocument/2006/relationships/customXml" Target="../ink/ink1464.xml"/><Relationship Id="rId5" Type="http://schemas.openxmlformats.org/officeDocument/2006/relationships/image" Target="../media/image1376.png"/><Relationship Id="rId95" Type="http://schemas.openxmlformats.org/officeDocument/2006/relationships/image" Target="../media/image1420.png"/><Relationship Id="rId160" Type="http://schemas.openxmlformats.org/officeDocument/2006/relationships/image" Target="../media/image1451.png"/><Relationship Id="rId181" Type="http://schemas.openxmlformats.org/officeDocument/2006/relationships/customXml" Target="../ink/ink1480.xml"/><Relationship Id="rId216" Type="http://schemas.openxmlformats.org/officeDocument/2006/relationships/image" Target="../media/image1479.png"/><Relationship Id="rId237" Type="http://schemas.openxmlformats.org/officeDocument/2006/relationships/customXml" Target="../ink/ink1508.xml"/><Relationship Id="rId22" Type="http://schemas.openxmlformats.org/officeDocument/2006/relationships/customXml" Target="../ink/ink1399.xml"/><Relationship Id="rId43" Type="http://schemas.openxmlformats.org/officeDocument/2006/relationships/image" Target="../media/image1395.png"/><Relationship Id="rId64" Type="http://schemas.openxmlformats.org/officeDocument/2006/relationships/customXml" Target="../ink/ink1420.xml"/><Relationship Id="rId118" Type="http://schemas.openxmlformats.org/officeDocument/2006/relationships/image" Target="../media/image1430.png"/><Relationship Id="rId139" Type="http://schemas.openxmlformats.org/officeDocument/2006/relationships/customXml" Target="../ink/ink1459.xml"/><Relationship Id="rId85" Type="http://schemas.openxmlformats.org/officeDocument/2006/relationships/image" Target="../media/image1415.png"/><Relationship Id="rId150" Type="http://schemas.openxmlformats.org/officeDocument/2006/relationships/image" Target="../media/image1446.png"/><Relationship Id="rId171" Type="http://schemas.openxmlformats.org/officeDocument/2006/relationships/customXml" Target="../ink/ink1475.xml"/><Relationship Id="rId192" Type="http://schemas.openxmlformats.org/officeDocument/2006/relationships/image" Target="../media/image1467.png"/><Relationship Id="rId206" Type="http://schemas.openxmlformats.org/officeDocument/2006/relationships/image" Target="../media/image1474.png"/><Relationship Id="rId227" Type="http://schemas.openxmlformats.org/officeDocument/2006/relationships/customXml" Target="../ink/ink1503.xml"/><Relationship Id="rId12" Type="http://schemas.openxmlformats.org/officeDocument/2006/relationships/customXml" Target="../ink/ink1394.xml"/><Relationship Id="rId33" Type="http://schemas.openxmlformats.org/officeDocument/2006/relationships/image" Target="../media/image1390.png"/><Relationship Id="rId108" Type="http://schemas.openxmlformats.org/officeDocument/2006/relationships/customXml" Target="../ink/ink1442.xml"/><Relationship Id="rId129" Type="http://schemas.openxmlformats.org/officeDocument/2006/relationships/customXml" Target="../ink/ink1454.xml"/><Relationship Id="rId54" Type="http://schemas.openxmlformats.org/officeDocument/2006/relationships/customXml" Target="../ink/ink1415.xml"/><Relationship Id="rId75" Type="http://schemas.openxmlformats.org/officeDocument/2006/relationships/image" Target="../media/image1410.png"/><Relationship Id="rId96" Type="http://schemas.openxmlformats.org/officeDocument/2006/relationships/customXml" Target="../ink/ink1436.xml"/><Relationship Id="rId140" Type="http://schemas.openxmlformats.org/officeDocument/2006/relationships/image" Target="../media/image1441.png"/><Relationship Id="rId161" Type="http://schemas.openxmlformats.org/officeDocument/2006/relationships/customXml" Target="../ink/ink1470.xml"/><Relationship Id="rId182" Type="http://schemas.openxmlformats.org/officeDocument/2006/relationships/image" Target="../media/image1462.png"/><Relationship Id="rId217" Type="http://schemas.openxmlformats.org/officeDocument/2006/relationships/customXml" Target="../ink/ink1498.xml"/><Relationship Id="rId6" Type="http://schemas.openxmlformats.org/officeDocument/2006/relationships/customXml" Target="../ink/ink1391.xml"/><Relationship Id="rId238" Type="http://schemas.openxmlformats.org/officeDocument/2006/relationships/image" Target="../media/image1490.png"/><Relationship Id="rId23" Type="http://schemas.openxmlformats.org/officeDocument/2006/relationships/image" Target="../media/image1385.png"/><Relationship Id="rId119" Type="http://schemas.openxmlformats.org/officeDocument/2006/relationships/customXml" Target="../ink/ink1449.xml"/><Relationship Id="rId44" Type="http://schemas.openxmlformats.org/officeDocument/2006/relationships/customXml" Target="../ink/ink1410.xml"/><Relationship Id="rId65" Type="http://schemas.openxmlformats.org/officeDocument/2006/relationships/image" Target="../media/image1405.png"/><Relationship Id="rId86" Type="http://schemas.openxmlformats.org/officeDocument/2006/relationships/customXml" Target="../ink/ink1431.xml"/><Relationship Id="rId130" Type="http://schemas.openxmlformats.org/officeDocument/2006/relationships/image" Target="../media/image1436.png"/><Relationship Id="rId151" Type="http://schemas.openxmlformats.org/officeDocument/2006/relationships/customXml" Target="../ink/ink1465.xml"/><Relationship Id="rId172" Type="http://schemas.openxmlformats.org/officeDocument/2006/relationships/image" Target="../media/image1457.png"/><Relationship Id="rId193" Type="http://schemas.openxmlformats.org/officeDocument/2006/relationships/customXml" Target="../ink/ink1486.xml"/><Relationship Id="rId207" Type="http://schemas.openxmlformats.org/officeDocument/2006/relationships/customXml" Target="../ink/ink1493.xml"/><Relationship Id="rId228" Type="http://schemas.openxmlformats.org/officeDocument/2006/relationships/image" Target="../media/image1485.png"/><Relationship Id="rId13" Type="http://schemas.openxmlformats.org/officeDocument/2006/relationships/image" Target="../media/image1380.png"/><Relationship Id="rId109" Type="http://schemas.openxmlformats.org/officeDocument/2006/relationships/image" Target="../media/image1427.png"/><Relationship Id="rId34" Type="http://schemas.openxmlformats.org/officeDocument/2006/relationships/customXml" Target="../ink/ink1405.xml"/><Relationship Id="rId55" Type="http://schemas.openxmlformats.org/officeDocument/2006/relationships/image" Target="../media/image1400.png"/><Relationship Id="rId76" Type="http://schemas.openxmlformats.org/officeDocument/2006/relationships/customXml" Target="../ink/ink1426.xml"/><Relationship Id="rId97" Type="http://schemas.openxmlformats.org/officeDocument/2006/relationships/image" Target="../media/image1421.png"/><Relationship Id="rId120" Type="http://schemas.openxmlformats.org/officeDocument/2006/relationships/image" Target="../media/image1431.png"/><Relationship Id="rId141" Type="http://schemas.openxmlformats.org/officeDocument/2006/relationships/customXml" Target="../ink/ink1460.xml"/><Relationship Id="rId7" Type="http://schemas.openxmlformats.org/officeDocument/2006/relationships/image" Target="../media/image1377.png"/><Relationship Id="rId162" Type="http://schemas.openxmlformats.org/officeDocument/2006/relationships/image" Target="../media/image1452.png"/><Relationship Id="rId183" Type="http://schemas.openxmlformats.org/officeDocument/2006/relationships/customXml" Target="../ink/ink1481.xml"/><Relationship Id="rId218" Type="http://schemas.openxmlformats.org/officeDocument/2006/relationships/image" Target="../media/image1480.png"/><Relationship Id="rId24" Type="http://schemas.openxmlformats.org/officeDocument/2006/relationships/customXml" Target="../ink/ink1400.xml"/><Relationship Id="rId45" Type="http://schemas.openxmlformats.org/officeDocument/2006/relationships/image" Target="../media/image1396.png"/><Relationship Id="rId66" Type="http://schemas.openxmlformats.org/officeDocument/2006/relationships/customXml" Target="../ink/ink1421.xml"/><Relationship Id="rId87" Type="http://schemas.openxmlformats.org/officeDocument/2006/relationships/image" Target="../media/image1416.png"/><Relationship Id="rId110" Type="http://schemas.openxmlformats.org/officeDocument/2006/relationships/customXml" Target="../ink/ink1443.xml"/><Relationship Id="rId131" Type="http://schemas.openxmlformats.org/officeDocument/2006/relationships/customXml" Target="../ink/ink1455.xml"/><Relationship Id="rId152" Type="http://schemas.openxmlformats.org/officeDocument/2006/relationships/image" Target="../media/image1447.png"/><Relationship Id="rId173" Type="http://schemas.openxmlformats.org/officeDocument/2006/relationships/customXml" Target="../ink/ink1476.xml"/><Relationship Id="rId194" Type="http://schemas.openxmlformats.org/officeDocument/2006/relationships/image" Target="../media/image1468.png"/><Relationship Id="rId208" Type="http://schemas.openxmlformats.org/officeDocument/2006/relationships/image" Target="../media/image1475.png"/><Relationship Id="rId229" Type="http://schemas.openxmlformats.org/officeDocument/2006/relationships/customXml" Target="../ink/ink1504.xml"/><Relationship Id="rId14" Type="http://schemas.openxmlformats.org/officeDocument/2006/relationships/customXml" Target="../ink/ink1395.xml"/><Relationship Id="rId35" Type="http://schemas.openxmlformats.org/officeDocument/2006/relationships/image" Target="../media/image1391.png"/><Relationship Id="rId56" Type="http://schemas.openxmlformats.org/officeDocument/2006/relationships/customXml" Target="../ink/ink1416.xml"/><Relationship Id="rId77" Type="http://schemas.openxmlformats.org/officeDocument/2006/relationships/image" Target="../media/image1411.png"/><Relationship Id="rId100" Type="http://schemas.openxmlformats.org/officeDocument/2006/relationships/customXml" Target="../ink/ink1438.xml"/><Relationship Id="rId8" Type="http://schemas.openxmlformats.org/officeDocument/2006/relationships/customXml" Target="../ink/ink1392.xml"/><Relationship Id="rId98" Type="http://schemas.openxmlformats.org/officeDocument/2006/relationships/customXml" Target="../ink/ink1437.xml"/><Relationship Id="rId121" Type="http://schemas.openxmlformats.org/officeDocument/2006/relationships/customXml" Target="../ink/ink1450.xml"/><Relationship Id="rId142" Type="http://schemas.openxmlformats.org/officeDocument/2006/relationships/image" Target="../media/image1442.png"/><Relationship Id="rId163" Type="http://schemas.openxmlformats.org/officeDocument/2006/relationships/customXml" Target="../ink/ink1471.xml"/><Relationship Id="rId184" Type="http://schemas.openxmlformats.org/officeDocument/2006/relationships/image" Target="../media/image1463.png"/><Relationship Id="rId219" Type="http://schemas.openxmlformats.org/officeDocument/2006/relationships/customXml" Target="../ink/ink1499.xml"/><Relationship Id="rId230" Type="http://schemas.openxmlformats.org/officeDocument/2006/relationships/image" Target="../media/image1486.png"/><Relationship Id="rId25" Type="http://schemas.openxmlformats.org/officeDocument/2006/relationships/image" Target="../media/image1386.png"/><Relationship Id="rId46" Type="http://schemas.openxmlformats.org/officeDocument/2006/relationships/customXml" Target="../ink/ink1411.xml"/><Relationship Id="rId67" Type="http://schemas.openxmlformats.org/officeDocument/2006/relationships/image" Target="../media/image1406.png"/><Relationship Id="rId88" Type="http://schemas.openxmlformats.org/officeDocument/2006/relationships/customXml" Target="../ink/ink1432.xml"/><Relationship Id="rId111" Type="http://schemas.openxmlformats.org/officeDocument/2006/relationships/customXml" Target="../ink/ink1444.xml"/><Relationship Id="rId132" Type="http://schemas.openxmlformats.org/officeDocument/2006/relationships/image" Target="../media/image1437.png"/><Relationship Id="rId153" Type="http://schemas.openxmlformats.org/officeDocument/2006/relationships/customXml" Target="../ink/ink1466.xml"/><Relationship Id="rId174" Type="http://schemas.openxmlformats.org/officeDocument/2006/relationships/image" Target="../media/image1458.png"/><Relationship Id="rId195" Type="http://schemas.openxmlformats.org/officeDocument/2006/relationships/customXml" Target="../ink/ink1487.xml"/><Relationship Id="rId209" Type="http://schemas.openxmlformats.org/officeDocument/2006/relationships/customXml" Target="../ink/ink1494.xml"/><Relationship Id="rId190" Type="http://schemas.openxmlformats.org/officeDocument/2006/relationships/image" Target="../media/image1466.png"/><Relationship Id="rId204" Type="http://schemas.openxmlformats.org/officeDocument/2006/relationships/image" Target="../media/image1473.png"/><Relationship Id="rId220" Type="http://schemas.openxmlformats.org/officeDocument/2006/relationships/image" Target="../media/image1481.png"/><Relationship Id="rId225" Type="http://schemas.openxmlformats.org/officeDocument/2006/relationships/customXml" Target="../ink/ink1502.xml"/><Relationship Id="rId15" Type="http://schemas.openxmlformats.org/officeDocument/2006/relationships/image" Target="../media/image1381.png"/><Relationship Id="rId36" Type="http://schemas.openxmlformats.org/officeDocument/2006/relationships/customXml" Target="../ink/ink1406.xml"/><Relationship Id="rId57" Type="http://schemas.openxmlformats.org/officeDocument/2006/relationships/image" Target="../media/image1401.png"/><Relationship Id="rId106" Type="http://schemas.openxmlformats.org/officeDocument/2006/relationships/customXml" Target="../ink/ink1441.xml"/><Relationship Id="rId127" Type="http://schemas.openxmlformats.org/officeDocument/2006/relationships/customXml" Target="../ink/ink1453.xml"/><Relationship Id="rId10" Type="http://schemas.openxmlformats.org/officeDocument/2006/relationships/customXml" Target="../ink/ink1393.xml"/><Relationship Id="rId31" Type="http://schemas.openxmlformats.org/officeDocument/2006/relationships/image" Target="../media/image1389.png"/><Relationship Id="rId52" Type="http://schemas.openxmlformats.org/officeDocument/2006/relationships/customXml" Target="../ink/ink1414.xml"/><Relationship Id="rId73" Type="http://schemas.openxmlformats.org/officeDocument/2006/relationships/image" Target="../media/image1409.png"/><Relationship Id="rId78" Type="http://schemas.openxmlformats.org/officeDocument/2006/relationships/customXml" Target="../ink/ink1427.xml"/><Relationship Id="rId94" Type="http://schemas.openxmlformats.org/officeDocument/2006/relationships/customXml" Target="../ink/ink1435.xml"/><Relationship Id="rId99" Type="http://schemas.openxmlformats.org/officeDocument/2006/relationships/image" Target="../media/image1422.png"/><Relationship Id="rId101" Type="http://schemas.openxmlformats.org/officeDocument/2006/relationships/image" Target="../media/image1423.png"/><Relationship Id="rId122" Type="http://schemas.openxmlformats.org/officeDocument/2006/relationships/image" Target="../media/image1432.png"/><Relationship Id="rId143" Type="http://schemas.openxmlformats.org/officeDocument/2006/relationships/customXml" Target="../ink/ink1461.xml"/><Relationship Id="rId148" Type="http://schemas.openxmlformats.org/officeDocument/2006/relationships/image" Target="../media/image1445.png"/><Relationship Id="rId164" Type="http://schemas.openxmlformats.org/officeDocument/2006/relationships/image" Target="../media/image1453.png"/><Relationship Id="rId169" Type="http://schemas.openxmlformats.org/officeDocument/2006/relationships/customXml" Target="../ink/ink1474.xml"/><Relationship Id="rId185" Type="http://schemas.openxmlformats.org/officeDocument/2006/relationships/customXml" Target="../ink/ink1482.xml"/><Relationship Id="rId4" Type="http://schemas.openxmlformats.org/officeDocument/2006/relationships/customXml" Target="../ink/ink1390.xml"/><Relationship Id="rId9" Type="http://schemas.openxmlformats.org/officeDocument/2006/relationships/image" Target="../media/image1378.png"/><Relationship Id="rId180" Type="http://schemas.openxmlformats.org/officeDocument/2006/relationships/image" Target="../media/image1461.png"/><Relationship Id="rId210" Type="http://schemas.openxmlformats.org/officeDocument/2006/relationships/image" Target="../media/image1476.png"/><Relationship Id="rId215" Type="http://schemas.openxmlformats.org/officeDocument/2006/relationships/customXml" Target="../ink/ink1497.xml"/><Relationship Id="rId236" Type="http://schemas.openxmlformats.org/officeDocument/2006/relationships/image" Target="../media/image1489.png"/><Relationship Id="rId26" Type="http://schemas.openxmlformats.org/officeDocument/2006/relationships/customXml" Target="../ink/ink1401.xml"/><Relationship Id="rId231" Type="http://schemas.openxmlformats.org/officeDocument/2006/relationships/customXml" Target="../ink/ink1505.xml"/><Relationship Id="rId47" Type="http://schemas.openxmlformats.org/officeDocument/2006/relationships/image" Target="../media/image1397.png"/><Relationship Id="rId68" Type="http://schemas.openxmlformats.org/officeDocument/2006/relationships/customXml" Target="../ink/ink1422.xml"/><Relationship Id="rId89" Type="http://schemas.openxmlformats.org/officeDocument/2006/relationships/image" Target="../media/image1417.png"/><Relationship Id="rId112" Type="http://schemas.openxmlformats.org/officeDocument/2006/relationships/customXml" Target="../ink/ink1445.xml"/><Relationship Id="rId133" Type="http://schemas.openxmlformats.org/officeDocument/2006/relationships/customXml" Target="../ink/ink1456.xml"/><Relationship Id="rId154" Type="http://schemas.openxmlformats.org/officeDocument/2006/relationships/image" Target="../media/image1448.png"/><Relationship Id="rId175" Type="http://schemas.openxmlformats.org/officeDocument/2006/relationships/customXml" Target="../ink/ink1477.xml"/><Relationship Id="rId196" Type="http://schemas.openxmlformats.org/officeDocument/2006/relationships/image" Target="../media/image1469.png"/><Relationship Id="rId200" Type="http://schemas.openxmlformats.org/officeDocument/2006/relationships/image" Target="../media/image1471.png"/><Relationship Id="rId16" Type="http://schemas.openxmlformats.org/officeDocument/2006/relationships/customXml" Target="../ink/ink1396.xml"/><Relationship Id="rId221" Type="http://schemas.openxmlformats.org/officeDocument/2006/relationships/customXml" Target="../ink/ink1500.xml"/><Relationship Id="rId37" Type="http://schemas.openxmlformats.org/officeDocument/2006/relationships/image" Target="../media/image1392.png"/><Relationship Id="rId58" Type="http://schemas.openxmlformats.org/officeDocument/2006/relationships/customXml" Target="../ink/ink1417.xml"/><Relationship Id="rId79" Type="http://schemas.openxmlformats.org/officeDocument/2006/relationships/image" Target="../media/image1412.png"/><Relationship Id="rId102" Type="http://schemas.openxmlformats.org/officeDocument/2006/relationships/customXml" Target="../ink/ink1439.xml"/><Relationship Id="rId123" Type="http://schemas.openxmlformats.org/officeDocument/2006/relationships/customXml" Target="../ink/ink1451.xml"/><Relationship Id="rId144" Type="http://schemas.openxmlformats.org/officeDocument/2006/relationships/image" Target="../media/image1443.png"/><Relationship Id="rId90" Type="http://schemas.openxmlformats.org/officeDocument/2006/relationships/customXml" Target="../ink/ink1433.xml"/><Relationship Id="rId165" Type="http://schemas.openxmlformats.org/officeDocument/2006/relationships/customXml" Target="../ink/ink1472.xml"/><Relationship Id="rId186" Type="http://schemas.openxmlformats.org/officeDocument/2006/relationships/image" Target="../media/image1464.png"/><Relationship Id="rId211" Type="http://schemas.openxmlformats.org/officeDocument/2006/relationships/customXml" Target="../ink/ink1495.xml"/><Relationship Id="rId232" Type="http://schemas.openxmlformats.org/officeDocument/2006/relationships/image" Target="../media/image1487.png"/><Relationship Id="rId27" Type="http://schemas.openxmlformats.org/officeDocument/2006/relationships/image" Target="../media/image1387.png"/><Relationship Id="rId48" Type="http://schemas.openxmlformats.org/officeDocument/2006/relationships/customXml" Target="../ink/ink1412.xml"/><Relationship Id="rId69" Type="http://schemas.openxmlformats.org/officeDocument/2006/relationships/image" Target="../media/image1407.png"/><Relationship Id="rId113" Type="http://schemas.openxmlformats.org/officeDocument/2006/relationships/customXml" Target="../ink/ink1446.xml"/><Relationship Id="rId134" Type="http://schemas.openxmlformats.org/officeDocument/2006/relationships/image" Target="../media/image1438.png"/><Relationship Id="rId80" Type="http://schemas.openxmlformats.org/officeDocument/2006/relationships/customXml" Target="../ink/ink1428.xml"/><Relationship Id="rId155" Type="http://schemas.openxmlformats.org/officeDocument/2006/relationships/customXml" Target="../ink/ink1467.xml"/><Relationship Id="rId176" Type="http://schemas.openxmlformats.org/officeDocument/2006/relationships/image" Target="../media/image1459.png"/><Relationship Id="rId197" Type="http://schemas.openxmlformats.org/officeDocument/2006/relationships/customXml" Target="../ink/ink1488.xml"/><Relationship Id="rId201" Type="http://schemas.openxmlformats.org/officeDocument/2006/relationships/customXml" Target="../ink/ink1490.xml"/><Relationship Id="rId222" Type="http://schemas.openxmlformats.org/officeDocument/2006/relationships/image" Target="../media/image1482.png"/><Relationship Id="rId17" Type="http://schemas.openxmlformats.org/officeDocument/2006/relationships/image" Target="../media/image1382.png"/><Relationship Id="rId38" Type="http://schemas.openxmlformats.org/officeDocument/2006/relationships/customXml" Target="../ink/ink1407.xml"/><Relationship Id="rId59" Type="http://schemas.openxmlformats.org/officeDocument/2006/relationships/image" Target="../media/image1402.png"/><Relationship Id="rId103" Type="http://schemas.openxmlformats.org/officeDocument/2006/relationships/image" Target="../media/image1424.png"/><Relationship Id="rId124" Type="http://schemas.openxmlformats.org/officeDocument/2006/relationships/image" Target="../media/image1433.png"/><Relationship Id="rId70" Type="http://schemas.openxmlformats.org/officeDocument/2006/relationships/customXml" Target="../ink/ink1423.xml"/><Relationship Id="rId91" Type="http://schemas.openxmlformats.org/officeDocument/2006/relationships/image" Target="../media/image1418.png"/><Relationship Id="rId145" Type="http://schemas.openxmlformats.org/officeDocument/2006/relationships/customXml" Target="../ink/ink1462.xml"/><Relationship Id="rId166" Type="http://schemas.openxmlformats.org/officeDocument/2006/relationships/image" Target="../media/image1454.png"/><Relationship Id="rId187" Type="http://schemas.openxmlformats.org/officeDocument/2006/relationships/customXml" Target="../ink/ink1483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477.png"/><Relationship Id="rId233" Type="http://schemas.openxmlformats.org/officeDocument/2006/relationships/customXml" Target="../ink/ink1506.xml"/><Relationship Id="rId28" Type="http://schemas.openxmlformats.org/officeDocument/2006/relationships/customXml" Target="../ink/ink1402.xml"/><Relationship Id="rId49" Type="http://schemas.openxmlformats.org/officeDocument/2006/relationships/image" Target="../media/image1398.png"/><Relationship Id="rId114" Type="http://schemas.openxmlformats.org/officeDocument/2006/relationships/image" Target="../media/image1428.png"/><Relationship Id="rId60" Type="http://schemas.openxmlformats.org/officeDocument/2006/relationships/customXml" Target="../ink/ink1418.xml"/><Relationship Id="rId81" Type="http://schemas.openxmlformats.org/officeDocument/2006/relationships/image" Target="../media/image1413.png"/><Relationship Id="rId135" Type="http://schemas.openxmlformats.org/officeDocument/2006/relationships/customXml" Target="../ink/ink1457.xml"/><Relationship Id="rId156" Type="http://schemas.openxmlformats.org/officeDocument/2006/relationships/image" Target="../media/image1449.png"/><Relationship Id="rId177" Type="http://schemas.openxmlformats.org/officeDocument/2006/relationships/customXml" Target="../ink/ink1478.xml"/><Relationship Id="rId198" Type="http://schemas.openxmlformats.org/officeDocument/2006/relationships/image" Target="../media/image1470.png"/><Relationship Id="rId202" Type="http://schemas.openxmlformats.org/officeDocument/2006/relationships/image" Target="../media/image1472.png"/><Relationship Id="rId223" Type="http://schemas.openxmlformats.org/officeDocument/2006/relationships/customXml" Target="../ink/ink1501.xml"/><Relationship Id="rId18" Type="http://schemas.openxmlformats.org/officeDocument/2006/relationships/customXml" Target="../ink/ink1397.xml"/><Relationship Id="rId39" Type="http://schemas.openxmlformats.org/officeDocument/2006/relationships/image" Target="../media/image1393.png"/><Relationship Id="rId50" Type="http://schemas.openxmlformats.org/officeDocument/2006/relationships/customXml" Target="../ink/ink1413.xml"/><Relationship Id="rId104" Type="http://schemas.openxmlformats.org/officeDocument/2006/relationships/customXml" Target="../ink/ink1440.xml"/><Relationship Id="rId125" Type="http://schemas.openxmlformats.org/officeDocument/2006/relationships/customXml" Target="../ink/ink1452.xml"/><Relationship Id="rId146" Type="http://schemas.openxmlformats.org/officeDocument/2006/relationships/image" Target="../media/image1444.png"/><Relationship Id="rId167" Type="http://schemas.openxmlformats.org/officeDocument/2006/relationships/customXml" Target="../ink/ink1473.xml"/><Relationship Id="rId188" Type="http://schemas.openxmlformats.org/officeDocument/2006/relationships/image" Target="../media/image1465.png"/><Relationship Id="rId71" Type="http://schemas.openxmlformats.org/officeDocument/2006/relationships/image" Target="../media/image1408.png"/><Relationship Id="rId92" Type="http://schemas.openxmlformats.org/officeDocument/2006/relationships/customXml" Target="../ink/ink1434.xml"/><Relationship Id="rId213" Type="http://schemas.openxmlformats.org/officeDocument/2006/relationships/customXml" Target="../ink/ink1496.xml"/><Relationship Id="rId234" Type="http://schemas.openxmlformats.org/officeDocument/2006/relationships/image" Target="../media/image1488.png"/><Relationship Id="rId2" Type="http://schemas.openxmlformats.org/officeDocument/2006/relationships/customXml" Target="../ink/ink1389.xml"/><Relationship Id="rId29" Type="http://schemas.openxmlformats.org/officeDocument/2006/relationships/image" Target="../media/image1388.png"/><Relationship Id="rId40" Type="http://schemas.openxmlformats.org/officeDocument/2006/relationships/customXml" Target="../ink/ink1408.xml"/><Relationship Id="rId115" Type="http://schemas.openxmlformats.org/officeDocument/2006/relationships/customXml" Target="../ink/ink1447.xml"/><Relationship Id="rId136" Type="http://schemas.openxmlformats.org/officeDocument/2006/relationships/image" Target="../media/image1439.png"/><Relationship Id="rId157" Type="http://schemas.openxmlformats.org/officeDocument/2006/relationships/customXml" Target="../ink/ink1468.xml"/><Relationship Id="rId178" Type="http://schemas.openxmlformats.org/officeDocument/2006/relationships/image" Target="../media/image1460.png"/><Relationship Id="rId61" Type="http://schemas.openxmlformats.org/officeDocument/2006/relationships/image" Target="../media/image1403.png"/><Relationship Id="rId82" Type="http://schemas.openxmlformats.org/officeDocument/2006/relationships/customXml" Target="../ink/ink1429.xml"/><Relationship Id="rId199" Type="http://schemas.openxmlformats.org/officeDocument/2006/relationships/customXml" Target="../ink/ink1489.xml"/><Relationship Id="rId203" Type="http://schemas.openxmlformats.org/officeDocument/2006/relationships/customXml" Target="../ink/ink1491.xml"/><Relationship Id="rId19" Type="http://schemas.openxmlformats.org/officeDocument/2006/relationships/image" Target="../media/image1383.png"/><Relationship Id="rId224" Type="http://schemas.openxmlformats.org/officeDocument/2006/relationships/image" Target="../media/image1483.png"/><Relationship Id="rId30" Type="http://schemas.openxmlformats.org/officeDocument/2006/relationships/customXml" Target="../ink/ink1403.xml"/><Relationship Id="rId105" Type="http://schemas.openxmlformats.org/officeDocument/2006/relationships/image" Target="../media/image1425.png"/><Relationship Id="rId126" Type="http://schemas.openxmlformats.org/officeDocument/2006/relationships/image" Target="../media/image1434.png"/><Relationship Id="rId147" Type="http://schemas.openxmlformats.org/officeDocument/2006/relationships/customXml" Target="../ink/ink1463.xml"/><Relationship Id="rId168" Type="http://schemas.openxmlformats.org/officeDocument/2006/relationships/image" Target="../media/image1455.png"/><Relationship Id="rId51" Type="http://schemas.openxmlformats.org/officeDocument/2006/relationships/image" Target="../media/image1399.png"/><Relationship Id="rId72" Type="http://schemas.openxmlformats.org/officeDocument/2006/relationships/customXml" Target="../ink/ink1424.xml"/><Relationship Id="rId93" Type="http://schemas.openxmlformats.org/officeDocument/2006/relationships/image" Target="../media/image1419.png"/><Relationship Id="rId189" Type="http://schemas.openxmlformats.org/officeDocument/2006/relationships/customXml" Target="../ink/ink1484.xml"/><Relationship Id="rId3" Type="http://schemas.openxmlformats.org/officeDocument/2006/relationships/image" Target="../media/image1375.png"/><Relationship Id="rId214" Type="http://schemas.openxmlformats.org/officeDocument/2006/relationships/image" Target="../media/image1478.png"/><Relationship Id="rId235" Type="http://schemas.openxmlformats.org/officeDocument/2006/relationships/customXml" Target="../ink/ink1507.xml"/><Relationship Id="rId116" Type="http://schemas.openxmlformats.org/officeDocument/2006/relationships/image" Target="../media/image1429.png"/><Relationship Id="rId137" Type="http://schemas.openxmlformats.org/officeDocument/2006/relationships/customXml" Target="../ink/ink1458.xml"/><Relationship Id="rId158" Type="http://schemas.openxmlformats.org/officeDocument/2006/relationships/image" Target="../media/image1450.png"/><Relationship Id="rId20" Type="http://schemas.openxmlformats.org/officeDocument/2006/relationships/customXml" Target="../ink/ink1398.xml"/><Relationship Id="rId41" Type="http://schemas.openxmlformats.org/officeDocument/2006/relationships/image" Target="../media/image1394.png"/><Relationship Id="rId62" Type="http://schemas.openxmlformats.org/officeDocument/2006/relationships/customXml" Target="../ink/ink1419.xml"/><Relationship Id="rId83" Type="http://schemas.openxmlformats.org/officeDocument/2006/relationships/image" Target="../media/image1414.png"/><Relationship Id="rId179" Type="http://schemas.openxmlformats.org/officeDocument/2006/relationships/customXml" Target="../ink/ink1479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66.xml"/><Relationship Id="rId299" Type="http://schemas.openxmlformats.org/officeDocument/2006/relationships/customXml" Target="../ink/ink1657.xml"/><Relationship Id="rId21" Type="http://schemas.openxmlformats.org/officeDocument/2006/relationships/customXml" Target="../ink/ink1518.xml"/><Relationship Id="rId63" Type="http://schemas.openxmlformats.org/officeDocument/2006/relationships/customXml" Target="../ink/ink1539.xml"/><Relationship Id="rId159" Type="http://schemas.openxmlformats.org/officeDocument/2006/relationships/customXml" Target="../ink/ink1587.xml"/><Relationship Id="rId324" Type="http://schemas.openxmlformats.org/officeDocument/2006/relationships/image" Target="../media/image1651.png"/><Relationship Id="rId170" Type="http://schemas.openxmlformats.org/officeDocument/2006/relationships/image" Target="../media/image1574.png"/><Relationship Id="rId226" Type="http://schemas.openxmlformats.org/officeDocument/2006/relationships/image" Target="../media/image1602.png"/><Relationship Id="rId268" Type="http://schemas.openxmlformats.org/officeDocument/2006/relationships/image" Target="../media/image1623.png"/><Relationship Id="rId32" Type="http://schemas.openxmlformats.org/officeDocument/2006/relationships/image" Target="../media/image1506.png"/><Relationship Id="rId74" Type="http://schemas.openxmlformats.org/officeDocument/2006/relationships/image" Target="../media/image1526.png"/><Relationship Id="rId128" Type="http://schemas.openxmlformats.org/officeDocument/2006/relationships/image" Target="../media/image1553.png"/><Relationship Id="rId335" Type="http://schemas.openxmlformats.org/officeDocument/2006/relationships/customXml" Target="../ink/ink1675.xml"/><Relationship Id="rId5" Type="http://schemas.openxmlformats.org/officeDocument/2006/relationships/customXml" Target="../ink/ink1510.xml"/><Relationship Id="rId181" Type="http://schemas.openxmlformats.org/officeDocument/2006/relationships/customXml" Target="../ink/ink1598.xml"/><Relationship Id="rId237" Type="http://schemas.openxmlformats.org/officeDocument/2006/relationships/customXml" Target="../ink/ink1626.xml"/><Relationship Id="rId279" Type="http://schemas.openxmlformats.org/officeDocument/2006/relationships/customXml" Target="../ink/ink1647.xml"/><Relationship Id="rId43" Type="http://schemas.openxmlformats.org/officeDocument/2006/relationships/customXml" Target="../ink/ink1529.xml"/><Relationship Id="rId139" Type="http://schemas.openxmlformats.org/officeDocument/2006/relationships/customXml" Target="../ink/ink1577.xml"/><Relationship Id="rId290" Type="http://schemas.openxmlformats.org/officeDocument/2006/relationships/image" Target="../media/image1634.png"/><Relationship Id="rId304" Type="http://schemas.openxmlformats.org/officeDocument/2006/relationships/image" Target="../media/image1641.png"/><Relationship Id="rId346" Type="http://schemas.openxmlformats.org/officeDocument/2006/relationships/image" Target="../media/image1662.png"/><Relationship Id="rId85" Type="http://schemas.openxmlformats.org/officeDocument/2006/relationships/customXml" Target="../ink/ink1550.xml"/><Relationship Id="rId150" Type="http://schemas.openxmlformats.org/officeDocument/2006/relationships/image" Target="../media/image1564.png"/><Relationship Id="rId192" Type="http://schemas.openxmlformats.org/officeDocument/2006/relationships/image" Target="../media/image1585.png"/><Relationship Id="rId206" Type="http://schemas.openxmlformats.org/officeDocument/2006/relationships/image" Target="../media/image1592.png"/><Relationship Id="rId248" Type="http://schemas.openxmlformats.org/officeDocument/2006/relationships/image" Target="../media/image1613.png"/><Relationship Id="rId12" Type="http://schemas.openxmlformats.org/officeDocument/2006/relationships/image" Target="../media/image1496.png"/><Relationship Id="rId108" Type="http://schemas.openxmlformats.org/officeDocument/2006/relationships/image" Target="../media/image1543.png"/><Relationship Id="rId315" Type="http://schemas.openxmlformats.org/officeDocument/2006/relationships/customXml" Target="../ink/ink1665.xml"/><Relationship Id="rId54" Type="http://schemas.openxmlformats.org/officeDocument/2006/relationships/image" Target="../media/image1517.png"/><Relationship Id="rId96" Type="http://schemas.openxmlformats.org/officeDocument/2006/relationships/image" Target="../media/image1537.png"/><Relationship Id="rId161" Type="http://schemas.openxmlformats.org/officeDocument/2006/relationships/customXml" Target="../ink/ink1588.xml"/><Relationship Id="rId217" Type="http://schemas.openxmlformats.org/officeDocument/2006/relationships/customXml" Target="../ink/ink1616.xml"/><Relationship Id="rId259" Type="http://schemas.openxmlformats.org/officeDocument/2006/relationships/customXml" Target="../ink/ink1637.xml"/><Relationship Id="rId23" Type="http://schemas.openxmlformats.org/officeDocument/2006/relationships/customXml" Target="../ink/ink1519.xml"/><Relationship Id="rId119" Type="http://schemas.openxmlformats.org/officeDocument/2006/relationships/customXml" Target="../ink/ink1567.xml"/><Relationship Id="rId270" Type="http://schemas.openxmlformats.org/officeDocument/2006/relationships/image" Target="../media/image1624.png"/><Relationship Id="rId326" Type="http://schemas.openxmlformats.org/officeDocument/2006/relationships/image" Target="../media/image1652.png"/><Relationship Id="rId65" Type="http://schemas.openxmlformats.org/officeDocument/2006/relationships/customXml" Target="../ink/ink1540.xml"/><Relationship Id="rId130" Type="http://schemas.openxmlformats.org/officeDocument/2006/relationships/image" Target="../media/image1554.png"/><Relationship Id="rId172" Type="http://schemas.openxmlformats.org/officeDocument/2006/relationships/image" Target="../media/image1575.png"/><Relationship Id="rId228" Type="http://schemas.openxmlformats.org/officeDocument/2006/relationships/image" Target="../media/image1603.png"/><Relationship Id="rId281" Type="http://schemas.openxmlformats.org/officeDocument/2006/relationships/customXml" Target="../ink/ink1648.xml"/><Relationship Id="rId337" Type="http://schemas.openxmlformats.org/officeDocument/2006/relationships/customXml" Target="../ink/ink1676.xml"/><Relationship Id="rId34" Type="http://schemas.openxmlformats.org/officeDocument/2006/relationships/image" Target="../media/image1507.png"/><Relationship Id="rId76" Type="http://schemas.openxmlformats.org/officeDocument/2006/relationships/image" Target="../media/image1527.png"/><Relationship Id="rId141" Type="http://schemas.openxmlformats.org/officeDocument/2006/relationships/customXml" Target="../ink/ink1578.xml"/><Relationship Id="rId7" Type="http://schemas.openxmlformats.org/officeDocument/2006/relationships/customXml" Target="../ink/ink1511.xml"/><Relationship Id="rId183" Type="http://schemas.openxmlformats.org/officeDocument/2006/relationships/customXml" Target="../ink/ink1599.xml"/><Relationship Id="rId239" Type="http://schemas.openxmlformats.org/officeDocument/2006/relationships/customXml" Target="../ink/ink1627.xml"/><Relationship Id="rId250" Type="http://schemas.openxmlformats.org/officeDocument/2006/relationships/image" Target="../media/image1614.png"/><Relationship Id="rId292" Type="http://schemas.openxmlformats.org/officeDocument/2006/relationships/image" Target="../media/image1635.png"/><Relationship Id="rId306" Type="http://schemas.openxmlformats.org/officeDocument/2006/relationships/image" Target="../media/image1642.png"/><Relationship Id="rId45" Type="http://schemas.openxmlformats.org/officeDocument/2006/relationships/customXml" Target="../ink/ink1530.xml"/><Relationship Id="rId87" Type="http://schemas.openxmlformats.org/officeDocument/2006/relationships/customXml" Target="../ink/ink1551.xml"/><Relationship Id="rId110" Type="http://schemas.openxmlformats.org/officeDocument/2006/relationships/image" Target="../media/image1544.png"/><Relationship Id="rId348" Type="http://schemas.openxmlformats.org/officeDocument/2006/relationships/image" Target="../media/image1663.png"/><Relationship Id="rId152" Type="http://schemas.openxmlformats.org/officeDocument/2006/relationships/image" Target="../media/image1565.png"/><Relationship Id="rId194" Type="http://schemas.openxmlformats.org/officeDocument/2006/relationships/image" Target="../media/image1586.png"/><Relationship Id="rId208" Type="http://schemas.openxmlformats.org/officeDocument/2006/relationships/image" Target="../media/image1593.png"/><Relationship Id="rId261" Type="http://schemas.openxmlformats.org/officeDocument/2006/relationships/customXml" Target="../ink/ink1638.xml"/><Relationship Id="rId14" Type="http://schemas.openxmlformats.org/officeDocument/2006/relationships/image" Target="../media/image1497.png"/><Relationship Id="rId56" Type="http://schemas.openxmlformats.org/officeDocument/2006/relationships/image" Target="../media/image1518.png"/><Relationship Id="rId317" Type="http://schemas.openxmlformats.org/officeDocument/2006/relationships/customXml" Target="../ink/ink1666.xml"/><Relationship Id="rId98" Type="http://schemas.openxmlformats.org/officeDocument/2006/relationships/image" Target="../media/image1538.png"/><Relationship Id="rId121" Type="http://schemas.openxmlformats.org/officeDocument/2006/relationships/customXml" Target="../ink/ink1568.xml"/><Relationship Id="rId163" Type="http://schemas.openxmlformats.org/officeDocument/2006/relationships/customXml" Target="../ink/ink1589.xml"/><Relationship Id="rId219" Type="http://schemas.openxmlformats.org/officeDocument/2006/relationships/customXml" Target="../ink/ink1617.xml"/><Relationship Id="rId230" Type="http://schemas.openxmlformats.org/officeDocument/2006/relationships/image" Target="../media/image1604.png"/><Relationship Id="rId251" Type="http://schemas.openxmlformats.org/officeDocument/2006/relationships/customXml" Target="../ink/ink1633.xml"/><Relationship Id="rId25" Type="http://schemas.openxmlformats.org/officeDocument/2006/relationships/customXml" Target="../ink/ink1520.xml"/><Relationship Id="rId46" Type="http://schemas.openxmlformats.org/officeDocument/2006/relationships/image" Target="../media/image1513.png"/><Relationship Id="rId67" Type="http://schemas.openxmlformats.org/officeDocument/2006/relationships/customXml" Target="../ink/ink1541.xml"/><Relationship Id="rId272" Type="http://schemas.openxmlformats.org/officeDocument/2006/relationships/image" Target="../media/image1625.png"/><Relationship Id="rId293" Type="http://schemas.openxmlformats.org/officeDocument/2006/relationships/customXml" Target="../ink/ink1654.xml"/><Relationship Id="rId307" Type="http://schemas.openxmlformats.org/officeDocument/2006/relationships/customXml" Target="../ink/ink1661.xml"/><Relationship Id="rId328" Type="http://schemas.openxmlformats.org/officeDocument/2006/relationships/image" Target="../media/image1653.png"/><Relationship Id="rId349" Type="http://schemas.openxmlformats.org/officeDocument/2006/relationships/customXml" Target="../ink/ink1682.xml"/><Relationship Id="rId88" Type="http://schemas.openxmlformats.org/officeDocument/2006/relationships/image" Target="../media/image1533.png"/><Relationship Id="rId111" Type="http://schemas.openxmlformats.org/officeDocument/2006/relationships/customXml" Target="../ink/ink1563.xml"/><Relationship Id="rId132" Type="http://schemas.openxmlformats.org/officeDocument/2006/relationships/image" Target="../media/image1555.png"/><Relationship Id="rId153" Type="http://schemas.openxmlformats.org/officeDocument/2006/relationships/customXml" Target="../ink/ink1584.xml"/><Relationship Id="rId174" Type="http://schemas.openxmlformats.org/officeDocument/2006/relationships/image" Target="../media/image1576.png"/><Relationship Id="rId195" Type="http://schemas.openxmlformats.org/officeDocument/2006/relationships/customXml" Target="../ink/ink1605.xml"/><Relationship Id="rId209" Type="http://schemas.openxmlformats.org/officeDocument/2006/relationships/customXml" Target="../ink/ink1612.xml"/><Relationship Id="rId220" Type="http://schemas.openxmlformats.org/officeDocument/2006/relationships/image" Target="../media/image1599.png"/><Relationship Id="rId241" Type="http://schemas.openxmlformats.org/officeDocument/2006/relationships/customXml" Target="../ink/ink1628.xml"/><Relationship Id="rId15" Type="http://schemas.openxmlformats.org/officeDocument/2006/relationships/customXml" Target="../ink/ink1515.xml"/><Relationship Id="rId36" Type="http://schemas.openxmlformats.org/officeDocument/2006/relationships/image" Target="../media/image1508.png"/><Relationship Id="rId57" Type="http://schemas.openxmlformats.org/officeDocument/2006/relationships/customXml" Target="../ink/ink1536.xml"/><Relationship Id="rId262" Type="http://schemas.openxmlformats.org/officeDocument/2006/relationships/image" Target="../media/image1620.png"/><Relationship Id="rId283" Type="http://schemas.openxmlformats.org/officeDocument/2006/relationships/customXml" Target="../ink/ink1649.xml"/><Relationship Id="rId318" Type="http://schemas.openxmlformats.org/officeDocument/2006/relationships/image" Target="../media/image1648.png"/><Relationship Id="rId339" Type="http://schemas.openxmlformats.org/officeDocument/2006/relationships/customXml" Target="../ink/ink1677.xml"/><Relationship Id="rId78" Type="http://schemas.openxmlformats.org/officeDocument/2006/relationships/image" Target="../media/image1528.png"/><Relationship Id="rId99" Type="http://schemas.openxmlformats.org/officeDocument/2006/relationships/customXml" Target="../ink/ink1557.xml"/><Relationship Id="rId101" Type="http://schemas.openxmlformats.org/officeDocument/2006/relationships/customXml" Target="../ink/ink1558.xml"/><Relationship Id="rId122" Type="http://schemas.openxmlformats.org/officeDocument/2006/relationships/image" Target="../media/image1550.png"/><Relationship Id="rId143" Type="http://schemas.openxmlformats.org/officeDocument/2006/relationships/customXml" Target="../ink/ink1579.xml"/><Relationship Id="rId164" Type="http://schemas.openxmlformats.org/officeDocument/2006/relationships/image" Target="../media/image1571.png"/><Relationship Id="rId185" Type="http://schemas.openxmlformats.org/officeDocument/2006/relationships/customXml" Target="../ink/ink1600.xml"/><Relationship Id="rId350" Type="http://schemas.openxmlformats.org/officeDocument/2006/relationships/image" Target="../media/image1664.png"/><Relationship Id="rId9" Type="http://schemas.openxmlformats.org/officeDocument/2006/relationships/customXml" Target="../ink/ink1512.xml"/><Relationship Id="rId210" Type="http://schemas.openxmlformats.org/officeDocument/2006/relationships/image" Target="../media/image1594.png"/><Relationship Id="rId26" Type="http://schemas.openxmlformats.org/officeDocument/2006/relationships/image" Target="../media/image1503.png"/><Relationship Id="rId231" Type="http://schemas.openxmlformats.org/officeDocument/2006/relationships/customXml" Target="../ink/ink1623.xml"/><Relationship Id="rId252" Type="http://schemas.openxmlformats.org/officeDocument/2006/relationships/image" Target="../media/image1615.png"/><Relationship Id="rId273" Type="http://schemas.openxmlformats.org/officeDocument/2006/relationships/customXml" Target="../ink/ink1644.xml"/><Relationship Id="rId294" Type="http://schemas.openxmlformats.org/officeDocument/2006/relationships/image" Target="../media/image1636.png"/><Relationship Id="rId308" Type="http://schemas.openxmlformats.org/officeDocument/2006/relationships/image" Target="../media/image1643.png"/><Relationship Id="rId329" Type="http://schemas.openxmlformats.org/officeDocument/2006/relationships/customXml" Target="../ink/ink1672.xml"/><Relationship Id="rId47" Type="http://schemas.openxmlformats.org/officeDocument/2006/relationships/customXml" Target="../ink/ink1531.xml"/><Relationship Id="rId68" Type="http://schemas.openxmlformats.org/officeDocument/2006/relationships/image" Target="../media/image1523.png"/><Relationship Id="rId89" Type="http://schemas.openxmlformats.org/officeDocument/2006/relationships/customXml" Target="../ink/ink1552.xml"/><Relationship Id="rId112" Type="http://schemas.openxmlformats.org/officeDocument/2006/relationships/image" Target="../media/image1545.png"/><Relationship Id="rId133" Type="http://schemas.openxmlformats.org/officeDocument/2006/relationships/customXml" Target="../ink/ink1574.xml"/><Relationship Id="rId154" Type="http://schemas.openxmlformats.org/officeDocument/2006/relationships/image" Target="../media/image1566.png"/><Relationship Id="rId175" Type="http://schemas.openxmlformats.org/officeDocument/2006/relationships/customXml" Target="../ink/ink1595.xml"/><Relationship Id="rId340" Type="http://schemas.openxmlformats.org/officeDocument/2006/relationships/image" Target="../media/image1659.png"/><Relationship Id="rId196" Type="http://schemas.openxmlformats.org/officeDocument/2006/relationships/image" Target="../media/image1587.png"/><Relationship Id="rId200" Type="http://schemas.openxmlformats.org/officeDocument/2006/relationships/image" Target="../media/image1589.png"/><Relationship Id="rId16" Type="http://schemas.openxmlformats.org/officeDocument/2006/relationships/image" Target="../media/image1498.png"/><Relationship Id="rId221" Type="http://schemas.openxmlformats.org/officeDocument/2006/relationships/customXml" Target="../ink/ink1618.xml"/><Relationship Id="rId242" Type="http://schemas.openxmlformats.org/officeDocument/2006/relationships/image" Target="../media/image1610.png"/><Relationship Id="rId263" Type="http://schemas.openxmlformats.org/officeDocument/2006/relationships/customXml" Target="../ink/ink1639.xml"/><Relationship Id="rId284" Type="http://schemas.openxmlformats.org/officeDocument/2006/relationships/image" Target="../media/image1631.png"/><Relationship Id="rId319" Type="http://schemas.openxmlformats.org/officeDocument/2006/relationships/customXml" Target="../ink/ink1667.xml"/><Relationship Id="rId37" Type="http://schemas.openxmlformats.org/officeDocument/2006/relationships/customXml" Target="../ink/ink1526.xml"/><Relationship Id="rId58" Type="http://schemas.openxmlformats.org/officeDocument/2006/relationships/image" Target="../media/image1519.png"/><Relationship Id="rId79" Type="http://schemas.openxmlformats.org/officeDocument/2006/relationships/customXml" Target="../ink/ink1547.xml"/><Relationship Id="rId102" Type="http://schemas.openxmlformats.org/officeDocument/2006/relationships/image" Target="../media/image1540.png"/><Relationship Id="rId123" Type="http://schemas.openxmlformats.org/officeDocument/2006/relationships/customXml" Target="../ink/ink1569.xml"/><Relationship Id="rId144" Type="http://schemas.openxmlformats.org/officeDocument/2006/relationships/image" Target="../media/image1561.png"/><Relationship Id="rId330" Type="http://schemas.openxmlformats.org/officeDocument/2006/relationships/image" Target="../media/image1654.png"/><Relationship Id="rId90" Type="http://schemas.openxmlformats.org/officeDocument/2006/relationships/image" Target="../media/image1534.png"/><Relationship Id="rId165" Type="http://schemas.openxmlformats.org/officeDocument/2006/relationships/customXml" Target="../ink/ink1590.xml"/><Relationship Id="rId186" Type="http://schemas.openxmlformats.org/officeDocument/2006/relationships/image" Target="../media/image1582.png"/><Relationship Id="rId351" Type="http://schemas.openxmlformats.org/officeDocument/2006/relationships/customXml" Target="../ink/ink1683.xml"/><Relationship Id="rId211" Type="http://schemas.openxmlformats.org/officeDocument/2006/relationships/customXml" Target="../ink/ink1613.xml"/><Relationship Id="rId232" Type="http://schemas.openxmlformats.org/officeDocument/2006/relationships/image" Target="../media/image1605.png"/><Relationship Id="rId253" Type="http://schemas.openxmlformats.org/officeDocument/2006/relationships/customXml" Target="../ink/ink1634.xml"/><Relationship Id="rId274" Type="http://schemas.openxmlformats.org/officeDocument/2006/relationships/image" Target="../media/image1626.png"/><Relationship Id="rId295" Type="http://schemas.openxmlformats.org/officeDocument/2006/relationships/customXml" Target="../ink/ink1655.xml"/><Relationship Id="rId309" Type="http://schemas.openxmlformats.org/officeDocument/2006/relationships/customXml" Target="../ink/ink1662.xml"/><Relationship Id="rId27" Type="http://schemas.openxmlformats.org/officeDocument/2006/relationships/customXml" Target="../ink/ink1521.xml"/><Relationship Id="rId48" Type="http://schemas.openxmlformats.org/officeDocument/2006/relationships/image" Target="../media/image1514.png"/><Relationship Id="rId69" Type="http://schemas.openxmlformats.org/officeDocument/2006/relationships/customXml" Target="../ink/ink1542.xml"/><Relationship Id="rId113" Type="http://schemas.openxmlformats.org/officeDocument/2006/relationships/customXml" Target="../ink/ink1564.xml"/><Relationship Id="rId134" Type="http://schemas.openxmlformats.org/officeDocument/2006/relationships/image" Target="../media/image1556.png"/><Relationship Id="rId320" Type="http://schemas.openxmlformats.org/officeDocument/2006/relationships/image" Target="../media/image1649.png"/><Relationship Id="rId80" Type="http://schemas.openxmlformats.org/officeDocument/2006/relationships/image" Target="../media/image1529.png"/><Relationship Id="rId155" Type="http://schemas.openxmlformats.org/officeDocument/2006/relationships/customXml" Target="../ink/ink1585.xml"/><Relationship Id="rId176" Type="http://schemas.openxmlformats.org/officeDocument/2006/relationships/image" Target="../media/image1577.png"/><Relationship Id="rId197" Type="http://schemas.openxmlformats.org/officeDocument/2006/relationships/customXml" Target="../ink/ink1606.xml"/><Relationship Id="rId341" Type="http://schemas.openxmlformats.org/officeDocument/2006/relationships/customXml" Target="../ink/ink1678.xml"/><Relationship Id="rId201" Type="http://schemas.openxmlformats.org/officeDocument/2006/relationships/customXml" Target="../ink/ink1608.xml"/><Relationship Id="rId222" Type="http://schemas.openxmlformats.org/officeDocument/2006/relationships/image" Target="../media/image1600.png"/><Relationship Id="rId243" Type="http://schemas.openxmlformats.org/officeDocument/2006/relationships/customXml" Target="../ink/ink1629.xml"/><Relationship Id="rId264" Type="http://schemas.openxmlformats.org/officeDocument/2006/relationships/image" Target="../media/image1621.png"/><Relationship Id="rId285" Type="http://schemas.openxmlformats.org/officeDocument/2006/relationships/customXml" Target="../ink/ink1650.xml"/><Relationship Id="rId17" Type="http://schemas.openxmlformats.org/officeDocument/2006/relationships/customXml" Target="../ink/ink1516.xml"/><Relationship Id="rId38" Type="http://schemas.openxmlformats.org/officeDocument/2006/relationships/image" Target="../media/image1509.png"/><Relationship Id="rId59" Type="http://schemas.openxmlformats.org/officeDocument/2006/relationships/customXml" Target="../ink/ink1537.xml"/><Relationship Id="rId103" Type="http://schemas.openxmlformats.org/officeDocument/2006/relationships/customXml" Target="../ink/ink1559.xml"/><Relationship Id="rId124" Type="http://schemas.openxmlformats.org/officeDocument/2006/relationships/image" Target="../media/image1551.png"/><Relationship Id="rId310" Type="http://schemas.openxmlformats.org/officeDocument/2006/relationships/image" Target="../media/image1644.png"/><Relationship Id="rId70" Type="http://schemas.openxmlformats.org/officeDocument/2006/relationships/image" Target="../media/image1524.png"/><Relationship Id="rId91" Type="http://schemas.openxmlformats.org/officeDocument/2006/relationships/customXml" Target="../ink/ink1553.xml"/><Relationship Id="rId145" Type="http://schemas.openxmlformats.org/officeDocument/2006/relationships/customXml" Target="../ink/ink1580.xml"/><Relationship Id="rId166" Type="http://schemas.openxmlformats.org/officeDocument/2006/relationships/image" Target="../media/image1572.png"/><Relationship Id="rId187" Type="http://schemas.openxmlformats.org/officeDocument/2006/relationships/customXml" Target="../ink/ink1601.xml"/><Relationship Id="rId331" Type="http://schemas.openxmlformats.org/officeDocument/2006/relationships/customXml" Target="../ink/ink1673.xml"/><Relationship Id="rId352" Type="http://schemas.openxmlformats.org/officeDocument/2006/relationships/image" Target="../media/image1665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595.png"/><Relationship Id="rId233" Type="http://schemas.openxmlformats.org/officeDocument/2006/relationships/customXml" Target="../ink/ink1624.xml"/><Relationship Id="rId254" Type="http://schemas.openxmlformats.org/officeDocument/2006/relationships/image" Target="../media/image1616.png"/><Relationship Id="rId28" Type="http://schemas.openxmlformats.org/officeDocument/2006/relationships/image" Target="../media/image1504.png"/><Relationship Id="rId49" Type="http://schemas.openxmlformats.org/officeDocument/2006/relationships/customXml" Target="../ink/ink1532.xml"/><Relationship Id="rId114" Type="http://schemas.openxmlformats.org/officeDocument/2006/relationships/image" Target="../media/image1546.png"/><Relationship Id="rId275" Type="http://schemas.openxmlformats.org/officeDocument/2006/relationships/customXml" Target="../ink/ink1645.xml"/><Relationship Id="rId296" Type="http://schemas.openxmlformats.org/officeDocument/2006/relationships/image" Target="../media/image1637.png"/><Relationship Id="rId300" Type="http://schemas.openxmlformats.org/officeDocument/2006/relationships/image" Target="../media/image1639.png"/><Relationship Id="rId60" Type="http://schemas.openxmlformats.org/officeDocument/2006/relationships/image" Target="../media/image902.png"/><Relationship Id="rId81" Type="http://schemas.openxmlformats.org/officeDocument/2006/relationships/customXml" Target="../ink/ink1548.xml"/><Relationship Id="rId135" Type="http://schemas.openxmlformats.org/officeDocument/2006/relationships/customXml" Target="../ink/ink1575.xml"/><Relationship Id="rId156" Type="http://schemas.openxmlformats.org/officeDocument/2006/relationships/image" Target="../media/image1567.png"/><Relationship Id="rId177" Type="http://schemas.openxmlformats.org/officeDocument/2006/relationships/customXml" Target="../ink/ink1596.xml"/><Relationship Id="rId198" Type="http://schemas.openxmlformats.org/officeDocument/2006/relationships/image" Target="../media/image1588.png"/><Relationship Id="rId321" Type="http://schemas.openxmlformats.org/officeDocument/2006/relationships/customXml" Target="../ink/ink1668.xml"/><Relationship Id="rId342" Type="http://schemas.openxmlformats.org/officeDocument/2006/relationships/image" Target="../media/image1660.png"/><Relationship Id="rId202" Type="http://schemas.openxmlformats.org/officeDocument/2006/relationships/image" Target="../media/image1590.png"/><Relationship Id="rId223" Type="http://schemas.openxmlformats.org/officeDocument/2006/relationships/customXml" Target="../ink/ink1619.xml"/><Relationship Id="rId244" Type="http://schemas.openxmlformats.org/officeDocument/2006/relationships/image" Target="../media/image1611.png"/><Relationship Id="rId18" Type="http://schemas.openxmlformats.org/officeDocument/2006/relationships/image" Target="../media/image1499.png"/><Relationship Id="rId39" Type="http://schemas.openxmlformats.org/officeDocument/2006/relationships/customXml" Target="../ink/ink1527.xml"/><Relationship Id="rId265" Type="http://schemas.openxmlformats.org/officeDocument/2006/relationships/customXml" Target="../ink/ink1640.xml"/><Relationship Id="rId286" Type="http://schemas.openxmlformats.org/officeDocument/2006/relationships/image" Target="../media/image1632.png"/><Relationship Id="rId50" Type="http://schemas.openxmlformats.org/officeDocument/2006/relationships/image" Target="../media/image1515.png"/><Relationship Id="rId104" Type="http://schemas.openxmlformats.org/officeDocument/2006/relationships/image" Target="../media/image1541.png"/><Relationship Id="rId125" Type="http://schemas.openxmlformats.org/officeDocument/2006/relationships/customXml" Target="../ink/ink1570.xml"/><Relationship Id="rId146" Type="http://schemas.openxmlformats.org/officeDocument/2006/relationships/image" Target="../media/image1562.png"/><Relationship Id="rId167" Type="http://schemas.openxmlformats.org/officeDocument/2006/relationships/customXml" Target="../ink/ink1591.xml"/><Relationship Id="rId188" Type="http://schemas.openxmlformats.org/officeDocument/2006/relationships/image" Target="../media/image1583.png"/><Relationship Id="rId311" Type="http://schemas.openxmlformats.org/officeDocument/2006/relationships/customXml" Target="../ink/ink1663.xml"/><Relationship Id="rId332" Type="http://schemas.openxmlformats.org/officeDocument/2006/relationships/image" Target="../media/image1655.png"/><Relationship Id="rId353" Type="http://schemas.openxmlformats.org/officeDocument/2006/relationships/customXml" Target="../ink/ink1684.xml"/><Relationship Id="rId71" Type="http://schemas.openxmlformats.org/officeDocument/2006/relationships/customXml" Target="../ink/ink1543.xml"/><Relationship Id="rId92" Type="http://schemas.openxmlformats.org/officeDocument/2006/relationships/image" Target="../media/image1535.png"/><Relationship Id="rId213" Type="http://schemas.openxmlformats.org/officeDocument/2006/relationships/customXml" Target="../ink/ink1614.xml"/><Relationship Id="rId234" Type="http://schemas.openxmlformats.org/officeDocument/2006/relationships/image" Target="../media/image1606.png"/><Relationship Id="rId2" Type="http://schemas.openxmlformats.org/officeDocument/2006/relationships/image" Target="../media/image1491.png"/><Relationship Id="rId29" Type="http://schemas.openxmlformats.org/officeDocument/2006/relationships/customXml" Target="../ink/ink1522.xml"/><Relationship Id="rId255" Type="http://schemas.openxmlformats.org/officeDocument/2006/relationships/customXml" Target="../ink/ink1635.xml"/><Relationship Id="rId276" Type="http://schemas.openxmlformats.org/officeDocument/2006/relationships/image" Target="../media/image1627.png"/><Relationship Id="rId297" Type="http://schemas.openxmlformats.org/officeDocument/2006/relationships/customXml" Target="../ink/ink1656.xml"/><Relationship Id="rId40" Type="http://schemas.openxmlformats.org/officeDocument/2006/relationships/image" Target="../media/image1510.png"/><Relationship Id="rId115" Type="http://schemas.openxmlformats.org/officeDocument/2006/relationships/customXml" Target="../ink/ink1565.xml"/><Relationship Id="rId136" Type="http://schemas.openxmlformats.org/officeDocument/2006/relationships/image" Target="../media/image1557.png"/><Relationship Id="rId157" Type="http://schemas.openxmlformats.org/officeDocument/2006/relationships/customXml" Target="../ink/ink1586.xml"/><Relationship Id="rId178" Type="http://schemas.openxmlformats.org/officeDocument/2006/relationships/image" Target="../media/image1578.png"/><Relationship Id="rId301" Type="http://schemas.openxmlformats.org/officeDocument/2006/relationships/customXml" Target="../ink/ink1658.xml"/><Relationship Id="rId322" Type="http://schemas.openxmlformats.org/officeDocument/2006/relationships/image" Target="../media/image1650.png"/><Relationship Id="rId343" Type="http://schemas.openxmlformats.org/officeDocument/2006/relationships/customXml" Target="../ink/ink1679.xml"/><Relationship Id="rId61" Type="http://schemas.openxmlformats.org/officeDocument/2006/relationships/customXml" Target="../ink/ink1538.xml"/><Relationship Id="rId82" Type="http://schemas.openxmlformats.org/officeDocument/2006/relationships/image" Target="../media/image1530.png"/><Relationship Id="rId199" Type="http://schemas.openxmlformats.org/officeDocument/2006/relationships/customXml" Target="../ink/ink1607.xml"/><Relationship Id="rId203" Type="http://schemas.openxmlformats.org/officeDocument/2006/relationships/customXml" Target="../ink/ink1609.xml"/><Relationship Id="rId19" Type="http://schemas.openxmlformats.org/officeDocument/2006/relationships/customXml" Target="../ink/ink1517.xml"/><Relationship Id="rId224" Type="http://schemas.openxmlformats.org/officeDocument/2006/relationships/image" Target="../media/image1601.png"/><Relationship Id="rId245" Type="http://schemas.openxmlformats.org/officeDocument/2006/relationships/customXml" Target="../ink/ink1630.xml"/><Relationship Id="rId266" Type="http://schemas.openxmlformats.org/officeDocument/2006/relationships/image" Target="../media/image1622.png"/><Relationship Id="rId287" Type="http://schemas.openxmlformats.org/officeDocument/2006/relationships/customXml" Target="../ink/ink1651.xml"/><Relationship Id="rId30" Type="http://schemas.openxmlformats.org/officeDocument/2006/relationships/image" Target="../media/image1505.png"/><Relationship Id="rId105" Type="http://schemas.openxmlformats.org/officeDocument/2006/relationships/customXml" Target="../ink/ink1560.xml"/><Relationship Id="rId126" Type="http://schemas.openxmlformats.org/officeDocument/2006/relationships/image" Target="../media/image1552.png"/><Relationship Id="rId147" Type="http://schemas.openxmlformats.org/officeDocument/2006/relationships/customXml" Target="../ink/ink1581.xml"/><Relationship Id="rId168" Type="http://schemas.openxmlformats.org/officeDocument/2006/relationships/image" Target="../media/image1573.png"/><Relationship Id="rId312" Type="http://schemas.openxmlformats.org/officeDocument/2006/relationships/image" Target="../media/image1645.png"/><Relationship Id="rId333" Type="http://schemas.openxmlformats.org/officeDocument/2006/relationships/customXml" Target="../ink/ink1674.xml"/><Relationship Id="rId354" Type="http://schemas.openxmlformats.org/officeDocument/2006/relationships/image" Target="../media/image1666.png"/><Relationship Id="rId51" Type="http://schemas.openxmlformats.org/officeDocument/2006/relationships/customXml" Target="../ink/ink1533.xml"/><Relationship Id="rId72" Type="http://schemas.openxmlformats.org/officeDocument/2006/relationships/image" Target="../media/image1525.png"/><Relationship Id="rId93" Type="http://schemas.openxmlformats.org/officeDocument/2006/relationships/customXml" Target="../ink/ink1554.xml"/><Relationship Id="rId189" Type="http://schemas.openxmlformats.org/officeDocument/2006/relationships/customXml" Target="../ink/ink1602.xml"/><Relationship Id="rId3" Type="http://schemas.openxmlformats.org/officeDocument/2006/relationships/customXml" Target="../ink/ink1509.xml"/><Relationship Id="rId214" Type="http://schemas.openxmlformats.org/officeDocument/2006/relationships/image" Target="../media/image1596.png"/><Relationship Id="rId235" Type="http://schemas.openxmlformats.org/officeDocument/2006/relationships/customXml" Target="../ink/ink1625.xml"/><Relationship Id="rId256" Type="http://schemas.openxmlformats.org/officeDocument/2006/relationships/image" Target="../media/image1617.png"/><Relationship Id="rId277" Type="http://schemas.openxmlformats.org/officeDocument/2006/relationships/customXml" Target="../ink/ink1646.xml"/><Relationship Id="rId298" Type="http://schemas.openxmlformats.org/officeDocument/2006/relationships/image" Target="../media/image1638.png"/><Relationship Id="rId116" Type="http://schemas.openxmlformats.org/officeDocument/2006/relationships/image" Target="../media/image1547.png"/><Relationship Id="rId137" Type="http://schemas.openxmlformats.org/officeDocument/2006/relationships/customXml" Target="../ink/ink1576.xml"/><Relationship Id="rId158" Type="http://schemas.openxmlformats.org/officeDocument/2006/relationships/image" Target="../media/image1568.png"/><Relationship Id="rId302" Type="http://schemas.openxmlformats.org/officeDocument/2006/relationships/image" Target="../media/image1640.png"/><Relationship Id="rId323" Type="http://schemas.openxmlformats.org/officeDocument/2006/relationships/customXml" Target="../ink/ink1669.xml"/><Relationship Id="rId344" Type="http://schemas.openxmlformats.org/officeDocument/2006/relationships/image" Target="../media/image1661.png"/><Relationship Id="rId20" Type="http://schemas.openxmlformats.org/officeDocument/2006/relationships/image" Target="../media/image1500.png"/><Relationship Id="rId41" Type="http://schemas.openxmlformats.org/officeDocument/2006/relationships/customXml" Target="../ink/ink1528.xml"/><Relationship Id="rId62" Type="http://schemas.openxmlformats.org/officeDocument/2006/relationships/image" Target="../media/image1520.png"/><Relationship Id="rId83" Type="http://schemas.openxmlformats.org/officeDocument/2006/relationships/customXml" Target="../ink/ink1549.xml"/><Relationship Id="rId179" Type="http://schemas.openxmlformats.org/officeDocument/2006/relationships/customXml" Target="../ink/ink1597.xml"/><Relationship Id="rId190" Type="http://schemas.openxmlformats.org/officeDocument/2006/relationships/image" Target="../media/image1584.png"/><Relationship Id="rId204" Type="http://schemas.openxmlformats.org/officeDocument/2006/relationships/image" Target="../media/image1591.png"/><Relationship Id="rId225" Type="http://schemas.openxmlformats.org/officeDocument/2006/relationships/customXml" Target="../ink/ink1620.xml"/><Relationship Id="rId246" Type="http://schemas.openxmlformats.org/officeDocument/2006/relationships/image" Target="../media/image1612.png"/><Relationship Id="rId267" Type="http://schemas.openxmlformats.org/officeDocument/2006/relationships/customXml" Target="../ink/ink1641.xml"/><Relationship Id="rId288" Type="http://schemas.openxmlformats.org/officeDocument/2006/relationships/image" Target="../media/image1633.png"/><Relationship Id="rId106" Type="http://schemas.openxmlformats.org/officeDocument/2006/relationships/image" Target="../media/image1542.png"/><Relationship Id="rId127" Type="http://schemas.openxmlformats.org/officeDocument/2006/relationships/customXml" Target="../ink/ink1571.xml"/><Relationship Id="rId313" Type="http://schemas.openxmlformats.org/officeDocument/2006/relationships/customXml" Target="../ink/ink1664.xml"/><Relationship Id="rId10" Type="http://schemas.openxmlformats.org/officeDocument/2006/relationships/image" Target="../media/image1495.png"/><Relationship Id="rId31" Type="http://schemas.openxmlformats.org/officeDocument/2006/relationships/customXml" Target="../ink/ink1523.xml"/><Relationship Id="rId52" Type="http://schemas.openxmlformats.org/officeDocument/2006/relationships/image" Target="../media/image1516.png"/><Relationship Id="rId73" Type="http://schemas.openxmlformats.org/officeDocument/2006/relationships/customXml" Target="../ink/ink1544.xml"/><Relationship Id="rId94" Type="http://schemas.openxmlformats.org/officeDocument/2006/relationships/image" Target="../media/image1536.png"/><Relationship Id="rId148" Type="http://schemas.openxmlformats.org/officeDocument/2006/relationships/image" Target="../media/image1563.png"/><Relationship Id="rId169" Type="http://schemas.openxmlformats.org/officeDocument/2006/relationships/customXml" Target="../ink/ink1592.xml"/><Relationship Id="rId334" Type="http://schemas.openxmlformats.org/officeDocument/2006/relationships/image" Target="../media/image1656.png"/><Relationship Id="rId355" Type="http://schemas.openxmlformats.org/officeDocument/2006/relationships/customXml" Target="../ink/ink1685.xml"/><Relationship Id="rId4" Type="http://schemas.openxmlformats.org/officeDocument/2006/relationships/image" Target="../media/image1492.png"/><Relationship Id="rId180" Type="http://schemas.openxmlformats.org/officeDocument/2006/relationships/image" Target="../media/image1579.png"/><Relationship Id="rId215" Type="http://schemas.openxmlformats.org/officeDocument/2006/relationships/customXml" Target="../ink/ink1615.xml"/><Relationship Id="rId236" Type="http://schemas.openxmlformats.org/officeDocument/2006/relationships/image" Target="../media/image1607.png"/><Relationship Id="rId257" Type="http://schemas.openxmlformats.org/officeDocument/2006/relationships/customXml" Target="../ink/ink1636.xml"/><Relationship Id="rId278" Type="http://schemas.openxmlformats.org/officeDocument/2006/relationships/image" Target="../media/image1628.png"/><Relationship Id="rId303" Type="http://schemas.openxmlformats.org/officeDocument/2006/relationships/customXml" Target="../ink/ink1659.xml"/><Relationship Id="rId42" Type="http://schemas.openxmlformats.org/officeDocument/2006/relationships/image" Target="../media/image1511.png"/><Relationship Id="rId84" Type="http://schemas.openxmlformats.org/officeDocument/2006/relationships/image" Target="../media/image1531.png"/><Relationship Id="rId138" Type="http://schemas.openxmlformats.org/officeDocument/2006/relationships/image" Target="../media/image1558.png"/><Relationship Id="rId345" Type="http://schemas.openxmlformats.org/officeDocument/2006/relationships/customXml" Target="../ink/ink1680.xml"/><Relationship Id="rId191" Type="http://schemas.openxmlformats.org/officeDocument/2006/relationships/customXml" Target="../ink/ink1603.xml"/><Relationship Id="rId205" Type="http://schemas.openxmlformats.org/officeDocument/2006/relationships/customXml" Target="../ink/ink1610.xml"/><Relationship Id="rId247" Type="http://schemas.openxmlformats.org/officeDocument/2006/relationships/customXml" Target="../ink/ink1631.xml"/><Relationship Id="rId107" Type="http://schemas.openxmlformats.org/officeDocument/2006/relationships/customXml" Target="../ink/ink1561.xml"/><Relationship Id="rId289" Type="http://schemas.openxmlformats.org/officeDocument/2006/relationships/customXml" Target="../ink/ink1652.xml"/><Relationship Id="rId11" Type="http://schemas.openxmlformats.org/officeDocument/2006/relationships/customXml" Target="../ink/ink1513.xml"/><Relationship Id="rId53" Type="http://schemas.openxmlformats.org/officeDocument/2006/relationships/customXml" Target="../ink/ink1534.xml"/><Relationship Id="rId149" Type="http://schemas.openxmlformats.org/officeDocument/2006/relationships/customXml" Target="../ink/ink1582.xml"/><Relationship Id="rId314" Type="http://schemas.openxmlformats.org/officeDocument/2006/relationships/image" Target="../media/image1646.png"/><Relationship Id="rId356" Type="http://schemas.openxmlformats.org/officeDocument/2006/relationships/image" Target="../media/image1667.png"/><Relationship Id="rId95" Type="http://schemas.openxmlformats.org/officeDocument/2006/relationships/customXml" Target="../ink/ink1555.xml"/><Relationship Id="rId160" Type="http://schemas.openxmlformats.org/officeDocument/2006/relationships/image" Target="../media/image1569.png"/><Relationship Id="rId216" Type="http://schemas.openxmlformats.org/officeDocument/2006/relationships/image" Target="../media/image1597.png"/><Relationship Id="rId258" Type="http://schemas.openxmlformats.org/officeDocument/2006/relationships/image" Target="../media/image1618.png"/><Relationship Id="rId22" Type="http://schemas.openxmlformats.org/officeDocument/2006/relationships/image" Target="../media/image1501.png"/><Relationship Id="rId64" Type="http://schemas.openxmlformats.org/officeDocument/2006/relationships/image" Target="../media/image1521.png"/><Relationship Id="rId118" Type="http://schemas.openxmlformats.org/officeDocument/2006/relationships/image" Target="../media/image1548.png"/><Relationship Id="rId325" Type="http://schemas.openxmlformats.org/officeDocument/2006/relationships/customXml" Target="../ink/ink1670.xml"/><Relationship Id="rId171" Type="http://schemas.openxmlformats.org/officeDocument/2006/relationships/customXml" Target="../ink/ink1593.xml"/><Relationship Id="rId227" Type="http://schemas.openxmlformats.org/officeDocument/2006/relationships/customXml" Target="../ink/ink1621.xml"/><Relationship Id="rId269" Type="http://schemas.openxmlformats.org/officeDocument/2006/relationships/customXml" Target="../ink/ink1642.xml"/><Relationship Id="rId33" Type="http://schemas.openxmlformats.org/officeDocument/2006/relationships/customXml" Target="../ink/ink1524.xml"/><Relationship Id="rId129" Type="http://schemas.openxmlformats.org/officeDocument/2006/relationships/customXml" Target="../ink/ink1572.xml"/><Relationship Id="rId280" Type="http://schemas.openxmlformats.org/officeDocument/2006/relationships/image" Target="../media/image1629.png"/><Relationship Id="rId336" Type="http://schemas.openxmlformats.org/officeDocument/2006/relationships/image" Target="../media/image1657.png"/><Relationship Id="rId75" Type="http://schemas.openxmlformats.org/officeDocument/2006/relationships/customXml" Target="../ink/ink1545.xml"/><Relationship Id="rId140" Type="http://schemas.openxmlformats.org/officeDocument/2006/relationships/image" Target="../media/image1559.png"/><Relationship Id="rId182" Type="http://schemas.openxmlformats.org/officeDocument/2006/relationships/image" Target="../media/image1580.png"/><Relationship Id="rId6" Type="http://schemas.openxmlformats.org/officeDocument/2006/relationships/image" Target="../media/image1493.png"/><Relationship Id="rId238" Type="http://schemas.openxmlformats.org/officeDocument/2006/relationships/image" Target="../media/image1608.png"/><Relationship Id="rId291" Type="http://schemas.openxmlformats.org/officeDocument/2006/relationships/customXml" Target="../ink/ink1653.xml"/><Relationship Id="rId305" Type="http://schemas.openxmlformats.org/officeDocument/2006/relationships/customXml" Target="../ink/ink1660.xml"/><Relationship Id="rId347" Type="http://schemas.openxmlformats.org/officeDocument/2006/relationships/customXml" Target="../ink/ink1681.xml"/><Relationship Id="rId44" Type="http://schemas.openxmlformats.org/officeDocument/2006/relationships/image" Target="../media/image1512.png"/><Relationship Id="rId86" Type="http://schemas.openxmlformats.org/officeDocument/2006/relationships/image" Target="../media/image1532.png"/><Relationship Id="rId151" Type="http://schemas.openxmlformats.org/officeDocument/2006/relationships/customXml" Target="../ink/ink1583.xml"/><Relationship Id="rId193" Type="http://schemas.openxmlformats.org/officeDocument/2006/relationships/customXml" Target="../ink/ink1604.xml"/><Relationship Id="rId207" Type="http://schemas.openxmlformats.org/officeDocument/2006/relationships/customXml" Target="../ink/ink1611.xml"/><Relationship Id="rId249" Type="http://schemas.openxmlformats.org/officeDocument/2006/relationships/customXml" Target="../ink/ink1632.xml"/><Relationship Id="rId13" Type="http://schemas.openxmlformats.org/officeDocument/2006/relationships/customXml" Target="../ink/ink1514.xml"/><Relationship Id="rId109" Type="http://schemas.openxmlformats.org/officeDocument/2006/relationships/customXml" Target="../ink/ink1562.xml"/><Relationship Id="rId260" Type="http://schemas.openxmlformats.org/officeDocument/2006/relationships/image" Target="../media/image1619.png"/><Relationship Id="rId316" Type="http://schemas.openxmlformats.org/officeDocument/2006/relationships/image" Target="../media/image1647.png"/><Relationship Id="rId55" Type="http://schemas.openxmlformats.org/officeDocument/2006/relationships/customXml" Target="../ink/ink1535.xml"/><Relationship Id="rId97" Type="http://schemas.openxmlformats.org/officeDocument/2006/relationships/customXml" Target="../ink/ink1556.xml"/><Relationship Id="rId120" Type="http://schemas.openxmlformats.org/officeDocument/2006/relationships/image" Target="../media/image1549.png"/><Relationship Id="rId162" Type="http://schemas.openxmlformats.org/officeDocument/2006/relationships/image" Target="../media/image1570.png"/><Relationship Id="rId218" Type="http://schemas.openxmlformats.org/officeDocument/2006/relationships/image" Target="../media/image1598.png"/><Relationship Id="rId271" Type="http://schemas.openxmlformats.org/officeDocument/2006/relationships/customXml" Target="../ink/ink1643.xml"/><Relationship Id="rId24" Type="http://schemas.openxmlformats.org/officeDocument/2006/relationships/image" Target="../media/image1502.png"/><Relationship Id="rId66" Type="http://schemas.openxmlformats.org/officeDocument/2006/relationships/image" Target="../media/image1522.png"/><Relationship Id="rId131" Type="http://schemas.openxmlformats.org/officeDocument/2006/relationships/customXml" Target="../ink/ink1573.xml"/><Relationship Id="rId327" Type="http://schemas.openxmlformats.org/officeDocument/2006/relationships/customXml" Target="../ink/ink1671.xml"/><Relationship Id="rId173" Type="http://schemas.openxmlformats.org/officeDocument/2006/relationships/customXml" Target="../ink/ink1594.xml"/><Relationship Id="rId229" Type="http://schemas.openxmlformats.org/officeDocument/2006/relationships/customXml" Target="../ink/ink1622.xml"/><Relationship Id="rId240" Type="http://schemas.openxmlformats.org/officeDocument/2006/relationships/image" Target="../media/image1609.png"/><Relationship Id="rId35" Type="http://schemas.openxmlformats.org/officeDocument/2006/relationships/customXml" Target="../ink/ink1525.xml"/><Relationship Id="rId77" Type="http://schemas.openxmlformats.org/officeDocument/2006/relationships/customXml" Target="../ink/ink1546.xml"/><Relationship Id="rId100" Type="http://schemas.openxmlformats.org/officeDocument/2006/relationships/image" Target="../media/image1539.png"/><Relationship Id="rId282" Type="http://schemas.openxmlformats.org/officeDocument/2006/relationships/image" Target="../media/image1630.png"/><Relationship Id="rId338" Type="http://schemas.openxmlformats.org/officeDocument/2006/relationships/image" Target="../media/image1658.png"/><Relationship Id="rId8" Type="http://schemas.openxmlformats.org/officeDocument/2006/relationships/image" Target="../media/image1494.png"/><Relationship Id="rId142" Type="http://schemas.openxmlformats.org/officeDocument/2006/relationships/image" Target="../media/image1560.png"/><Relationship Id="rId184" Type="http://schemas.openxmlformats.org/officeDocument/2006/relationships/image" Target="../media/image1581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23.png"/><Relationship Id="rId299" Type="http://schemas.openxmlformats.org/officeDocument/2006/relationships/customXml" Target="../ink/ink1836.xml"/><Relationship Id="rId21" Type="http://schemas.openxmlformats.org/officeDocument/2006/relationships/image" Target="../media/image1677.png"/><Relationship Id="rId63" Type="http://schemas.openxmlformats.org/officeDocument/2006/relationships/image" Target="../media/image1697.png"/><Relationship Id="rId159" Type="http://schemas.openxmlformats.org/officeDocument/2006/relationships/customXml" Target="../ink/ink1766.xml"/><Relationship Id="rId324" Type="http://schemas.openxmlformats.org/officeDocument/2006/relationships/image" Target="../media/image1826.png"/><Relationship Id="rId366" Type="http://schemas.openxmlformats.org/officeDocument/2006/relationships/image" Target="../media/image1847.png"/><Relationship Id="rId170" Type="http://schemas.openxmlformats.org/officeDocument/2006/relationships/image" Target="../media/image1749.png"/><Relationship Id="rId226" Type="http://schemas.openxmlformats.org/officeDocument/2006/relationships/image" Target="../media/image1777.png"/><Relationship Id="rId268" Type="http://schemas.openxmlformats.org/officeDocument/2006/relationships/image" Target="../media/image1798.png"/><Relationship Id="rId32" Type="http://schemas.openxmlformats.org/officeDocument/2006/relationships/customXml" Target="../ink/ink1701.xml"/><Relationship Id="rId74" Type="http://schemas.openxmlformats.org/officeDocument/2006/relationships/customXml" Target="../ink/ink1722.xml"/><Relationship Id="rId128" Type="http://schemas.openxmlformats.org/officeDocument/2006/relationships/customXml" Target="../ink/ink1750.xml"/><Relationship Id="rId335" Type="http://schemas.openxmlformats.org/officeDocument/2006/relationships/customXml" Target="../ink/ink1854.xml"/><Relationship Id="rId377" Type="http://schemas.openxmlformats.org/officeDocument/2006/relationships/customXml" Target="../ink/ink1875.xml"/><Relationship Id="rId5" Type="http://schemas.openxmlformats.org/officeDocument/2006/relationships/image" Target="../media/image1669.png"/><Relationship Id="rId181" Type="http://schemas.openxmlformats.org/officeDocument/2006/relationships/customXml" Target="../ink/ink1777.xml"/><Relationship Id="rId237" Type="http://schemas.openxmlformats.org/officeDocument/2006/relationships/customXml" Target="../ink/ink1805.xml"/><Relationship Id="rId402" Type="http://schemas.openxmlformats.org/officeDocument/2006/relationships/customXml" Target="../ink/ink1888.xml"/><Relationship Id="rId279" Type="http://schemas.openxmlformats.org/officeDocument/2006/relationships/customXml" Target="../ink/ink1826.xml"/><Relationship Id="rId43" Type="http://schemas.openxmlformats.org/officeDocument/2006/relationships/image" Target="../media/image1687.png"/><Relationship Id="rId139" Type="http://schemas.openxmlformats.org/officeDocument/2006/relationships/image" Target="../media/image1734.png"/><Relationship Id="rId290" Type="http://schemas.openxmlformats.org/officeDocument/2006/relationships/image" Target="../media/image1809.png"/><Relationship Id="rId304" Type="http://schemas.openxmlformats.org/officeDocument/2006/relationships/image" Target="../media/image1816.png"/><Relationship Id="rId346" Type="http://schemas.openxmlformats.org/officeDocument/2006/relationships/image" Target="../media/image1837.png"/><Relationship Id="rId388" Type="http://schemas.openxmlformats.org/officeDocument/2006/relationships/image" Target="../media/image1858.png"/><Relationship Id="rId85" Type="http://schemas.openxmlformats.org/officeDocument/2006/relationships/image" Target="../media/image1708.png"/><Relationship Id="rId150" Type="http://schemas.openxmlformats.org/officeDocument/2006/relationships/customXml" Target="../ink/ink1761.xml"/><Relationship Id="rId192" Type="http://schemas.openxmlformats.org/officeDocument/2006/relationships/image" Target="../media/image1760.png"/><Relationship Id="rId206" Type="http://schemas.openxmlformats.org/officeDocument/2006/relationships/image" Target="../media/image1767.png"/><Relationship Id="rId248" Type="http://schemas.openxmlformats.org/officeDocument/2006/relationships/image" Target="../media/image1788.png"/><Relationship Id="rId12" Type="http://schemas.openxmlformats.org/officeDocument/2006/relationships/customXml" Target="../ink/ink1691.xml"/><Relationship Id="rId108" Type="http://schemas.openxmlformats.org/officeDocument/2006/relationships/customXml" Target="../ink/ink1739.xml"/><Relationship Id="rId315" Type="http://schemas.openxmlformats.org/officeDocument/2006/relationships/customXml" Target="../ink/ink1844.xml"/><Relationship Id="rId357" Type="http://schemas.openxmlformats.org/officeDocument/2006/relationships/customXml" Target="../ink/ink1865.xml"/><Relationship Id="rId54" Type="http://schemas.openxmlformats.org/officeDocument/2006/relationships/customXml" Target="../ink/ink1712.xml"/><Relationship Id="rId96" Type="http://schemas.openxmlformats.org/officeDocument/2006/relationships/customXml" Target="../ink/ink1733.xml"/><Relationship Id="rId161" Type="http://schemas.openxmlformats.org/officeDocument/2006/relationships/customXml" Target="../ink/ink1767.xml"/><Relationship Id="rId217" Type="http://schemas.openxmlformats.org/officeDocument/2006/relationships/customXml" Target="../ink/ink1795.xml"/><Relationship Id="rId399" Type="http://schemas.openxmlformats.org/officeDocument/2006/relationships/image" Target="../media/image1863.png"/><Relationship Id="rId259" Type="http://schemas.openxmlformats.org/officeDocument/2006/relationships/customXml" Target="../ink/ink1816.xml"/><Relationship Id="rId23" Type="http://schemas.openxmlformats.org/officeDocument/2006/relationships/image" Target="../media/image1678.png"/><Relationship Id="rId119" Type="http://schemas.openxmlformats.org/officeDocument/2006/relationships/image" Target="../media/image1724.png"/><Relationship Id="rId270" Type="http://schemas.openxmlformats.org/officeDocument/2006/relationships/image" Target="../media/image1799.png"/><Relationship Id="rId326" Type="http://schemas.openxmlformats.org/officeDocument/2006/relationships/image" Target="../media/image1827.png"/><Relationship Id="rId65" Type="http://schemas.openxmlformats.org/officeDocument/2006/relationships/image" Target="../media/image1698.png"/><Relationship Id="rId130" Type="http://schemas.openxmlformats.org/officeDocument/2006/relationships/customXml" Target="../ink/ink1751.xml"/><Relationship Id="rId368" Type="http://schemas.openxmlformats.org/officeDocument/2006/relationships/image" Target="../media/image1848.png"/><Relationship Id="rId172" Type="http://schemas.openxmlformats.org/officeDocument/2006/relationships/image" Target="../media/image1750.png"/><Relationship Id="rId228" Type="http://schemas.openxmlformats.org/officeDocument/2006/relationships/image" Target="../media/image1778.png"/><Relationship Id="rId281" Type="http://schemas.openxmlformats.org/officeDocument/2006/relationships/customXml" Target="../ink/ink1827.xml"/><Relationship Id="rId337" Type="http://schemas.openxmlformats.org/officeDocument/2006/relationships/customXml" Target="../ink/ink1855.xml"/><Relationship Id="rId34" Type="http://schemas.openxmlformats.org/officeDocument/2006/relationships/customXml" Target="../ink/ink1702.xml"/><Relationship Id="rId76" Type="http://schemas.openxmlformats.org/officeDocument/2006/relationships/customXml" Target="../ink/ink1723.xml"/><Relationship Id="rId141" Type="http://schemas.openxmlformats.org/officeDocument/2006/relationships/image" Target="../media/image1735.png"/><Relationship Id="rId379" Type="http://schemas.openxmlformats.org/officeDocument/2006/relationships/customXml" Target="../ink/ink1876.xml"/><Relationship Id="rId7" Type="http://schemas.openxmlformats.org/officeDocument/2006/relationships/image" Target="../media/image1670.png"/><Relationship Id="rId183" Type="http://schemas.openxmlformats.org/officeDocument/2006/relationships/customXml" Target="../ink/ink1778.xml"/><Relationship Id="rId239" Type="http://schemas.openxmlformats.org/officeDocument/2006/relationships/customXml" Target="../ink/ink1806.xml"/><Relationship Id="rId390" Type="http://schemas.openxmlformats.org/officeDocument/2006/relationships/customXml" Target="../ink/ink1882.xml"/><Relationship Id="rId404" Type="http://schemas.openxmlformats.org/officeDocument/2006/relationships/customXml" Target="../ink/ink1889.xml"/><Relationship Id="rId250" Type="http://schemas.openxmlformats.org/officeDocument/2006/relationships/image" Target="../media/image1789.png"/><Relationship Id="rId292" Type="http://schemas.openxmlformats.org/officeDocument/2006/relationships/image" Target="../media/image1810.png"/><Relationship Id="rId306" Type="http://schemas.openxmlformats.org/officeDocument/2006/relationships/image" Target="../media/image1817.png"/><Relationship Id="rId45" Type="http://schemas.openxmlformats.org/officeDocument/2006/relationships/image" Target="../media/image1688.png"/><Relationship Id="rId87" Type="http://schemas.openxmlformats.org/officeDocument/2006/relationships/image" Target="../media/image1709.png"/><Relationship Id="rId110" Type="http://schemas.openxmlformats.org/officeDocument/2006/relationships/customXml" Target="../ink/ink1740.xml"/><Relationship Id="rId348" Type="http://schemas.openxmlformats.org/officeDocument/2006/relationships/image" Target="../media/image1838.png"/><Relationship Id="rId152" Type="http://schemas.openxmlformats.org/officeDocument/2006/relationships/image" Target="../media/image1740.png"/><Relationship Id="rId194" Type="http://schemas.openxmlformats.org/officeDocument/2006/relationships/image" Target="../media/image1761.png"/><Relationship Id="rId208" Type="http://schemas.openxmlformats.org/officeDocument/2006/relationships/image" Target="../media/image1768.png"/><Relationship Id="rId261" Type="http://schemas.openxmlformats.org/officeDocument/2006/relationships/customXml" Target="../ink/ink1817.xml"/><Relationship Id="rId14" Type="http://schemas.openxmlformats.org/officeDocument/2006/relationships/customXml" Target="../ink/ink1692.xml"/><Relationship Id="rId56" Type="http://schemas.openxmlformats.org/officeDocument/2006/relationships/customXml" Target="../ink/ink1713.xml"/><Relationship Id="rId317" Type="http://schemas.openxmlformats.org/officeDocument/2006/relationships/customXml" Target="../ink/ink1845.xml"/><Relationship Id="rId359" Type="http://schemas.openxmlformats.org/officeDocument/2006/relationships/customXml" Target="../ink/ink1866.xml"/><Relationship Id="rId98" Type="http://schemas.openxmlformats.org/officeDocument/2006/relationships/customXml" Target="../ink/ink1734.xml"/><Relationship Id="rId121" Type="http://schemas.openxmlformats.org/officeDocument/2006/relationships/image" Target="../media/image1725.png"/><Relationship Id="rId163" Type="http://schemas.openxmlformats.org/officeDocument/2006/relationships/customXml" Target="../ink/ink1768.xml"/><Relationship Id="rId219" Type="http://schemas.openxmlformats.org/officeDocument/2006/relationships/customXml" Target="../ink/ink1796.xml"/><Relationship Id="rId370" Type="http://schemas.openxmlformats.org/officeDocument/2006/relationships/image" Target="../media/image1849.png"/><Relationship Id="rId230" Type="http://schemas.openxmlformats.org/officeDocument/2006/relationships/image" Target="../media/image1779.png"/><Relationship Id="rId25" Type="http://schemas.openxmlformats.org/officeDocument/2006/relationships/image" Target="../media/image1679.png"/><Relationship Id="rId67" Type="http://schemas.openxmlformats.org/officeDocument/2006/relationships/image" Target="../media/image1699.png"/><Relationship Id="rId272" Type="http://schemas.openxmlformats.org/officeDocument/2006/relationships/image" Target="../media/image1800.png"/><Relationship Id="rId328" Type="http://schemas.openxmlformats.org/officeDocument/2006/relationships/image" Target="../media/image1828.png"/><Relationship Id="rId132" Type="http://schemas.openxmlformats.org/officeDocument/2006/relationships/customXml" Target="../ink/ink1752.xml"/><Relationship Id="rId174" Type="http://schemas.openxmlformats.org/officeDocument/2006/relationships/image" Target="../media/image1751.png"/><Relationship Id="rId381" Type="http://schemas.openxmlformats.org/officeDocument/2006/relationships/customXml" Target="../ink/ink1877.xml"/><Relationship Id="rId241" Type="http://schemas.openxmlformats.org/officeDocument/2006/relationships/customXml" Target="../ink/ink1807.xml"/><Relationship Id="rId36" Type="http://schemas.openxmlformats.org/officeDocument/2006/relationships/customXml" Target="../ink/ink1703.xml"/><Relationship Id="rId283" Type="http://schemas.openxmlformats.org/officeDocument/2006/relationships/customXml" Target="../ink/ink1828.xml"/><Relationship Id="rId339" Type="http://schemas.openxmlformats.org/officeDocument/2006/relationships/customXml" Target="../ink/ink1856.xml"/><Relationship Id="rId78" Type="http://schemas.openxmlformats.org/officeDocument/2006/relationships/customXml" Target="../ink/ink1724.xml"/><Relationship Id="rId101" Type="http://schemas.openxmlformats.org/officeDocument/2006/relationships/image" Target="../media/image1716.png"/><Relationship Id="rId143" Type="http://schemas.openxmlformats.org/officeDocument/2006/relationships/image" Target="../media/image1736.png"/><Relationship Id="rId185" Type="http://schemas.openxmlformats.org/officeDocument/2006/relationships/customXml" Target="../ink/ink1779.xml"/><Relationship Id="rId350" Type="http://schemas.openxmlformats.org/officeDocument/2006/relationships/image" Target="../media/image1839.png"/><Relationship Id="rId406" Type="http://schemas.openxmlformats.org/officeDocument/2006/relationships/customXml" Target="../ink/ink1890.xml"/><Relationship Id="rId9" Type="http://schemas.openxmlformats.org/officeDocument/2006/relationships/image" Target="../media/image1671.png"/><Relationship Id="rId210" Type="http://schemas.openxmlformats.org/officeDocument/2006/relationships/image" Target="../media/image1769.png"/><Relationship Id="rId392" Type="http://schemas.openxmlformats.org/officeDocument/2006/relationships/customXml" Target="../ink/ink1883.xml"/><Relationship Id="rId252" Type="http://schemas.openxmlformats.org/officeDocument/2006/relationships/image" Target="../media/image1790.png"/><Relationship Id="rId294" Type="http://schemas.openxmlformats.org/officeDocument/2006/relationships/image" Target="../media/image1811.png"/><Relationship Id="rId308" Type="http://schemas.openxmlformats.org/officeDocument/2006/relationships/image" Target="../media/image1818.png"/><Relationship Id="rId47" Type="http://schemas.openxmlformats.org/officeDocument/2006/relationships/image" Target="../media/image1689.png"/><Relationship Id="rId89" Type="http://schemas.openxmlformats.org/officeDocument/2006/relationships/image" Target="../media/image1710.png"/><Relationship Id="rId112" Type="http://schemas.openxmlformats.org/officeDocument/2006/relationships/customXml" Target="../ink/ink1741.xml"/><Relationship Id="rId154" Type="http://schemas.openxmlformats.org/officeDocument/2006/relationships/image" Target="../media/image1741.png"/><Relationship Id="rId361" Type="http://schemas.openxmlformats.org/officeDocument/2006/relationships/customXml" Target="../ink/ink1867.xml"/><Relationship Id="rId196" Type="http://schemas.openxmlformats.org/officeDocument/2006/relationships/image" Target="../media/image1762.png"/><Relationship Id="rId16" Type="http://schemas.openxmlformats.org/officeDocument/2006/relationships/customXml" Target="../ink/ink1693.xml"/><Relationship Id="rId221" Type="http://schemas.openxmlformats.org/officeDocument/2006/relationships/customXml" Target="../ink/ink1797.xml"/><Relationship Id="rId263" Type="http://schemas.openxmlformats.org/officeDocument/2006/relationships/customXml" Target="../ink/ink1818.xml"/><Relationship Id="rId319" Type="http://schemas.openxmlformats.org/officeDocument/2006/relationships/customXml" Target="../ink/ink1846.xml"/><Relationship Id="rId58" Type="http://schemas.openxmlformats.org/officeDocument/2006/relationships/customXml" Target="../ink/ink1714.xml"/><Relationship Id="rId123" Type="http://schemas.openxmlformats.org/officeDocument/2006/relationships/image" Target="../media/image1726.png"/><Relationship Id="rId330" Type="http://schemas.openxmlformats.org/officeDocument/2006/relationships/image" Target="../media/image1829.png"/><Relationship Id="rId165" Type="http://schemas.openxmlformats.org/officeDocument/2006/relationships/customXml" Target="../ink/ink1769.xml"/><Relationship Id="rId372" Type="http://schemas.openxmlformats.org/officeDocument/2006/relationships/image" Target="../media/image1850.png"/><Relationship Id="rId211" Type="http://schemas.openxmlformats.org/officeDocument/2006/relationships/customXml" Target="../ink/ink1792.xml"/><Relationship Id="rId232" Type="http://schemas.openxmlformats.org/officeDocument/2006/relationships/image" Target="../media/image1780.png"/><Relationship Id="rId253" Type="http://schemas.openxmlformats.org/officeDocument/2006/relationships/customXml" Target="../ink/ink1813.xml"/><Relationship Id="rId274" Type="http://schemas.openxmlformats.org/officeDocument/2006/relationships/image" Target="../media/image1801.png"/><Relationship Id="rId295" Type="http://schemas.openxmlformats.org/officeDocument/2006/relationships/customXml" Target="../ink/ink1834.xml"/><Relationship Id="rId309" Type="http://schemas.openxmlformats.org/officeDocument/2006/relationships/customXml" Target="../ink/ink1841.xml"/><Relationship Id="rId27" Type="http://schemas.openxmlformats.org/officeDocument/2006/relationships/image" Target="../media/image1680.png"/><Relationship Id="rId48" Type="http://schemas.openxmlformats.org/officeDocument/2006/relationships/customXml" Target="../ink/ink1709.xml"/><Relationship Id="rId69" Type="http://schemas.openxmlformats.org/officeDocument/2006/relationships/image" Target="../media/image1700.png"/><Relationship Id="rId113" Type="http://schemas.openxmlformats.org/officeDocument/2006/relationships/image" Target="../media/image1722.png"/><Relationship Id="rId134" Type="http://schemas.openxmlformats.org/officeDocument/2006/relationships/customXml" Target="../ink/ink1753.xml"/><Relationship Id="rId320" Type="http://schemas.openxmlformats.org/officeDocument/2006/relationships/image" Target="../media/image1824.png"/><Relationship Id="rId80" Type="http://schemas.openxmlformats.org/officeDocument/2006/relationships/customXml" Target="../ink/ink1725.xml"/><Relationship Id="rId155" Type="http://schemas.openxmlformats.org/officeDocument/2006/relationships/customXml" Target="../ink/ink1764.xml"/><Relationship Id="rId176" Type="http://schemas.openxmlformats.org/officeDocument/2006/relationships/image" Target="../media/image1752.png"/><Relationship Id="rId197" Type="http://schemas.openxmlformats.org/officeDocument/2006/relationships/customXml" Target="../ink/ink1785.xml"/><Relationship Id="rId341" Type="http://schemas.openxmlformats.org/officeDocument/2006/relationships/customXml" Target="../ink/ink1857.xml"/><Relationship Id="rId362" Type="http://schemas.openxmlformats.org/officeDocument/2006/relationships/image" Target="../media/image1845.png"/><Relationship Id="rId383" Type="http://schemas.openxmlformats.org/officeDocument/2006/relationships/customXml" Target="../ink/ink1878.xml"/><Relationship Id="rId201" Type="http://schemas.openxmlformats.org/officeDocument/2006/relationships/customXml" Target="../ink/ink1787.xml"/><Relationship Id="rId222" Type="http://schemas.openxmlformats.org/officeDocument/2006/relationships/image" Target="../media/image1775.png"/><Relationship Id="rId243" Type="http://schemas.openxmlformats.org/officeDocument/2006/relationships/customXml" Target="../ink/ink1808.xml"/><Relationship Id="rId264" Type="http://schemas.openxmlformats.org/officeDocument/2006/relationships/image" Target="../media/image1796.png"/><Relationship Id="rId285" Type="http://schemas.openxmlformats.org/officeDocument/2006/relationships/customXml" Target="../ink/ink1829.xml"/><Relationship Id="rId17" Type="http://schemas.openxmlformats.org/officeDocument/2006/relationships/image" Target="../media/image1675.png"/><Relationship Id="rId38" Type="http://schemas.openxmlformats.org/officeDocument/2006/relationships/customXml" Target="../ink/ink1704.xml"/><Relationship Id="rId59" Type="http://schemas.openxmlformats.org/officeDocument/2006/relationships/image" Target="../media/image1695.png"/><Relationship Id="rId103" Type="http://schemas.openxmlformats.org/officeDocument/2006/relationships/image" Target="../media/image1717.png"/><Relationship Id="rId124" Type="http://schemas.openxmlformats.org/officeDocument/2006/relationships/customXml" Target="../ink/ink1748.xml"/><Relationship Id="rId310" Type="http://schemas.openxmlformats.org/officeDocument/2006/relationships/image" Target="../media/image1819.png"/><Relationship Id="rId70" Type="http://schemas.openxmlformats.org/officeDocument/2006/relationships/customXml" Target="../ink/ink1720.xml"/><Relationship Id="rId91" Type="http://schemas.openxmlformats.org/officeDocument/2006/relationships/image" Target="../media/image1711.png"/><Relationship Id="rId145" Type="http://schemas.openxmlformats.org/officeDocument/2006/relationships/image" Target="../media/image1737.png"/><Relationship Id="rId166" Type="http://schemas.openxmlformats.org/officeDocument/2006/relationships/image" Target="../media/image1747.png"/><Relationship Id="rId187" Type="http://schemas.openxmlformats.org/officeDocument/2006/relationships/customXml" Target="../ink/ink1780.xml"/><Relationship Id="rId331" Type="http://schemas.openxmlformats.org/officeDocument/2006/relationships/customXml" Target="../ink/ink1852.xml"/><Relationship Id="rId352" Type="http://schemas.openxmlformats.org/officeDocument/2006/relationships/image" Target="../media/image1840.png"/><Relationship Id="rId373" Type="http://schemas.openxmlformats.org/officeDocument/2006/relationships/customXml" Target="../ink/ink1873.xml"/><Relationship Id="rId394" Type="http://schemas.openxmlformats.org/officeDocument/2006/relationships/customXml" Target="../ink/ink1884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770.png"/><Relationship Id="rId233" Type="http://schemas.openxmlformats.org/officeDocument/2006/relationships/customXml" Target="../ink/ink1803.xml"/><Relationship Id="rId254" Type="http://schemas.openxmlformats.org/officeDocument/2006/relationships/image" Target="../media/image1791.png"/><Relationship Id="rId28" Type="http://schemas.openxmlformats.org/officeDocument/2006/relationships/customXml" Target="../ink/ink1699.xml"/><Relationship Id="rId49" Type="http://schemas.openxmlformats.org/officeDocument/2006/relationships/image" Target="../media/image1690.png"/><Relationship Id="rId114" Type="http://schemas.openxmlformats.org/officeDocument/2006/relationships/customXml" Target="../ink/ink1742.xml"/><Relationship Id="rId275" Type="http://schemas.openxmlformats.org/officeDocument/2006/relationships/customXml" Target="../ink/ink1824.xml"/><Relationship Id="rId296" Type="http://schemas.openxmlformats.org/officeDocument/2006/relationships/image" Target="../media/image1812.png"/><Relationship Id="rId300" Type="http://schemas.openxmlformats.org/officeDocument/2006/relationships/image" Target="../media/image1814.png"/><Relationship Id="rId60" Type="http://schemas.openxmlformats.org/officeDocument/2006/relationships/customXml" Target="../ink/ink1715.xml"/><Relationship Id="rId81" Type="http://schemas.openxmlformats.org/officeDocument/2006/relationships/image" Target="../media/image1706.png"/><Relationship Id="rId135" Type="http://schemas.openxmlformats.org/officeDocument/2006/relationships/image" Target="../media/image1732.png"/><Relationship Id="rId156" Type="http://schemas.openxmlformats.org/officeDocument/2006/relationships/image" Target="../media/image1742.png"/><Relationship Id="rId177" Type="http://schemas.openxmlformats.org/officeDocument/2006/relationships/customXml" Target="../ink/ink1775.xml"/><Relationship Id="rId198" Type="http://schemas.openxmlformats.org/officeDocument/2006/relationships/image" Target="../media/image1763.png"/><Relationship Id="rId321" Type="http://schemas.openxmlformats.org/officeDocument/2006/relationships/customXml" Target="../ink/ink1847.xml"/><Relationship Id="rId342" Type="http://schemas.openxmlformats.org/officeDocument/2006/relationships/image" Target="../media/image1835.png"/><Relationship Id="rId363" Type="http://schemas.openxmlformats.org/officeDocument/2006/relationships/customXml" Target="../ink/ink1868.xml"/><Relationship Id="rId384" Type="http://schemas.openxmlformats.org/officeDocument/2006/relationships/image" Target="../media/image1856.png"/><Relationship Id="rId202" Type="http://schemas.openxmlformats.org/officeDocument/2006/relationships/image" Target="../media/image1765.png"/><Relationship Id="rId223" Type="http://schemas.openxmlformats.org/officeDocument/2006/relationships/customXml" Target="../ink/ink1798.xml"/><Relationship Id="rId244" Type="http://schemas.openxmlformats.org/officeDocument/2006/relationships/image" Target="../media/image1786.png"/><Relationship Id="rId18" Type="http://schemas.openxmlformats.org/officeDocument/2006/relationships/customXml" Target="../ink/ink1694.xml"/><Relationship Id="rId39" Type="http://schemas.openxmlformats.org/officeDocument/2006/relationships/image" Target="../media/image1685.png"/><Relationship Id="rId265" Type="http://schemas.openxmlformats.org/officeDocument/2006/relationships/customXml" Target="../ink/ink1819.xml"/><Relationship Id="rId286" Type="http://schemas.openxmlformats.org/officeDocument/2006/relationships/image" Target="../media/image1807.png"/><Relationship Id="rId50" Type="http://schemas.openxmlformats.org/officeDocument/2006/relationships/customXml" Target="../ink/ink1710.xml"/><Relationship Id="rId104" Type="http://schemas.openxmlformats.org/officeDocument/2006/relationships/customXml" Target="../ink/ink1737.xml"/><Relationship Id="rId125" Type="http://schemas.openxmlformats.org/officeDocument/2006/relationships/image" Target="../media/image1727.png"/><Relationship Id="rId146" Type="http://schemas.openxmlformats.org/officeDocument/2006/relationships/customXml" Target="../ink/ink1759.xml"/><Relationship Id="rId167" Type="http://schemas.openxmlformats.org/officeDocument/2006/relationships/customXml" Target="../ink/ink1770.xml"/><Relationship Id="rId188" Type="http://schemas.openxmlformats.org/officeDocument/2006/relationships/image" Target="../media/image1758.png"/><Relationship Id="rId311" Type="http://schemas.openxmlformats.org/officeDocument/2006/relationships/customXml" Target="../ink/ink1842.xml"/><Relationship Id="rId332" Type="http://schemas.openxmlformats.org/officeDocument/2006/relationships/image" Target="../media/image1830.png"/><Relationship Id="rId353" Type="http://schemas.openxmlformats.org/officeDocument/2006/relationships/customXml" Target="../ink/ink1863.xml"/><Relationship Id="rId374" Type="http://schemas.openxmlformats.org/officeDocument/2006/relationships/image" Target="../media/image1851.png"/><Relationship Id="rId395" Type="http://schemas.openxmlformats.org/officeDocument/2006/relationships/image" Target="../media/image1861.png"/><Relationship Id="rId71" Type="http://schemas.openxmlformats.org/officeDocument/2006/relationships/image" Target="../media/image1701.png"/><Relationship Id="rId92" Type="http://schemas.openxmlformats.org/officeDocument/2006/relationships/customXml" Target="../ink/ink1731.xml"/><Relationship Id="rId213" Type="http://schemas.openxmlformats.org/officeDocument/2006/relationships/customXml" Target="../ink/ink1793.xml"/><Relationship Id="rId234" Type="http://schemas.openxmlformats.org/officeDocument/2006/relationships/image" Target="../media/image1781.png"/><Relationship Id="rId2" Type="http://schemas.openxmlformats.org/officeDocument/2006/relationships/customXml" Target="../ink/ink1686.xml"/><Relationship Id="rId29" Type="http://schemas.openxmlformats.org/officeDocument/2006/relationships/image" Target="../media/image1681.png"/><Relationship Id="rId255" Type="http://schemas.openxmlformats.org/officeDocument/2006/relationships/customXml" Target="../ink/ink1814.xml"/><Relationship Id="rId276" Type="http://schemas.openxmlformats.org/officeDocument/2006/relationships/image" Target="../media/image1802.png"/><Relationship Id="rId297" Type="http://schemas.openxmlformats.org/officeDocument/2006/relationships/customXml" Target="../ink/ink1835.xml"/><Relationship Id="rId40" Type="http://schemas.openxmlformats.org/officeDocument/2006/relationships/customXml" Target="../ink/ink1705.xml"/><Relationship Id="rId115" Type="http://schemas.openxmlformats.org/officeDocument/2006/relationships/customXml" Target="../ink/ink1743.xml"/><Relationship Id="rId136" Type="http://schemas.openxmlformats.org/officeDocument/2006/relationships/customXml" Target="../ink/ink1754.xml"/><Relationship Id="rId157" Type="http://schemas.openxmlformats.org/officeDocument/2006/relationships/customXml" Target="../ink/ink1765.xml"/><Relationship Id="rId178" Type="http://schemas.openxmlformats.org/officeDocument/2006/relationships/image" Target="../media/image1753.png"/><Relationship Id="rId301" Type="http://schemas.openxmlformats.org/officeDocument/2006/relationships/customXml" Target="../ink/ink1837.xml"/><Relationship Id="rId322" Type="http://schemas.openxmlformats.org/officeDocument/2006/relationships/image" Target="../media/image1825.png"/><Relationship Id="rId343" Type="http://schemas.openxmlformats.org/officeDocument/2006/relationships/customXml" Target="../ink/ink1858.xml"/><Relationship Id="rId364" Type="http://schemas.openxmlformats.org/officeDocument/2006/relationships/image" Target="../media/image1846.png"/><Relationship Id="rId61" Type="http://schemas.openxmlformats.org/officeDocument/2006/relationships/image" Target="../media/image1696.png"/><Relationship Id="rId82" Type="http://schemas.openxmlformats.org/officeDocument/2006/relationships/customXml" Target="../ink/ink1726.xml"/><Relationship Id="rId199" Type="http://schemas.openxmlformats.org/officeDocument/2006/relationships/customXml" Target="../ink/ink1786.xml"/><Relationship Id="rId203" Type="http://schemas.openxmlformats.org/officeDocument/2006/relationships/customXml" Target="../ink/ink1788.xml"/><Relationship Id="rId385" Type="http://schemas.openxmlformats.org/officeDocument/2006/relationships/customXml" Target="../ink/ink1879.xml"/><Relationship Id="rId19" Type="http://schemas.openxmlformats.org/officeDocument/2006/relationships/image" Target="../media/image1676.png"/><Relationship Id="rId224" Type="http://schemas.openxmlformats.org/officeDocument/2006/relationships/image" Target="../media/image1776.png"/><Relationship Id="rId245" Type="http://schemas.openxmlformats.org/officeDocument/2006/relationships/customXml" Target="../ink/ink1809.xml"/><Relationship Id="rId266" Type="http://schemas.openxmlformats.org/officeDocument/2006/relationships/image" Target="../media/image1797.png"/><Relationship Id="rId287" Type="http://schemas.openxmlformats.org/officeDocument/2006/relationships/customXml" Target="../ink/ink1830.xml"/><Relationship Id="rId30" Type="http://schemas.openxmlformats.org/officeDocument/2006/relationships/customXml" Target="../ink/ink1700.xml"/><Relationship Id="rId105" Type="http://schemas.openxmlformats.org/officeDocument/2006/relationships/image" Target="../media/image1718.png"/><Relationship Id="rId126" Type="http://schemas.openxmlformats.org/officeDocument/2006/relationships/customXml" Target="../ink/ink1749.xml"/><Relationship Id="rId147" Type="http://schemas.openxmlformats.org/officeDocument/2006/relationships/image" Target="../media/image1738.png"/><Relationship Id="rId168" Type="http://schemas.openxmlformats.org/officeDocument/2006/relationships/image" Target="../media/image1748.png"/><Relationship Id="rId312" Type="http://schemas.openxmlformats.org/officeDocument/2006/relationships/image" Target="../media/image1820.png"/><Relationship Id="rId333" Type="http://schemas.openxmlformats.org/officeDocument/2006/relationships/customXml" Target="../ink/ink1853.xml"/><Relationship Id="rId354" Type="http://schemas.openxmlformats.org/officeDocument/2006/relationships/image" Target="../media/image1841.png"/><Relationship Id="rId51" Type="http://schemas.openxmlformats.org/officeDocument/2006/relationships/image" Target="../media/image1691.png"/><Relationship Id="rId72" Type="http://schemas.openxmlformats.org/officeDocument/2006/relationships/customXml" Target="../ink/ink1721.xml"/><Relationship Id="rId93" Type="http://schemas.openxmlformats.org/officeDocument/2006/relationships/image" Target="../media/image1712.png"/><Relationship Id="rId189" Type="http://schemas.openxmlformats.org/officeDocument/2006/relationships/customXml" Target="../ink/ink1781.xml"/><Relationship Id="rId375" Type="http://schemas.openxmlformats.org/officeDocument/2006/relationships/customXml" Target="../ink/ink1874.xml"/><Relationship Id="rId396" Type="http://schemas.openxmlformats.org/officeDocument/2006/relationships/customXml" Target="../ink/ink1885.xml"/><Relationship Id="rId3" Type="http://schemas.openxmlformats.org/officeDocument/2006/relationships/image" Target="../media/image1668.png"/><Relationship Id="rId214" Type="http://schemas.openxmlformats.org/officeDocument/2006/relationships/image" Target="../media/image1771.png"/><Relationship Id="rId235" Type="http://schemas.openxmlformats.org/officeDocument/2006/relationships/customXml" Target="../ink/ink1804.xml"/><Relationship Id="rId256" Type="http://schemas.openxmlformats.org/officeDocument/2006/relationships/image" Target="../media/image1792.png"/><Relationship Id="rId277" Type="http://schemas.openxmlformats.org/officeDocument/2006/relationships/customXml" Target="../ink/ink1825.xml"/><Relationship Id="rId298" Type="http://schemas.openxmlformats.org/officeDocument/2006/relationships/image" Target="../media/image1813.png"/><Relationship Id="rId400" Type="http://schemas.openxmlformats.org/officeDocument/2006/relationships/customXml" Target="../ink/ink1887.xml"/><Relationship Id="rId116" Type="http://schemas.openxmlformats.org/officeDocument/2006/relationships/customXml" Target="../ink/ink1744.xml"/><Relationship Id="rId137" Type="http://schemas.openxmlformats.org/officeDocument/2006/relationships/image" Target="../media/image1733.png"/><Relationship Id="rId158" Type="http://schemas.openxmlformats.org/officeDocument/2006/relationships/image" Target="../media/image1743.png"/><Relationship Id="rId302" Type="http://schemas.openxmlformats.org/officeDocument/2006/relationships/image" Target="../media/image1815.png"/><Relationship Id="rId323" Type="http://schemas.openxmlformats.org/officeDocument/2006/relationships/customXml" Target="../ink/ink1848.xml"/><Relationship Id="rId344" Type="http://schemas.openxmlformats.org/officeDocument/2006/relationships/image" Target="../media/image1836.png"/><Relationship Id="rId20" Type="http://schemas.openxmlformats.org/officeDocument/2006/relationships/customXml" Target="../ink/ink1695.xml"/><Relationship Id="rId41" Type="http://schemas.openxmlformats.org/officeDocument/2006/relationships/image" Target="../media/image1686.png"/><Relationship Id="rId62" Type="http://schemas.openxmlformats.org/officeDocument/2006/relationships/customXml" Target="../ink/ink1716.xml"/><Relationship Id="rId83" Type="http://schemas.openxmlformats.org/officeDocument/2006/relationships/image" Target="../media/image1707.png"/><Relationship Id="rId179" Type="http://schemas.openxmlformats.org/officeDocument/2006/relationships/customXml" Target="../ink/ink1776.xml"/><Relationship Id="rId365" Type="http://schemas.openxmlformats.org/officeDocument/2006/relationships/customXml" Target="../ink/ink1869.xml"/><Relationship Id="rId386" Type="http://schemas.openxmlformats.org/officeDocument/2006/relationships/image" Target="../media/image1857.png"/><Relationship Id="rId190" Type="http://schemas.openxmlformats.org/officeDocument/2006/relationships/image" Target="../media/image1759.png"/><Relationship Id="rId204" Type="http://schemas.openxmlformats.org/officeDocument/2006/relationships/image" Target="../media/image1766.png"/><Relationship Id="rId225" Type="http://schemas.openxmlformats.org/officeDocument/2006/relationships/customXml" Target="../ink/ink1799.xml"/><Relationship Id="rId246" Type="http://schemas.openxmlformats.org/officeDocument/2006/relationships/image" Target="../media/image1787.png"/><Relationship Id="rId267" Type="http://schemas.openxmlformats.org/officeDocument/2006/relationships/customXml" Target="../ink/ink1820.xml"/><Relationship Id="rId288" Type="http://schemas.openxmlformats.org/officeDocument/2006/relationships/image" Target="../media/image1808.png"/><Relationship Id="rId106" Type="http://schemas.openxmlformats.org/officeDocument/2006/relationships/customXml" Target="../ink/ink1738.xml"/><Relationship Id="rId127" Type="http://schemas.openxmlformats.org/officeDocument/2006/relationships/image" Target="../media/image1728.png"/><Relationship Id="rId313" Type="http://schemas.openxmlformats.org/officeDocument/2006/relationships/customXml" Target="../ink/ink1843.xml"/><Relationship Id="rId10" Type="http://schemas.openxmlformats.org/officeDocument/2006/relationships/customXml" Target="../ink/ink1690.xml"/><Relationship Id="rId31" Type="http://schemas.openxmlformats.org/officeDocument/2006/relationships/image" Target="../media/image1682.png"/><Relationship Id="rId52" Type="http://schemas.openxmlformats.org/officeDocument/2006/relationships/customXml" Target="../ink/ink1711.xml"/><Relationship Id="rId73" Type="http://schemas.openxmlformats.org/officeDocument/2006/relationships/image" Target="../media/image1702.png"/><Relationship Id="rId94" Type="http://schemas.openxmlformats.org/officeDocument/2006/relationships/customXml" Target="../ink/ink1732.xml"/><Relationship Id="rId148" Type="http://schemas.openxmlformats.org/officeDocument/2006/relationships/customXml" Target="../ink/ink1760.xml"/><Relationship Id="rId169" Type="http://schemas.openxmlformats.org/officeDocument/2006/relationships/customXml" Target="../ink/ink1771.xml"/><Relationship Id="rId334" Type="http://schemas.openxmlformats.org/officeDocument/2006/relationships/image" Target="../media/image1831.png"/><Relationship Id="rId355" Type="http://schemas.openxmlformats.org/officeDocument/2006/relationships/customXml" Target="../ink/ink1864.xml"/><Relationship Id="rId376" Type="http://schemas.openxmlformats.org/officeDocument/2006/relationships/image" Target="../media/image1852.png"/><Relationship Id="rId397" Type="http://schemas.openxmlformats.org/officeDocument/2006/relationships/image" Target="../media/image1862.png"/><Relationship Id="rId4" Type="http://schemas.openxmlformats.org/officeDocument/2006/relationships/customXml" Target="../ink/ink1687.xml"/><Relationship Id="rId180" Type="http://schemas.openxmlformats.org/officeDocument/2006/relationships/image" Target="../media/image1754.png"/><Relationship Id="rId215" Type="http://schemas.openxmlformats.org/officeDocument/2006/relationships/customXml" Target="../ink/ink1794.xml"/><Relationship Id="rId236" Type="http://schemas.openxmlformats.org/officeDocument/2006/relationships/image" Target="../media/image1782.png"/><Relationship Id="rId257" Type="http://schemas.openxmlformats.org/officeDocument/2006/relationships/customXml" Target="../ink/ink1815.xml"/><Relationship Id="rId278" Type="http://schemas.openxmlformats.org/officeDocument/2006/relationships/image" Target="../media/image1803.png"/><Relationship Id="rId401" Type="http://schemas.openxmlformats.org/officeDocument/2006/relationships/image" Target="../media/image1864.png"/><Relationship Id="rId303" Type="http://schemas.openxmlformats.org/officeDocument/2006/relationships/customXml" Target="../ink/ink1838.xml"/><Relationship Id="rId42" Type="http://schemas.openxmlformats.org/officeDocument/2006/relationships/customXml" Target="../ink/ink1706.xml"/><Relationship Id="rId84" Type="http://schemas.openxmlformats.org/officeDocument/2006/relationships/customXml" Target="../ink/ink1727.xml"/><Relationship Id="rId138" Type="http://schemas.openxmlformats.org/officeDocument/2006/relationships/customXml" Target="../ink/ink1755.xml"/><Relationship Id="rId345" Type="http://schemas.openxmlformats.org/officeDocument/2006/relationships/customXml" Target="../ink/ink1859.xml"/><Relationship Id="rId387" Type="http://schemas.openxmlformats.org/officeDocument/2006/relationships/customXml" Target="../ink/ink1880.xml"/><Relationship Id="rId191" Type="http://schemas.openxmlformats.org/officeDocument/2006/relationships/customXml" Target="../ink/ink1782.xml"/><Relationship Id="rId205" Type="http://schemas.openxmlformats.org/officeDocument/2006/relationships/customXml" Target="../ink/ink1789.xml"/><Relationship Id="rId247" Type="http://schemas.openxmlformats.org/officeDocument/2006/relationships/customXml" Target="../ink/ink1810.xml"/><Relationship Id="rId107" Type="http://schemas.openxmlformats.org/officeDocument/2006/relationships/image" Target="../media/image1719.png"/><Relationship Id="rId289" Type="http://schemas.openxmlformats.org/officeDocument/2006/relationships/customXml" Target="../ink/ink1831.xml"/><Relationship Id="rId11" Type="http://schemas.openxmlformats.org/officeDocument/2006/relationships/image" Target="../media/image1672.png"/><Relationship Id="rId53" Type="http://schemas.openxmlformats.org/officeDocument/2006/relationships/image" Target="../media/image1692.png"/><Relationship Id="rId149" Type="http://schemas.openxmlformats.org/officeDocument/2006/relationships/image" Target="../media/image1739.png"/><Relationship Id="rId314" Type="http://schemas.openxmlformats.org/officeDocument/2006/relationships/image" Target="../media/image1821.png"/><Relationship Id="rId356" Type="http://schemas.openxmlformats.org/officeDocument/2006/relationships/image" Target="../media/image1842.png"/><Relationship Id="rId398" Type="http://schemas.openxmlformats.org/officeDocument/2006/relationships/customXml" Target="../ink/ink1886.xml"/><Relationship Id="rId95" Type="http://schemas.openxmlformats.org/officeDocument/2006/relationships/image" Target="../media/image1713.png"/><Relationship Id="rId160" Type="http://schemas.openxmlformats.org/officeDocument/2006/relationships/image" Target="../media/image1744.png"/><Relationship Id="rId216" Type="http://schemas.openxmlformats.org/officeDocument/2006/relationships/image" Target="../media/image1772.png"/><Relationship Id="rId258" Type="http://schemas.openxmlformats.org/officeDocument/2006/relationships/image" Target="../media/image1793.png"/><Relationship Id="rId22" Type="http://schemas.openxmlformats.org/officeDocument/2006/relationships/customXml" Target="../ink/ink1696.xml"/><Relationship Id="rId64" Type="http://schemas.openxmlformats.org/officeDocument/2006/relationships/customXml" Target="../ink/ink1717.xml"/><Relationship Id="rId118" Type="http://schemas.openxmlformats.org/officeDocument/2006/relationships/customXml" Target="../ink/ink1745.xml"/><Relationship Id="rId325" Type="http://schemas.openxmlformats.org/officeDocument/2006/relationships/customXml" Target="../ink/ink1849.xml"/><Relationship Id="rId367" Type="http://schemas.openxmlformats.org/officeDocument/2006/relationships/customXml" Target="../ink/ink1870.xml"/><Relationship Id="rId171" Type="http://schemas.openxmlformats.org/officeDocument/2006/relationships/customXml" Target="../ink/ink1772.xml"/><Relationship Id="rId227" Type="http://schemas.openxmlformats.org/officeDocument/2006/relationships/customXml" Target="../ink/ink1800.xml"/><Relationship Id="rId269" Type="http://schemas.openxmlformats.org/officeDocument/2006/relationships/customXml" Target="../ink/ink1821.xml"/><Relationship Id="rId33" Type="http://schemas.openxmlformats.org/officeDocument/2006/relationships/image" Target="../media/image1683.png"/><Relationship Id="rId129" Type="http://schemas.openxmlformats.org/officeDocument/2006/relationships/image" Target="../media/image1729.png"/><Relationship Id="rId280" Type="http://schemas.openxmlformats.org/officeDocument/2006/relationships/image" Target="../media/image1804.png"/><Relationship Id="rId336" Type="http://schemas.openxmlformats.org/officeDocument/2006/relationships/image" Target="../media/image1832.png"/><Relationship Id="rId75" Type="http://schemas.openxmlformats.org/officeDocument/2006/relationships/image" Target="../media/image1703.png"/><Relationship Id="rId140" Type="http://schemas.openxmlformats.org/officeDocument/2006/relationships/customXml" Target="../ink/ink1756.xml"/><Relationship Id="rId182" Type="http://schemas.openxmlformats.org/officeDocument/2006/relationships/image" Target="../media/image1755.png"/><Relationship Id="rId378" Type="http://schemas.openxmlformats.org/officeDocument/2006/relationships/image" Target="../media/image1853.png"/><Relationship Id="rId403" Type="http://schemas.openxmlformats.org/officeDocument/2006/relationships/image" Target="../media/image1865.png"/><Relationship Id="rId6" Type="http://schemas.openxmlformats.org/officeDocument/2006/relationships/customXml" Target="../ink/ink1688.xml"/><Relationship Id="rId238" Type="http://schemas.openxmlformats.org/officeDocument/2006/relationships/image" Target="../media/image1783.png"/><Relationship Id="rId291" Type="http://schemas.openxmlformats.org/officeDocument/2006/relationships/customXml" Target="../ink/ink1832.xml"/><Relationship Id="rId305" Type="http://schemas.openxmlformats.org/officeDocument/2006/relationships/customXml" Target="../ink/ink1839.xml"/><Relationship Id="rId347" Type="http://schemas.openxmlformats.org/officeDocument/2006/relationships/customXml" Target="../ink/ink1860.xml"/><Relationship Id="rId44" Type="http://schemas.openxmlformats.org/officeDocument/2006/relationships/customXml" Target="../ink/ink1707.xml"/><Relationship Id="rId86" Type="http://schemas.openxmlformats.org/officeDocument/2006/relationships/customXml" Target="../ink/ink1728.xml"/><Relationship Id="rId151" Type="http://schemas.openxmlformats.org/officeDocument/2006/relationships/customXml" Target="../ink/ink1762.xml"/><Relationship Id="rId389" Type="http://schemas.openxmlformats.org/officeDocument/2006/relationships/customXml" Target="../ink/ink1881.xml"/><Relationship Id="rId193" Type="http://schemas.openxmlformats.org/officeDocument/2006/relationships/customXml" Target="../ink/ink1783.xml"/><Relationship Id="rId207" Type="http://schemas.openxmlformats.org/officeDocument/2006/relationships/customXml" Target="../ink/ink1790.xml"/><Relationship Id="rId249" Type="http://schemas.openxmlformats.org/officeDocument/2006/relationships/customXml" Target="../ink/ink1811.xml"/><Relationship Id="rId13" Type="http://schemas.openxmlformats.org/officeDocument/2006/relationships/image" Target="../media/image1673.png"/><Relationship Id="rId109" Type="http://schemas.openxmlformats.org/officeDocument/2006/relationships/image" Target="../media/image1720.png"/><Relationship Id="rId260" Type="http://schemas.openxmlformats.org/officeDocument/2006/relationships/image" Target="../media/image1794.png"/><Relationship Id="rId316" Type="http://schemas.openxmlformats.org/officeDocument/2006/relationships/image" Target="../media/image1822.png"/><Relationship Id="rId55" Type="http://schemas.openxmlformats.org/officeDocument/2006/relationships/image" Target="../media/image1693.png"/><Relationship Id="rId97" Type="http://schemas.openxmlformats.org/officeDocument/2006/relationships/image" Target="../media/image1714.png"/><Relationship Id="rId120" Type="http://schemas.openxmlformats.org/officeDocument/2006/relationships/customXml" Target="../ink/ink1746.xml"/><Relationship Id="rId358" Type="http://schemas.openxmlformats.org/officeDocument/2006/relationships/image" Target="../media/image1843.png"/><Relationship Id="rId162" Type="http://schemas.openxmlformats.org/officeDocument/2006/relationships/image" Target="../media/image1745.png"/><Relationship Id="rId218" Type="http://schemas.openxmlformats.org/officeDocument/2006/relationships/image" Target="../media/image1773.png"/><Relationship Id="rId271" Type="http://schemas.openxmlformats.org/officeDocument/2006/relationships/customXml" Target="../ink/ink1822.xml"/><Relationship Id="rId24" Type="http://schemas.openxmlformats.org/officeDocument/2006/relationships/customXml" Target="../ink/ink1697.xml"/><Relationship Id="rId66" Type="http://schemas.openxmlformats.org/officeDocument/2006/relationships/customXml" Target="../ink/ink1718.xml"/><Relationship Id="rId131" Type="http://schemas.openxmlformats.org/officeDocument/2006/relationships/image" Target="../media/image1730.png"/><Relationship Id="rId327" Type="http://schemas.openxmlformats.org/officeDocument/2006/relationships/customXml" Target="../ink/ink1850.xml"/><Relationship Id="rId369" Type="http://schemas.openxmlformats.org/officeDocument/2006/relationships/customXml" Target="../ink/ink1871.xml"/><Relationship Id="rId173" Type="http://schemas.openxmlformats.org/officeDocument/2006/relationships/customXml" Target="../ink/ink1773.xml"/><Relationship Id="rId229" Type="http://schemas.openxmlformats.org/officeDocument/2006/relationships/customXml" Target="../ink/ink1801.xml"/><Relationship Id="rId380" Type="http://schemas.openxmlformats.org/officeDocument/2006/relationships/image" Target="../media/image1854.png"/><Relationship Id="rId240" Type="http://schemas.openxmlformats.org/officeDocument/2006/relationships/image" Target="../media/image1784.png"/><Relationship Id="rId35" Type="http://schemas.openxmlformats.org/officeDocument/2006/relationships/image" Target="../media/image902.png"/><Relationship Id="rId77" Type="http://schemas.openxmlformats.org/officeDocument/2006/relationships/image" Target="../media/image1704.png"/><Relationship Id="rId100" Type="http://schemas.openxmlformats.org/officeDocument/2006/relationships/customXml" Target="../ink/ink1735.xml"/><Relationship Id="rId282" Type="http://schemas.openxmlformats.org/officeDocument/2006/relationships/image" Target="../media/image1805.png"/><Relationship Id="rId338" Type="http://schemas.openxmlformats.org/officeDocument/2006/relationships/image" Target="../media/image1833.png"/><Relationship Id="rId8" Type="http://schemas.openxmlformats.org/officeDocument/2006/relationships/customXml" Target="../ink/ink1689.xml"/><Relationship Id="rId142" Type="http://schemas.openxmlformats.org/officeDocument/2006/relationships/customXml" Target="../ink/ink1757.xml"/><Relationship Id="rId184" Type="http://schemas.openxmlformats.org/officeDocument/2006/relationships/image" Target="../media/image1756.png"/><Relationship Id="rId391" Type="http://schemas.openxmlformats.org/officeDocument/2006/relationships/image" Target="../media/image1859.png"/><Relationship Id="rId405" Type="http://schemas.openxmlformats.org/officeDocument/2006/relationships/image" Target="../media/image1866.png"/><Relationship Id="rId251" Type="http://schemas.openxmlformats.org/officeDocument/2006/relationships/customXml" Target="../ink/ink1812.xml"/><Relationship Id="rId46" Type="http://schemas.openxmlformats.org/officeDocument/2006/relationships/customXml" Target="../ink/ink1708.xml"/><Relationship Id="rId293" Type="http://schemas.openxmlformats.org/officeDocument/2006/relationships/customXml" Target="../ink/ink1833.xml"/><Relationship Id="rId307" Type="http://schemas.openxmlformats.org/officeDocument/2006/relationships/customXml" Target="../ink/ink1840.xml"/><Relationship Id="rId349" Type="http://schemas.openxmlformats.org/officeDocument/2006/relationships/customXml" Target="../ink/ink1861.xml"/><Relationship Id="rId88" Type="http://schemas.openxmlformats.org/officeDocument/2006/relationships/customXml" Target="../ink/ink1729.xml"/><Relationship Id="rId111" Type="http://schemas.openxmlformats.org/officeDocument/2006/relationships/image" Target="../media/image1721.png"/><Relationship Id="rId153" Type="http://schemas.openxmlformats.org/officeDocument/2006/relationships/customXml" Target="../ink/ink1763.xml"/><Relationship Id="rId195" Type="http://schemas.openxmlformats.org/officeDocument/2006/relationships/customXml" Target="../ink/ink1784.xml"/><Relationship Id="rId209" Type="http://schemas.openxmlformats.org/officeDocument/2006/relationships/customXml" Target="../ink/ink1791.xml"/><Relationship Id="rId360" Type="http://schemas.openxmlformats.org/officeDocument/2006/relationships/image" Target="../media/image1844.png"/><Relationship Id="rId220" Type="http://schemas.openxmlformats.org/officeDocument/2006/relationships/image" Target="../media/image1774.png"/><Relationship Id="rId15" Type="http://schemas.openxmlformats.org/officeDocument/2006/relationships/image" Target="../media/image1674.png"/><Relationship Id="rId57" Type="http://schemas.openxmlformats.org/officeDocument/2006/relationships/image" Target="../media/image1694.png"/><Relationship Id="rId262" Type="http://schemas.openxmlformats.org/officeDocument/2006/relationships/image" Target="../media/image1795.png"/><Relationship Id="rId318" Type="http://schemas.openxmlformats.org/officeDocument/2006/relationships/image" Target="../media/image1823.png"/><Relationship Id="rId99" Type="http://schemas.openxmlformats.org/officeDocument/2006/relationships/image" Target="../media/image1715.png"/><Relationship Id="rId122" Type="http://schemas.openxmlformats.org/officeDocument/2006/relationships/customXml" Target="../ink/ink1747.xml"/><Relationship Id="rId164" Type="http://schemas.openxmlformats.org/officeDocument/2006/relationships/image" Target="../media/image1746.png"/><Relationship Id="rId371" Type="http://schemas.openxmlformats.org/officeDocument/2006/relationships/customXml" Target="../ink/ink1872.xml"/><Relationship Id="rId26" Type="http://schemas.openxmlformats.org/officeDocument/2006/relationships/customXml" Target="../ink/ink1698.xml"/><Relationship Id="rId231" Type="http://schemas.openxmlformats.org/officeDocument/2006/relationships/customXml" Target="../ink/ink1802.xml"/><Relationship Id="rId273" Type="http://schemas.openxmlformats.org/officeDocument/2006/relationships/customXml" Target="../ink/ink1823.xml"/><Relationship Id="rId329" Type="http://schemas.openxmlformats.org/officeDocument/2006/relationships/customXml" Target="../ink/ink1851.xml"/><Relationship Id="rId68" Type="http://schemas.openxmlformats.org/officeDocument/2006/relationships/customXml" Target="../ink/ink1719.xml"/><Relationship Id="rId133" Type="http://schemas.openxmlformats.org/officeDocument/2006/relationships/image" Target="../media/image1731.png"/><Relationship Id="rId175" Type="http://schemas.openxmlformats.org/officeDocument/2006/relationships/customXml" Target="../ink/ink1774.xml"/><Relationship Id="rId340" Type="http://schemas.openxmlformats.org/officeDocument/2006/relationships/image" Target="../media/image1834.png"/><Relationship Id="rId200" Type="http://schemas.openxmlformats.org/officeDocument/2006/relationships/image" Target="../media/image1764.png"/><Relationship Id="rId382" Type="http://schemas.openxmlformats.org/officeDocument/2006/relationships/image" Target="../media/image1855.png"/><Relationship Id="rId242" Type="http://schemas.openxmlformats.org/officeDocument/2006/relationships/image" Target="../media/image1785.png"/><Relationship Id="rId284" Type="http://schemas.openxmlformats.org/officeDocument/2006/relationships/image" Target="../media/image1806.png"/><Relationship Id="rId37" Type="http://schemas.openxmlformats.org/officeDocument/2006/relationships/image" Target="../media/image1684.png"/><Relationship Id="rId79" Type="http://schemas.openxmlformats.org/officeDocument/2006/relationships/image" Target="../media/image1705.png"/><Relationship Id="rId102" Type="http://schemas.openxmlformats.org/officeDocument/2006/relationships/customXml" Target="../ink/ink1736.xml"/><Relationship Id="rId144" Type="http://schemas.openxmlformats.org/officeDocument/2006/relationships/customXml" Target="../ink/ink1758.xml"/><Relationship Id="rId90" Type="http://schemas.openxmlformats.org/officeDocument/2006/relationships/customXml" Target="../ink/ink1730.xml"/><Relationship Id="rId186" Type="http://schemas.openxmlformats.org/officeDocument/2006/relationships/image" Target="../media/image1757.png"/><Relationship Id="rId351" Type="http://schemas.openxmlformats.org/officeDocument/2006/relationships/customXml" Target="../ink/ink1862.xml"/><Relationship Id="rId393" Type="http://schemas.openxmlformats.org/officeDocument/2006/relationships/image" Target="../media/image1860.png"/><Relationship Id="rId407" Type="http://schemas.openxmlformats.org/officeDocument/2006/relationships/image" Target="../media/image1867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24.png"/><Relationship Id="rId21" Type="http://schemas.openxmlformats.org/officeDocument/2006/relationships/image" Target="../media/image1877.png"/><Relationship Id="rId63" Type="http://schemas.openxmlformats.org/officeDocument/2006/relationships/image" Target="../media/image1898.png"/><Relationship Id="rId159" Type="http://schemas.openxmlformats.org/officeDocument/2006/relationships/customXml" Target="../ink/ink1970.xml"/><Relationship Id="rId170" Type="http://schemas.openxmlformats.org/officeDocument/2006/relationships/image" Target="../media/image1950.png"/><Relationship Id="rId226" Type="http://schemas.openxmlformats.org/officeDocument/2006/relationships/customXml" Target="../ink/ink2004.xml"/><Relationship Id="rId268" Type="http://schemas.openxmlformats.org/officeDocument/2006/relationships/image" Target="../media/image1998.png"/><Relationship Id="rId32" Type="http://schemas.openxmlformats.org/officeDocument/2006/relationships/customXml" Target="../ink/ink1906.xml"/><Relationship Id="rId74" Type="http://schemas.openxmlformats.org/officeDocument/2006/relationships/customXml" Target="../ink/ink1927.xml"/><Relationship Id="rId128" Type="http://schemas.openxmlformats.org/officeDocument/2006/relationships/customXml" Target="../ink/ink1954.xml"/><Relationship Id="rId5" Type="http://schemas.openxmlformats.org/officeDocument/2006/relationships/image" Target="../media/image1869.png"/><Relationship Id="rId181" Type="http://schemas.openxmlformats.org/officeDocument/2006/relationships/customXml" Target="../ink/ink1981.xml"/><Relationship Id="rId237" Type="http://schemas.openxmlformats.org/officeDocument/2006/relationships/customXml" Target="../ink/ink2010.xml"/><Relationship Id="rId279" Type="http://schemas.openxmlformats.org/officeDocument/2006/relationships/customXml" Target="../ink/ink2031.xml"/><Relationship Id="rId43" Type="http://schemas.openxmlformats.org/officeDocument/2006/relationships/image" Target="../media/image1888.png"/><Relationship Id="rId139" Type="http://schemas.openxmlformats.org/officeDocument/2006/relationships/customXml" Target="../ink/ink1960.xml"/><Relationship Id="rId290" Type="http://schemas.openxmlformats.org/officeDocument/2006/relationships/image" Target="../media/image2009.png"/><Relationship Id="rId85" Type="http://schemas.openxmlformats.org/officeDocument/2006/relationships/image" Target="../media/image1909.png"/><Relationship Id="rId150" Type="http://schemas.openxmlformats.org/officeDocument/2006/relationships/image" Target="../media/image1940.png"/><Relationship Id="rId192" Type="http://schemas.openxmlformats.org/officeDocument/2006/relationships/image" Target="../media/image1961.png"/><Relationship Id="rId206" Type="http://schemas.openxmlformats.org/officeDocument/2006/relationships/customXml" Target="../ink/ink1994.xml"/><Relationship Id="rId248" Type="http://schemas.openxmlformats.org/officeDocument/2006/relationships/image" Target="../media/image1988.png"/><Relationship Id="rId269" Type="http://schemas.openxmlformats.org/officeDocument/2006/relationships/customXml" Target="../ink/ink2026.xml"/><Relationship Id="rId12" Type="http://schemas.openxmlformats.org/officeDocument/2006/relationships/customXml" Target="../ink/ink1896.xml"/><Relationship Id="rId33" Type="http://schemas.openxmlformats.org/officeDocument/2006/relationships/image" Target="../media/image1883.png"/><Relationship Id="rId108" Type="http://schemas.openxmlformats.org/officeDocument/2006/relationships/customXml" Target="../ink/ink1944.xml"/><Relationship Id="rId129" Type="http://schemas.openxmlformats.org/officeDocument/2006/relationships/image" Target="../media/image1930.png"/><Relationship Id="rId280" Type="http://schemas.openxmlformats.org/officeDocument/2006/relationships/image" Target="../media/image2004.png"/><Relationship Id="rId54" Type="http://schemas.openxmlformats.org/officeDocument/2006/relationships/customXml" Target="../ink/ink1917.xml"/><Relationship Id="rId75" Type="http://schemas.openxmlformats.org/officeDocument/2006/relationships/image" Target="../media/image1904.png"/><Relationship Id="rId96" Type="http://schemas.openxmlformats.org/officeDocument/2006/relationships/customXml" Target="../ink/ink1938.xml"/><Relationship Id="rId140" Type="http://schemas.openxmlformats.org/officeDocument/2006/relationships/image" Target="../media/image1935.png"/><Relationship Id="rId161" Type="http://schemas.openxmlformats.org/officeDocument/2006/relationships/customXml" Target="../ink/ink1971.xml"/><Relationship Id="rId182" Type="http://schemas.openxmlformats.org/officeDocument/2006/relationships/image" Target="../media/image1956.png"/><Relationship Id="rId217" Type="http://schemas.openxmlformats.org/officeDocument/2006/relationships/image" Target="../media/image1973.png"/><Relationship Id="rId6" Type="http://schemas.openxmlformats.org/officeDocument/2006/relationships/customXml" Target="../ink/ink1893.xml"/><Relationship Id="rId238" Type="http://schemas.openxmlformats.org/officeDocument/2006/relationships/image" Target="../media/image1983.png"/><Relationship Id="rId259" Type="http://schemas.openxmlformats.org/officeDocument/2006/relationships/customXml" Target="../ink/ink2021.xml"/><Relationship Id="rId23" Type="http://schemas.openxmlformats.org/officeDocument/2006/relationships/image" Target="../media/image1878.png"/><Relationship Id="rId119" Type="http://schemas.openxmlformats.org/officeDocument/2006/relationships/image" Target="../media/image1925.png"/><Relationship Id="rId270" Type="http://schemas.openxmlformats.org/officeDocument/2006/relationships/image" Target="../media/image1999.png"/><Relationship Id="rId44" Type="http://schemas.openxmlformats.org/officeDocument/2006/relationships/customXml" Target="../ink/ink1912.xml"/><Relationship Id="rId65" Type="http://schemas.openxmlformats.org/officeDocument/2006/relationships/image" Target="../media/image1899.png"/><Relationship Id="rId86" Type="http://schemas.openxmlformats.org/officeDocument/2006/relationships/customXml" Target="../ink/ink1933.xml"/><Relationship Id="rId130" Type="http://schemas.openxmlformats.org/officeDocument/2006/relationships/customXml" Target="../ink/ink1955.xml"/><Relationship Id="rId151" Type="http://schemas.openxmlformats.org/officeDocument/2006/relationships/customXml" Target="../ink/ink1966.xml"/><Relationship Id="rId172" Type="http://schemas.openxmlformats.org/officeDocument/2006/relationships/image" Target="../media/image1951.png"/><Relationship Id="rId193" Type="http://schemas.openxmlformats.org/officeDocument/2006/relationships/customXml" Target="../ink/ink1987.xml"/><Relationship Id="rId207" Type="http://schemas.openxmlformats.org/officeDocument/2006/relationships/image" Target="../media/image1968.png"/><Relationship Id="rId228" Type="http://schemas.openxmlformats.org/officeDocument/2006/relationships/customXml" Target="../ink/ink2005.xml"/><Relationship Id="rId249" Type="http://schemas.openxmlformats.org/officeDocument/2006/relationships/customXml" Target="../ink/ink2016.xml"/><Relationship Id="rId13" Type="http://schemas.openxmlformats.org/officeDocument/2006/relationships/image" Target="../media/image1873.png"/><Relationship Id="rId109" Type="http://schemas.openxmlformats.org/officeDocument/2006/relationships/image" Target="../media/image1920.png"/><Relationship Id="rId260" Type="http://schemas.openxmlformats.org/officeDocument/2006/relationships/image" Target="../media/image1994.png"/><Relationship Id="rId281" Type="http://schemas.openxmlformats.org/officeDocument/2006/relationships/customXml" Target="../ink/ink2032.xml"/><Relationship Id="rId34" Type="http://schemas.openxmlformats.org/officeDocument/2006/relationships/customXml" Target="../ink/ink1907.xml"/><Relationship Id="rId55" Type="http://schemas.openxmlformats.org/officeDocument/2006/relationships/image" Target="../media/image1894.png"/><Relationship Id="rId76" Type="http://schemas.openxmlformats.org/officeDocument/2006/relationships/customXml" Target="../ink/ink1928.xml"/><Relationship Id="rId97" Type="http://schemas.openxmlformats.org/officeDocument/2006/relationships/image" Target="../media/image1915.png"/><Relationship Id="rId120" Type="http://schemas.openxmlformats.org/officeDocument/2006/relationships/customXml" Target="../ink/ink1950.xml"/><Relationship Id="rId141" Type="http://schemas.openxmlformats.org/officeDocument/2006/relationships/customXml" Target="../ink/ink1961.xml"/><Relationship Id="rId7" Type="http://schemas.openxmlformats.org/officeDocument/2006/relationships/image" Target="../media/image1870.png"/><Relationship Id="rId162" Type="http://schemas.openxmlformats.org/officeDocument/2006/relationships/image" Target="../media/image1946.png"/><Relationship Id="rId183" Type="http://schemas.openxmlformats.org/officeDocument/2006/relationships/customXml" Target="../ink/ink1982.xml"/><Relationship Id="rId218" Type="http://schemas.openxmlformats.org/officeDocument/2006/relationships/customXml" Target="../ink/ink2000.xml"/><Relationship Id="rId239" Type="http://schemas.openxmlformats.org/officeDocument/2006/relationships/customXml" Target="../ink/ink2011.xml"/><Relationship Id="rId250" Type="http://schemas.openxmlformats.org/officeDocument/2006/relationships/image" Target="../media/image1989.png"/><Relationship Id="rId271" Type="http://schemas.openxmlformats.org/officeDocument/2006/relationships/customXml" Target="../ink/ink2027.xml"/><Relationship Id="rId24" Type="http://schemas.openxmlformats.org/officeDocument/2006/relationships/customXml" Target="../ink/ink1902.xml"/><Relationship Id="rId45" Type="http://schemas.openxmlformats.org/officeDocument/2006/relationships/image" Target="../media/image1889.png"/><Relationship Id="rId66" Type="http://schemas.openxmlformats.org/officeDocument/2006/relationships/customXml" Target="../ink/ink1923.xml"/><Relationship Id="rId87" Type="http://schemas.openxmlformats.org/officeDocument/2006/relationships/image" Target="../media/image1910.png"/><Relationship Id="rId110" Type="http://schemas.openxmlformats.org/officeDocument/2006/relationships/customXml" Target="../ink/ink1945.xml"/><Relationship Id="rId131" Type="http://schemas.openxmlformats.org/officeDocument/2006/relationships/customXml" Target="../ink/ink1956.xml"/><Relationship Id="rId152" Type="http://schemas.openxmlformats.org/officeDocument/2006/relationships/image" Target="../media/image1941.png"/><Relationship Id="rId173" Type="http://schemas.openxmlformats.org/officeDocument/2006/relationships/customXml" Target="../ink/ink1977.xml"/><Relationship Id="rId194" Type="http://schemas.openxmlformats.org/officeDocument/2006/relationships/image" Target="../media/image1962.png"/><Relationship Id="rId208" Type="http://schemas.openxmlformats.org/officeDocument/2006/relationships/customXml" Target="../ink/ink1995.xml"/><Relationship Id="rId229" Type="http://schemas.openxmlformats.org/officeDocument/2006/relationships/image" Target="../media/image1979.png"/><Relationship Id="rId240" Type="http://schemas.openxmlformats.org/officeDocument/2006/relationships/image" Target="../media/image1984.png"/><Relationship Id="rId261" Type="http://schemas.openxmlformats.org/officeDocument/2006/relationships/customXml" Target="../ink/ink2022.xml"/><Relationship Id="rId14" Type="http://schemas.openxmlformats.org/officeDocument/2006/relationships/customXml" Target="../ink/ink1897.xml"/><Relationship Id="rId35" Type="http://schemas.openxmlformats.org/officeDocument/2006/relationships/image" Target="../media/image1884.png"/><Relationship Id="rId56" Type="http://schemas.openxmlformats.org/officeDocument/2006/relationships/customXml" Target="../ink/ink1918.xml"/><Relationship Id="rId77" Type="http://schemas.openxmlformats.org/officeDocument/2006/relationships/image" Target="../media/image1905.png"/><Relationship Id="rId100" Type="http://schemas.openxmlformats.org/officeDocument/2006/relationships/customXml" Target="../ink/ink1940.xml"/><Relationship Id="rId282" Type="http://schemas.openxmlformats.org/officeDocument/2006/relationships/image" Target="../media/image2005.png"/><Relationship Id="rId8" Type="http://schemas.openxmlformats.org/officeDocument/2006/relationships/customXml" Target="../ink/ink1894.xml"/><Relationship Id="rId98" Type="http://schemas.openxmlformats.org/officeDocument/2006/relationships/customXml" Target="../ink/ink1939.xml"/><Relationship Id="rId121" Type="http://schemas.openxmlformats.org/officeDocument/2006/relationships/image" Target="../media/image1926.png"/><Relationship Id="rId142" Type="http://schemas.openxmlformats.org/officeDocument/2006/relationships/image" Target="../media/image1936.png"/><Relationship Id="rId163" Type="http://schemas.openxmlformats.org/officeDocument/2006/relationships/customXml" Target="../ink/ink1972.xml"/><Relationship Id="rId184" Type="http://schemas.openxmlformats.org/officeDocument/2006/relationships/image" Target="../media/image1957.png"/><Relationship Id="rId219" Type="http://schemas.openxmlformats.org/officeDocument/2006/relationships/image" Target="../media/image1974.png"/><Relationship Id="rId230" Type="http://schemas.openxmlformats.org/officeDocument/2006/relationships/customXml" Target="../ink/ink2006.xml"/><Relationship Id="rId251" Type="http://schemas.openxmlformats.org/officeDocument/2006/relationships/customXml" Target="../ink/ink2017.xml"/><Relationship Id="rId25" Type="http://schemas.openxmlformats.org/officeDocument/2006/relationships/image" Target="../media/image1879.png"/><Relationship Id="rId46" Type="http://schemas.openxmlformats.org/officeDocument/2006/relationships/customXml" Target="../ink/ink1913.xml"/><Relationship Id="rId67" Type="http://schemas.openxmlformats.org/officeDocument/2006/relationships/image" Target="../media/image1900.png"/><Relationship Id="rId272" Type="http://schemas.openxmlformats.org/officeDocument/2006/relationships/image" Target="../media/image2000.png"/><Relationship Id="rId88" Type="http://schemas.openxmlformats.org/officeDocument/2006/relationships/customXml" Target="../ink/ink1934.xml"/><Relationship Id="rId111" Type="http://schemas.openxmlformats.org/officeDocument/2006/relationships/image" Target="../media/image1921.png"/><Relationship Id="rId132" Type="http://schemas.openxmlformats.org/officeDocument/2006/relationships/image" Target="../media/image1931.png"/><Relationship Id="rId153" Type="http://schemas.openxmlformats.org/officeDocument/2006/relationships/customXml" Target="../ink/ink1967.xml"/><Relationship Id="rId174" Type="http://schemas.openxmlformats.org/officeDocument/2006/relationships/image" Target="../media/image1952.png"/><Relationship Id="rId195" Type="http://schemas.openxmlformats.org/officeDocument/2006/relationships/customXml" Target="../ink/ink1988.xml"/><Relationship Id="rId209" Type="http://schemas.openxmlformats.org/officeDocument/2006/relationships/image" Target="../media/image1969.png"/><Relationship Id="rId220" Type="http://schemas.openxmlformats.org/officeDocument/2006/relationships/customXml" Target="../ink/ink2001.xml"/><Relationship Id="rId241" Type="http://schemas.openxmlformats.org/officeDocument/2006/relationships/customXml" Target="../ink/ink2012.xml"/><Relationship Id="rId15" Type="http://schemas.openxmlformats.org/officeDocument/2006/relationships/image" Target="../media/image1874.png"/><Relationship Id="rId36" Type="http://schemas.openxmlformats.org/officeDocument/2006/relationships/customXml" Target="../ink/ink1908.xml"/><Relationship Id="rId57" Type="http://schemas.openxmlformats.org/officeDocument/2006/relationships/image" Target="../media/image1895.png"/><Relationship Id="rId262" Type="http://schemas.openxmlformats.org/officeDocument/2006/relationships/image" Target="../media/image1995.png"/><Relationship Id="rId283" Type="http://schemas.openxmlformats.org/officeDocument/2006/relationships/customXml" Target="../ink/ink2033.xml"/><Relationship Id="rId78" Type="http://schemas.openxmlformats.org/officeDocument/2006/relationships/customXml" Target="../ink/ink1929.xml"/><Relationship Id="rId99" Type="http://schemas.openxmlformats.org/officeDocument/2006/relationships/image" Target="../media/image1916.png"/><Relationship Id="rId101" Type="http://schemas.openxmlformats.org/officeDocument/2006/relationships/image" Target="../media/image1917.png"/><Relationship Id="rId122" Type="http://schemas.openxmlformats.org/officeDocument/2006/relationships/customXml" Target="../ink/ink1951.xml"/><Relationship Id="rId143" Type="http://schemas.openxmlformats.org/officeDocument/2006/relationships/customXml" Target="../ink/ink1962.xml"/><Relationship Id="rId164" Type="http://schemas.openxmlformats.org/officeDocument/2006/relationships/image" Target="../media/image1947.png"/><Relationship Id="rId185" Type="http://schemas.openxmlformats.org/officeDocument/2006/relationships/customXml" Target="../ink/ink1983.xml"/><Relationship Id="rId9" Type="http://schemas.openxmlformats.org/officeDocument/2006/relationships/image" Target="../media/image1871.png"/><Relationship Id="rId210" Type="http://schemas.openxmlformats.org/officeDocument/2006/relationships/customXml" Target="../ink/ink1996.xml"/><Relationship Id="rId26" Type="http://schemas.openxmlformats.org/officeDocument/2006/relationships/customXml" Target="../ink/ink1903.xml"/><Relationship Id="rId231" Type="http://schemas.openxmlformats.org/officeDocument/2006/relationships/image" Target="../media/image1980.png"/><Relationship Id="rId252" Type="http://schemas.openxmlformats.org/officeDocument/2006/relationships/image" Target="../media/image1990.png"/><Relationship Id="rId273" Type="http://schemas.openxmlformats.org/officeDocument/2006/relationships/customXml" Target="../ink/ink2028.xml"/><Relationship Id="rId47" Type="http://schemas.openxmlformats.org/officeDocument/2006/relationships/image" Target="../media/image1890.png"/><Relationship Id="rId68" Type="http://schemas.openxmlformats.org/officeDocument/2006/relationships/customXml" Target="../ink/ink1924.xml"/><Relationship Id="rId89" Type="http://schemas.openxmlformats.org/officeDocument/2006/relationships/image" Target="../media/image1911.png"/><Relationship Id="rId112" Type="http://schemas.openxmlformats.org/officeDocument/2006/relationships/customXml" Target="../ink/ink1946.xml"/><Relationship Id="rId133" Type="http://schemas.openxmlformats.org/officeDocument/2006/relationships/customXml" Target="../ink/ink1957.xml"/><Relationship Id="rId154" Type="http://schemas.openxmlformats.org/officeDocument/2006/relationships/image" Target="../media/image1942.png"/><Relationship Id="rId175" Type="http://schemas.openxmlformats.org/officeDocument/2006/relationships/customXml" Target="../ink/ink1978.xml"/><Relationship Id="rId196" Type="http://schemas.openxmlformats.org/officeDocument/2006/relationships/image" Target="../media/image1963.png"/><Relationship Id="rId200" Type="http://schemas.openxmlformats.org/officeDocument/2006/relationships/customXml" Target="../ink/ink1991.xml"/><Relationship Id="rId16" Type="http://schemas.openxmlformats.org/officeDocument/2006/relationships/customXml" Target="../ink/ink1898.xml"/><Relationship Id="rId221" Type="http://schemas.openxmlformats.org/officeDocument/2006/relationships/image" Target="../media/image1975.png"/><Relationship Id="rId242" Type="http://schemas.openxmlformats.org/officeDocument/2006/relationships/image" Target="../media/image1985.png"/><Relationship Id="rId263" Type="http://schemas.openxmlformats.org/officeDocument/2006/relationships/customXml" Target="../ink/ink2023.xml"/><Relationship Id="rId284" Type="http://schemas.openxmlformats.org/officeDocument/2006/relationships/image" Target="../media/image2006.png"/><Relationship Id="rId37" Type="http://schemas.openxmlformats.org/officeDocument/2006/relationships/image" Target="../media/image1885.png"/><Relationship Id="rId58" Type="http://schemas.openxmlformats.org/officeDocument/2006/relationships/customXml" Target="../ink/ink1919.xml"/><Relationship Id="rId79" Type="http://schemas.openxmlformats.org/officeDocument/2006/relationships/image" Target="../media/image1906.png"/><Relationship Id="rId102" Type="http://schemas.openxmlformats.org/officeDocument/2006/relationships/customXml" Target="../ink/ink1941.xml"/><Relationship Id="rId123" Type="http://schemas.openxmlformats.org/officeDocument/2006/relationships/image" Target="../media/image1927.png"/><Relationship Id="rId144" Type="http://schemas.openxmlformats.org/officeDocument/2006/relationships/image" Target="../media/image1937.png"/><Relationship Id="rId90" Type="http://schemas.openxmlformats.org/officeDocument/2006/relationships/customXml" Target="../ink/ink1935.xml"/><Relationship Id="rId165" Type="http://schemas.openxmlformats.org/officeDocument/2006/relationships/customXml" Target="../ink/ink1973.xml"/><Relationship Id="rId186" Type="http://schemas.openxmlformats.org/officeDocument/2006/relationships/image" Target="../media/image1958.png"/><Relationship Id="rId211" Type="http://schemas.openxmlformats.org/officeDocument/2006/relationships/image" Target="../media/image1970.png"/><Relationship Id="rId232" Type="http://schemas.openxmlformats.org/officeDocument/2006/relationships/customXml" Target="../ink/ink2007.xml"/><Relationship Id="rId253" Type="http://schemas.openxmlformats.org/officeDocument/2006/relationships/customXml" Target="../ink/ink2018.xml"/><Relationship Id="rId274" Type="http://schemas.openxmlformats.org/officeDocument/2006/relationships/image" Target="../media/image2001.png"/><Relationship Id="rId27" Type="http://schemas.openxmlformats.org/officeDocument/2006/relationships/image" Target="../media/image1880.png"/><Relationship Id="rId48" Type="http://schemas.openxmlformats.org/officeDocument/2006/relationships/customXml" Target="../ink/ink1914.xml"/><Relationship Id="rId69" Type="http://schemas.openxmlformats.org/officeDocument/2006/relationships/image" Target="../media/image1901.png"/><Relationship Id="rId113" Type="http://schemas.openxmlformats.org/officeDocument/2006/relationships/image" Target="../media/image1922.png"/><Relationship Id="rId134" Type="http://schemas.openxmlformats.org/officeDocument/2006/relationships/image" Target="../media/image1932.png"/><Relationship Id="rId80" Type="http://schemas.openxmlformats.org/officeDocument/2006/relationships/customXml" Target="../ink/ink1930.xml"/><Relationship Id="rId155" Type="http://schemas.openxmlformats.org/officeDocument/2006/relationships/customXml" Target="../ink/ink1968.xml"/><Relationship Id="rId176" Type="http://schemas.openxmlformats.org/officeDocument/2006/relationships/image" Target="../media/image1953.png"/><Relationship Id="rId197" Type="http://schemas.openxmlformats.org/officeDocument/2006/relationships/customXml" Target="../ink/ink1989.xml"/><Relationship Id="rId201" Type="http://schemas.openxmlformats.org/officeDocument/2006/relationships/image" Target="../media/image1965.png"/><Relationship Id="rId222" Type="http://schemas.openxmlformats.org/officeDocument/2006/relationships/customXml" Target="../ink/ink2002.xml"/><Relationship Id="rId243" Type="http://schemas.openxmlformats.org/officeDocument/2006/relationships/customXml" Target="../ink/ink2013.xml"/><Relationship Id="rId264" Type="http://schemas.openxmlformats.org/officeDocument/2006/relationships/image" Target="../media/image1996.png"/><Relationship Id="rId285" Type="http://schemas.openxmlformats.org/officeDocument/2006/relationships/customXml" Target="../ink/ink2034.xml"/><Relationship Id="rId17" Type="http://schemas.openxmlformats.org/officeDocument/2006/relationships/image" Target="../media/image1875.png"/><Relationship Id="rId38" Type="http://schemas.openxmlformats.org/officeDocument/2006/relationships/customXml" Target="../ink/ink1909.xml"/><Relationship Id="rId59" Type="http://schemas.openxmlformats.org/officeDocument/2006/relationships/image" Target="../media/image1896.png"/><Relationship Id="rId103" Type="http://schemas.openxmlformats.org/officeDocument/2006/relationships/image" Target="../media/image902.png"/><Relationship Id="rId124" Type="http://schemas.openxmlformats.org/officeDocument/2006/relationships/customXml" Target="../ink/ink1952.xml"/><Relationship Id="rId70" Type="http://schemas.openxmlformats.org/officeDocument/2006/relationships/customXml" Target="../ink/ink1925.xml"/><Relationship Id="rId91" Type="http://schemas.openxmlformats.org/officeDocument/2006/relationships/image" Target="../media/image1912.png"/><Relationship Id="rId145" Type="http://schemas.openxmlformats.org/officeDocument/2006/relationships/customXml" Target="../ink/ink1963.xml"/><Relationship Id="rId166" Type="http://schemas.openxmlformats.org/officeDocument/2006/relationships/image" Target="../media/image1948.png"/><Relationship Id="rId187" Type="http://schemas.openxmlformats.org/officeDocument/2006/relationships/customXml" Target="../ink/ink1984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97.xml"/><Relationship Id="rId233" Type="http://schemas.openxmlformats.org/officeDocument/2006/relationships/customXml" Target="../ink/ink2008.xml"/><Relationship Id="rId254" Type="http://schemas.openxmlformats.org/officeDocument/2006/relationships/image" Target="../media/image1991.png"/><Relationship Id="rId28" Type="http://schemas.openxmlformats.org/officeDocument/2006/relationships/customXml" Target="../ink/ink1904.xml"/><Relationship Id="rId49" Type="http://schemas.openxmlformats.org/officeDocument/2006/relationships/image" Target="../media/image1891.png"/><Relationship Id="rId114" Type="http://schemas.openxmlformats.org/officeDocument/2006/relationships/customXml" Target="../ink/ink1947.xml"/><Relationship Id="rId275" Type="http://schemas.openxmlformats.org/officeDocument/2006/relationships/customXml" Target="../ink/ink2029.xml"/><Relationship Id="rId60" Type="http://schemas.openxmlformats.org/officeDocument/2006/relationships/customXml" Target="../ink/ink1920.xml"/><Relationship Id="rId81" Type="http://schemas.openxmlformats.org/officeDocument/2006/relationships/image" Target="../media/image1907.png"/><Relationship Id="rId135" Type="http://schemas.openxmlformats.org/officeDocument/2006/relationships/customXml" Target="../ink/ink1958.xml"/><Relationship Id="rId156" Type="http://schemas.openxmlformats.org/officeDocument/2006/relationships/image" Target="../media/image1943.png"/><Relationship Id="rId177" Type="http://schemas.openxmlformats.org/officeDocument/2006/relationships/customXml" Target="../ink/ink1979.xml"/><Relationship Id="rId198" Type="http://schemas.openxmlformats.org/officeDocument/2006/relationships/image" Target="../media/image1964.png"/><Relationship Id="rId202" Type="http://schemas.openxmlformats.org/officeDocument/2006/relationships/customXml" Target="../ink/ink1992.xml"/><Relationship Id="rId223" Type="http://schemas.openxmlformats.org/officeDocument/2006/relationships/image" Target="../media/image1976.png"/><Relationship Id="rId244" Type="http://schemas.openxmlformats.org/officeDocument/2006/relationships/image" Target="../media/image1986.png"/><Relationship Id="rId18" Type="http://schemas.openxmlformats.org/officeDocument/2006/relationships/customXml" Target="../ink/ink1899.xml"/><Relationship Id="rId39" Type="http://schemas.openxmlformats.org/officeDocument/2006/relationships/image" Target="../media/image1886.png"/><Relationship Id="rId265" Type="http://schemas.openxmlformats.org/officeDocument/2006/relationships/customXml" Target="../ink/ink2024.xml"/><Relationship Id="rId286" Type="http://schemas.openxmlformats.org/officeDocument/2006/relationships/image" Target="../media/image2007.png"/><Relationship Id="rId50" Type="http://schemas.openxmlformats.org/officeDocument/2006/relationships/customXml" Target="../ink/ink1915.xml"/><Relationship Id="rId104" Type="http://schemas.openxmlformats.org/officeDocument/2006/relationships/customXml" Target="../ink/ink1942.xml"/><Relationship Id="rId125" Type="http://schemas.openxmlformats.org/officeDocument/2006/relationships/image" Target="../media/image1928.png"/><Relationship Id="rId146" Type="http://schemas.openxmlformats.org/officeDocument/2006/relationships/image" Target="../media/image1938.png"/><Relationship Id="rId167" Type="http://schemas.openxmlformats.org/officeDocument/2006/relationships/customXml" Target="../ink/ink1974.xml"/><Relationship Id="rId188" Type="http://schemas.openxmlformats.org/officeDocument/2006/relationships/image" Target="../media/image1959.png"/><Relationship Id="rId71" Type="http://schemas.openxmlformats.org/officeDocument/2006/relationships/image" Target="../media/image1902.png"/><Relationship Id="rId92" Type="http://schemas.openxmlformats.org/officeDocument/2006/relationships/customXml" Target="../ink/ink1936.xml"/><Relationship Id="rId213" Type="http://schemas.openxmlformats.org/officeDocument/2006/relationships/image" Target="../media/image1971.png"/><Relationship Id="rId234" Type="http://schemas.openxmlformats.org/officeDocument/2006/relationships/image" Target="../media/image1981.png"/><Relationship Id="rId2" Type="http://schemas.openxmlformats.org/officeDocument/2006/relationships/customXml" Target="../ink/ink1891.xml"/><Relationship Id="rId29" Type="http://schemas.openxmlformats.org/officeDocument/2006/relationships/image" Target="../media/image1881.png"/><Relationship Id="rId255" Type="http://schemas.openxmlformats.org/officeDocument/2006/relationships/customXml" Target="../ink/ink2019.xml"/><Relationship Id="rId276" Type="http://schemas.openxmlformats.org/officeDocument/2006/relationships/image" Target="../media/image2002.png"/><Relationship Id="rId40" Type="http://schemas.openxmlformats.org/officeDocument/2006/relationships/customXml" Target="../ink/ink1910.xml"/><Relationship Id="rId115" Type="http://schemas.openxmlformats.org/officeDocument/2006/relationships/image" Target="../media/image1923.png"/><Relationship Id="rId136" Type="http://schemas.openxmlformats.org/officeDocument/2006/relationships/image" Target="../media/image1933.png"/><Relationship Id="rId157" Type="http://schemas.openxmlformats.org/officeDocument/2006/relationships/customXml" Target="../ink/ink1969.xml"/><Relationship Id="rId178" Type="http://schemas.openxmlformats.org/officeDocument/2006/relationships/image" Target="../media/image1954.png"/><Relationship Id="rId61" Type="http://schemas.openxmlformats.org/officeDocument/2006/relationships/image" Target="../media/image1897.png"/><Relationship Id="rId82" Type="http://schemas.openxmlformats.org/officeDocument/2006/relationships/customXml" Target="../ink/ink1931.xml"/><Relationship Id="rId199" Type="http://schemas.openxmlformats.org/officeDocument/2006/relationships/customXml" Target="../ink/ink1990.xml"/><Relationship Id="rId203" Type="http://schemas.openxmlformats.org/officeDocument/2006/relationships/image" Target="../media/image1966.png"/><Relationship Id="rId19" Type="http://schemas.openxmlformats.org/officeDocument/2006/relationships/image" Target="../media/image1876.png"/><Relationship Id="rId224" Type="http://schemas.openxmlformats.org/officeDocument/2006/relationships/customXml" Target="../ink/ink2003.xml"/><Relationship Id="rId245" Type="http://schemas.openxmlformats.org/officeDocument/2006/relationships/customXml" Target="../ink/ink2014.xml"/><Relationship Id="rId266" Type="http://schemas.openxmlformats.org/officeDocument/2006/relationships/image" Target="../media/image1997.png"/><Relationship Id="rId287" Type="http://schemas.openxmlformats.org/officeDocument/2006/relationships/customXml" Target="../ink/ink2035.xml"/><Relationship Id="rId30" Type="http://schemas.openxmlformats.org/officeDocument/2006/relationships/customXml" Target="../ink/ink1905.xml"/><Relationship Id="rId105" Type="http://schemas.openxmlformats.org/officeDocument/2006/relationships/image" Target="../media/image1918.png"/><Relationship Id="rId126" Type="http://schemas.openxmlformats.org/officeDocument/2006/relationships/customXml" Target="../ink/ink1953.xml"/><Relationship Id="rId147" Type="http://schemas.openxmlformats.org/officeDocument/2006/relationships/customXml" Target="../ink/ink1964.xml"/><Relationship Id="rId168" Type="http://schemas.openxmlformats.org/officeDocument/2006/relationships/image" Target="../media/image1949.png"/><Relationship Id="rId51" Type="http://schemas.openxmlformats.org/officeDocument/2006/relationships/image" Target="../media/image1892.png"/><Relationship Id="rId72" Type="http://schemas.openxmlformats.org/officeDocument/2006/relationships/customXml" Target="../ink/ink1926.xml"/><Relationship Id="rId93" Type="http://schemas.openxmlformats.org/officeDocument/2006/relationships/image" Target="../media/image1913.png"/><Relationship Id="rId189" Type="http://schemas.openxmlformats.org/officeDocument/2006/relationships/customXml" Target="../ink/ink1985.xml"/><Relationship Id="rId3" Type="http://schemas.openxmlformats.org/officeDocument/2006/relationships/image" Target="../media/image1868.png"/><Relationship Id="rId214" Type="http://schemas.openxmlformats.org/officeDocument/2006/relationships/customXml" Target="../ink/ink1998.xml"/><Relationship Id="rId235" Type="http://schemas.openxmlformats.org/officeDocument/2006/relationships/customXml" Target="../ink/ink2009.xml"/><Relationship Id="rId256" Type="http://schemas.openxmlformats.org/officeDocument/2006/relationships/image" Target="../media/image1992.png"/><Relationship Id="rId277" Type="http://schemas.openxmlformats.org/officeDocument/2006/relationships/customXml" Target="../ink/ink2030.xml"/><Relationship Id="rId116" Type="http://schemas.openxmlformats.org/officeDocument/2006/relationships/customXml" Target="../ink/ink1948.xml"/><Relationship Id="rId137" Type="http://schemas.openxmlformats.org/officeDocument/2006/relationships/customXml" Target="../ink/ink1959.xml"/><Relationship Id="rId158" Type="http://schemas.openxmlformats.org/officeDocument/2006/relationships/image" Target="../media/image1944.png"/><Relationship Id="rId20" Type="http://schemas.openxmlformats.org/officeDocument/2006/relationships/customXml" Target="../ink/ink1900.xml"/><Relationship Id="rId41" Type="http://schemas.openxmlformats.org/officeDocument/2006/relationships/image" Target="../media/image1887.png"/><Relationship Id="rId62" Type="http://schemas.openxmlformats.org/officeDocument/2006/relationships/customXml" Target="../ink/ink1921.xml"/><Relationship Id="rId83" Type="http://schemas.openxmlformats.org/officeDocument/2006/relationships/image" Target="../media/image1908.png"/><Relationship Id="rId179" Type="http://schemas.openxmlformats.org/officeDocument/2006/relationships/customXml" Target="../ink/ink1980.xml"/><Relationship Id="rId190" Type="http://schemas.openxmlformats.org/officeDocument/2006/relationships/image" Target="../media/image1960.png"/><Relationship Id="rId204" Type="http://schemas.openxmlformats.org/officeDocument/2006/relationships/customXml" Target="../ink/ink1993.xml"/><Relationship Id="rId225" Type="http://schemas.openxmlformats.org/officeDocument/2006/relationships/image" Target="../media/image1977.png"/><Relationship Id="rId246" Type="http://schemas.openxmlformats.org/officeDocument/2006/relationships/image" Target="../media/image1987.png"/><Relationship Id="rId267" Type="http://schemas.openxmlformats.org/officeDocument/2006/relationships/customXml" Target="../ink/ink2025.xml"/><Relationship Id="rId288" Type="http://schemas.openxmlformats.org/officeDocument/2006/relationships/image" Target="../media/image2008.png"/><Relationship Id="rId106" Type="http://schemas.openxmlformats.org/officeDocument/2006/relationships/customXml" Target="../ink/ink1943.xml"/><Relationship Id="rId127" Type="http://schemas.openxmlformats.org/officeDocument/2006/relationships/image" Target="../media/image1929.png"/><Relationship Id="rId10" Type="http://schemas.openxmlformats.org/officeDocument/2006/relationships/customXml" Target="../ink/ink1895.xml"/><Relationship Id="rId31" Type="http://schemas.openxmlformats.org/officeDocument/2006/relationships/image" Target="../media/image1882.png"/><Relationship Id="rId52" Type="http://schemas.openxmlformats.org/officeDocument/2006/relationships/customXml" Target="../ink/ink1916.xml"/><Relationship Id="rId73" Type="http://schemas.openxmlformats.org/officeDocument/2006/relationships/image" Target="../media/image1903.png"/><Relationship Id="rId94" Type="http://schemas.openxmlformats.org/officeDocument/2006/relationships/customXml" Target="../ink/ink1937.xml"/><Relationship Id="rId148" Type="http://schemas.openxmlformats.org/officeDocument/2006/relationships/image" Target="../media/image1939.png"/><Relationship Id="rId169" Type="http://schemas.openxmlformats.org/officeDocument/2006/relationships/customXml" Target="../ink/ink1975.xml"/><Relationship Id="rId4" Type="http://schemas.openxmlformats.org/officeDocument/2006/relationships/customXml" Target="../ink/ink1892.xml"/><Relationship Id="rId180" Type="http://schemas.openxmlformats.org/officeDocument/2006/relationships/image" Target="../media/image1955.png"/><Relationship Id="rId215" Type="http://schemas.openxmlformats.org/officeDocument/2006/relationships/image" Target="../media/image1972.png"/><Relationship Id="rId236" Type="http://schemas.openxmlformats.org/officeDocument/2006/relationships/image" Target="../media/image1982.png"/><Relationship Id="rId257" Type="http://schemas.openxmlformats.org/officeDocument/2006/relationships/customXml" Target="../ink/ink2020.xml"/><Relationship Id="rId278" Type="http://schemas.openxmlformats.org/officeDocument/2006/relationships/image" Target="../media/image2003.png"/><Relationship Id="rId42" Type="http://schemas.openxmlformats.org/officeDocument/2006/relationships/customXml" Target="../ink/ink1911.xml"/><Relationship Id="rId84" Type="http://schemas.openxmlformats.org/officeDocument/2006/relationships/customXml" Target="../ink/ink1932.xml"/><Relationship Id="rId138" Type="http://schemas.openxmlformats.org/officeDocument/2006/relationships/image" Target="../media/image1934.png"/><Relationship Id="rId191" Type="http://schemas.openxmlformats.org/officeDocument/2006/relationships/customXml" Target="../ink/ink1986.xml"/><Relationship Id="rId205" Type="http://schemas.openxmlformats.org/officeDocument/2006/relationships/image" Target="../media/image1967.png"/><Relationship Id="rId247" Type="http://schemas.openxmlformats.org/officeDocument/2006/relationships/customXml" Target="../ink/ink2015.xml"/><Relationship Id="rId107" Type="http://schemas.openxmlformats.org/officeDocument/2006/relationships/image" Target="../media/image1919.png"/><Relationship Id="rId289" Type="http://schemas.openxmlformats.org/officeDocument/2006/relationships/customXml" Target="../ink/ink2036.xml"/><Relationship Id="rId11" Type="http://schemas.openxmlformats.org/officeDocument/2006/relationships/image" Target="../media/image1872.png"/><Relationship Id="rId53" Type="http://schemas.openxmlformats.org/officeDocument/2006/relationships/image" Target="../media/image1893.png"/><Relationship Id="rId149" Type="http://schemas.openxmlformats.org/officeDocument/2006/relationships/customXml" Target="../ink/ink1965.xml"/><Relationship Id="rId95" Type="http://schemas.openxmlformats.org/officeDocument/2006/relationships/image" Target="../media/image1914.png"/><Relationship Id="rId160" Type="http://schemas.openxmlformats.org/officeDocument/2006/relationships/image" Target="../media/image1945.png"/><Relationship Id="rId216" Type="http://schemas.openxmlformats.org/officeDocument/2006/relationships/customXml" Target="../ink/ink1999.xml"/><Relationship Id="rId258" Type="http://schemas.openxmlformats.org/officeDocument/2006/relationships/image" Target="../media/image1993.png"/><Relationship Id="rId22" Type="http://schemas.openxmlformats.org/officeDocument/2006/relationships/customXml" Target="../ink/ink1901.xml"/><Relationship Id="rId64" Type="http://schemas.openxmlformats.org/officeDocument/2006/relationships/customXml" Target="../ink/ink1922.xml"/><Relationship Id="rId118" Type="http://schemas.openxmlformats.org/officeDocument/2006/relationships/customXml" Target="../ink/ink1949.xml"/><Relationship Id="rId171" Type="http://schemas.openxmlformats.org/officeDocument/2006/relationships/customXml" Target="../ink/ink1976.xml"/><Relationship Id="rId227" Type="http://schemas.openxmlformats.org/officeDocument/2006/relationships/image" Target="../media/image1978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66.png"/><Relationship Id="rId299" Type="http://schemas.openxmlformats.org/officeDocument/2006/relationships/customXml" Target="../ink/ink2186.xml"/><Relationship Id="rId21" Type="http://schemas.openxmlformats.org/officeDocument/2006/relationships/image" Target="../media/image2019.png"/><Relationship Id="rId63" Type="http://schemas.openxmlformats.org/officeDocument/2006/relationships/image" Target="../media/image2040.png"/><Relationship Id="rId159" Type="http://schemas.openxmlformats.org/officeDocument/2006/relationships/image" Target="../media/image2087.png"/><Relationship Id="rId324" Type="http://schemas.openxmlformats.org/officeDocument/2006/relationships/image" Target="../media/image2168.png"/><Relationship Id="rId366" Type="http://schemas.openxmlformats.org/officeDocument/2006/relationships/image" Target="../media/image2189.png"/><Relationship Id="rId170" Type="http://schemas.openxmlformats.org/officeDocument/2006/relationships/customXml" Target="../ink/ink2121.xml"/><Relationship Id="rId226" Type="http://schemas.openxmlformats.org/officeDocument/2006/relationships/image" Target="../media/image2119.png"/><Relationship Id="rId433" Type="http://schemas.openxmlformats.org/officeDocument/2006/relationships/customXml" Target="../ink/ink2253.xml"/><Relationship Id="rId268" Type="http://schemas.openxmlformats.org/officeDocument/2006/relationships/image" Target="../media/image2140.png"/><Relationship Id="rId475" Type="http://schemas.openxmlformats.org/officeDocument/2006/relationships/customXml" Target="../ink/ink2274.xml"/><Relationship Id="rId32" Type="http://schemas.openxmlformats.org/officeDocument/2006/relationships/customXml" Target="../ink/ink2052.xml"/><Relationship Id="rId74" Type="http://schemas.openxmlformats.org/officeDocument/2006/relationships/customXml" Target="../ink/ink2073.xml"/><Relationship Id="rId128" Type="http://schemas.openxmlformats.org/officeDocument/2006/relationships/customXml" Target="../ink/ink2100.xml"/><Relationship Id="rId335" Type="http://schemas.openxmlformats.org/officeDocument/2006/relationships/customXml" Target="../ink/ink2204.xml"/><Relationship Id="rId377" Type="http://schemas.openxmlformats.org/officeDocument/2006/relationships/customXml" Target="../ink/ink2225.xml"/><Relationship Id="rId5" Type="http://schemas.openxmlformats.org/officeDocument/2006/relationships/image" Target="../media/image2011.png"/><Relationship Id="rId181" Type="http://schemas.openxmlformats.org/officeDocument/2006/relationships/image" Target="../media/image2097.png"/><Relationship Id="rId237" Type="http://schemas.openxmlformats.org/officeDocument/2006/relationships/customXml" Target="../ink/ink2155.xml"/><Relationship Id="rId402" Type="http://schemas.openxmlformats.org/officeDocument/2006/relationships/image" Target="../media/image2206.png"/><Relationship Id="rId279" Type="http://schemas.openxmlformats.org/officeDocument/2006/relationships/customXml" Target="../ink/ink2176.xml"/><Relationship Id="rId444" Type="http://schemas.openxmlformats.org/officeDocument/2006/relationships/image" Target="../media/image2227.png"/><Relationship Id="rId43" Type="http://schemas.openxmlformats.org/officeDocument/2006/relationships/image" Target="../media/image2030.png"/><Relationship Id="rId139" Type="http://schemas.openxmlformats.org/officeDocument/2006/relationships/image" Target="../media/image2077.png"/><Relationship Id="rId290" Type="http://schemas.openxmlformats.org/officeDocument/2006/relationships/image" Target="../media/image2151.png"/><Relationship Id="rId304" Type="http://schemas.openxmlformats.org/officeDocument/2006/relationships/image" Target="../media/image2158.png"/><Relationship Id="rId346" Type="http://schemas.openxmlformats.org/officeDocument/2006/relationships/image" Target="../media/image2179.png"/><Relationship Id="rId388" Type="http://schemas.openxmlformats.org/officeDocument/2006/relationships/image" Target="../media/image2199.png"/><Relationship Id="rId85" Type="http://schemas.openxmlformats.org/officeDocument/2006/relationships/image" Target="../media/image1665.png"/><Relationship Id="rId150" Type="http://schemas.openxmlformats.org/officeDocument/2006/relationships/customXml" Target="../ink/ink2111.xml"/><Relationship Id="rId192" Type="http://schemas.openxmlformats.org/officeDocument/2006/relationships/customXml" Target="../ink/ink2132.xml"/><Relationship Id="rId206" Type="http://schemas.openxmlformats.org/officeDocument/2006/relationships/image" Target="../media/image2109.png"/><Relationship Id="rId413" Type="http://schemas.openxmlformats.org/officeDocument/2006/relationships/customXml" Target="../ink/ink2243.xml"/><Relationship Id="rId248" Type="http://schemas.openxmlformats.org/officeDocument/2006/relationships/image" Target="../media/image2130.png"/><Relationship Id="rId455" Type="http://schemas.openxmlformats.org/officeDocument/2006/relationships/customXml" Target="../ink/ink2264.xml"/><Relationship Id="rId12" Type="http://schemas.openxmlformats.org/officeDocument/2006/relationships/customXml" Target="../ink/ink2042.xml"/><Relationship Id="rId108" Type="http://schemas.openxmlformats.org/officeDocument/2006/relationships/customXml" Target="../ink/ink2090.xml"/><Relationship Id="rId315" Type="http://schemas.openxmlformats.org/officeDocument/2006/relationships/customXml" Target="../ink/ink2194.xml"/><Relationship Id="rId357" Type="http://schemas.openxmlformats.org/officeDocument/2006/relationships/customXml" Target="../ink/ink2215.xml"/><Relationship Id="rId54" Type="http://schemas.openxmlformats.org/officeDocument/2006/relationships/customXml" Target="../ink/ink2063.xml"/><Relationship Id="rId96" Type="http://schemas.openxmlformats.org/officeDocument/2006/relationships/customXml" Target="../ink/ink2084.xml"/><Relationship Id="rId161" Type="http://schemas.openxmlformats.org/officeDocument/2006/relationships/image" Target="../media/image2088.png"/><Relationship Id="rId217" Type="http://schemas.openxmlformats.org/officeDocument/2006/relationships/customXml" Target="../ink/ink2145.xml"/><Relationship Id="rId399" Type="http://schemas.openxmlformats.org/officeDocument/2006/relationships/customXml" Target="../ink/ink2236.xml"/><Relationship Id="rId259" Type="http://schemas.openxmlformats.org/officeDocument/2006/relationships/customXml" Target="../ink/ink2166.xml"/><Relationship Id="rId424" Type="http://schemas.openxmlformats.org/officeDocument/2006/relationships/image" Target="../media/image2217.png"/><Relationship Id="rId466" Type="http://schemas.openxmlformats.org/officeDocument/2006/relationships/image" Target="../media/image2238.png"/><Relationship Id="rId23" Type="http://schemas.openxmlformats.org/officeDocument/2006/relationships/image" Target="../media/image2020.png"/><Relationship Id="rId119" Type="http://schemas.openxmlformats.org/officeDocument/2006/relationships/image" Target="../media/image2067.png"/><Relationship Id="rId270" Type="http://schemas.openxmlformats.org/officeDocument/2006/relationships/image" Target="../media/image2141.png"/><Relationship Id="rId326" Type="http://schemas.openxmlformats.org/officeDocument/2006/relationships/image" Target="../media/image2169.png"/><Relationship Id="rId65" Type="http://schemas.openxmlformats.org/officeDocument/2006/relationships/image" Target="../media/image2041.png"/><Relationship Id="rId130" Type="http://schemas.openxmlformats.org/officeDocument/2006/relationships/customXml" Target="../ink/ink2101.xml"/><Relationship Id="rId368" Type="http://schemas.openxmlformats.org/officeDocument/2006/relationships/image" Target="../media/image2190.png"/><Relationship Id="rId172" Type="http://schemas.openxmlformats.org/officeDocument/2006/relationships/customXml" Target="../ink/ink2122.xml"/><Relationship Id="rId228" Type="http://schemas.openxmlformats.org/officeDocument/2006/relationships/image" Target="../media/image2120.png"/><Relationship Id="rId435" Type="http://schemas.openxmlformats.org/officeDocument/2006/relationships/customXml" Target="../ink/ink2254.xml"/><Relationship Id="rId281" Type="http://schemas.openxmlformats.org/officeDocument/2006/relationships/customXml" Target="../ink/ink2177.xml"/><Relationship Id="rId337" Type="http://schemas.openxmlformats.org/officeDocument/2006/relationships/customXml" Target="../ink/ink2205.xml"/><Relationship Id="rId34" Type="http://schemas.openxmlformats.org/officeDocument/2006/relationships/customXml" Target="../ink/ink2053.xml"/><Relationship Id="rId76" Type="http://schemas.openxmlformats.org/officeDocument/2006/relationships/customXml" Target="../ink/ink2074.xml"/><Relationship Id="rId141" Type="http://schemas.openxmlformats.org/officeDocument/2006/relationships/image" Target="../media/image2078.png"/><Relationship Id="rId379" Type="http://schemas.openxmlformats.org/officeDocument/2006/relationships/customXml" Target="../ink/ink2226.xml"/><Relationship Id="rId7" Type="http://schemas.openxmlformats.org/officeDocument/2006/relationships/image" Target="../media/image2012.png"/><Relationship Id="rId183" Type="http://schemas.openxmlformats.org/officeDocument/2006/relationships/image" Target="../media/image2098.png"/><Relationship Id="rId239" Type="http://schemas.openxmlformats.org/officeDocument/2006/relationships/customXml" Target="../ink/ink2156.xml"/><Relationship Id="rId390" Type="http://schemas.openxmlformats.org/officeDocument/2006/relationships/image" Target="../media/image2200.png"/><Relationship Id="rId404" Type="http://schemas.openxmlformats.org/officeDocument/2006/relationships/image" Target="../media/image2207.png"/><Relationship Id="rId446" Type="http://schemas.openxmlformats.org/officeDocument/2006/relationships/image" Target="../media/image2228.png"/><Relationship Id="rId250" Type="http://schemas.openxmlformats.org/officeDocument/2006/relationships/image" Target="../media/image2131.png"/><Relationship Id="rId292" Type="http://schemas.openxmlformats.org/officeDocument/2006/relationships/image" Target="../media/image2152.png"/><Relationship Id="rId306" Type="http://schemas.openxmlformats.org/officeDocument/2006/relationships/image" Target="../media/image2159.png"/><Relationship Id="rId45" Type="http://schemas.openxmlformats.org/officeDocument/2006/relationships/image" Target="../media/image2031.png"/><Relationship Id="rId87" Type="http://schemas.openxmlformats.org/officeDocument/2006/relationships/image" Target="../media/image2051.png"/><Relationship Id="rId110" Type="http://schemas.openxmlformats.org/officeDocument/2006/relationships/customXml" Target="../ink/ink2091.xml"/><Relationship Id="rId348" Type="http://schemas.openxmlformats.org/officeDocument/2006/relationships/image" Target="../media/image2180.png"/><Relationship Id="rId152" Type="http://schemas.openxmlformats.org/officeDocument/2006/relationships/customXml" Target="../ink/ink2112.xml"/><Relationship Id="rId194" Type="http://schemas.openxmlformats.org/officeDocument/2006/relationships/customXml" Target="../ink/ink2133.xml"/><Relationship Id="rId208" Type="http://schemas.openxmlformats.org/officeDocument/2006/relationships/image" Target="../media/image2110.png"/><Relationship Id="rId415" Type="http://schemas.openxmlformats.org/officeDocument/2006/relationships/customXml" Target="../ink/ink2244.xml"/><Relationship Id="rId457" Type="http://schemas.openxmlformats.org/officeDocument/2006/relationships/customXml" Target="../ink/ink2265.xml"/><Relationship Id="rId261" Type="http://schemas.openxmlformats.org/officeDocument/2006/relationships/customXml" Target="../ink/ink2167.xml"/><Relationship Id="rId14" Type="http://schemas.openxmlformats.org/officeDocument/2006/relationships/customXml" Target="../ink/ink2043.xml"/><Relationship Id="rId56" Type="http://schemas.openxmlformats.org/officeDocument/2006/relationships/customXml" Target="../ink/ink2064.xml"/><Relationship Id="rId317" Type="http://schemas.openxmlformats.org/officeDocument/2006/relationships/customXml" Target="../ink/ink2195.xml"/><Relationship Id="rId359" Type="http://schemas.openxmlformats.org/officeDocument/2006/relationships/customXml" Target="../ink/ink2216.xml"/><Relationship Id="rId98" Type="http://schemas.openxmlformats.org/officeDocument/2006/relationships/customXml" Target="../ink/ink2085.xml"/><Relationship Id="rId121" Type="http://schemas.openxmlformats.org/officeDocument/2006/relationships/image" Target="../media/image2068.png"/><Relationship Id="rId163" Type="http://schemas.openxmlformats.org/officeDocument/2006/relationships/image" Target="../media/image2089.png"/><Relationship Id="rId219" Type="http://schemas.openxmlformats.org/officeDocument/2006/relationships/customXml" Target="../ink/ink2146.xml"/><Relationship Id="rId370" Type="http://schemas.openxmlformats.org/officeDocument/2006/relationships/image" Target="../media/image2191.png"/><Relationship Id="rId426" Type="http://schemas.openxmlformats.org/officeDocument/2006/relationships/image" Target="../media/image2218.png"/><Relationship Id="rId230" Type="http://schemas.openxmlformats.org/officeDocument/2006/relationships/image" Target="../media/image2121.png"/><Relationship Id="rId468" Type="http://schemas.openxmlformats.org/officeDocument/2006/relationships/image" Target="../media/image2239.png"/><Relationship Id="rId25" Type="http://schemas.openxmlformats.org/officeDocument/2006/relationships/image" Target="../media/image2021.png"/><Relationship Id="rId67" Type="http://schemas.openxmlformats.org/officeDocument/2006/relationships/image" Target="../media/image2042.png"/><Relationship Id="rId272" Type="http://schemas.openxmlformats.org/officeDocument/2006/relationships/image" Target="../media/image2142.png"/><Relationship Id="rId328" Type="http://schemas.openxmlformats.org/officeDocument/2006/relationships/image" Target="../media/image2170.png"/><Relationship Id="rId132" Type="http://schemas.openxmlformats.org/officeDocument/2006/relationships/customXml" Target="../ink/ink2102.xml"/><Relationship Id="rId174" Type="http://schemas.openxmlformats.org/officeDocument/2006/relationships/customXml" Target="../ink/ink2123.xml"/><Relationship Id="rId381" Type="http://schemas.openxmlformats.org/officeDocument/2006/relationships/customXml" Target="../ink/ink2227.xml"/><Relationship Id="rId241" Type="http://schemas.openxmlformats.org/officeDocument/2006/relationships/customXml" Target="../ink/ink2157.xml"/><Relationship Id="rId437" Type="http://schemas.openxmlformats.org/officeDocument/2006/relationships/customXml" Target="../ink/ink2255.xml"/><Relationship Id="rId36" Type="http://schemas.openxmlformats.org/officeDocument/2006/relationships/customXml" Target="../ink/ink2054.xml"/><Relationship Id="rId283" Type="http://schemas.openxmlformats.org/officeDocument/2006/relationships/customXml" Target="../ink/ink2178.xml"/><Relationship Id="rId339" Type="http://schemas.openxmlformats.org/officeDocument/2006/relationships/customXml" Target="../ink/ink2206.xml"/><Relationship Id="rId78" Type="http://schemas.openxmlformats.org/officeDocument/2006/relationships/customXml" Target="../ink/ink2075.xml"/><Relationship Id="rId101" Type="http://schemas.openxmlformats.org/officeDocument/2006/relationships/image" Target="../media/image2058.png"/><Relationship Id="rId143" Type="http://schemas.openxmlformats.org/officeDocument/2006/relationships/image" Target="../media/image2079.png"/><Relationship Id="rId185" Type="http://schemas.openxmlformats.org/officeDocument/2006/relationships/image" Target="../media/image2099.png"/><Relationship Id="rId350" Type="http://schemas.openxmlformats.org/officeDocument/2006/relationships/image" Target="../media/image2181.png"/><Relationship Id="rId406" Type="http://schemas.openxmlformats.org/officeDocument/2006/relationships/image" Target="../media/image2208.png"/><Relationship Id="rId9" Type="http://schemas.openxmlformats.org/officeDocument/2006/relationships/image" Target="../media/image2013.png"/><Relationship Id="rId210" Type="http://schemas.openxmlformats.org/officeDocument/2006/relationships/image" Target="../media/image2111.png"/><Relationship Id="rId392" Type="http://schemas.openxmlformats.org/officeDocument/2006/relationships/image" Target="../media/image2201.png"/><Relationship Id="rId448" Type="http://schemas.openxmlformats.org/officeDocument/2006/relationships/image" Target="../media/image2229.png"/><Relationship Id="rId252" Type="http://schemas.openxmlformats.org/officeDocument/2006/relationships/image" Target="../media/image2132.png"/><Relationship Id="rId294" Type="http://schemas.openxmlformats.org/officeDocument/2006/relationships/image" Target="../media/image2153.png"/><Relationship Id="rId308" Type="http://schemas.openxmlformats.org/officeDocument/2006/relationships/image" Target="../media/image2160.png"/><Relationship Id="rId47" Type="http://schemas.openxmlformats.org/officeDocument/2006/relationships/image" Target="../media/image2032.png"/><Relationship Id="rId89" Type="http://schemas.openxmlformats.org/officeDocument/2006/relationships/image" Target="../media/image2052.png"/><Relationship Id="rId112" Type="http://schemas.openxmlformats.org/officeDocument/2006/relationships/customXml" Target="../ink/ink2092.xml"/><Relationship Id="rId154" Type="http://schemas.openxmlformats.org/officeDocument/2006/relationships/customXml" Target="../ink/ink2113.xml"/><Relationship Id="rId361" Type="http://schemas.openxmlformats.org/officeDocument/2006/relationships/customXml" Target="../ink/ink2217.xml"/><Relationship Id="rId196" Type="http://schemas.openxmlformats.org/officeDocument/2006/relationships/customXml" Target="../ink/ink2134.xml"/><Relationship Id="rId417" Type="http://schemas.openxmlformats.org/officeDocument/2006/relationships/customXml" Target="../ink/ink2245.xml"/><Relationship Id="rId459" Type="http://schemas.openxmlformats.org/officeDocument/2006/relationships/customXml" Target="../ink/ink2266.xml"/><Relationship Id="rId16" Type="http://schemas.openxmlformats.org/officeDocument/2006/relationships/customXml" Target="../ink/ink2044.xml"/><Relationship Id="rId221" Type="http://schemas.openxmlformats.org/officeDocument/2006/relationships/customXml" Target="../ink/ink2147.xml"/><Relationship Id="rId263" Type="http://schemas.openxmlformats.org/officeDocument/2006/relationships/customXml" Target="../ink/ink2168.xml"/><Relationship Id="rId319" Type="http://schemas.openxmlformats.org/officeDocument/2006/relationships/customXml" Target="../ink/ink2196.xml"/><Relationship Id="rId470" Type="http://schemas.openxmlformats.org/officeDocument/2006/relationships/image" Target="../media/image2240.png"/><Relationship Id="rId58" Type="http://schemas.openxmlformats.org/officeDocument/2006/relationships/customXml" Target="../ink/ink2065.xml"/><Relationship Id="rId123" Type="http://schemas.openxmlformats.org/officeDocument/2006/relationships/image" Target="../media/image2069.png"/><Relationship Id="rId330" Type="http://schemas.openxmlformats.org/officeDocument/2006/relationships/image" Target="../media/image2171.png"/><Relationship Id="rId165" Type="http://schemas.openxmlformats.org/officeDocument/2006/relationships/image" Target="../media/image2090.png"/><Relationship Id="rId372" Type="http://schemas.openxmlformats.org/officeDocument/2006/relationships/image" Target="../media/image2192.png"/><Relationship Id="rId428" Type="http://schemas.openxmlformats.org/officeDocument/2006/relationships/image" Target="../media/image2219.png"/><Relationship Id="rId232" Type="http://schemas.openxmlformats.org/officeDocument/2006/relationships/image" Target="../media/image2122.png"/><Relationship Id="rId274" Type="http://schemas.openxmlformats.org/officeDocument/2006/relationships/image" Target="../media/image2143.png"/><Relationship Id="rId27" Type="http://schemas.openxmlformats.org/officeDocument/2006/relationships/image" Target="../media/image2022.png"/><Relationship Id="rId69" Type="http://schemas.openxmlformats.org/officeDocument/2006/relationships/image" Target="../media/image2043.png"/><Relationship Id="rId134" Type="http://schemas.openxmlformats.org/officeDocument/2006/relationships/customXml" Target="../ink/ink2103.xml"/><Relationship Id="rId80" Type="http://schemas.openxmlformats.org/officeDocument/2006/relationships/customXml" Target="../ink/ink2076.xml"/><Relationship Id="rId176" Type="http://schemas.openxmlformats.org/officeDocument/2006/relationships/customXml" Target="../ink/ink2124.xml"/><Relationship Id="rId341" Type="http://schemas.openxmlformats.org/officeDocument/2006/relationships/customXml" Target="../ink/ink2207.xml"/><Relationship Id="rId383" Type="http://schemas.openxmlformats.org/officeDocument/2006/relationships/customXml" Target="../ink/ink2228.xml"/><Relationship Id="rId439" Type="http://schemas.openxmlformats.org/officeDocument/2006/relationships/customXml" Target="../ink/ink2256.xml"/><Relationship Id="rId201" Type="http://schemas.openxmlformats.org/officeDocument/2006/relationships/image" Target="../media/image2107.png"/><Relationship Id="rId243" Type="http://schemas.openxmlformats.org/officeDocument/2006/relationships/customXml" Target="../ink/ink2158.xml"/><Relationship Id="rId285" Type="http://schemas.openxmlformats.org/officeDocument/2006/relationships/customXml" Target="../ink/ink2179.xml"/><Relationship Id="rId450" Type="http://schemas.openxmlformats.org/officeDocument/2006/relationships/image" Target="../media/image2230.png"/><Relationship Id="rId38" Type="http://schemas.openxmlformats.org/officeDocument/2006/relationships/customXml" Target="../ink/ink2055.xml"/><Relationship Id="rId103" Type="http://schemas.openxmlformats.org/officeDocument/2006/relationships/image" Target="../media/image2059.png"/><Relationship Id="rId310" Type="http://schemas.openxmlformats.org/officeDocument/2006/relationships/image" Target="../media/image2161.png"/><Relationship Id="rId91" Type="http://schemas.openxmlformats.org/officeDocument/2006/relationships/image" Target="../media/image2053.png"/><Relationship Id="rId145" Type="http://schemas.openxmlformats.org/officeDocument/2006/relationships/image" Target="../media/image2080.png"/><Relationship Id="rId187" Type="http://schemas.openxmlformats.org/officeDocument/2006/relationships/image" Target="../media/image2100.png"/><Relationship Id="rId352" Type="http://schemas.openxmlformats.org/officeDocument/2006/relationships/image" Target="../media/image2182.png"/><Relationship Id="rId394" Type="http://schemas.openxmlformats.org/officeDocument/2006/relationships/image" Target="../media/image2202.png"/><Relationship Id="rId408" Type="http://schemas.openxmlformats.org/officeDocument/2006/relationships/image" Target="../media/image2209.png"/><Relationship Id="rId212" Type="http://schemas.openxmlformats.org/officeDocument/2006/relationships/image" Target="../media/image2112.png"/><Relationship Id="rId254" Type="http://schemas.openxmlformats.org/officeDocument/2006/relationships/image" Target="../media/image2133.png"/><Relationship Id="rId49" Type="http://schemas.openxmlformats.org/officeDocument/2006/relationships/image" Target="../media/image2033.png"/><Relationship Id="rId114" Type="http://schemas.openxmlformats.org/officeDocument/2006/relationships/customXml" Target="../ink/ink2093.xml"/><Relationship Id="rId296" Type="http://schemas.openxmlformats.org/officeDocument/2006/relationships/image" Target="../media/image2154.png"/><Relationship Id="rId461" Type="http://schemas.openxmlformats.org/officeDocument/2006/relationships/customXml" Target="../ink/ink2267.xml"/><Relationship Id="rId60" Type="http://schemas.openxmlformats.org/officeDocument/2006/relationships/customXml" Target="../ink/ink2066.xml"/><Relationship Id="rId156" Type="http://schemas.openxmlformats.org/officeDocument/2006/relationships/customXml" Target="../ink/ink2114.xml"/><Relationship Id="rId198" Type="http://schemas.openxmlformats.org/officeDocument/2006/relationships/customXml" Target="../ink/ink2135.xml"/><Relationship Id="rId321" Type="http://schemas.openxmlformats.org/officeDocument/2006/relationships/customXml" Target="../ink/ink2197.xml"/><Relationship Id="rId363" Type="http://schemas.openxmlformats.org/officeDocument/2006/relationships/customXml" Target="../ink/ink2218.xml"/><Relationship Id="rId419" Type="http://schemas.openxmlformats.org/officeDocument/2006/relationships/customXml" Target="../ink/ink2246.xml"/><Relationship Id="rId223" Type="http://schemas.openxmlformats.org/officeDocument/2006/relationships/customXml" Target="../ink/ink2148.xml"/><Relationship Id="rId430" Type="http://schemas.openxmlformats.org/officeDocument/2006/relationships/image" Target="../media/image2220.png"/><Relationship Id="rId18" Type="http://schemas.openxmlformats.org/officeDocument/2006/relationships/customXml" Target="../ink/ink2045.xml"/><Relationship Id="rId265" Type="http://schemas.openxmlformats.org/officeDocument/2006/relationships/customXml" Target="../ink/ink2169.xml"/><Relationship Id="rId472" Type="http://schemas.openxmlformats.org/officeDocument/2006/relationships/image" Target="../media/image2241.png"/><Relationship Id="rId125" Type="http://schemas.openxmlformats.org/officeDocument/2006/relationships/image" Target="../media/image2070.png"/><Relationship Id="rId167" Type="http://schemas.openxmlformats.org/officeDocument/2006/relationships/image" Target="../media/image2091.png"/><Relationship Id="rId332" Type="http://schemas.openxmlformats.org/officeDocument/2006/relationships/image" Target="../media/image2172.png"/><Relationship Id="rId374" Type="http://schemas.openxmlformats.org/officeDocument/2006/relationships/image" Target="../media/image2193.png"/><Relationship Id="rId71" Type="http://schemas.openxmlformats.org/officeDocument/2006/relationships/image" Target="../media/image2044.png"/><Relationship Id="rId234" Type="http://schemas.openxmlformats.org/officeDocument/2006/relationships/image" Target="../media/image2123.png"/><Relationship Id="rId2" Type="http://schemas.openxmlformats.org/officeDocument/2006/relationships/customXml" Target="../ink/ink2037.xml"/><Relationship Id="rId29" Type="http://schemas.openxmlformats.org/officeDocument/2006/relationships/image" Target="../media/image2023.png"/><Relationship Id="rId276" Type="http://schemas.openxmlformats.org/officeDocument/2006/relationships/image" Target="../media/image2144.png"/><Relationship Id="rId441" Type="http://schemas.openxmlformats.org/officeDocument/2006/relationships/customXml" Target="../ink/ink2257.xml"/><Relationship Id="rId40" Type="http://schemas.openxmlformats.org/officeDocument/2006/relationships/customXml" Target="../ink/ink2056.xml"/><Relationship Id="rId136" Type="http://schemas.openxmlformats.org/officeDocument/2006/relationships/customXml" Target="../ink/ink2104.xml"/><Relationship Id="rId178" Type="http://schemas.openxmlformats.org/officeDocument/2006/relationships/customXml" Target="../ink/ink2125.xml"/><Relationship Id="rId301" Type="http://schemas.openxmlformats.org/officeDocument/2006/relationships/customXml" Target="../ink/ink2187.xml"/><Relationship Id="rId343" Type="http://schemas.openxmlformats.org/officeDocument/2006/relationships/customXml" Target="../ink/ink2208.xml"/><Relationship Id="rId82" Type="http://schemas.openxmlformats.org/officeDocument/2006/relationships/customXml" Target="../ink/ink2077.xml"/><Relationship Id="rId203" Type="http://schemas.openxmlformats.org/officeDocument/2006/relationships/image" Target="../media/image2108.png"/><Relationship Id="rId385" Type="http://schemas.openxmlformats.org/officeDocument/2006/relationships/customXml" Target="../ink/ink2229.xml"/><Relationship Id="rId245" Type="http://schemas.openxmlformats.org/officeDocument/2006/relationships/customXml" Target="../ink/ink2159.xml"/><Relationship Id="rId287" Type="http://schemas.openxmlformats.org/officeDocument/2006/relationships/customXml" Target="../ink/ink2180.xml"/><Relationship Id="rId410" Type="http://schemas.openxmlformats.org/officeDocument/2006/relationships/image" Target="../media/image2210.png"/><Relationship Id="rId452" Type="http://schemas.openxmlformats.org/officeDocument/2006/relationships/image" Target="../media/image2231.png"/><Relationship Id="rId30" Type="http://schemas.openxmlformats.org/officeDocument/2006/relationships/customXml" Target="../ink/ink2051.xml"/><Relationship Id="rId105" Type="http://schemas.openxmlformats.org/officeDocument/2006/relationships/image" Target="../media/image2060.png"/><Relationship Id="rId126" Type="http://schemas.openxmlformats.org/officeDocument/2006/relationships/customXml" Target="../ink/ink2099.xml"/><Relationship Id="rId147" Type="http://schemas.openxmlformats.org/officeDocument/2006/relationships/image" Target="../media/image2081.png"/><Relationship Id="rId168" Type="http://schemas.openxmlformats.org/officeDocument/2006/relationships/customXml" Target="../ink/ink2120.xml"/><Relationship Id="rId312" Type="http://schemas.openxmlformats.org/officeDocument/2006/relationships/image" Target="../media/image2162.png"/><Relationship Id="rId333" Type="http://schemas.openxmlformats.org/officeDocument/2006/relationships/customXml" Target="../ink/ink2203.xml"/><Relationship Id="rId354" Type="http://schemas.openxmlformats.org/officeDocument/2006/relationships/image" Target="../media/image2183.png"/><Relationship Id="rId51" Type="http://schemas.openxmlformats.org/officeDocument/2006/relationships/image" Target="../media/image2034.png"/><Relationship Id="rId72" Type="http://schemas.openxmlformats.org/officeDocument/2006/relationships/customXml" Target="../ink/ink2072.xml"/><Relationship Id="rId93" Type="http://schemas.openxmlformats.org/officeDocument/2006/relationships/image" Target="../media/image2054.png"/><Relationship Id="rId189" Type="http://schemas.openxmlformats.org/officeDocument/2006/relationships/image" Target="../media/image2101.png"/><Relationship Id="rId375" Type="http://schemas.openxmlformats.org/officeDocument/2006/relationships/customXml" Target="../ink/ink2224.xml"/><Relationship Id="rId396" Type="http://schemas.openxmlformats.org/officeDocument/2006/relationships/image" Target="../media/image2203.png"/><Relationship Id="rId3" Type="http://schemas.openxmlformats.org/officeDocument/2006/relationships/image" Target="../media/image2010.png"/><Relationship Id="rId214" Type="http://schemas.openxmlformats.org/officeDocument/2006/relationships/image" Target="../media/image2113.png"/><Relationship Id="rId235" Type="http://schemas.openxmlformats.org/officeDocument/2006/relationships/customXml" Target="../ink/ink2154.xml"/><Relationship Id="rId256" Type="http://schemas.openxmlformats.org/officeDocument/2006/relationships/image" Target="../media/image2134.png"/><Relationship Id="rId277" Type="http://schemas.openxmlformats.org/officeDocument/2006/relationships/customXml" Target="../ink/ink2175.xml"/><Relationship Id="rId298" Type="http://schemas.openxmlformats.org/officeDocument/2006/relationships/image" Target="../media/image2155.png"/><Relationship Id="rId400" Type="http://schemas.openxmlformats.org/officeDocument/2006/relationships/image" Target="../media/image2205.png"/><Relationship Id="rId421" Type="http://schemas.openxmlformats.org/officeDocument/2006/relationships/customXml" Target="../ink/ink2247.xml"/><Relationship Id="rId442" Type="http://schemas.openxmlformats.org/officeDocument/2006/relationships/image" Target="../media/image2226.png"/><Relationship Id="rId463" Type="http://schemas.openxmlformats.org/officeDocument/2006/relationships/customXml" Target="../ink/ink2268.xml"/><Relationship Id="rId116" Type="http://schemas.openxmlformats.org/officeDocument/2006/relationships/customXml" Target="../ink/ink2094.xml"/><Relationship Id="rId137" Type="http://schemas.openxmlformats.org/officeDocument/2006/relationships/image" Target="../media/image2076.png"/><Relationship Id="rId158" Type="http://schemas.openxmlformats.org/officeDocument/2006/relationships/customXml" Target="../ink/ink2115.xml"/><Relationship Id="rId302" Type="http://schemas.openxmlformats.org/officeDocument/2006/relationships/image" Target="../media/image2157.png"/><Relationship Id="rId323" Type="http://schemas.openxmlformats.org/officeDocument/2006/relationships/customXml" Target="../ink/ink2198.xml"/><Relationship Id="rId344" Type="http://schemas.openxmlformats.org/officeDocument/2006/relationships/image" Target="../media/image2178.png"/><Relationship Id="rId20" Type="http://schemas.openxmlformats.org/officeDocument/2006/relationships/customXml" Target="../ink/ink2046.xml"/><Relationship Id="rId41" Type="http://schemas.openxmlformats.org/officeDocument/2006/relationships/image" Target="../media/image2029.png"/><Relationship Id="rId62" Type="http://schemas.openxmlformats.org/officeDocument/2006/relationships/customXml" Target="../ink/ink2067.xml"/><Relationship Id="rId83" Type="http://schemas.openxmlformats.org/officeDocument/2006/relationships/image" Target="../media/image2050.png"/><Relationship Id="rId179" Type="http://schemas.openxmlformats.org/officeDocument/2006/relationships/image" Target="../media/image2096.png"/><Relationship Id="rId365" Type="http://schemas.openxmlformats.org/officeDocument/2006/relationships/customXml" Target="../ink/ink2219.xml"/><Relationship Id="rId386" Type="http://schemas.openxmlformats.org/officeDocument/2006/relationships/image" Target="../media/image2198.png"/><Relationship Id="rId190" Type="http://schemas.openxmlformats.org/officeDocument/2006/relationships/customXml" Target="../ink/ink2131.xml"/><Relationship Id="rId204" Type="http://schemas.openxmlformats.org/officeDocument/2006/relationships/customXml" Target="../ink/ink2138.xml"/><Relationship Id="rId225" Type="http://schemas.openxmlformats.org/officeDocument/2006/relationships/customXml" Target="../ink/ink2149.xml"/><Relationship Id="rId246" Type="http://schemas.openxmlformats.org/officeDocument/2006/relationships/image" Target="../media/image2129.png"/><Relationship Id="rId267" Type="http://schemas.openxmlformats.org/officeDocument/2006/relationships/customXml" Target="../ink/ink2170.xml"/><Relationship Id="rId288" Type="http://schemas.openxmlformats.org/officeDocument/2006/relationships/image" Target="../media/image2150.png"/><Relationship Id="rId411" Type="http://schemas.openxmlformats.org/officeDocument/2006/relationships/customXml" Target="../ink/ink2242.xml"/><Relationship Id="rId432" Type="http://schemas.openxmlformats.org/officeDocument/2006/relationships/image" Target="../media/image2221.png"/><Relationship Id="rId453" Type="http://schemas.openxmlformats.org/officeDocument/2006/relationships/customXml" Target="../ink/ink2263.xml"/><Relationship Id="rId474" Type="http://schemas.openxmlformats.org/officeDocument/2006/relationships/image" Target="../media/image2242.png"/><Relationship Id="rId106" Type="http://schemas.openxmlformats.org/officeDocument/2006/relationships/customXml" Target="../ink/ink2089.xml"/><Relationship Id="rId127" Type="http://schemas.openxmlformats.org/officeDocument/2006/relationships/image" Target="../media/image2071.png"/><Relationship Id="rId313" Type="http://schemas.openxmlformats.org/officeDocument/2006/relationships/customXml" Target="../ink/ink2193.xml"/><Relationship Id="rId10" Type="http://schemas.openxmlformats.org/officeDocument/2006/relationships/customXml" Target="../ink/ink2041.xml"/><Relationship Id="rId31" Type="http://schemas.openxmlformats.org/officeDocument/2006/relationships/image" Target="../media/image2024.png"/><Relationship Id="rId52" Type="http://schemas.openxmlformats.org/officeDocument/2006/relationships/customXml" Target="../ink/ink2062.xml"/><Relationship Id="rId73" Type="http://schemas.openxmlformats.org/officeDocument/2006/relationships/image" Target="../media/image2045.png"/><Relationship Id="rId94" Type="http://schemas.openxmlformats.org/officeDocument/2006/relationships/customXml" Target="../ink/ink2083.xml"/><Relationship Id="rId148" Type="http://schemas.openxmlformats.org/officeDocument/2006/relationships/customXml" Target="../ink/ink2110.xml"/><Relationship Id="rId169" Type="http://schemas.openxmlformats.org/officeDocument/2006/relationships/image" Target="../media/image2092.png"/><Relationship Id="rId334" Type="http://schemas.openxmlformats.org/officeDocument/2006/relationships/image" Target="../media/image2173.png"/><Relationship Id="rId355" Type="http://schemas.openxmlformats.org/officeDocument/2006/relationships/customXml" Target="../ink/ink2214.xml"/><Relationship Id="rId376" Type="http://schemas.openxmlformats.org/officeDocument/2006/relationships/image" Target="../media/image2194.png"/><Relationship Id="rId397" Type="http://schemas.openxmlformats.org/officeDocument/2006/relationships/customXml" Target="../ink/ink2235.xml"/><Relationship Id="rId4" Type="http://schemas.openxmlformats.org/officeDocument/2006/relationships/customXml" Target="../ink/ink2038.xml"/><Relationship Id="rId180" Type="http://schemas.openxmlformats.org/officeDocument/2006/relationships/customXml" Target="../ink/ink2126.xml"/><Relationship Id="rId215" Type="http://schemas.openxmlformats.org/officeDocument/2006/relationships/customXml" Target="../ink/ink2144.xml"/><Relationship Id="rId236" Type="http://schemas.openxmlformats.org/officeDocument/2006/relationships/image" Target="../media/image2124.png"/><Relationship Id="rId257" Type="http://schemas.openxmlformats.org/officeDocument/2006/relationships/customXml" Target="../ink/ink2165.xml"/><Relationship Id="rId278" Type="http://schemas.openxmlformats.org/officeDocument/2006/relationships/image" Target="../media/image2145.png"/><Relationship Id="rId401" Type="http://schemas.openxmlformats.org/officeDocument/2006/relationships/customXml" Target="../ink/ink2237.xml"/><Relationship Id="rId422" Type="http://schemas.openxmlformats.org/officeDocument/2006/relationships/image" Target="../media/image2216.png"/><Relationship Id="rId443" Type="http://schemas.openxmlformats.org/officeDocument/2006/relationships/customXml" Target="../ink/ink2258.xml"/><Relationship Id="rId464" Type="http://schemas.openxmlformats.org/officeDocument/2006/relationships/image" Target="../media/image2237.png"/><Relationship Id="rId303" Type="http://schemas.openxmlformats.org/officeDocument/2006/relationships/customXml" Target="../ink/ink2188.xml"/><Relationship Id="rId42" Type="http://schemas.openxmlformats.org/officeDocument/2006/relationships/customXml" Target="../ink/ink2057.xml"/><Relationship Id="rId84" Type="http://schemas.openxmlformats.org/officeDocument/2006/relationships/customXml" Target="../ink/ink2078.xml"/><Relationship Id="rId138" Type="http://schemas.openxmlformats.org/officeDocument/2006/relationships/customXml" Target="../ink/ink2105.xml"/><Relationship Id="rId345" Type="http://schemas.openxmlformats.org/officeDocument/2006/relationships/customXml" Target="../ink/ink2209.xml"/><Relationship Id="rId387" Type="http://schemas.openxmlformats.org/officeDocument/2006/relationships/customXml" Target="../ink/ink2230.xml"/><Relationship Id="rId191" Type="http://schemas.openxmlformats.org/officeDocument/2006/relationships/image" Target="../media/image2102.png"/><Relationship Id="rId205" Type="http://schemas.openxmlformats.org/officeDocument/2006/relationships/customXml" Target="../ink/ink2139.xml"/><Relationship Id="rId247" Type="http://schemas.openxmlformats.org/officeDocument/2006/relationships/customXml" Target="../ink/ink2160.xml"/><Relationship Id="rId412" Type="http://schemas.openxmlformats.org/officeDocument/2006/relationships/image" Target="../media/image2211.png"/><Relationship Id="rId107" Type="http://schemas.openxmlformats.org/officeDocument/2006/relationships/image" Target="../media/image2061.png"/><Relationship Id="rId289" Type="http://schemas.openxmlformats.org/officeDocument/2006/relationships/customXml" Target="../ink/ink2181.xml"/><Relationship Id="rId454" Type="http://schemas.openxmlformats.org/officeDocument/2006/relationships/image" Target="../media/image2232.png"/><Relationship Id="rId11" Type="http://schemas.openxmlformats.org/officeDocument/2006/relationships/image" Target="../media/image2014.png"/><Relationship Id="rId53" Type="http://schemas.openxmlformats.org/officeDocument/2006/relationships/image" Target="../media/image2035.png"/><Relationship Id="rId149" Type="http://schemas.openxmlformats.org/officeDocument/2006/relationships/image" Target="../media/image2082.png"/><Relationship Id="rId314" Type="http://schemas.openxmlformats.org/officeDocument/2006/relationships/image" Target="../media/image2163.png"/><Relationship Id="rId356" Type="http://schemas.openxmlformats.org/officeDocument/2006/relationships/image" Target="../media/image2184.png"/><Relationship Id="rId398" Type="http://schemas.openxmlformats.org/officeDocument/2006/relationships/image" Target="../media/image2204.png"/><Relationship Id="rId95" Type="http://schemas.openxmlformats.org/officeDocument/2006/relationships/image" Target="../media/image2055.png"/><Relationship Id="rId160" Type="http://schemas.openxmlformats.org/officeDocument/2006/relationships/customXml" Target="../ink/ink2116.xml"/><Relationship Id="rId216" Type="http://schemas.openxmlformats.org/officeDocument/2006/relationships/image" Target="../media/image2114.png"/><Relationship Id="rId423" Type="http://schemas.openxmlformats.org/officeDocument/2006/relationships/customXml" Target="../ink/ink2248.xml"/><Relationship Id="rId258" Type="http://schemas.openxmlformats.org/officeDocument/2006/relationships/image" Target="../media/image2135.png"/><Relationship Id="rId465" Type="http://schemas.openxmlformats.org/officeDocument/2006/relationships/customXml" Target="../ink/ink2269.xml"/><Relationship Id="rId22" Type="http://schemas.openxmlformats.org/officeDocument/2006/relationships/customXml" Target="../ink/ink2047.xml"/><Relationship Id="rId64" Type="http://schemas.openxmlformats.org/officeDocument/2006/relationships/customXml" Target="../ink/ink2068.xml"/><Relationship Id="rId118" Type="http://schemas.openxmlformats.org/officeDocument/2006/relationships/customXml" Target="../ink/ink2095.xml"/><Relationship Id="rId325" Type="http://schemas.openxmlformats.org/officeDocument/2006/relationships/customXml" Target="../ink/ink2199.xml"/><Relationship Id="rId367" Type="http://schemas.openxmlformats.org/officeDocument/2006/relationships/customXml" Target="../ink/ink2220.xml"/><Relationship Id="rId171" Type="http://schemas.openxmlformats.org/officeDocument/2006/relationships/image" Target="../media/image2093.png"/><Relationship Id="rId227" Type="http://schemas.openxmlformats.org/officeDocument/2006/relationships/customXml" Target="../ink/ink2150.xml"/><Relationship Id="rId269" Type="http://schemas.openxmlformats.org/officeDocument/2006/relationships/customXml" Target="../ink/ink2171.xml"/><Relationship Id="rId434" Type="http://schemas.openxmlformats.org/officeDocument/2006/relationships/image" Target="../media/image2222.png"/><Relationship Id="rId476" Type="http://schemas.openxmlformats.org/officeDocument/2006/relationships/image" Target="../media/image2243.png"/><Relationship Id="rId33" Type="http://schemas.openxmlformats.org/officeDocument/2006/relationships/image" Target="../media/image2025.png"/><Relationship Id="rId129" Type="http://schemas.openxmlformats.org/officeDocument/2006/relationships/image" Target="../media/image2072.png"/><Relationship Id="rId280" Type="http://schemas.openxmlformats.org/officeDocument/2006/relationships/image" Target="../media/image2146.png"/><Relationship Id="rId336" Type="http://schemas.openxmlformats.org/officeDocument/2006/relationships/image" Target="../media/image2174.png"/><Relationship Id="rId75" Type="http://schemas.openxmlformats.org/officeDocument/2006/relationships/image" Target="../media/image2046.png"/><Relationship Id="rId140" Type="http://schemas.openxmlformats.org/officeDocument/2006/relationships/customXml" Target="../ink/ink2106.xml"/><Relationship Id="rId182" Type="http://schemas.openxmlformats.org/officeDocument/2006/relationships/customXml" Target="../ink/ink2127.xml"/><Relationship Id="rId378" Type="http://schemas.openxmlformats.org/officeDocument/2006/relationships/image" Target="../media/image2195.png"/><Relationship Id="rId403" Type="http://schemas.openxmlformats.org/officeDocument/2006/relationships/customXml" Target="../ink/ink2238.xml"/><Relationship Id="rId6" Type="http://schemas.openxmlformats.org/officeDocument/2006/relationships/customXml" Target="../ink/ink2039.xml"/><Relationship Id="rId238" Type="http://schemas.openxmlformats.org/officeDocument/2006/relationships/image" Target="../media/image2125.png"/><Relationship Id="rId445" Type="http://schemas.openxmlformats.org/officeDocument/2006/relationships/customXml" Target="../ink/ink2259.xml"/><Relationship Id="rId291" Type="http://schemas.openxmlformats.org/officeDocument/2006/relationships/customXml" Target="../ink/ink2182.xml"/><Relationship Id="rId305" Type="http://schemas.openxmlformats.org/officeDocument/2006/relationships/customXml" Target="../ink/ink2189.xml"/><Relationship Id="rId347" Type="http://schemas.openxmlformats.org/officeDocument/2006/relationships/customXml" Target="../ink/ink2210.xml"/><Relationship Id="rId44" Type="http://schemas.openxmlformats.org/officeDocument/2006/relationships/customXml" Target="../ink/ink2058.xml"/><Relationship Id="rId86" Type="http://schemas.openxmlformats.org/officeDocument/2006/relationships/customXml" Target="../ink/ink2079.xml"/><Relationship Id="rId151" Type="http://schemas.openxmlformats.org/officeDocument/2006/relationships/image" Target="../media/image2083.png"/><Relationship Id="rId389" Type="http://schemas.openxmlformats.org/officeDocument/2006/relationships/customXml" Target="../ink/ink2231.xml"/><Relationship Id="rId193" Type="http://schemas.openxmlformats.org/officeDocument/2006/relationships/image" Target="../media/image2103.png"/><Relationship Id="rId207" Type="http://schemas.openxmlformats.org/officeDocument/2006/relationships/customXml" Target="../ink/ink2140.xml"/><Relationship Id="rId249" Type="http://schemas.openxmlformats.org/officeDocument/2006/relationships/customXml" Target="../ink/ink2161.xml"/><Relationship Id="rId414" Type="http://schemas.openxmlformats.org/officeDocument/2006/relationships/image" Target="../media/image2212.png"/><Relationship Id="rId456" Type="http://schemas.openxmlformats.org/officeDocument/2006/relationships/image" Target="../media/image2233.png"/><Relationship Id="rId13" Type="http://schemas.openxmlformats.org/officeDocument/2006/relationships/image" Target="../media/image2015.png"/><Relationship Id="rId109" Type="http://schemas.openxmlformats.org/officeDocument/2006/relationships/image" Target="../media/image2062.png"/><Relationship Id="rId260" Type="http://schemas.openxmlformats.org/officeDocument/2006/relationships/image" Target="../media/image2136.png"/><Relationship Id="rId316" Type="http://schemas.openxmlformats.org/officeDocument/2006/relationships/image" Target="../media/image2164.png"/><Relationship Id="rId55" Type="http://schemas.openxmlformats.org/officeDocument/2006/relationships/image" Target="../media/image2036.png"/><Relationship Id="rId97" Type="http://schemas.openxmlformats.org/officeDocument/2006/relationships/image" Target="../media/image2056.png"/><Relationship Id="rId120" Type="http://schemas.openxmlformats.org/officeDocument/2006/relationships/customXml" Target="../ink/ink2096.xml"/><Relationship Id="rId358" Type="http://schemas.openxmlformats.org/officeDocument/2006/relationships/image" Target="../media/image2185.png"/><Relationship Id="rId162" Type="http://schemas.openxmlformats.org/officeDocument/2006/relationships/customXml" Target="../ink/ink2117.xml"/><Relationship Id="rId218" Type="http://schemas.openxmlformats.org/officeDocument/2006/relationships/image" Target="../media/image2115.png"/><Relationship Id="rId425" Type="http://schemas.openxmlformats.org/officeDocument/2006/relationships/customXml" Target="../ink/ink2249.xml"/><Relationship Id="rId467" Type="http://schemas.openxmlformats.org/officeDocument/2006/relationships/customXml" Target="../ink/ink2270.xml"/><Relationship Id="rId271" Type="http://schemas.openxmlformats.org/officeDocument/2006/relationships/customXml" Target="../ink/ink2172.xml"/><Relationship Id="rId24" Type="http://schemas.openxmlformats.org/officeDocument/2006/relationships/customXml" Target="../ink/ink2048.xml"/><Relationship Id="rId66" Type="http://schemas.openxmlformats.org/officeDocument/2006/relationships/customXml" Target="../ink/ink2069.xml"/><Relationship Id="rId131" Type="http://schemas.openxmlformats.org/officeDocument/2006/relationships/image" Target="../media/image2073.png"/><Relationship Id="rId327" Type="http://schemas.openxmlformats.org/officeDocument/2006/relationships/customXml" Target="../ink/ink2200.xml"/><Relationship Id="rId369" Type="http://schemas.openxmlformats.org/officeDocument/2006/relationships/customXml" Target="../ink/ink2221.xml"/><Relationship Id="rId173" Type="http://schemas.openxmlformats.org/officeDocument/2006/relationships/image" Target="../media/image2094.png"/><Relationship Id="rId229" Type="http://schemas.openxmlformats.org/officeDocument/2006/relationships/customXml" Target="../ink/ink2151.xml"/><Relationship Id="rId380" Type="http://schemas.openxmlformats.org/officeDocument/2006/relationships/image" Target="../media/image2196.png"/><Relationship Id="rId436" Type="http://schemas.openxmlformats.org/officeDocument/2006/relationships/image" Target="../media/image2223.png"/><Relationship Id="rId240" Type="http://schemas.openxmlformats.org/officeDocument/2006/relationships/image" Target="../media/image2126.png"/><Relationship Id="rId35" Type="http://schemas.openxmlformats.org/officeDocument/2006/relationships/image" Target="../media/image2026.png"/><Relationship Id="rId77" Type="http://schemas.openxmlformats.org/officeDocument/2006/relationships/image" Target="../media/image2047.png"/><Relationship Id="rId100" Type="http://schemas.openxmlformats.org/officeDocument/2006/relationships/customXml" Target="../ink/ink2086.xml"/><Relationship Id="rId282" Type="http://schemas.openxmlformats.org/officeDocument/2006/relationships/image" Target="../media/image2147.png"/><Relationship Id="rId338" Type="http://schemas.openxmlformats.org/officeDocument/2006/relationships/image" Target="../media/image2175.png"/><Relationship Id="rId8" Type="http://schemas.openxmlformats.org/officeDocument/2006/relationships/customXml" Target="../ink/ink2040.xml"/><Relationship Id="rId142" Type="http://schemas.openxmlformats.org/officeDocument/2006/relationships/customXml" Target="../ink/ink2107.xml"/><Relationship Id="rId184" Type="http://schemas.openxmlformats.org/officeDocument/2006/relationships/customXml" Target="../ink/ink2128.xml"/><Relationship Id="rId391" Type="http://schemas.openxmlformats.org/officeDocument/2006/relationships/customXml" Target="../ink/ink2232.xml"/><Relationship Id="rId405" Type="http://schemas.openxmlformats.org/officeDocument/2006/relationships/customXml" Target="../ink/ink2239.xml"/><Relationship Id="rId447" Type="http://schemas.openxmlformats.org/officeDocument/2006/relationships/customXml" Target="../ink/ink2260.xml"/><Relationship Id="rId251" Type="http://schemas.openxmlformats.org/officeDocument/2006/relationships/customXml" Target="../ink/ink2162.xml"/><Relationship Id="rId46" Type="http://schemas.openxmlformats.org/officeDocument/2006/relationships/customXml" Target="../ink/ink2059.xml"/><Relationship Id="rId293" Type="http://schemas.openxmlformats.org/officeDocument/2006/relationships/customXml" Target="../ink/ink2183.xml"/><Relationship Id="rId307" Type="http://schemas.openxmlformats.org/officeDocument/2006/relationships/customXml" Target="../ink/ink2190.xml"/><Relationship Id="rId349" Type="http://schemas.openxmlformats.org/officeDocument/2006/relationships/customXml" Target="../ink/ink2211.xml"/><Relationship Id="rId88" Type="http://schemas.openxmlformats.org/officeDocument/2006/relationships/customXml" Target="../ink/ink2080.xml"/><Relationship Id="rId111" Type="http://schemas.openxmlformats.org/officeDocument/2006/relationships/image" Target="../media/image2063.png"/><Relationship Id="rId153" Type="http://schemas.openxmlformats.org/officeDocument/2006/relationships/image" Target="../media/image2084.png"/><Relationship Id="rId195" Type="http://schemas.openxmlformats.org/officeDocument/2006/relationships/image" Target="../media/image2104.png"/><Relationship Id="rId209" Type="http://schemas.openxmlformats.org/officeDocument/2006/relationships/customXml" Target="../ink/ink2141.xml"/><Relationship Id="rId360" Type="http://schemas.openxmlformats.org/officeDocument/2006/relationships/image" Target="../media/image2186.png"/><Relationship Id="rId416" Type="http://schemas.openxmlformats.org/officeDocument/2006/relationships/image" Target="../media/image2213.png"/><Relationship Id="rId220" Type="http://schemas.openxmlformats.org/officeDocument/2006/relationships/image" Target="../media/image2116.png"/><Relationship Id="rId458" Type="http://schemas.openxmlformats.org/officeDocument/2006/relationships/image" Target="../media/image2234.png"/><Relationship Id="rId15" Type="http://schemas.openxmlformats.org/officeDocument/2006/relationships/image" Target="../media/image2016.png"/><Relationship Id="rId57" Type="http://schemas.openxmlformats.org/officeDocument/2006/relationships/image" Target="../media/image2037.png"/><Relationship Id="rId262" Type="http://schemas.openxmlformats.org/officeDocument/2006/relationships/image" Target="../media/image2137.png"/><Relationship Id="rId318" Type="http://schemas.openxmlformats.org/officeDocument/2006/relationships/image" Target="../media/image2165.png"/><Relationship Id="rId99" Type="http://schemas.openxmlformats.org/officeDocument/2006/relationships/image" Target="../media/image2057.png"/><Relationship Id="rId122" Type="http://schemas.openxmlformats.org/officeDocument/2006/relationships/customXml" Target="../ink/ink2097.xml"/><Relationship Id="rId164" Type="http://schemas.openxmlformats.org/officeDocument/2006/relationships/customXml" Target="../ink/ink2118.xml"/><Relationship Id="rId371" Type="http://schemas.openxmlformats.org/officeDocument/2006/relationships/customXml" Target="../ink/ink2222.xml"/><Relationship Id="rId427" Type="http://schemas.openxmlformats.org/officeDocument/2006/relationships/customXml" Target="../ink/ink2250.xml"/><Relationship Id="rId469" Type="http://schemas.openxmlformats.org/officeDocument/2006/relationships/customXml" Target="../ink/ink2271.xml"/><Relationship Id="rId26" Type="http://schemas.openxmlformats.org/officeDocument/2006/relationships/customXml" Target="../ink/ink2049.xml"/><Relationship Id="rId231" Type="http://schemas.openxmlformats.org/officeDocument/2006/relationships/customXml" Target="../ink/ink2152.xml"/><Relationship Id="rId273" Type="http://schemas.openxmlformats.org/officeDocument/2006/relationships/customXml" Target="../ink/ink2173.xml"/><Relationship Id="rId329" Type="http://schemas.openxmlformats.org/officeDocument/2006/relationships/customXml" Target="../ink/ink2201.xml"/><Relationship Id="rId68" Type="http://schemas.openxmlformats.org/officeDocument/2006/relationships/customXml" Target="../ink/ink2070.xml"/><Relationship Id="rId133" Type="http://schemas.openxmlformats.org/officeDocument/2006/relationships/image" Target="../media/image2074.png"/><Relationship Id="rId175" Type="http://schemas.openxmlformats.org/officeDocument/2006/relationships/image" Target="../media/image2095.png"/><Relationship Id="rId340" Type="http://schemas.openxmlformats.org/officeDocument/2006/relationships/image" Target="../media/image2176.png"/><Relationship Id="rId200" Type="http://schemas.openxmlformats.org/officeDocument/2006/relationships/customXml" Target="../ink/ink2136.xml"/><Relationship Id="rId382" Type="http://schemas.openxmlformats.org/officeDocument/2006/relationships/image" Target="../media/image975.png"/><Relationship Id="rId438" Type="http://schemas.openxmlformats.org/officeDocument/2006/relationships/image" Target="../media/image2224.png"/><Relationship Id="rId242" Type="http://schemas.openxmlformats.org/officeDocument/2006/relationships/image" Target="../media/image2127.png"/><Relationship Id="rId284" Type="http://schemas.openxmlformats.org/officeDocument/2006/relationships/image" Target="../media/image2148.png"/><Relationship Id="rId37" Type="http://schemas.openxmlformats.org/officeDocument/2006/relationships/image" Target="../media/image2027.png"/><Relationship Id="rId79" Type="http://schemas.openxmlformats.org/officeDocument/2006/relationships/image" Target="../media/image2048.png"/><Relationship Id="rId102" Type="http://schemas.openxmlformats.org/officeDocument/2006/relationships/customXml" Target="../ink/ink2087.xml"/><Relationship Id="rId144" Type="http://schemas.openxmlformats.org/officeDocument/2006/relationships/customXml" Target="../ink/ink2108.xml"/><Relationship Id="rId90" Type="http://schemas.openxmlformats.org/officeDocument/2006/relationships/customXml" Target="../ink/ink2081.xml"/><Relationship Id="rId186" Type="http://schemas.openxmlformats.org/officeDocument/2006/relationships/customXml" Target="../ink/ink2129.xml"/><Relationship Id="rId351" Type="http://schemas.openxmlformats.org/officeDocument/2006/relationships/customXml" Target="../ink/ink2212.xml"/><Relationship Id="rId393" Type="http://schemas.openxmlformats.org/officeDocument/2006/relationships/customXml" Target="../ink/ink2233.xml"/><Relationship Id="rId407" Type="http://schemas.openxmlformats.org/officeDocument/2006/relationships/customXml" Target="../ink/ink2240.xml"/><Relationship Id="rId449" Type="http://schemas.openxmlformats.org/officeDocument/2006/relationships/customXml" Target="../ink/ink2261.xml"/><Relationship Id="rId211" Type="http://schemas.openxmlformats.org/officeDocument/2006/relationships/customXml" Target="../ink/ink2142.xml"/><Relationship Id="rId253" Type="http://schemas.openxmlformats.org/officeDocument/2006/relationships/customXml" Target="../ink/ink2163.xml"/><Relationship Id="rId295" Type="http://schemas.openxmlformats.org/officeDocument/2006/relationships/customXml" Target="../ink/ink2184.xml"/><Relationship Id="rId309" Type="http://schemas.openxmlformats.org/officeDocument/2006/relationships/customXml" Target="../ink/ink2191.xml"/><Relationship Id="rId460" Type="http://schemas.openxmlformats.org/officeDocument/2006/relationships/image" Target="../media/image2235.png"/><Relationship Id="rId48" Type="http://schemas.openxmlformats.org/officeDocument/2006/relationships/customXml" Target="../ink/ink2060.xml"/><Relationship Id="rId113" Type="http://schemas.openxmlformats.org/officeDocument/2006/relationships/image" Target="../media/image2064.png"/><Relationship Id="rId320" Type="http://schemas.openxmlformats.org/officeDocument/2006/relationships/image" Target="../media/image2166.png"/><Relationship Id="rId155" Type="http://schemas.openxmlformats.org/officeDocument/2006/relationships/image" Target="../media/image2085.png"/><Relationship Id="rId197" Type="http://schemas.openxmlformats.org/officeDocument/2006/relationships/image" Target="../media/image2105.png"/><Relationship Id="rId362" Type="http://schemas.openxmlformats.org/officeDocument/2006/relationships/image" Target="../media/image2187.png"/><Relationship Id="rId418" Type="http://schemas.openxmlformats.org/officeDocument/2006/relationships/image" Target="../media/image2214.png"/><Relationship Id="rId222" Type="http://schemas.openxmlformats.org/officeDocument/2006/relationships/image" Target="../media/image2117.png"/><Relationship Id="rId264" Type="http://schemas.openxmlformats.org/officeDocument/2006/relationships/image" Target="../media/image2138.png"/><Relationship Id="rId471" Type="http://schemas.openxmlformats.org/officeDocument/2006/relationships/customXml" Target="../ink/ink2272.xml"/><Relationship Id="rId17" Type="http://schemas.openxmlformats.org/officeDocument/2006/relationships/image" Target="../media/image2017.png"/><Relationship Id="rId59" Type="http://schemas.openxmlformats.org/officeDocument/2006/relationships/image" Target="../media/image2038.png"/><Relationship Id="rId124" Type="http://schemas.openxmlformats.org/officeDocument/2006/relationships/customXml" Target="../ink/ink2098.xml"/><Relationship Id="rId70" Type="http://schemas.openxmlformats.org/officeDocument/2006/relationships/customXml" Target="../ink/ink2071.xml"/><Relationship Id="rId166" Type="http://schemas.openxmlformats.org/officeDocument/2006/relationships/customXml" Target="../ink/ink2119.xml"/><Relationship Id="rId331" Type="http://schemas.openxmlformats.org/officeDocument/2006/relationships/customXml" Target="../ink/ink2202.xml"/><Relationship Id="rId373" Type="http://schemas.openxmlformats.org/officeDocument/2006/relationships/customXml" Target="../ink/ink2223.xml"/><Relationship Id="rId429" Type="http://schemas.openxmlformats.org/officeDocument/2006/relationships/customXml" Target="../ink/ink2251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2153.xml"/><Relationship Id="rId440" Type="http://schemas.openxmlformats.org/officeDocument/2006/relationships/image" Target="../media/image2225.png"/><Relationship Id="rId28" Type="http://schemas.openxmlformats.org/officeDocument/2006/relationships/customXml" Target="../ink/ink2050.xml"/><Relationship Id="rId275" Type="http://schemas.openxmlformats.org/officeDocument/2006/relationships/customXml" Target="../ink/ink2174.xml"/><Relationship Id="rId300" Type="http://schemas.openxmlformats.org/officeDocument/2006/relationships/image" Target="../media/image2156.png"/><Relationship Id="rId81" Type="http://schemas.openxmlformats.org/officeDocument/2006/relationships/image" Target="../media/image2049.png"/><Relationship Id="rId135" Type="http://schemas.openxmlformats.org/officeDocument/2006/relationships/image" Target="../media/image2075.png"/><Relationship Id="rId177" Type="http://schemas.openxmlformats.org/officeDocument/2006/relationships/image" Target="../media/image902.png"/><Relationship Id="rId342" Type="http://schemas.openxmlformats.org/officeDocument/2006/relationships/image" Target="../media/image2177.png"/><Relationship Id="rId384" Type="http://schemas.openxmlformats.org/officeDocument/2006/relationships/image" Target="../media/image2197.png"/><Relationship Id="rId202" Type="http://schemas.openxmlformats.org/officeDocument/2006/relationships/customXml" Target="../ink/ink2137.xml"/><Relationship Id="rId244" Type="http://schemas.openxmlformats.org/officeDocument/2006/relationships/image" Target="../media/image2128.png"/><Relationship Id="rId39" Type="http://schemas.openxmlformats.org/officeDocument/2006/relationships/image" Target="../media/image2028.png"/><Relationship Id="rId286" Type="http://schemas.openxmlformats.org/officeDocument/2006/relationships/image" Target="../media/image2149.png"/><Relationship Id="rId451" Type="http://schemas.openxmlformats.org/officeDocument/2006/relationships/customXml" Target="../ink/ink2262.xml"/><Relationship Id="rId50" Type="http://schemas.openxmlformats.org/officeDocument/2006/relationships/customXml" Target="../ink/ink2061.xml"/><Relationship Id="rId104" Type="http://schemas.openxmlformats.org/officeDocument/2006/relationships/customXml" Target="../ink/ink2088.xml"/><Relationship Id="rId146" Type="http://schemas.openxmlformats.org/officeDocument/2006/relationships/customXml" Target="../ink/ink2109.xml"/><Relationship Id="rId188" Type="http://schemas.openxmlformats.org/officeDocument/2006/relationships/customXml" Target="../ink/ink2130.xml"/><Relationship Id="rId311" Type="http://schemas.openxmlformats.org/officeDocument/2006/relationships/customXml" Target="../ink/ink2192.xml"/><Relationship Id="rId353" Type="http://schemas.openxmlformats.org/officeDocument/2006/relationships/customXml" Target="../ink/ink2213.xml"/><Relationship Id="rId395" Type="http://schemas.openxmlformats.org/officeDocument/2006/relationships/customXml" Target="../ink/ink2234.xml"/><Relationship Id="rId409" Type="http://schemas.openxmlformats.org/officeDocument/2006/relationships/customXml" Target="../ink/ink2241.xml"/><Relationship Id="rId92" Type="http://schemas.openxmlformats.org/officeDocument/2006/relationships/customXml" Target="../ink/ink2082.xml"/><Relationship Id="rId213" Type="http://schemas.openxmlformats.org/officeDocument/2006/relationships/customXml" Target="../ink/ink2143.xml"/><Relationship Id="rId420" Type="http://schemas.openxmlformats.org/officeDocument/2006/relationships/image" Target="../media/image2215.png"/><Relationship Id="rId255" Type="http://schemas.openxmlformats.org/officeDocument/2006/relationships/customXml" Target="../ink/ink2164.xml"/><Relationship Id="rId297" Type="http://schemas.openxmlformats.org/officeDocument/2006/relationships/customXml" Target="../ink/ink2185.xml"/><Relationship Id="rId462" Type="http://schemas.openxmlformats.org/officeDocument/2006/relationships/image" Target="../media/image2236.png"/><Relationship Id="rId115" Type="http://schemas.openxmlformats.org/officeDocument/2006/relationships/image" Target="../media/image2065.png"/><Relationship Id="rId157" Type="http://schemas.openxmlformats.org/officeDocument/2006/relationships/image" Target="../media/image2086.png"/><Relationship Id="rId322" Type="http://schemas.openxmlformats.org/officeDocument/2006/relationships/image" Target="../media/image2167.png"/><Relationship Id="rId364" Type="http://schemas.openxmlformats.org/officeDocument/2006/relationships/image" Target="../media/image2188.png"/><Relationship Id="rId61" Type="http://schemas.openxmlformats.org/officeDocument/2006/relationships/image" Target="../media/image2039.png"/><Relationship Id="rId199" Type="http://schemas.openxmlformats.org/officeDocument/2006/relationships/image" Target="../media/image2106.png"/><Relationship Id="rId19" Type="http://schemas.openxmlformats.org/officeDocument/2006/relationships/image" Target="../media/image2018.png"/><Relationship Id="rId224" Type="http://schemas.openxmlformats.org/officeDocument/2006/relationships/image" Target="../media/image2118.png"/><Relationship Id="rId266" Type="http://schemas.openxmlformats.org/officeDocument/2006/relationships/image" Target="../media/image2139.png"/><Relationship Id="rId431" Type="http://schemas.openxmlformats.org/officeDocument/2006/relationships/customXml" Target="../ink/ink2252.xml"/><Relationship Id="rId473" Type="http://schemas.openxmlformats.org/officeDocument/2006/relationships/customXml" Target="../ink/ink2273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01.png"/><Relationship Id="rId21" Type="http://schemas.openxmlformats.org/officeDocument/2006/relationships/image" Target="../media/image2253.png"/><Relationship Id="rId42" Type="http://schemas.openxmlformats.org/officeDocument/2006/relationships/customXml" Target="../ink/ink2295.xml"/><Relationship Id="rId63" Type="http://schemas.openxmlformats.org/officeDocument/2006/relationships/image" Target="../media/image2274.png"/><Relationship Id="rId84" Type="http://schemas.openxmlformats.org/officeDocument/2006/relationships/customXml" Target="../ink/ink2316.xml"/><Relationship Id="rId138" Type="http://schemas.openxmlformats.org/officeDocument/2006/relationships/customXml" Target="../ink/ink2343.xml"/><Relationship Id="rId159" Type="http://schemas.openxmlformats.org/officeDocument/2006/relationships/image" Target="../media/image2322.png"/><Relationship Id="rId170" Type="http://schemas.openxmlformats.org/officeDocument/2006/relationships/customXml" Target="../ink/ink2359.xml"/><Relationship Id="rId191" Type="http://schemas.openxmlformats.org/officeDocument/2006/relationships/image" Target="../media/image2338.png"/><Relationship Id="rId205" Type="http://schemas.openxmlformats.org/officeDocument/2006/relationships/image" Target="../media/image2345.png"/><Relationship Id="rId226" Type="http://schemas.openxmlformats.org/officeDocument/2006/relationships/customXml" Target="../ink/ink2387.xml"/><Relationship Id="rId247" Type="http://schemas.openxmlformats.org/officeDocument/2006/relationships/image" Target="../media/image2366.png"/><Relationship Id="rId107" Type="http://schemas.openxmlformats.org/officeDocument/2006/relationships/image" Target="../media/image2296.png"/><Relationship Id="rId11" Type="http://schemas.openxmlformats.org/officeDocument/2006/relationships/image" Target="../media/image2248.png"/><Relationship Id="rId32" Type="http://schemas.openxmlformats.org/officeDocument/2006/relationships/customXml" Target="../ink/ink2290.xml"/><Relationship Id="rId53" Type="http://schemas.openxmlformats.org/officeDocument/2006/relationships/image" Target="../media/image2269.png"/><Relationship Id="rId74" Type="http://schemas.openxmlformats.org/officeDocument/2006/relationships/customXml" Target="../ink/ink2311.xml"/><Relationship Id="rId128" Type="http://schemas.openxmlformats.org/officeDocument/2006/relationships/customXml" Target="../ink/ink2338.xml"/><Relationship Id="rId149" Type="http://schemas.openxmlformats.org/officeDocument/2006/relationships/image" Target="../media/image2317.png"/><Relationship Id="rId5" Type="http://schemas.openxmlformats.org/officeDocument/2006/relationships/image" Target="../media/image2245.png"/><Relationship Id="rId95" Type="http://schemas.openxmlformats.org/officeDocument/2006/relationships/image" Target="../media/image2290.png"/><Relationship Id="rId160" Type="http://schemas.openxmlformats.org/officeDocument/2006/relationships/customXml" Target="../ink/ink2354.xml"/><Relationship Id="rId181" Type="http://schemas.openxmlformats.org/officeDocument/2006/relationships/image" Target="../media/image2333.png"/><Relationship Id="rId216" Type="http://schemas.openxmlformats.org/officeDocument/2006/relationships/customXml" Target="../ink/ink2382.xml"/><Relationship Id="rId237" Type="http://schemas.openxmlformats.org/officeDocument/2006/relationships/image" Target="../media/image2361.png"/><Relationship Id="rId22" Type="http://schemas.openxmlformats.org/officeDocument/2006/relationships/customXml" Target="../ink/ink2285.xml"/><Relationship Id="rId43" Type="http://schemas.openxmlformats.org/officeDocument/2006/relationships/image" Target="../media/image2264.png"/><Relationship Id="rId64" Type="http://schemas.openxmlformats.org/officeDocument/2006/relationships/customXml" Target="../ink/ink2306.xml"/><Relationship Id="rId118" Type="http://schemas.openxmlformats.org/officeDocument/2006/relationships/customXml" Target="../ink/ink2333.xml"/><Relationship Id="rId139" Type="http://schemas.openxmlformats.org/officeDocument/2006/relationships/image" Target="../media/image2312.png"/><Relationship Id="rId85" Type="http://schemas.openxmlformats.org/officeDocument/2006/relationships/image" Target="../media/image2285.png"/><Relationship Id="rId150" Type="http://schemas.openxmlformats.org/officeDocument/2006/relationships/customXml" Target="../ink/ink2349.xml"/><Relationship Id="rId171" Type="http://schemas.openxmlformats.org/officeDocument/2006/relationships/image" Target="../media/image2328.png"/><Relationship Id="rId192" Type="http://schemas.openxmlformats.org/officeDocument/2006/relationships/customXml" Target="../ink/ink2370.xml"/><Relationship Id="rId206" Type="http://schemas.openxmlformats.org/officeDocument/2006/relationships/customXml" Target="../ink/ink2377.xml"/><Relationship Id="rId227" Type="http://schemas.openxmlformats.org/officeDocument/2006/relationships/image" Target="../media/image2356.png"/><Relationship Id="rId248" Type="http://schemas.openxmlformats.org/officeDocument/2006/relationships/customXml" Target="../ink/ink2398.xml"/><Relationship Id="rId12" Type="http://schemas.openxmlformats.org/officeDocument/2006/relationships/customXml" Target="../ink/ink2280.xml"/><Relationship Id="rId33" Type="http://schemas.openxmlformats.org/officeDocument/2006/relationships/image" Target="../media/image2259.png"/><Relationship Id="rId108" Type="http://schemas.openxmlformats.org/officeDocument/2006/relationships/customXml" Target="../ink/ink2328.xml"/><Relationship Id="rId129" Type="http://schemas.openxmlformats.org/officeDocument/2006/relationships/image" Target="../media/image2307.png"/><Relationship Id="rId54" Type="http://schemas.openxmlformats.org/officeDocument/2006/relationships/customXml" Target="../ink/ink2301.xml"/><Relationship Id="rId75" Type="http://schemas.openxmlformats.org/officeDocument/2006/relationships/image" Target="../media/image2280.png"/><Relationship Id="rId96" Type="http://schemas.openxmlformats.org/officeDocument/2006/relationships/customXml" Target="../ink/ink2322.xml"/><Relationship Id="rId140" Type="http://schemas.openxmlformats.org/officeDocument/2006/relationships/customXml" Target="../ink/ink2344.xml"/><Relationship Id="rId161" Type="http://schemas.openxmlformats.org/officeDocument/2006/relationships/image" Target="../media/image2323.png"/><Relationship Id="rId182" Type="http://schemas.openxmlformats.org/officeDocument/2006/relationships/customXml" Target="../ink/ink2365.xml"/><Relationship Id="rId217" Type="http://schemas.openxmlformats.org/officeDocument/2006/relationships/image" Target="../media/image2351.png"/><Relationship Id="rId6" Type="http://schemas.openxmlformats.org/officeDocument/2006/relationships/customXml" Target="../ink/ink2277.xml"/><Relationship Id="rId238" Type="http://schemas.openxmlformats.org/officeDocument/2006/relationships/customXml" Target="../ink/ink2393.xml"/><Relationship Id="rId23" Type="http://schemas.openxmlformats.org/officeDocument/2006/relationships/image" Target="../media/image2254.png"/><Relationship Id="rId119" Type="http://schemas.openxmlformats.org/officeDocument/2006/relationships/image" Target="../media/image2302.png"/><Relationship Id="rId44" Type="http://schemas.openxmlformats.org/officeDocument/2006/relationships/customXml" Target="../ink/ink2296.xml"/><Relationship Id="rId65" Type="http://schemas.openxmlformats.org/officeDocument/2006/relationships/image" Target="../media/image2275.png"/><Relationship Id="rId86" Type="http://schemas.openxmlformats.org/officeDocument/2006/relationships/customXml" Target="../ink/ink2317.xml"/><Relationship Id="rId130" Type="http://schemas.openxmlformats.org/officeDocument/2006/relationships/customXml" Target="../ink/ink2339.xml"/><Relationship Id="rId151" Type="http://schemas.openxmlformats.org/officeDocument/2006/relationships/image" Target="../media/image2318.png"/><Relationship Id="rId172" Type="http://schemas.openxmlformats.org/officeDocument/2006/relationships/customXml" Target="../ink/ink2360.xml"/><Relationship Id="rId193" Type="http://schemas.openxmlformats.org/officeDocument/2006/relationships/image" Target="../media/image2339.png"/><Relationship Id="rId207" Type="http://schemas.openxmlformats.org/officeDocument/2006/relationships/image" Target="../media/image2346.png"/><Relationship Id="rId228" Type="http://schemas.openxmlformats.org/officeDocument/2006/relationships/customXml" Target="../ink/ink2388.xml"/><Relationship Id="rId249" Type="http://schemas.openxmlformats.org/officeDocument/2006/relationships/image" Target="../media/image2367.png"/><Relationship Id="rId13" Type="http://schemas.openxmlformats.org/officeDocument/2006/relationships/image" Target="../media/image2249.png"/><Relationship Id="rId109" Type="http://schemas.openxmlformats.org/officeDocument/2006/relationships/image" Target="../media/image2297.png"/><Relationship Id="rId34" Type="http://schemas.openxmlformats.org/officeDocument/2006/relationships/customXml" Target="../ink/ink2291.xml"/><Relationship Id="rId55" Type="http://schemas.openxmlformats.org/officeDocument/2006/relationships/image" Target="../media/image2270.png"/><Relationship Id="rId76" Type="http://schemas.openxmlformats.org/officeDocument/2006/relationships/customXml" Target="../ink/ink2312.xml"/><Relationship Id="rId97" Type="http://schemas.openxmlformats.org/officeDocument/2006/relationships/image" Target="../media/image2291.png"/><Relationship Id="rId120" Type="http://schemas.openxmlformats.org/officeDocument/2006/relationships/customXml" Target="../ink/ink2334.xml"/><Relationship Id="rId141" Type="http://schemas.openxmlformats.org/officeDocument/2006/relationships/image" Target="../media/image2313.png"/><Relationship Id="rId7" Type="http://schemas.openxmlformats.org/officeDocument/2006/relationships/image" Target="../media/image2246.png"/><Relationship Id="rId162" Type="http://schemas.openxmlformats.org/officeDocument/2006/relationships/customXml" Target="../ink/ink2355.xml"/><Relationship Id="rId183" Type="http://schemas.openxmlformats.org/officeDocument/2006/relationships/image" Target="../media/image2334.png"/><Relationship Id="rId218" Type="http://schemas.openxmlformats.org/officeDocument/2006/relationships/customXml" Target="../ink/ink2383.xml"/><Relationship Id="rId239" Type="http://schemas.openxmlformats.org/officeDocument/2006/relationships/image" Target="../media/image2362.png"/><Relationship Id="rId250" Type="http://schemas.openxmlformats.org/officeDocument/2006/relationships/customXml" Target="../ink/ink2399.xml"/><Relationship Id="rId24" Type="http://schemas.openxmlformats.org/officeDocument/2006/relationships/customXml" Target="../ink/ink2286.xml"/><Relationship Id="rId45" Type="http://schemas.openxmlformats.org/officeDocument/2006/relationships/image" Target="../media/image2265.png"/><Relationship Id="rId66" Type="http://schemas.openxmlformats.org/officeDocument/2006/relationships/customXml" Target="../ink/ink2307.xml"/><Relationship Id="rId87" Type="http://schemas.openxmlformats.org/officeDocument/2006/relationships/image" Target="../media/image2286.png"/><Relationship Id="rId110" Type="http://schemas.openxmlformats.org/officeDocument/2006/relationships/customXml" Target="../ink/ink2329.xml"/><Relationship Id="rId131" Type="http://schemas.openxmlformats.org/officeDocument/2006/relationships/image" Target="../media/image2308.png"/><Relationship Id="rId152" Type="http://schemas.openxmlformats.org/officeDocument/2006/relationships/customXml" Target="../ink/ink2350.xml"/><Relationship Id="rId173" Type="http://schemas.openxmlformats.org/officeDocument/2006/relationships/image" Target="../media/image2329.png"/><Relationship Id="rId194" Type="http://schemas.openxmlformats.org/officeDocument/2006/relationships/customXml" Target="../ink/ink2371.xml"/><Relationship Id="rId208" Type="http://schemas.openxmlformats.org/officeDocument/2006/relationships/customXml" Target="../ink/ink2378.xml"/><Relationship Id="rId229" Type="http://schemas.openxmlformats.org/officeDocument/2006/relationships/image" Target="../media/image2357.png"/><Relationship Id="rId240" Type="http://schemas.openxmlformats.org/officeDocument/2006/relationships/customXml" Target="../ink/ink2394.xml"/><Relationship Id="rId14" Type="http://schemas.openxmlformats.org/officeDocument/2006/relationships/customXml" Target="../ink/ink2281.xml"/><Relationship Id="rId35" Type="http://schemas.openxmlformats.org/officeDocument/2006/relationships/image" Target="../media/image2260.png"/><Relationship Id="rId56" Type="http://schemas.openxmlformats.org/officeDocument/2006/relationships/customXml" Target="../ink/ink2302.xml"/><Relationship Id="rId77" Type="http://schemas.openxmlformats.org/officeDocument/2006/relationships/image" Target="../media/image2281.png"/><Relationship Id="rId100" Type="http://schemas.openxmlformats.org/officeDocument/2006/relationships/customXml" Target="../ink/ink2324.xml"/><Relationship Id="rId8" Type="http://schemas.openxmlformats.org/officeDocument/2006/relationships/customXml" Target="../ink/ink2278.xml"/><Relationship Id="rId98" Type="http://schemas.openxmlformats.org/officeDocument/2006/relationships/customXml" Target="../ink/ink2323.xml"/><Relationship Id="rId121" Type="http://schemas.openxmlformats.org/officeDocument/2006/relationships/image" Target="../media/image2303.png"/><Relationship Id="rId142" Type="http://schemas.openxmlformats.org/officeDocument/2006/relationships/customXml" Target="../ink/ink2345.xml"/><Relationship Id="rId163" Type="http://schemas.openxmlformats.org/officeDocument/2006/relationships/image" Target="../media/image2324.png"/><Relationship Id="rId184" Type="http://schemas.openxmlformats.org/officeDocument/2006/relationships/customXml" Target="../ink/ink2366.xml"/><Relationship Id="rId219" Type="http://schemas.openxmlformats.org/officeDocument/2006/relationships/image" Target="../media/image2352.png"/><Relationship Id="rId230" Type="http://schemas.openxmlformats.org/officeDocument/2006/relationships/customXml" Target="../ink/ink2389.xml"/><Relationship Id="rId251" Type="http://schemas.openxmlformats.org/officeDocument/2006/relationships/image" Target="../media/image2368.png"/><Relationship Id="rId25" Type="http://schemas.openxmlformats.org/officeDocument/2006/relationships/image" Target="../media/image2255.png"/><Relationship Id="rId46" Type="http://schemas.openxmlformats.org/officeDocument/2006/relationships/customXml" Target="../ink/ink2297.xml"/><Relationship Id="rId67" Type="http://schemas.openxmlformats.org/officeDocument/2006/relationships/image" Target="../media/image2276.png"/><Relationship Id="rId88" Type="http://schemas.openxmlformats.org/officeDocument/2006/relationships/customXml" Target="../ink/ink2318.xml"/><Relationship Id="rId111" Type="http://schemas.openxmlformats.org/officeDocument/2006/relationships/image" Target="../media/image2298.png"/><Relationship Id="rId132" Type="http://schemas.openxmlformats.org/officeDocument/2006/relationships/customXml" Target="../ink/ink2340.xml"/><Relationship Id="rId153" Type="http://schemas.openxmlformats.org/officeDocument/2006/relationships/image" Target="../media/image2319.png"/><Relationship Id="rId174" Type="http://schemas.openxmlformats.org/officeDocument/2006/relationships/customXml" Target="../ink/ink2361.xml"/><Relationship Id="rId195" Type="http://schemas.openxmlformats.org/officeDocument/2006/relationships/image" Target="../media/image2340.png"/><Relationship Id="rId209" Type="http://schemas.openxmlformats.org/officeDocument/2006/relationships/image" Target="../media/image2347.png"/><Relationship Id="rId220" Type="http://schemas.openxmlformats.org/officeDocument/2006/relationships/customXml" Target="../ink/ink2384.xml"/><Relationship Id="rId241" Type="http://schemas.openxmlformats.org/officeDocument/2006/relationships/image" Target="../media/image2363.png"/><Relationship Id="rId15" Type="http://schemas.openxmlformats.org/officeDocument/2006/relationships/image" Target="../media/image2250.png"/><Relationship Id="rId36" Type="http://schemas.openxmlformats.org/officeDocument/2006/relationships/customXml" Target="../ink/ink2292.xml"/><Relationship Id="rId57" Type="http://schemas.openxmlformats.org/officeDocument/2006/relationships/image" Target="../media/image2271.png"/><Relationship Id="rId78" Type="http://schemas.openxmlformats.org/officeDocument/2006/relationships/customXml" Target="../ink/ink2313.xml"/><Relationship Id="rId99" Type="http://schemas.openxmlformats.org/officeDocument/2006/relationships/image" Target="../media/image2292.png"/><Relationship Id="rId101" Type="http://schemas.openxmlformats.org/officeDocument/2006/relationships/image" Target="../media/image2293.png"/><Relationship Id="rId122" Type="http://schemas.openxmlformats.org/officeDocument/2006/relationships/customXml" Target="../ink/ink2335.xml"/><Relationship Id="rId143" Type="http://schemas.openxmlformats.org/officeDocument/2006/relationships/image" Target="../media/image2314.png"/><Relationship Id="rId164" Type="http://schemas.openxmlformats.org/officeDocument/2006/relationships/customXml" Target="../ink/ink2356.xml"/><Relationship Id="rId185" Type="http://schemas.openxmlformats.org/officeDocument/2006/relationships/image" Target="../media/image2335.png"/><Relationship Id="rId9" Type="http://schemas.openxmlformats.org/officeDocument/2006/relationships/image" Target="../media/image2247.png"/><Relationship Id="rId210" Type="http://schemas.openxmlformats.org/officeDocument/2006/relationships/customXml" Target="../ink/ink2379.xml"/><Relationship Id="rId26" Type="http://schemas.openxmlformats.org/officeDocument/2006/relationships/customXml" Target="../ink/ink2287.xml"/><Relationship Id="rId231" Type="http://schemas.openxmlformats.org/officeDocument/2006/relationships/image" Target="../media/image2358.png"/><Relationship Id="rId252" Type="http://schemas.openxmlformats.org/officeDocument/2006/relationships/customXml" Target="../ink/ink2400.xml"/><Relationship Id="rId47" Type="http://schemas.openxmlformats.org/officeDocument/2006/relationships/image" Target="../media/image2266.png"/><Relationship Id="rId68" Type="http://schemas.openxmlformats.org/officeDocument/2006/relationships/customXml" Target="../ink/ink2308.xml"/><Relationship Id="rId89" Type="http://schemas.openxmlformats.org/officeDocument/2006/relationships/image" Target="../media/image2287.png"/><Relationship Id="rId112" Type="http://schemas.openxmlformats.org/officeDocument/2006/relationships/customXml" Target="../ink/ink2330.xml"/><Relationship Id="rId133" Type="http://schemas.openxmlformats.org/officeDocument/2006/relationships/image" Target="../media/image2309.png"/><Relationship Id="rId154" Type="http://schemas.openxmlformats.org/officeDocument/2006/relationships/customXml" Target="../ink/ink2351.xml"/><Relationship Id="rId175" Type="http://schemas.openxmlformats.org/officeDocument/2006/relationships/image" Target="../media/image2330.png"/><Relationship Id="rId196" Type="http://schemas.openxmlformats.org/officeDocument/2006/relationships/customXml" Target="../ink/ink2372.xml"/><Relationship Id="rId200" Type="http://schemas.openxmlformats.org/officeDocument/2006/relationships/customXml" Target="../ink/ink2374.xml"/><Relationship Id="rId16" Type="http://schemas.openxmlformats.org/officeDocument/2006/relationships/customXml" Target="../ink/ink2282.xml"/><Relationship Id="rId221" Type="http://schemas.openxmlformats.org/officeDocument/2006/relationships/image" Target="../media/image2353.png"/><Relationship Id="rId242" Type="http://schemas.openxmlformats.org/officeDocument/2006/relationships/customXml" Target="../ink/ink2395.xml"/><Relationship Id="rId37" Type="http://schemas.openxmlformats.org/officeDocument/2006/relationships/image" Target="../media/image2261.png"/><Relationship Id="rId58" Type="http://schemas.openxmlformats.org/officeDocument/2006/relationships/customXml" Target="../ink/ink2303.xml"/><Relationship Id="rId79" Type="http://schemas.openxmlformats.org/officeDocument/2006/relationships/image" Target="../media/image2282.png"/><Relationship Id="rId102" Type="http://schemas.openxmlformats.org/officeDocument/2006/relationships/customXml" Target="../ink/ink2325.xml"/><Relationship Id="rId123" Type="http://schemas.openxmlformats.org/officeDocument/2006/relationships/image" Target="../media/image2304.png"/><Relationship Id="rId144" Type="http://schemas.openxmlformats.org/officeDocument/2006/relationships/customXml" Target="../ink/ink2346.xml"/><Relationship Id="rId90" Type="http://schemas.openxmlformats.org/officeDocument/2006/relationships/customXml" Target="../ink/ink2319.xml"/><Relationship Id="rId165" Type="http://schemas.openxmlformats.org/officeDocument/2006/relationships/image" Target="../media/image2325.png"/><Relationship Id="rId186" Type="http://schemas.openxmlformats.org/officeDocument/2006/relationships/customXml" Target="../ink/ink2367.xml"/><Relationship Id="rId211" Type="http://schemas.openxmlformats.org/officeDocument/2006/relationships/image" Target="../media/image2348.png"/><Relationship Id="rId232" Type="http://schemas.openxmlformats.org/officeDocument/2006/relationships/customXml" Target="../ink/ink2390.xml"/><Relationship Id="rId253" Type="http://schemas.openxmlformats.org/officeDocument/2006/relationships/image" Target="../media/image2369.png"/><Relationship Id="rId27" Type="http://schemas.openxmlformats.org/officeDocument/2006/relationships/image" Target="../media/image2256.png"/><Relationship Id="rId48" Type="http://schemas.openxmlformats.org/officeDocument/2006/relationships/customXml" Target="../ink/ink2298.xml"/><Relationship Id="rId69" Type="http://schemas.openxmlformats.org/officeDocument/2006/relationships/image" Target="../media/image2277.png"/><Relationship Id="rId113" Type="http://schemas.openxmlformats.org/officeDocument/2006/relationships/image" Target="../media/image2299.png"/><Relationship Id="rId134" Type="http://schemas.openxmlformats.org/officeDocument/2006/relationships/customXml" Target="../ink/ink2341.xml"/><Relationship Id="rId80" Type="http://schemas.openxmlformats.org/officeDocument/2006/relationships/customXml" Target="../ink/ink2314.xml"/><Relationship Id="rId155" Type="http://schemas.openxmlformats.org/officeDocument/2006/relationships/image" Target="../media/image2320.png"/><Relationship Id="rId176" Type="http://schemas.openxmlformats.org/officeDocument/2006/relationships/customXml" Target="../ink/ink2362.xml"/><Relationship Id="rId197" Type="http://schemas.openxmlformats.org/officeDocument/2006/relationships/image" Target="../media/image2341.png"/><Relationship Id="rId201" Type="http://schemas.openxmlformats.org/officeDocument/2006/relationships/image" Target="../media/image2343.png"/><Relationship Id="rId222" Type="http://schemas.openxmlformats.org/officeDocument/2006/relationships/customXml" Target="../ink/ink2385.xml"/><Relationship Id="rId243" Type="http://schemas.openxmlformats.org/officeDocument/2006/relationships/image" Target="../media/image2364.png"/><Relationship Id="rId17" Type="http://schemas.openxmlformats.org/officeDocument/2006/relationships/image" Target="../media/image2251.png"/><Relationship Id="rId38" Type="http://schemas.openxmlformats.org/officeDocument/2006/relationships/customXml" Target="../ink/ink2293.xml"/><Relationship Id="rId59" Type="http://schemas.openxmlformats.org/officeDocument/2006/relationships/image" Target="../media/image2272.png"/><Relationship Id="rId103" Type="http://schemas.openxmlformats.org/officeDocument/2006/relationships/image" Target="../media/image2294.png"/><Relationship Id="rId124" Type="http://schemas.openxmlformats.org/officeDocument/2006/relationships/customXml" Target="../ink/ink2336.xml"/><Relationship Id="rId70" Type="http://schemas.openxmlformats.org/officeDocument/2006/relationships/customXml" Target="../ink/ink2309.xml"/><Relationship Id="rId91" Type="http://schemas.openxmlformats.org/officeDocument/2006/relationships/image" Target="../media/image2288.png"/><Relationship Id="rId145" Type="http://schemas.openxmlformats.org/officeDocument/2006/relationships/image" Target="../media/image2315.png"/><Relationship Id="rId166" Type="http://schemas.openxmlformats.org/officeDocument/2006/relationships/customXml" Target="../ink/ink2357.xml"/><Relationship Id="rId187" Type="http://schemas.openxmlformats.org/officeDocument/2006/relationships/image" Target="../media/image233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80.xml"/><Relationship Id="rId233" Type="http://schemas.openxmlformats.org/officeDocument/2006/relationships/image" Target="../media/image2359.png"/><Relationship Id="rId28" Type="http://schemas.openxmlformats.org/officeDocument/2006/relationships/customXml" Target="../ink/ink2288.xml"/><Relationship Id="rId49" Type="http://schemas.openxmlformats.org/officeDocument/2006/relationships/image" Target="../media/image2267.png"/><Relationship Id="rId114" Type="http://schemas.openxmlformats.org/officeDocument/2006/relationships/customXml" Target="../ink/ink2331.xml"/><Relationship Id="rId60" Type="http://schemas.openxmlformats.org/officeDocument/2006/relationships/customXml" Target="../ink/ink2304.xml"/><Relationship Id="rId81" Type="http://schemas.openxmlformats.org/officeDocument/2006/relationships/image" Target="../media/image2283.png"/><Relationship Id="rId135" Type="http://schemas.openxmlformats.org/officeDocument/2006/relationships/image" Target="../media/image2310.png"/><Relationship Id="rId156" Type="http://schemas.openxmlformats.org/officeDocument/2006/relationships/customXml" Target="../ink/ink2352.xml"/><Relationship Id="rId177" Type="http://schemas.openxmlformats.org/officeDocument/2006/relationships/image" Target="../media/image2331.png"/><Relationship Id="rId198" Type="http://schemas.openxmlformats.org/officeDocument/2006/relationships/customXml" Target="../ink/ink2373.xml"/><Relationship Id="rId202" Type="http://schemas.openxmlformats.org/officeDocument/2006/relationships/customXml" Target="../ink/ink2375.xml"/><Relationship Id="rId223" Type="http://schemas.openxmlformats.org/officeDocument/2006/relationships/image" Target="../media/image2354.png"/><Relationship Id="rId244" Type="http://schemas.openxmlformats.org/officeDocument/2006/relationships/customXml" Target="../ink/ink2396.xml"/><Relationship Id="rId18" Type="http://schemas.openxmlformats.org/officeDocument/2006/relationships/customXml" Target="../ink/ink2283.xml"/><Relationship Id="rId39" Type="http://schemas.openxmlformats.org/officeDocument/2006/relationships/image" Target="../media/image2262.png"/><Relationship Id="rId50" Type="http://schemas.openxmlformats.org/officeDocument/2006/relationships/customXml" Target="../ink/ink2299.xml"/><Relationship Id="rId104" Type="http://schemas.openxmlformats.org/officeDocument/2006/relationships/customXml" Target="../ink/ink2326.xml"/><Relationship Id="rId125" Type="http://schemas.openxmlformats.org/officeDocument/2006/relationships/image" Target="../media/image2305.png"/><Relationship Id="rId146" Type="http://schemas.openxmlformats.org/officeDocument/2006/relationships/customXml" Target="../ink/ink2347.xml"/><Relationship Id="rId167" Type="http://schemas.openxmlformats.org/officeDocument/2006/relationships/image" Target="../media/image2326.png"/><Relationship Id="rId188" Type="http://schemas.openxmlformats.org/officeDocument/2006/relationships/customXml" Target="../ink/ink2368.xml"/><Relationship Id="rId71" Type="http://schemas.openxmlformats.org/officeDocument/2006/relationships/image" Target="../media/image2278.png"/><Relationship Id="rId92" Type="http://schemas.openxmlformats.org/officeDocument/2006/relationships/customXml" Target="../ink/ink2320.xml"/><Relationship Id="rId213" Type="http://schemas.openxmlformats.org/officeDocument/2006/relationships/image" Target="../media/image2349.png"/><Relationship Id="rId234" Type="http://schemas.openxmlformats.org/officeDocument/2006/relationships/customXml" Target="../ink/ink2391.xml"/><Relationship Id="rId2" Type="http://schemas.openxmlformats.org/officeDocument/2006/relationships/customXml" Target="../ink/ink2275.xml"/><Relationship Id="rId29" Type="http://schemas.openxmlformats.org/officeDocument/2006/relationships/image" Target="../media/image2257.png"/><Relationship Id="rId40" Type="http://schemas.openxmlformats.org/officeDocument/2006/relationships/customXml" Target="../ink/ink2294.xml"/><Relationship Id="rId115" Type="http://schemas.openxmlformats.org/officeDocument/2006/relationships/image" Target="../media/image2300.png"/><Relationship Id="rId136" Type="http://schemas.openxmlformats.org/officeDocument/2006/relationships/customXml" Target="../ink/ink2342.xml"/><Relationship Id="rId157" Type="http://schemas.openxmlformats.org/officeDocument/2006/relationships/image" Target="../media/image2321.png"/><Relationship Id="rId178" Type="http://schemas.openxmlformats.org/officeDocument/2006/relationships/customXml" Target="../ink/ink2363.xml"/><Relationship Id="rId61" Type="http://schemas.openxmlformats.org/officeDocument/2006/relationships/image" Target="../media/image2273.png"/><Relationship Id="rId82" Type="http://schemas.openxmlformats.org/officeDocument/2006/relationships/customXml" Target="../ink/ink2315.xml"/><Relationship Id="rId199" Type="http://schemas.openxmlformats.org/officeDocument/2006/relationships/image" Target="../media/image2342.png"/><Relationship Id="rId203" Type="http://schemas.openxmlformats.org/officeDocument/2006/relationships/image" Target="../media/image2344.png"/><Relationship Id="rId19" Type="http://schemas.openxmlformats.org/officeDocument/2006/relationships/image" Target="../media/image2252.png"/><Relationship Id="rId224" Type="http://schemas.openxmlformats.org/officeDocument/2006/relationships/customXml" Target="../ink/ink2386.xml"/><Relationship Id="rId245" Type="http://schemas.openxmlformats.org/officeDocument/2006/relationships/image" Target="../media/image2365.png"/><Relationship Id="rId30" Type="http://schemas.openxmlformats.org/officeDocument/2006/relationships/customXml" Target="../ink/ink2289.xml"/><Relationship Id="rId105" Type="http://schemas.openxmlformats.org/officeDocument/2006/relationships/image" Target="../media/image2295.png"/><Relationship Id="rId126" Type="http://schemas.openxmlformats.org/officeDocument/2006/relationships/customXml" Target="../ink/ink2337.xml"/><Relationship Id="rId147" Type="http://schemas.openxmlformats.org/officeDocument/2006/relationships/image" Target="../media/image2316.png"/><Relationship Id="rId168" Type="http://schemas.openxmlformats.org/officeDocument/2006/relationships/customXml" Target="../ink/ink2358.xml"/><Relationship Id="rId51" Type="http://schemas.openxmlformats.org/officeDocument/2006/relationships/image" Target="../media/image2268.png"/><Relationship Id="rId72" Type="http://schemas.openxmlformats.org/officeDocument/2006/relationships/customXml" Target="../ink/ink2310.xml"/><Relationship Id="rId93" Type="http://schemas.openxmlformats.org/officeDocument/2006/relationships/image" Target="../media/image2289.png"/><Relationship Id="rId189" Type="http://schemas.openxmlformats.org/officeDocument/2006/relationships/image" Target="../media/image2337.png"/><Relationship Id="rId3" Type="http://schemas.openxmlformats.org/officeDocument/2006/relationships/image" Target="../media/image2244.png"/><Relationship Id="rId214" Type="http://schemas.openxmlformats.org/officeDocument/2006/relationships/customXml" Target="../ink/ink2381.xml"/><Relationship Id="rId235" Type="http://schemas.openxmlformats.org/officeDocument/2006/relationships/image" Target="../media/image2360.png"/><Relationship Id="rId116" Type="http://schemas.openxmlformats.org/officeDocument/2006/relationships/customXml" Target="../ink/ink2332.xml"/><Relationship Id="rId137" Type="http://schemas.openxmlformats.org/officeDocument/2006/relationships/image" Target="../media/image2311.png"/><Relationship Id="rId158" Type="http://schemas.openxmlformats.org/officeDocument/2006/relationships/customXml" Target="../ink/ink2353.xml"/><Relationship Id="rId20" Type="http://schemas.openxmlformats.org/officeDocument/2006/relationships/customXml" Target="../ink/ink2284.xml"/><Relationship Id="rId41" Type="http://schemas.openxmlformats.org/officeDocument/2006/relationships/image" Target="../media/image2263.png"/><Relationship Id="rId62" Type="http://schemas.openxmlformats.org/officeDocument/2006/relationships/customXml" Target="../ink/ink2305.xml"/><Relationship Id="rId83" Type="http://schemas.openxmlformats.org/officeDocument/2006/relationships/image" Target="../media/image2284.png"/><Relationship Id="rId179" Type="http://schemas.openxmlformats.org/officeDocument/2006/relationships/image" Target="../media/image2332.png"/><Relationship Id="rId190" Type="http://schemas.openxmlformats.org/officeDocument/2006/relationships/customXml" Target="../ink/ink2369.xml"/><Relationship Id="rId204" Type="http://schemas.openxmlformats.org/officeDocument/2006/relationships/customXml" Target="../ink/ink2376.xml"/><Relationship Id="rId225" Type="http://schemas.openxmlformats.org/officeDocument/2006/relationships/image" Target="../media/image2355.png"/><Relationship Id="rId246" Type="http://schemas.openxmlformats.org/officeDocument/2006/relationships/customXml" Target="../ink/ink2397.xml"/><Relationship Id="rId106" Type="http://schemas.openxmlformats.org/officeDocument/2006/relationships/customXml" Target="../ink/ink2327.xml"/><Relationship Id="rId127" Type="http://schemas.openxmlformats.org/officeDocument/2006/relationships/image" Target="../media/image2306.png"/><Relationship Id="rId10" Type="http://schemas.openxmlformats.org/officeDocument/2006/relationships/customXml" Target="../ink/ink2279.xml"/><Relationship Id="rId31" Type="http://schemas.openxmlformats.org/officeDocument/2006/relationships/image" Target="../media/image2258.png"/><Relationship Id="rId52" Type="http://schemas.openxmlformats.org/officeDocument/2006/relationships/customXml" Target="../ink/ink2300.xml"/><Relationship Id="rId73" Type="http://schemas.openxmlformats.org/officeDocument/2006/relationships/image" Target="../media/image2279.png"/><Relationship Id="rId94" Type="http://schemas.openxmlformats.org/officeDocument/2006/relationships/customXml" Target="../ink/ink2321.xml"/><Relationship Id="rId148" Type="http://schemas.openxmlformats.org/officeDocument/2006/relationships/customXml" Target="../ink/ink2348.xml"/><Relationship Id="rId169" Type="http://schemas.openxmlformats.org/officeDocument/2006/relationships/image" Target="../media/image2327.png"/><Relationship Id="rId4" Type="http://schemas.openxmlformats.org/officeDocument/2006/relationships/customXml" Target="../ink/ink2276.xml"/><Relationship Id="rId180" Type="http://schemas.openxmlformats.org/officeDocument/2006/relationships/customXml" Target="../ink/ink2364.xml"/><Relationship Id="rId215" Type="http://schemas.openxmlformats.org/officeDocument/2006/relationships/image" Target="../media/image2350.png"/><Relationship Id="rId236" Type="http://schemas.openxmlformats.org/officeDocument/2006/relationships/customXml" Target="../ink/ink23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9236B96-83F7-4B59-9416-17F70EA4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48" y="241453"/>
            <a:ext cx="9052940" cy="2204292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1B4990C8-D350-4672-8AC8-3A0928B30D32}"/>
              </a:ext>
            </a:extLst>
          </p:cNvPr>
          <p:cNvGrpSpPr/>
          <p:nvPr/>
        </p:nvGrpSpPr>
        <p:grpSpPr>
          <a:xfrm>
            <a:off x="722607" y="2694231"/>
            <a:ext cx="273240" cy="348480"/>
            <a:chOff x="722607" y="2694231"/>
            <a:chExt cx="27324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B4F48881-142C-42B0-92C1-2E20A343719C}"/>
                    </a:ext>
                  </a:extLst>
                </p14:cNvPr>
                <p14:cNvContentPartPr/>
                <p14:nvPr/>
              </p14:nvContentPartPr>
              <p14:xfrm>
                <a:off x="722607" y="2822031"/>
                <a:ext cx="185040" cy="16740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B4F48881-142C-42B0-92C1-2E20A343719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3607" y="2813391"/>
                  <a:ext cx="202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8FDEBDB7-E2DD-4DE3-9BA7-7BE2C42B8165}"/>
                    </a:ext>
                  </a:extLst>
                </p14:cNvPr>
                <p14:cNvContentPartPr/>
                <p14:nvPr/>
              </p14:nvContentPartPr>
              <p14:xfrm>
                <a:off x="919167" y="2694231"/>
                <a:ext cx="76680" cy="34848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8FDEBDB7-E2DD-4DE3-9BA7-7BE2C42B816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0167" y="2685231"/>
                  <a:ext cx="9432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79D384A-0FAA-477B-B2A4-75EBD432C788}"/>
              </a:ext>
            </a:extLst>
          </p:cNvPr>
          <p:cNvGrpSpPr/>
          <p:nvPr/>
        </p:nvGrpSpPr>
        <p:grpSpPr>
          <a:xfrm>
            <a:off x="1232367" y="2720151"/>
            <a:ext cx="1295640" cy="359280"/>
            <a:chOff x="1232367" y="2720151"/>
            <a:chExt cx="129564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986E6C35-BBBB-4C31-8772-84CEAB61DC1E}"/>
                    </a:ext>
                  </a:extLst>
                </p14:cNvPr>
                <p14:cNvContentPartPr/>
                <p14:nvPr/>
              </p14:nvContentPartPr>
              <p14:xfrm>
                <a:off x="1232367" y="2720151"/>
                <a:ext cx="230400" cy="35820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986E6C35-BBBB-4C31-8772-84CEAB61DC1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23727" y="2711151"/>
                  <a:ext cx="2480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86548189-F97D-4506-98DA-38ABEAEA17B7}"/>
                    </a:ext>
                  </a:extLst>
                </p14:cNvPr>
                <p14:cNvContentPartPr/>
                <p14:nvPr/>
              </p14:nvContentPartPr>
              <p14:xfrm>
                <a:off x="1504167" y="2924991"/>
                <a:ext cx="46800" cy="9396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86548189-F97D-4506-98DA-38ABEAEA17B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95167" y="2915991"/>
                  <a:ext cx="644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25150D38-4B6A-4359-8B26-5CB4C7F95DE8}"/>
                    </a:ext>
                  </a:extLst>
                </p14:cNvPr>
                <p14:cNvContentPartPr/>
                <p14:nvPr/>
              </p14:nvContentPartPr>
              <p14:xfrm>
                <a:off x="1593087" y="2899071"/>
                <a:ext cx="168840" cy="12456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25150D38-4B6A-4359-8B26-5CB4C7F95DE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84447" y="2890071"/>
                  <a:ext cx="186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F5114BCD-B72F-4EEA-ABC6-318EB596B263}"/>
                    </a:ext>
                  </a:extLst>
                </p14:cNvPr>
                <p14:cNvContentPartPr/>
                <p14:nvPr/>
              </p14:nvContentPartPr>
              <p14:xfrm>
                <a:off x="1757247" y="2920311"/>
                <a:ext cx="136080" cy="14004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F5114BCD-B72F-4EEA-ABC6-318EB596B26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48247" y="2911671"/>
                  <a:ext cx="1537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6705ED4E-E8AA-4131-A353-DF2C39EE505C}"/>
                    </a:ext>
                  </a:extLst>
                </p14:cNvPr>
                <p14:cNvContentPartPr/>
                <p14:nvPr/>
              </p14:nvContentPartPr>
              <p14:xfrm>
                <a:off x="1889367" y="2934711"/>
                <a:ext cx="311400" cy="14472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6705ED4E-E8AA-4131-A353-DF2C39EE505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80367" y="2926071"/>
                  <a:ext cx="329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9F6A5ACE-9A34-4E73-917F-C48A2F4630A7}"/>
                    </a:ext>
                  </a:extLst>
                </p14:cNvPr>
                <p14:cNvContentPartPr/>
                <p14:nvPr/>
              </p14:nvContentPartPr>
              <p14:xfrm>
                <a:off x="2159367" y="2908071"/>
                <a:ext cx="59760" cy="15264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9F6A5ACE-9A34-4E73-917F-C48A2F4630A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50727" y="2899071"/>
                  <a:ext cx="774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60ACF813-5067-4433-88FC-5291C669F7CA}"/>
                    </a:ext>
                  </a:extLst>
                </p14:cNvPr>
                <p14:cNvContentPartPr/>
                <p14:nvPr/>
              </p14:nvContentPartPr>
              <p14:xfrm>
                <a:off x="2270967" y="2908071"/>
                <a:ext cx="213480" cy="14724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60ACF813-5067-4433-88FC-5291C669F7C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62327" y="2899071"/>
                  <a:ext cx="2311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6E89459A-A3C5-4C2A-BFD9-E0B4CDD35FB2}"/>
                    </a:ext>
                  </a:extLst>
                </p14:cNvPr>
                <p14:cNvContentPartPr/>
                <p14:nvPr/>
              </p14:nvContentPartPr>
              <p14:xfrm>
                <a:off x="2504967" y="2762631"/>
                <a:ext cx="23040" cy="30744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6E89459A-A3C5-4C2A-BFD9-E0B4CDD35FB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96327" y="2753991"/>
                  <a:ext cx="40680" cy="32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236399D-9E97-42D9-9523-A3B1DA454689}"/>
              </a:ext>
            </a:extLst>
          </p:cNvPr>
          <p:cNvGrpSpPr/>
          <p:nvPr/>
        </p:nvGrpSpPr>
        <p:grpSpPr>
          <a:xfrm>
            <a:off x="734487" y="3258711"/>
            <a:ext cx="271800" cy="355680"/>
            <a:chOff x="734487" y="3258711"/>
            <a:chExt cx="27180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3B85AB01-6445-4812-AA66-30DAEF84426D}"/>
                    </a:ext>
                  </a:extLst>
                </p14:cNvPr>
                <p14:cNvContentPartPr/>
                <p14:nvPr/>
              </p14:nvContentPartPr>
              <p14:xfrm>
                <a:off x="734487" y="3293271"/>
                <a:ext cx="126720" cy="31428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3B85AB01-6445-4812-AA66-30DAEF84426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25847" y="3284271"/>
                  <a:ext cx="1443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79A60DD7-8A03-43E0-87EB-2398BF67E3AC}"/>
                    </a:ext>
                  </a:extLst>
                </p14:cNvPr>
                <p14:cNvContentPartPr/>
                <p14:nvPr/>
              </p14:nvContentPartPr>
              <p14:xfrm>
                <a:off x="938967" y="3258711"/>
                <a:ext cx="67320" cy="35568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79A60DD7-8A03-43E0-87EB-2398BF67E3A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9967" y="3250071"/>
                  <a:ext cx="84960" cy="37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2AC03BE6-B394-4F3A-8B6B-8F990A25C1F5}"/>
              </a:ext>
            </a:extLst>
          </p:cNvPr>
          <p:cNvGrpSpPr/>
          <p:nvPr/>
        </p:nvGrpSpPr>
        <p:grpSpPr>
          <a:xfrm>
            <a:off x="1203927" y="3311271"/>
            <a:ext cx="1883520" cy="373680"/>
            <a:chOff x="1203927" y="3311271"/>
            <a:chExt cx="188352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4EE41939-04CA-4C36-9105-32CF8BF1C25D}"/>
                    </a:ext>
                  </a:extLst>
                </p14:cNvPr>
                <p14:cNvContentPartPr/>
                <p14:nvPr/>
              </p14:nvContentPartPr>
              <p14:xfrm>
                <a:off x="1203927" y="3377151"/>
                <a:ext cx="192600" cy="30780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4EE41939-04CA-4C36-9105-32CF8BF1C25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95287" y="3368151"/>
                  <a:ext cx="2102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8D3064DA-6799-4731-9BD4-6603E6218230}"/>
                    </a:ext>
                  </a:extLst>
                </p14:cNvPr>
                <p14:cNvContentPartPr/>
                <p14:nvPr/>
              </p14:nvContentPartPr>
              <p14:xfrm>
                <a:off x="1430007" y="3402711"/>
                <a:ext cx="168840" cy="14976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8D3064DA-6799-4731-9BD4-6603E621823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421007" y="3394071"/>
                  <a:ext cx="186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EFAFAE75-8A9F-4C22-9A57-ECDC9F4FEA4C}"/>
                    </a:ext>
                  </a:extLst>
                </p14:cNvPr>
                <p14:cNvContentPartPr/>
                <p14:nvPr/>
              </p14:nvContentPartPr>
              <p14:xfrm>
                <a:off x="1593447" y="3398391"/>
                <a:ext cx="171000" cy="14760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EFAFAE75-8A9F-4C22-9A57-ECDC9F4FEA4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584807" y="3389751"/>
                  <a:ext cx="188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C8A229A3-6AE4-4447-9F30-26174ED750C3}"/>
                    </a:ext>
                  </a:extLst>
                </p14:cNvPr>
                <p14:cNvContentPartPr/>
                <p14:nvPr/>
              </p14:nvContentPartPr>
              <p14:xfrm>
                <a:off x="1839687" y="3393351"/>
                <a:ext cx="223200" cy="14400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C8A229A3-6AE4-4447-9F30-26174ED750C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831047" y="3384711"/>
                  <a:ext cx="240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82D7B028-B8FE-426E-A64C-4EDA76A45337}"/>
                    </a:ext>
                  </a:extLst>
                </p14:cNvPr>
                <p14:cNvContentPartPr/>
                <p14:nvPr/>
              </p14:nvContentPartPr>
              <p14:xfrm>
                <a:off x="2081967" y="3444831"/>
                <a:ext cx="121680" cy="12312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82D7B028-B8FE-426E-A64C-4EDA76A4533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072967" y="3435831"/>
                  <a:ext cx="139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0DCC6DE2-142E-4DB3-BAE8-8856C7748C50}"/>
                    </a:ext>
                  </a:extLst>
                </p14:cNvPr>
                <p14:cNvContentPartPr/>
                <p14:nvPr/>
              </p14:nvContentPartPr>
              <p14:xfrm>
                <a:off x="2198967" y="3311271"/>
                <a:ext cx="51840" cy="7524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0DCC6DE2-142E-4DB3-BAE8-8856C7748C5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190327" y="3302631"/>
                  <a:ext cx="69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C4FC3C7-9597-43FB-AD61-D728D217A93F}"/>
                    </a:ext>
                  </a:extLst>
                </p14:cNvPr>
                <p14:cNvContentPartPr/>
                <p14:nvPr/>
              </p14:nvContentPartPr>
              <p14:xfrm>
                <a:off x="2332887" y="3314871"/>
                <a:ext cx="23040" cy="23976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C4FC3C7-9597-43FB-AD61-D728D217A93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323887" y="3305871"/>
                  <a:ext cx="406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1E2D40D2-3D35-4441-81AA-E117A4C1AF7D}"/>
                    </a:ext>
                  </a:extLst>
                </p14:cNvPr>
                <p14:cNvContentPartPr/>
                <p14:nvPr/>
              </p14:nvContentPartPr>
              <p14:xfrm>
                <a:off x="2300127" y="3381471"/>
                <a:ext cx="377640" cy="15588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1E2D40D2-3D35-4441-81AA-E117A4C1AF7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291127" y="3372831"/>
                  <a:ext cx="3952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C371F559-0DD4-40B2-929F-854B22A36B0B}"/>
                    </a:ext>
                  </a:extLst>
                </p14:cNvPr>
                <p14:cNvContentPartPr/>
                <p14:nvPr/>
              </p14:nvContentPartPr>
              <p14:xfrm>
                <a:off x="2618007" y="3324591"/>
                <a:ext cx="300240" cy="18540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C371F559-0DD4-40B2-929F-854B22A36B0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609007" y="3315951"/>
                  <a:ext cx="3178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54C00628-0216-4D69-80FF-03EB27D8E1B2}"/>
                    </a:ext>
                  </a:extLst>
                </p14:cNvPr>
                <p14:cNvContentPartPr/>
                <p14:nvPr/>
              </p14:nvContentPartPr>
              <p14:xfrm>
                <a:off x="2940927" y="3397311"/>
                <a:ext cx="146520" cy="11376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54C00628-0216-4D69-80FF-03EB27D8E1B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932287" y="3388671"/>
                  <a:ext cx="16416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5347273-D229-431A-84DE-49EDD13E14B8}"/>
              </a:ext>
            </a:extLst>
          </p:cNvPr>
          <p:cNvGrpSpPr/>
          <p:nvPr/>
        </p:nvGrpSpPr>
        <p:grpSpPr>
          <a:xfrm>
            <a:off x="745647" y="3795831"/>
            <a:ext cx="239400" cy="316440"/>
            <a:chOff x="745647" y="3795831"/>
            <a:chExt cx="23940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96A853AA-3633-4782-8C87-ECA36F82CB06}"/>
                    </a:ext>
                  </a:extLst>
                </p14:cNvPr>
                <p14:cNvContentPartPr/>
                <p14:nvPr/>
              </p14:nvContentPartPr>
              <p14:xfrm>
                <a:off x="745647" y="3922191"/>
                <a:ext cx="149040" cy="16488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96A853AA-3633-4782-8C87-ECA36F82CB0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7007" y="3913551"/>
                  <a:ext cx="1666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54764CF0-AEC4-4EFB-A9FD-865CA94C1612}"/>
                    </a:ext>
                  </a:extLst>
                </p14:cNvPr>
                <p14:cNvContentPartPr/>
                <p14:nvPr/>
              </p14:nvContentPartPr>
              <p14:xfrm>
                <a:off x="948687" y="3795831"/>
                <a:ext cx="36360" cy="31644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54764CF0-AEC4-4EFB-A9FD-865CA94C161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40047" y="3786831"/>
                  <a:ext cx="54000" cy="33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2801AE0D-45B8-49B6-9681-61971642CCA8}"/>
                  </a:ext>
                </a:extLst>
              </p14:cNvPr>
              <p14:cNvContentPartPr/>
              <p14:nvPr/>
            </p14:nvContentPartPr>
            <p14:xfrm>
              <a:off x="7197567" y="1470591"/>
              <a:ext cx="1140840" cy="147600"/>
            </p14:xfrm>
          </p:contentPart>
        </mc:Choice>
        <mc:Fallback xmlns=""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2801AE0D-45B8-49B6-9681-61971642CCA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188567" y="1461951"/>
                <a:ext cx="1158480" cy="16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upo 39">
            <a:extLst>
              <a:ext uri="{FF2B5EF4-FFF2-40B4-BE49-F238E27FC236}">
                <a16:creationId xmlns:a16="http://schemas.microsoft.com/office/drawing/2014/main" id="{0767D406-C094-446A-931A-610D472D255C}"/>
              </a:ext>
            </a:extLst>
          </p:cNvPr>
          <p:cNvGrpSpPr/>
          <p:nvPr/>
        </p:nvGrpSpPr>
        <p:grpSpPr>
          <a:xfrm>
            <a:off x="1300047" y="3763791"/>
            <a:ext cx="1202760" cy="453600"/>
            <a:chOff x="1300047" y="3763791"/>
            <a:chExt cx="120276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05654CE9-DD73-48B3-9E0A-35301677B4B1}"/>
                    </a:ext>
                  </a:extLst>
                </p14:cNvPr>
                <p14:cNvContentPartPr/>
                <p14:nvPr/>
              </p14:nvContentPartPr>
              <p14:xfrm>
                <a:off x="1351527" y="3880431"/>
                <a:ext cx="42120" cy="33696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05654CE9-DD73-48B3-9E0A-35301677B4B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42887" y="3871431"/>
                  <a:ext cx="597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158CE6C7-CCD9-407B-A1A9-50A3D464719F}"/>
                    </a:ext>
                  </a:extLst>
                </p14:cNvPr>
                <p14:cNvContentPartPr/>
                <p14:nvPr/>
              </p14:nvContentPartPr>
              <p14:xfrm>
                <a:off x="1300047" y="3763791"/>
                <a:ext cx="182880" cy="21492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158CE6C7-CCD9-407B-A1A9-50A3D464719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91407" y="3754791"/>
                  <a:ext cx="2005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8DF8FAA7-54B4-4271-9884-F09768BF96F2}"/>
                    </a:ext>
                  </a:extLst>
                </p14:cNvPr>
                <p14:cNvContentPartPr/>
                <p14:nvPr/>
              </p14:nvContentPartPr>
              <p14:xfrm>
                <a:off x="1512447" y="3911391"/>
                <a:ext cx="186120" cy="19872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8DF8FAA7-54B4-4271-9884-F09768BF96F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03447" y="3902751"/>
                  <a:ext cx="2037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3C80107E-A074-4E3B-9F1C-4103303A5E2C}"/>
                    </a:ext>
                  </a:extLst>
                </p14:cNvPr>
                <p14:cNvContentPartPr/>
                <p14:nvPr/>
              </p14:nvContentPartPr>
              <p14:xfrm>
                <a:off x="1762647" y="3913191"/>
                <a:ext cx="50760" cy="19980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3C80107E-A074-4E3B-9F1C-4103303A5E2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753647" y="3904551"/>
                  <a:ext cx="684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7B806E1D-71AB-41FC-8BCD-218E24DFEBD3}"/>
                    </a:ext>
                  </a:extLst>
                </p14:cNvPr>
                <p14:cNvContentPartPr/>
                <p14:nvPr/>
              </p14:nvContentPartPr>
              <p14:xfrm>
                <a:off x="1900887" y="3916071"/>
                <a:ext cx="111240" cy="13572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7B806E1D-71AB-41FC-8BCD-218E24DFEBD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92247" y="3907071"/>
                  <a:ext cx="128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986DBCF4-BE21-4E1F-AABA-A8260921672A}"/>
                    </a:ext>
                  </a:extLst>
                </p14:cNvPr>
                <p14:cNvContentPartPr/>
                <p14:nvPr/>
              </p14:nvContentPartPr>
              <p14:xfrm>
                <a:off x="2085207" y="3910671"/>
                <a:ext cx="124200" cy="16776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986DBCF4-BE21-4E1F-AABA-A8260921672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076207" y="3901671"/>
                  <a:ext cx="141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C081E5A0-EC60-4BB6-84F1-F1A0EAAB5E84}"/>
                    </a:ext>
                  </a:extLst>
                </p14:cNvPr>
                <p14:cNvContentPartPr/>
                <p14:nvPr/>
              </p14:nvContentPartPr>
              <p14:xfrm>
                <a:off x="2258007" y="3962151"/>
                <a:ext cx="244800" cy="12780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C081E5A0-EC60-4BB6-84F1-F1A0EAAB5E8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249367" y="3953511"/>
                  <a:ext cx="26244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917F3E00-CDFC-436C-A3B8-C779B7BC2A01}"/>
                  </a:ext>
                </a:extLst>
              </p14:cNvPr>
              <p14:cNvContentPartPr/>
              <p14:nvPr/>
            </p14:nvContentPartPr>
            <p14:xfrm>
              <a:off x="8348127" y="1497231"/>
              <a:ext cx="19080" cy="51120"/>
            </p14:xfrm>
          </p:contentPart>
        </mc:Choice>
        <mc:Fallback xmlns=""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917F3E00-CDFC-436C-A3B8-C779B7BC2A0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339127" y="1488591"/>
                <a:ext cx="36720" cy="6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upo 43">
            <a:extLst>
              <a:ext uri="{FF2B5EF4-FFF2-40B4-BE49-F238E27FC236}">
                <a16:creationId xmlns:a16="http://schemas.microsoft.com/office/drawing/2014/main" id="{E9427E85-1F4B-4E97-A695-50749051644B}"/>
              </a:ext>
            </a:extLst>
          </p:cNvPr>
          <p:cNvGrpSpPr/>
          <p:nvPr/>
        </p:nvGrpSpPr>
        <p:grpSpPr>
          <a:xfrm>
            <a:off x="669327" y="4401351"/>
            <a:ext cx="311400" cy="405720"/>
            <a:chOff x="669327" y="4401351"/>
            <a:chExt cx="31140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2322A229-D006-47BE-85C7-0B68633CDBFD}"/>
                    </a:ext>
                  </a:extLst>
                </p14:cNvPr>
                <p14:cNvContentPartPr/>
                <p14:nvPr/>
              </p14:nvContentPartPr>
              <p14:xfrm>
                <a:off x="669327" y="4478031"/>
                <a:ext cx="171000" cy="30996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2322A229-D006-47BE-85C7-0B68633CDBF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60327" y="4469031"/>
                  <a:ext cx="1886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099D4C31-0A67-4B89-985A-FDA1EA684337}"/>
                    </a:ext>
                  </a:extLst>
                </p14:cNvPr>
                <p14:cNvContentPartPr/>
                <p14:nvPr/>
              </p14:nvContentPartPr>
              <p14:xfrm>
                <a:off x="852567" y="4401351"/>
                <a:ext cx="128160" cy="40572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099D4C31-0A67-4B89-985A-FDA1EA68433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43927" y="4392351"/>
                  <a:ext cx="145800" cy="42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B98B6790-4F52-4E37-9C1A-E5CEE5836575}"/>
              </a:ext>
            </a:extLst>
          </p:cNvPr>
          <p:cNvGrpSpPr/>
          <p:nvPr/>
        </p:nvGrpSpPr>
        <p:grpSpPr>
          <a:xfrm>
            <a:off x="1285287" y="4386231"/>
            <a:ext cx="2454840" cy="564480"/>
            <a:chOff x="1285287" y="4386231"/>
            <a:chExt cx="2454840" cy="5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8B3C5B84-F0AF-4070-988A-E7D281C9EAAE}"/>
                    </a:ext>
                  </a:extLst>
                </p14:cNvPr>
                <p14:cNvContentPartPr/>
                <p14:nvPr/>
              </p14:nvContentPartPr>
              <p14:xfrm>
                <a:off x="1285287" y="4386231"/>
                <a:ext cx="164880" cy="48708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8B3C5B84-F0AF-4070-988A-E7D281C9EAA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276647" y="4377231"/>
                  <a:ext cx="18252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D96B803A-53A0-4066-9C4D-DE3279C2540F}"/>
                    </a:ext>
                  </a:extLst>
                </p14:cNvPr>
                <p14:cNvContentPartPr/>
                <p14:nvPr/>
              </p14:nvContentPartPr>
              <p14:xfrm>
                <a:off x="1518927" y="4586391"/>
                <a:ext cx="27000" cy="24264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D96B803A-53A0-4066-9C4D-DE3279C2540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510287" y="4577751"/>
                  <a:ext cx="446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ED8A0B18-85F6-4B92-B527-958EA3E83636}"/>
                    </a:ext>
                  </a:extLst>
                </p14:cNvPr>
                <p14:cNvContentPartPr/>
                <p14:nvPr/>
              </p14:nvContentPartPr>
              <p14:xfrm>
                <a:off x="1604247" y="4619511"/>
                <a:ext cx="178560" cy="31896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ED8A0B18-85F6-4B92-B527-958EA3E8363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95247" y="4610511"/>
                  <a:ext cx="1962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37E209B9-0EEE-4491-B5D9-6A1EDF2CC9F2}"/>
                    </a:ext>
                  </a:extLst>
                </p14:cNvPr>
                <p14:cNvContentPartPr/>
                <p14:nvPr/>
              </p14:nvContentPartPr>
              <p14:xfrm>
                <a:off x="1822047" y="4659831"/>
                <a:ext cx="223200" cy="15516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37E209B9-0EEE-4491-B5D9-6A1EDF2CC9F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813047" y="4650831"/>
                  <a:ext cx="240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48CD3C12-D454-4E2F-A65E-D640ED5FECCC}"/>
                    </a:ext>
                  </a:extLst>
                </p14:cNvPr>
                <p14:cNvContentPartPr/>
                <p14:nvPr/>
              </p14:nvContentPartPr>
              <p14:xfrm>
                <a:off x="2080167" y="4644351"/>
                <a:ext cx="135360" cy="30636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48CD3C12-D454-4E2F-A65E-D640ED5FECC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071167" y="4635711"/>
                  <a:ext cx="1530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427DC19D-E3C0-44A2-B346-D7AB7C1EE9B6}"/>
                    </a:ext>
                  </a:extLst>
                </p14:cNvPr>
                <p14:cNvContentPartPr/>
                <p14:nvPr/>
              </p14:nvContentPartPr>
              <p14:xfrm>
                <a:off x="2261247" y="4653351"/>
                <a:ext cx="126360" cy="16452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427DC19D-E3C0-44A2-B346-D7AB7C1EE9B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252247" y="4644711"/>
                  <a:ext cx="144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6D922B2C-7671-43D7-9DD0-01A809095123}"/>
                    </a:ext>
                  </a:extLst>
                </p14:cNvPr>
                <p14:cNvContentPartPr/>
                <p14:nvPr/>
              </p14:nvContentPartPr>
              <p14:xfrm>
                <a:off x="2428287" y="4560831"/>
                <a:ext cx="107640" cy="22428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6D922B2C-7671-43D7-9DD0-01A80909512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419647" y="4551831"/>
                  <a:ext cx="1252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DAED684C-FC7C-41EC-BBB8-EA911E58A646}"/>
                    </a:ext>
                  </a:extLst>
                </p14:cNvPr>
                <p14:cNvContentPartPr/>
                <p14:nvPr/>
              </p14:nvContentPartPr>
              <p14:xfrm>
                <a:off x="2596047" y="4668111"/>
                <a:ext cx="177480" cy="16020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DAED684C-FC7C-41EC-BBB8-EA911E58A64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587407" y="4659471"/>
                  <a:ext cx="1951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31BF974F-0F76-4BF4-9CFF-0821DFA93336}"/>
                    </a:ext>
                  </a:extLst>
                </p14:cNvPr>
                <p14:cNvContentPartPr/>
                <p14:nvPr/>
              </p14:nvContentPartPr>
              <p14:xfrm>
                <a:off x="2790807" y="4629951"/>
                <a:ext cx="85680" cy="13032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31BF974F-0F76-4BF4-9CFF-0821DFA9333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782167" y="4621311"/>
                  <a:ext cx="103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1FC6F72D-2999-454A-947D-DA13E1EEBD1E}"/>
                    </a:ext>
                  </a:extLst>
                </p14:cNvPr>
                <p14:cNvContentPartPr/>
                <p14:nvPr/>
              </p14:nvContentPartPr>
              <p14:xfrm>
                <a:off x="2860287" y="4465431"/>
                <a:ext cx="41040" cy="9396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1FC6F72D-2999-454A-947D-DA13E1EEBD1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851647" y="4456791"/>
                  <a:ext cx="58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BB78E48A-735F-4A99-9471-82381CEFAAE3}"/>
                    </a:ext>
                  </a:extLst>
                </p14:cNvPr>
                <p14:cNvContentPartPr/>
                <p14:nvPr/>
              </p14:nvContentPartPr>
              <p14:xfrm>
                <a:off x="3002847" y="4517991"/>
                <a:ext cx="26280" cy="26928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BB78E48A-735F-4A99-9471-82381CEFAAE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94207" y="4508991"/>
                  <a:ext cx="439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3DA33CF3-E7C4-41EC-9997-826733F68F36}"/>
                    </a:ext>
                  </a:extLst>
                </p14:cNvPr>
                <p14:cNvContentPartPr/>
                <p14:nvPr/>
              </p14:nvContentPartPr>
              <p14:xfrm>
                <a:off x="2951367" y="4631751"/>
                <a:ext cx="339120" cy="17388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3DA33CF3-E7C4-41EC-9997-826733F68F3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942727" y="4623111"/>
                  <a:ext cx="356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18F917FA-D963-4760-89A4-87CAB91787C7}"/>
                    </a:ext>
                  </a:extLst>
                </p14:cNvPr>
                <p14:cNvContentPartPr/>
                <p14:nvPr/>
              </p14:nvContentPartPr>
              <p14:xfrm>
                <a:off x="3412887" y="4659471"/>
                <a:ext cx="18360" cy="7776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18F917FA-D963-4760-89A4-87CAB91787C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403887" y="4650831"/>
                  <a:ext cx="36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68CF5B1A-251B-4ACE-9DD4-E512176577AA}"/>
                    </a:ext>
                  </a:extLst>
                </p14:cNvPr>
                <p14:cNvContentPartPr/>
                <p14:nvPr/>
              </p14:nvContentPartPr>
              <p14:xfrm>
                <a:off x="3426567" y="4610511"/>
                <a:ext cx="131040" cy="17460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68CF5B1A-251B-4ACE-9DD4-E512176577A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417927" y="4601871"/>
                  <a:ext cx="148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AFC42077-607D-4CEF-B941-79EFFBBCD7BA}"/>
                    </a:ext>
                  </a:extLst>
                </p14:cNvPr>
                <p14:cNvContentPartPr/>
                <p14:nvPr/>
              </p14:nvContentPartPr>
              <p14:xfrm>
                <a:off x="3608727" y="4592151"/>
                <a:ext cx="131400" cy="15696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AFC42077-607D-4CEF-B941-79EFFBBCD7B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599727" y="4583151"/>
                  <a:ext cx="14904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0FFC00F4-834C-4F9E-8302-93C94DF1D7C7}"/>
              </a:ext>
            </a:extLst>
          </p:cNvPr>
          <p:cNvGrpSpPr/>
          <p:nvPr/>
        </p:nvGrpSpPr>
        <p:grpSpPr>
          <a:xfrm>
            <a:off x="4475247" y="4578471"/>
            <a:ext cx="900360" cy="221760"/>
            <a:chOff x="4475247" y="4578471"/>
            <a:chExt cx="900360" cy="22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C9177E95-0C5D-4F1E-AA60-B304AF1953B7}"/>
                    </a:ext>
                  </a:extLst>
                </p14:cNvPr>
                <p14:cNvContentPartPr/>
                <p14:nvPr/>
              </p14:nvContentPartPr>
              <p14:xfrm>
                <a:off x="4475247" y="4596111"/>
                <a:ext cx="189360" cy="20196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C9177E95-0C5D-4F1E-AA60-B304AF1953B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466607" y="4587111"/>
                  <a:ext cx="2070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14DC092D-4B71-4D59-8DBD-61BB27AEE61A}"/>
                    </a:ext>
                  </a:extLst>
                </p14:cNvPr>
                <p14:cNvContentPartPr/>
                <p14:nvPr/>
              </p14:nvContentPartPr>
              <p14:xfrm>
                <a:off x="4715727" y="4626711"/>
                <a:ext cx="68760" cy="108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14DC092D-4B71-4D59-8DBD-61BB27AEE61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706727" y="4617711"/>
                  <a:ext cx="864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B2A83616-D196-46BF-BE95-78F11FAE185A}"/>
                    </a:ext>
                  </a:extLst>
                </p14:cNvPr>
                <p14:cNvContentPartPr/>
                <p14:nvPr/>
              </p14:nvContentPartPr>
              <p14:xfrm>
                <a:off x="4710687" y="4713111"/>
                <a:ext cx="98280" cy="936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B2A83616-D196-46BF-BE95-78F11FAE185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702047" y="4704111"/>
                  <a:ext cx="115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FDF8A486-5AD6-4886-BC56-8823FB2AC86C}"/>
                    </a:ext>
                  </a:extLst>
                </p14:cNvPr>
                <p14:cNvContentPartPr/>
                <p14:nvPr/>
              </p14:nvContentPartPr>
              <p14:xfrm>
                <a:off x="4963047" y="4578471"/>
                <a:ext cx="6480" cy="19260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FDF8A486-5AD6-4886-BC56-8823FB2AC86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954407" y="4569831"/>
                  <a:ext cx="24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82D630E2-16B5-43DB-A9CE-5498EF9ED5E8}"/>
                    </a:ext>
                  </a:extLst>
                </p14:cNvPr>
                <p14:cNvContentPartPr/>
                <p14:nvPr/>
              </p14:nvContentPartPr>
              <p14:xfrm>
                <a:off x="5035047" y="4584591"/>
                <a:ext cx="117720" cy="19116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82D630E2-16B5-43DB-A9CE-5498EF9ED5E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026047" y="4575951"/>
                  <a:ext cx="1353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156575AD-1156-49B7-B93E-867F68B7E0B3}"/>
                    </a:ext>
                  </a:extLst>
                </p14:cNvPr>
                <p14:cNvContentPartPr/>
                <p14:nvPr/>
              </p14:nvContentPartPr>
              <p14:xfrm>
                <a:off x="5186967" y="4600791"/>
                <a:ext cx="188640" cy="19944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156575AD-1156-49B7-B93E-867F68B7E0B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177967" y="4592151"/>
                  <a:ext cx="20628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4908B56A-0925-4B94-A2A8-9969CE9BA330}"/>
              </a:ext>
            </a:extLst>
          </p:cNvPr>
          <p:cNvGrpSpPr/>
          <p:nvPr/>
        </p:nvGrpSpPr>
        <p:grpSpPr>
          <a:xfrm>
            <a:off x="6135207" y="4553991"/>
            <a:ext cx="687960" cy="236880"/>
            <a:chOff x="6135207" y="4553991"/>
            <a:chExt cx="68796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A476A329-A8AC-47F6-B088-FCD69CA83DAB}"/>
                    </a:ext>
                  </a:extLst>
                </p14:cNvPr>
                <p14:cNvContentPartPr/>
                <p14:nvPr/>
              </p14:nvContentPartPr>
              <p14:xfrm>
                <a:off x="6135207" y="4610871"/>
                <a:ext cx="114120" cy="18000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A476A329-A8AC-47F6-B088-FCD69CA83DA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126567" y="4601871"/>
                  <a:ext cx="1317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EF7D4BC7-A6DE-4848-93B1-B87CE31FF3F2}"/>
                    </a:ext>
                  </a:extLst>
                </p14:cNvPr>
                <p14:cNvContentPartPr/>
                <p14:nvPr/>
              </p14:nvContentPartPr>
              <p14:xfrm>
                <a:off x="6408447" y="4658751"/>
                <a:ext cx="70560" cy="576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EF7D4BC7-A6DE-4848-93B1-B87CE31FF3F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399807" y="4649751"/>
                  <a:ext cx="88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EDBB55FF-6508-4936-BCB0-C1496DDCF8EE}"/>
                    </a:ext>
                  </a:extLst>
                </p14:cNvPr>
                <p14:cNvContentPartPr/>
                <p14:nvPr/>
              </p14:nvContentPartPr>
              <p14:xfrm>
                <a:off x="6397647" y="4723551"/>
                <a:ext cx="88560" cy="396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EDBB55FF-6508-4936-BCB0-C1496DDCF8E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89007" y="4714911"/>
                  <a:ext cx="1062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4E3647E7-1DB9-4832-A472-5665B7A9F9BF}"/>
                    </a:ext>
                  </a:extLst>
                </p14:cNvPr>
                <p14:cNvContentPartPr/>
                <p14:nvPr/>
              </p14:nvContentPartPr>
              <p14:xfrm>
                <a:off x="6589887" y="4566951"/>
                <a:ext cx="37080" cy="18000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4E3647E7-1DB9-4832-A472-5665B7A9F9B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580887" y="4557951"/>
                  <a:ext cx="54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44116472-ED6D-4C43-B4FE-9197C36AC58A}"/>
                    </a:ext>
                  </a:extLst>
                </p14:cNvPr>
                <p14:cNvContentPartPr/>
                <p14:nvPr/>
              </p14:nvContentPartPr>
              <p14:xfrm>
                <a:off x="6661887" y="4553991"/>
                <a:ext cx="161280" cy="18504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44116472-ED6D-4C43-B4FE-9197C36AC58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652887" y="4545351"/>
                  <a:ext cx="17892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upo 84">
            <a:extLst>
              <a:ext uri="{FF2B5EF4-FFF2-40B4-BE49-F238E27FC236}">
                <a16:creationId xmlns:a16="http://schemas.microsoft.com/office/drawing/2014/main" id="{ADA2B520-97CB-452C-A4FA-634B11DF1054}"/>
              </a:ext>
            </a:extLst>
          </p:cNvPr>
          <p:cNvGrpSpPr/>
          <p:nvPr/>
        </p:nvGrpSpPr>
        <p:grpSpPr>
          <a:xfrm>
            <a:off x="7582767" y="4436991"/>
            <a:ext cx="693360" cy="280800"/>
            <a:chOff x="7582767" y="4436991"/>
            <a:chExt cx="69336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95E4CFE8-4EBF-4422-A8B5-CA8679D0CE6C}"/>
                    </a:ext>
                  </a:extLst>
                </p14:cNvPr>
                <p14:cNvContentPartPr/>
                <p14:nvPr/>
              </p14:nvContentPartPr>
              <p14:xfrm>
                <a:off x="7582767" y="4467231"/>
                <a:ext cx="189360" cy="25056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95E4CFE8-4EBF-4422-A8B5-CA8679D0CE6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573767" y="4458231"/>
                  <a:ext cx="207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3AB14A08-784B-4641-B67B-B6CB7FEF208F}"/>
                    </a:ext>
                  </a:extLst>
                </p14:cNvPr>
                <p14:cNvContentPartPr/>
                <p14:nvPr/>
              </p14:nvContentPartPr>
              <p14:xfrm>
                <a:off x="7599687" y="4436991"/>
                <a:ext cx="192600" cy="25668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3AB14A08-784B-4641-B67B-B6CB7FEF208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590687" y="4427991"/>
                  <a:ext cx="2102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A73697A3-E8A6-4EAA-8E72-8CAA055E4C6E}"/>
                    </a:ext>
                  </a:extLst>
                </p14:cNvPr>
                <p14:cNvContentPartPr/>
                <p14:nvPr/>
              </p14:nvContentPartPr>
              <p14:xfrm>
                <a:off x="7858887" y="4606191"/>
                <a:ext cx="169560" cy="7416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A73697A3-E8A6-4EAA-8E72-8CAA055E4C6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50247" y="4597191"/>
                  <a:ext cx="187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AAA51D58-A60A-4D03-A40B-BAD50CEFBCA1}"/>
                    </a:ext>
                  </a:extLst>
                </p14:cNvPr>
                <p14:cNvContentPartPr/>
                <p14:nvPr/>
              </p14:nvContentPartPr>
              <p14:xfrm>
                <a:off x="8159847" y="4570551"/>
                <a:ext cx="116280" cy="11844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AAA51D58-A60A-4D03-A40B-BAD50CEFBCA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151207" y="4561551"/>
                  <a:ext cx="1339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F6F69266-06E9-40E5-99D4-72278E9499DC}"/>
                    </a:ext>
                  </a:extLst>
                </p14:cNvPr>
                <p14:cNvContentPartPr/>
                <p14:nvPr/>
              </p14:nvContentPartPr>
              <p14:xfrm>
                <a:off x="8140047" y="4549311"/>
                <a:ext cx="132120" cy="14832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F6F69266-06E9-40E5-99D4-72278E9499D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131407" y="4540311"/>
                  <a:ext cx="14976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1999D8E2-70C5-4D3C-972E-B78BB8241C94}"/>
              </a:ext>
            </a:extLst>
          </p:cNvPr>
          <p:cNvGrpSpPr/>
          <p:nvPr/>
        </p:nvGrpSpPr>
        <p:grpSpPr>
          <a:xfrm>
            <a:off x="8984607" y="4472991"/>
            <a:ext cx="603360" cy="266760"/>
            <a:chOff x="8984607" y="4472991"/>
            <a:chExt cx="60336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B1084254-65EF-4CB8-88C8-ACF5C1A805B6}"/>
                    </a:ext>
                  </a:extLst>
                </p14:cNvPr>
                <p14:cNvContentPartPr/>
                <p14:nvPr/>
              </p14:nvContentPartPr>
              <p14:xfrm>
                <a:off x="8984607" y="4472991"/>
                <a:ext cx="166680" cy="24192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B1084254-65EF-4CB8-88C8-ACF5C1A805B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975607" y="4463991"/>
                  <a:ext cx="184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6C8533B6-6BAC-444C-84C6-6C2A6F780146}"/>
                    </a:ext>
                  </a:extLst>
                </p14:cNvPr>
                <p14:cNvContentPartPr/>
                <p14:nvPr/>
              </p14:nvContentPartPr>
              <p14:xfrm>
                <a:off x="9174687" y="4537431"/>
                <a:ext cx="91440" cy="828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6C8533B6-6BAC-444C-84C6-6C2A6F78014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165687" y="4528791"/>
                  <a:ext cx="109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3839E559-CDE5-454D-AF1E-6F6C63A7B41D}"/>
                    </a:ext>
                  </a:extLst>
                </p14:cNvPr>
                <p14:cNvContentPartPr/>
                <p14:nvPr/>
              </p14:nvContentPartPr>
              <p14:xfrm>
                <a:off x="9185487" y="4589271"/>
                <a:ext cx="100440" cy="396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3839E559-CDE5-454D-AF1E-6F6C63A7B41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176847" y="4580271"/>
                  <a:ext cx="1180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4A7BE971-C7F2-4343-9782-073B98E5D599}"/>
                    </a:ext>
                  </a:extLst>
                </p14:cNvPr>
                <p14:cNvContentPartPr/>
                <p14:nvPr/>
              </p14:nvContentPartPr>
              <p14:xfrm>
                <a:off x="9484647" y="4542831"/>
                <a:ext cx="103320" cy="36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4A7BE971-C7F2-4343-9782-073B98E5D59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475647" y="4534191"/>
                  <a:ext cx="120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78154FE9-7E0B-4653-BE0C-0553DFDEBF8B}"/>
                    </a:ext>
                  </a:extLst>
                </p14:cNvPr>
                <p14:cNvContentPartPr/>
                <p14:nvPr/>
              </p14:nvContentPartPr>
              <p14:xfrm>
                <a:off x="9409407" y="4535631"/>
                <a:ext cx="134640" cy="20412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78154FE9-7E0B-4653-BE0C-0553DFDEBF8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400407" y="4526991"/>
                  <a:ext cx="152280" cy="22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9978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F1E08FC-DB3D-4928-A312-F357A49ED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35" y="406476"/>
            <a:ext cx="11188146" cy="2799431"/>
          </a:xfrm>
          <a:prstGeom prst="rect">
            <a:avLst/>
          </a:prstGeom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C5FAA618-CD5D-4AC3-A640-984512900451}"/>
              </a:ext>
            </a:extLst>
          </p:cNvPr>
          <p:cNvGrpSpPr/>
          <p:nvPr/>
        </p:nvGrpSpPr>
        <p:grpSpPr>
          <a:xfrm>
            <a:off x="729087" y="3484791"/>
            <a:ext cx="839520" cy="453240"/>
            <a:chOff x="729087" y="3484791"/>
            <a:chExt cx="839520" cy="45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67C5D8F9-CABB-404A-8FA5-B6F12F96FE37}"/>
                    </a:ext>
                  </a:extLst>
                </p14:cNvPr>
                <p14:cNvContentPartPr/>
                <p14:nvPr/>
              </p14:nvContentPartPr>
              <p14:xfrm>
                <a:off x="733767" y="3549231"/>
                <a:ext cx="21240" cy="38880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67C5D8F9-CABB-404A-8FA5-B6F12F96FE3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5127" y="3540231"/>
                  <a:ext cx="388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9F71E6FC-C499-4365-8DE8-9845D1214875}"/>
                    </a:ext>
                  </a:extLst>
                </p14:cNvPr>
                <p14:cNvContentPartPr/>
                <p14:nvPr/>
              </p14:nvContentPartPr>
              <p14:xfrm>
                <a:off x="729087" y="3484791"/>
                <a:ext cx="144000" cy="17028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9F71E6FC-C499-4365-8DE8-9845D121487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0087" y="3476151"/>
                  <a:ext cx="161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CA0A9683-6087-4633-8FC3-8A001D747CB0}"/>
                    </a:ext>
                  </a:extLst>
                </p14:cNvPr>
                <p14:cNvContentPartPr/>
                <p14:nvPr/>
              </p14:nvContentPartPr>
              <p14:xfrm>
                <a:off x="949767" y="3598191"/>
                <a:ext cx="80640" cy="1656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CA0A9683-6087-4633-8FC3-8A001D747CB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0767" y="3589191"/>
                  <a:ext cx="98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1B4F9815-3CC3-4D8F-A12B-5C2802B52E16}"/>
                    </a:ext>
                  </a:extLst>
                </p14:cNvPr>
                <p14:cNvContentPartPr/>
                <p14:nvPr/>
              </p14:nvContentPartPr>
              <p14:xfrm>
                <a:off x="940767" y="3705831"/>
                <a:ext cx="90360" cy="1476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1B4F9815-3CC3-4D8F-A12B-5C2802B52E1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2127" y="3696831"/>
                  <a:ext cx="108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5555CA68-6309-4F15-A3A2-12348AC1A141}"/>
                    </a:ext>
                  </a:extLst>
                </p14:cNvPr>
                <p14:cNvContentPartPr/>
                <p14:nvPr/>
              </p14:nvContentPartPr>
              <p14:xfrm>
                <a:off x="1153887" y="3570471"/>
                <a:ext cx="147600" cy="18288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5555CA68-6309-4F15-A3A2-12348AC1A14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44887" y="3561471"/>
                  <a:ext cx="1652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362013BA-055B-4E95-9E73-9F612840572A}"/>
                    </a:ext>
                  </a:extLst>
                </p14:cNvPr>
                <p14:cNvContentPartPr/>
                <p14:nvPr/>
              </p14:nvContentPartPr>
              <p14:xfrm>
                <a:off x="1327047" y="3714831"/>
                <a:ext cx="67680" cy="6732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362013BA-055B-4E95-9E73-9F612840572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18047" y="3705831"/>
                  <a:ext cx="85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7A7B4996-5C11-4D27-A346-6A03242EBA0C}"/>
                    </a:ext>
                  </a:extLst>
                </p14:cNvPr>
                <p14:cNvContentPartPr/>
                <p14:nvPr/>
              </p14:nvContentPartPr>
              <p14:xfrm>
                <a:off x="1504167" y="3551031"/>
                <a:ext cx="21240" cy="18108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7A7B4996-5C11-4D27-A346-6A03242EBA0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5167" y="3542031"/>
                  <a:ext cx="38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3CE652A8-F680-4D1E-9172-0A15B1FE4776}"/>
                    </a:ext>
                  </a:extLst>
                </p14:cNvPr>
                <p14:cNvContentPartPr/>
                <p14:nvPr/>
              </p14:nvContentPartPr>
              <p14:xfrm>
                <a:off x="1442607" y="3718431"/>
                <a:ext cx="126000" cy="1476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3CE652A8-F680-4D1E-9172-0A15B1FE477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33967" y="3709431"/>
                  <a:ext cx="1436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D5D51AAE-3722-4550-91B0-F5251368B831}"/>
              </a:ext>
            </a:extLst>
          </p:cNvPr>
          <p:cNvGrpSpPr/>
          <p:nvPr/>
        </p:nvGrpSpPr>
        <p:grpSpPr>
          <a:xfrm>
            <a:off x="2910327" y="3396951"/>
            <a:ext cx="2207160" cy="439920"/>
            <a:chOff x="2910327" y="3396951"/>
            <a:chExt cx="220716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16742E1F-78C4-406E-9C06-37467AE212F0}"/>
                    </a:ext>
                  </a:extLst>
                </p14:cNvPr>
                <p14:cNvContentPartPr/>
                <p14:nvPr/>
              </p14:nvContentPartPr>
              <p14:xfrm>
                <a:off x="2910327" y="3445551"/>
                <a:ext cx="225720" cy="27000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16742E1F-78C4-406E-9C06-37467AE212F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01327" y="3436911"/>
                  <a:ext cx="2433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EACB1488-F466-45DA-AECA-A185C11A56FB}"/>
                    </a:ext>
                  </a:extLst>
                </p14:cNvPr>
                <p14:cNvContentPartPr/>
                <p14:nvPr/>
              </p14:nvContentPartPr>
              <p14:xfrm>
                <a:off x="2916447" y="3396951"/>
                <a:ext cx="216000" cy="40536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EACB1488-F466-45DA-AECA-A185C11A56F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907447" y="3387951"/>
                  <a:ext cx="23364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04566B16-5C21-4A9C-8687-9199E88EBC69}"/>
                    </a:ext>
                  </a:extLst>
                </p14:cNvPr>
                <p14:cNvContentPartPr/>
                <p14:nvPr/>
              </p14:nvContentPartPr>
              <p14:xfrm>
                <a:off x="3253407" y="3517191"/>
                <a:ext cx="323280" cy="18972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04566B16-5C21-4A9C-8687-9199E88EBC6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44767" y="3508191"/>
                  <a:ext cx="3409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91963417-C694-4988-AE1A-7F49ADFB216A}"/>
                    </a:ext>
                  </a:extLst>
                </p14:cNvPr>
                <p14:cNvContentPartPr/>
                <p14:nvPr/>
              </p14:nvContentPartPr>
              <p14:xfrm>
                <a:off x="3753447" y="3437631"/>
                <a:ext cx="232920" cy="34812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91963417-C694-4988-AE1A-7F49ADFB216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44447" y="3428991"/>
                  <a:ext cx="2505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6EBD6FC0-4DF3-4996-BA29-4BF7FDAE941F}"/>
                    </a:ext>
                  </a:extLst>
                </p14:cNvPr>
                <p14:cNvContentPartPr/>
                <p14:nvPr/>
              </p14:nvContentPartPr>
              <p14:xfrm>
                <a:off x="4078167" y="3604311"/>
                <a:ext cx="26280" cy="13320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6EBD6FC0-4DF3-4996-BA29-4BF7FDAE941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69167" y="3595311"/>
                  <a:ext cx="439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6E667F77-019C-4E71-A1BD-0B67D899D0F6}"/>
                    </a:ext>
                  </a:extLst>
                </p14:cNvPr>
                <p14:cNvContentPartPr/>
                <p14:nvPr/>
              </p14:nvContentPartPr>
              <p14:xfrm>
                <a:off x="4156287" y="3593511"/>
                <a:ext cx="183600" cy="14940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6E667F77-019C-4E71-A1BD-0B67D899D0F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47647" y="3584511"/>
                  <a:ext cx="2012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74ECBD0F-FD05-424B-903B-7DF27F618081}"/>
                    </a:ext>
                  </a:extLst>
                </p14:cNvPr>
                <p14:cNvContentPartPr/>
                <p14:nvPr/>
              </p14:nvContentPartPr>
              <p14:xfrm>
                <a:off x="4423767" y="3493791"/>
                <a:ext cx="72720" cy="34308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74ECBD0F-FD05-424B-903B-7DF27F61808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414767" y="3485151"/>
                  <a:ext cx="903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EA065D92-EC28-45BB-9C12-C74EAAFC7A0D}"/>
                    </a:ext>
                  </a:extLst>
                </p14:cNvPr>
                <p14:cNvContentPartPr/>
                <p14:nvPr/>
              </p14:nvContentPartPr>
              <p14:xfrm>
                <a:off x="4640487" y="3613311"/>
                <a:ext cx="111240" cy="15012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EA065D92-EC28-45BB-9C12-C74EAAFC7A0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631487" y="3604311"/>
                  <a:ext cx="128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5A5F459D-4D13-4437-9BFD-3C3694D0592C}"/>
                    </a:ext>
                  </a:extLst>
                </p14:cNvPr>
                <p14:cNvContentPartPr/>
                <p14:nvPr/>
              </p14:nvContentPartPr>
              <p14:xfrm>
                <a:off x="4838487" y="3645351"/>
                <a:ext cx="93600" cy="648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5A5F459D-4D13-4437-9BFD-3C3694D0592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829487" y="3636351"/>
                  <a:ext cx="11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6BDB4156-04CD-4A56-A773-653BE931D86D}"/>
                    </a:ext>
                  </a:extLst>
                </p14:cNvPr>
                <p14:cNvContentPartPr/>
                <p14:nvPr/>
              </p14:nvContentPartPr>
              <p14:xfrm>
                <a:off x="4841367" y="3720231"/>
                <a:ext cx="110160" cy="828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6BDB4156-04CD-4A56-A773-653BE931D86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832727" y="3711231"/>
                  <a:ext cx="1278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48D99654-7F23-419B-8901-9FB459CD3BCE}"/>
                    </a:ext>
                  </a:extLst>
                </p14:cNvPr>
                <p14:cNvContentPartPr/>
                <p14:nvPr/>
              </p14:nvContentPartPr>
              <p14:xfrm>
                <a:off x="5005167" y="3544911"/>
                <a:ext cx="112320" cy="27180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48D99654-7F23-419B-8901-9FB459CD3BC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996527" y="3536271"/>
                  <a:ext cx="12996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4DCB98F6-7AE7-44FE-8A0B-148C388474BD}"/>
              </a:ext>
            </a:extLst>
          </p:cNvPr>
          <p:cNvGrpSpPr/>
          <p:nvPr/>
        </p:nvGrpSpPr>
        <p:grpSpPr>
          <a:xfrm>
            <a:off x="5120727" y="3427911"/>
            <a:ext cx="1202040" cy="477720"/>
            <a:chOff x="5120727" y="3427911"/>
            <a:chExt cx="1202040" cy="47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62E34576-FDF0-47C8-8B29-24C3C98922EB}"/>
                    </a:ext>
                  </a:extLst>
                </p14:cNvPr>
                <p14:cNvContentPartPr/>
                <p14:nvPr/>
              </p14:nvContentPartPr>
              <p14:xfrm>
                <a:off x="5120727" y="3764871"/>
                <a:ext cx="99360" cy="11520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62E34576-FDF0-47C8-8B29-24C3C98922E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111727" y="3755871"/>
                  <a:ext cx="117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BA87E0F5-612C-4D6B-9019-0A561B23B671}"/>
                    </a:ext>
                  </a:extLst>
                </p14:cNvPr>
                <p14:cNvContentPartPr/>
                <p14:nvPr/>
              </p14:nvContentPartPr>
              <p14:xfrm>
                <a:off x="5357247" y="3548151"/>
                <a:ext cx="142560" cy="35748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BA87E0F5-612C-4D6B-9019-0A561B23B67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348247" y="3539511"/>
                  <a:ext cx="1602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F7136945-7284-41BA-9062-3097AAFE5E51}"/>
                    </a:ext>
                  </a:extLst>
                </p14:cNvPr>
                <p14:cNvContentPartPr/>
                <p14:nvPr/>
              </p14:nvContentPartPr>
              <p14:xfrm>
                <a:off x="5590887" y="3640671"/>
                <a:ext cx="138960" cy="468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F7136945-7284-41BA-9062-3097AAFE5E5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81887" y="3632031"/>
                  <a:ext cx="156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D38F8CA3-9FE0-404D-9A18-C4ACF70A005A}"/>
                    </a:ext>
                  </a:extLst>
                </p14:cNvPr>
                <p14:cNvContentPartPr/>
                <p14:nvPr/>
              </p14:nvContentPartPr>
              <p14:xfrm>
                <a:off x="5629407" y="3689631"/>
                <a:ext cx="126000" cy="4680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D38F8CA3-9FE0-404D-9A18-C4ACF70A005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620767" y="3680991"/>
                  <a:ext cx="143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08E59879-3395-4C38-AC6D-2E2F3646F9C3}"/>
                    </a:ext>
                  </a:extLst>
                </p14:cNvPr>
                <p14:cNvContentPartPr/>
                <p14:nvPr/>
              </p14:nvContentPartPr>
              <p14:xfrm>
                <a:off x="5811567" y="3599631"/>
                <a:ext cx="189720" cy="17496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08E59879-3395-4C38-AC6D-2E2F3646F9C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02567" y="3590991"/>
                  <a:ext cx="207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B702AE8D-DF0A-4F52-A585-B3F516009C76}"/>
                    </a:ext>
                  </a:extLst>
                </p14:cNvPr>
                <p14:cNvContentPartPr/>
                <p14:nvPr/>
              </p14:nvContentPartPr>
              <p14:xfrm>
                <a:off x="6081927" y="3628431"/>
                <a:ext cx="137880" cy="12600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B702AE8D-DF0A-4F52-A585-B3F516009C7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072927" y="3619791"/>
                  <a:ext cx="1555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98ACA91D-1332-4B98-895D-DA1E3EE73B7C}"/>
                    </a:ext>
                  </a:extLst>
                </p14:cNvPr>
                <p14:cNvContentPartPr/>
                <p14:nvPr/>
              </p14:nvContentPartPr>
              <p14:xfrm>
                <a:off x="6257247" y="3427911"/>
                <a:ext cx="65520" cy="34956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98ACA91D-1332-4B98-895D-DA1E3EE73B7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248247" y="3419271"/>
                  <a:ext cx="8316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28D87883-D5AA-4665-925F-3CFE4FB08CB9}"/>
              </a:ext>
            </a:extLst>
          </p:cNvPr>
          <p:cNvGrpSpPr/>
          <p:nvPr/>
        </p:nvGrpSpPr>
        <p:grpSpPr>
          <a:xfrm>
            <a:off x="593367" y="4232871"/>
            <a:ext cx="1213920" cy="565920"/>
            <a:chOff x="593367" y="4232871"/>
            <a:chExt cx="1213920" cy="56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2AEE0526-7ED6-4708-B3F9-A00BE2F8306F}"/>
                    </a:ext>
                  </a:extLst>
                </p14:cNvPr>
                <p14:cNvContentPartPr/>
                <p14:nvPr/>
              </p14:nvContentPartPr>
              <p14:xfrm>
                <a:off x="650607" y="4232871"/>
                <a:ext cx="41040" cy="56592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2AEE0526-7ED6-4708-B3F9-A00BE2F8306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41967" y="4224231"/>
                  <a:ext cx="5868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DC3DBB5D-BAB6-4D76-87B6-CB71058306F3}"/>
                    </a:ext>
                  </a:extLst>
                </p14:cNvPr>
                <p14:cNvContentPartPr/>
                <p14:nvPr/>
              </p14:nvContentPartPr>
              <p14:xfrm>
                <a:off x="593367" y="4251231"/>
                <a:ext cx="188640" cy="28080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DC3DBB5D-BAB6-4D76-87B6-CB71058306F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4367" y="4242591"/>
                  <a:ext cx="2062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D7AF0251-02E1-48A9-9FA8-C8ED2D281EC6}"/>
                    </a:ext>
                  </a:extLst>
                </p14:cNvPr>
                <p14:cNvContentPartPr/>
                <p14:nvPr/>
              </p14:nvContentPartPr>
              <p14:xfrm>
                <a:off x="868767" y="4253391"/>
                <a:ext cx="158760" cy="34128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D7AF0251-02E1-48A9-9FA8-C8ED2D281EC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59767" y="4244751"/>
                  <a:ext cx="1764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42009E0C-C4C1-42A6-A742-54DA2BCC9ADB}"/>
                    </a:ext>
                  </a:extLst>
                </p14:cNvPr>
                <p14:cNvContentPartPr/>
                <p14:nvPr/>
              </p14:nvContentPartPr>
              <p14:xfrm>
                <a:off x="1034727" y="4316751"/>
                <a:ext cx="168840" cy="24444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42009E0C-C4C1-42A6-A742-54DA2BCC9AD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26087" y="4307751"/>
                  <a:ext cx="1864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B12986C1-A9F2-4A4C-8158-AE6B350AC743}"/>
                    </a:ext>
                  </a:extLst>
                </p14:cNvPr>
                <p14:cNvContentPartPr/>
                <p14:nvPr/>
              </p14:nvContentPartPr>
              <p14:xfrm>
                <a:off x="1036887" y="4322871"/>
                <a:ext cx="147960" cy="27540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B12986C1-A9F2-4A4C-8158-AE6B350AC74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27887" y="4314231"/>
                  <a:ext cx="1656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C2F72B39-B1C0-43EC-B3B4-7AF6B95CDEA0}"/>
                    </a:ext>
                  </a:extLst>
                </p14:cNvPr>
                <p14:cNvContentPartPr/>
                <p14:nvPr/>
              </p14:nvContentPartPr>
              <p14:xfrm>
                <a:off x="1292487" y="4340871"/>
                <a:ext cx="152280" cy="12312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C2F72B39-B1C0-43EC-B3B4-7AF6B95CDEA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283847" y="4332231"/>
                  <a:ext cx="169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36541199-AD85-4223-B973-A3F66178404A}"/>
                    </a:ext>
                  </a:extLst>
                </p14:cNvPr>
                <p14:cNvContentPartPr/>
                <p14:nvPr/>
              </p14:nvContentPartPr>
              <p14:xfrm>
                <a:off x="1347567" y="4533111"/>
                <a:ext cx="118080" cy="4140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36541199-AD85-4223-B973-A3F66178404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338927" y="4524471"/>
                  <a:ext cx="135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05C3F956-4CD3-4F67-960B-8127291036FA}"/>
                    </a:ext>
                  </a:extLst>
                </p14:cNvPr>
                <p14:cNvContentPartPr/>
                <p14:nvPr/>
              </p14:nvContentPartPr>
              <p14:xfrm>
                <a:off x="1564647" y="4336911"/>
                <a:ext cx="141120" cy="21348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05C3F956-4CD3-4F67-960B-8127291036F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555647" y="4328271"/>
                  <a:ext cx="158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C16EA76B-F2DA-4006-83AD-78B29DD4EACA}"/>
                    </a:ext>
                  </a:extLst>
                </p14:cNvPr>
                <p14:cNvContentPartPr/>
                <p14:nvPr/>
              </p14:nvContentPartPr>
              <p14:xfrm>
                <a:off x="1760487" y="4262391"/>
                <a:ext cx="46800" cy="34848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C16EA76B-F2DA-4006-83AD-78B29DD4EAC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751847" y="4253751"/>
                  <a:ext cx="6444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14522FBC-87E1-4FBB-83EB-901BC3A6E0DA}"/>
              </a:ext>
            </a:extLst>
          </p:cNvPr>
          <p:cNvGrpSpPr/>
          <p:nvPr/>
        </p:nvGrpSpPr>
        <p:grpSpPr>
          <a:xfrm>
            <a:off x="2111847" y="4416111"/>
            <a:ext cx="153000" cy="114840"/>
            <a:chOff x="2111847" y="4416111"/>
            <a:chExt cx="153000" cy="11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C273BC89-41FE-43EC-AFD1-E0D4ADAAA6C8}"/>
                    </a:ext>
                  </a:extLst>
                </p14:cNvPr>
                <p14:cNvContentPartPr/>
                <p14:nvPr/>
              </p14:nvContentPartPr>
              <p14:xfrm>
                <a:off x="2111847" y="4416111"/>
                <a:ext cx="153000" cy="1764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C273BC89-41FE-43EC-AFD1-E0D4ADAAA6C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102847" y="4407111"/>
                  <a:ext cx="170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DC88755F-7A0D-4456-804D-B695966AB54C}"/>
                    </a:ext>
                  </a:extLst>
                </p14:cNvPr>
                <p14:cNvContentPartPr/>
                <p14:nvPr/>
              </p14:nvContentPartPr>
              <p14:xfrm>
                <a:off x="2126967" y="4485951"/>
                <a:ext cx="125280" cy="4500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DC88755F-7A0D-4456-804D-B695966AB54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117967" y="4476951"/>
                  <a:ext cx="14292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58CA30EA-9E39-445C-8D57-A3B91CDBB7D3}"/>
              </a:ext>
            </a:extLst>
          </p:cNvPr>
          <p:cNvGrpSpPr/>
          <p:nvPr/>
        </p:nvGrpSpPr>
        <p:grpSpPr>
          <a:xfrm>
            <a:off x="2602887" y="4233951"/>
            <a:ext cx="1710000" cy="436320"/>
            <a:chOff x="2602887" y="4233951"/>
            <a:chExt cx="1710000" cy="4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7E17CBCB-7C1D-4C7E-9B2C-85ABCB447652}"/>
                    </a:ext>
                  </a:extLst>
                </p14:cNvPr>
                <p14:cNvContentPartPr/>
                <p14:nvPr/>
              </p14:nvContentPartPr>
              <p14:xfrm>
                <a:off x="2602887" y="4367511"/>
                <a:ext cx="142200" cy="21852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7E17CBCB-7C1D-4C7E-9B2C-85ABCB44765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593887" y="4358511"/>
                  <a:ext cx="1598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513C8518-8E5D-4017-9AE4-A741C505B742}"/>
                    </a:ext>
                  </a:extLst>
                </p14:cNvPr>
                <p14:cNvContentPartPr/>
                <p14:nvPr/>
              </p14:nvContentPartPr>
              <p14:xfrm>
                <a:off x="2893047" y="4394151"/>
                <a:ext cx="211320" cy="3852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513C8518-8E5D-4017-9AE4-A741C505B74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884407" y="4385511"/>
                  <a:ext cx="228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91B8ACD4-991B-46F7-BE62-F8CD1E487964}"/>
                    </a:ext>
                  </a:extLst>
                </p14:cNvPr>
                <p14:cNvContentPartPr/>
                <p14:nvPr/>
              </p14:nvContentPartPr>
              <p14:xfrm>
                <a:off x="3166647" y="4364631"/>
                <a:ext cx="14040" cy="30564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91B8ACD4-991B-46F7-BE62-F8CD1E48796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157647" y="4355991"/>
                  <a:ext cx="316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5CC58EDD-7BB5-46F1-B693-6B685497D690}"/>
                    </a:ext>
                  </a:extLst>
                </p14:cNvPr>
                <p14:cNvContentPartPr/>
                <p14:nvPr/>
              </p14:nvContentPartPr>
              <p14:xfrm>
                <a:off x="3109767" y="4329351"/>
                <a:ext cx="197640" cy="17856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5CC58EDD-7BB5-46F1-B693-6B685497D69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101127" y="4320351"/>
                  <a:ext cx="215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7320B471-93D7-44E9-BA9C-97D12F220D54}"/>
                    </a:ext>
                  </a:extLst>
                </p14:cNvPr>
                <p14:cNvContentPartPr/>
                <p14:nvPr/>
              </p14:nvContentPartPr>
              <p14:xfrm>
                <a:off x="3410727" y="4280031"/>
                <a:ext cx="90360" cy="25272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7320B471-93D7-44E9-BA9C-97D12F220D5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402087" y="4271391"/>
                  <a:ext cx="1080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68E74451-E725-45E1-96F9-915A43E15900}"/>
                    </a:ext>
                  </a:extLst>
                </p14:cNvPr>
                <p14:cNvContentPartPr/>
                <p14:nvPr/>
              </p14:nvContentPartPr>
              <p14:xfrm>
                <a:off x="3658407" y="4361391"/>
                <a:ext cx="115200" cy="17388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68E74451-E725-45E1-96F9-915A43E1590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649407" y="4352391"/>
                  <a:ext cx="1328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C91F1D06-6A5B-470E-85D7-D47CEB70E620}"/>
                    </a:ext>
                  </a:extLst>
                </p14:cNvPr>
                <p14:cNvContentPartPr/>
                <p14:nvPr/>
              </p14:nvContentPartPr>
              <p14:xfrm>
                <a:off x="3677127" y="4355991"/>
                <a:ext cx="129960" cy="15984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C91F1D06-6A5B-470E-85D7-D47CEB70E62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668487" y="4346991"/>
                  <a:ext cx="1476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0A8838F4-9FE2-49F0-9475-071CD7B6553C}"/>
                    </a:ext>
                  </a:extLst>
                </p14:cNvPr>
                <p14:cNvContentPartPr/>
                <p14:nvPr/>
              </p14:nvContentPartPr>
              <p14:xfrm>
                <a:off x="3838407" y="4337991"/>
                <a:ext cx="166680" cy="14616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0A8838F4-9FE2-49F0-9475-071CD7B6553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829767" y="4329351"/>
                  <a:ext cx="1843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DB85C7A5-8C3D-449D-814E-F461D011B82F}"/>
                    </a:ext>
                  </a:extLst>
                </p14:cNvPr>
                <p14:cNvContentPartPr/>
                <p14:nvPr/>
              </p14:nvContentPartPr>
              <p14:xfrm>
                <a:off x="4066287" y="4318191"/>
                <a:ext cx="126000" cy="17892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DB85C7A5-8C3D-449D-814E-F461D011B82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057287" y="4309551"/>
                  <a:ext cx="1436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668E1BCC-027A-4AB4-80E1-A59B2D6DD5E3}"/>
                    </a:ext>
                  </a:extLst>
                </p14:cNvPr>
                <p14:cNvContentPartPr/>
                <p14:nvPr/>
              </p14:nvContentPartPr>
              <p14:xfrm>
                <a:off x="4255287" y="4233951"/>
                <a:ext cx="57600" cy="30240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668E1BCC-027A-4AB4-80E1-A59B2D6DD5E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246647" y="4224951"/>
                  <a:ext cx="7524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2447FFAC-7C0D-42C2-AF3F-5CDB93C8E4E3}"/>
              </a:ext>
            </a:extLst>
          </p:cNvPr>
          <p:cNvGrpSpPr/>
          <p:nvPr/>
        </p:nvGrpSpPr>
        <p:grpSpPr>
          <a:xfrm>
            <a:off x="4482087" y="4406751"/>
            <a:ext cx="108360" cy="110880"/>
            <a:chOff x="4482087" y="4406751"/>
            <a:chExt cx="10836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2D5796DF-0350-4C90-B295-B0312CB6FECF}"/>
                    </a:ext>
                  </a:extLst>
                </p14:cNvPr>
                <p14:cNvContentPartPr/>
                <p14:nvPr/>
              </p14:nvContentPartPr>
              <p14:xfrm>
                <a:off x="4482087" y="4406751"/>
                <a:ext cx="79560" cy="828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2D5796DF-0350-4C90-B295-B0312CB6FEC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473087" y="4397751"/>
                  <a:ext cx="972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84E69B6D-F0D3-4ED3-8FB0-DA5FDFB4C036}"/>
                    </a:ext>
                  </a:extLst>
                </p14:cNvPr>
                <p14:cNvContentPartPr/>
                <p14:nvPr/>
              </p14:nvContentPartPr>
              <p14:xfrm>
                <a:off x="4483167" y="4469031"/>
                <a:ext cx="107280" cy="4860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84E69B6D-F0D3-4ED3-8FB0-DA5FDFB4C03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474167" y="4460031"/>
                  <a:ext cx="12492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28C31914-2B42-4435-A3A4-684118CB9615}"/>
              </a:ext>
            </a:extLst>
          </p:cNvPr>
          <p:cNvGrpSpPr/>
          <p:nvPr/>
        </p:nvGrpSpPr>
        <p:grpSpPr>
          <a:xfrm>
            <a:off x="4958727" y="4215951"/>
            <a:ext cx="1569960" cy="394200"/>
            <a:chOff x="4958727" y="4215951"/>
            <a:chExt cx="156996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AD1D28C2-4600-4A4B-AF64-420CC585B86D}"/>
                    </a:ext>
                  </a:extLst>
                </p14:cNvPr>
                <p14:cNvContentPartPr/>
                <p14:nvPr/>
              </p14:nvContentPartPr>
              <p14:xfrm>
                <a:off x="4958727" y="4307751"/>
                <a:ext cx="34560" cy="26604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AD1D28C2-4600-4A4B-AF64-420CC585B86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949727" y="4299111"/>
                  <a:ext cx="522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30441E00-42D8-4295-9361-F141F555A6CE}"/>
                    </a:ext>
                  </a:extLst>
                </p14:cNvPr>
                <p14:cNvContentPartPr/>
                <p14:nvPr/>
              </p14:nvContentPartPr>
              <p14:xfrm>
                <a:off x="5144487" y="4436991"/>
                <a:ext cx="167760" cy="576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30441E00-42D8-4295-9361-F141F555A6C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135487" y="4427991"/>
                  <a:ext cx="1854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E27E824F-802D-4F1F-96A3-9D6CE5E634B1}"/>
                    </a:ext>
                  </a:extLst>
                </p14:cNvPr>
                <p14:cNvContentPartPr/>
                <p14:nvPr/>
              </p14:nvContentPartPr>
              <p14:xfrm>
                <a:off x="5469207" y="4352391"/>
                <a:ext cx="46080" cy="25776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E27E824F-802D-4F1F-96A3-9D6CE5E634B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460207" y="4343391"/>
                  <a:ext cx="637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DA81554F-70ED-4F12-8F34-0225E7CAF0DA}"/>
                    </a:ext>
                  </a:extLst>
                </p14:cNvPr>
                <p14:cNvContentPartPr/>
                <p14:nvPr/>
              </p14:nvContentPartPr>
              <p14:xfrm>
                <a:off x="5460207" y="4346991"/>
                <a:ext cx="165960" cy="12672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DA81554F-70ED-4F12-8F34-0225E7CAF0D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451207" y="4337991"/>
                  <a:ext cx="1836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CBB7FBDC-5D46-4F95-A562-4564C83D5FE1}"/>
                    </a:ext>
                  </a:extLst>
                </p14:cNvPr>
                <p14:cNvContentPartPr/>
                <p14:nvPr/>
              </p14:nvContentPartPr>
              <p14:xfrm>
                <a:off x="5738487" y="4307751"/>
                <a:ext cx="319320" cy="22752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CBB7FBDC-5D46-4F95-A562-4564C83D5FE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729487" y="4299111"/>
                  <a:ext cx="3369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A2831751-BCF4-4A35-85E0-835FE5DB6A69}"/>
                    </a:ext>
                  </a:extLst>
                </p14:cNvPr>
                <p14:cNvContentPartPr/>
                <p14:nvPr/>
              </p14:nvContentPartPr>
              <p14:xfrm>
                <a:off x="5904447" y="4291911"/>
                <a:ext cx="154080" cy="20988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A2831751-BCF4-4A35-85E0-835FE5DB6A6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95447" y="4282911"/>
                  <a:ext cx="1717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259BB4DF-3AAE-43B4-BC53-4D6BAC576D04}"/>
                    </a:ext>
                  </a:extLst>
                </p14:cNvPr>
                <p14:cNvContentPartPr/>
                <p14:nvPr/>
              </p14:nvContentPartPr>
              <p14:xfrm>
                <a:off x="6110367" y="4282911"/>
                <a:ext cx="102600" cy="15336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259BB4DF-3AAE-43B4-BC53-4D6BAC576D0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101727" y="4273911"/>
                  <a:ext cx="120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75E35F25-4BBF-4363-AA4A-7976E0639B9B}"/>
                    </a:ext>
                  </a:extLst>
                </p14:cNvPr>
                <p14:cNvContentPartPr/>
                <p14:nvPr/>
              </p14:nvContentPartPr>
              <p14:xfrm>
                <a:off x="6167967" y="4480551"/>
                <a:ext cx="103320" cy="1728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75E35F25-4BBF-4363-AA4A-7976E0639B9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159327" y="4471911"/>
                  <a:ext cx="120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2185E6C8-D853-4E17-94D2-AB0C8A4E24BD}"/>
                    </a:ext>
                  </a:extLst>
                </p14:cNvPr>
                <p14:cNvContentPartPr/>
                <p14:nvPr/>
              </p14:nvContentPartPr>
              <p14:xfrm>
                <a:off x="6372807" y="4308831"/>
                <a:ext cx="4320" cy="16344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2185E6C8-D853-4E17-94D2-AB0C8A4E24B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364167" y="4299831"/>
                  <a:ext cx="21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B559A392-926A-4F4A-AD4B-1283A44D5230}"/>
                    </a:ext>
                  </a:extLst>
                </p14:cNvPr>
                <p14:cNvContentPartPr/>
                <p14:nvPr/>
              </p14:nvContentPartPr>
              <p14:xfrm>
                <a:off x="6468927" y="4215951"/>
                <a:ext cx="59760" cy="32364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B559A392-926A-4F4A-AD4B-1283A44D523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460287" y="4207311"/>
                  <a:ext cx="77400" cy="34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D71DBA49-F494-4A75-9075-D1F5AE46900A}"/>
              </a:ext>
            </a:extLst>
          </p:cNvPr>
          <p:cNvGrpSpPr/>
          <p:nvPr/>
        </p:nvGrpSpPr>
        <p:grpSpPr>
          <a:xfrm>
            <a:off x="6725607" y="4354911"/>
            <a:ext cx="129600" cy="106200"/>
            <a:chOff x="6725607" y="4354911"/>
            <a:chExt cx="12960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EF1BAC7D-E52A-4D5E-B1C2-5E5DA20F6639}"/>
                    </a:ext>
                  </a:extLst>
                </p14:cNvPr>
                <p14:cNvContentPartPr/>
                <p14:nvPr/>
              </p14:nvContentPartPr>
              <p14:xfrm>
                <a:off x="6776007" y="4354911"/>
                <a:ext cx="360" cy="36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EF1BAC7D-E52A-4D5E-B1C2-5E5DA20F663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767007" y="434627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C4B3D11E-7772-4967-A04C-A45CC8FA307F}"/>
                    </a:ext>
                  </a:extLst>
                </p14:cNvPr>
                <p14:cNvContentPartPr/>
                <p14:nvPr/>
              </p14:nvContentPartPr>
              <p14:xfrm>
                <a:off x="6725607" y="4354911"/>
                <a:ext cx="120960" cy="2880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C4B3D11E-7772-4967-A04C-A45CC8FA307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716607" y="4346271"/>
                  <a:ext cx="1386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A3FA6291-0BB9-414B-B6C7-1750877A61DB}"/>
                    </a:ext>
                  </a:extLst>
                </p14:cNvPr>
                <p14:cNvContentPartPr/>
                <p14:nvPr/>
              </p14:nvContentPartPr>
              <p14:xfrm>
                <a:off x="6741087" y="4458231"/>
                <a:ext cx="114120" cy="288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A3FA6291-0BB9-414B-B6C7-1750877A61D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32447" y="4449591"/>
                  <a:ext cx="13176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B683CDAA-6FD7-441E-A07C-45D05C0539DE}"/>
              </a:ext>
            </a:extLst>
          </p:cNvPr>
          <p:cNvGrpSpPr/>
          <p:nvPr/>
        </p:nvGrpSpPr>
        <p:grpSpPr>
          <a:xfrm>
            <a:off x="2016087" y="5043231"/>
            <a:ext cx="140760" cy="109080"/>
            <a:chOff x="2016087" y="5043231"/>
            <a:chExt cx="140760" cy="10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9107C7F4-682E-4CF3-BF8E-4B2634FBFD9A}"/>
                    </a:ext>
                  </a:extLst>
                </p14:cNvPr>
                <p14:cNvContentPartPr/>
                <p14:nvPr/>
              </p14:nvContentPartPr>
              <p14:xfrm>
                <a:off x="2016087" y="5043231"/>
                <a:ext cx="79560" cy="396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9107C7F4-682E-4CF3-BF8E-4B2634FBFD9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007087" y="5034591"/>
                  <a:ext cx="972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1EAE1763-BCC8-448D-B80D-6910B6BF0EE5}"/>
                    </a:ext>
                  </a:extLst>
                </p14:cNvPr>
                <p14:cNvContentPartPr/>
                <p14:nvPr/>
              </p14:nvContentPartPr>
              <p14:xfrm>
                <a:off x="2050647" y="5110191"/>
                <a:ext cx="106200" cy="4212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1EAE1763-BCC8-448D-B80D-6910B6BF0EE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041647" y="5101191"/>
                  <a:ext cx="1238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0299F01E-627C-461D-88E1-41F4A2260319}"/>
              </a:ext>
            </a:extLst>
          </p:cNvPr>
          <p:cNvGrpSpPr/>
          <p:nvPr/>
        </p:nvGrpSpPr>
        <p:grpSpPr>
          <a:xfrm>
            <a:off x="2340807" y="4953591"/>
            <a:ext cx="349920" cy="220320"/>
            <a:chOff x="2340807" y="4953591"/>
            <a:chExt cx="34992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D6A79C22-46FE-49FB-84E1-85F99DD9148B}"/>
                    </a:ext>
                  </a:extLst>
                </p14:cNvPr>
                <p14:cNvContentPartPr/>
                <p14:nvPr/>
              </p14:nvContentPartPr>
              <p14:xfrm>
                <a:off x="2340807" y="4953591"/>
                <a:ext cx="42840" cy="22032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D6A79C22-46FE-49FB-84E1-85F99DD9148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331807" y="4944591"/>
                  <a:ext cx="604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1854222A-AFC9-4D9A-A26A-BEA0B5D06C03}"/>
                    </a:ext>
                  </a:extLst>
                </p14:cNvPr>
                <p14:cNvContentPartPr/>
                <p14:nvPr/>
              </p14:nvContentPartPr>
              <p14:xfrm>
                <a:off x="2546727" y="5034591"/>
                <a:ext cx="144000" cy="468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1854222A-AFC9-4D9A-A26A-BEA0B5D06C0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537727" y="5025591"/>
                  <a:ext cx="16164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59A56FAA-FFEE-445F-9562-116E255B62D5}"/>
                  </a:ext>
                </a:extLst>
              </p14:cNvPr>
              <p14:cNvContentPartPr/>
              <p14:nvPr/>
            </p14:nvContentPartPr>
            <p14:xfrm>
              <a:off x="7114407" y="4262031"/>
              <a:ext cx="61920" cy="186120"/>
            </p14:xfrm>
          </p:contentPart>
        </mc:Choice>
        <mc:Fallback xmlns=""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59A56FAA-FFEE-445F-9562-116E255B62D5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7105767" y="4253031"/>
                <a:ext cx="7956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EC6464B2-70E2-4081-B956-2433D1F3ABCE}"/>
                  </a:ext>
                </a:extLst>
              </p14:cNvPr>
              <p14:cNvContentPartPr/>
              <p14:nvPr/>
            </p14:nvContentPartPr>
            <p14:xfrm>
              <a:off x="7366767" y="4295511"/>
              <a:ext cx="154800" cy="27000"/>
            </p14:xfrm>
          </p:contentPart>
        </mc:Choice>
        <mc:Fallback xmlns=""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EC6464B2-70E2-4081-B956-2433D1F3ABCE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358127" y="4286511"/>
                <a:ext cx="17244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upo 111">
            <a:extLst>
              <a:ext uri="{FF2B5EF4-FFF2-40B4-BE49-F238E27FC236}">
                <a16:creationId xmlns:a16="http://schemas.microsoft.com/office/drawing/2014/main" id="{FB8D20C9-06EE-4FB3-B420-94E269CC0ED3}"/>
              </a:ext>
            </a:extLst>
          </p:cNvPr>
          <p:cNvGrpSpPr/>
          <p:nvPr/>
        </p:nvGrpSpPr>
        <p:grpSpPr>
          <a:xfrm>
            <a:off x="7777887" y="4134951"/>
            <a:ext cx="2445480" cy="367920"/>
            <a:chOff x="7777887" y="4134951"/>
            <a:chExt cx="244548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320CB8CE-5B6A-4C26-AC39-AC9AAD5B61A6}"/>
                    </a:ext>
                  </a:extLst>
                </p14:cNvPr>
                <p14:cNvContentPartPr/>
                <p14:nvPr/>
              </p14:nvContentPartPr>
              <p14:xfrm>
                <a:off x="7786527" y="4263111"/>
                <a:ext cx="45000" cy="23976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320CB8CE-5B6A-4C26-AC39-AC9AAD5B61A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777887" y="4254471"/>
                  <a:ext cx="626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0B9A0C75-0AD0-4F20-AEB4-5E0B614E2C5E}"/>
                    </a:ext>
                  </a:extLst>
                </p14:cNvPr>
                <p14:cNvContentPartPr/>
                <p14:nvPr/>
              </p14:nvContentPartPr>
              <p14:xfrm>
                <a:off x="7777887" y="4225671"/>
                <a:ext cx="174600" cy="13608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0B9A0C75-0AD0-4F20-AEB4-5E0B614E2C5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768887" y="4216671"/>
                  <a:ext cx="1922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F66ADBF3-79F3-4D61-96A2-854ED5CD2BC8}"/>
                    </a:ext>
                  </a:extLst>
                </p14:cNvPr>
                <p14:cNvContentPartPr/>
                <p14:nvPr/>
              </p14:nvContentPartPr>
              <p14:xfrm>
                <a:off x="8042127" y="4201911"/>
                <a:ext cx="107280" cy="24336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F66ADBF3-79F3-4D61-96A2-854ED5CD2BC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033127" y="4192911"/>
                  <a:ext cx="124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AFA5AF8B-DC4B-47CC-960E-EEE03379CFED}"/>
                    </a:ext>
                  </a:extLst>
                </p14:cNvPr>
                <p14:cNvContentPartPr/>
                <p14:nvPr/>
              </p14:nvContentPartPr>
              <p14:xfrm>
                <a:off x="8175687" y="4241151"/>
                <a:ext cx="149040" cy="15516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AFA5AF8B-DC4B-47CC-960E-EEE03379CFE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167047" y="4232151"/>
                  <a:ext cx="166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076E5088-5272-48DD-94DA-5A877C8CC36A}"/>
                    </a:ext>
                  </a:extLst>
                </p14:cNvPr>
                <p14:cNvContentPartPr/>
                <p14:nvPr/>
              </p14:nvContentPartPr>
              <p14:xfrm>
                <a:off x="8227167" y="4200111"/>
                <a:ext cx="57960" cy="20952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076E5088-5272-48DD-94DA-5A877C8CC36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218527" y="4191111"/>
                  <a:ext cx="75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54A5E38E-963E-4502-B989-1B8631AC3F79}"/>
                    </a:ext>
                  </a:extLst>
                </p14:cNvPr>
                <p14:cNvContentPartPr/>
                <p14:nvPr/>
              </p14:nvContentPartPr>
              <p14:xfrm>
                <a:off x="8392407" y="4258071"/>
                <a:ext cx="161640" cy="7884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54A5E38E-963E-4502-B989-1B8631AC3F7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383767" y="4249071"/>
                  <a:ext cx="1792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F5AA0639-33FD-4C30-B70D-70B3247C38E8}"/>
                    </a:ext>
                  </a:extLst>
                </p14:cNvPr>
                <p14:cNvContentPartPr/>
                <p14:nvPr/>
              </p14:nvContentPartPr>
              <p14:xfrm>
                <a:off x="8649807" y="4267791"/>
                <a:ext cx="98640" cy="10116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F5AA0639-33FD-4C30-B70D-70B3247C38E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640807" y="4258791"/>
                  <a:ext cx="116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A8453D8B-1E07-4D91-B572-B655DE6D849F}"/>
                    </a:ext>
                  </a:extLst>
                </p14:cNvPr>
                <p14:cNvContentPartPr/>
                <p14:nvPr/>
              </p14:nvContentPartPr>
              <p14:xfrm>
                <a:off x="8825127" y="4183191"/>
                <a:ext cx="37080" cy="24264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A8453D8B-1E07-4D91-B572-B655DE6D849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816487" y="4174191"/>
                  <a:ext cx="547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10BC89BE-5E02-49C1-9BCB-0FF95F72538E}"/>
                    </a:ext>
                  </a:extLst>
                </p14:cNvPr>
                <p14:cNvContentPartPr/>
                <p14:nvPr/>
              </p14:nvContentPartPr>
              <p14:xfrm>
                <a:off x="8984607" y="4208031"/>
                <a:ext cx="273600" cy="22212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10BC89BE-5E02-49C1-9BCB-0FF95F72538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975607" y="4199391"/>
                  <a:ext cx="291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182A03CF-9FC8-4CF3-92F6-0A388FE8862B}"/>
                    </a:ext>
                  </a:extLst>
                </p14:cNvPr>
                <p14:cNvContentPartPr/>
                <p14:nvPr/>
              </p14:nvContentPartPr>
              <p14:xfrm>
                <a:off x="9201327" y="4175991"/>
                <a:ext cx="142920" cy="16128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182A03CF-9FC8-4CF3-92F6-0A388FE8862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192687" y="4167351"/>
                  <a:ext cx="160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2A272622-EA0E-4CD4-9CFC-26B94F02EA3C}"/>
                    </a:ext>
                  </a:extLst>
                </p14:cNvPr>
                <p14:cNvContentPartPr/>
                <p14:nvPr/>
              </p14:nvContentPartPr>
              <p14:xfrm>
                <a:off x="9433167" y="4160871"/>
                <a:ext cx="249840" cy="20340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2A272622-EA0E-4CD4-9CFC-26B94F02EA3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424167" y="4152231"/>
                  <a:ext cx="267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138E1BE1-B4BE-4232-B4B0-6E36C6CDB84A}"/>
                    </a:ext>
                  </a:extLst>
                </p14:cNvPr>
                <p14:cNvContentPartPr/>
                <p14:nvPr/>
              </p14:nvContentPartPr>
              <p14:xfrm>
                <a:off x="9585447" y="4190391"/>
                <a:ext cx="71640" cy="13212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138E1BE1-B4BE-4232-B4B0-6E36C6CDB84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576807" y="4181391"/>
                  <a:ext cx="892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A4715DF8-9ED1-429B-98F0-5AEAD9BE0C90}"/>
                    </a:ext>
                  </a:extLst>
                </p14:cNvPr>
                <p14:cNvContentPartPr/>
                <p14:nvPr/>
              </p14:nvContentPartPr>
              <p14:xfrm>
                <a:off x="9752847" y="4217031"/>
                <a:ext cx="127080" cy="5724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A4715DF8-9ED1-429B-98F0-5AEAD9BE0C9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743847" y="4208031"/>
                  <a:ext cx="144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AE75C321-3182-48D4-BE4A-12C705B43F2E}"/>
                    </a:ext>
                  </a:extLst>
                </p14:cNvPr>
                <p14:cNvContentPartPr/>
                <p14:nvPr/>
              </p14:nvContentPartPr>
              <p14:xfrm>
                <a:off x="9972807" y="4178511"/>
                <a:ext cx="107280" cy="16632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AE75C321-3182-48D4-BE4A-12C705B43F2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963807" y="4169511"/>
                  <a:ext cx="1249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D6C7737D-6EEE-419C-8AD0-F26D8D06CE77}"/>
                    </a:ext>
                  </a:extLst>
                </p14:cNvPr>
                <p14:cNvContentPartPr/>
                <p14:nvPr/>
              </p14:nvContentPartPr>
              <p14:xfrm>
                <a:off x="10175487" y="4134951"/>
                <a:ext cx="47880" cy="29592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D6C7737D-6EEE-419C-8AD0-F26D8D06CE7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166847" y="4126311"/>
                  <a:ext cx="6552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D09A68F9-44AD-4820-896E-BC1F3150077F}"/>
              </a:ext>
            </a:extLst>
          </p:cNvPr>
          <p:cNvGrpSpPr/>
          <p:nvPr/>
        </p:nvGrpSpPr>
        <p:grpSpPr>
          <a:xfrm>
            <a:off x="2942727" y="4816431"/>
            <a:ext cx="520920" cy="648360"/>
            <a:chOff x="2942727" y="4816431"/>
            <a:chExt cx="520920" cy="64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3B8A1C6B-304A-4E1C-A043-DD8892DA1975}"/>
                    </a:ext>
                  </a:extLst>
                </p14:cNvPr>
                <p14:cNvContentPartPr/>
                <p14:nvPr/>
              </p14:nvContentPartPr>
              <p14:xfrm>
                <a:off x="2942727" y="4862511"/>
                <a:ext cx="81360" cy="60228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3B8A1C6B-304A-4E1C-A043-DD8892DA197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933727" y="4853871"/>
                  <a:ext cx="9900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7B8BF252-973E-4058-835B-300D90978482}"/>
                    </a:ext>
                  </a:extLst>
                </p14:cNvPr>
                <p14:cNvContentPartPr/>
                <p14:nvPr/>
              </p14:nvContentPartPr>
              <p14:xfrm>
                <a:off x="3124527" y="4849191"/>
                <a:ext cx="85680" cy="15048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7B8BF252-973E-4058-835B-300D9097848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115527" y="4840551"/>
                  <a:ext cx="103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53C21A9C-47D7-41AA-83B2-BD6F1934B91E}"/>
                    </a:ext>
                  </a:extLst>
                </p14:cNvPr>
                <p14:cNvContentPartPr/>
                <p14:nvPr/>
              </p14:nvContentPartPr>
              <p14:xfrm>
                <a:off x="3165207" y="5212431"/>
                <a:ext cx="96480" cy="12240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53C21A9C-47D7-41AA-83B2-BD6F1934B91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156567" y="5203791"/>
                  <a:ext cx="114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E14CC569-0F64-429E-8229-C1F6917C474E}"/>
                    </a:ext>
                  </a:extLst>
                </p14:cNvPr>
                <p14:cNvContentPartPr/>
                <p14:nvPr/>
              </p14:nvContentPartPr>
              <p14:xfrm>
                <a:off x="3356367" y="4816431"/>
                <a:ext cx="107280" cy="59688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E14CC569-0F64-429E-8229-C1F6917C474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347727" y="4807431"/>
                  <a:ext cx="124920" cy="61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D09BFB56-7F3D-4D4E-8CD2-08C096DA44DC}"/>
              </a:ext>
            </a:extLst>
          </p:cNvPr>
          <p:cNvGrpSpPr/>
          <p:nvPr/>
        </p:nvGrpSpPr>
        <p:grpSpPr>
          <a:xfrm>
            <a:off x="3586407" y="4806711"/>
            <a:ext cx="405720" cy="403560"/>
            <a:chOff x="3586407" y="4806711"/>
            <a:chExt cx="40572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55A0B0B3-0285-4F2A-B602-081C9C29BD15}"/>
                    </a:ext>
                  </a:extLst>
                </p14:cNvPr>
                <p14:cNvContentPartPr/>
                <p14:nvPr/>
              </p14:nvContentPartPr>
              <p14:xfrm>
                <a:off x="3586407" y="4987791"/>
                <a:ext cx="87120" cy="6552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55A0B0B3-0285-4F2A-B602-081C9C29BD1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577767" y="4979151"/>
                  <a:ext cx="104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0C03FBC9-A2FF-4555-9310-0526A91541C7}"/>
                    </a:ext>
                  </a:extLst>
                </p14:cNvPr>
                <p14:cNvContentPartPr/>
                <p14:nvPr/>
              </p14:nvContentPartPr>
              <p14:xfrm>
                <a:off x="3705927" y="5105871"/>
                <a:ext cx="24120" cy="10440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0C03FBC9-A2FF-4555-9310-0526A91541C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696927" y="5096871"/>
                  <a:ext cx="417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43CCE0ED-0021-4B88-88D5-E8903CED00AC}"/>
                    </a:ext>
                  </a:extLst>
                </p14:cNvPr>
                <p14:cNvContentPartPr/>
                <p14:nvPr/>
              </p14:nvContentPartPr>
              <p14:xfrm>
                <a:off x="3815367" y="4908231"/>
                <a:ext cx="112680" cy="16380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43CCE0ED-0021-4B88-88D5-E8903CED00A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806367" y="4899231"/>
                  <a:ext cx="1303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34BF9348-1C65-4A7D-8605-E6E9308F70C5}"/>
                    </a:ext>
                  </a:extLst>
                </p14:cNvPr>
                <p14:cNvContentPartPr/>
                <p14:nvPr/>
              </p14:nvContentPartPr>
              <p14:xfrm>
                <a:off x="3903927" y="4806711"/>
                <a:ext cx="88200" cy="7272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34BF9348-1C65-4A7D-8605-E6E9308F70C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894927" y="4798071"/>
                  <a:ext cx="10584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0254749F-FBB5-425D-B529-B4C81FECBD57}"/>
              </a:ext>
            </a:extLst>
          </p:cNvPr>
          <p:cNvGrpSpPr/>
          <p:nvPr/>
        </p:nvGrpSpPr>
        <p:grpSpPr>
          <a:xfrm>
            <a:off x="4213887" y="4676391"/>
            <a:ext cx="632520" cy="469800"/>
            <a:chOff x="4213887" y="4676391"/>
            <a:chExt cx="63252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82780FA0-9204-469C-9C76-C5E3D16D4215}"/>
                    </a:ext>
                  </a:extLst>
                </p14:cNvPr>
                <p14:cNvContentPartPr/>
                <p14:nvPr/>
              </p14:nvContentPartPr>
              <p14:xfrm>
                <a:off x="4213887" y="4887711"/>
                <a:ext cx="77400" cy="15192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82780FA0-9204-469C-9C76-C5E3D16D421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205247" y="4878711"/>
                  <a:ext cx="950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2010E895-10E6-4EBE-9C90-ABA8691FB860}"/>
                    </a:ext>
                  </a:extLst>
                </p14:cNvPr>
                <p14:cNvContentPartPr/>
                <p14:nvPr/>
              </p14:nvContentPartPr>
              <p14:xfrm>
                <a:off x="4377687" y="4906071"/>
                <a:ext cx="84240" cy="8604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2010E895-10E6-4EBE-9C90-ABA8691FB86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369047" y="4897431"/>
                  <a:ext cx="101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B70539C1-6625-40B9-BB27-58F12192973C}"/>
                    </a:ext>
                  </a:extLst>
                </p14:cNvPr>
                <p14:cNvContentPartPr/>
                <p14:nvPr/>
              </p14:nvContentPartPr>
              <p14:xfrm>
                <a:off x="4495767" y="5020191"/>
                <a:ext cx="11160" cy="12600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B70539C1-6625-40B9-BB27-58F12192973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487127" y="5011551"/>
                  <a:ext cx="28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8A90B034-9596-41E2-AE13-6330EAA5BBBB}"/>
                    </a:ext>
                  </a:extLst>
                </p14:cNvPr>
                <p14:cNvContentPartPr/>
                <p14:nvPr/>
              </p14:nvContentPartPr>
              <p14:xfrm>
                <a:off x="4595847" y="4909671"/>
                <a:ext cx="79560" cy="15192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8A90B034-9596-41E2-AE13-6330EAA5BBB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586847" y="4901031"/>
                  <a:ext cx="97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9CC35B54-2AEE-4ABB-A47C-3B70A93EFB82}"/>
                    </a:ext>
                  </a:extLst>
                </p14:cNvPr>
                <p14:cNvContentPartPr/>
                <p14:nvPr/>
              </p14:nvContentPartPr>
              <p14:xfrm>
                <a:off x="4723647" y="4796631"/>
                <a:ext cx="56880" cy="26100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9CC35B54-2AEE-4ABB-A47C-3B70A93EFB8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714647" y="4787991"/>
                  <a:ext cx="745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8A6AE7B9-B572-4BA3-8E7B-0C610739E500}"/>
                    </a:ext>
                  </a:extLst>
                </p14:cNvPr>
                <p14:cNvContentPartPr/>
                <p14:nvPr/>
              </p14:nvContentPartPr>
              <p14:xfrm>
                <a:off x="4761807" y="4676391"/>
                <a:ext cx="84600" cy="14724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8A6AE7B9-B572-4BA3-8E7B-0C610739E50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752807" y="4667751"/>
                  <a:ext cx="102240" cy="16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16F57B67-7BB1-48E2-8CFD-901FC086AF51}"/>
                  </a:ext>
                </a:extLst>
              </p14:cNvPr>
              <p14:cNvContentPartPr/>
              <p14:nvPr/>
            </p14:nvContentPartPr>
            <p14:xfrm>
              <a:off x="4964847" y="4953591"/>
              <a:ext cx="203400" cy="30600"/>
            </p14:xfrm>
          </p:contentPart>
        </mc:Choice>
        <mc:Fallback xmlns=""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16F57B67-7BB1-48E2-8CFD-901FC086AF51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4956207" y="4944591"/>
                <a:ext cx="22104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upo 147">
            <a:extLst>
              <a:ext uri="{FF2B5EF4-FFF2-40B4-BE49-F238E27FC236}">
                <a16:creationId xmlns:a16="http://schemas.microsoft.com/office/drawing/2014/main" id="{292A57B6-191C-4C4E-9A2E-E50586EAAA6B}"/>
              </a:ext>
            </a:extLst>
          </p:cNvPr>
          <p:cNvGrpSpPr/>
          <p:nvPr/>
        </p:nvGrpSpPr>
        <p:grpSpPr>
          <a:xfrm>
            <a:off x="5550927" y="4830471"/>
            <a:ext cx="513360" cy="580320"/>
            <a:chOff x="5550927" y="4830471"/>
            <a:chExt cx="513360" cy="5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934BD2DE-E387-42E7-8D70-2E64E5ADECD6}"/>
                    </a:ext>
                  </a:extLst>
                </p14:cNvPr>
                <p14:cNvContentPartPr/>
                <p14:nvPr/>
              </p14:nvContentPartPr>
              <p14:xfrm>
                <a:off x="5550927" y="4897431"/>
                <a:ext cx="85680" cy="513360"/>
              </p14:xfrm>
            </p:contentPart>
          </mc:Choice>
          <mc:Fallback xmlns=""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934BD2DE-E387-42E7-8D70-2E64E5ADECD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542287" y="4888791"/>
                  <a:ext cx="10332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FD65F5F5-2C5B-4D0A-9D55-E64BCCAA5752}"/>
                    </a:ext>
                  </a:extLst>
                </p14:cNvPr>
                <p14:cNvContentPartPr/>
                <p14:nvPr/>
              </p14:nvContentPartPr>
              <p14:xfrm>
                <a:off x="5751087" y="4878711"/>
                <a:ext cx="88560" cy="154800"/>
              </p14:xfrm>
            </p:contentPart>
          </mc:Choice>
          <mc:Fallback xmlns=""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FD65F5F5-2C5B-4D0A-9D55-E64BCCAA575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742087" y="4869711"/>
                  <a:ext cx="106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FA19835A-048A-42DE-B260-11B0A32F07AE}"/>
                    </a:ext>
                  </a:extLst>
                </p14:cNvPr>
                <p14:cNvContentPartPr/>
                <p14:nvPr/>
              </p14:nvContentPartPr>
              <p14:xfrm>
                <a:off x="5782047" y="5155911"/>
                <a:ext cx="34920" cy="150480"/>
              </p14:xfrm>
            </p:contentPart>
          </mc:Choice>
          <mc:Fallback xmlns=""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FA19835A-048A-42DE-B260-11B0A32F07A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773047" y="5147271"/>
                  <a:ext cx="525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14585AC5-8FFD-44F8-8670-87E187CB767C}"/>
                    </a:ext>
                  </a:extLst>
                </p14:cNvPr>
                <p14:cNvContentPartPr/>
                <p14:nvPr/>
              </p14:nvContentPartPr>
              <p14:xfrm>
                <a:off x="5764047" y="5288391"/>
                <a:ext cx="92520" cy="3600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14585AC5-8FFD-44F8-8670-87E187CB767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755407" y="5279391"/>
                  <a:ext cx="110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01279445-B084-4406-8816-A18E70F2E5C2}"/>
                    </a:ext>
                  </a:extLst>
                </p14:cNvPr>
                <p14:cNvContentPartPr/>
                <p14:nvPr/>
              </p14:nvContentPartPr>
              <p14:xfrm>
                <a:off x="5987967" y="4830471"/>
                <a:ext cx="76320" cy="46188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01279445-B084-4406-8816-A18E70F2E5C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978967" y="4821831"/>
                  <a:ext cx="93960" cy="47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upo 153">
            <a:extLst>
              <a:ext uri="{FF2B5EF4-FFF2-40B4-BE49-F238E27FC236}">
                <a16:creationId xmlns:a16="http://schemas.microsoft.com/office/drawing/2014/main" id="{59F89D2B-3279-44E7-8E25-DC34AA782486}"/>
              </a:ext>
            </a:extLst>
          </p:cNvPr>
          <p:cNvGrpSpPr/>
          <p:nvPr/>
        </p:nvGrpSpPr>
        <p:grpSpPr>
          <a:xfrm>
            <a:off x="6255447" y="4773591"/>
            <a:ext cx="406080" cy="331560"/>
            <a:chOff x="6255447" y="4773591"/>
            <a:chExt cx="40608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FFD58CA9-A9D5-4221-9B02-E1F8F4E096E9}"/>
                    </a:ext>
                  </a:extLst>
                </p14:cNvPr>
                <p14:cNvContentPartPr/>
                <p14:nvPr/>
              </p14:nvContentPartPr>
              <p14:xfrm>
                <a:off x="6255447" y="4945311"/>
                <a:ext cx="116280" cy="9144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FFD58CA9-A9D5-4221-9B02-E1F8F4E096E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246807" y="4936671"/>
                  <a:ext cx="133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A8540B4D-F78D-418B-8A7F-C491CD6DE611}"/>
                    </a:ext>
                  </a:extLst>
                </p14:cNvPr>
                <p14:cNvContentPartPr/>
                <p14:nvPr/>
              </p14:nvContentPartPr>
              <p14:xfrm>
                <a:off x="6401607" y="5017671"/>
                <a:ext cx="360" cy="8748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A8540B4D-F78D-418B-8A7F-C491CD6DE61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392967" y="5008671"/>
                  <a:ext cx="180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06884A7B-D98D-43E0-8630-619AE922D680}"/>
                    </a:ext>
                  </a:extLst>
                </p14:cNvPr>
                <p14:cNvContentPartPr/>
                <p14:nvPr/>
              </p14:nvContentPartPr>
              <p14:xfrm>
                <a:off x="6479007" y="4945311"/>
                <a:ext cx="110160" cy="12600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06884A7B-D98D-43E0-8630-619AE922D68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470007" y="4936671"/>
                  <a:ext cx="127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FA4BA8F6-172E-4322-B0A8-03F209BD356C}"/>
                    </a:ext>
                  </a:extLst>
                </p14:cNvPr>
                <p14:cNvContentPartPr/>
                <p14:nvPr/>
              </p14:nvContentPartPr>
              <p14:xfrm>
                <a:off x="6594927" y="4773591"/>
                <a:ext cx="66600" cy="9576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FA4BA8F6-172E-4322-B0A8-03F209BD356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585927" y="4764591"/>
                  <a:ext cx="8424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25017B92-60C1-43CF-A9FD-110760478560}"/>
              </a:ext>
            </a:extLst>
          </p:cNvPr>
          <p:cNvGrpSpPr/>
          <p:nvPr/>
        </p:nvGrpSpPr>
        <p:grpSpPr>
          <a:xfrm>
            <a:off x="6834327" y="4704831"/>
            <a:ext cx="624240" cy="396000"/>
            <a:chOff x="6834327" y="4704831"/>
            <a:chExt cx="62424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E0F2C771-BA64-43F8-AB52-CB052A3DB346}"/>
                    </a:ext>
                  </a:extLst>
                </p14:cNvPr>
                <p14:cNvContentPartPr/>
                <p14:nvPr/>
              </p14:nvContentPartPr>
              <p14:xfrm>
                <a:off x="6834327" y="4909671"/>
                <a:ext cx="66600" cy="108000"/>
              </p14:xfrm>
            </p:contentPart>
          </mc:Choice>
          <mc:Fallback xmlns=""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E0F2C771-BA64-43F8-AB52-CB052A3DB34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825327" y="4901031"/>
                  <a:ext cx="84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329F439C-7F0A-4FF5-97E7-BADFC8502697}"/>
                    </a:ext>
                  </a:extLst>
                </p14:cNvPr>
                <p14:cNvContentPartPr/>
                <p14:nvPr/>
              </p14:nvContentPartPr>
              <p14:xfrm>
                <a:off x="6929367" y="4929471"/>
                <a:ext cx="95760" cy="8100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329F439C-7F0A-4FF5-97E7-BADFC850269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920367" y="4920471"/>
                  <a:ext cx="113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C66ADB59-C214-469A-882A-AB68030754E1}"/>
                    </a:ext>
                  </a:extLst>
                </p14:cNvPr>
                <p14:cNvContentPartPr/>
                <p14:nvPr/>
              </p14:nvContentPartPr>
              <p14:xfrm>
                <a:off x="7058967" y="5020191"/>
                <a:ext cx="5400" cy="80640"/>
              </p14:xfrm>
            </p:contentPart>
          </mc:Choice>
          <mc:Fallback xmlns=""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C66ADB59-C214-469A-882A-AB68030754E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050327" y="5011551"/>
                  <a:ext cx="23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3E6ACF90-E100-4B9A-BDF9-89360CC012BC}"/>
                    </a:ext>
                  </a:extLst>
                </p14:cNvPr>
                <p14:cNvContentPartPr/>
                <p14:nvPr/>
              </p14:nvContentPartPr>
              <p14:xfrm>
                <a:off x="7143567" y="4899951"/>
                <a:ext cx="125640" cy="11520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3E6ACF90-E100-4B9A-BDF9-89360CC012B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134567" y="4891311"/>
                  <a:ext cx="1432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7BE11A5F-7802-4792-9C12-BC05C95D2458}"/>
                    </a:ext>
                  </a:extLst>
                </p14:cNvPr>
                <p14:cNvContentPartPr/>
                <p14:nvPr/>
              </p14:nvContentPartPr>
              <p14:xfrm>
                <a:off x="7332207" y="4853871"/>
                <a:ext cx="41400" cy="22572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7BE11A5F-7802-4792-9C12-BC05C95D245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323567" y="4844871"/>
                  <a:ext cx="59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AD63B881-9071-4056-B969-8CD43480E374}"/>
                    </a:ext>
                  </a:extLst>
                </p14:cNvPr>
                <p14:cNvContentPartPr/>
                <p14:nvPr/>
              </p14:nvContentPartPr>
              <p14:xfrm>
                <a:off x="7354887" y="4704831"/>
                <a:ext cx="103680" cy="13068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AD63B881-9071-4056-B969-8CD43480E37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346247" y="4696191"/>
                  <a:ext cx="12132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F07DE99A-20C2-4D65-94A6-266E85A57892}"/>
              </a:ext>
            </a:extLst>
          </p:cNvPr>
          <p:cNvGrpSpPr/>
          <p:nvPr/>
        </p:nvGrpSpPr>
        <p:grpSpPr>
          <a:xfrm>
            <a:off x="7612287" y="4885911"/>
            <a:ext cx="119160" cy="83880"/>
            <a:chOff x="7612287" y="4885911"/>
            <a:chExt cx="119160" cy="8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D3F43646-7617-48E0-BED0-28598E077F18}"/>
                    </a:ext>
                  </a:extLst>
                </p14:cNvPr>
                <p14:cNvContentPartPr/>
                <p14:nvPr/>
              </p14:nvContentPartPr>
              <p14:xfrm>
                <a:off x="7612287" y="4885911"/>
                <a:ext cx="119160" cy="1476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D3F43646-7617-48E0-BED0-28598E077F1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603647" y="4876911"/>
                  <a:ext cx="136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B6BB85A0-3C30-421A-A7CD-F9A8E17D4B6A}"/>
                    </a:ext>
                  </a:extLst>
                </p14:cNvPr>
                <p14:cNvContentPartPr/>
                <p14:nvPr/>
              </p14:nvContentPartPr>
              <p14:xfrm>
                <a:off x="7638207" y="4969431"/>
                <a:ext cx="90360" cy="36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B6BB85A0-3C30-421A-A7CD-F9A8E17D4B6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629207" y="4960791"/>
                  <a:ext cx="10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3843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EEA11BD0-02C0-41EF-8470-04D43964EFA4}"/>
              </a:ext>
            </a:extLst>
          </p:cNvPr>
          <p:cNvGrpSpPr/>
          <p:nvPr/>
        </p:nvGrpSpPr>
        <p:grpSpPr>
          <a:xfrm>
            <a:off x="566007" y="479511"/>
            <a:ext cx="1111680" cy="541080"/>
            <a:chOff x="566007" y="479511"/>
            <a:chExt cx="1111680" cy="54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3CDBE4C0-49E1-4E5B-BA83-C35B5FECFF66}"/>
                    </a:ext>
                  </a:extLst>
                </p14:cNvPr>
                <p14:cNvContentPartPr/>
                <p14:nvPr/>
              </p14:nvContentPartPr>
              <p14:xfrm>
                <a:off x="592287" y="498951"/>
                <a:ext cx="109440" cy="52164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3CDBE4C0-49E1-4E5B-BA83-C35B5FECFF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3647" y="490311"/>
                  <a:ext cx="12708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3A3FB22D-EC94-4628-A001-187C94275014}"/>
                    </a:ext>
                  </a:extLst>
                </p14:cNvPr>
                <p14:cNvContentPartPr/>
                <p14:nvPr/>
              </p14:nvContentPartPr>
              <p14:xfrm>
                <a:off x="566007" y="498951"/>
                <a:ext cx="283680" cy="26748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3A3FB22D-EC94-4628-A001-187C942750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7007" y="490311"/>
                  <a:ext cx="3013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EDA27752-ABC9-45AF-A97C-94A24AEC23CB}"/>
                    </a:ext>
                  </a:extLst>
                </p14:cNvPr>
                <p14:cNvContentPartPr/>
                <p14:nvPr/>
              </p14:nvContentPartPr>
              <p14:xfrm>
                <a:off x="986847" y="502551"/>
                <a:ext cx="127800" cy="33372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EDA27752-ABC9-45AF-A97C-94A24AEC23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7847" y="493911"/>
                  <a:ext cx="1454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649B3EEB-3FC8-4E2B-9024-B351E779DC83}"/>
                    </a:ext>
                  </a:extLst>
                </p14:cNvPr>
                <p14:cNvContentPartPr/>
                <p14:nvPr/>
              </p14:nvContentPartPr>
              <p14:xfrm>
                <a:off x="1170447" y="514071"/>
                <a:ext cx="203400" cy="24156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649B3EEB-3FC8-4E2B-9024-B351E779DC8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61807" y="505431"/>
                  <a:ext cx="2210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A437417D-87A1-46B4-8629-78B05BCC65F0}"/>
                    </a:ext>
                  </a:extLst>
                </p14:cNvPr>
                <p14:cNvContentPartPr/>
                <p14:nvPr/>
              </p14:nvContentPartPr>
              <p14:xfrm>
                <a:off x="1224807" y="511551"/>
                <a:ext cx="124200" cy="26748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A437417D-87A1-46B4-8629-78B05BCC65F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16167" y="502551"/>
                  <a:ext cx="1418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6B520CBC-8FB9-4369-895D-D1C1CE335819}"/>
                    </a:ext>
                  </a:extLst>
                </p14:cNvPr>
                <p14:cNvContentPartPr/>
                <p14:nvPr/>
              </p14:nvContentPartPr>
              <p14:xfrm>
                <a:off x="1521087" y="479511"/>
                <a:ext cx="156600" cy="25596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6B520CBC-8FB9-4369-895D-D1C1CE3358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12087" y="470511"/>
                  <a:ext cx="17424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21DB510D-92DC-4D62-9021-9CFF4DE5310F}"/>
              </a:ext>
            </a:extLst>
          </p:cNvPr>
          <p:cNvGrpSpPr/>
          <p:nvPr/>
        </p:nvGrpSpPr>
        <p:grpSpPr>
          <a:xfrm>
            <a:off x="1841847" y="393831"/>
            <a:ext cx="514080" cy="412560"/>
            <a:chOff x="1841847" y="393831"/>
            <a:chExt cx="51408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66964294-9389-4166-A953-02C961B7C76B}"/>
                    </a:ext>
                  </a:extLst>
                </p14:cNvPr>
                <p14:cNvContentPartPr/>
                <p14:nvPr/>
              </p14:nvContentPartPr>
              <p14:xfrm>
                <a:off x="1841847" y="512271"/>
                <a:ext cx="39960" cy="20088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66964294-9389-4166-A953-02C961B7C7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32847" y="503631"/>
                  <a:ext cx="57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97903FD5-2849-4FC1-B8E3-5C8E3FAF84A4}"/>
                    </a:ext>
                  </a:extLst>
                </p14:cNvPr>
                <p14:cNvContentPartPr/>
                <p14:nvPr/>
              </p14:nvContentPartPr>
              <p14:xfrm>
                <a:off x="1967487" y="393831"/>
                <a:ext cx="86400" cy="41256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97903FD5-2849-4FC1-B8E3-5C8E3FAF84A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58487" y="385191"/>
                  <a:ext cx="10404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E686B364-C8A7-407F-A507-4E63EF0337F9}"/>
                    </a:ext>
                  </a:extLst>
                </p14:cNvPr>
                <p14:cNvContentPartPr/>
                <p14:nvPr/>
              </p14:nvContentPartPr>
              <p14:xfrm>
                <a:off x="2194287" y="555111"/>
                <a:ext cx="145800" cy="226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E686B364-C8A7-407F-A507-4E63EF0337F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85287" y="546111"/>
                  <a:ext cx="163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D46C6E37-73D3-45BD-A2CE-1BEA2DBE27B7}"/>
                    </a:ext>
                  </a:extLst>
                </p14:cNvPr>
                <p14:cNvContentPartPr/>
                <p14:nvPr/>
              </p14:nvContentPartPr>
              <p14:xfrm>
                <a:off x="2224887" y="637911"/>
                <a:ext cx="131040" cy="1656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D46C6E37-73D3-45BD-A2CE-1BEA2DBE27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15887" y="629271"/>
                  <a:ext cx="1486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29F1BC99-C058-4F99-A370-ECB7DF2D2342}"/>
              </a:ext>
            </a:extLst>
          </p:cNvPr>
          <p:cNvGrpSpPr/>
          <p:nvPr/>
        </p:nvGrpSpPr>
        <p:grpSpPr>
          <a:xfrm>
            <a:off x="4589727" y="360351"/>
            <a:ext cx="196920" cy="314640"/>
            <a:chOff x="4589727" y="360351"/>
            <a:chExt cx="19692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52452A97-EBB3-454A-A8FE-CB5521BB67B9}"/>
                    </a:ext>
                  </a:extLst>
                </p14:cNvPr>
                <p14:cNvContentPartPr/>
                <p14:nvPr/>
              </p14:nvContentPartPr>
              <p14:xfrm>
                <a:off x="4589727" y="360351"/>
                <a:ext cx="129240" cy="25704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52452A97-EBB3-454A-A8FE-CB5521BB67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81087" y="351351"/>
                  <a:ext cx="1468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80F038BB-8092-43AA-A960-E8C0D560E322}"/>
                    </a:ext>
                  </a:extLst>
                </p14:cNvPr>
                <p14:cNvContentPartPr/>
                <p14:nvPr/>
              </p14:nvContentPartPr>
              <p14:xfrm>
                <a:off x="4697007" y="575631"/>
                <a:ext cx="89640" cy="9936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80F038BB-8092-43AA-A960-E8C0D560E32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88007" y="566631"/>
                  <a:ext cx="10728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40D103D3-5B95-48CB-AA52-6F3D6B84382B}"/>
              </a:ext>
            </a:extLst>
          </p:cNvPr>
          <p:cNvGrpSpPr/>
          <p:nvPr/>
        </p:nvGrpSpPr>
        <p:grpSpPr>
          <a:xfrm>
            <a:off x="5027487" y="285111"/>
            <a:ext cx="588600" cy="353880"/>
            <a:chOff x="5027487" y="285111"/>
            <a:chExt cx="58860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196C46CF-4241-4713-885B-8B3303CFC333}"/>
                    </a:ext>
                  </a:extLst>
                </p14:cNvPr>
                <p14:cNvContentPartPr/>
                <p14:nvPr/>
              </p14:nvContentPartPr>
              <p14:xfrm>
                <a:off x="5027487" y="405711"/>
                <a:ext cx="117720" cy="18288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196C46CF-4241-4713-885B-8B3303CFC33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18487" y="396711"/>
                  <a:ext cx="1353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AA91AA9B-CC7A-4FD0-9262-203F6CA24CE4}"/>
                    </a:ext>
                  </a:extLst>
                </p14:cNvPr>
                <p14:cNvContentPartPr/>
                <p14:nvPr/>
              </p14:nvContentPartPr>
              <p14:xfrm>
                <a:off x="5227647" y="549711"/>
                <a:ext cx="24120" cy="3852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AA91AA9B-CC7A-4FD0-9262-203F6CA24C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18647" y="541071"/>
                  <a:ext cx="417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7635E846-26AE-41BF-9752-AD8944A90594}"/>
                    </a:ext>
                  </a:extLst>
                </p14:cNvPr>
                <p14:cNvContentPartPr/>
                <p14:nvPr/>
              </p14:nvContentPartPr>
              <p14:xfrm>
                <a:off x="5360127" y="382311"/>
                <a:ext cx="129240" cy="19080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7635E846-26AE-41BF-9752-AD8944A905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51487" y="373671"/>
                  <a:ext cx="146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52478E5C-39BB-4070-94A6-169000753385}"/>
                    </a:ext>
                  </a:extLst>
                </p14:cNvPr>
                <p14:cNvContentPartPr/>
                <p14:nvPr/>
              </p14:nvContentPartPr>
              <p14:xfrm>
                <a:off x="5519607" y="285111"/>
                <a:ext cx="96480" cy="35388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52478E5C-39BB-4070-94A6-1690007533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10607" y="276471"/>
                  <a:ext cx="114120" cy="37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5F05AEC6-A145-4EFC-801E-015A45818F2C}"/>
              </a:ext>
            </a:extLst>
          </p:cNvPr>
          <p:cNvGrpSpPr/>
          <p:nvPr/>
        </p:nvGrpSpPr>
        <p:grpSpPr>
          <a:xfrm>
            <a:off x="6054207" y="392031"/>
            <a:ext cx="183600" cy="128880"/>
            <a:chOff x="6054207" y="392031"/>
            <a:chExt cx="18360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2B72E867-C515-4FE0-8080-4DA310B693C8}"/>
                    </a:ext>
                  </a:extLst>
                </p14:cNvPr>
                <p14:cNvContentPartPr/>
                <p14:nvPr/>
              </p14:nvContentPartPr>
              <p14:xfrm>
                <a:off x="6054207" y="392031"/>
                <a:ext cx="142920" cy="2700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2B72E867-C515-4FE0-8080-4DA310B693C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45207" y="383391"/>
                  <a:ext cx="160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FB6E0C3A-D182-45C3-BA59-50744579F3CA}"/>
                    </a:ext>
                  </a:extLst>
                </p14:cNvPr>
                <p14:cNvContentPartPr/>
                <p14:nvPr/>
              </p14:nvContentPartPr>
              <p14:xfrm>
                <a:off x="6065007" y="487431"/>
                <a:ext cx="172800" cy="3348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FB6E0C3A-D182-45C3-BA59-50744579F3C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56367" y="478431"/>
                  <a:ext cx="19044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072D717C-B770-41F7-8CE9-5AA61A334F50}"/>
              </a:ext>
            </a:extLst>
          </p:cNvPr>
          <p:cNvGrpSpPr/>
          <p:nvPr/>
        </p:nvGrpSpPr>
        <p:grpSpPr>
          <a:xfrm>
            <a:off x="6444087" y="297711"/>
            <a:ext cx="1592640" cy="429480"/>
            <a:chOff x="6444087" y="297711"/>
            <a:chExt cx="159264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0C483326-4337-47CE-9987-0E54CB4C4CF3}"/>
                    </a:ext>
                  </a:extLst>
                </p14:cNvPr>
                <p14:cNvContentPartPr/>
                <p14:nvPr/>
              </p14:nvContentPartPr>
              <p14:xfrm>
                <a:off x="6444087" y="340911"/>
                <a:ext cx="201600" cy="38628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0C483326-4337-47CE-9987-0E54CB4C4CF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35447" y="332271"/>
                  <a:ext cx="21924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A8A84085-94E1-41CB-BAF4-2390E1E3D742}"/>
                    </a:ext>
                  </a:extLst>
                </p14:cNvPr>
                <p14:cNvContentPartPr/>
                <p14:nvPr/>
              </p14:nvContentPartPr>
              <p14:xfrm>
                <a:off x="6796527" y="318231"/>
                <a:ext cx="117000" cy="29160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A8A84085-94E1-41CB-BAF4-2390E1E3D74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87887" y="309231"/>
                  <a:ext cx="1346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B58725EE-21C2-4B99-BD95-5B18A8661AAF}"/>
                    </a:ext>
                  </a:extLst>
                </p14:cNvPr>
                <p14:cNvContentPartPr/>
                <p14:nvPr/>
              </p14:nvContentPartPr>
              <p14:xfrm>
                <a:off x="6893727" y="380511"/>
                <a:ext cx="162720" cy="15264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B58725EE-21C2-4B99-BD95-5B18A8661AA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84727" y="371871"/>
                  <a:ext cx="1803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9AD92922-401D-4CF6-90FF-153EE0F3794E}"/>
                    </a:ext>
                  </a:extLst>
                </p14:cNvPr>
                <p14:cNvContentPartPr/>
                <p14:nvPr/>
              </p14:nvContentPartPr>
              <p14:xfrm>
                <a:off x="6925407" y="326151"/>
                <a:ext cx="324000" cy="25416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9AD92922-401D-4CF6-90FF-153EE0F3794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16407" y="317511"/>
                  <a:ext cx="3416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9707B5B7-9905-46D1-BEBE-6E93F6F1E4D1}"/>
                    </a:ext>
                  </a:extLst>
                </p14:cNvPr>
                <p14:cNvContentPartPr/>
                <p14:nvPr/>
              </p14:nvContentPartPr>
              <p14:xfrm>
                <a:off x="7192527" y="447471"/>
                <a:ext cx="174600" cy="4752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9707B5B7-9905-46D1-BEBE-6E93F6F1E4D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83887" y="438471"/>
                  <a:ext cx="192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9E5BDB0D-8C29-4DD3-A50A-D1C6AFCF8D0C}"/>
                    </a:ext>
                  </a:extLst>
                </p14:cNvPr>
                <p14:cNvContentPartPr/>
                <p14:nvPr/>
              </p14:nvContentPartPr>
              <p14:xfrm>
                <a:off x="7420407" y="376191"/>
                <a:ext cx="135720" cy="10620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9E5BDB0D-8C29-4DD3-A50A-D1C6AFCF8D0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11407" y="367191"/>
                  <a:ext cx="153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3AAD95FF-26EA-4752-81F5-EE30BE05FCCF}"/>
                    </a:ext>
                  </a:extLst>
                </p14:cNvPr>
                <p14:cNvContentPartPr/>
                <p14:nvPr/>
              </p14:nvContentPartPr>
              <p14:xfrm>
                <a:off x="7564047" y="297711"/>
                <a:ext cx="378720" cy="32004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3AAD95FF-26EA-4752-81F5-EE30BE05FCC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55047" y="289071"/>
                  <a:ext cx="3963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8CA69985-309A-4A8C-B435-E0F4E54B9EFB}"/>
                    </a:ext>
                  </a:extLst>
                </p14:cNvPr>
                <p14:cNvContentPartPr/>
                <p14:nvPr/>
              </p14:nvContentPartPr>
              <p14:xfrm>
                <a:off x="7828287" y="408231"/>
                <a:ext cx="208440" cy="7056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8CA69985-309A-4A8C-B435-E0F4E54B9EF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819287" y="399231"/>
                  <a:ext cx="22608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483E7A-7AC0-4BBC-A121-4A6AB75DEF98}"/>
              </a:ext>
            </a:extLst>
          </p:cNvPr>
          <p:cNvGrpSpPr/>
          <p:nvPr/>
        </p:nvGrpSpPr>
        <p:grpSpPr>
          <a:xfrm>
            <a:off x="8229687" y="199071"/>
            <a:ext cx="1250280" cy="372600"/>
            <a:chOff x="8229687" y="199071"/>
            <a:chExt cx="125028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3D6B7EC4-0AA5-41CC-BCD6-B5FC447BC83A}"/>
                    </a:ext>
                  </a:extLst>
                </p14:cNvPr>
                <p14:cNvContentPartPr/>
                <p14:nvPr/>
              </p14:nvContentPartPr>
              <p14:xfrm>
                <a:off x="8229687" y="323631"/>
                <a:ext cx="5760" cy="24696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3D6B7EC4-0AA5-41CC-BCD6-B5FC447BC83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21047" y="314631"/>
                  <a:ext cx="234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E5B02619-400B-40D1-BDBF-2F90DEDDCDCB}"/>
                    </a:ext>
                  </a:extLst>
                </p14:cNvPr>
                <p14:cNvContentPartPr/>
                <p14:nvPr/>
              </p14:nvContentPartPr>
              <p14:xfrm>
                <a:off x="8244087" y="288351"/>
                <a:ext cx="126000" cy="19944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E5B02619-400B-40D1-BDBF-2F90DEDDCDC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35087" y="279351"/>
                  <a:ext cx="143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F1024FFC-F000-42E0-93B6-94A057F049FC}"/>
                    </a:ext>
                  </a:extLst>
                </p14:cNvPr>
                <p14:cNvContentPartPr/>
                <p14:nvPr/>
              </p14:nvContentPartPr>
              <p14:xfrm>
                <a:off x="8524167" y="284391"/>
                <a:ext cx="82440" cy="23724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F1024FFC-F000-42E0-93B6-94A057F049F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15527" y="275391"/>
                  <a:ext cx="1000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1C72C2C3-E5BB-496F-A700-F16C07D57A7D}"/>
                    </a:ext>
                  </a:extLst>
                </p14:cNvPr>
                <p14:cNvContentPartPr/>
                <p14:nvPr/>
              </p14:nvContentPartPr>
              <p14:xfrm>
                <a:off x="8675727" y="332631"/>
                <a:ext cx="170640" cy="23904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1C72C2C3-E5BB-496F-A700-F16C07D57A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66727" y="323631"/>
                  <a:ext cx="1882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E6622755-3673-4CC2-9220-7E552140D920}"/>
                    </a:ext>
                  </a:extLst>
                </p14:cNvPr>
                <p14:cNvContentPartPr/>
                <p14:nvPr/>
              </p14:nvContentPartPr>
              <p14:xfrm>
                <a:off x="8912247" y="390231"/>
                <a:ext cx="203400" cy="7704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E6622755-3673-4CC2-9220-7E552140D92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903607" y="381591"/>
                  <a:ext cx="2210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55E330D6-9071-4A0A-8F45-2CF16EEE908E}"/>
                    </a:ext>
                  </a:extLst>
                </p14:cNvPr>
                <p14:cNvContentPartPr/>
                <p14:nvPr/>
              </p14:nvContentPartPr>
              <p14:xfrm>
                <a:off x="9177207" y="319671"/>
                <a:ext cx="115560" cy="20052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55E330D6-9071-4A0A-8F45-2CF16EEE908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68567" y="311031"/>
                  <a:ext cx="1332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1D361A67-A01D-4F5E-AA82-8514B46F7D9B}"/>
                    </a:ext>
                  </a:extLst>
                </p14:cNvPr>
                <p14:cNvContentPartPr/>
                <p14:nvPr/>
              </p14:nvContentPartPr>
              <p14:xfrm>
                <a:off x="9415167" y="199071"/>
                <a:ext cx="64800" cy="31212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1D361A67-A01D-4F5E-AA82-8514B46F7D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06527" y="190071"/>
                  <a:ext cx="8244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662228F1-CE92-4882-AA33-76EADC454043}"/>
              </a:ext>
            </a:extLst>
          </p:cNvPr>
          <p:cNvGrpSpPr/>
          <p:nvPr/>
        </p:nvGrpSpPr>
        <p:grpSpPr>
          <a:xfrm>
            <a:off x="2157567" y="1017351"/>
            <a:ext cx="1768680" cy="1253520"/>
            <a:chOff x="2157567" y="1017351"/>
            <a:chExt cx="1768680" cy="12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DF50FD6F-0D6E-47FB-8A5C-74580AD8329D}"/>
                    </a:ext>
                  </a:extLst>
                </p14:cNvPr>
                <p14:cNvContentPartPr/>
                <p14:nvPr/>
              </p14:nvContentPartPr>
              <p14:xfrm>
                <a:off x="2157567" y="1231911"/>
                <a:ext cx="105480" cy="36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DF50FD6F-0D6E-47FB-8A5C-74580AD8329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48567" y="1222911"/>
                  <a:ext cx="123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9E51D19E-93B2-465F-BE31-795288031DC2}"/>
                    </a:ext>
                  </a:extLst>
                </p14:cNvPr>
                <p14:cNvContentPartPr/>
                <p14:nvPr/>
              </p14:nvContentPartPr>
              <p14:xfrm>
                <a:off x="2177367" y="1312911"/>
                <a:ext cx="129960" cy="1368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9E51D19E-93B2-465F-BE31-795288031DC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68367" y="1304271"/>
                  <a:ext cx="1476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3CD85268-F2B8-4714-B6FE-A524674FB9C4}"/>
                    </a:ext>
                  </a:extLst>
                </p14:cNvPr>
                <p14:cNvContentPartPr/>
                <p14:nvPr/>
              </p14:nvContentPartPr>
              <p14:xfrm>
                <a:off x="2621607" y="1017351"/>
                <a:ext cx="222120" cy="36576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3CD85268-F2B8-4714-B6FE-A524674FB9C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12967" y="1008711"/>
                  <a:ext cx="2397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8F474E3A-62FF-41EB-A9DC-DFC7E3B36618}"/>
                    </a:ext>
                  </a:extLst>
                </p14:cNvPr>
                <p14:cNvContentPartPr/>
                <p14:nvPr/>
              </p14:nvContentPartPr>
              <p14:xfrm>
                <a:off x="2954607" y="1057311"/>
                <a:ext cx="208440" cy="29412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8F474E3A-62FF-41EB-A9DC-DFC7E3B3661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945607" y="1048671"/>
                  <a:ext cx="2260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2394FB6A-C024-49F2-AAA9-D331AC3D3061}"/>
                    </a:ext>
                  </a:extLst>
                </p14:cNvPr>
                <p14:cNvContentPartPr/>
                <p14:nvPr/>
              </p14:nvContentPartPr>
              <p14:xfrm>
                <a:off x="3195087" y="1173951"/>
                <a:ext cx="58680" cy="11880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2394FB6A-C024-49F2-AAA9-D331AC3D306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86087" y="1165311"/>
                  <a:ext cx="76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4FE03976-9AFD-46F9-832F-B4CCA371FD3F}"/>
                    </a:ext>
                  </a:extLst>
                </p14:cNvPr>
                <p14:cNvContentPartPr/>
                <p14:nvPr/>
              </p14:nvContentPartPr>
              <p14:xfrm>
                <a:off x="3277167" y="1162431"/>
                <a:ext cx="160920" cy="16488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4FE03976-9AFD-46F9-832F-B4CCA371FD3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68527" y="1153791"/>
                  <a:ext cx="178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1463A3F9-BAE2-4CB6-A1E8-07F672803F58}"/>
                    </a:ext>
                  </a:extLst>
                </p14:cNvPr>
                <p14:cNvContentPartPr/>
                <p14:nvPr/>
              </p14:nvContentPartPr>
              <p14:xfrm>
                <a:off x="3477687" y="1120671"/>
                <a:ext cx="141840" cy="18792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1463A3F9-BAE2-4CB6-A1E8-07F672803F5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69047" y="1111671"/>
                  <a:ext cx="159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A0826A6B-E0C8-4CFB-924F-BA3F86DAA086}"/>
                    </a:ext>
                  </a:extLst>
                </p14:cNvPr>
                <p14:cNvContentPartPr/>
                <p14:nvPr/>
              </p14:nvContentPartPr>
              <p14:xfrm>
                <a:off x="3643647" y="1104111"/>
                <a:ext cx="282600" cy="15156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A0826A6B-E0C8-4CFB-924F-BA3F86DAA08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34647" y="1095111"/>
                  <a:ext cx="3002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BF38500A-E267-4541-80E1-ECCF3809EEF0}"/>
                    </a:ext>
                  </a:extLst>
                </p14:cNvPr>
                <p14:cNvContentPartPr/>
                <p14:nvPr/>
              </p14:nvContentPartPr>
              <p14:xfrm>
                <a:off x="2502087" y="1403631"/>
                <a:ext cx="25200" cy="31572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BF38500A-E267-4541-80E1-ECCF3809EEF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93087" y="1394991"/>
                  <a:ext cx="428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273F1C2A-C76E-4709-A63E-EBCA58C03570}"/>
                    </a:ext>
                  </a:extLst>
                </p14:cNvPr>
                <p14:cNvContentPartPr/>
                <p14:nvPr/>
              </p14:nvContentPartPr>
              <p14:xfrm>
                <a:off x="2400927" y="1587231"/>
                <a:ext cx="206280" cy="24408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273F1C2A-C76E-4709-A63E-EBCA58C0357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392287" y="1578591"/>
                  <a:ext cx="2239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73140BEA-577B-4E1F-8C87-1A0955C014CF}"/>
                    </a:ext>
                  </a:extLst>
                </p14:cNvPr>
                <p14:cNvContentPartPr/>
                <p14:nvPr/>
              </p14:nvContentPartPr>
              <p14:xfrm>
                <a:off x="2341527" y="1949751"/>
                <a:ext cx="61920" cy="32112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73140BEA-577B-4E1F-8C87-1A0955C014C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32887" y="1940751"/>
                  <a:ext cx="795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D4925D22-9C7D-4FFC-9C49-6505E23D1F71}"/>
                    </a:ext>
                  </a:extLst>
                </p14:cNvPr>
                <p14:cNvContentPartPr/>
                <p14:nvPr/>
              </p14:nvContentPartPr>
              <p14:xfrm>
                <a:off x="2315967" y="1928151"/>
                <a:ext cx="210960" cy="19044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D4925D22-9C7D-4FFC-9C49-6505E23D1F7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07327" y="1919511"/>
                  <a:ext cx="228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98771168-2E0A-4F7A-9F91-DE05AEB1CF0A}"/>
                    </a:ext>
                  </a:extLst>
                </p14:cNvPr>
                <p14:cNvContentPartPr/>
                <p14:nvPr/>
              </p14:nvContentPartPr>
              <p14:xfrm>
                <a:off x="2508927" y="1966311"/>
                <a:ext cx="269640" cy="15840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98771168-2E0A-4F7A-9F91-DE05AEB1CF0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0287" y="1957671"/>
                  <a:ext cx="287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2CBD74D8-5548-42F2-92A4-7B7917B314C4}"/>
                    </a:ext>
                  </a:extLst>
                </p14:cNvPr>
                <p14:cNvContentPartPr/>
                <p14:nvPr/>
              </p14:nvContentPartPr>
              <p14:xfrm>
                <a:off x="2807007" y="1859751"/>
                <a:ext cx="65880" cy="24264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2CBD74D8-5548-42F2-92A4-7B7917B314C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98007" y="1850751"/>
                  <a:ext cx="835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FC9DD166-119F-4B33-A19D-B4F4E0A2E35D}"/>
                    </a:ext>
                  </a:extLst>
                </p14:cNvPr>
                <p14:cNvContentPartPr/>
                <p14:nvPr/>
              </p14:nvContentPartPr>
              <p14:xfrm>
                <a:off x="2816727" y="1936431"/>
                <a:ext cx="207720" cy="16056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FC9DD166-119F-4B33-A19D-B4F4E0A2E35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08087" y="1927431"/>
                  <a:ext cx="225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0350C62D-D840-4D5E-A54A-49067C00D697}"/>
                    </a:ext>
                  </a:extLst>
                </p14:cNvPr>
                <p14:cNvContentPartPr/>
                <p14:nvPr/>
              </p14:nvContentPartPr>
              <p14:xfrm>
                <a:off x="3079887" y="1930671"/>
                <a:ext cx="164880" cy="16668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0350C62D-D840-4D5E-A54A-49067C00D69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70887" y="1922031"/>
                  <a:ext cx="182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D6B8BFA7-1A1D-4913-8EC5-2710A86EBAE2}"/>
                    </a:ext>
                  </a:extLst>
                </p14:cNvPr>
                <p14:cNvContentPartPr/>
                <p14:nvPr/>
              </p14:nvContentPartPr>
              <p14:xfrm>
                <a:off x="3295887" y="1818711"/>
                <a:ext cx="55800" cy="30060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D6B8BFA7-1A1D-4913-8EC5-2710A86EBAE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87247" y="1810071"/>
                  <a:ext cx="7344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2688853A-AFBD-411B-AB82-99343BBA269C}"/>
              </a:ext>
            </a:extLst>
          </p:cNvPr>
          <p:cNvGrpSpPr/>
          <p:nvPr/>
        </p:nvGrpSpPr>
        <p:grpSpPr>
          <a:xfrm>
            <a:off x="511287" y="93951"/>
            <a:ext cx="1342440" cy="217440"/>
            <a:chOff x="511287" y="93951"/>
            <a:chExt cx="134244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E7353791-E689-40E0-B747-5E0E318084F0}"/>
                    </a:ext>
                  </a:extLst>
                </p14:cNvPr>
                <p14:cNvContentPartPr/>
                <p14:nvPr/>
              </p14:nvContentPartPr>
              <p14:xfrm>
                <a:off x="525327" y="93951"/>
                <a:ext cx="81000" cy="21132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E7353791-E689-40E0-B747-5E0E318084F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6687" y="84951"/>
                  <a:ext cx="986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7202E3D8-C43D-4BEE-9B7E-8BB4503CFCE0}"/>
                    </a:ext>
                  </a:extLst>
                </p14:cNvPr>
                <p14:cNvContentPartPr/>
                <p14:nvPr/>
              </p14:nvContentPartPr>
              <p14:xfrm>
                <a:off x="511287" y="214191"/>
                <a:ext cx="203400" cy="7416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7202E3D8-C43D-4BEE-9B7E-8BB4503CFCE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2287" y="205191"/>
                  <a:ext cx="221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770A2ED3-EBCB-4280-95AB-576F80B8249A}"/>
                    </a:ext>
                  </a:extLst>
                </p14:cNvPr>
                <p14:cNvContentPartPr/>
                <p14:nvPr/>
              </p14:nvContentPartPr>
              <p14:xfrm>
                <a:off x="711087" y="179271"/>
                <a:ext cx="176400" cy="13212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770A2ED3-EBCB-4280-95AB-576F80B8249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02447" y="170631"/>
                  <a:ext cx="1940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20D5CE45-79F6-4013-8460-4D9DAA574770}"/>
                    </a:ext>
                  </a:extLst>
                </p14:cNvPr>
                <p14:cNvContentPartPr/>
                <p14:nvPr/>
              </p14:nvContentPartPr>
              <p14:xfrm>
                <a:off x="869487" y="170271"/>
                <a:ext cx="264600" cy="13320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20D5CE45-79F6-4013-8460-4D9DAA57477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0847" y="161271"/>
                  <a:ext cx="282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98C891AA-5F1A-4455-9352-EFEBC8EC2EA6}"/>
                    </a:ext>
                  </a:extLst>
                </p14:cNvPr>
                <p14:cNvContentPartPr/>
                <p14:nvPr/>
              </p14:nvContentPartPr>
              <p14:xfrm>
                <a:off x="1134807" y="132111"/>
                <a:ext cx="201240" cy="17064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98C891AA-5F1A-4455-9352-EFEBC8EC2EA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26167" y="123111"/>
                  <a:ext cx="2188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CD59F99B-6BEA-446C-A3F2-9A1B7B7D0388}"/>
                    </a:ext>
                  </a:extLst>
                </p14:cNvPr>
                <p14:cNvContentPartPr/>
                <p14:nvPr/>
              </p14:nvContentPartPr>
              <p14:xfrm>
                <a:off x="1335687" y="193671"/>
                <a:ext cx="138960" cy="11232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CD59F99B-6BEA-446C-A3F2-9A1B7B7D038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27047" y="184671"/>
                  <a:ext cx="156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E9FEE751-3613-4BD9-8719-70AE3EA1AE10}"/>
                    </a:ext>
                  </a:extLst>
                </p14:cNvPr>
                <p14:cNvContentPartPr/>
                <p14:nvPr/>
              </p14:nvContentPartPr>
              <p14:xfrm>
                <a:off x="1523607" y="125991"/>
                <a:ext cx="181800" cy="14904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E9FEE751-3613-4BD9-8719-70AE3EA1AE1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14967" y="117351"/>
                  <a:ext cx="199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8F98F6AB-70FD-41CF-B888-A16CBB9D8FCD}"/>
                    </a:ext>
                  </a:extLst>
                </p14:cNvPr>
                <p14:cNvContentPartPr/>
                <p14:nvPr/>
              </p14:nvContentPartPr>
              <p14:xfrm>
                <a:off x="1745367" y="141111"/>
                <a:ext cx="108360" cy="13824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8F98F6AB-70FD-41CF-B888-A16CBB9D8FC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36727" y="132111"/>
                  <a:ext cx="12600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5D9F9F56-D78D-477E-9CD3-682003F1F5EA}"/>
              </a:ext>
            </a:extLst>
          </p:cNvPr>
          <p:cNvGrpSpPr/>
          <p:nvPr/>
        </p:nvGrpSpPr>
        <p:grpSpPr>
          <a:xfrm>
            <a:off x="4174287" y="963711"/>
            <a:ext cx="343080" cy="376920"/>
            <a:chOff x="4174287" y="963711"/>
            <a:chExt cx="343080" cy="37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81357F0C-B98C-4082-B4C4-77DDB41FD25A}"/>
                    </a:ext>
                  </a:extLst>
                </p14:cNvPr>
                <p14:cNvContentPartPr/>
                <p14:nvPr/>
              </p14:nvContentPartPr>
              <p14:xfrm>
                <a:off x="4174287" y="963711"/>
                <a:ext cx="136800" cy="37692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81357F0C-B98C-4082-B4C4-77DDB41FD25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65647" y="955071"/>
                  <a:ext cx="1544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C14E26E1-BAD8-4BDA-83AF-A197A0B8B392}"/>
                    </a:ext>
                  </a:extLst>
                </p14:cNvPr>
                <p14:cNvContentPartPr/>
                <p14:nvPr/>
              </p14:nvContentPartPr>
              <p14:xfrm>
                <a:off x="4401807" y="1039311"/>
                <a:ext cx="115560" cy="19872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C14E26E1-BAD8-4BDA-83AF-A197A0B8B39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93167" y="1030311"/>
                  <a:ext cx="13320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8FC17D3D-15AF-4808-BAC2-D079BE20759B}"/>
              </a:ext>
            </a:extLst>
          </p:cNvPr>
          <p:cNvGrpSpPr/>
          <p:nvPr/>
        </p:nvGrpSpPr>
        <p:grpSpPr>
          <a:xfrm>
            <a:off x="582567" y="969831"/>
            <a:ext cx="1241640" cy="597600"/>
            <a:chOff x="582567" y="969831"/>
            <a:chExt cx="1241640" cy="59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4A74ECD1-48AF-4686-ADC3-A6B4294B7DA6}"/>
                    </a:ext>
                  </a:extLst>
                </p14:cNvPr>
                <p14:cNvContentPartPr/>
                <p14:nvPr/>
              </p14:nvContentPartPr>
              <p14:xfrm>
                <a:off x="622887" y="1195551"/>
                <a:ext cx="62640" cy="37188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4A74ECD1-48AF-4686-ADC3-A6B4294B7DA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4247" y="1186551"/>
                  <a:ext cx="802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45D36AD8-D9A2-4F87-8EF8-6F552291C061}"/>
                    </a:ext>
                  </a:extLst>
                </p14:cNvPr>
                <p14:cNvContentPartPr/>
                <p14:nvPr/>
              </p14:nvContentPartPr>
              <p14:xfrm>
                <a:off x="582567" y="1211391"/>
                <a:ext cx="183600" cy="20088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45D36AD8-D9A2-4F87-8EF8-6F552291C06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3567" y="1202391"/>
                  <a:ext cx="201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0290E10D-22D4-48AB-9ACF-870DA3D9553A}"/>
                    </a:ext>
                  </a:extLst>
                </p14:cNvPr>
                <p14:cNvContentPartPr/>
                <p14:nvPr/>
              </p14:nvContentPartPr>
              <p14:xfrm>
                <a:off x="928887" y="1196271"/>
                <a:ext cx="76680" cy="27468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0290E10D-22D4-48AB-9ACF-870DA3D9553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0247" y="1187631"/>
                  <a:ext cx="943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5D7F4010-DE49-483A-A202-3586A90A158A}"/>
                    </a:ext>
                  </a:extLst>
                </p14:cNvPr>
                <p14:cNvContentPartPr/>
                <p14:nvPr/>
              </p14:nvContentPartPr>
              <p14:xfrm>
                <a:off x="1004127" y="1218591"/>
                <a:ext cx="180720" cy="20880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5D7F4010-DE49-483A-A202-3586A90A158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5487" y="1209591"/>
                  <a:ext cx="198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5509C244-CF21-4DB2-9945-E326558B882B}"/>
                    </a:ext>
                  </a:extLst>
                </p14:cNvPr>
                <p14:cNvContentPartPr/>
                <p14:nvPr/>
              </p14:nvContentPartPr>
              <p14:xfrm>
                <a:off x="1286367" y="1280871"/>
                <a:ext cx="89640" cy="648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5509C244-CF21-4DB2-9945-E326558B882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77367" y="1272231"/>
                  <a:ext cx="107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288DEBFF-C0E0-498D-BF19-196826877C25}"/>
                    </a:ext>
                  </a:extLst>
                </p14:cNvPr>
                <p14:cNvContentPartPr/>
                <p14:nvPr/>
              </p14:nvContentPartPr>
              <p14:xfrm>
                <a:off x="1306167" y="1325511"/>
                <a:ext cx="153720" cy="4392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288DEBFF-C0E0-498D-BF19-196826877C2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297167" y="1316511"/>
                  <a:ext cx="171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10A49252-7784-49F4-8822-12C3C90DA28D}"/>
                    </a:ext>
                  </a:extLst>
                </p14:cNvPr>
                <p14:cNvContentPartPr/>
                <p14:nvPr/>
              </p14:nvContentPartPr>
              <p14:xfrm>
                <a:off x="1543047" y="1105551"/>
                <a:ext cx="281160" cy="32724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10A49252-7784-49F4-8822-12C3C90DA28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534047" y="1096551"/>
                  <a:ext cx="2988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21E2A4E8-1D5F-490D-8C6A-63DEF801DD61}"/>
                    </a:ext>
                  </a:extLst>
                </p14:cNvPr>
                <p14:cNvContentPartPr/>
                <p14:nvPr/>
              </p14:nvContentPartPr>
              <p14:xfrm>
                <a:off x="1556727" y="969831"/>
                <a:ext cx="20160" cy="14652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21E2A4E8-1D5F-490D-8C6A-63DEF801DD6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547727" y="961191"/>
                  <a:ext cx="378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B2B5690A-9308-4AA3-A773-4BE216CB6768}"/>
                    </a:ext>
                  </a:extLst>
                </p14:cNvPr>
                <p14:cNvContentPartPr/>
                <p14:nvPr/>
              </p14:nvContentPartPr>
              <p14:xfrm>
                <a:off x="1542687" y="1075311"/>
                <a:ext cx="89640" cy="7236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B2B5690A-9308-4AA3-A773-4BE216CB676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34047" y="1066311"/>
                  <a:ext cx="107280" cy="9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071F90E3-A0AF-4613-A37B-DA3A3B099480}"/>
                  </a:ext>
                </a:extLst>
              </p14:cNvPr>
              <p14:cNvContentPartPr/>
              <p14:nvPr/>
            </p14:nvContentPartPr>
            <p14:xfrm>
              <a:off x="4496847" y="1204191"/>
              <a:ext cx="152280" cy="187200"/>
            </p14:xfrm>
          </p:contentPart>
        </mc:Choice>
        <mc:Fallback xmlns=""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071F90E3-A0AF-4613-A37B-DA3A3B09948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488207" y="1195551"/>
                <a:ext cx="16992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BE44FEF2-E7E8-4417-854D-0B1EE8967953}"/>
                  </a:ext>
                </a:extLst>
              </p14:cNvPr>
              <p14:cNvContentPartPr/>
              <p14:nvPr/>
            </p14:nvContentPartPr>
            <p14:xfrm>
              <a:off x="4559127" y="127431"/>
              <a:ext cx="137160" cy="124200"/>
            </p14:xfrm>
          </p:contentPart>
        </mc:Choice>
        <mc:Fallback xmlns=""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BE44FEF2-E7E8-4417-854D-0B1EE896795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550487" y="118431"/>
                <a:ext cx="154800" cy="14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upo 101">
            <a:extLst>
              <a:ext uri="{FF2B5EF4-FFF2-40B4-BE49-F238E27FC236}">
                <a16:creationId xmlns:a16="http://schemas.microsoft.com/office/drawing/2014/main" id="{C38F4D29-0AF5-4C7C-B54F-64A978AC4B7B}"/>
              </a:ext>
            </a:extLst>
          </p:cNvPr>
          <p:cNvGrpSpPr/>
          <p:nvPr/>
        </p:nvGrpSpPr>
        <p:grpSpPr>
          <a:xfrm>
            <a:off x="5130447" y="79191"/>
            <a:ext cx="105480" cy="193680"/>
            <a:chOff x="5130447" y="79191"/>
            <a:chExt cx="10548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857BFCFF-28B9-43E8-9C41-8888739D3D79}"/>
                    </a:ext>
                  </a:extLst>
                </p14:cNvPr>
                <p14:cNvContentPartPr/>
                <p14:nvPr/>
              </p14:nvContentPartPr>
              <p14:xfrm>
                <a:off x="5133327" y="102591"/>
                <a:ext cx="22320" cy="17028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857BFCFF-28B9-43E8-9C41-8888739D3D7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24687" y="93951"/>
                  <a:ext cx="399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8CC19F16-A551-4CC6-AA6C-AC822D09C226}"/>
                    </a:ext>
                  </a:extLst>
                </p14:cNvPr>
                <p14:cNvContentPartPr/>
                <p14:nvPr/>
              </p14:nvContentPartPr>
              <p14:xfrm>
                <a:off x="5130447" y="79191"/>
                <a:ext cx="105480" cy="9612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8CC19F16-A551-4CC6-AA6C-AC822D09C22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21807" y="70191"/>
                  <a:ext cx="12312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83721EE6-B4A2-4630-8E08-0EF3E63AECAF}"/>
              </a:ext>
            </a:extLst>
          </p:cNvPr>
          <p:cNvGrpSpPr/>
          <p:nvPr/>
        </p:nvGrpSpPr>
        <p:grpSpPr>
          <a:xfrm>
            <a:off x="2628807" y="127791"/>
            <a:ext cx="1753560" cy="774000"/>
            <a:chOff x="2628807" y="127791"/>
            <a:chExt cx="1753560" cy="77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3BED23D5-24C6-4282-96F1-4600B9781698}"/>
                    </a:ext>
                  </a:extLst>
                </p14:cNvPr>
                <p14:cNvContentPartPr/>
                <p14:nvPr/>
              </p14:nvContentPartPr>
              <p14:xfrm>
                <a:off x="2669487" y="462951"/>
                <a:ext cx="61920" cy="43884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3BED23D5-24C6-4282-96F1-4600B978169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60487" y="453951"/>
                  <a:ext cx="7956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B8749F4C-C9E1-4E24-9EA8-B3EE21C2ACD9}"/>
                    </a:ext>
                  </a:extLst>
                </p14:cNvPr>
                <p14:cNvContentPartPr/>
                <p14:nvPr/>
              </p14:nvContentPartPr>
              <p14:xfrm>
                <a:off x="2628807" y="407871"/>
                <a:ext cx="243000" cy="18792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B8749F4C-C9E1-4E24-9EA8-B3EE21C2ACD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19807" y="398871"/>
                  <a:ext cx="260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71277814-E062-4848-90F0-C16749343F0F}"/>
                    </a:ext>
                  </a:extLst>
                </p14:cNvPr>
                <p14:cNvContentPartPr/>
                <p14:nvPr/>
              </p14:nvContentPartPr>
              <p14:xfrm>
                <a:off x="2891967" y="306711"/>
                <a:ext cx="253800" cy="28296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71277814-E062-4848-90F0-C16749343F0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883327" y="297711"/>
                  <a:ext cx="2714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8C658259-6A3C-4835-805C-5CD811CFAB23}"/>
                    </a:ext>
                  </a:extLst>
                </p14:cNvPr>
                <p14:cNvContentPartPr/>
                <p14:nvPr/>
              </p14:nvContentPartPr>
              <p14:xfrm>
                <a:off x="3187167" y="460791"/>
                <a:ext cx="45000" cy="12672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8C658259-6A3C-4835-805C-5CD811CFAB2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178167" y="451791"/>
                  <a:ext cx="62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2524D73F-1186-4293-B5A1-DE9BC88C9DA3}"/>
                    </a:ext>
                  </a:extLst>
                </p14:cNvPr>
                <p14:cNvContentPartPr/>
                <p14:nvPr/>
              </p14:nvContentPartPr>
              <p14:xfrm>
                <a:off x="3287247" y="444951"/>
                <a:ext cx="165600" cy="16668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2524D73F-1186-4293-B5A1-DE9BC88C9DA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278247" y="436311"/>
                  <a:ext cx="183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8958127F-8139-41B3-ACA4-37924AC5FF00}"/>
                    </a:ext>
                  </a:extLst>
                </p14:cNvPr>
                <p14:cNvContentPartPr/>
                <p14:nvPr/>
              </p14:nvContentPartPr>
              <p14:xfrm>
                <a:off x="3447447" y="429471"/>
                <a:ext cx="125280" cy="20880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8958127F-8139-41B3-ACA4-37924AC5FF0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38447" y="420831"/>
                  <a:ext cx="142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175B5D3C-19FB-45B4-A04D-924FAC056AB8}"/>
                    </a:ext>
                  </a:extLst>
                </p14:cNvPr>
                <p14:cNvContentPartPr/>
                <p14:nvPr/>
              </p14:nvContentPartPr>
              <p14:xfrm>
                <a:off x="3657327" y="474111"/>
                <a:ext cx="258840" cy="14940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175B5D3C-19FB-45B4-A04D-924FAC056AB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48687" y="465111"/>
                  <a:ext cx="276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1FF7658D-9A39-48B5-B47F-53BF1FE1401A}"/>
                    </a:ext>
                  </a:extLst>
                </p14:cNvPr>
                <p14:cNvContentPartPr/>
                <p14:nvPr/>
              </p14:nvContentPartPr>
              <p14:xfrm>
                <a:off x="4018047" y="342351"/>
                <a:ext cx="51480" cy="29520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1FF7658D-9A39-48B5-B47F-53BF1FE1401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009407" y="333351"/>
                  <a:ext cx="691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98AFF1A-5E55-451B-88C9-CBE5762B6BB2}"/>
                    </a:ext>
                  </a:extLst>
                </p14:cNvPr>
                <p14:cNvContentPartPr/>
                <p14:nvPr/>
              </p14:nvContentPartPr>
              <p14:xfrm>
                <a:off x="4139367" y="375111"/>
                <a:ext cx="145080" cy="23040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98AFF1A-5E55-451B-88C9-CBE5762B6BB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130727" y="366471"/>
                  <a:ext cx="1627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4989D9A4-9492-484C-93B5-C1C6D988D1B4}"/>
                    </a:ext>
                  </a:extLst>
                </p14:cNvPr>
                <p14:cNvContentPartPr/>
                <p14:nvPr/>
              </p14:nvContentPartPr>
              <p14:xfrm>
                <a:off x="4275087" y="593271"/>
                <a:ext cx="107280" cy="14364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4989D9A4-9492-484C-93B5-C1C6D988D1B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66447" y="584631"/>
                  <a:ext cx="124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FF0AF864-A83F-493E-A397-29C2E29FD903}"/>
                    </a:ext>
                  </a:extLst>
                </p14:cNvPr>
                <p14:cNvContentPartPr/>
                <p14:nvPr/>
              </p14:nvContentPartPr>
              <p14:xfrm>
                <a:off x="4051527" y="156231"/>
                <a:ext cx="154800" cy="11628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FF0AF864-A83F-493E-A397-29C2E29FD90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042527" y="147231"/>
                  <a:ext cx="1724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606362BA-4484-48A1-92EE-0FCCAD2FECF5}"/>
                    </a:ext>
                  </a:extLst>
                </p14:cNvPr>
                <p14:cNvContentPartPr/>
                <p14:nvPr/>
              </p14:nvContentPartPr>
              <p14:xfrm>
                <a:off x="4095807" y="127791"/>
                <a:ext cx="102240" cy="14724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606362BA-4484-48A1-92EE-0FCCAD2FECF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087167" y="118791"/>
                  <a:ext cx="11988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9A36BEEF-9F69-4EF0-8AE8-B9CD33A27C2D}"/>
              </a:ext>
            </a:extLst>
          </p:cNvPr>
          <p:cNvGrpSpPr/>
          <p:nvPr/>
        </p:nvGrpSpPr>
        <p:grpSpPr>
          <a:xfrm>
            <a:off x="4774767" y="1061271"/>
            <a:ext cx="203760" cy="330480"/>
            <a:chOff x="4774767" y="1061271"/>
            <a:chExt cx="20376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F6462E4C-6B58-4BE8-8480-AAE8A7203A94}"/>
                    </a:ext>
                  </a:extLst>
                </p14:cNvPr>
                <p14:cNvContentPartPr/>
                <p14:nvPr/>
              </p14:nvContentPartPr>
              <p14:xfrm>
                <a:off x="4774767" y="1061271"/>
                <a:ext cx="85680" cy="17100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F6462E4C-6B58-4BE8-8480-AAE8A7203A9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766127" y="1052271"/>
                  <a:ext cx="1033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15257B6E-1BC7-4947-BB02-0BEECE9F516D}"/>
                    </a:ext>
                  </a:extLst>
                </p14:cNvPr>
                <p14:cNvContentPartPr/>
                <p14:nvPr/>
              </p14:nvContentPartPr>
              <p14:xfrm>
                <a:off x="4853247" y="1240911"/>
                <a:ext cx="125280" cy="15084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15257B6E-1BC7-4947-BB02-0BEECE9F516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44607" y="1231911"/>
                  <a:ext cx="14292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9E2DB95D-5031-4EEC-80A3-003277CFF2F0}"/>
              </a:ext>
            </a:extLst>
          </p:cNvPr>
          <p:cNvGrpSpPr/>
          <p:nvPr/>
        </p:nvGrpSpPr>
        <p:grpSpPr>
          <a:xfrm>
            <a:off x="5167527" y="943551"/>
            <a:ext cx="523800" cy="290520"/>
            <a:chOff x="5167527" y="943551"/>
            <a:chExt cx="52380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79378B93-72DA-4F4B-B9FC-E20AAFE7784F}"/>
                    </a:ext>
                  </a:extLst>
                </p14:cNvPr>
                <p14:cNvContentPartPr/>
                <p14:nvPr/>
              </p14:nvContentPartPr>
              <p14:xfrm>
                <a:off x="5167527" y="1060911"/>
                <a:ext cx="124200" cy="17316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79378B93-72DA-4F4B-B9FC-E20AAFE7784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158887" y="1052271"/>
                  <a:ext cx="1418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DD573A99-EC58-4DE8-87B3-4173CF9C2BC9}"/>
                    </a:ext>
                  </a:extLst>
                </p14:cNvPr>
                <p14:cNvContentPartPr/>
                <p14:nvPr/>
              </p14:nvContentPartPr>
              <p14:xfrm>
                <a:off x="5388927" y="1173951"/>
                <a:ext cx="10440" cy="2628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DD573A99-EC58-4DE8-87B3-4173CF9C2BC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79927" y="1165311"/>
                  <a:ext cx="280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F7B478B7-4A0D-4D8B-8275-B57CEC1183B6}"/>
                    </a:ext>
                  </a:extLst>
                </p14:cNvPr>
                <p14:cNvContentPartPr/>
                <p14:nvPr/>
              </p14:nvContentPartPr>
              <p14:xfrm>
                <a:off x="5492607" y="1020951"/>
                <a:ext cx="83520" cy="16632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F7B478B7-4A0D-4D8B-8275-B57CEC1183B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83967" y="1011951"/>
                  <a:ext cx="101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4E266139-5356-4DF7-BF58-6E2373CEE4F3}"/>
                    </a:ext>
                  </a:extLst>
                </p14:cNvPr>
                <p14:cNvContentPartPr/>
                <p14:nvPr/>
              </p14:nvContentPartPr>
              <p14:xfrm>
                <a:off x="5629407" y="943551"/>
                <a:ext cx="61920" cy="28368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4E266139-5356-4DF7-BF58-6E2373CEE4F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20767" y="934551"/>
                  <a:ext cx="7956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95D3505E-B818-48F2-AE36-A03FA0635701}"/>
              </a:ext>
            </a:extLst>
          </p:cNvPr>
          <p:cNvGrpSpPr/>
          <p:nvPr/>
        </p:nvGrpSpPr>
        <p:grpSpPr>
          <a:xfrm>
            <a:off x="539727" y="2589111"/>
            <a:ext cx="1546920" cy="597600"/>
            <a:chOff x="539727" y="2589111"/>
            <a:chExt cx="1546920" cy="59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10C8309E-8F05-41D6-8B94-189E6ABCFBDD}"/>
                    </a:ext>
                  </a:extLst>
                </p14:cNvPr>
                <p14:cNvContentPartPr/>
                <p14:nvPr/>
              </p14:nvContentPartPr>
              <p14:xfrm>
                <a:off x="583287" y="2647791"/>
                <a:ext cx="43920" cy="53892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10C8309E-8F05-41D6-8B94-189E6ABCFBD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4647" y="2639151"/>
                  <a:ext cx="6156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26BE9D08-5DD6-48D1-B69F-8DAB0BD64FFE}"/>
                    </a:ext>
                  </a:extLst>
                </p14:cNvPr>
                <p14:cNvContentPartPr/>
                <p14:nvPr/>
              </p14:nvContentPartPr>
              <p14:xfrm>
                <a:off x="539727" y="2634831"/>
                <a:ext cx="266400" cy="26460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26BE9D08-5DD6-48D1-B69F-8DAB0BD64FF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31087" y="2625831"/>
                  <a:ext cx="2840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9946A86F-8507-448F-889C-15464B2B60AF}"/>
                    </a:ext>
                  </a:extLst>
                </p14:cNvPr>
                <p14:cNvContentPartPr/>
                <p14:nvPr/>
              </p14:nvContentPartPr>
              <p14:xfrm>
                <a:off x="973527" y="2628351"/>
                <a:ext cx="161640" cy="39924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9946A86F-8507-448F-889C-15464B2B60A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4527" y="2619351"/>
                  <a:ext cx="1792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9E104530-80EB-463D-97EE-1981C987F8B0}"/>
                    </a:ext>
                  </a:extLst>
                </p14:cNvPr>
                <p14:cNvContentPartPr/>
                <p14:nvPr/>
              </p14:nvContentPartPr>
              <p14:xfrm>
                <a:off x="1251807" y="2669391"/>
                <a:ext cx="176760" cy="25344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9E104530-80EB-463D-97EE-1981C987F8B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242807" y="2660391"/>
                  <a:ext cx="1944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E842730A-9802-4CEF-8784-9D522EFA1373}"/>
                    </a:ext>
                  </a:extLst>
                </p14:cNvPr>
                <p14:cNvContentPartPr/>
                <p14:nvPr/>
              </p14:nvContentPartPr>
              <p14:xfrm>
                <a:off x="1293207" y="2703231"/>
                <a:ext cx="140040" cy="21132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E842730A-9802-4CEF-8784-9D522EFA137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84567" y="2694231"/>
                  <a:ext cx="1576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5C72E6B0-A863-48D8-9E25-1F5FFE819FFF}"/>
                    </a:ext>
                  </a:extLst>
                </p14:cNvPr>
                <p14:cNvContentPartPr/>
                <p14:nvPr/>
              </p14:nvContentPartPr>
              <p14:xfrm>
                <a:off x="1553487" y="2657511"/>
                <a:ext cx="123480" cy="17676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5C72E6B0-A863-48D8-9E25-1F5FFE819FF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544847" y="2648871"/>
                  <a:ext cx="141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04E1AF6E-ECB9-4E4E-9DF8-22B30BE41FEF}"/>
                    </a:ext>
                  </a:extLst>
                </p14:cNvPr>
                <p14:cNvContentPartPr/>
                <p14:nvPr/>
              </p14:nvContentPartPr>
              <p14:xfrm>
                <a:off x="1546647" y="2897271"/>
                <a:ext cx="141840" cy="2880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04E1AF6E-ECB9-4E4E-9DF8-22B30BE41FE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538007" y="2888271"/>
                  <a:ext cx="1594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9612AC37-FB23-4506-9329-978ADB1C6E81}"/>
                    </a:ext>
                  </a:extLst>
                </p14:cNvPr>
                <p14:cNvContentPartPr/>
                <p14:nvPr/>
              </p14:nvContentPartPr>
              <p14:xfrm>
                <a:off x="1820967" y="2685951"/>
                <a:ext cx="127080" cy="19656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9612AC37-FB23-4506-9329-978ADB1C6E8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11967" y="2676951"/>
                  <a:ext cx="144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43122A67-097F-4164-9C43-B5DC0FCC6B02}"/>
                    </a:ext>
                  </a:extLst>
                </p14:cNvPr>
                <p14:cNvContentPartPr/>
                <p14:nvPr/>
              </p14:nvContentPartPr>
              <p14:xfrm>
                <a:off x="2018967" y="2589111"/>
                <a:ext cx="67680" cy="35640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43122A67-097F-4164-9C43-B5DC0FCC6B0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09967" y="2580111"/>
                  <a:ext cx="85320" cy="37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upo 140">
            <a:extLst>
              <a:ext uri="{FF2B5EF4-FFF2-40B4-BE49-F238E27FC236}">
                <a16:creationId xmlns:a16="http://schemas.microsoft.com/office/drawing/2014/main" id="{08DF92E9-2787-439B-9908-6EB4BA2B2A71}"/>
              </a:ext>
            </a:extLst>
          </p:cNvPr>
          <p:cNvGrpSpPr/>
          <p:nvPr/>
        </p:nvGrpSpPr>
        <p:grpSpPr>
          <a:xfrm>
            <a:off x="2280327" y="2707551"/>
            <a:ext cx="175680" cy="149760"/>
            <a:chOff x="2280327" y="2707551"/>
            <a:chExt cx="17568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7DA9ADD6-65FA-4FA1-8BAC-396FEEE37DF1}"/>
                    </a:ext>
                  </a:extLst>
                </p14:cNvPr>
                <p14:cNvContentPartPr/>
                <p14:nvPr/>
              </p14:nvContentPartPr>
              <p14:xfrm>
                <a:off x="2281407" y="2707551"/>
                <a:ext cx="117360" cy="5184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7DA9ADD6-65FA-4FA1-8BAC-396FEEE37DF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72407" y="2698551"/>
                  <a:ext cx="135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44714564-F3FB-4F2B-8F0E-7B3B5E510C10}"/>
                    </a:ext>
                  </a:extLst>
                </p14:cNvPr>
                <p14:cNvContentPartPr/>
                <p14:nvPr/>
              </p14:nvContentPartPr>
              <p14:xfrm>
                <a:off x="2280327" y="2849031"/>
                <a:ext cx="175680" cy="828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44714564-F3FB-4F2B-8F0E-7B3B5E510C1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71327" y="2840391"/>
                  <a:ext cx="19332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8BC6B48F-6242-41A3-A860-793CB86E8B32}"/>
              </a:ext>
            </a:extLst>
          </p:cNvPr>
          <p:cNvGrpSpPr/>
          <p:nvPr/>
        </p:nvGrpSpPr>
        <p:grpSpPr>
          <a:xfrm>
            <a:off x="2838687" y="2582991"/>
            <a:ext cx="486360" cy="348480"/>
            <a:chOff x="2838687" y="2582991"/>
            <a:chExt cx="48636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0E9D7081-8FC4-4CC5-BE08-CAB0C8A737EF}"/>
                    </a:ext>
                  </a:extLst>
                </p14:cNvPr>
                <p14:cNvContentPartPr/>
                <p14:nvPr/>
              </p14:nvContentPartPr>
              <p14:xfrm>
                <a:off x="2838687" y="2582991"/>
                <a:ext cx="115200" cy="34848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0E9D7081-8FC4-4CC5-BE08-CAB0C8A737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829687" y="2573991"/>
                  <a:ext cx="1328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A50F3AF5-B825-4C0F-B74F-8A638DF68D4E}"/>
                    </a:ext>
                  </a:extLst>
                </p14:cNvPr>
                <p14:cNvContentPartPr/>
                <p14:nvPr/>
              </p14:nvContentPartPr>
              <p14:xfrm>
                <a:off x="3086007" y="2763711"/>
                <a:ext cx="239040" cy="936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A50F3AF5-B825-4C0F-B74F-8A638DF68D4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077367" y="2754711"/>
                  <a:ext cx="25668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upo 138">
            <a:extLst>
              <a:ext uri="{FF2B5EF4-FFF2-40B4-BE49-F238E27FC236}">
                <a16:creationId xmlns:a16="http://schemas.microsoft.com/office/drawing/2014/main" id="{9CB06113-8489-4AD8-98FB-CF3A1BB3C68E}"/>
              </a:ext>
            </a:extLst>
          </p:cNvPr>
          <p:cNvGrpSpPr/>
          <p:nvPr/>
        </p:nvGrpSpPr>
        <p:grpSpPr>
          <a:xfrm>
            <a:off x="3502167" y="2494791"/>
            <a:ext cx="1293120" cy="495360"/>
            <a:chOff x="3502167" y="2494791"/>
            <a:chExt cx="1293120" cy="49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3BA8AEDD-AA74-400E-B1DA-866CD05DA3D7}"/>
                    </a:ext>
                  </a:extLst>
                </p14:cNvPr>
                <p14:cNvContentPartPr/>
                <p14:nvPr/>
              </p14:nvContentPartPr>
              <p14:xfrm>
                <a:off x="3580287" y="2641671"/>
                <a:ext cx="32040" cy="34848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3BA8AEDD-AA74-400E-B1DA-866CD05DA3D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571287" y="2632671"/>
                  <a:ext cx="496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014DE888-7196-4A39-8CAF-1784E541EB75}"/>
                    </a:ext>
                  </a:extLst>
                </p14:cNvPr>
                <p14:cNvContentPartPr/>
                <p14:nvPr/>
              </p14:nvContentPartPr>
              <p14:xfrm>
                <a:off x="3502167" y="2582271"/>
                <a:ext cx="218520" cy="19332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014DE888-7196-4A39-8CAF-1784E541EB7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493527" y="2573631"/>
                  <a:ext cx="2361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7B0C76F7-68B6-42AD-BCC0-379FEF88D82C}"/>
                    </a:ext>
                  </a:extLst>
                </p14:cNvPr>
                <p14:cNvContentPartPr/>
                <p14:nvPr/>
              </p14:nvContentPartPr>
              <p14:xfrm>
                <a:off x="3810687" y="2572191"/>
                <a:ext cx="76680" cy="26856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7B0C76F7-68B6-42AD-BCC0-379FEF88D82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02047" y="2563191"/>
                  <a:ext cx="943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60003221-5C1B-4774-B61D-C2BD2D622688}"/>
                    </a:ext>
                  </a:extLst>
                </p14:cNvPr>
                <p14:cNvContentPartPr/>
                <p14:nvPr/>
              </p14:nvContentPartPr>
              <p14:xfrm>
                <a:off x="4015887" y="2577591"/>
                <a:ext cx="157680" cy="22284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60003221-5C1B-4774-B61D-C2BD2D62268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006887" y="2568591"/>
                  <a:ext cx="175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9B813AA9-BD42-4D94-B00B-799D0B501221}"/>
                    </a:ext>
                  </a:extLst>
                </p14:cNvPr>
                <p14:cNvContentPartPr/>
                <p14:nvPr/>
              </p14:nvContentPartPr>
              <p14:xfrm>
                <a:off x="4246287" y="2581191"/>
                <a:ext cx="135000" cy="13320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9B813AA9-BD42-4D94-B00B-799D0B50122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237647" y="2572191"/>
                  <a:ext cx="1526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9E34FF01-C75D-4109-8CF5-A4EA74708F9B}"/>
                    </a:ext>
                  </a:extLst>
                </p14:cNvPr>
                <p14:cNvContentPartPr/>
                <p14:nvPr/>
              </p14:nvContentPartPr>
              <p14:xfrm>
                <a:off x="4277247" y="2803671"/>
                <a:ext cx="123120" cy="1980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9E34FF01-C75D-4109-8CF5-A4EA74708F9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68247" y="2795031"/>
                  <a:ext cx="140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B34100ED-26C8-4615-93BC-261B0B5C5131}"/>
                    </a:ext>
                  </a:extLst>
                </p14:cNvPr>
                <p14:cNvContentPartPr/>
                <p14:nvPr/>
              </p14:nvContentPartPr>
              <p14:xfrm>
                <a:off x="4466247" y="2569671"/>
                <a:ext cx="181440" cy="25416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B34100ED-26C8-4615-93BC-261B0B5C513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457247" y="2560671"/>
                  <a:ext cx="1990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8503474E-3C20-4AC2-B3BA-7B379556B495}"/>
                    </a:ext>
                  </a:extLst>
                </p14:cNvPr>
                <p14:cNvContentPartPr/>
                <p14:nvPr/>
              </p14:nvContentPartPr>
              <p14:xfrm>
                <a:off x="4730487" y="2494791"/>
                <a:ext cx="64800" cy="33084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8503474E-3C20-4AC2-B3BA-7B379556B49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721847" y="2485791"/>
                  <a:ext cx="82440" cy="34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0A6B5B2C-50F7-4CB9-9260-2CB67A577ACE}"/>
                  </a:ext>
                </a:extLst>
              </p14:cNvPr>
              <p14:cNvContentPartPr/>
              <p14:nvPr/>
            </p14:nvContentPartPr>
            <p14:xfrm>
              <a:off x="2214807" y="3369231"/>
              <a:ext cx="149040" cy="4680"/>
            </p14:xfrm>
          </p:contentPart>
        </mc:Choice>
        <mc:Fallback xmlns=""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0A6B5B2C-50F7-4CB9-9260-2CB67A577ACE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2206167" y="3360231"/>
                <a:ext cx="1666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69629FB5-1A59-41B4-B42B-11499EBBF72F}"/>
                  </a:ext>
                </a:extLst>
              </p14:cNvPr>
              <p14:cNvContentPartPr/>
              <p14:nvPr/>
            </p14:nvContentPartPr>
            <p14:xfrm>
              <a:off x="2280327" y="3498471"/>
              <a:ext cx="175680" cy="25200"/>
            </p14:xfrm>
          </p:contentPart>
        </mc:Choice>
        <mc:Fallback xmlns=""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69629FB5-1A59-41B4-B42B-11499EBBF72F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271327" y="3489471"/>
                <a:ext cx="19332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upo 146">
            <a:extLst>
              <a:ext uri="{FF2B5EF4-FFF2-40B4-BE49-F238E27FC236}">
                <a16:creationId xmlns:a16="http://schemas.microsoft.com/office/drawing/2014/main" id="{EF26E3F1-906F-469D-853C-C7D7E2FE8AAC}"/>
              </a:ext>
            </a:extLst>
          </p:cNvPr>
          <p:cNvGrpSpPr/>
          <p:nvPr/>
        </p:nvGrpSpPr>
        <p:grpSpPr>
          <a:xfrm>
            <a:off x="2823927" y="3243951"/>
            <a:ext cx="164880" cy="305280"/>
            <a:chOff x="2823927" y="3243951"/>
            <a:chExt cx="16488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7D239606-4C3C-4A73-B1A2-EFF37ADB13E0}"/>
                    </a:ext>
                  </a:extLst>
                </p14:cNvPr>
                <p14:cNvContentPartPr/>
                <p14:nvPr/>
              </p14:nvContentPartPr>
              <p14:xfrm>
                <a:off x="2874327" y="3243951"/>
                <a:ext cx="69840" cy="305280"/>
              </p14:xfrm>
            </p:contentPart>
          </mc:Choice>
          <mc:Fallback xmlns=""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7D239606-4C3C-4A73-B1A2-EFF37ADB13E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865327" y="3235311"/>
                  <a:ext cx="874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EC72B89A-905F-45BE-AD68-58216113E89A}"/>
                    </a:ext>
                  </a:extLst>
                </p14:cNvPr>
                <p14:cNvContentPartPr/>
                <p14:nvPr/>
              </p14:nvContentPartPr>
              <p14:xfrm>
                <a:off x="2823927" y="3516111"/>
                <a:ext cx="164880" cy="25200"/>
              </p14:xfrm>
            </p:contentPart>
          </mc:Choice>
          <mc:Fallback xmlns=""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EC72B89A-905F-45BE-AD68-58216113E89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814927" y="3507471"/>
                  <a:ext cx="18252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4C81FD49-6498-4FDC-A37F-3D6C181AE9AA}"/>
                  </a:ext>
                </a:extLst>
              </p14:cNvPr>
              <p14:cNvContentPartPr/>
              <p14:nvPr/>
            </p14:nvContentPartPr>
            <p14:xfrm>
              <a:off x="3243687" y="3407391"/>
              <a:ext cx="181800" cy="22680"/>
            </p14:xfrm>
          </p:contentPart>
        </mc:Choice>
        <mc:Fallback xmlns=""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4C81FD49-6498-4FDC-A37F-3D6C181AE9AA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3234687" y="3398751"/>
                <a:ext cx="19944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upo 149">
            <a:extLst>
              <a:ext uri="{FF2B5EF4-FFF2-40B4-BE49-F238E27FC236}">
                <a16:creationId xmlns:a16="http://schemas.microsoft.com/office/drawing/2014/main" id="{F197C22F-1A89-4F69-88A2-D85829B18220}"/>
              </a:ext>
            </a:extLst>
          </p:cNvPr>
          <p:cNvGrpSpPr/>
          <p:nvPr/>
        </p:nvGrpSpPr>
        <p:grpSpPr>
          <a:xfrm>
            <a:off x="3948567" y="2032911"/>
            <a:ext cx="174600" cy="348840"/>
            <a:chOff x="3948567" y="2032911"/>
            <a:chExt cx="174600" cy="34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48FF3418-9815-4275-B1BE-5E5F14DE5532}"/>
                    </a:ext>
                  </a:extLst>
                </p14:cNvPr>
                <p14:cNvContentPartPr/>
                <p14:nvPr/>
              </p14:nvContentPartPr>
              <p14:xfrm>
                <a:off x="3967287" y="2032911"/>
                <a:ext cx="54720" cy="279720"/>
              </p14:xfrm>
            </p:contentPart>
          </mc:Choice>
          <mc:Fallback xmlns=""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48FF3418-9815-4275-B1BE-5E5F14DE553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958287" y="2024271"/>
                  <a:ext cx="723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82B1AECF-4378-40DB-B917-341340548975}"/>
                    </a:ext>
                  </a:extLst>
                </p14:cNvPr>
                <p14:cNvContentPartPr/>
                <p14:nvPr/>
              </p14:nvContentPartPr>
              <p14:xfrm>
                <a:off x="3948567" y="2262231"/>
                <a:ext cx="174600" cy="11952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82B1AECF-4378-40DB-B917-34134054897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39567" y="2253591"/>
                  <a:ext cx="192240" cy="13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6090B0F5-2D87-4ECC-84F4-EC116417E6AB}"/>
                  </a:ext>
                </a:extLst>
              </p14:cNvPr>
              <p14:cNvContentPartPr/>
              <p14:nvPr/>
            </p14:nvContentPartPr>
            <p14:xfrm>
              <a:off x="3676047" y="3257991"/>
              <a:ext cx="14400" cy="344880"/>
            </p14:xfrm>
          </p:contentPart>
        </mc:Choice>
        <mc:Fallback xmlns=""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6090B0F5-2D87-4ECC-84F4-EC116417E6AB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667407" y="3248991"/>
                <a:ext cx="3204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BC9EE1D2-FF8A-41F1-B8AB-3935188B6012}"/>
                  </a:ext>
                </a:extLst>
              </p14:cNvPr>
              <p14:cNvContentPartPr/>
              <p14:nvPr/>
            </p14:nvContentPartPr>
            <p14:xfrm>
              <a:off x="3634647" y="3277431"/>
              <a:ext cx="141120" cy="178200"/>
            </p14:xfrm>
          </p:contentPart>
        </mc:Choice>
        <mc:Fallback xmlns=""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BC9EE1D2-FF8A-41F1-B8AB-3935188B6012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3625647" y="3268791"/>
                <a:ext cx="158760" cy="19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upo 161">
            <a:extLst>
              <a:ext uri="{FF2B5EF4-FFF2-40B4-BE49-F238E27FC236}">
                <a16:creationId xmlns:a16="http://schemas.microsoft.com/office/drawing/2014/main" id="{17A12687-EA4F-432B-A600-9ABDD6F25768}"/>
              </a:ext>
            </a:extLst>
          </p:cNvPr>
          <p:cNvGrpSpPr/>
          <p:nvPr/>
        </p:nvGrpSpPr>
        <p:grpSpPr>
          <a:xfrm>
            <a:off x="3903927" y="3196431"/>
            <a:ext cx="1180440" cy="320760"/>
            <a:chOff x="3903927" y="3196431"/>
            <a:chExt cx="118044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B184F5D8-DDDB-43B8-BE66-842B88A67A0A}"/>
                    </a:ext>
                  </a:extLst>
                </p14:cNvPr>
                <p14:cNvContentPartPr/>
                <p14:nvPr/>
              </p14:nvContentPartPr>
              <p14:xfrm>
                <a:off x="3903927" y="3232071"/>
                <a:ext cx="192960" cy="28512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B184F5D8-DDDB-43B8-BE66-842B88A67A0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894927" y="3223071"/>
                  <a:ext cx="2106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900853A6-E1B9-4FBB-8898-E0BF02B129D5}"/>
                    </a:ext>
                  </a:extLst>
                </p14:cNvPr>
                <p14:cNvContentPartPr/>
                <p14:nvPr/>
              </p14:nvContentPartPr>
              <p14:xfrm>
                <a:off x="4166367" y="3386871"/>
                <a:ext cx="54000" cy="88560"/>
              </p14:xfrm>
            </p:contentPart>
          </mc:Choice>
          <mc:Fallback xmlns=""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900853A6-E1B9-4FBB-8898-E0BF02B129D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157367" y="3378231"/>
                  <a:ext cx="716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DE5B5E42-8A84-49D3-9661-7F745656F754}"/>
                    </a:ext>
                  </a:extLst>
                </p14:cNvPr>
                <p14:cNvContentPartPr/>
                <p14:nvPr/>
              </p14:nvContentPartPr>
              <p14:xfrm>
                <a:off x="4240527" y="3335391"/>
                <a:ext cx="187560" cy="14256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DE5B5E42-8A84-49D3-9661-7F745656F75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231527" y="3326751"/>
                  <a:ext cx="2052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BF97C8E7-CE58-4878-BD58-ABB59DA798C2}"/>
                    </a:ext>
                  </a:extLst>
                </p14:cNvPr>
                <p14:cNvContentPartPr/>
                <p14:nvPr/>
              </p14:nvContentPartPr>
              <p14:xfrm>
                <a:off x="4480647" y="3316671"/>
                <a:ext cx="108720" cy="17892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BF97C8E7-CE58-4878-BD58-ABB59DA798C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472007" y="3307671"/>
                  <a:ext cx="126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65462E69-B846-41A2-9FEA-1693E00FBC4F}"/>
                    </a:ext>
                  </a:extLst>
                </p14:cNvPr>
                <p14:cNvContentPartPr/>
                <p14:nvPr/>
              </p14:nvContentPartPr>
              <p14:xfrm>
                <a:off x="4677927" y="3331431"/>
                <a:ext cx="255960" cy="156600"/>
              </p14:xfrm>
            </p:contentPart>
          </mc:Choice>
          <mc:Fallback xmlns=""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65462E69-B846-41A2-9FEA-1693E00FBC4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669287" y="3322431"/>
                  <a:ext cx="273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B4E1130F-1F2C-4498-BDDF-41B8DE97622B}"/>
                    </a:ext>
                  </a:extLst>
                </p14:cNvPr>
                <p14:cNvContentPartPr/>
                <p14:nvPr/>
              </p14:nvContentPartPr>
              <p14:xfrm>
                <a:off x="5041527" y="3196431"/>
                <a:ext cx="42840" cy="30132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B4E1130F-1F2C-4498-BDDF-41B8DE97622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32527" y="3187431"/>
                  <a:ext cx="60480" cy="31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63" name="Entrada de lápiz 162">
                <a:extLst>
                  <a:ext uri="{FF2B5EF4-FFF2-40B4-BE49-F238E27FC236}">
                    <a16:creationId xmlns:a16="http://schemas.microsoft.com/office/drawing/2014/main" id="{805ECDB8-4128-4CA3-A0A7-A6C6767712C3}"/>
                  </a:ext>
                </a:extLst>
              </p14:cNvPr>
              <p14:cNvContentPartPr/>
              <p14:nvPr/>
            </p14:nvContentPartPr>
            <p14:xfrm>
              <a:off x="5310807" y="3180591"/>
              <a:ext cx="163440" cy="220320"/>
            </p14:xfrm>
          </p:contentPart>
        </mc:Choice>
        <mc:Fallback xmlns="">
          <p:pic>
            <p:nvPicPr>
              <p:cNvPr id="163" name="Entrada de lápiz 162">
                <a:extLst>
                  <a:ext uri="{FF2B5EF4-FFF2-40B4-BE49-F238E27FC236}">
                    <a16:creationId xmlns:a16="http://schemas.microsoft.com/office/drawing/2014/main" id="{805ECDB8-4128-4CA3-A0A7-A6C6767712C3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302167" y="3171951"/>
                <a:ext cx="181080" cy="23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upo 171">
            <a:extLst>
              <a:ext uri="{FF2B5EF4-FFF2-40B4-BE49-F238E27FC236}">
                <a16:creationId xmlns:a16="http://schemas.microsoft.com/office/drawing/2014/main" id="{C5447F55-AE5C-40EB-9682-B1E1FF1FA632}"/>
              </a:ext>
            </a:extLst>
          </p:cNvPr>
          <p:cNvGrpSpPr/>
          <p:nvPr/>
        </p:nvGrpSpPr>
        <p:grpSpPr>
          <a:xfrm>
            <a:off x="5496927" y="3094911"/>
            <a:ext cx="1221840" cy="413640"/>
            <a:chOff x="5496927" y="3094911"/>
            <a:chExt cx="1221840" cy="4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817D60C6-D7D4-4933-B993-982D1E57E970}"/>
                    </a:ext>
                  </a:extLst>
                </p14:cNvPr>
                <p14:cNvContentPartPr/>
                <p14:nvPr/>
              </p14:nvContentPartPr>
              <p14:xfrm>
                <a:off x="5496927" y="3314151"/>
                <a:ext cx="160920" cy="19440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817D60C6-D7D4-4933-B993-982D1E57E97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487927" y="3305151"/>
                  <a:ext cx="1785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2F2DC5D1-D12D-4654-8BD7-D8B534A3FD55}"/>
                    </a:ext>
                  </a:extLst>
                </p14:cNvPr>
                <p14:cNvContentPartPr/>
                <p14:nvPr/>
              </p14:nvContentPartPr>
              <p14:xfrm>
                <a:off x="5813727" y="3141351"/>
                <a:ext cx="85320" cy="20664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2F2DC5D1-D12D-4654-8BD7-D8B534A3FD5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805087" y="3132711"/>
                  <a:ext cx="1029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0386853E-7626-4E20-A6DD-FE835F5ED167}"/>
                    </a:ext>
                  </a:extLst>
                </p14:cNvPr>
                <p14:cNvContentPartPr/>
                <p14:nvPr/>
              </p14:nvContentPartPr>
              <p14:xfrm>
                <a:off x="6003807" y="3382551"/>
                <a:ext cx="53640" cy="11628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0386853E-7626-4E20-A6DD-FE835F5ED16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994807" y="3373551"/>
                  <a:ext cx="71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7ACB0BBC-0953-44FC-A89A-A2550000F839}"/>
                    </a:ext>
                  </a:extLst>
                </p14:cNvPr>
                <p14:cNvContentPartPr/>
                <p14:nvPr/>
              </p14:nvContentPartPr>
              <p14:xfrm>
                <a:off x="6162927" y="3185631"/>
                <a:ext cx="116640" cy="17316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7ACB0BBC-0953-44FC-A89A-A2550000F83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154287" y="3176991"/>
                  <a:ext cx="1342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9DDB9EBF-8723-4EF8-AEC5-22AF7379D826}"/>
                    </a:ext>
                  </a:extLst>
                </p14:cNvPr>
                <p14:cNvContentPartPr/>
                <p14:nvPr/>
              </p14:nvContentPartPr>
              <p14:xfrm>
                <a:off x="6365967" y="3382551"/>
                <a:ext cx="360" cy="36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9DDB9EBF-8723-4EF8-AEC5-22AF7379D82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357327" y="337355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B8EA1BE6-7CB8-4F44-A94C-560389AE04FA}"/>
                    </a:ext>
                  </a:extLst>
                </p14:cNvPr>
                <p14:cNvContentPartPr/>
                <p14:nvPr/>
              </p14:nvContentPartPr>
              <p14:xfrm>
                <a:off x="6468567" y="3156111"/>
                <a:ext cx="110520" cy="21780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B8EA1BE6-7CB8-4F44-A94C-560389AE04F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459927" y="3147471"/>
                  <a:ext cx="128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0E4999C4-B304-4E80-A120-A704DA89A5B6}"/>
                    </a:ext>
                  </a:extLst>
                </p14:cNvPr>
                <p14:cNvContentPartPr/>
                <p14:nvPr/>
              </p14:nvContentPartPr>
              <p14:xfrm>
                <a:off x="6657207" y="3094911"/>
                <a:ext cx="61560" cy="32904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0E4999C4-B304-4E80-A120-A704DA89A5B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648207" y="3085911"/>
                  <a:ext cx="79200" cy="34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upo 174">
            <a:extLst>
              <a:ext uri="{FF2B5EF4-FFF2-40B4-BE49-F238E27FC236}">
                <a16:creationId xmlns:a16="http://schemas.microsoft.com/office/drawing/2014/main" id="{8B0B6AE8-2978-4936-BD56-A029AE34B525}"/>
              </a:ext>
            </a:extLst>
          </p:cNvPr>
          <p:cNvGrpSpPr/>
          <p:nvPr/>
        </p:nvGrpSpPr>
        <p:grpSpPr>
          <a:xfrm>
            <a:off x="6916407" y="3258711"/>
            <a:ext cx="183600" cy="93960"/>
            <a:chOff x="6916407" y="3258711"/>
            <a:chExt cx="183600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17529087-54EF-4164-932F-B20FBAC0CAC1}"/>
                    </a:ext>
                  </a:extLst>
                </p14:cNvPr>
                <p14:cNvContentPartPr/>
                <p14:nvPr/>
              </p14:nvContentPartPr>
              <p14:xfrm>
                <a:off x="6916407" y="3258711"/>
                <a:ext cx="141840" cy="2880"/>
              </p14:xfrm>
            </p:contentPart>
          </mc:Choice>
          <mc:Fallback xmlns=""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17529087-54EF-4164-932F-B20FBAC0CAC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907767" y="3250071"/>
                  <a:ext cx="1594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4FAE24DF-5CE6-4D1D-BD52-F9BCE3D34EC7}"/>
                    </a:ext>
                  </a:extLst>
                </p14:cNvPr>
                <p14:cNvContentPartPr/>
                <p14:nvPr/>
              </p14:nvContentPartPr>
              <p14:xfrm>
                <a:off x="6954927" y="3344391"/>
                <a:ext cx="145080" cy="828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4FAE24DF-5CE6-4D1D-BD52-F9BCE3D34EC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946287" y="3335391"/>
                  <a:ext cx="16272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192261B3-14E4-4D22-A188-904881B0B445}"/>
              </a:ext>
            </a:extLst>
          </p:cNvPr>
          <p:cNvGrpSpPr/>
          <p:nvPr/>
        </p:nvGrpSpPr>
        <p:grpSpPr>
          <a:xfrm>
            <a:off x="7313487" y="3076191"/>
            <a:ext cx="1028520" cy="386280"/>
            <a:chOff x="7313487" y="3076191"/>
            <a:chExt cx="102852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6C1A37A0-87FF-4773-99B1-9E0C35540F36}"/>
                    </a:ext>
                  </a:extLst>
                </p14:cNvPr>
                <p14:cNvContentPartPr/>
                <p14:nvPr/>
              </p14:nvContentPartPr>
              <p14:xfrm>
                <a:off x="7313487" y="3151071"/>
                <a:ext cx="151920" cy="14436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6C1A37A0-87FF-4773-99B1-9E0C35540F3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304847" y="3142071"/>
                  <a:ext cx="169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CD43FF96-30AE-4545-80A3-5B11DCEABC18}"/>
                    </a:ext>
                  </a:extLst>
                </p14:cNvPr>
                <p14:cNvContentPartPr/>
                <p14:nvPr/>
              </p14:nvContentPartPr>
              <p14:xfrm>
                <a:off x="7496727" y="3344391"/>
                <a:ext cx="29160" cy="118080"/>
              </p14:xfrm>
            </p:contentPart>
          </mc:Choice>
          <mc:Fallback xmlns=""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CD43FF96-30AE-4545-80A3-5B11DCEABC1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487727" y="3335391"/>
                  <a:ext cx="46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60CD478F-5568-4BE6-8F66-406CCF4C33C5}"/>
                    </a:ext>
                  </a:extLst>
                </p14:cNvPr>
                <p14:cNvContentPartPr/>
                <p14:nvPr/>
              </p14:nvContentPartPr>
              <p14:xfrm>
                <a:off x="7657647" y="3163671"/>
                <a:ext cx="66960" cy="219960"/>
              </p14:xfrm>
            </p:contentPart>
          </mc:Choice>
          <mc:Fallback xmlns=""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60CD478F-5568-4BE6-8F66-406CCF4C33C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48647" y="3155031"/>
                  <a:ext cx="846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97AF6F3C-31DA-493C-A4A6-8D2530CBC56D}"/>
                    </a:ext>
                  </a:extLst>
                </p14:cNvPr>
                <p14:cNvContentPartPr/>
                <p14:nvPr/>
              </p14:nvContentPartPr>
              <p14:xfrm>
                <a:off x="7785807" y="3137391"/>
                <a:ext cx="79560" cy="201960"/>
              </p14:xfrm>
            </p:contentPart>
          </mc:Choice>
          <mc:Fallback xmlns=""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97AF6F3C-31DA-493C-A4A6-8D2530CBC56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776807" y="3128391"/>
                  <a:ext cx="97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893A5CBD-6F13-46E1-B5EB-AAA04D41BCAE}"/>
                    </a:ext>
                  </a:extLst>
                </p14:cNvPr>
                <p14:cNvContentPartPr/>
                <p14:nvPr/>
              </p14:nvContentPartPr>
              <p14:xfrm>
                <a:off x="7972647" y="3115431"/>
                <a:ext cx="158760" cy="216000"/>
              </p14:xfrm>
            </p:contentPart>
          </mc:Choice>
          <mc:Fallback xmlns=""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893A5CBD-6F13-46E1-B5EB-AAA04D41BCA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964007" y="3106431"/>
                  <a:ext cx="1764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C347BF13-DE57-4A3E-9E73-DACB62BACA7F}"/>
                    </a:ext>
                  </a:extLst>
                </p14:cNvPr>
                <p14:cNvContentPartPr/>
                <p14:nvPr/>
              </p14:nvContentPartPr>
              <p14:xfrm>
                <a:off x="8193687" y="3076191"/>
                <a:ext cx="148320" cy="245520"/>
              </p14:xfrm>
            </p:contentPart>
          </mc:Choice>
          <mc:Fallback xmlns=""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C347BF13-DE57-4A3E-9E73-DACB62BACA7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184687" y="3067191"/>
                  <a:ext cx="16596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542DCFDF-CA30-4255-B387-71817C1022E0}"/>
              </a:ext>
            </a:extLst>
          </p:cNvPr>
          <p:cNvGrpSpPr/>
          <p:nvPr/>
        </p:nvGrpSpPr>
        <p:grpSpPr>
          <a:xfrm>
            <a:off x="9698847" y="365391"/>
            <a:ext cx="148320" cy="95760"/>
            <a:chOff x="9698847" y="365391"/>
            <a:chExt cx="148320" cy="9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9B123EBE-4165-4C99-B314-5AA17984A7C4}"/>
                    </a:ext>
                  </a:extLst>
                </p14:cNvPr>
                <p14:cNvContentPartPr/>
                <p14:nvPr/>
              </p14:nvContentPartPr>
              <p14:xfrm>
                <a:off x="9698847" y="365391"/>
                <a:ext cx="127440" cy="23400"/>
              </p14:xfrm>
            </p:contentPart>
          </mc:Choice>
          <mc:Fallback xmlns=""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9B123EBE-4165-4C99-B314-5AA17984A7C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689847" y="356751"/>
                  <a:ext cx="145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C16EE1EA-06EA-40AB-A3F7-A6B01D694F7C}"/>
                    </a:ext>
                  </a:extLst>
                </p14:cNvPr>
                <p14:cNvContentPartPr/>
                <p14:nvPr/>
              </p14:nvContentPartPr>
              <p14:xfrm>
                <a:off x="9712167" y="460791"/>
                <a:ext cx="135000" cy="360"/>
              </p14:xfrm>
            </p:contentPart>
          </mc:Choice>
          <mc:Fallback xmlns=""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C16EE1EA-06EA-40AB-A3F7-A6B01D694F7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703527" y="451791"/>
                  <a:ext cx="15264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upo 187">
            <a:extLst>
              <a:ext uri="{FF2B5EF4-FFF2-40B4-BE49-F238E27FC236}">
                <a16:creationId xmlns:a16="http://schemas.microsoft.com/office/drawing/2014/main" id="{0142FD1E-F137-4C5E-966E-CF34EF8877C3}"/>
              </a:ext>
            </a:extLst>
          </p:cNvPr>
          <p:cNvGrpSpPr/>
          <p:nvPr/>
        </p:nvGrpSpPr>
        <p:grpSpPr>
          <a:xfrm>
            <a:off x="10051647" y="292311"/>
            <a:ext cx="223200" cy="388080"/>
            <a:chOff x="10051647" y="292311"/>
            <a:chExt cx="22320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64932572-D5AE-47E5-BA48-1824FA55254F}"/>
                    </a:ext>
                  </a:extLst>
                </p14:cNvPr>
                <p14:cNvContentPartPr/>
                <p14:nvPr/>
              </p14:nvContentPartPr>
              <p14:xfrm>
                <a:off x="10051647" y="292311"/>
                <a:ext cx="155160" cy="178920"/>
              </p14:xfrm>
            </p:contentPart>
          </mc:Choice>
          <mc:Fallback xmlns=""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64932572-D5AE-47E5-BA48-1824FA55254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043007" y="283671"/>
                  <a:ext cx="1728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AC239AB0-999D-4E82-A7BF-2FB6159B1E6A}"/>
                    </a:ext>
                  </a:extLst>
                </p14:cNvPr>
                <p14:cNvContentPartPr/>
                <p14:nvPr/>
              </p14:nvContentPartPr>
              <p14:xfrm>
                <a:off x="10215087" y="494631"/>
                <a:ext cx="59760" cy="185760"/>
              </p14:xfrm>
            </p:contentPart>
          </mc:Choice>
          <mc:Fallback xmlns=""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AC239AB0-999D-4E82-A7BF-2FB6159B1E6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206447" y="485631"/>
                  <a:ext cx="7740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CC0FD465-5A21-48F2-8643-7E8AB2C7B140}"/>
              </a:ext>
            </a:extLst>
          </p:cNvPr>
          <p:cNvGrpSpPr/>
          <p:nvPr/>
        </p:nvGrpSpPr>
        <p:grpSpPr>
          <a:xfrm>
            <a:off x="10438647" y="212391"/>
            <a:ext cx="1239480" cy="252000"/>
            <a:chOff x="10438647" y="212391"/>
            <a:chExt cx="1239480" cy="25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65A9DF10-385F-4C61-BBF8-9BEA0F1B7513}"/>
                    </a:ext>
                  </a:extLst>
                </p14:cNvPr>
                <p14:cNvContentPartPr/>
                <p14:nvPr/>
              </p14:nvContentPartPr>
              <p14:xfrm>
                <a:off x="10438647" y="262071"/>
                <a:ext cx="134280" cy="111240"/>
              </p14:xfrm>
            </p:contentPart>
          </mc:Choice>
          <mc:Fallback xmlns=""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65A9DF10-385F-4C61-BBF8-9BEA0F1B751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430007" y="253071"/>
                  <a:ext cx="151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D11D2380-FEA1-4E6E-927C-9DF77114BD65}"/>
                    </a:ext>
                  </a:extLst>
                </p14:cNvPr>
                <p14:cNvContentPartPr/>
                <p14:nvPr/>
              </p14:nvContentPartPr>
              <p14:xfrm>
                <a:off x="10463487" y="338751"/>
                <a:ext cx="150840" cy="125640"/>
              </p14:xfrm>
            </p:contentPart>
          </mc:Choice>
          <mc:Fallback xmlns=""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D11D2380-FEA1-4E6E-927C-9DF77114BD6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454847" y="329751"/>
                  <a:ext cx="1684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BBAF12A9-7B57-4F3D-9149-5A2EF26B540F}"/>
                    </a:ext>
                  </a:extLst>
                </p14:cNvPr>
                <p14:cNvContentPartPr/>
                <p14:nvPr/>
              </p14:nvContentPartPr>
              <p14:xfrm>
                <a:off x="10713327" y="234351"/>
                <a:ext cx="95400" cy="93960"/>
              </p14:xfrm>
            </p:contentPart>
          </mc:Choice>
          <mc:Fallback xmlns=""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BBAF12A9-7B57-4F3D-9149-5A2EF26B540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704687" y="225711"/>
                  <a:ext cx="113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331A51C3-4C2E-4739-89EA-CAE533805DC4}"/>
                    </a:ext>
                  </a:extLst>
                </p14:cNvPr>
                <p14:cNvContentPartPr/>
                <p14:nvPr/>
              </p14:nvContentPartPr>
              <p14:xfrm>
                <a:off x="10713327" y="305991"/>
                <a:ext cx="154080" cy="119520"/>
              </p14:xfrm>
            </p:contentPart>
          </mc:Choice>
          <mc:Fallback xmlns=""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331A51C3-4C2E-4739-89EA-CAE533805DC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704327" y="297351"/>
                  <a:ext cx="171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8C33EE06-3C41-45D4-8F24-17907030A37D}"/>
                    </a:ext>
                  </a:extLst>
                </p14:cNvPr>
                <p14:cNvContentPartPr/>
                <p14:nvPr/>
              </p14:nvContentPartPr>
              <p14:xfrm>
                <a:off x="10956687" y="239031"/>
                <a:ext cx="112320" cy="184680"/>
              </p14:xfrm>
            </p:contentPart>
          </mc:Choice>
          <mc:Fallback xmlns=""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8C33EE06-3C41-45D4-8F24-17907030A37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948047" y="230031"/>
                  <a:ext cx="129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860D3D0D-6E97-428F-ADD0-82E52839C864}"/>
                    </a:ext>
                  </a:extLst>
                </p14:cNvPr>
                <p14:cNvContentPartPr/>
                <p14:nvPr/>
              </p14:nvContentPartPr>
              <p14:xfrm>
                <a:off x="11179527" y="212391"/>
                <a:ext cx="68760" cy="220680"/>
              </p14:xfrm>
            </p:contentPart>
          </mc:Choice>
          <mc:Fallback xmlns=""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860D3D0D-6E97-428F-ADD0-82E52839C86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170527" y="203391"/>
                  <a:ext cx="864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8610A718-84FD-4CBA-920C-3C285A9DA396}"/>
                    </a:ext>
                  </a:extLst>
                </p14:cNvPr>
                <p14:cNvContentPartPr/>
                <p14:nvPr/>
              </p14:nvContentPartPr>
              <p14:xfrm>
                <a:off x="11161527" y="295911"/>
                <a:ext cx="160920" cy="45000"/>
              </p14:xfrm>
            </p:contentPart>
          </mc:Choice>
          <mc:Fallback xmlns=""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8610A718-84FD-4CBA-920C-3C285A9DA39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152887" y="287271"/>
                  <a:ext cx="178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A874F2A2-CA5B-47B4-BEE0-82F489B39997}"/>
                    </a:ext>
                  </a:extLst>
                </p14:cNvPr>
                <p14:cNvContentPartPr/>
                <p14:nvPr/>
              </p14:nvContentPartPr>
              <p14:xfrm>
                <a:off x="11347647" y="237951"/>
                <a:ext cx="131760" cy="184320"/>
              </p14:xfrm>
            </p:contentPart>
          </mc:Choice>
          <mc:Fallback xmlns=""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A874F2A2-CA5B-47B4-BEE0-82F489B3999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339007" y="229311"/>
                  <a:ext cx="1494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770C999D-457E-4A84-B1E7-8EC537C348E1}"/>
                    </a:ext>
                  </a:extLst>
                </p14:cNvPr>
                <p14:cNvContentPartPr/>
                <p14:nvPr/>
              </p14:nvContentPartPr>
              <p14:xfrm>
                <a:off x="11549967" y="217791"/>
                <a:ext cx="128160" cy="200880"/>
              </p14:xfrm>
            </p:contentPart>
          </mc:Choice>
          <mc:Fallback xmlns=""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770C999D-457E-4A84-B1E7-8EC537C348E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540967" y="208791"/>
                  <a:ext cx="14580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upo 217">
            <a:extLst>
              <a:ext uri="{FF2B5EF4-FFF2-40B4-BE49-F238E27FC236}">
                <a16:creationId xmlns:a16="http://schemas.microsoft.com/office/drawing/2014/main" id="{F6814062-FCA5-412D-BD75-41F69D3A870C}"/>
              </a:ext>
            </a:extLst>
          </p:cNvPr>
          <p:cNvGrpSpPr/>
          <p:nvPr/>
        </p:nvGrpSpPr>
        <p:grpSpPr>
          <a:xfrm>
            <a:off x="2384367" y="3986271"/>
            <a:ext cx="194040" cy="117720"/>
            <a:chOff x="2384367" y="3986271"/>
            <a:chExt cx="194040" cy="11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A03D4886-5CFA-482A-ACCE-4EB04AE67BDA}"/>
                    </a:ext>
                  </a:extLst>
                </p14:cNvPr>
                <p14:cNvContentPartPr/>
                <p14:nvPr/>
              </p14:nvContentPartPr>
              <p14:xfrm>
                <a:off x="2384367" y="3986271"/>
                <a:ext cx="145080" cy="14760"/>
              </p14:xfrm>
            </p:contentPart>
          </mc:Choice>
          <mc:Fallback xmlns=""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A03D4886-5CFA-482A-ACCE-4EB04AE67BD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375367" y="3977631"/>
                  <a:ext cx="162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DDD334B9-B17A-4FFB-8140-9462CAA677D7}"/>
                    </a:ext>
                  </a:extLst>
                </p14:cNvPr>
                <p14:cNvContentPartPr/>
                <p14:nvPr/>
              </p14:nvContentPartPr>
              <p14:xfrm>
                <a:off x="2432607" y="4035231"/>
                <a:ext cx="145800" cy="68760"/>
              </p14:xfrm>
            </p:contentPart>
          </mc:Choice>
          <mc:Fallback xmlns=""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DDD334B9-B17A-4FFB-8140-9462CAA677D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423967" y="4026591"/>
                  <a:ext cx="163440" cy="8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01" name="Entrada de lápiz 200">
                <a:extLst>
                  <a:ext uri="{FF2B5EF4-FFF2-40B4-BE49-F238E27FC236}">
                    <a16:creationId xmlns:a16="http://schemas.microsoft.com/office/drawing/2014/main" id="{3A3555EC-9689-4E5D-8F30-AA0D3E299A13}"/>
                  </a:ext>
                </a:extLst>
              </p14:cNvPr>
              <p14:cNvContentPartPr/>
              <p14:nvPr/>
            </p14:nvContentPartPr>
            <p14:xfrm>
              <a:off x="2883687" y="3905631"/>
              <a:ext cx="16920" cy="290160"/>
            </p14:xfrm>
          </p:contentPart>
        </mc:Choice>
        <mc:Fallback xmlns="">
          <p:pic>
            <p:nvPicPr>
              <p:cNvPr id="201" name="Entrada de lápiz 200">
                <a:extLst>
                  <a:ext uri="{FF2B5EF4-FFF2-40B4-BE49-F238E27FC236}">
                    <a16:creationId xmlns:a16="http://schemas.microsoft.com/office/drawing/2014/main" id="{3A3555EC-9689-4E5D-8F30-AA0D3E299A13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2874687" y="3896991"/>
                <a:ext cx="3456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02" name="Entrada de lápiz 201">
                <a:extLst>
                  <a:ext uri="{FF2B5EF4-FFF2-40B4-BE49-F238E27FC236}">
                    <a16:creationId xmlns:a16="http://schemas.microsoft.com/office/drawing/2014/main" id="{1505152C-BD1F-4556-9573-3A9F2B9A6323}"/>
                  </a:ext>
                </a:extLst>
              </p14:cNvPr>
              <p14:cNvContentPartPr/>
              <p14:nvPr/>
            </p14:nvContentPartPr>
            <p14:xfrm>
              <a:off x="3089967" y="3981951"/>
              <a:ext cx="227160" cy="12960"/>
            </p14:xfrm>
          </p:contentPart>
        </mc:Choice>
        <mc:Fallback xmlns="">
          <p:pic>
            <p:nvPicPr>
              <p:cNvPr id="202" name="Entrada de lápiz 201">
                <a:extLst>
                  <a:ext uri="{FF2B5EF4-FFF2-40B4-BE49-F238E27FC236}">
                    <a16:creationId xmlns:a16="http://schemas.microsoft.com/office/drawing/2014/main" id="{1505152C-BD1F-4556-9573-3A9F2B9A6323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3081327" y="3972951"/>
                <a:ext cx="244800" cy="3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upo 216">
            <a:extLst>
              <a:ext uri="{FF2B5EF4-FFF2-40B4-BE49-F238E27FC236}">
                <a16:creationId xmlns:a16="http://schemas.microsoft.com/office/drawing/2014/main" id="{697DA1BC-C20B-4E44-9B71-B0F67C929CD0}"/>
              </a:ext>
            </a:extLst>
          </p:cNvPr>
          <p:cNvGrpSpPr/>
          <p:nvPr/>
        </p:nvGrpSpPr>
        <p:grpSpPr>
          <a:xfrm>
            <a:off x="3574887" y="3893751"/>
            <a:ext cx="252360" cy="307800"/>
            <a:chOff x="3574887" y="3893751"/>
            <a:chExt cx="25236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61B55584-3FF8-417C-9BE6-4E291D03E405}"/>
                    </a:ext>
                  </a:extLst>
                </p14:cNvPr>
                <p14:cNvContentPartPr/>
                <p14:nvPr/>
              </p14:nvContentPartPr>
              <p14:xfrm>
                <a:off x="3574887" y="3893751"/>
                <a:ext cx="172440" cy="188280"/>
              </p14:xfrm>
            </p:contentPart>
          </mc:Choice>
          <mc:Fallback xmlns=""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61B55584-3FF8-417C-9BE6-4E291D03E40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566247" y="3885111"/>
                  <a:ext cx="1900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03A7C9C9-7F82-4839-8184-0FCFCFD3634F}"/>
                    </a:ext>
                  </a:extLst>
                </p14:cNvPr>
                <p14:cNvContentPartPr/>
                <p14:nvPr/>
              </p14:nvContentPartPr>
              <p14:xfrm>
                <a:off x="3816807" y="4053231"/>
                <a:ext cx="10440" cy="148320"/>
              </p14:xfrm>
            </p:contentPart>
          </mc:Choice>
          <mc:Fallback xmlns=""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03A7C9C9-7F82-4839-8184-0FCFCFD3634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807807" y="4044231"/>
                  <a:ext cx="2808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upo 215">
            <a:extLst>
              <a:ext uri="{FF2B5EF4-FFF2-40B4-BE49-F238E27FC236}">
                <a16:creationId xmlns:a16="http://schemas.microsoft.com/office/drawing/2014/main" id="{B2121EC8-709F-4679-B7FF-2CA219D43F0B}"/>
              </a:ext>
            </a:extLst>
          </p:cNvPr>
          <p:cNvGrpSpPr/>
          <p:nvPr/>
        </p:nvGrpSpPr>
        <p:grpSpPr>
          <a:xfrm>
            <a:off x="3991767" y="3829311"/>
            <a:ext cx="1144800" cy="290160"/>
            <a:chOff x="3991767" y="3829311"/>
            <a:chExt cx="11448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4BE5A665-950C-4109-B734-CF01460ED8F6}"/>
                    </a:ext>
                  </a:extLst>
                </p14:cNvPr>
                <p14:cNvContentPartPr/>
                <p14:nvPr/>
              </p14:nvContentPartPr>
              <p14:xfrm>
                <a:off x="3991767" y="3852711"/>
                <a:ext cx="139320" cy="94680"/>
              </p14:xfrm>
            </p:contentPart>
          </mc:Choice>
          <mc:Fallback xmlns=""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4BE5A665-950C-4109-B734-CF01460ED8F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982767" y="3844071"/>
                  <a:ext cx="1569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F5696208-709E-4E2E-93FB-1D6E64F5FE40}"/>
                    </a:ext>
                  </a:extLst>
                </p14:cNvPr>
                <p14:cNvContentPartPr/>
                <p14:nvPr/>
              </p14:nvContentPartPr>
              <p14:xfrm>
                <a:off x="4003647" y="3913191"/>
                <a:ext cx="163080" cy="183240"/>
              </p14:xfrm>
            </p:contentPart>
          </mc:Choice>
          <mc:Fallback xmlns=""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F5696208-709E-4E2E-93FB-1D6E64F5FE4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995007" y="3904551"/>
                  <a:ext cx="1807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AC479E5A-6D1F-48B3-9616-D5BB86CD682E}"/>
                    </a:ext>
                  </a:extLst>
                </p14:cNvPr>
                <p14:cNvContentPartPr/>
                <p14:nvPr/>
              </p14:nvContentPartPr>
              <p14:xfrm>
                <a:off x="4256727" y="3850191"/>
                <a:ext cx="128880" cy="255240"/>
              </p14:xfrm>
            </p:contentPart>
          </mc:Choice>
          <mc:Fallback xmlns=""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AC479E5A-6D1F-48B3-9616-D5BB86CD682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248087" y="3841191"/>
                  <a:ext cx="1465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24D8A330-3456-40ED-886A-EEB987510C69}"/>
                    </a:ext>
                  </a:extLst>
                </p14:cNvPr>
                <p14:cNvContentPartPr/>
                <p14:nvPr/>
              </p14:nvContentPartPr>
              <p14:xfrm>
                <a:off x="4455447" y="3863511"/>
                <a:ext cx="103680" cy="207000"/>
              </p14:xfrm>
            </p:contentPart>
          </mc:Choice>
          <mc:Fallback xmlns=""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24D8A330-3456-40ED-886A-EEB987510C6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446447" y="3854511"/>
                  <a:ext cx="1213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C3F5A2C3-B888-4553-8130-9A41912E8A47}"/>
                    </a:ext>
                  </a:extLst>
                </p14:cNvPr>
                <p14:cNvContentPartPr/>
                <p14:nvPr/>
              </p14:nvContentPartPr>
              <p14:xfrm>
                <a:off x="4638327" y="3851991"/>
                <a:ext cx="64800" cy="199800"/>
              </p14:xfrm>
            </p:contentPart>
          </mc:Choice>
          <mc:Fallback xmlns=""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C3F5A2C3-B888-4553-8130-9A41912E8A4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629687" y="3842991"/>
                  <a:ext cx="824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9D85307D-99B5-4B57-91E3-F1EDE4C7039D}"/>
                    </a:ext>
                  </a:extLst>
                </p14:cNvPr>
                <p14:cNvContentPartPr/>
                <p14:nvPr/>
              </p14:nvContentPartPr>
              <p14:xfrm>
                <a:off x="4635447" y="3948111"/>
                <a:ext cx="249840" cy="171360"/>
              </p14:xfrm>
            </p:contentPart>
          </mc:Choice>
          <mc:Fallback xmlns=""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9D85307D-99B5-4B57-91E3-F1EDE4C7039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626807" y="3939111"/>
                  <a:ext cx="267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02893A6B-07D5-442B-9860-4A4861828239}"/>
                    </a:ext>
                  </a:extLst>
                </p14:cNvPr>
                <p14:cNvContentPartPr/>
                <p14:nvPr/>
              </p14:nvContentPartPr>
              <p14:xfrm>
                <a:off x="4843527" y="3829311"/>
                <a:ext cx="122400" cy="240120"/>
              </p14:xfrm>
            </p:contentPart>
          </mc:Choice>
          <mc:Fallback xmlns=""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02893A6B-07D5-442B-9860-4A486182823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834527" y="3820671"/>
                  <a:ext cx="140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2302A719-ABA9-49A9-BFCE-4A7D120B7D09}"/>
                    </a:ext>
                  </a:extLst>
                </p14:cNvPr>
                <p14:cNvContentPartPr/>
                <p14:nvPr/>
              </p14:nvContentPartPr>
              <p14:xfrm>
                <a:off x="5035047" y="3841191"/>
                <a:ext cx="101520" cy="207720"/>
              </p14:xfrm>
            </p:contentPart>
          </mc:Choice>
          <mc:Fallback xmlns=""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2302A719-ABA9-49A9-BFCE-4A7D120B7D0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026047" y="3832551"/>
                  <a:ext cx="11916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upo 214">
            <a:extLst>
              <a:ext uri="{FF2B5EF4-FFF2-40B4-BE49-F238E27FC236}">
                <a16:creationId xmlns:a16="http://schemas.microsoft.com/office/drawing/2014/main" id="{D345C8ED-09C1-4B96-A713-3B17D13B7590}"/>
              </a:ext>
            </a:extLst>
          </p:cNvPr>
          <p:cNvGrpSpPr/>
          <p:nvPr/>
        </p:nvGrpSpPr>
        <p:grpSpPr>
          <a:xfrm>
            <a:off x="5364087" y="3892671"/>
            <a:ext cx="167760" cy="105840"/>
            <a:chOff x="5364087" y="3892671"/>
            <a:chExt cx="167760" cy="10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6C7F892A-B180-48DD-9813-CAB22FF6AD2D}"/>
                    </a:ext>
                  </a:extLst>
                </p14:cNvPr>
                <p14:cNvContentPartPr/>
                <p14:nvPr/>
              </p14:nvContentPartPr>
              <p14:xfrm>
                <a:off x="5372007" y="3892671"/>
                <a:ext cx="114120" cy="17280"/>
              </p14:xfrm>
            </p:contentPart>
          </mc:Choice>
          <mc:Fallback xmlns=""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6C7F892A-B180-48DD-9813-CAB22FF6AD2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363367" y="3884031"/>
                  <a:ext cx="1317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A9DB7C89-019E-4542-B58E-F450D0D330E0}"/>
                    </a:ext>
                  </a:extLst>
                </p14:cNvPr>
                <p14:cNvContentPartPr/>
                <p14:nvPr/>
              </p14:nvContentPartPr>
              <p14:xfrm>
                <a:off x="5364087" y="3948111"/>
                <a:ext cx="167760" cy="50400"/>
              </p14:xfrm>
            </p:contentPart>
          </mc:Choice>
          <mc:Fallback xmlns=""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A9DB7C89-019E-4542-B58E-F450D0D330E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355447" y="3939111"/>
                  <a:ext cx="18540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upo 224">
            <a:extLst>
              <a:ext uri="{FF2B5EF4-FFF2-40B4-BE49-F238E27FC236}">
                <a16:creationId xmlns:a16="http://schemas.microsoft.com/office/drawing/2014/main" id="{6281F905-0392-4844-AA9E-CEC54DFFA9DA}"/>
              </a:ext>
            </a:extLst>
          </p:cNvPr>
          <p:cNvGrpSpPr/>
          <p:nvPr/>
        </p:nvGrpSpPr>
        <p:grpSpPr>
          <a:xfrm>
            <a:off x="5734527" y="3812751"/>
            <a:ext cx="1033560" cy="320760"/>
            <a:chOff x="5734527" y="3812751"/>
            <a:chExt cx="103356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EAFAFD75-070C-41AC-A462-03DB56FD7AF6}"/>
                    </a:ext>
                  </a:extLst>
                </p14:cNvPr>
                <p14:cNvContentPartPr/>
                <p14:nvPr/>
              </p14:nvContentPartPr>
              <p14:xfrm>
                <a:off x="5734527" y="3812751"/>
                <a:ext cx="169560" cy="19548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EAFAFD75-070C-41AC-A462-03DB56FD7AF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725887" y="3803751"/>
                  <a:ext cx="187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8A4B9950-881E-448D-9FB2-3E5FF470728E}"/>
                    </a:ext>
                  </a:extLst>
                </p14:cNvPr>
                <p14:cNvContentPartPr/>
                <p14:nvPr/>
              </p14:nvContentPartPr>
              <p14:xfrm>
                <a:off x="5956287" y="3937311"/>
                <a:ext cx="6480" cy="196200"/>
              </p14:xfrm>
            </p:contentPart>
          </mc:Choice>
          <mc:Fallback xmlns=""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8A4B9950-881E-448D-9FB2-3E5FF470728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947287" y="3928671"/>
                  <a:ext cx="24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B3CC3F40-AF70-4CE4-9036-C5158FADC250}"/>
                    </a:ext>
                  </a:extLst>
                </p14:cNvPr>
                <p14:cNvContentPartPr/>
                <p14:nvPr/>
              </p14:nvContentPartPr>
              <p14:xfrm>
                <a:off x="6092727" y="3871791"/>
                <a:ext cx="96480" cy="169920"/>
              </p14:xfrm>
            </p:contentPart>
          </mc:Choice>
          <mc:Fallback xmlns=""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B3CC3F40-AF70-4CE4-9036-C5158FADC25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084087" y="3863151"/>
                  <a:ext cx="114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9EB53F44-B037-49CB-93AD-23C1F32E336E}"/>
                    </a:ext>
                  </a:extLst>
                </p14:cNvPr>
                <p14:cNvContentPartPr/>
                <p14:nvPr/>
              </p14:nvContentPartPr>
              <p14:xfrm>
                <a:off x="6296847" y="3835431"/>
                <a:ext cx="34920" cy="20376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9EB53F44-B037-49CB-93AD-23C1F32E336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287847" y="3826431"/>
                  <a:ext cx="525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C84255EC-1421-48AE-8417-243EBA344F95}"/>
                    </a:ext>
                  </a:extLst>
                </p14:cNvPr>
                <p14:cNvContentPartPr/>
                <p14:nvPr/>
              </p14:nvContentPartPr>
              <p14:xfrm>
                <a:off x="6427887" y="3835791"/>
                <a:ext cx="144360" cy="229320"/>
              </p14:xfrm>
            </p:contentPart>
          </mc:Choice>
          <mc:Fallback xmlns=""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C84255EC-1421-48AE-8417-243EBA344F9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419247" y="3827151"/>
                  <a:ext cx="1620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F3277080-FBCC-4F86-B514-7B450DF0076B}"/>
                    </a:ext>
                  </a:extLst>
                </p14:cNvPr>
                <p14:cNvContentPartPr/>
                <p14:nvPr/>
              </p14:nvContentPartPr>
              <p14:xfrm>
                <a:off x="6614367" y="3824991"/>
                <a:ext cx="153720" cy="255240"/>
              </p14:xfrm>
            </p:contentPart>
          </mc:Choice>
          <mc:Fallback xmlns=""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F3277080-FBCC-4F86-B514-7B450DF0076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605727" y="3816351"/>
                  <a:ext cx="171360" cy="272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40324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0C39DF5A-E947-47BF-A0BD-9D71D23BA8DA}"/>
              </a:ext>
            </a:extLst>
          </p:cNvPr>
          <p:cNvGrpSpPr/>
          <p:nvPr/>
        </p:nvGrpSpPr>
        <p:grpSpPr>
          <a:xfrm>
            <a:off x="600207" y="425871"/>
            <a:ext cx="343080" cy="498240"/>
            <a:chOff x="600207" y="425871"/>
            <a:chExt cx="343080" cy="4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E4A84D85-BF56-4A3A-A3AD-D2F703EBF0C2}"/>
                    </a:ext>
                  </a:extLst>
                </p14:cNvPr>
                <p14:cNvContentPartPr/>
                <p14:nvPr/>
              </p14:nvContentPartPr>
              <p14:xfrm>
                <a:off x="600207" y="425871"/>
                <a:ext cx="119880" cy="40356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E4A84D85-BF56-4A3A-A3AD-D2F703EBF0C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1567" y="417231"/>
                  <a:ext cx="1375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4DC1B68F-B767-40AB-94B6-9B5A328236B6}"/>
                    </a:ext>
                  </a:extLst>
                </p14:cNvPr>
                <p14:cNvContentPartPr/>
                <p14:nvPr/>
              </p14:nvContentPartPr>
              <p14:xfrm>
                <a:off x="842847" y="442071"/>
                <a:ext cx="100440" cy="48204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4DC1B68F-B767-40AB-94B6-9B5A328236B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3847" y="433071"/>
                  <a:ext cx="118080" cy="49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7DF9056D-F3A5-484D-B8B7-9EA8598E0CED}"/>
              </a:ext>
            </a:extLst>
          </p:cNvPr>
          <p:cNvGrpSpPr/>
          <p:nvPr/>
        </p:nvGrpSpPr>
        <p:grpSpPr>
          <a:xfrm>
            <a:off x="1192407" y="498951"/>
            <a:ext cx="1630800" cy="374400"/>
            <a:chOff x="1192407" y="498951"/>
            <a:chExt cx="163080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10ECD4BF-5CE6-46AA-B545-E8DB3549E72A}"/>
                    </a:ext>
                  </a:extLst>
                </p14:cNvPr>
                <p14:cNvContentPartPr/>
                <p14:nvPr/>
              </p14:nvContentPartPr>
              <p14:xfrm>
                <a:off x="1192407" y="546831"/>
                <a:ext cx="282600" cy="32652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10ECD4BF-5CE6-46AA-B545-E8DB3549E7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3407" y="538191"/>
                  <a:ext cx="3002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848DC354-9514-445E-8E0D-F545BF522160}"/>
                    </a:ext>
                  </a:extLst>
                </p14:cNvPr>
                <p14:cNvContentPartPr/>
                <p14:nvPr/>
              </p14:nvContentPartPr>
              <p14:xfrm>
                <a:off x="1316607" y="498951"/>
                <a:ext cx="174960" cy="34056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848DC354-9514-445E-8E0D-F545BF5221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7607" y="490311"/>
                  <a:ext cx="1926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BFBFDD2F-8A07-4681-AD8C-897420870EDE}"/>
                    </a:ext>
                  </a:extLst>
                </p14:cNvPr>
                <p14:cNvContentPartPr/>
                <p14:nvPr/>
              </p14:nvContentPartPr>
              <p14:xfrm>
                <a:off x="1631967" y="630711"/>
                <a:ext cx="341280" cy="11808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BFBFDD2F-8A07-4681-AD8C-897420870ED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22967" y="622071"/>
                  <a:ext cx="358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E8EE7379-53D3-4A8D-B1D2-8D705EB400B4}"/>
                    </a:ext>
                  </a:extLst>
                </p14:cNvPr>
                <p14:cNvContentPartPr/>
                <p14:nvPr/>
              </p14:nvContentPartPr>
              <p14:xfrm>
                <a:off x="2124807" y="579231"/>
                <a:ext cx="17280" cy="26136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E8EE7379-53D3-4A8D-B1D2-8D705EB400B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16167" y="570231"/>
                  <a:ext cx="349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6EB4FA1E-3816-4140-98AE-5EC7E41D2238}"/>
                    </a:ext>
                  </a:extLst>
                </p14:cNvPr>
                <p14:cNvContentPartPr/>
                <p14:nvPr/>
              </p14:nvContentPartPr>
              <p14:xfrm>
                <a:off x="2083407" y="535671"/>
                <a:ext cx="239040" cy="29052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6EB4FA1E-3816-4140-98AE-5EC7E41D223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74407" y="527031"/>
                  <a:ext cx="2566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405D1902-538C-46AB-A520-386C20ECE34F}"/>
                    </a:ext>
                  </a:extLst>
                </p14:cNvPr>
                <p14:cNvContentPartPr/>
                <p14:nvPr/>
              </p14:nvContentPartPr>
              <p14:xfrm>
                <a:off x="2405247" y="554391"/>
                <a:ext cx="257760" cy="28548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405D1902-538C-46AB-A520-386C20ECE3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96247" y="545391"/>
                  <a:ext cx="2754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210C8C26-C811-4812-8BF6-8F7CBCC77D83}"/>
                    </a:ext>
                  </a:extLst>
                </p14:cNvPr>
                <p14:cNvContentPartPr/>
                <p14:nvPr/>
              </p14:nvContentPartPr>
              <p14:xfrm>
                <a:off x="2753727" y="528471"/>
                <a:ext cx="69480" cy="32904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210C8C26-C811-4812-8BF6-8F7CBCC77D8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45087" y="519471"/>
                  <a:ext cx="87120" cy="34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8E063ABE-4ED9-426D-925C-D0A7E4244820}"/>
              </a:ext>
            </a:extLst>
          </p:cNvPr>
          <p:cNvGrpSpPr/>
          <p:nvPr/>
        </p:nvGrpSpPr>
        <p:grpSpPr>
          <a:xfrm>
            <a:off x="2942727" y="506151"/>
            <a:ext cx="707040" cy="439200"/>
            <a:chOff x="2942727" y="506151"/>
            <a:chExt cx="70704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0D760CAC-9C33-4CEC-ADBC-57DCCED0DB9C}"/>
                    </a:ext>
                  </a:extLst>
                </p14:cNvPr>
                <p14:cNvContentPartPr/>
                <p14:nvPr/>
              </p14:nvContentPartPr>
              <p14:xfrm>
                <a:off x="2942727" y="543591"/>
                <a:ext cx="124200" cy="23508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0D760CAC-9C33-4CEC-ADBC-57DCCED0DB9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33727" y="534591"/>
                  <a:ext cx="141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C666A6EA-9C41-4D64-9BD6-936567459B5E}"/>
                    </a:ext>
                  </a:extLst>
                </p14:cNvPr>
                <p14:cNvContentPartPr/>
                <p14:nvPr/>
              </p14:nvContentPartPr>
              <p14:xfrm>
                <a:off x="3097167" y="643311"/>
                <a:ext cx="105480" cy="1296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C666A6EA-9C41-4D64-9BD6-936567459B5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88167" y="634311"/>
                  <a:ext cx="123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11CB938B-6B57-4BC5-914F-FDC62C9DCB88}"/>
                    </a:ext>
                  </a:extLst>
                </p14:cNvPr>
                <p14:cNvContentPartPr/>
                <p14:nvPr/>
              </p14:nvContentPartPr>
              <p14:xfrm>
                <a:off x="3072327" y="713511"/>
                <a:ext cx="124200" cy="2340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11CB938B-6B57-4BC5-914F-FDC62C9DCB8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63327" y="704871"/>
                  <a:ext cx="141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2AF7FEA2-86BF-4257-A15D-9D862964381F}"/>
                    </a:ext>
                  </a:extLst>
                </p14:cNvPr>
                <p14:cNvContentPartPr/>
                <p14:nvPr/>
              </p14:nvContentPartPr>
              <p14:xfrm>
                <a:off x="3322527" y="506151"/>
                <a:ext cx="187920" cy="28116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2AF7FEA2-86BF-4257-A15D-9D86296438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13527" y="497151"/>
                  <a:ext cx="2055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37F77F42-2689-401B-8DD7-5D4F7409E326}"/>
                    </a:ext>
                  </a:extLst>
                </p14:cNvPr>
                <p14:cNvContentPartPr/>
                <p14:nvPr/>
              </p14:nvContentPartPr>
              <p14:xfrm>
                <a:off x="3590007" y="779391"/>
                <a:ext cx="59760" cy="16596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37F77F42-2689-401B-8DD7-5D4F7409E32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81367" y="770751"/>
                  <a:ext cx="7740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1AC9D7D5-9295-476B-80EA-D2C5792A5B6D}"/>
                  </a:ext>
                </a:extLst>
              </p14:cNvPr>
              <p14:cNvContentPartPr/>
              <p14:nvPr/>
            </p14:nvContentPartPr>
            <p14:xfrm>
              <a:off x="5533287" y="425151"/>
              <a:ext cx="82440" cy="460800"/>
            </p14:xfrm>
          </p:contentPart>
        </mc:Choice>
        <mc:Fallback xmlns=""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1AC9D7D5-9295-476B-80EA-D2C5792A5B6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24647" y="416151"/>
                <a:ext cx="100080" cy="47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upo 35">
            <a:extLst>
              <a:ext uri="{FF2B5EF4-FFF2-40B4-BE49-F238E27FC236}">
                <a16:creationId xmlns:a16="http://schemas.microsoft.com/office/drawing/2014/main" id="{E3C37F39-DA72-4FC3-B189-24A7470B5BFF}"/>
              </a:ext>
            </a:extLst>
          </p:cNvPr>
          <p:cNvGrpSpPr/>
          <p:nvPr/>
        </p:nvGrpSpPr>
        <p:grpSpPr>
          <a:xfrm>
            <a:off x="3884127" y="502551"/>
            <a:ext cx="459720" cy="435600"/>
            <a:chOff x="3884127" y="502551"/>
            <a:chExt cx="45972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73B26D82-8E49-4756-8D66-2D19192C0214}"/>
                    </a:ext>
                  </a:extLst>
                </p14:cNvPr>
                <p14:cNvContentPartPr/>
                <p14:nvPr/>
              </p14:nvContentPartPr>
              <p14:xfrm>
                <a:off x="3920847" y="567711"/>
                <a:ext cx="9360" cy="37044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73B26D82-8E49-4756-8D66-2D19192C021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11847" y="558711"/>
                  <a:ext cx="270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80C3C43C-85ED-4206-97D3-7753DBBBFDBF}"/>
                    </a:ext>
                  </a:extLst>
                </p14:cNvPr>
                <p14:cNvContentPartPr/>
                <p14:nvPr/>
              </p14:nvContentPartPr>
              <p14:xfrm>
                <a:off x="3884127" y="502551"/>
                <a:ext cx="214560" cy="20988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80C3C43C-85ED-4206-97D3-7753DBBBFDB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75127" y="493551"/>
                  <a:ext cx="2322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4B52CF72-1F2A-4CB7-A681-A61E89FFA0BB}"/>
                    </a:ext>
                  </a:extLst>
                </p14:cNvPr>
                <p14:cNvContentPartPr/>
                <p14:nvPr/>
              </p14:nvContentPartPr>
              <p14:xfrm>
                <a:off x="4223607" y="643311"/>
                <a:ext cx="106200" cy="828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4B52CF72-1F2A-4CB7-A681-A61E89FFA0B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14967" y="634311"/>
                  <a:ext cx="1238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F386866A-CDBD-482E-973B-DB942ECE8D52}"/>
                    </a:ext>
                  </a:extLst>
                </p14:cNvPr>
                <p14:cNvContentPartPr/>
                <p14:nvPr/>
              </p14:nvContentPartPr>
              <p14:xfrm>
                <a:off x="4234407" y="717111"/>
                <a:ext cx="109440" cy="216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F386866A-CDBD-482E-973B-DB942ECE8D5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25767" y="708471"/>
                  <a:ext cx="12708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0BBA8EF0-2B5D-4C55-9C5D-285135D1641A}"/>
              </a:ext>
            </a:extLst>
          </p:cNvPr>
          <p:cNvGrpSpPr/>
          <p:nvPr/>
        </p:nvGrpSpPr>
        <p:grpSpPr>
          <a:xfrm>
            <a:off x="4587927" y="619191"/>
            <a:ext cx="191520" cy="272880"/>
            <a:chOff x="4587927" y="619191"/>
            <a:chExt cx="19152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1C2B8FB4-2BD8-4197-8053-5C1E9753540E}"/>
                    </a:ext>
                  </a:extLst>
                </p14:cNvPr>
                <p14:cNvContentPartPr/>
                <p14:nvPr/>
              </p14:nvContentPartPr>
              <p14:xfrm>
                <a:off x="4587927" y="619191"/>
                <a:ext cx="142200" cy="14220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1C2B8FB4-2BD8-4197-8053-5C1E9753540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79287" y="610551"/>
                  <a:ext cx="1598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A1E0F77F-8963-4A69-B6CA-65FFB78FA462}"/>
                    </a:ext>
                  </a:extLst>
                </p14:cNvPr>
                <p14:cNvContentPartPr/>
                <p14:nvPr/>
              </p14:nvContentPartPr>
              <p14:xfrm>
                <a:off x="4747407" y="767871"/>
                <a:ext cx="32040" cy="12420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A1E0F77F-8963-4A69-B6CA-65FFB78FA46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38407" y="759231"/>
                  <a:ext cx="49680" cy="14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3EB9190B-4A6A-4438-8EAC-C2A589AE10F2}"/>
                  </a:ext>
                </a:extLst>
              </p14:cNvPr>
              <p14:cNvContentPartPr/>
              <p14:nvPr/>
            </p14:nvContentPartPr>
            <p14:xfrm>
              <a:off x="4965567" y="502191"/>
              <a:ext cx="151560" cy="272520"/>
            </p14:xfrm>
          </p:contentPart>
        </mc:Choice>
        <mc:Fallback xmlns=""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3EB9190B-4A6A-4438-8EAC-C2A589AE10F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56567" y="493191"/>
                <a:ext cx="169200" cy="29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upo 43">
            <a:extLst>
              <a:ext uri="{FF2B5EF4-FFF2-40B4-BE49-F238E27FC236}">
                <a16:creationId xmlns:a16="http://schemas.microsoft.com/office/drawing/2014/main" id="{0E6DBC1B-72D9-4207-BE19-8561B0A8B130}"/>
              </a:ext>
            </a:extLst>
          </p:cNvPr>
          <p:cNvGrpSpPr/>
          <p:nvPr/>
        </p:nvGrpSpPr>
        <p:grpSpPr>
          <a:xfrm>
            <a:off x="523167" y="1348191"/>
            <a:ext cx="456840" cy="660240"/>
            <a:chOff x="523167" y="1348191"/>
            <a:chExt cx="456840" cy="66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FCC2E009-FD10-49BA-8AA3-6C65BA416F0F}"/>
                    </a:ext>
                  </a:extLst>
                </p14:cNvPr>
                <p14:cNvContentPartPr/>
                <p14:nvPr/>
              </p14:nvContentPartPr>
              <p14:xfrm>
                <a:off x="585447" y="1470591"/>
                <a:ext cx="46440" cy="53784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FCC2E009-FD10-49BA-8AA3-6C65BA416F0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6447" y="1461591"/>
                  <a:ext cx="64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9EA87D14-8E0D-4146-ADD7-7DBF2F0DE921}"/>
                    </a:ext>
                  </a:extLst>
                </p14:cNvPr>
                <p14:cNvContentPartPr/>
                <p14:nvPr/>
              </p14:nvContentPartPr>
              <p14:xfrm>
                <a:off x="523167" y="1436391"/>
                <a:ext cx="235080" cy="25812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9EA87D14-8E0D-4146-ADD7-7DBF2F0DE92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4167" y="1427751"/>
                  <a:ext cx="2527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2359A612-B9FC-4CC5-A9F1-39B2E9AFF3CB}"/>
                    </a:ext>
                  </a:extLst>
                </p14:cNvPr>
                <p14:cNvContentPartPr/>
                <p14:nvPr/>
              </p14:nvContentPartPr>
              <p14:xfrm>
                <a:off x="903327" y="1348191"/>
                <a:ext cx="76680" cy="46728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2359A612-B9FC-4CC5-A9F1-39B2E9AFF3C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4327" y="1339551"/>
                  <a:ext cx="94320" cy="48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F7B9747B-ABB1-4D6B-A539-569F8149D564}"/>
              </a:ext>
            </a:extLst>
          </p:cNvPr>
          <p:cNvGrpSpPr/>
          <p:nvPr/>
        </p:nvGrpSpPr>
        <p:grpSpPr>
          <a:xfrm>
            <a:off x="1092327" y="1320111"/>
            <a:ext cx="1006920" cy="468720"/>
            <a:chOff x="1092327" y="1320111"/>
            <a:chExt cx="100692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4FFB55E4-86E3-4001-9A37-8AD0E02B6C29}"/>
                    </a:ext>
                  </a:extLst>
                </p14:cNvPr>
                <p14:cNvContentPartPr/>
                <p14:nvPr/>
              </p14:nvContentPartPr>
              <p14:xfrm>
                <a:off x="1092327" y="1487511"/>
                <a:ext cx="231120" cy="23328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4FFB55E4-86E3-4001-9A37-8AD0E02B6C2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83327" y="1478871"/>
                  <a:ext cx="2487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1B63740C-C7CE-4F75-8E73-7C94D7CCEADA}"/>
                    </a:ext>
                  </a:extLst>
                </p14:cNvPr>
                <p14:cNvContentPartPr/>
                <p14:nvPr/>
              </p14:nvContentPartPr>
              <p14:xfrm>
                <a:off x="1144887" y="1425951"/>
                <a:ext cx="129960" cy="29232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1B63740C-C7CE-4F75-8E73-7C94D7CCEAD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5887" y="1417311"/>
                  <a:ext cx="1476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C1F57549-ACE8-4980-BED3-77927D83A853}"/>
                    </a:ext>
                  </a:extLst>
                </p14:cNvPr>
                <p14:cNvContentPartPr/>
                <p14:nvPr/>
              </p14:nvContentPartPr>
              <p14:xfrm>
                <a:off x="1424967" y="1473111"/>
                <a:ext cx="139680" cy="15876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C1F57549-ACE8-4980-BED3-77927D83A8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15967" y="1464471"/>
                  <a:ext cx="1573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F03C5AF4-25C6-48AD-BC99-FFCE828459B9}"/>
                    </a:ext>
                  </a:extLst>
                </p14:cNvPr>
                <p14:cNvContentPartPr/>
                <p14:nvPr/>
              </p14:nvContentPartPr>
              <p14:xfrm>
                <a:off x="1486167" y="1709991"/>
                <a:ext cx="99360" cy="3672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F03C5AF4-25C6-48AD-BC99-FFCE828459B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77527" y="1701351"/>
                  <a:ext cx="1170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F3919A6D-6401-47DA-9E7D-DC2222B05663}"/>
                    </a:ext>
                  </a:extLst>
                </p14:cNvPr>
                <p14:cNvContentPartPr/>
                <p14:nvPr/>
              </p14:nvContentPartPr>
              <p14:xfrm>
                <a:off x="1737807" y="1500831"/>
                <a:ext cx="110160" cy="1980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F3919A6D-6401-47DA-9E7D-DC2222B0566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28807" y="1492191"/>
                  <a:ext cx="127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F99BCC11-3E05-4B89-8CA2-A57F540AF7E2}"/>
                    </a:ext>
                  </a:extLst>
                </p14:cNvPr>
                <p14:cNvContentPartPr/>
                <p14:nvPr/>
              </p14:nvContentPartPr>
              <p14:xfrm>
                <a:off x="1701447" y="1504431"/>
                <a:ext cx="155880" cy="20556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F99BCC11-3E05-4B89-8CA2-A57F540AF7E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692447" y="1495431"/>
                  <a:ext cx="173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8B9AE7F1-10C5-485B-B11A-A905526FB2D0}"/>
                    </a:ext>
                  </a:extLst>
                </p14:cNvPr>
                <p14:cNvContentPartPr/>
                <p14:nvPr/>
              </p14:nvContentPartPr>
              <p14:xfrm>
                <a:off x="1991247" y="1320111"/>
                <a:ext cx="108000" cy="46872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8B9AE7F1-10C5-485B-B11A-A905526FB2D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982247" y="1311111"/>
                  <a:ext cx="125640" cy="48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C9E500F2-3A10-4743-8B9A-5996A267F4FB}"/>
              </a:ext>
            </a:extLst>
          </p:cNvPr>
          <p:cNvGrpSpPr/>
          <p:nvPr/>
        </p:nvGrpSpPr>
        <p:grpSpPr>
          <a:xfrm>
            <a:off x="2308047" y="1511631"/>
            <a:ext cx="119520" cy="125640"/>
            <a:chOff x="2308047" y="1511631"/>
            <a:chExt cx="119520" cy="12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1F0C8045-6CED-4EC3-9E0A-691A50AAEDA9}"/>
                    </a:ext>
                  </a:extLst>
                </p14:cNvPr>
                <p14:cNvContentPartPr/>
                <p14:nvPr/>
              </p14:nvContentPartPr>
              <p14:xfrm>
                <a:off x="2341527" y="1511631"/>
                <a:ext cx="86040" cy="3240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1F0C8045-6CED-4EC3-9E0A-691A50AAEDA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32887" y="1502631"/>
                  <a:ext cx="1036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4897400E-33A7-494F-83B6-DDDBB36A7596}"/>
                    </a:ext>
                  </a:extLst>
                </p14:cNvPr>
                <p14:cNvContentPartPr/>
                <p14:nvPr/>
              </p14:nvContentPartPr>
              <p14:xfrm>
                <a:off x="2308047" y="1613871"/>
                <a:ext cx="116280" cy="2340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4897400E-33A7-494F-83B6-DDDBB36A75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99047" y="1605231"/>
                  <a:ext cx="13392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E8654EE0-39C1-4C17-9677-3C320C7FE043}"/>
              </a:ext>
            </a:extLst>
          </p:cNvPr>
          <p:cNvGrpSpPr/>
          <p:nvPr/>
        </p:nvGrpSpPr>
        <p:grpSpPr>
          <a:xfrm>
            <a:off x="2693967" y="1347831"/>
            <a:ext cx="1007280" cy="448200"/>
            <a:chOff x="2693967" y="1347831"/>
            <a:chExt cx="100728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E443237B-706C-4AE3-81DD-99AA2A1A3C2C}"/>
                    </a:ext>
                  </a:extLst>
                </p14:cNvPr>
                <p14:cNvContentPartPr/>
                <p14:nvPr/>
              </p14:nvContentPartPr>
              <p14:xfrm>
                <a:off x="2693967" y="1387071"/>
                <a:ext cx="151920" cy="25020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E443237B-706C-4AE3-81DD-99AA2A1A3C2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85327" y="1378431"/>
                  <a:ext cx="1695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5E3F5E78-A190-47F1-B714-4840848BF03A}"/>
                    </a:ext>
                  </a:extLst>
                </p14:cNvPr>
                <p14:cNvContentPartPr/>
                <p14:nvPr/>
              </p14:nvContentPartPr>
              <p14:xfrm>
                <a:off x="2937687" y="1544391"/>
                <a:ext cx="154800" cy="1728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5E3F5E78-A190-47F1-B714-4840848BF0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28687" y="1535751"/>
                  <a:ext cx="1724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15D0D8BB-4708-4CE8-9403-61A1651F133A}"/>
                    </a:ext>
                  </a:extLst>
                </p14:cNvPr>
                <p14:cNvContentPartPr/>
                <p14:nvPr/>
              </p14:nvContentPartPr>
              <p14:xfrm>
                <a:off x="3238647" y="1430631"/>
                <a:ext cx="45720" cy="35748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15D0D8BB-4708-4CE8-9403-61A1651F133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29647" y="1421991"/>
                  <a:ext cx="633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03B74298-37A9-48B9-8C26-0E8287E2B2ED}"/>
                    </a:ext>
                  </a:extLst>
                </p14:cNvPr>
                <p14:cNvContentPartPr/>
                <p14:nvPr/>
              </p14:nvContentPartPr>
              <p14:xfrm>
                <a:off x="3260247" y="1378431"/>
                <a:ext cx="166680" cy="21780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03B74298-37A9-48B9-8C26-0E8287E2B2E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51607" y="1369431"/>
                  <a:ext cx="1843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04CD0E2B-1A6A-4C92-B61B-A9DE989B8F8A}"/>
                    </a:ext>
                  </a:extLst>
                </p14:cNvPr>
                <p14:cNvContentPartPr/>
                <p14:nvPr/>
              </p14:nvContentPartPr>
              <p14:xfrm>
                <a:off x="3547887" y="1347831"/>
                <a:ext cx="153360" cy="44820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04CD0E2B-1A6A-4C92-B61B-A9DE989B8F8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38887" y="1338831"/>
                  <a:ext cx="171000" cy="46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95D43B57-6D75-46B5-AE40-2B7FA54219C5}"/>
              </a:ext>
            </a:extLst>
          </p:cNvPr>
          <p:cNvGrpSpPr/>
          <p:nvPr/>
        </p:nvGrpSpPr>
        <p:grpSpPr>
          <a:xfrm>
            <a:off x="3745887" y="1398591"/>
            <a:ext cx="182880" cy="265680"/>
            <a:chOff x="3745887" y="1398591"/>
            <a:chExt cx="18288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4C82FE58-40A7-496D-B185-3D388D354B54}"/>
                    </a:ext>
                  </a:extLst>
                </p14:cNvPr>
                <p14:cNvContentPartPr/>
                <p14:nvPr/>
              </p14:nvContentPartPr>
              <p14:xfrm>
                <a:off x="3745887" y="1448271"/>
                <a:ext cx="182880" cy="21600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4C82FE58-40A7-496D-B185-3D388D354B5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36887" y="1439271"/>
                  <a:ext cx="2005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2B8878E0-FE48-4E23-BEC8-98F3C7699CBE}"/>
                    </a:ext>
                  </a:extLst>
                </p14:cNvPr>
                <p14:cNvContentPartPr/>
                <p14:nvPr/>
              </p14:nvContentPartPr>
              <p14:xfrm>
                <a:off x="3791967" y="1398591"/>
                <a:ext cx="109440" cy="21132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2B8878E0-FE48-4E23-BEC8-98F3C7699CB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83327" y="1389591"/>
                  <a:ext cx="127080" cy="22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8800C046-F45A-4873-AA50-4039C8D77390}"/>
                  </a:ext>
                </a:extLst>
              </p14:cNvPr>
              <p14:cNvContentPartPr/>
              <p14:nvPr/>
            </p14:nvContentPartPr>
            <p14:xfrm>
              <a:off x="8564847" y="992511"/>
              <a:ext cx="3626280" cy="80640"/>
            </p14:xfrm>
          </p:contentPart>
        </mc:Choice>
        <mc:Fallback xmlns=""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8800C046-F45A-4873-AA50-4039C8D7739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555847" y="983511"/>
                <a:ext cx="3643920" cy="9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upo 118">
            <a:extLst>
              <a:ext uri="{FF2B5EF4-FFF2-40B4-BE49-F238E27FC236}">
                <a16:creationId xmlns:a16="http://schemas.microsoft.com/office/drawing/2014/main" id="{8DA45A05-1580-4F04-9E9C-F7049F07D937}"/>
              </a:ext>
            </a:extLst>
          </p:cNvPr>
          <p:cNvGrpSpPr/>
          <p:nvPr/>
        </p:nvGrpSpPr>
        <p:grpSpPr>
          <a:xfrm>
            <a:off x="8483847" y="58671"/>
            <a:ext cx="3332160" cy="2108880"/>
            <a:chOff x="8483847" y="58671"/>
            <a:chExt cx="3332160" cy="21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BFA25984-3EF0-48AF-B64F-648329503721}"/>
                    </a:ext>
                  </a:extLst>
                </p14:cNvPr>
                <p14:cNvContentPartPr/>
                <p14:nvPr/>
              </p14:nvContentPartPr>
              <p14:xfrm>
                <a:off x="8483847" y="58671"/>
                <a:ext cx="83160" cy="103140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BFA25984-3EF0-48AF-B64F-6483295037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75207" y="49671"/>
                  <a:ext cx="100800" cy="10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38D2186C-DC68-4EE9-9C69-D806892FBEBF}"/>
                    </a:ext>
                  </a:extLst>
                </p14:cNvPr>
                <p14:cNvContentPartPr/>
                <p14:nvPr/>
              </p14:nvContentPartPr>
              <p14:xfrm>
                <a:off x="8774367" y="291591"/>
                <a:ext cx="229680" cy="36864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38D2186C-DC68-4EE9-9C69-D806892FBEB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65367" y="282951"/>
                  <a:ext cx="2473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A0EB0FBC-A725-4A2D-938D-D15498E5F7F1}"/>
                    </a:ext>
                  </a:extLst>
                </p14:cNvPr>
                <p14:cNvContentPartPr/>
                <p14:nvPr/>
              </p14:nvContentPartPr>
              <p14:xfrm>
                <a:off x="9073527" y="263151"/>
                <a:ext cx="90720" cy="29088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A0EB0FBC-A725-4A2D-938D-D15498E5F7F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64527" y="254151"/>
                  <a:ext cx="1083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466EA45D-B081-4A77-B191-D9F665F083D9}"/>
                    </a:ext>
                  </a:extLst>
                </p14:cNvPr>
                <p14:cNvContentPartPr/>
                <p14:nvPr/>
              </p14:nvContentPartPr>
              <p14:xfrm>
                <a:off x="9197367" y="331551"/>
                <a:ext cx="175680" cy="17424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466EA45D-B081-4A77-B191-D9F665F083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88727" y="322911"/>
                  <a:ext cx="193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591BF95D-ED56-426C-AC13-E9177C679E51}"/>
                    </a:ext>
                  </a:extLst>
                </p14:cNvPr>
                <p14:cNvContentPartPr/>
                <p14:nvPr/>
              </p14:nvContentPartPr>
              <p14:xfrm>
                <a:off x="9211407" y="314631"/>
                <a:ext cx="147960" cy="25668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591BF95D-ED56-426C-AC13-E9177C679E5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202407" y="305991"/>
                  <a:ext cx="1656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4C886FB4-F4E8-45E3-B196-2CE82EA956D6}"/>
                    </a:ext>
                  </a:extLst>
                </p14:cNvPr>
                <p14:cNvContentPartPr/>
                <p14:nvPr/>
              </p14:nvContentPartPr>
              <p14:xfrm>
                <a:off x="9411207" y="316431"/>
                <a:ext cx="250920" cy="25488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4C886FB4-F4E8-45E3-B196-2CE82EA956D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02567" y="307791"/>
                  <a:ext cx="2685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737BEB2A-9B80-40AD-8A1B-0443E951AEC2}"/>
                    </a:ext>
                  </a:extLst>
                </p14:cNvPr>
                <p14:cNvContentPartPr/>
                <p14:nvPr/>
              </p14:nvContentPartPr>
              <p14:xfrm>
                <a:off x="9695967" y="347751"/>
                <a:ext cx="211320" cy="21996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737BEB2A-9B80-40AD-8A1B-0443E951AEC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87327" y="338751"/>
                  <a:ext cx="2289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4BAA4371-26F3-488D-B099-3E27C8709B6C}"/>
                    </a:ext>
                  </a:extLst>
                </p14:cNvPr>
                <p14:cNvContentPartPr/>
                <p14:nvPr/>
              </p14:nvContentPartPr>
              <p14:xfrm>
                <a:off x="9878487" y="257751"/>
                <a:ext cx="109440" cy="35100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4BAA4371-26F3-488D-B099-3E27C8709B6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869847" y="248751"/>
                  <a:ext cx="1270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A8DAEA16-83D1-4B12-8B93-C12502F3565D}"/>
                    </a:ext>
                  </a:extLst>
                </p14:cNvPr>
                <p14:cNvContentPartPr/>
                <p14:nvPr/>
              </p14:nvContentPartPr>
              <p14:xfrm>
                <a:off x="10049847" y="391311"/>
                <a:ext cx="161640" cy="36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A8DAEA16-83D1-4B12-8B93-C12502F3565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40847" y="382311"/>
                  <a:ext cx="179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7E6ABEC6-A1C5-47D0-8AF2-5687B9704BE4}"/>
                    </a:ext>
                  </a:extLst>
                </p14:cNvPr>
                <p14:cNvContentPartPr/>
                <p14:nvPr/>
              </p14:nvContentPartPr>
              <p14:xfrm>
                <a:off x="10131927" y="475911"/>
                <a:ext cx="102240" cy="2700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7E6ABEC6-A1C5-47D0-8AF2-5687B9704BE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23287" y="466911"/>
                  <a:ext cx="119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536BA861-BFFE-4007-9758-40594F25262C}"/>
                    </a:ext>
                  </a:extLst>
                </p14:cNvPr>
                <p14:cNvContentPartPr/>
                <p14:nvPr/>
              </p14:nvContentPartPr>
              <p14:xfrm>
                <a:off x="10406247" y="345591"/>
                <a:ext cx="307440" cy="24804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536BA861-BFFE-4007-9758-40594F25262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397247" y="336951"/>
                  <a:ext cx="3250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78900762-AA1A-4C7A-BFD8-00FBF76E83F5}"/>
                    </a:ext>
                  </a:extLst>
                </p14:cNvPr>
                <p14:cNvContentPartPr/>
                <p14:nvPr/>
              </p14:nvContentPartPr>
              <p14:xfrm>
                <a:off x="10780287" y="400311"/>
                <a:ext cx="33120" cy="27360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78900762-AA1A-4C7A-BFD8-00FBF76E83F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71647" y="391311"/>
                  <a:ext cx="507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10E5BC00-5667-4E65-94CF-930E9CEBDC85}"/>
                    </a:ext>
                  </a:extLst>
                </p14:cNvPr>
                <p14:cNvContentPartPr/>
                <p14:nvPr/>
              </p14:nvContentPartPr>
              <p14:xfrm>
                <a:off x="10768407" y="335151"/>
                <a:ext cx="298440" cy="19476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10E5BC00-5667-4E65-94CF-930E9CEBDC8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759767" y="326151"/>
                  <a:ext cx="3160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D8596E85-DB61-4EC3-8141-DFD0E019E15E}"/>
                    </a:ext>
                  </a:extLst>
                </p14:cNvPr>
                <p14:cNvContentPartPr/>
                <p14:nvPr/>
              </p14:nvContentPartPr>
              <p14:xfrm>
                <a:off x="11160447" y="340551"/>
                <a:ext cx="113400" cy="20340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D8596E85-DB61-4EC3-8141-DFD0E019E15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151807" y="331551"/>
                  <a:ext cx="131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03B3EC06-3763-40EA-A0B2-40DA5B3EB134}"/>
                    </a:ext>
                  </a:extLst>
                </p14:cNvPr>
                <p14:cNvContentPartPr/>
                <p14:nvPr/>
              </p14:nvContentPartPr>
              <p14:xfrm>
                <a:off x="11143887" y="337671"/>
                <a:ext cx="151920" cy="16416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03B3EC06-3763-40EA-A0B2-40DA5B3EB13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134887" y="329031"/>
                  <a:ext cx="1695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9CEEF7CD-AF81-466C-85D4-4B91FCE9F80E}"/>
                    </a:ext>
                  </a:extLst>
                </p14:cNvPr>
                <p14:cNvContentPartPr/>
                <p14:nvPr/>
              </p14:nvContentPartPr>
              <p14:xfrm>
                <a:off x="11364567" y="363591"/>
                <a:ext cx="145080" cy="10656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9CEEF7CD-AF81-466C-85D4-4B91FCE9F80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355567" y="354591"/>
                  <a:ext cx="162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66C85A9C-9492-4E0E-96AA-BB01F2C8FF4D}"/>
                    </a:ext>
                  </a:extLst>
                </p14:cNvPr>
                <p14:cNvContentPartPr/>
                <p14:nvPr/>
              </p14:nvContentPartPr>
              <p14:xfrm>
                <a:off x="11590287" y="330111"/>
                <a:ext cx="140760" cy="12276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66C85A9C-9492-4E0E-96AA-BB01F2C8FF4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581647" y="321471"/>
                  <a:ext cx="158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3A5BAC0F-62A9-4915-84A3-1ACB0574D835}"/>
                    </a:ext>
                  </a:extLst>
                </p14:cNvPr>
                <p14:cNvContentPartPr/>
                <p14:nvPr/>
              </p14:nvContentPartPr>
              <p14:xfrm>
                <a:off x="11746527" y="204111"/>
                <a:ext cx="69480" cy="33444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3A5BAC0F-62A9-4915-84A3-1ACB0574D83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737887" y="195471"/>
                  <a:ext cx="871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F639CBC6-F047-4F7D-A0F6-9C6962D93D86}"/>
                    </a:ext>
                  </a:extLst>
                </p14:cNvPr>
                <p14:cNvContentPartPr/>
                <p14:nvPr/>
              </p14:nvContentPartPr>
              <p14:xfrm>
                <a:off x="8512287" y="1067031"/>
                <a:ext cx="89640" cy="110052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F639CBC6-F047-4F7D-A0F6-9C6962D93D8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03647" y="1058391"/>
                  <a:ext cx="107280" cy="11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DF36870E-F70F-4D3D-89B0-81A1D03CE986}"/>
                    </a:ext>
                  </a:extLst>
                </p14:cNvPr>
                <p14:cNvContentPartPr/>
                <p14:nvPr/>
              </p14:nvContentPartPr>
              <p14:xfrm>
                <a:off x="9484647" y="59751"/>
                <a:ext cx="42120" cy="17532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DF36870E-F70F-4D3D-89B0-81A1D03CE98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75647" y="51111"/>
                  <a:ext cx="59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41725BC2-AE95-4199-A384-F3EFA24F522E}"/>
                    </a:ext>
                  </a:extLst>
                </p14:cNvPr>
                <p14:cNvContentPartPr/>
                <p14:nvPr/>
              </p14:nvContentPartPr>
              <p14:xfrm>
                <a:off x="9468807" y="159831"/>
                <a:ext cx="161640" cy="8388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41725BC2-AE95-4199-A384-F3EFA24F522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59807" y="150831"/>
                  <a:ext cx="17928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0559481B-9A62-4D3C-BC17-64546A812BF2}"/>
              </a:ext>
            </a:extLst>
          </p:cNvPr>
          <p:cNvGrpSpPr/>
          <p:nvPr/>
        </p:nvGrpSpPr>
        <p:grpSpPr>
          <a:xfrm>
            <a:off x="8577447" y="1376991"/>
            <a:ext cx="3247920" cy="1234440"/>
            <a:chOff x="8577447" y="1376991"/>
            <a:chExt cx="3247920" cy="12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864B9336-AF36-40CA-AF82-8131794B9089}"/>
                    </a:ext>
                  </a:extLst>
                </p14:cNvPr>
                <p14:cNvContentPartPr/>
                <p14:nvPr/>
              </p14:nvContentPartPr>
              <p14:xfrm>
                <a:off x="8977767" y="1485711"/>
                <a:ext cx="1440" cy="31608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864B9336-AF36-40CA-AF82-8131794B908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968767" y="1477071"/>
                  <a:ext cx="190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025DDF43-EE0B-46A6-A7DD-448C6035B596}"/>
                    </a:ext>
                  </a:extLst>
                </p14:cNvPr>
                <p14:cNvContentPartPr/>
                <p14:nvPr/>
              </p14:nvContentPartPr>
              <p14:xfrm>
                <a:off x="8927007" y="1480311"/>
                <a:ext cx="206280" cy="16668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025DDF43-EE0B-46A6-A7DD-448C6035B59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918367" y="1471671"/>
                  <a:ext cx="2239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7E16065C-1775-4BEB-8437-5C23CDD7D6DC}"/>
                    </a:ext>
                  </a:extLst>
                </p14:cNvPr>
                <p14:cNvContentPartPr/>
                <p14:nvPr/>
              </p14:nvContentPartPr>
              <p14:xfrm>
                <a:off x="9154887" y="1489311"/>
                <a:ext cx="70560" cy="18900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7E16065C-1775-4BEB-8437-5C23CDD7D6D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45887" y="1480311"/>
                  <a:ext cx="882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299ABFC3-7E8F-4F9D-BCC7-7D6375B531B9}"/>
                    </a:ext>
                  </a:extLst>
                </p14:cNvPr>
                <p14:cNvContentPartPr/>
                <p14:nvPr/>
              </p14:nvContentPartPr>
              <p14:xfrm>
                <a:off x="9281607" y="1491111"/>
                <a:ext cx="111240" cy="18288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299ABFC3-7E8F-4F9D-BCC7-7D6375B531B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272607" y="1482111"/>
                  <a:ext cx="1288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746DAD55-BF4E-4CA3-9799-9123EED9F4E9}"/>
                    </a:ext>
                  </a:extLst>
                </p14:cNvPr>
                <p14:cNvContentPartPr/>
                <p14:nvPr/>
              </p14:nvContentPartPr>
              <p14:xfrm>
                <a:off x="9437127" y="1491831"/>
                <a:ext cx="129240" cy="13752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746DAD55-BF4E-4CA3-9799-9123EED9F4E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428127" y="1483191"/>
                  <a:ext cx="146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54E7F4FD-1233-4520-94B4-08CD7B10BDFF}"/>
                    </a:ext>
                  </a:extLst>
                </p14:cNvPr>
                <p14:cNvContentPartPr/>
                <p14:nvPr/>
              </p14:nvContentPartPr>
              <p14:xfrm>
                <a:off x="9450807" y="1637271"/>
                <a:ext cx="155880" cy="5904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54E7F4FD-1233-4520-94B4-08CD7B10BDF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42167" y="1628271"/>
                  <a:ext cx="173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86ED1C64-B9C1-44CA-87AE-09836027D470}"/>
                    </a:ext>
                  </a:extLst>
                </p14:cNvPr>
                <p14:cNvContentPartPr/>
                <p14:nvPr/>
              </p14:nvContentPartPr>
              <p14:xfrm>
                <a:off x="9648447" y="1480311"/>
                <a:ext cx="120600" cy="19368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86ED1C64-B9C1-44CA-87AE-09836027D47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39807" y="1471671"/>
                  <a:ext cx="138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BC1A7B14-7F7B-4B60-AC00-30CE067C4873}"/>
                    </a:ext>
                  </a:extLst>
                </p14:cNvPr>
                <p14:cNvContentPartPr/>
                <p14:nvPr/>
              </p14:nvContentPartPr>
              <p14:xfrm>
                <a:off x="9888567" y="1419831"/>
                <a:ext cx="284400" cy="28800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BC1A7B14-7F7B-4B60-AC00-30CE067C487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879567" y="1410831"/>
                  <a:ext cx="3020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2813E733-191C-40CF-BDB4-D59A0D1E983F}"/>
                    </a:ext>
                  </a:extLst>
                </p14:cNvPr>
                <p14:cNvContentPartPr/>
                <p14:nvPr/>
              </p14:nvContentPartPr>
              <p14:xfrm>
                <a:off x="10098447" y="1589031"/>
                <a:ext cx="115200" cy="2088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2813E733-191C-40CF-BDB4-D59A0D1E983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89447" y="1580031"/>
                  <a:ext cx="132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C3B225B9-F735-44F0-9646-D42916C66AEF}"/>
                    </a:ext>
                  </a:extLst>
                </p14:cNvPr>
                <p14:cNvContentPartPr/>
                <p14:nvPr/>
              </p14:nvContentPartPr>
              <p14:xfrm>
                <a:off x="10371687" y="1418031"/>
                <a:ext cx="304200" cy="24228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C3B225B9-F735-44F0-9646-D42916C66AE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362687" y="1409391"/>
                  <a:ext cx="3218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E508E994-C1FE-479D-939D-640DB8723CE4}"/>
                    </a:ext>
                  </a:extLst>
                </p14:cNvPr>
                <p14:cNvContentPartPr/>
                <p14:nvPr/>
              </p14:nvContentPartPr>
              <p14:xfrm>
                <a:off x="10711167" y="1455831"/>
                <a:ext cx="184320" cy="23616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E508E994-C1FE-479D-939D-640DB8723CE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702167" y="1446831"/>
                  <a:ext cx="201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2A1DB4DF-B8D0-4644-8242-6766F6821659}"/>
                    </a:ext>
                  </a:extLst>
                </p14:cNvPr>
                <p14:cNvContentPartPr/>
                <p14:nvPr/>
              </p14:nvContentPartPr>
              <p14:xfrm>
                <a:off x="10944807" y="1447551"/>
                <a:ext cx="95400" cy="22932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2A1DB4DF-B8D0-4644-8242-6766F682165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935807" y="1438551"/>
                  <a:ext cx="1130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A6DE32E7-F62F-4F56-901D-7295C03C5C77}"/>
                    </a:ext>
                  </a:extLst>
                </p14:cNvPr>
                <p14:cNvContentPartPr/>
                <p14:nvPr/>
              </p14:nvContentPartPr>
              <p14:xfrm>
                <a:off x="11100327" y="1488231"/>
                <a:ext cx="153720" cy="14832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A6DE32E7-F62F-4F56-901D-7295C03C5C7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091327" y="1479591"/>
                  <a:ext cx="171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744EF214-C288-4CAF-A8DE-37466EC6CD08}"/>
                    </a:ext>
                  </a:extLst>
                </p14:cNvPr>
                <p14:cNvContentPartPr/>
                <p14:nvPr/>
              </p14:nvContentPartPr>
              <p14:xfrm>
                <a:off x="11295087" y="1448271"/>
                <a:ext cx="114120" cy="15444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744EF214-C288-4CAF-A8DE-37466EC6CD0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286447" y="1439631"/>
                  <a:ext cx="1317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7719C7CB-BC03-449B-B71C-6BE8760F5F44}"/>
                    </a:ext>
                  </a:extLst>
                </p14:cNvPr>
                <p14:cNvContentPartPr/>
                <p14:nvPr/>
              </p14:nvContentPartPr>
              <p14:xfrm>
                <a:off x="11491287" y="1426671"/>
                <a:ext cx="158400" cy="17676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7719C7CB-BC03-449B-B71C-6BE8760F5F4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482287" y="1418031"/>
                  <a:ext cx="176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9F94BCC0-AD1C-45C3-9393-F47A556F1B8D}"/>
                    </a:ext>
                  </a:extLst>
                </p14:cNvPr>
                <p14:cNvContentPartPr/>
                <p14:nvPr/>
              </p14:nvContentPartPr>
              <p14:xfrm>
                <a:off x="11676327" y="1376991"/>
                <a:ext cx="149040" cy="30852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9F94BCC0-AD1C-45C3-9393-F47A556F1B8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667687" y="1368351"/>
                  <a:ext cx="1666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9FC4C466-5CAA-467D-929A-403F915DCB96}"/>
                    </a:ext>
                  </a:extLst>
                </p14:cNvPr>
                <p14:cNvContentPartPr/>
                <p14:nvPr/>
              </p14:nvContentPartPr>
              <p14:xfrm>
                <a:off x="11241807" y="1654911"/>
                <a:ext cx="6480" cy="24516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9FC4C466-5CAA-467D-929A-403F915DCB9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232807" y="1646271"/>
                  <a:ext cx="241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D734FDB5-286C-4B53-BFB6-EE2B0FA54B6E}"/>
                    </a:ext>
                  </a:extLst>
                </p14:cNvPr>
                <p14:cNvContentPartPr/>
                <p14:nvPr/>
              </p14:nvContentPartPr>
              <p14:xfrm>
                <a:off x="11171607" y="1814391"/>
                <a:ext cx="161640" cy="22716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D734FDB5-286C-4B53-BFB6-EE2B0FA54B6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162607" y="1805391"/>
                  <a:ext cx="1792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8E77702C-EE61-45D0-A76A-EFFC33C8C96E}"/>
                    </a:ext>
                  </a:extLst>
                </p14:cNvPr>
                <p14:cNvContentPartPr/>
                <p14:nvPr/>
              </p14:nvContentPartPr>
              <p14:xfrm>
                <a:off x="10760487" y="2145591"/>
                <a:ext cx="17280" cy="305640"/>
              </p14:xfrm>
            </p:contentPart>
          </mc:Choice>
          <mc:Fallback xmlns=""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8E77702C-EE61-45D0-A76A-EFFC33C8C96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51847" y="2136951"/>
                  <a:ext cx="349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89A82962-F61F-4DE8-BE72-62389D1773CA}"/>
                    </a:ext>
                  </a:extLst>
                </p14:cNvPr>
                <p14:cNvContentPartPr/>
                <p14:nvPr/>
              </p14:nvContentPartPr>
              <p14:xfrm>
                <a:off x="10760487" y="2161431"/>
                <a:ext cx="153360" cy="158760"/>
              </p14:xfrm>
            </p:contentPart>
          </mc:Choice>
          <mc:Fallback xmlns=""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89A82962-F61F-4DE8-BE72-62389D1773C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751847" y="2152431"/>
                  <a:ext cx="171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ECBB60B8-EB82-4430-9DB8-81D7F3C6424C}"/>
                    </a:ext>
                  </a:extLst>
                </p14:cNvPr>
                <p14:cNvContentPartPr/>
                <p14:nvPr/>
              </p14:nvContentPartPr>
              <p14:xfrm>
                <a:off x="10912047" y="2202471"/>
                <a:ext cx="283680" cy="207000"/>
              </p14:xfrm>
            </p:contentPart>
          </mc:Choice>
          <mc:Fallback xmlns=""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ECBB60B8-EB82-4430-9DB8-81D7F3C6424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903407" y="2193831"/>
                  <a:ext cx="3013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8C4B9FC8-746F-4F72-9C27-83B4321C7FC7}"/>
                    </a:ext>
                  </a:extLst>
                </p14:cNvPr>
                <p14:cNvContentPartPr/>
                <p14:nvPr/>
              </p14:nvContentPartPr>
              <p14:xfrm>
                <a:off x="11095287" y="2207871"/>
                <a:ext cx="108360" cy="144720"/>
              </p14:xfrm>
            </p:contentPart>
          </mc:Choice>
          <mc:Fallback xmlns=""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8C4B9FC8-746F-4F72-9C27-83B4321C7FC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086287" y="2199231"/>
                  <a:ext cx="126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D028453E-BEFF-4970-ADBE-BBC2823F892E}"/>
                    </a:ext>
                  </a:extLst>
                </p14:cNvPr>
                <p14:cNvContentPartPr/>
                <p14:nvPr/>
              </p14:nvContentPartPr>
              <p14:xfrm>
                <a:off x="11254767" y="2203551"/>
                <a:ext cx="108360" cy="181080"/>
              </p14:xfrm>
            </p:contentPart>
          </mc:Choice>
          <mc:Fallback xmlns=""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D028453E-BEFF-4970-ADBE-BBC2823F892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245767" y="2194551"/>
                  <a:ext cx="1260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6ADF7B6A-E5E3-4144-AA7E-C936E7D6AAA5}"/>
                    </a:ext>
                  </a:extLst>
                </p14:cNvPr>
                <p14:cNvContentPartPr/>
                <p14:nvPr/>
              </p14:nvContentPartPr>
              <p14:xfrm>
                <a:off x="11429727" y="2207151"/>
                <a:ext cx="149760" cy="156960"/>
              </p14:xfrm>
            </p:contentPart>
          </mc:Choice>
          <mc:Fallback xmlns=""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6ADF7B6A-E5E3-4144-AA7E-C936E7D6AAA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421087" y="2198151"/>
                  <a:ext cx="167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844B82E1-4B15-4100-A5AC-D90783AD6BFE}"/>
                    </a:ext>
                  </a:extLst>
                </p14:cNvPr>
                <p14:cNvContentPartPr/>
                <p14:nvPr/>
              </p14:nvContentPartPr>
              <p14:xfrm>
                <a:off x="11602167" y="2125071"/>
                <a:ext cx="90360" cy="36180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844B82E1-4B15-4100-A5AC-D90783AD6BF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593167" y="2116431"/>
                  <a:ext cx="1080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202B31E7-21D0-49FE-812B-14DB95EFC033}"/>
                    </a:ext>
                  </a:extLst>
                </p14:cNvPr>
                <p14:cNvContentPartPr/>
                <p14:nvPr/>
              </p14:nvContentPartPr>
              <p14:xfrm>
                <a:off x="9972447" y="2213991"/>
                <a:ext cx="141840" cy="7560"/>
              </p14:xfrm>
            </p:contentPart>
          </mc:Choice>
          <mc:Fallback xmlns=""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202B31E7-21D0-49FE-812B-14DB95EFC03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963807" y="2205351"/>
                  <a:ext cx="1594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BA480F05-F889-40D2-B0A3-3AC6737277D2}"/>
                    </a:ext>
                  </a:extLst>
                </p14:cNvPr>
                <p14:cNvContentPartPr/>
                <p14:nvPr/>
              </p14:nvContentPartPr>
              <p14:xfrm>
                <a:off x="10015287" y="2292471"/>
                <a:ext cx="152640" cy="1980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BA480F05-F889-40D2-B0A3-3AC6737277D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006287" y="2283831"/>
                  <a:ext cx="170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88B23C60-17E5-493C-BD8A-6DE7BBE5EEB3}"/>
                    </a:ext>
                  </a:extLst>
                </p14:cNvPr>
                <p14:cNvContentPartPr/>
                <p14:nvPr/>
              </p14:nvContentPartPr>
              <p14:xfrm>
                <a:off x="10310127" y="2125071"/>
                <a:ext cx="50040" cy="26388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88B23C60-17E5-493C-BD8A-6DE7BBE5EEB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01487" y="2116431"/>
                  <a:ext cx="676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C9C0D38A-0F92-46F4-8F3C-35989FEF860A}"/>
                    </a:ext>
                  </a:extLst>
                </p14:cNvPr>
                <p14:cNvContentPartPr/>
                <p14:nvPr/>
              </p14:nvContentPartPr>
              <p14:xfrm>
                <a:off x="10423887" y="2253231"/>
                <a:ext cx="129960" cy="1980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C9C0D38A-0F92-46F4-8F3C-35989FEF860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15247" y="2244591"/>
                  <a:ext cx="147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ED021A6B-5488-4F7A-9549-254BD4281648}"/>
                    </a:ext>
                  </a:extLst>
                </p14:cNvPr>
                <p14:cNvContentPartPr/>
                <p14:nvPr/>
              </p14:nvContentPartPr>
              <p14:xfrm>
                <a:off x="8577447" y="2081511"/>
                <a:ext cx="3120480" cy="52992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ED021A6B-5488-4F7A-9549-254BD428164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568447" y="2072511"/>
                  <a:ext cx="3138120" cy="54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01AEAD5F-69B8-4EF9-81F1-56AD8DDBD4DC}"/>
              </a:ext>
            </a:extLst>
          </p:cNvPr>
          <p:cNvGrpSpPr/>
          <p:nvPr/>
        </p:nvGrpSpPr>
        <p:grpSpPr>
          <a:xfrm>
            <a:off x="4101927" y="1288071"/>
            <a:ext cx="630720" cy="485640"/>
            <a:chOff x="4101927" y="1288071"/>
            <a:chExt cx="63072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7C7100F2-EF66-4791-B443-EB57A983CE66}"/>
                    </a:ext>
                  </a:extLst>
                </p14:cNvPr>
                <p14:cNvContentPartPr/>
                <p14:nvPr/>
              </p14:nvContentPartPr>
              <p14:xfrm>
                <a:off x="4146927" y="1396791"/>
                <a:ext cx="133560" cy="13140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7C7100F2-EF66-4791-B443-EB57A983CE6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137927" y="1387791"/>
                  <a:ext cx="1512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7D3E0CFA-D7BE-469F-9B10-41CADFB6BBB1}"/>
                    </a:ext>
                  </a:extLst>
                </p14:cNvPr>
                <p14:cNvContentPartPr/>
                <p14:nvPr/>
              </p14:nvContentPartPr>
              <p14:xfrm>
                <a:off x="4101927" y="1604151"/>
                <a:ext cx="185400" cy="1368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7D3E0CFA-D7BE-469F-9B10-41CADFB6BBB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092927" y="1595511"/>
                  <a:ext cx="203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0453B8F1-9DEC-4668-835E-2685A0AE1DE4}"/>
                    </a:ext>
                  </a:extLst>
                </p14:cNvPr>
                <p14:cNvContentPartPr/>
                <p14:nvPr/>
              </p14:nvContentPartPr>
              <p14:xfrm>
                <a:off x="4400727" y="1411191"/>
                <a:ext cx="156960" cy="29052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0453B8F1-9DEC-4668-835E-2685A0AE1DE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392087" y="1402191"/>
                  <a:ext cx="174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1A939906-78E4-4BF0-BE27-A0DE16C5C4C1}"/>
                    </a:ext>
                  </a:extLst>
                </p14:cNvPr>
                <p14:cNvContentPartPr/>
                <p14:nvPr/>
              </p14:nvContentPartPr>
              <p14:xfrm>
                <a:off x="4618527" y="1288071"/>
                <a:ext cx="114120" cy="48564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1A939906-78E4-4BF0-BE27-A0DE16C5C4C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09887" y="1279071"/>
                  <a:ext cx="13176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50D61C15-711F-43B7-83F0-AA730C1DA04A}"/>
                    </a:ext>
                  </a:extLst>
                </p14:cNvPr>
                <p14:cNvContentPartPr/>
                <p14:nvPr/>
              </p14:nvContentPartPr>
              <p14:xfrm>
                <a:off x="4295967" y="1353951"/>
                <a:ext cx="25200" cy="756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50D61C15-711F-43B7-83F0-AA730C1DA04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86967" y="1344951"/>
                  <a:ext cx="428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A160D31D-6F0E-4C6A-A10B-D7FBCF108F78}"/>
                    </a:ext>
                  </a:extLst>
                </p14:cNvPr>
                <p14:cNvContentPartPr/>
                <p14:nvPr/>
              </p14:nvContentPartPr>
              <p14:xfrm>
                <a:off x="4226487" y="1350351"/>
                <a:ext cx="94320" cy="5040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A160D31D-6F0E-4C6A-A10B-D7FBCF108F7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217847" y="1341711"/>
                  <a:ext cx="11196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upo 191">
            <a:extLst>
              <a:ext uri="{FF2B5EF4-FFF2-40B4-BE49-F238E27FC236}">
                <a16:creationId xmlns:a16="http://schemas.microsoft.com/office/drawing/2014/main" id="{E0826009-92E9-4F7A-AD1D-EA0A98481079}"/>
              </a:ext>
            </a:extLst>
          </p:cNvPr>
          <p:cNvGrpSpPr/>
          <p:nvPr/>
        </p:nvGrpSpPr>
        <p:grpSpPr>
          <a:xfrm>
            <a:off x="2315967" y="2339631"/>
            <a:ext cx="144000" cy="83160"/>
            <a:chOff x="2315967" y="2339631"/>
            <a:chExt cx="144000" cy="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E62F1CC8-13C5-404B-93CF-5E01EA59C04B}"/>
                    </a:ext>
                  </a:extLst>
                </p14:cNvPr>
                <p14:cNvContentPartPr/>
                <p14:nvPr/>
              </p14:nvContentPartPr>
              <p14:xfrm>
                <a:off x="2331807" y="2339631"/>
                <a:ext cx="112320" cy="2520"/>
              </p14:xfrm>
            </p:contentPart>
          </mc:Choice>
          <mc:Fallback xmlns=""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E62F1CC8-13C5-404B-93CF-5E01EA59C04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322807" y="2330991"/>
                  <a:ext cx="1299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8233F124-971E-4059-A9CA-ED835D02BAF3}"/>
                    </a:ext>
                  </a:extLst>
                </p14:cNvPr>
                <p14:cNvContentPartPr/>
                <p14:nvPr/>
              </p14:nvContentPartPr>
              <p14:xfrm>
                <a:off x="2315967" y="2399391"/>
                <a:ext cx="144000" cy="23400"/>
              </p14:xfrm>
            </p:contentPart>
          </mc:Choice>
          <mc:Fallback xmlns=""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8233F124-971E-4059-A9CA-ED835D02BAF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06967" y="2390751"/>
                  <a:ext cx="1616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upo 204">
            <a:extLst>
              <a:ext uri="{FF2B5EF4-FFF2-40B4-BE49-F238E27FC236}">
                <a16:creationId xmlns:a16="http://schemas.microsoft.com/office/drawing/2014/main" id="{F89F33C3-1A45-48D6-9811-3B6BB7D66F85}"/>
              </a:ext>
            </a:extLst>
          </p:cNvPr>
          <p:cNvGrpSpPr/>
          <p:nvPr/>
        </p:nvGrpSpPr>
        <p:grpSpPr>
          <a:xfrm>
            <a:off x="5841447" y="1415511"/>
            <a:ext cx="1572480" cy="313920"/>
            <a:chOff x="5841447" y="1415511"/>
            <a:chExt cx="157248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8ED88465-E455-4E88-896A-30CA92DAF65E}"/>
                    </a:ext>
                  </a:extLst>
                </p14:cNvPr>
                <p14:cNvContentPartPr/>
                <p14:nvPr/>
              </p14:nvContentPartPr>
              <p14:xfrm>
                <a:off x="5841447" y="1437111"/>
                <a:ext cx="217080" cy="251640"/>
              </p14:xfrm>
            </p:contentPart>
          </mc:Choice>
          <mc:Fallback xmlns=""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8ED88465-E455-4E88-896A-30CA92DAF65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832447" y="1428111"/>
                  <a:ext cx="2347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CF70808C-FDCE-4686-A2E1-9EC28541EAE1}"/>
                    </a:ext>
                  </a:extLst>
                </p14:cNvPr>
                <p14:cNvContentPartPr/>
                <p14:nvPr/>
              </p14:nvContentPartPr>
              <p14:xfrm>
                <a:off x="5898687" y="1415511"/>
                <a:ext cx="173520" cy="313920"/>
              </p14:xfrm>
            </p:contentPart>
          </mc:Choice>
          <mc:Fallback xmlns=""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CF70808C-FDCE-4686-A2E1-9EC28541EAE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90047" y="1406511"/>
                  <a:ext cx="1911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4D3088C7-A806-4291-A874-1E2B5F4163EA}"/>
                    </a:ext>
                  </a:extLst>
                </p14:cNvPr>
                <p14:cNvContentPartPr/>
                <p14:nvPr/>
              </p14:nvContentPartPr>
              <p14:xfrm>
                <a:off x="6165087" y="1523151"/>
                <a:ext cx="107280" cy="7560"/>
              </p14:xfrm>
            </p:contentPart>
          </mc:Choice>
          <mc:Fallback xmlns=""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4D3088C7-A806-4291-A874-1E2B5F4163E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56087" y="1514151"/>
                  <a:ext cx="124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555E4EA1-EF26-45A8-A766-E1E18DADE579}"/>
                    </a:ext>
                  </a:extLst>
                </p14:cNvPr>
                <p14:cNvContentPartPr/>
                <p14:nvPr/>
              </p14:nvContentPartPr>
              <p14:xfrm>
                <a:off x="6200727" y="1599831"/>
                <a:ext cx="88560" cy="11880"/>
              </p14:xfrm>
            </p:contentPart>
          </mc:Choice>
          <mc:Fallback xmlns=""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555E4EA1-EF26-45A8-A766-E1E18DADE57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91727" y="1590831"/>
                  <a:ext cx="1062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DB08C62F-127E-4A99-ACB4-5024ACF2C227}"/>
                    </a:ext>
                  </a:extLst>
                </p14:cNvPr>
                <p14:cNvContentPartPr/>
                <p14:nvPr/>
              </p14:nvContentPartPr>
              <p14:xfrm>
                <a:off x="6427167" y="1435671"/>
                <a:ext cx="103680" cy="147600"/>
              </p14:xfrm>
            </p:contentPart>
          </mc:Choice>
          <mc:Fallback xmlns=""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DB08C62F-127E-4A99-ACB4-5024ACF2C22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418167" y="1427031"/>
                  <a:ext cx="121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2012197B-46CE-4FF2-BC7E-2F0F27134E8F}"/>
                    </a:ext>
                  </a:extLst>
                </p14:cNvPr>
                <p14:cNvContentPartPr/>
                <p14:nvPr/>
              </p14:nvContentPartPr>
              <p14:xfrm>
                <a:off x="6513567" y="1444671"/>
                <a:ext cx="76680" cy="258480"/>
              </p14:xfrm>
            </p:contentPart>
          </mc:Choice>
          <mc:Fallback xmlns=""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2012197B-46CE-4FF2-BC7E-2F0F27134E8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504567" y="1436031"/>
                  <a:ext cx="943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DF516EE9-1837-48A5-BA4F-6B00B8564FB9}"/>
                    </a:ext>
                  </a:extLst>
                </p14:cNvPr>
                <p14:cNvContentPartPr/>
                <p14:nvPr/>
              </p14:nvContentPartPr>
              <p14:xfrm>
                <a:off x="6678807" y="1442511"/>
                <a:ext cx="74520" cy="184320"/>
              </p14:xfrm>
            </p:contentPart>
          </mc:Choice>
          <mc:Fallback xmlns=""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DF516EE9-1837-48A5-BA4F-6B00B8564FB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670167" y="1433511"/>
                  <a:ext cx="921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E0929F4F-262A-4DB0-BAF1-0A394887388C}"/>
                    </a:ext>
                  </a:extLst>
                </p14:cNvPr>
                <p14:cNvContentPartPr/>
                <p14:nvPr/>
              </p14:nvContentPartPr>
              <p14:xfrm>
                <a:off x="6776727" y="1612071"/>
                <a:ext cx="16200" cy="109080"/>
              </p14:xfrm>
            </p:contentPart>
          </mc:Choice>
          <mc:Fallback xmlns=""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E0929F4F-262A-4DB0-BAF1-0A394887388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768087" y="1603431"/>
                  <a:ext cx="338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E131AE7B-F9C5-44ED-A4E8-0324D4DA8DFE}"/>
                    </a:ext>
                  </a:extLst>
                </p14:cNvPr>
                <p14:cNvContentPartPr/>
                <p14:nvPr/>
              </p14:nvContentPartPr>
              <p14:xfrm>
                <a:off x="6931167" y="1442151"/>
                <a:ext cx="74520" cy="208440"/>
              </p14:xfrm>
            </p:contentPart>
          </mc:Choice>
          <mc:Fallback xmlns=""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E131AE7B-F9C5-44ED-A4E8-0324D4DA8DF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922527" y="1433151"/>
                  <a:ext cx="92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9D84040F-2D5E-482F-AACB-9D3B7F602463}"/>
                    </a:ext>
                  </a:extLst>
                </p14:cNvPr>
                <p14:cNvContentPartPr/>
                <p14:nvPr/>
              </p14:nvContentPartPr>
              <p14:xfrm>
                <a:off x="7027287" y="1640511"/>
                <a:ext cx="32040" cy="88560"/>
              </p14:xfrm>
            </p:contentPart>
          </mc:Choice>
          <mc:Fallback xmlns=""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9D84040F-2D5E-482F-AACB-9D3B7F60246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018647" y="1631871"/>
                  <a:ext cx="49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0731BC6A-619D-4EE9-8D31-B078852C1AF0}"/>
                    </a:ext>
                  </a:extLst>
                </p14:cNvPr>
                <p14:cNvContentPartPr/>
                <p14:nvPr/>
              </p14:nvContentPartPr>
              <p14:xfrm>
                <a:off x="7152207" y="1623591"/>
                <a:ext cx="166680" cy="4680"/>
              </p14:xfrm>
            </p:contentPart>
          </mc:Choice>
          <mc:Fallback xmlns=""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0731BC6A-619D-4EE9-8D31-B078852C1AF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143207" y="1614951"/>
                  <a:ext cx="184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5D109139-6AC7-42C7-A0DA-58996310DF69}"/>
                    </a:ext>
                  </a:extLst>
                </p14:cNvPr>
                <p14:cNvContentPartPr/>
                <p14:nvPr/>
              </p14:nvContentPartPr>
              <p14:xfrm>
                <a:off x="7413567" y="1622871"/>
                <a:ext cx="360" cy="360"/>
              </p14:xfrm>
            </p:contentPart>
          </mc:Choice>
          <mc:Fallback xmlns=""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5D109139-6AC7-42C7-A0DA-58996310DF6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404567" y="161387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upo 208">
            <a:extLst>
              <a:ext uri="{FF2B5EF4-FFF2-40B4-BE49-F238E27FC236}">
                <a16:creationId xmlns:a16="http://schemas.microsoft.com/office/drawing/2014/main" id="{A60D2FF9-55CF-4B5F-835C-1447A9E39A34}"/>
              </a:ext>
            </a:extLst>
          </p:cNvPr>
          <p:cNvGrpSpPr/>
          <p:nvPr/>
        </p:nvGrpSpPr>
        <p:grpSpPr>
          <a:xfrm>
            <a:off x="6414927" y="571671"/>
            <a:ext cx="141480" cy="499320"/>
            <a:chOff x="6414927" y="571671"/>
            <a:chExt cx="141480" cy="49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2213410D-3F93-435C-AA4C-246A8418BE36}"/>
                    </a:ext>
                  </a:extLst>
                </p14:cNvPr>
                <p14:cNvContentPartPr/>
                <p14:nvPr/>
              </p14:nvContentPartPr>
              <p14:xfrm>
                <a:off x="6450207" y="571671"/>
                <a:ext cx="59400" cy="436320"/>
              </p14:xfrm>
            </p:contentPart>
          </mc:Choice>
          <mc:Fallback xmlns=""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2213410D-3F93-435C-AA4C-246A8418BE3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441207" y="562671"/>
                  <a:ext cx="7704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12B8F240-CEBD-412E-A38A-4460DDD6B786}"/>
                    </a:ext>
                  </a:extLst>
                </p14:cNvPr>
                <p14:cNvContentPartPr/>
                <p14:nvPr/>
              </p14:nvContentPartPr>
              <p14:xfrm>
                <a:off x="6414927" y="924831"/>
                <a:ext cx="141480" cy="146160"/>
              </p14:xfrm>
            </p:contentPart>
          </mc:Choice>
          <mc:Fallback xmlns=""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12B8F240-CEBD-412E-A38A-4460DDD6B78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06287" y="916191"/>
                  <a:ext cx="159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86D6F5E2-D6F8-4C40-B943-21ADE30783AC}"/>
                    </a:ext>
                  </a:extLst>
                </p14:cNvPr>
                <p14:cNvContentPartPr/>
                <p14:nvPr/>
              </p14:nvContentPartPr>
              <p14:xfrm>
                <a:off x="6453087" y="925551"/>
                <a:ext cx="101880" cy="69480"/>
              </p14:xfrm>
            </p:contentPart>
          </mc:Choice>
          <mc:Fallback xmlns=""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86D6F5E2-D6F8-4C40-B943-21ADE30783A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444087" y="916911"/>
                  <a:ext cx="119520" cy="8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216" name="Entrada de lápiz 215">
                <a:extLst>
                  <a:ext uri="{FF2B5EF4-FFF2-40B4-BE49-F238E27FC236}">
                    <a16:creationId xmlns:a16="http://schemas.microsoft.com/office/drawing/2014/main" id="{6C1E9145-B084-45E4-ADDD-8AB820F75704}"/>
                  </a:ext>
                </a:extLst>
              </p14:cNvPr>
              <p14:cNvContentPartPr/>
              <p14:nvPr/>
            </p14:nvContentPartPr>
            <p14:xfrm>
              <a:off x="3428727" y="2850831"/>
              <a:ext cx="91440" cy="720720"/>
            </p14:xfrm>
          </p:contentPart>
        </mc:Choice>
        <mc:Fallback xmlns="">
          <p:pic>
            <p:nvPicPr>
              <p:cNvPr id="216" name="Entrada de lápiz 215">
                <a:extLst>
                  <a:ext uri="{FF2B5EF4-FFF2-40B4-BE49-F238E27FC236}">
                    <a16:creationId xmlns:a16="http://schemas.microsoft.com/office/drawing/2014/main" id="{6C1E9145-B084-45E4-ADDD-8AB820F75704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3420087" y="2842191"/>
                <a:ext cx="109080" cy="73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upo 227">
            <a:extLst>
              <a:ext uri="{FF2B5EF4-FFF2-40B4-BE49-F238E27FC236}">
                <a16:creationId xmlns:a16="http://schemas.microsoft.com/office/drawing/2014/main" id="{4891BA0E-1BE0-4949-8E96-CE4240853CE8}"/>
              </a:ext>
            </a:extLst>
          </p:cNvPr>
          <p:cNvGrpSpPr/>
          <p:nvPr/>
        </p:nvGrpSpPr>
        <p:grpSpPr>
          <a:xfrm>
            <a:off x="4850367" y="1513071"/>
            <a:ext cx="1584360" cy="1015560"/>
            <a:chOff x="4850367" y="1513071"/>
            <a:chExt cx="1584360" cy="101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22EDD3F1-74EE-495A-86BB-4001426F649B}"/>
                    </a:ext>
                  </a:extLst>
                </p14:cNvPr>
                <p14:cNvContentPartPr/>
                <p14:nvPr/>
              </p14:nvContentPartPr>
              <p14:xfrm>
                <a:off x="4850367" y="1513071"/>
                <a:ext cx="639720" cy="649800"/>
              </p14:xfrm>
            </p:contentPart>
          </mc:Choice>
          <mc:Fallback xmlns=""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22EDD3F1-74EE-495A-86BB-4001426F649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841367" y="1504431"/>
                  <a:ext cx="657360" cy="6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464D150B-0E23-4842-AE98-70240A260590}"/>
                    </a:ext>
                  </a:extLst>
                </p14:cNvPr>
                <p14:cNvContentPartPr/>
                <p14:nvPr/>
              </p14:nvContentPartPr>
              <p14:xfrm>
                <a:off x="5697807" y="1948671"/>
                <a:ext cx="175680" cy="265680"/>
              </p14:xfrm>
            </p:contentPart>
          </mc:Choice>
          <mc:Fallback xmlns=""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464D150B-0E23-4842-AE98-70240A26059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689167" y="1940031"/>
                  <a:ext cx="1933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7F04C188-7F30-46AF-82CC-4CD89B04CA5C}"/>
                    </a:ext>
                  </a:extLst>
                </p14:cNvPr>
                <p14:cNvContentPartPr/>
                <p14:nvPr/>
              </p14:nvContentPartPr>
              <p14:xfrm>
                <a:off x="5843607" y="2055591"/>
                <a:ext cx="199800" cy="47304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7F04C188-7F30-46AF-82CC-4CD89B04CA5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834967" y="2046951"/>
                  <a:ext cx="21744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640D9019-6E51-4390-9F94-4C2F08BFF2E6}"/>
                    </a:ext>
                  </a:extLst>
                </p14:cNvPr>
                <p14:cNvContentPartPr/>
                <p14:nvPr/>
              </p14:nvContentPartPr>
              <p14:xfrm>
                <a:off x="5897607" y="2006991"/>
                <a:ext cx="404280" cy="211320"/>
              </p14:xfrm>
            </p:contentPart>
          </mc:Choice>
          <mc:Fallback xmlns=""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640D9019-6E51-4390-9F94-4C2F08BFF2E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888967" y="1998351"/>
                  <a:ext cx="4219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72E83C06-DA02-44D1-8C6C-B4ADCDDC5926}"/>
                    </a:ext>
                  </a:extLst>
                </p14:cNvPr>
                <p14:cNvContentPartPr/>
                <p14:nvPr/>
              </p14:nvContentPartPr>
              <p14:xfrm>
                <a:off x="5825607" y="1914831"/>
                <a:ext cx="48960" cy="8748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72E83C06-DA02-44D1-8C6C-B4ADCDDC592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816607" y="1906191"/>
                  <a:ext cx="66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37B20B8E-63E5-49E7-B249-4DC0DF083B54}"/>
                    </a:ext>
                  </a:extLst>
                </p14:cNvPr>
                <p14:cNvContentPartPr/>
                <p14:nvPr/>
              </p14:nvContentPartPr>
              <p14:xfrm>
                <a:off x="5667207" y="1891791"/>
                <a:ext cx="187560" cy="140040"/>
              </p14:xfrm>
            </p:contentPart>
          </mc:Choice>
          <mc:Fallback xmlns=""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37B20B8E-63E5-49E7-B249-4DC0DF083B5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658207" y="1883151"/>
                  <a:ext cx="205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DD76E4CB-3599-4EAB-95C8-EADB3AB11A82}"/>
                    </a:ext>
                  </a:extLst>
                </p14:cNvPr>
                <p14:cNvContentPartPr/>
                <p14:nvPr/>
              </p14:nvContentPartPr>
              <p14:xfrm>
                <a:off x="5611767" y="1826631"/>
                <a:ext cx="323280" cy="181080"/>
              </p14:xfrm>
            </p:contentPart>
          </mc:Choice>
          <mc:Fallback xmlns=""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DD76E4CB-3599-4EAB-95C8-EADB3AB11A8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602767" y="1817991"/>
                  <a:ext cx="340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D68E44CE-BD57-4BC1-A2A4-E58207F05E08}"/>
                    </a:ext>
                  </a:extLst>
                </p14:cNvPr>
                <p14:cNvContentPartPr/>
                <p14:nvPr/>
              </p14:nvContentPartPr>
              <p14:xfrm>
                <a:off x="6354087" y="1938951"/>
                <a:ext cx="59760" cy="89280"/>
              </p14:xfrm>
            </p:contentPart>
          </mc:Choice>
          <mc:Fallback xmlns=""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D68E44CE-BD57-4BC1-A2A4-E58207F05E0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345447" y="1930311"/>
                  <a:ext cx="77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B242E4DD-9470-4C83-B03B-A1B54D39EB1B}"/>
                    </a:ext>
                  </a:extLst>
                </p14:cNvPr>
                <p14:cNvContentPartPr/>
                <p14:nvPr/>
              </p14:nvContentPartPr>
              <p14:xfrm>
                <a:off x="6224487" y="1887831"/>
                <a:ext cx="33120" cy="87840"/>
              </p14:xfrm>
            </p:contentPart>
          </mc:Choice>
          <mc:Fallback xmlns=""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B242E4DD-9470-4C83-B03B-A1B54D39EB1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215487" y="1879191"/>
                  <a:ext cx="50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6966CFCB-69B1-4C4B-A228-E35BE523D39F}"/>
                    </a:ext>
                  </a:extLst>
                </p14:cNvPr>
                <p14:cNvContentPartPr/>
                <p14:nvPr/>
              </p14:nvContentPartPr>
              <p14:xfrm>
                <a:off x="6092727" y="1739511"/>
                <a:ext cx="342000" cy="167040"/>
              </p14:xfrm>
            </p:contentPart>
          </mc:Choice>
          <mc:Fallback xmlns=""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6966CFCB-69B1-4C4B-A228-E35BE523D39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084087" y="1730871"/>
                  <a:ext cx="35964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upo 246">
            <a:extLst>
              <a:ext uri="{FF2B5EF4-FFF2-40B4-BE49-F238E27FC236}">
                <a16:creationId xmlns:a16="http://schemas.microsoft.com/office/drawing/2014/main" id="{814D9F4D-668E-4510-9DEE-20FD13107288}"/>
              </a:ext>
            </a:extLst>
          </p:cNvPr>
          <p:cNvGrpSpPr/>
          <p:nvPr/>
        </p:nvGrpSpPr>
        <p:grpSpPr>
          <a:xfrm>
            <a:off x="2738607" y="2034351"/>
            <a:ext cx="1657800" cy="525960"/>
            <a:chOff x="2738607" y="2034351"/>
            <a:chExt cx="165780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50ECD8FA-A641-4045-BBE1-3EE825B7CA3B}"/>
                    </a:ext>
                  </a:extLst>
                </p14:cNvPr>
                <p14:cNvContentPartPr/>
                <p14:nvPr/>
              </p14:nvContentPartPr>
              <p14:xfrm>
                <a:off x="2738607" y="2219031"/>
                <a:ext cx="74520" cy="221760"/>
              </p14:xfrm>
            </p:contentPart>
          </mc:Choice>
          <mc:Fallback xmlns=""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50ECD8FA-A641-4045-BBE1-3EE825B7CA3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729967" y="2210031"/>
                  <a:ext cx="921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1A4C21FB-E9FE-4098-B93F-F8934EDA2465}"/>
                    </a:ext>
                  </a:extLst>
                </p14:cNvPr>
                <p14:cNvContentPartPr/>
                <p14:nvPr/>
              </p14:nvContentPartPr>
              <p14:xfrm>
                <a:off x="2931567" y="2318391"/>
                <a:ext cx="209160" cy="20880"/>
              </p14:xfrm>
            </p:contentPart>
          </mc:Choice>
          <mc:Fallback xmlns=""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1A4C21FB-E9FE-4098-B93F-F8934EDA246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922927" y="2309391"/>
                  <a:ext cx="226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24FF0481-648A-46B0-87DC-4E948D7FCF5A}"/>
                    </a:ext>
                  </a:extLst>
                </p14:cNvPr>
                <p14:cNvContentPartPr/>
                <p14:nvPr/>
              </p14:nvContentPartPr>
              <p14:xfrm>
                <a:off x="3197967" y="2245311"/>
                <a:ext cx="59760" cy="295560"/>
              </p14:xfrm>
            </p:contentPart>
          </mc:Choice>
          <mc:Fallback xmlns=""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24FF0481-648A-46B0-87DC-4E948D7FCF5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189327" y="2236671"/>
                  <a:ext cx="774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A91CD506-1EBE-4CCD-8333-8DE9AA5870EF}"/>
                    </a:ext>
                  </a:extLst>
                </p14:cNvPr>
                <p14:cNvContentPartPr/>
                <p14:nvPr/>
              </p14:nvContentPartPr>
              <p14:xfrm>
                <a:off x="3156567" y="2188791"/>
                <a:ext cx="186120" cy="147240"/>
              </p14:xfrm>
            </p:contentPart>
          </mc:Choice>
          <mc:Fallback xmlns=""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A91CD506-1EBE-4CCD-8333-8DE9AA5870E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147567" y="2179791"/>
                  <a:ext cx="2037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24992F3A-AAEA-411C-A2DC-487B6BC786D1}"/>
                    </a:ext>
                  </a:extLst>
                </p14:cNvPr>
                <p14:cNvContentPartPr/>
                <p14:nvPr/>
              </p14:nvContentPartPr>
              <p14:xfrm>
                <a:off x="3448527" y="2136591"/>
                <a:ext cx="77760" cy="288720"/>
              </p14:xfrm>
            </p:contentPart>
          </mc:Choice>
          <mc:Fallback xmlns=""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24992F3A-AAEA-411C-A2DC-487B6BC786D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439527" y="2127951"/>
                  <a:ext cx="954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003C5D6A-8DB1-4167-8C93-CAD36796C3CE}"/>
                    </a:ext>
                  </a:extLst>
                </p14:cNvPr>
                <p14:cNvContentPartPr/>
                <p14:nvPr/>
              </p14:nvContentPartPr>
              <p14:xfrm>
                <a:off x="3638607" y="2152791"/>
                <a:ext cx="137880" cy="254160"/>
              </p14:xfrm>
            </p:contentPart>
          </mc:Choice>
          <mc:Fallback xmlns=""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003C5D6A-8DB1-4167-8C93-CAD36796C3C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629607" y="2143791"/>
                  <a:ext cx="1555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39F990AE-C24A-4080-A5F4-A8F478296B47}"/>
                    </a:ext>
                  </a:extLst>
                </p14:cNvPr>
                <p14:cNvContentPartPr/>
                <p14:nvPr/>
              </p14:nvContentPartPr>
              <p14:xfrm>
                <a:off x="3859287" y="2216871"/>
                <a:ext cx="124200" cy="6480"/>
              </p14:xfrm>
            </p:contentPart>
          </mc:Choice>
          <mc:Fallback xmlns=""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39F990AE-C24A-4080-A5F4-A8F478296B4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850647" y="2207871"/>
                  <a:ext cx="141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5EB2BF61-5DE1-4ACB-AC7E-E091DD915469}"/>
                    </a:ext>
                  </a:extLst>
                </p14:cNvPr>
                <p14:cNvContentPartPr/>
                <p14:nvPr/>
              </p14:nvContentPartPr>
              <p14:xfrm>
                <a:off x="3869367" y="2284551"/>
                <a:ext cx="135000" cy="41400"/>
              </p14:xfrm>
            </p:contentPart>
          </mc:Choice>
          <mc:Fallback xmlns=""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5EB2BF61-5DE1-4ACB-AC7E-E091DD91546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860367" y="2275551"/>
                  <a:ext cx="1526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03C00168-34BA-4803-ACC9-87A7103D9F62}"/>
                    </a:ext>
                  </a:extLst>
                </p14:cNvPr>
                <p14:cNvContentPartPr/>
                <p14:nvPr/>
              </p14:nvContentPartPr>
              <p14:xfrm>
                <a:off x="4065207" y="2129391"/>
                <a:ext cx="141840" cy="154440"/>
              </p14:xfrm>
            </p:contentPart>
          </mc:Choice>
          <mc:Fallback xmlns=""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03C00168-34BA-4803-ACC9-87A7103D9F6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056567" y="2120751"/>
                  <a:ext cx="1594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42824049-4650-4663-9B03-09FF85644BEA}"/>
                    </a:ext>
                  </a:extLst>
                </p14:cNvPr>
                <p14:cNvContentPartPr/>
                <p14:nvPr/>
              </p14:nvContentPartPr>
              <p14:xfrm>
                <a:off x="4196967" y="2143071"/>
                <a:ext cx="20520" cy="216720"/>
              </p14:xfrm>
            </p:contentPart>
          </mc:Choice>
          <mc:Fallback xmlns=""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42824049-4650-4663-9B03-09FF85644BE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187967" y="2134071"/>
                  <a:ext cx="38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A42445EB-B169-4D0E-A14F-0A78C57FF810}"/>
                    </a:ext>
                  </a:extLst>
                </p14:cNvPr>
                <p14:cNvContentPartPr/>
                <p14:nvPr/>
              </p14:nvContentPartPr>
              <p14:xfrm>
                <a:off x="4348527" y="2034351"/>
                <a:ext cx="47880" cy="336960"/>
              </p14:xfrm>
            </p:contentPart>
          </mc:Choice>
          <mc:Fallback xmlns=""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A42445EB-B169-4D0E-A14F-0A78C57FF81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339527" y="2025351"/>
                  <a:ext cx="655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5A9DA47C-EF53-4BFB-B781-A62400E5670A}"/>
                    </a:ext>
                  </a:extLst>
                </p14:cNvPr>
                <p14:cNvContentPartPr/>
                <p14:nvPr/>
              </p14:nvContentPartPr>
              <p14:xfrm>
                <a:off x="3927687" y="2395791"/>
                <a:ext cx="10080" cy="115920"/>
              </p14:xfrm>
            </p:contentPart>
          </mc:Choice>
          <mc:Fallback xmlns=""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5A9DA47C-EF53-4BFB-B781-A62400E5670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918687" y="2387151"/>
                  <a:ext cx="27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34F20D4E-F740-44FD-A976-3DAB8365BB8A}"/>
                    </a:ext>
                  </a:extLst>
                </p14:cNvPr>
                <p14:cNvContentPartPr/>
                <p14:nvPr/>
              </p14:nvContentPartPr>
              <p14:xfrm>
                <a:off x="3888807" y="2485071"/>
                <a:ext cx="96840" cy="75240"/>
              </p14:xfrm>
            </p:contentPart>
          </mc:Choice>
          <mc:Fallback xmlns=""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34F20D4E-F740-44FD-A976-3DAB8365BB8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879807" y="2476071"/>
                  <a:ext cx="11448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48" name="Entrada de lápiz 247">
                <a:extLst>
                  <a:ext uri="{FF2B5EF4-FFF2-40B4-BE49-F238E27FC236}">
                    <a16:creationId xmlns:a16="http://schemas.microsoft.com/office/drawing/2014/main" id="{89CA1DA2-8368-4288-A40F-0211AE0CDEF3}"/>
                  </a:ext>
                </a:extLst>
              </p14:cNvPr>
              <p14:cNvContentPartPr/>
              <p14:nvPr/>
            </p14:nvContentPartPr>
            <p14:xfrm>
              <a:off x="5459127" y="2855151"/>
              <a:ext cx="145800" cy="189360"/>
            </p14:xfrm>
          </p:contentPart>
        </mc:Choice>
        <mc:Fallback xmlns="">
          <p:pic>
            <p:nvPicPr>
              <p:cNvPr id="248" name="Entrada de lápiz 247">
                <a:extLst>
                  <a:ext uri="{FF2B5EF4-FFF2-40B4-BE49-F238E27FC236}">
                    <a16:creationId xmlns:a16="http://schemas.microsoft.com/office/drawing/2014/main" id="{89CA1DA2-8368-4288-A40F-0211AE0CDEF3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450487" y="2846151"/>
                <a:ext cx="16344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205AA0C0-9A94-401F-82B1-4B5221AE7AA7}"/>
                  </a:ext>
                </a:extLst>
              </p14:cNvPr>
              <p14:cNvContentPartPr/>
              <p14:nvPr/>
            </p14:nvContentPartPr>
            <p14:xfrm>
              <a:off x="5740287" y="2818071"/>
              <a:ext cx="46440" cy="300240"/>
            </p14:xfrm>
          </p:contentPart>
        </mc:Choice>
        <mc:Fallback xmlns=""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205AA0C0-9A94-401F-82B1-4B5221AE7AA7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731287" y="2809071"/>
                <a:ext cx="6408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51" name="Entrada de lápiz 250">
                <a:extLst>
                  <a:ext uri="{FF2B5EF4-FFF2-40B4-BE49-F238E27FC236}">
                    <a16:creationId xmlns:a16="http://schemas.microsoft.com/office/drawing/2014/main" id="{F0FFCCCA-ECE8-4C53-B511-14807A0DEFB4}"/>
                  </a:ext>
                </a:extLst>
              </p14:cNvPr>
              <p14:cNvContentPartPr/>
              <p14:nvPr/>
            </p14:nvContentPartPr>
            <p14:xfrm>
              <a:off x="5921367" y="2694951"/>
              <a:ext cx="20160" cy="126720"/>
            </p14:xfrm>
          </p:contentPart>
        </mc:Choice>
        <mc:Fallback xmlns="">
          <p:pic>
            <p:nvPicPr>
              <p:cNvPr id="251" name="Entrada de lápiz 250">
                <a:extLst>
                  <a:ext uri="{FF2B5EF4-FFF2-40B4-BE49-F238E27FC236}">
                    <a16:creationId xmlns:a16="http://schemas.microsoft.com/office/drawing/2014/main" id="{F0FFCCCA-ECE8-4C53-B511-14807A0DEFB4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912727" y="2686311"/>
                <a:ext cx="3780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52" name="Entrada de lápiz 251">
                <a:extLst>
                  <a:ext uri="{FF2B5EF4-FFF2-40B4-BE49-F238E27FC236}">
                    <a16:creationId xmlns:a16="http://schemas.microsoft.com/office/drawing/2014/main" id="{32DDD704-16E7-426E-BC45-F449ADD53C99}"/>
                  </a:ext>
                </a:extLst>
              </p14:cNvPr>
              <p14:cNvContentPartPr/>
              <p14:nvPr/>
            </p14:nvContentPartPr>
            <p14:xfrm>
              <a:off x="5853687" y="2645991"/>
              <a:ext cx="73080" cy="107280"/>
            </p14:xfrm>
          </p:contentPart>
        </mc:Choice>
        <mc:Fallback xmlns="">
          <p:pic>
            <p:nvPicPr>
              <p:cNvPr id="252" name="Entrada de lápiz 251">
                <a:extLst>
                  <a:ext uri="{FF2B5EF4-FFF2-40B4-BE49-F238E27FC236}">
                    <a16:creationId xmlns:a16="http://schemas.microsoft.com/office/drawing/2014/main" id="{32DDD704-16E7-426E-BC45-F449ADD53C9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845047" y="2637351"/>
                <a:ext cx="90720" cy="12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upo 266">
            <a:extLst>
              <a:ext uri="{FF2B5EF4-FFF2-40B4-BE49-F238E27FC236}">
                <a16:creationId xmlns:a16="http://schemas.microsoft.com/office/drawing/2014/main" id="{056F56C2-32CE-4B17-A4BB-E4A1DF622A02}"/>
              </a:ext>
            </a:extLst>
          </p:cNvPr>
          <p:cNvGrpSpPr/>
          <p:nvPr/>
        </p:nvGrpSpPr>
        <p:grpSpPr>
          <a:xfrm>
            <a:off x="6202887" y="2530431"/>
            <a:ext cx="1074240" cy="561240"/>
            <a:chOff x="6202887" y="2530431"/>
            <a:chExt cx="1074240" cy="5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B85919F7-39D0-4011-AF24-BCC8D314A290}"/>
                    </a:ext>
                  </a:extLst>
                </p14:cNvPr>
                <p14:cNvContentPartPr/>
                <p14:nvPr/>
              </p14:nvContentPartPr>
              <p14:xfrm>
                <a:off x="6202887" y="2855511"/>
                <a:ext cx="78120" cy="223920"/>
              </p14:xfrm>
            </p:contentPart>
          </mc:Choice>
          <mc:Fallback xmlns=""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B85919F7-39D0-4011-AF24-BCC8D314A29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194247" y="2846511"/>
                  <a:ext cx="95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E7D43410-A638-4F79-845B-C69E2DA38FB4}"/>
                    </a:ext>
                  </a:extLst>
                </p14:cNvPr>
                <p14:cNvContentPartPr/>
                <p14:nvPr/>
              </p14:nvContentPartPr>
              <p14:xfrm>
                <a:off x="6357687" y="2871351"/>
                <a:ext cx="124920" cy="142200"/>
              </p14:xfrm>
            </p:contentPart>
          </mc:Choice>
          <mc:Fallback xmlns=""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E7D43410-A638-4F79-845B-C69E2DA38FB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48687" y="2862351"/>
                  <a:ext cx="142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79CBED02-B0EB-4EEB-869B-4360FB201B0B}"/>
                    </a:ext>
                  </a:extLst>
                </p14:cNvPr>
                <p14:cNvContentPartPr/>
                <p14:nvPr/>
              </p14:nvContentPartPr>
              <p14:xfrm>
                <a:off x="6547047" y="2980791"/>
                <a:ext cx="360" cy="110880"/>
              </p14:xfrm>
            </p:contentPart>
          </mc:Choice>
          <mc:Fallback xmlns=""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79CBED02-B0EB-4EEB-869B-4360FB201B0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538407" y="2972151"/>
                  <a:ext cx="180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9B32C376-431E-42D4-B4F4-ACCCCFE89505}"/>
                    </a:ext>
                  </a:extLst>
                </p14:cNvPr>
                <p14:cNvContentPartPr/>
                <p14:nvPr/>
              </p14:nvContentPartPr>
              <p14:xfrm>
                <a:off x="6644607" y="2837871"/>
                <a:ext cx="95040" cy="166680"/>
              </p14:xfrm>
            </p:contentPart>
          </mc:Choice>
          <mc:Fallback xmlns=""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9B32C376-431E-42D4-B4F4-ACCCCFE8950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635607" y="2829231"/>
                  <a:ext cx="112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B3C23012-6556-4470-9484-65C671913D7E}"/>
                    </a:ext>
                  </a:extLst>
                </p14:cNvPr>
                <p14:cNvContentPartPr/>
                <p14:nvPr/>
              </p14:nvContentPartPr>
              <p14:xfrm>
                <a:off x="6785727" y="2779551"/>
                <a:ext cx="87480" cy="303120"/>
              </p14:xfrm>
            </p:contentPart>
          </mc:Choice>
          <mc:Fallback xmlns=""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B3C23012-6556-4470-9484-65C671913D7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777087" y="2770911"/>
                  <a:ext cx="1051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60EC591A-6B02-493E-A354-350EE55FFDF0}"/>
                    </a:ext>
                  </a:extLst>
                </p14:cNvPr>
                <p14:cNvContentPartPr/>
                <p14:nvPr/>
              </p14:nvContentPartPr>
              <p14:xfrm>
                <a:off x="6863127" y="2530431"/>
                <a:ext cx="116280" cy="221760"/>
              </p14:xfrm>
            </p:contentPart>
          </mc:Choice>
          <mc:Fallback xmlns=""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60EC591A-6B02-493E-A354-350EE55FFDF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854127" y="2521791"/>
                  <a:ext cx="1339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1B0B446A-14E1-460B-883A-9F4C6F49F13D}"/>
                    </a:ext>
                  </a:extLst>
                </p14:cNvPr>
                <p14:cNvContentPartPr/>
                <p14:nvPr/>
              </p14:nvContentPartPr>
              <p14:xfrm>
                <a:off x="7065807" y="2679111"/>
                <a:ext cx="70560" cy="6480"/>
              </p14:xfrm>
            </p:contentPart>
          </mc:Choice>
          <mc:Fallback xmlns=""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1B0B446A-14E1-460B-883A-9F4C6F49F13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057167" y="2670111"/>
                  <a:ext cx="88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28FF34DD-3D27-4539-BE4A-ACEF066C6567}"/>
                    </a:ext>
                  </a:extLst>
                </p14:cNvPr>
                <p14:cNvContentPartPr/>
                <p14:nvPr/>
              </p14:nvContentPartPr>
              <p14:xfrm>
                <a:off x="7156887" y="2539071"/>
                <a:ext cx="120240" cy="210600"/>
              </p14:xfrm>
            </p:contentPart>
          </mc:Choice>
          <mc:Fallback xmlns=""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28FF34DD-3D27-4539-BE4A-ACEF066C656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148247" y="2530431"/>
                  <a:ext cx="137880" cy="228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79" name="Imagen 278">
            <a:extLst>
              <a:ext uri="{FF2B5EF4-FFF2-40B4-BE49-F238E27FC236}">
                <a16:creationId xmlns:a16="http://schemas.microsoft.com/office/drawing/2014/main" id="{15C47F2E-3863-4154-B9C2-830945281575}"/>
              </a:ext>
            </a:extLst>
          </p:cNvPr>
          <p:cNvPicPr>
            <a:picLocks noChangeAspect="1"/>
          </p:cNvPicPr>
          <p:nvPr/>
        </p:nvPicPr>
        <p:blipFill>
          <a:blip r:embed="rId306"/>
          <a:stretch>
            <a:fillRect/>
          </a:stretch>
        </p:blipFill>
        <p:spPr>
          <a:xfrm>
            <a:off x="758247" y="3992691"/>
            <a:ext cx="9276120" cy="2321015"/>
          </a:xfrm>
          <a:prstGeom prst="rect">
            <a:avLst/>
          </a:prstGeom>
        </p:spPr>
      </p:pic>
      <p:grpSp>
        <p:nvGrpSpPr>
          <p:cNvPr id="290" name="Grupo 289">
            <a:extLst>
              <a:ext uri="{FF2B5EF4-FFF2-40B4-BE49-F238E27FC236}">
                <a16:creationId xmlns:a16="http://schemas.microsoft.com/office/drawing/2014/main" id="{6AE55144-2426-4BFB-8199-3EFE27E38D97}"/>
              </a:ext>
            </a:extLst>
          </p:cNvPr>
          <p:cNvGrpSpPr/>
          <p:nvPr/>
        </p:nvGrpSpPr>
        <p:grpSpPr>
          <a:xfrm>
            <a:off x="7242207" y="3002886"/>
            <a:ext cx="187560" cy="93960"/>
            <a:chOff x="7242207" y="3002886"/>
            <a:chExt cx="187560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8881EF94-15A3-48B7-854B-F59F4B0A1BC4}"/>
                    </a:ext>
                  </a:extLst>
                </p14:cNvPr>
                <p14:cNvContentPartPr/>
                <p14:nvPr/>
              </p14:nvContentPartPr>
              <p14:xfrm>
                <a:off x="7242207" y="3002886"/>
                <a:ext cx="159840" cy="11880"/>
              </p14:xfrm>
            </p:contentPart>
          </mc:Choice>
          <mc:Fallback xmlns=""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8881EF94-15A3-48B7-854B-F59F4B0A1BC4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233207" y="2994246"/>
                  <a:ext cx="177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D293257F-AB81-4A34-826B-F898D8E05B62}"/>
                    </a:ext>
                  </a:extLst>
                </p14:cNvPr>
                <p14:cNvContentPartPr/>
                <p14:nvPr/>
              </p14:nvContentPartPr>
              <p14:xfrm>
                <a:off x="7249047" y="3088566"/>
                <a:ext cx="180720" cy="8280"/>
              </p14:xfrm>
            </p:contentPart>
          </mc:Choice>
          <mc:Fallback xmlns=""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D293257F-AB81-4A34-826B-F898D8E05B6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7240407" y="3079566"/>
                  <a:ext cx="19836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upo 288">
            <a:extLst>
              <a:ext uri="{FF2B5EF4-FFF2-40B4-BE49-F238E27FC236}">
                <a16:creationId xmlns:a16="http://schemas.microsoft.com/office/drawing/2014/main" id="{3FB64433-F07A-4E63-9ABB-497DF904A8C3}"/>
              </a:ext>
            </a:extLst>
          </p:cNvPr>
          <p:cNvGrpSpPr/>
          <p:nvPr/>
        </p:nvGrpSpPr>
        <p:grpSpPr>
          <a:xfrm>
            <a:off x="7765287" y="2935926"/>
            <a:ext cx="1389960" cy="303480"/>
            <a:chOff x="7765287" y="2935926"/>
            <a:chExt cx="1389960" cy="3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D7E7CCF8-F17E-4456-8D0C-8AF817C98F97}"/>
                    </a:ext>
                  </a:extLst>
                </p14:cNvPr>
                <p14:cNvContentPartPr/>
                <p14:nvPr/>
              </p14:nvContentPartPr>
              <p14:xfrm>
                <a:off x="7765287" y="2935926"/>
                <a:ext cx="210960" cy="140040"/>
              </p14:xfrm>
            </p:contentPart>
          </mc:Choice>
          <mc:Fallback xmlns=""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D7E7CCF8-F17E-4456-8D0C-8AF817C98F9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756287" y="2927286"/>
                  <a:ext cx="228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11919E57-F857-4DA6-9525-C60944751A05}"/>
                    </a:ext>
                  </a:extLst>
                </p14:cNvPr>
                <p14:cNvContentPartPr/>
                <p14:nvPr/>
              </p14:nvContentPartPr>
              <p14:xfrm>
                <a:off x="7995687" y="3089286"/>
                <a:ext cx="73800" cy="150120"/>
              </p14:xfrm>
            </p:contentPart>
          </mc:Choice>
          <mc:Fallback xmlns=""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11919E57-F857-4DA6-9525-C60944751A0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986687" y="3080646"/>
                  <a:ext cx="91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DA29B08B-0D6F-459B-BD0D-5B49D8D50777}"/>
                    </a:ext>
                  </a:extLst>
                </p14:cNvPr>
                <p14:cNvContentPartPr/>
                <p14:nvPr/>
              </p14:nvContentPartPr>
              <p14:xfrm>
                <a:off x="8163807" y="2956086"/>
                <a:ext cx="178920" cy="180360"/>
              </p14:xfrm>
            </p:contentPart>
          </mc:Choice>
          <mc:Fallback xmlns=""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DA29B08B-0D6F-459B-BD0D-5B49D8D50777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155167" y="2947446"/>
                  <a:ext cx="196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4DDD4A92-66EC-4775-8F4E-C8DD672B30DC}"/>
                    </a:ext>
                  </a:extLst>
                </p14:cNvPr>
                <p14:cNvContentPartPr/>
                <p14:nvPr/>
              </p14:nvContentPartPr>
              <p14:xfrm>
                <a:off x="8399607" y="2961846"/>
                <a:ext cx="185400" cy="236520"/>
              </p14:xfrm>
            </p:contentPart>
          </mc:Choice>
          <mc:Fallback xmlns=""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4DDD4A92-66EC-4775-8F4E-C8DD672B30D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390607" y="2953206"/>
                  <a:ext cx="2030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3C3F1CDD-A649-4102-9D58-C3F150057C14}"/>
                    </a:ext>
                  </a:extLst>
                </p14:cNvPr>
                <p14:cNvContentPartPr/>
                <p14:nvPr/>
              </p14:nvContentPartPr>
              <p14:xfrm>
                <a:off x="8711007" y="2989566"/>
                <a:ext cx="104760" cy="154080"/>
              </p14:xfrm>
            </p:contentPart>
          </mc:Choice>
          <mc:Fallback xmlns=""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3C3F1CDD-A649-4102-9D58-C3F150057C14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702367" y="2980926"/>
                  <a:ext cx="1224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4C3D709A-52D3-4706-95DF-6CD821ABF6C7}"/>
                    </a:ext>
                  </a:extLst>
                </p14:cNvPr>
                <p14:cNvContentPartPr/>
                <p14:nvPr/>
              </p14:nvContentPartPr>
              <p14:xfrm>
                <a:off x="8914047" y="2975166"/>
                <a:ext cx="124920" cy="187200"/>
              </p14:xfrm>
            </p:contentPart>
          </mc:Choice>
          <mc:Fallback xmlns=""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4C3D709A-52D3-4706-95DF-6CD821ABF6C7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905407" y="2966526"/>
                  <a:ext cx="1425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387CC16D-F15E-4C6F-9524-E08FBD33A6C5}"/>
                    </a:ext>
                  </a:extLst>
                </p14:cNvPr>
                <p14:cNvContentPartPr/>
                <p14:nvPr/>
              </p14:nvContentPartPr>
              <p14:xfrm>
                <a:off x="9154887" y="3190086"/>
                <a:ext cx="360" cy="360"/>
              </p14:xfrm>
            </p:contentPart>
          </mc:Choice>
          <mc:Fallback xmlns=""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387CC16D-F15E-4C6F-9524-E08FBD33A6C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145887" y="31810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upo 304">
            <a:extLst>
              <a:ext uri="{FF2B5EF4-FFF2-40B4-BE49-F238E27FC236}">
                <a16:creationId xmlns:a16="http://schemas.microsoft.com/office/drawing/2014/main" id="{0F162F33-85F9-42CB-9E31-3EA12729E77F}"/>
              </a:ext>
            </a:extLst>
          </p:cNvPr>
          <p:cNvGrpSpPr/>
          <p:nvPr/>
        </p:nvGrpSpPr>
        <p:grpSpPr>
          <a:xfrm>
            <a:off x="2318847" y="2713671"/>
            <a:ext cx="3040920" cy="1260135"/>
            <a:chOff x="2318847" y="2713671"/>
            <a:chExt cx="3040920" cy="126013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55E2D9A9-14A6-44FC-872A-CC8866D09592}"/>
                    </a:ext>
                  </a:extLst>
                </p14:cNvPr>
                <p14:cNvContentPartPr/>
                <p14:nvPr/>
              </p14:nvContentPartPr>
              <p14:xfrm>
                <a:off x="2318847" y="3068271"/>
                <a:ext cx="149040" cy="20880"/>
              </p14:xfrm>
            </p:contentPart>
          </mc:Choice>
          <mc:Fallback xmlns=""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55E2D9A9-14A6-44FC-872A-CC8866D0959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310207" y="3059271"/>
                  <a:ext cx="166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B3846CBB-9809-4888-BA67-1317DA021E2A}"/>
                    </a:ext>
                  </a:extLst>
                </p14:cNvPr>
                <p14:cNvContentPartPr/>
                <p14:nvPr/>
              </p14:nvContentPartPr>
              <p14:xfrm>
                <a:off x="2373207" y="3131271"/>
                <a:ext cx="142920" cy="17280"/>
              </p14:xfrm>
            </p:contentPart>
          </mc:Choice>
          <mc:Fallback xmlns=""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B3846CBB-9809-4888-BA67-1317DA021E2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364567" y="3122631"/>
                  <a:ext cx="160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5F5D79AD-05A5-46E2-A3A4-1EF5E5B569A5}"/>
                    </a:ext>
                  </a:extLst>
                </p14:cNvPr>
                <p14:cNvContentPartPr/>
                <p14:nvPr/>
              </p14:nvContentPartPr>
              <p14:xfrm>
                <a:off x="2749767" y="2958471"/>
                <a:ext cx="30600" cy="252720"/>
              </p14:xfrm>
            </p:contentPart>
          </mc:Choice>
          <mc:Fallback xmlns=""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5F5D79AD-05A5-46E2-A3A4-1EF5E5B569A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741127" y="2949471"/>
                  <a:ext cx="482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AC7F8FB5-75A3-4192-B355-55040065F9F4}"/>
                    </a:ext>
                  </a:extLst>
                </p14:cNvPr>
                <p14:cNvContentPartPr/>
                <p14:nvPr/>
              </p14:nvContentPartPr>
              <p14:xfrm>
                <a:off x="2938767" y="3072591"/>
                <a:ext cx="216360" cy="21600"/>
              </p14:xfrm>
            </p:contentPart>
          </mc:Choice>
          <mc:Fallback xmlns=""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AC7F8FB5-75A3-4192-B355-55040065F9F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929767" y="3063951"/>
                  <a:ext cx="234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31F2931A-D43B-4FDF-90A4-F9A01B1085E1}"/>
                    </a:ext>
                  </a:extLst>
                </p14:cNvPr>
                <p14:cNvContentPartPr/>
                <p14:nvPr/>
              </p14:nvContentPartPr>
              <p14:xfrm>
                <a:off x="3729687" y="2881791"/>
                <a:ext cx="11160" cy="154440"/>
              </p14:xfrm>
            </p:contentPart>
          </mc:Choice>
          <mc:Fallback xmlns=""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31F2931A-D43B-4FDF-90A4-F9A01B1085E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720687" y="2872791"/>
                  <a:ext cx="288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E07581F1-38B3-4875-9B85-FBE8D17D4239}"/>
                    </a:ext>
                  </a:extLst>
                </p14:cNvPr>
                <p14:cNvContentPartPr/>
                <p14:nvPr/>
              </p14:nvContentPartPr>
              <p14:xfrm>
                <a:off x="3729687" y="2894391"/>
                <a:ext cx="360" cy="360"/>
              </p14:xfrm>
            </p:contentPart>
          </mc:Choice>
          <mc:Fallback xmlns=""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E07581F1-38B3-4875-9B85-FBE8D17D423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720687" y="288575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9272763A-C1DF-49E3-B528-29DDC9B22E74}"/>
                    </a:ext>
                  </a:extLst>
                </p14:cNvPr>
                <p14:cNvContentPartPr/>
                <p14:nvPr/>
              </p14:nvContentPartPr>
              <p14:xfrm>
                <a:off x="3592167" y="2829231"/>
                <a:ext cx="157680" cy="129960"/>
              </p14:xfrm>
            </p:contentPart>
          </mc:Choice>
          <mc:Fallback xmlns=""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9272763A-C1DF-49E3-B528-29DDC9B22E74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583167" y="2820591"/>
                  <a:ext cx="175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F3F7F70F-B41E-40E7-8FB6-DC3E65CBEF3B}"/>
                    </a:ext>
                  </a:extLst>
                </p14:cNvPr>
                <p14:cNvContentPartPr/>
                <p14:nvPr/>
              </p14:nvContentPartPr>
              <p14:xfrm>
                <a:off x="4015887" y="2893671"/>
                <a:ext cx="158760" cy="15480"/>
              </p14:xfrm>
            </p:contentPart>
          </mc:Choice>
          <mc:Fallback xmlns=""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F3F7F70F-B41E-40E7-8FB6-DC3E65CBEF3B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006887" y="2885031"/>
                  <a:ext cx="176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19522C00-F1E9-4944-9588-D6EE6A965BEE}"/>
                    </a:ext>
                  </a:extLst>
                </p14:cNvPr>
                <p14:cNvContentPartPr/>
                <p14:nvPr/>
              </p14:nvContentPartPr>
              <p14:xfrm>
                <a:off x="4339527" y="2824191"/>
                <a:ext cx="12240" cy="115200"/>
              </p14:xfrm>
            </p:contentPart>
          </mc:Choice>
          <mc:Fallback xmlns=""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19522C00-F1E9-4944-9588-D6EE6A965BE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330527" y="2815191"/>
                  <a:ext cx="29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21D14841-71A0-4F4D-82A6-B6E38BD4CF62}"/>
                    </a:ext>
                  </a:extLst>
                </p14:cNvPr>
                <p14:cNvContentPartPr/>
                <p14:nvPr/>
              </p14:nvContentPartPr>
              <p14:xfrm>
                <a:off x="3582087" y="3322431"/>
                <a:ext cx="145800" cy="199440"/>
              </p14:xfrm>
            </p:contentPart>
          </mc:Choice>
          <mc:Fallback xmlns=""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21D14841-71A0-4F4D-82A6-B6E38BD4CF6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573447" y="3313431"/>
                  <a:ext cx="163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55FFA528-A4E8-4F2F-A93E-2BD8DBEF900A}"/>
                    </a:ext>
                  </a:extLst>
                </p14:cNvPr>
                <p14:cNvContentPartPr/>
                <p14:nvPr/>
              </p14:nvContentPartPr>
              <p14:xfrm>
                <a:off x="3976287" y="3434031"/>
                <a:ext cx="133200" cy="21600"/>
              </p14:xfrm>
            </p:contentPart>
          </mc:Choice>
          <mc:Fallback xmlns=""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55FFA528-A4E8-4F2F-A93E-2BD8DBEF900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967287" y="3425391"/>
                  <a:ext cx="150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A2E59921-E0F2-46F1-B549-76F14343B17D}"/>
                    </a:ext>
                  </a:extLst>
                </p14:cNvPr>
                <p14:cNvContentPartPr/>
                <p14:nvPr/>
              </p14:nvContentPartPr>
              <p14:xfrm>
                <a:off x="4394967" y="3354831"/>
                <a:ext cx="1440" cy="151920"/>
              </p14:xfrm>
            </p:contentPart>
          </mc:Choice>
          <mc:Fallback xmlns=""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A2E59921-E0F2-46F1-B549-76F14343B17D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385967" y="3346191"/>
                  <a:ext cx="19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5579793B-4532-4DC7-9F9B-A01254E1C65A}"/>
                    </a:ext>
                  </a:extLst>
                </p14:cNvPr>
                <p14:cNvContentPartPr/>
                <p14:nvPr/>
              </p14:nvContentPartPr>
              <p14:xfrm>
                <a:off x="4586847" y="2713671"/>
                <a:ext cx="173520" cy="781560"/>
              </p14:xfrm>
            </p:contentPart>
          </mc:Choice>
          <mc:Fallback xmlns=""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5579793B-4532-4DC7-9F9B-A01254E1C65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578207" y="2705031"/>
                  <a:ext cx="191160" cy="79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589F5FC7-7F47-47AD-9B83-857E7089290A}"/>
                    </a:ext>
                  </a:extLst>
                </p14:cNvPr>
                <p14:cNvContentPartPr/>
                <p14:nvPr/>
              </p14:nvContentPartPr>
              <p14:xfrm>
                <a:off x="5002647" y="2895471"/>
                <a:ext cx="89640" cy="204120"/>
              </p14:xfrm>
            </p:contentPart>
          </mc:Choice>
          <mc:Fallback xmlns=""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589F5FC7-7F47-47AD-9B83-857E7089290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993647" y="2886831"/>
                  <a:ext cx="1072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C5ACA826-28DC-46A5-8BDF-6BDE2F0D869A}"/>
                    </a:ext>
                  </a:extLst>
                </p14:cNvPr>
                <p14:cNvContentPartPr/>
                <p14:nvPr/>
              </p14:nvContentPartPr>
              <p14:xfrm>
                <a:off x="5167887" y="2934711"/>
                <a:ext cx="139680" cy="169920"/>
              </p14:xfrm>
            </p:contentPart>
          </mc:Choice>
          <mc:Fallback xmlns=""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C5ACA826-28DC-46A5-8BDF-6BDE2F0D869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158887" y="2925711"/>
                  <a:ext cx="157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0017B472-9D37-4DB3-82F9-9A1D1A7E30E5}"/>
                    </a:ext>
                  </a:extLst>
                </p14:cNvPr>
                <p14:cNvContentPartPr/>
                <p14:nvPr/>
              </p14:nvContentPartPr>
              <p14:xfrm>
                <a:off x="5346447" y="3095631"/>
                <a:ext cx="13320" cy="120600"/>
              </p14:xfrm>
            </p:contentPart>
          </mc:Choice>
          <mc:Fallback xmlns=""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0017B472-9D37-4DB3-82F9-9A1D1A7E30E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337447" y="3086991"/>
                  <a:ext cx="30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4940BFD1-147A-465E-AA59-33B71C1BFB41}"/>
                    </a:ext>
                  </a:extLst>
                </p14:cNvPr>
                <p14:cNvContentPartPr/>
                <p14:nvPr/>
              </p14:nvContentPartPr>
              <p14:xfrm>
                <a:off x="2357367" y="3752766"/>
                <a:ext cx="223200" cy="36000"/>
              </p14:xfrm>
            </p:contentPart>
          </mc:Choice>
          <mc:Fallback xmlns=""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4940BFD1-147A-465E-AA59-33B71C1BFB41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348727" y="3743766"/>
                  <a:ext cx="240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80C119C1-7F5E-46F1-8B0F-68ACAFDE937B}"/>
                    </a:ext>
                  </a:extLst>
                </p14:cNvPr>
                <p14:cNvContentPartPr/>
                <p14:nvPr/>
              </p14:nvContentPartPr>
              <p14:xfrm>
                <a:off x="2393007" y="3825846"/>
                <a:ext cx="210240" cy="40320"/>
              </p14:xfrm>
            </p:contentPart>
          </mc:Choice>
          <mc:Fallback xmlns=""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80C119C1-7F5E-46F1-8B0F-68ACAFDE937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384367" y="3816846"/>
                  <a:ext cx="227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08CB8E4F-0B31-43D3-9CB9-8976FBEE9AB4}"/>
                    </a:ext>
                  </a:extLst>
                </p14:cNvPr>
                <p14:cNvContentPartPr/>
                <p14:nvPr/>
              </p14:nvContentPartPr>
              <p14:xfrm>
                <a:off x="2803047" y="3628926"/>
                <a:ext cx="74520" cy="344880"/>
              </p14:xfrm>
            </p:contentPart>
          </mc:Choice>
          <mc:Fallback xmlns=""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08CB8E4F-0B31-43D3-9CB9-8976FBEE9AB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794047" y="3620286"/>
                  <a:ext cx="921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8B6392A5-A5C5-4CEA-BC28-F5ADB540C186}"/>
                    </a:ext>
                  </a:extLst>
                </p14:cNvPr>
                <p14:cNvContentPartPr/>
                <p14:nvPr/>
              </p14:nvContentPartPr>
              <p14:xfrm>
                <a:off x="3109047" y="3747366"/>
                <a:ext cx="195840" cy="31680"/>
              </p14:xfrm>
            </p:contentPart>
          </mc:Choice>
          <mc:Fallback xmlns=""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8B6392A5-A5C5-4CEA-BC28-F5ADB540C18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100047" y="3738726"/>
                  <a:ext cx="213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1714E36B-7AF0-4326-913D-5665A5B10C51}"/>
                    </a:ext>
                  </a:extLst>
                </p14:cNvPr>
                <p14:cNvContentPartPr/>
                <p14:nvPr/>
              </p14:nvContentPartPr>
              <p14:xfrm>
                <a:off x="3473727" y="3590406"/>
                <a:ext cx="172800" cy="340200"/>
              </p14:xfrm>
            </p:contentPart>
          </mc:Choice>
          <mc:Fallback xmlns=""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1714E36B-7AF0-4326-913D-5665A5B10C51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464727" y="3581406"/>
                  <a:ext cx="1904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D6B4ABA1-43CE-4840-B06B-9750303C43A4}"/>
                    </a:ext>
                  </a:extLst>
                </p14:cNvPr>
                <p14:cNvContentPartPr/>
                <p14:nvPr/>
              </p14:nvContentPartPr>
              <p14:xfrm>
                <a:off x="3767127" y="3741966"/>
                <a:ext cx="166680" cy="150120"/>
              </p14:xfrm>
            </p:contentPart>
          </mc:Choice>
          <mc:Fallback xmlns=""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D6B4ABA1-43CE-4840-B06B-9750303C43A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758487" y="3733326"/>
                  <a:ext cx="1843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C3CA3595-81A9-4F25-9A1D-A4713011C1CF}"/>
                    </a:ext>
                  </a:extLst>
                </p14:cNvPr>
                <p14:cNvContentPartPr/>
                <p14:nvPr/>
              </p14:nvContentPartPr>
              <p14:xfrm>
                <a:off x="3972327" y="3645846"/>
                <a:ext cx="205200" cy="227160"/>
              </p14:xfrm>
            </p:contentPart>
          </mc:Choice>
          <mc:Fallback xmlns=""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C3CA3595-81A9-4F25-9A1D-A4713011C1C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963327" y="3637206"/>
                  <a:ext cx="222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76556F55-E6B2-4E95-972B-895F2A56348E}"/>
                    </a:ext>
                  </a:extLst>
                </p14:cNvPr>
                <p14:cNvContentPartPr/>
                <p14:nvPr/>
              </p14:nvContentPartPr>
              <p14:xfrm>
                <a:off x="4225767" y="3743766"/>
                <a:ext cx="33120" cy="107280"/>
              </p14:xfrm>
            </p:contentPart>
          </mc:Choice>
          <mc:Fallback xmlns=""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76556F55-E6B2-4E95-972B-895F2A56348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216767" y="3735126"/>
                  <a:ext cx="507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1336F37D-7096-4E5C-BA0C-E946EC6C70E7}"/>
                    </a:ext>
                  </a:extLst>
                </p14:cNvPr>
                <p14:cNvContentPartPr/>
                <p14:nvPr/>
              </p14:nvContentPartPr>
              <p14:xfrm>
                <a:off x="4322607" y="3750246"/>
                <a:ext cx="156960" cy="118440"/>
              </p14:xfrm>
            </p:contentPart>
          </mc:Choice>
          <mc:Fallback xmlns=""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1336F37D-7096-4E5C-BA0C-E946EC6C70E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313967" y="3741606"/>
                  <a:ext cx="174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3A4661B7-8A30-4DE9-B7DE-E375A264E88A}"/>
                    </a:ext>
                  </a:extLst>
                </p14:cNvPr>
                <p14:cNvContentPartPr/>
                <p14:nvPr/>
              </p14:nvContentPartPr>
              <p14:xfrm>
                <a:off x="4493967" y="3739446"/>
                <a:ext cx="130680" cy="128160"/>
              </p14:xfrm>
            </p:contentPart>
          </mc:Choice>
          <mc:Fallback xmlns=""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3A4661B7-8A30-4DE9-B7DE-E375A264E88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484967" y="3730806"/>
                  <a:ext cx="148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4DF0D718-0405-4C3A-B91B-382FD8E1323C}"/>
                    </a:ext>
                  </a:extLst>
                </p14:cNvPr>
                <p14:cNvContentPartPr/>
                <p14:nvPr/>
              </p14:nvContentPartPr>
              <p14:xfrm>
                <a:off x="4699887" y="3742686"/>
                <a:ext cx="240840" cy="122760"/>
              </p14:xfrm>
            </p:contentPart>
          </mc:Choice>
          <mc:Fallback xmlns=""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4DF0D718-0405-4C3A-B91B-382FD8E1323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690887" y="3733686"/>
                  <a:ext cx="258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362A78BF-859A-477F-B52D-B7AE5861EFEB}"/>
                    </a:ext>
                  </a:extLst>
                </p14:cNvPr>
                <p14:cNvContentPartPr/>
                <p14:nvPr/>
              </p14:nvContentPartPr>
              <p14:xfrm>
                <a:off x="5080047" y="3644046"/>
                <a:ext cx="81720" cy="280800"/>
              </p14:xfrm>
            </p:contentPart>
          </mc:Choice>
          <mc:Fallback xmlns=""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362A78BF-859A-477F-B52D-B7AE5861EFEB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071047" y="3635406"/>
                  <a:ext cx="99360" cy="29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307" name="Entrada de lápiz 306">
                <a:extLst>
                  <a:ext uri="{FF2B5EF4-FFF2-40B4-BE49-F238E27FC236}">
                    <a16:creationId xmlns:a16="http://schemas.microsoft.com/office/drawing/2014/main" id="{95A20BF6-8BEE-45BE-8E94-D49D99AF5E7B}"/>
                  </a:ext>
                </a:extLst>
              </p14:cNvPr>
              <p14:cNvContentPartPr/>
              <p14:nvPr/>
            </p14:nvContentPartPr>
            <p14:xfrm>
              <a:off x="5497647" y="3871206"/>
              <a:ext cx="84600" cy="168840"/>
            </p14:xfrm>
          </p:contentPart>
        </mc:Choice>
        <mc:Fallback xmlns="">
          <p:pic>
            <p:nvPicPr>
              <p:cNvPr id="307" name="Entrada de lápiz 306">
                <a:extLst>
                  <a:ext uri="{FF2B5EF4-FFF2-40B4-BE49-F238E27FC236}">
                    <a16:creationId xmlns:a16="http://schemas.microsoft.com/office/drawing/2014/main" id="{95A20BF6-8BEE-45BE-8E94-D49D99AF5E7B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5489007" y="3862206"/>
                <a:ext cx="1022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312" name="Entrada de lápiz 311">
                <a:extLst>
                  <a:ext uri="{FF2B5EF4-FFF2-40B4-BE49-F238E27FC236}">
                    <a16:creationId xmlns:a16="http://schemas.microsoft.com/office/drawing/2014/main" id="{8E625B0A-AF90-4846-9F87-D51F2A118557}"/>
                  </a:ext>
                </a:extLst>
              </p14:cNvPr>
              <p14:cNvContentPartPr/>
              <p14:nvPr/>
            </p14:nvContentPartPr>
            <p14:xfrm>
              <a:off x="5228367" y="3732276"/>
              <a:ext cx="158760" cy="157320"/>
            </p14:xfrm>
          </p:contentPart>
        </mc:Choice>
        <mc:Fallback xmlns="">
          <p:pic>
            <p:nvPicPr>
              <p:cNvPr id="312" name="Entrada de lápiz 311">
                <a:extLst>
                  <a:ext uri="{FF2B5EF4-FFF2-40B4-BE49-F238E27FC236}">
                    <a16:creationId xmlns:a16="http://schemas.microsoft.com/office/drawing/2014/main" id="{8E625B0A-AF90-4846-9F87-D51F2A118557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5219727" y="3723636"/>
                <a:ext cx="176400" cy="17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9" name="Grupo 328">
            <a:extLst>
              <a:ext uri="{FF2B5EF4-FFF2-40B4-BE49-F238E27FC236}">
                <a16:creationId xmlns:a16="http://schemas.microsoft.com/office/drawing/2014/main" id="{018E2CA9-7502-4496-B7AB-950E78980615}"/>
              </a:ext>
            </a:extLst>
          </p:cNvPr>
          <p:cNvGrpSpPr/>
          <p:nvPr/>
        </p:nvGrpSpPr>
        <p:grpSpPr>
          <a:xfrm>
            <a:off x="5765127" y="3729756"/>
            <a:ext cx="176760" cy="291600"/>
            <a:chOff x="5765127" y="3729756"/>
            <a:chExt cx="17676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18B2CA1D-9046-4B46-B8B2-4BCD65A9DF8D}"/>
                    </a:ext>
                  </a:extLst>
                </p14:cNvPr>
                <p14:cNvContentPartPr/>
                <p14:nvPr/>
              </p14:nvContentPartPr>
              <p14:xfrm>
                <a:off x="5765127" y="3729756"/>
                <a:ext cx="117360" cy="177480"/>
              </p14:xfrm>
            </p:contentPart>
          </mc:Choice>
          <mc:Fallback xmlns=""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18B2CA1D-9046-4B46-B8B2-4BCD65A9DF8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756127" y="3721116"/>
                  <a:ext cx="1350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14" name="Entrada de lápiz 313">
                  <a:extLst>
                    <a:ext uri="{FF2B5EF4-FFF2-40B4-BE49-F238E27FC236}">
                      <a16:creationId xmlns:a16="http://schemas.microsoft.com/office/drawing/2014/main" id="{719B7341-B4AB-4922-A2C0-96A9D98E3721}"/>
                    </a:ext>
                  </a:extLst>
                </p14:cNvPr>
                <p14:cNvContentPartPr/>
                <p14:nvPr/>
              </p14:nvContentPartPr>
              <p14:xfrm>
                <a:off x="5939367" y="3950796"/>
                <a:ext cx="2520" cy="70560"/>
              </p14:xfrm>
            </p:contentPart>
          </mc:Choice>
          <mc:Fallback xmlns="">
            <p:pic>
              <p:nvPicPr>
                <p:cNvPr id="314" name="Entrada de lápiz 313">
                  <a:extLst>
                    <a:ext uri="{FF2B5EF4-FFF2-40B4-BE49-F238E27FC236}">
                      <a16:creationId xmlns:a16="http://schemas.microsoft.com/office/drawing/2014/main" id="{719B7341-B4AB-4922-A2C0-96A9D98E372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930367" y="3941796"/>
                  <a:ext cx="2016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upo 327">
            <a:extLst>
              <a:ext uri="{FF2B5EF4-FFF2-40B4-BE49-F238E27FC236}">
                <a16:creationId xmlns:a16="http://schemas.microsoft.com/office/drawing/2014/main" id="{9AA32ABB-C5D3-4E51-8F0F-0A8EBEB78B62}"/>
              </a:ext>
            </a:extLst>
          </p:cNvPr>
          <p:cNvGrpSpPr/>
          <p:nvPr/>
        </p:nvGrpSpPr>
        <p:grpSpPr>
          <a:xfrm>
            <a:off x="6107487" y="3614916"/>
            <a:ext cx="587520" cy="346680"/>
            <a:chOff x="6107487" y="3614916"/>
            <a:chExt cx="58752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A7335D76-D31E-43E0-BD8C-AB57953FF518}"/>
                    </a:ext>
                  </a:extLst>
                </p14:cNvPr>
                <p14:cNvContentPartPr/>
                <p14:nvPr/>
              </p14:nvContentPartPr>
              <p14:xfrm>
                <a:off x="6107487" y="3700236"/>
                <a:ext cx="114840" cy="133920"/>
              </p14:xfrm>
            </p:contentPart>
          </mc:Choice>
          <mc:Fallback xmlns=""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A7335D76-D31E-43E0-BD8C-AB57953FF51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098487" y="3691596"/>
                  <a:ext cx="1324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3ED52AD7-F196-44E2-A299-290D7A186034}"/>
                    </a:ext>
                  </a:extLst>
                </p14:cNvPr>
                <p14:cNvContentPartPr/>
                <p14:nvPr/>
              </p14:nvContentPartPr>
              <p14:xfrm>
                <a:off x="6333207" y="3891036"/>
                <a:ext cx="4320" cy="70560"/>
              </p14:xfrm>
            </p:contentPart>
          </mc:Choice>
          <mc:Fallback xmlns=""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3ED52AD7-F196-44E2-A299-290D7A18603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324567" y="3882036"/>
                  <a:ext cx="219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4BC395FA-D791-4AEF-A705-97EFF44BBA47}"/>
                    </a:ext>
                  </a:extLst>
                </p14:cNvPr>
                <p14:cNvContentPartPr/>
                <p14:nvPr/>
              </p14:nvContentPartPr>
              <p14:xfrm>
                <a:off x="6426807" y="3701316"/>
                <a:ext cx="142560" cy="196920"/>
              </p14:xfrm>
            </p:contentPart>
          </mc:Choice>
          <mc:Fallback xmlns=""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4BC395FA-D791-4AEF-A705-97EFF44BBA4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418167" y="3692316"/>
                  <a:ext cx="160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554BB160-CAA3-414B-A744-5197D1A3622F}"/>
                    </a:ext>
                  </a:extLst>
                </p14:cNvPr>
                <p14:cNvContentPartPr/>
                <p14:nvPr/>
              </p14:nvContentPartPr>
              <p14:xfrm>
                <a:off x="6632367" y="3614916"/>
                <a:ext cx="62640" cy="344880"/>
              </p14:xfrm>
            </p:contentPart>
          </mc:Choice>
          <mc:Fallback xmlns=""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554BB160-CAA3-414B-A744-5197D1A3622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623367" y="3605916"/>
                  <a:ext cx="80280" cy="36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319" name="Entrada de lápiz 318">
                <a:extLst>
                  <a:ext uri="{FF2B5EF4-FFF2-40B4-BE49-F238E27FC236}">
                    <a16:creationId xmlns:a16="http://schemas.microsoft.com/office/drawing/2014/main" id="{4EC7146B-454A-44AB-BFB8-889BEC8D59E6}"/>
                  </a:ext>
                </a:extLst>
              </p14:cNvPr>
              <p14:cNvContentPartPr/>
              <p14:nvPr/>
            </p14:nvContentPartPr>
            <p14:xfrm>
              <a:off x="6948087" y="3744876"/>
              <a:ext cx="129960" cy="97560"/>
            </p14:xfrm>
          </p:contentPart>
        </mc:Choice>
        <mc:Fallback xmlns="">
          <p:pic>
            <p:nvPicPr>
              <p:cNvPr id="319" name="Entrada de lápiz 318">
                <a:extLst>
                  <a:ext uri="{FF2B5EF4-FFF2-40B4-BE49-F238E27FC236}">
                    <a16:creationId xmlns:a16="http://schemas.microsoft.com/office/drawing/2014/main" id="{4EC7146B-454A-44AB-BFB8-889BEC8D59E6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6939447" y="3736236"/>
                <a:ext cx="147600" cy="11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7" name="Grupo 326">
            <a:extLst>
              <a:ext uri="{FF2B5EF4-FFF2-40B4-BE49-F238E27FC236}">
                <a16:creationId xmlns:a16="http://schemas.microsoft.com/office/drawing/2014/main" id="{B1FEA29E-09E6-490B-84DE-65BD658E3EC0}"/>
              </a:ext>
            </a:extLst>
          </p:cNvPr>
          <p:cNvGrpSpPr/>
          <p:nvPr/>
        </p:nvGrpSpPr>
        <p:grpSpPr>
          <a:xfrm>
            <a:off x="7518327" y="3696996"/>
            <a:ext cx="1110960" cy="289440"/>
            <a:chOff x="7518327" y="3696996"/>
            <a:chExt cx="111096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9EF79FBC-AD40-4DDD-BBD6-BF9CF1F0965B}"/>
                    </a:ext>
                  </a:extLst>
                </p14:cNvPr>
                <p14:cNvContentPartPr/>
                <p14:nvPr/>
              </p14:nvContentPartPr>
              <p14:xfrm>
                <a:off x="7518327" y="3729036"/>
                <a:ext cx="137520" cy="122040"/>
              </p14:xfrm>
            </p:contentPart>
          </mc:Choice>
          <mc:Fallback xmlns=""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9EF79FBC-AD40-4DDD-BBD6-BF9CF1F0965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509327" y="3720036"/>
                  <a:ext cx="155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9D5FF6A3-99A4-4C43-94BC-285987BC7E21}"/>
                    </a:ext>
                  </a:extLst>
                </p14:cNvPr>
                <p14:cNvContentPartPr/>
                <p14:nvPr/>
              </p14:nvContentPartPr>
              <p14:xfrm>
                <a:off x="7736127" y="3901476"/>
                <a:ext cx="11160" cy="84960"/>
              </p14:xfrm>
            </p:contentPart>
          </mc:Choice>
          <mc:Fallback xmlns=""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9D5FF6A3-99A4-4C43-94BC-285987BC7E2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727487" y="3892836"/>
                  <a:ext cx="288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337B167A-12C5-4AC6-95F4-2C80DFD0B793}"/>
                    </a:ext>
                  </a:extLst>
                </p14:cNvPr>
                <p14:cNvContentPartPr/>
                <p14:nvPr/>
              </p14:nvContentPartPr>
              <p14:xfrm>
                <a:off x="7845207" y="3706716"/>
                <a:ext cx="129960" cy="210240"/>
              </p14:xfrm>
            </p:contentPart>
          </mc:Choice>
          <mc:Fallback xmlns=""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337B167A-12C5-4AC6-95F4-2C80DFD0B79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836207" y="3697716"/>
                  <a:ext cx="1476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E1FFEC4A-F693-40EE-9241-3C8D4611F80A}"/>
                    </a:ext>
                  </a:extLst>
                </p14:cNvPr>
                <p14:cNvContentPartPr/>
                <p14:nvPr/>
              </p14:nvContentPartPr>
              <p14:xfrm>
                <a:off x="8073807" y="3705636"/>
                <a:ext cx="118080" cy="136080"/>
              </p14:xfrm>
            </p:contentPart>
          </mc:Choice>
          <mc:Fallback xmlns=""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E1FFEC4A-F693-40EE-9241-3C8D4611F80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064807" y="3696996"/>
                  <a:ext cx="135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491039E3-0974-4433-B930-0BF2C3541D99}"/>
                    </a:ext>
                  </a:extLst>
                </p14:cNvPr>
                <p14:cNvContentPartPr/>
                <p14:nvPr/>
              </p14:nvContentPartPr>
              <p14:xfrm>
                <a:off x="8191527" y="3702036"/>
                <a:ext cx="8280" cy="187200"/>
              </p14:xfrm>
            </p:contentPart>
          </mc:Choice>
          <mc:Fallback xmlns=""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491039E3-0974-4433-B930-0BF2C3541D99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182887" y="3693396"/>
                  <a:ext cx="25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25" name="Entrada de lápiz 324">
                  <a:extLst>
                    <a:ext uri="{FF2B5EF4-FFF2-40B4-BE49-F238E27FC236}">
                      <a16:creationId xmlns:a16="http://schemas.microsoft.com/office/drawing/2014/main" id="{8091CDD9-1B96-497F-9E99-6D768B91E602}"/>
                    </a:ext>
                  </a:extLst>
                </p14:cNvPr>
                <p14:cNvContentPartPr/>
                <p14:nvPr/>
              </p14:nvContentPartPr>
              <p14:xfrm>
                <a:off x="8303487" y="3703836"/>
                <a:ext cx="113040" cy="222840"/>
              </p14:xfrm>
            </p:contentPart>
          </mc:Choice>
          <mc:Fallback xmlns="">
            <p:pic>
              <p:nvPicPr>
                <p:cNvPr id="325" name="Entrada de lápiz 324">
                  <a:extLst>
                    <a:ext uri="{FF2B5EF4-FFF2-40B4-BE49-F238E27FC236}">
                      <a16:creationId xmlns:a16="http://schemas.microsoft.com/office/drawing/2014/main" id="{8091CDD9-1B96-497F-9E99-6D768B91E602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294487" y="3695196"/>
                  <a:ext cx="130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26" name="Entrada de lápiz 325">
                  <a:extLst>
                    <a:ext uri="{FF2B5EF4-FFF2-40B4-BE49-F238E27FC236}">
                      <a16:creationId xmlns:a16="http://schemas.microsoft.com/office/drawing/2014/main" id="{556EAC5E-F04B-4E7A-866B-883BC1931065}"/>
                    </a:ext>
                  </a:extLst>
                </p14:cNvPr>
                <p14:cNvContentPartPr/>
                <p14:nvPr/>
              </p14:nvContentPartPr>
              <p14:xfrm>
                <a:off x="8528127" y="3696996"/>
                <a:ext cx="101160" cy="212040"/>
              </p14:xfrm>
            </p:contentPart>
          </mc:Choice>
          <mc:Fallback xmlns="">
            <p:pic>
              <p:nvPicPr>
                <p:cNvPr id="326" name="Entrada de lápiz 325">
                  <a:extLst>
                    <a:ext uri="{FF2B5EF4-FFF2-40B4-BE49-F238E27FC236}">
                      <a16:creationId xmlns:a16="http://schemas.microsoft.com/office/drawing/2014/main" id="{556EAC5E-F04B-4E7A-866B-883BC1931065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519127" y="3687996"/>
                  <a:ext cx="11880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upo 345">
            <a:extLst>
              <a:ext uri="{FF2B5EF4-FFF2-40B4-BE49-F238E27FC236}">
                <a16:creationId xmlns:a16="http://schemas.microsoft.com/office/drawing/2014/main" id="{0F013A61-7252-4F52-B40E-E8754B0AC1C2}"/>
              </a:ext>
            </a:extLst>
          </p:cNvPr>
          <p:cNvGrpSpPr/>
          <p:nvPr/>
        </p:nvGrpSpPr>
        <p:grpSpPr>
          <a:xfrm>
            <a:off x="9863727" y="3199116"/>
            <a:ext cx="1151640" cy="448560"/>
            <a:chOff x="9863727" y="3199116"/>
            <a:chExt cx="1151640" cy="44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8912832C-654D-4E21-8DE0-1A78D45C518D}"/>
                    </a:ext>
                  </a:extLst>
                </p14:cNvPr>
                <p14:cNvContentPartPr/>
                <p14:nvPr/>
              </p14:nvContentPartPr>
              <p14:xfrm>
                <a:off x="9931047" y="3199116"/>
                <a:ext cx="72000" cy="437400"/>
              </p14:xfrm>
            </p:contentPart>
          </mc:Choice>
          <mc:Fallback xmlns=""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8912832C-654D-4E21-8DE0-1A78D45C518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922047" y="3190476"/>
                  <a:ext cx="8964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D3CD63BC-66A5-427B-88E2-99AEA158BAE4}"/>
                    </a:ext>
                  </a:extLst>
                </p14:cNvPr>
                <p14:cNvContentPartPr/>
                <p14:nvPr/>
              </p14:nvContentPartPr>
              <p14:xfrm>
                <a:off x="9863727" y="3417276"/>
                <a:ext cx="451800" cy="230400"/>
              </p14:xfrm>
            </p:contentPart>
          </mc:Choice>
          <mc:Fallback xmlns=""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D3CD63BC-66A5-427B-88E2-99AEA158BAE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854727" y="3408276"/>
                  <a:ext cx="4694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6851D259-673B-4039-BF8F-DAFCFC78320C}"/>
                    </a:ext>
                  </a:extLst>
                </p14:cNvPr>
                <p14:cNvContentPartPr/>
                <p14:nvPr/>
              </p14:nvContentPartPr>
              <p14:xfrm>
                <a:off x="10346847" y="3461556"/>
                <a:ext cx="276480" cy="157320"/>
              </p14:xfrm>
            </p:contentPart>
          </mc:Choice>
          <mc:Fallback xmlns=""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6851D259-673B-4039-BF8F-DAFCFC78320C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0338207" y="3452916"/>
                  <a:ext cx="2941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36" name="Entrada de lápiz 335">
                  <a:extLst>
                    <a:ext uri="{FF2B5EF4-FFF2-40B4-BE49-F238E27FC236}">
                      <a16:creationId xmlns:a16="http://schemas.microsoft.com/office/drawing/2014/main" id="{4158A8AA-3A87-4055-B734-0611F9027944}"/>
                    </a:ext>
                  </a:extLst>
                </p14:cNvPr>
                <p14:cNvContentPartPr/>
                <p14:nvPr/>
              </p14:nvContentPartPr>
              <p14:xfrm>
                <a:off x="10660407" y="3405756"/>
                <a:ext cx="275040" cy="208800"/>
              </p14:xfrm>
            </p:contentPart>
          </mc:Choice>
          <mc:Fallback xmlns="">
            <p:pic>
              <p:nvPicPr>
                <p:cNvPr id="336" name="Entrada de lápiz 335">
                  <a:extLst>
                    <a:ext uri="{FF2B5EF4-FFF2-40B4-BE49-F238E27FC236}">
                      <a16:creationId xmlns:a16="http://schemas.microsoft.com/office/drawing/2014/main" id="{4158A8AA-3A87-4055-B734-0611F9027944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0651767" y="3396756"/>
                  <a:ext cx="2926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37" name="Entrada de lápiz 336">
                  <a:extLst>
                    <a:ext uri="{FF2B5EF4-FFF2-40B4-BE49-F238E27FC236}">
                      <a16:creationId xmlns:a16="http://schemas.microsoft.com/office/drawing/2014/main" id="{DB1BAEF1-5C16-49DC-A06D-EC1032517108}"/>
                    </a:ext>
                  </a:extLst>
                </p14:cNvPr>
                <p14:cNvContentPartPr/>
                <p14:nvPr/>
              </p14:nvContentPartPr>
              <p14:xfrm>
                <a:off x="10968567" y="3411876"/>
                <a:ext cx="46800" cy="148320"/>
              </p14:xfrm>
            </p:contentPart>
          </mc:Choice>
          <mc:Fallback xmlns="">
            <p:pic>
              <p:nvPicPr>
                <p:cNvPr id="337" name="Entrada de lápiz 336">
                  <a:extLst>
                    <a:ext uri="{FF2B5EF4-FFF2-40B4-BE49-F238E27FC236}">
                      <a16:creationId xmlns:a16="http://schemas.microsoft.com/office/drawing/2014/main" id="{DB1BAEF1-5C16-49DC-A06D-EC1032517108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0959567" y="3402876"/>
                  <a:ext cx="6444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upo 344">
            <a:extLst>
              <a:ext uri="{FF2B5EF4-FFF2-40B4-BE49-F238E27FC236}">
                <a16:creationId xmlns:a16="http://schemas.microsoft.com/office/drawing/2014/main" id="{15FE7BFB-502A-409D-BE0D-F1747155D30E}"/>
              </a:ext>
            </a:extLst>
          </p:cNvPr>
          <p:cNvGrpSpPr/>
          <p:nvPr/>
        </p:nvGrpSpPr>
        <p:grpSpPr>
          <a:xfrm>
            <a:off x="10327047" y="3769716"/>
            <a:ext cx="684360" cy="207360"/>
            <a:chOff x="10327047" y="3769716"/>
            <a:chExt cx="68436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38" name="Entrada de lápiz 337">
                  <a:extLst>
                    <a:ext uri="{FF2B5EF4-FFF2-40B4-BE49-F238E27FC236}">
                      <a16:creationId xmlns:a16="http://schemas.microsoft.com/office/drawing/2014/main" id="{42CB96B6-FBBD-48FC-83FA-BC8ECF9A93A2}"/>
                    </a:ext>
                  </a:extLst>
                </p14:cNvPr>
                <p14:cNvContentPartPr/>
                <p14:nvPr/>
              </p14:nvContentPartPr>
              <p14:xfrm>
                <a:off x="10372767" y="3853596"/>
                <a:ext cx="248760" cy="123480"/>
              </p14:xfrm>
            </p:contentPart>
          </mc:Choice>
          <mc:Fallback xmlns="">
            <p:pic>
              <p:nvPicPr>
                <p:cNvPr id="338" name="Entrada de lápiz 337">
                  <a:extLst>
                    <a:ext uri="{FF2B5EF4-FFF2-40B4-BE49-F238E27FC236}">
                      <a16:creationId xmlns:a16="http://schemas.microsoft.com/office/drawing/2014/main" id="{42CB96B6-FBBD-48FC-83FA-BC8ECF9A93A2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0364127" y="3844596"/>
                  <a:ext cx="266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39" name="Entrada de lápiz 338">
                  <a:extLst>
                    <a:ext uri="{FF2B5EF4-FFF2-40B4-BE49-F238E27FC236}">
                      <a16:creationId xmlns:a16="http://schemas.microsoft.com/office/drawing/2014/main" id="{72B30F06-47B7-43A7-BDCD-784FA7DA3179}"/>
                    </a:ext>
                  </a:extLst>
                </p14:cNvPr>
                <p14:cNvContentPartPr/>
                <p14:nvPr/>
              </p14:nvContentPartPr>
              <p14:xfrm>
                <a:off x="10697127" y="3769716"/>
                <a:ext cx="52920" cy="151920"/>
              </p14:xfrm>
            </p:contentPart>
          </mc:Choice>
          <mc:Fallback xmlns="">
            <p:pic>
              <p:nvPicPr>
                <p:cNvPr id="339" name="Entrada de lápiz 338">
                  <a:extLst>
                    <a:ext uri="{FF2B5EF4-FFF2-40B4-BE49-F238E27FC236}">
                      <a16:creationId xmlns:a16="http://schemas.microsoft.com/office/drawing/2014/main" id="{72B30F06-47B7-43A7-BDCD-784FA7DA317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688487" y="3761076"/>
                  <a:ext cx="70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40" name="Entrada de lápiz 339">
                  <a:extLst>
                    <a:ext uri="{FF2B5EF4-FFF2-40B4-BE49-F238E27FC236}">
                      <a16:creationId xmlns:a16="http://schemas.microsoft.com/office/drawing/2014/main" id="{1C883F39-621E-4667-9A6F-3E7787427BAA}"/>
                    </a:ext>
                  </a:extLst>
                </p14:cNvPr>
                <p14:cNvContentPartPr/>
                <p14:nvPr/>
              </p14:nvContentPartPr>
              <p14:xfrm>
                <a:off x="10727007" y="3840996"/>
                <a:ext cx="168840" cy="93960"/>
              </p14:xfrm>
            </p:contentPart>
          </mc:Choice>
          <mc:Fallback xmlns="">
            <p:pic>
              <p:nvPicPr>
                <p:cNvPr id="340" name="Entrada de lápiz 339">
                  <a:extLst>
                    <a:ext uri="{FF2B5EF4-FFF2-40B4-BE49-F238E27FC236}">
                      <a16:creationId xmlns:a16="http://schemas.microsoft.com/office/drawing/2014/main" id="{1C883F39-621E-4667-9A6F-3E7787427BA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0718007" y="3832356"/>
                  <a:ext cx="186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41" name="Entrada de lápiz 340">
                  <a:extLst>
                    <a:ext uri="{FF2B5EF4-FFF2-40B4-BE49-F238E27FC236}">
                      <a16:creationId xmlns:a16="http://schemas.microsoft.com/office/drawing/2014/main" id="{12A8587F-37BA-4254-80ED-B908D79FCB05}"/>
                    </a:ext>
                  </a:extLst>
                </p14:cNvPr>
                <p14:cNvContentPartPr/>
                <p14:nvPr/>
              </p14:nvContentPartPr>
              <p14:xfrm>
                <a:off x="10927887" y="3793836"/>
                <a:ext cx="83520" cy="152640"/>
              </p14:xfrm>
            </p:contentPart>
          </mc:Choice>
          <mc:Fallback xmlns="">
            <p:pic>
              <p:nvPicPr>
                <p:cNvPr id="341" name="Entrada de lápiz 340">
                  <a:extLst>
                    <a:ext uri="{FF2B5EF4-FFF2-40B4-BE49-F238E27FC236}">
                      <a16:creationId xmlns:a16="http://schemas.microsoft.com/office/drawing/2014/main" id="{12A8587F-37BA-4254-80ED-B908D79FCB05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919247" y="3785196"/>
                  <a:ext cx="1011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42" name="Entrada de lápiz 341">
                  <a:extLst>
                    <a:ext uri="{FF2B5EF4-FFF2-40B4-BE49-F238E27FC236}">
                      <a16:creationId xmlns:a16="http://schemas.microsoft.com/office/drawing/2014/main" id="{BF460046-29B7-4A09-AEC1-413A89BF1CD8}"/>
                    </a:ext>
                  </a:extLst>
                </p14:cNvPr>
                <p14:cNvContentPartPr/>
                <p14:nvPr/>
              </p14:nvContentPartPr>
              <p14:xfrm>
                <a:off x="10327047" y="3795636"/>
                <a:ext cx="215280" cy="87480"/>
              </p14:xfrm>
            </p:contentPart>
          </mc:Choice>
          <mc:Fallback xmlns="">
            <p:pic>
              <p:nvPicPr>
                <p:cNvPr id="342" name="Entrada de lápiz 341">
                  <a:extLst>
                    <a:ext uri="{FF2B5EF4-FFF2-40B4-BE49-F238E27FC236}">
                      <a16:creationId xmlns:a16="http://schemas.microsoft.com/office/drawing/2014/main" id="{BF460046-29B7-4A09-AEC1-413A89BF1CD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318047" y="3786996"/>
                  <a:ext cx="232920" cy="10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343" name="Entrada de lápiz 342">
                <a:extLst>
                  <a:ext uri="{FF2B5EF4-FFF2-40B4-BE49-F238E27FC236}">
                    <a16:creationId xmlns:a16="http://schemas.microsoft.com/office/drawing/2014/main" id="{DD6CD624-4FE2-449B-83A9-27231C4B50B0}"/>
                  </a:ext>
                </a:extLst>
              </p14:cNvPr>
              <p14:cNvContentPartPr/>
              <p14:nvPr/>
            </p14:nvContentPartPr>
            <p14:xfrm>
              <a:off x="11290767" y="3715716"/>
              <a:ext cx="348120" cy="178200"/>
            </p14:xfrm>
          </p:contentPart>
        </mc:Choice>
        <mc:Fallback xmlns="">
          <p:pic>
            <p:nvPicPr>
              <p:cNvPr id="343" name="Entrada de lápiz 342">
                <a:extLst>
                  <a:ext uri="{FF2B5EF4-FFF2-40B4-BE49-F238E27FC236}">
                    <a16:creationId xmlns:a16="http://schemas.microsoft.com/office/drawing/2014/main" id="{DD6CD624-4FE2-449B-83A9-27231C4B50B0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11282127" y="3706716"/>
                <a:ext cx="365760" cy="19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8" name="Grupo 357">
            <a:extLst>
              <a:ext uri="{FF2B5EF4-FFF2-40B4-BE49-F238E27FC236}">
                <a16:creationId xmlns:a16="http://schemas.microsoft.com/office/drawing/2014/main" id="{0D3FF821-BDF6-46F9-BE4D-ECA9D553CB45}"/>
              </a:ext>
            </a:extLst>
          </p:cNvPr>
          <p:cNvGrpSpPr/>
          <p:nvPr/>
        </p:nvGrpSpPr>
        <p:grpSpPr>
          <a:xfrm>
            <a:off x="10266567" y="4280916"/>
            <a:ext cx="1259280" cy="566640"/>
            <a:chOff x="10266567" y="4280916"/>
            <a:chExt cx="1259280" cy="56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44" name="Entrada de lápiz 343">
                  <a:extLst>
                    <a:ext uri="{FF2B5EF4-FFF2-40B4-BE49-F238E27FC236}">
                      <a16:creationId xmlns:a16="http://schemas.microsoft.com/office/drawing/2014/main" id="{55608499-4B98-4569-9C9F-52B9FDA790E1}"/>
                    </a:ext>
                  </a:extLst>
                </p14:cNvPr>
                <p14:cNvContentPartPr/>
                <p14:nvPr/>
              </p14:nvContentPartPr>
              <p14:xfrm>
                <a:off x="10266567" y="4423476"/>
                <a:ext cx="290520" cy="155520"/>
              </p14:xfrm>
            </p:contentPart>
          </mc:Choice>
          <mc:Fallback xmlns="">
            <p:pic>
              <p:nvPicPr>
                <p:cNvPr id="344" name="Entrada de lápiz 343">
                  <a:extLst>
                    <a:ext uri="{FF2B5EF4-FFF2-40B4-BE49-F238E27FC236}">
                      <a16:creationId xmlns:a16="http://schemas.microsoft.com/office/drawing/2014/main" id="{55608499-4B98-4569-9C9F-52B9FDA790E1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257927" y="4414476"/>
                  <a:ext cx="308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47" name="Entrada de lápiz 346">
                  <a:extLst>
                    <a:ext uri="{FF2B5EF4-FFF2-40B4-BE49-F238E27FC236}">
                      <a16:creationId xmlns:a16="http://schemas.microsoft.com/office/drawing/2014/main" id="{3FBF39F1-6157-46CD-A6F5-D15B91166A6F}"/>
                    </a:ext>
                  </a:extLst>
                </p14:cNvPr>
                <p14:cNvContentPartPr/>
                <p14:nvPr/>
              </p14:nvContentPartPr>
              <p14:xfrm>
                <a:off x="10559607" y="4365516"/>
                <a:ext cx="119160" cy="167040"/>
              </p14:xfrm>
            </p:contentPart>
          </mc:Choice>
          <mc:Fallback xmlns="">
            <p:pic>
              <p:nvPicPr>
                <p:cNvPr id="347" name="Entrada de lápiz 346">
                  <a:extLst>
                    <a:ext uri="{FF2B5EF4-FFF2-40B4-BE49-F238E27FC236}">
                      <a16:creationId xmlns:a16="http://schemas.microsoft.com/office/drawing/2014/main" id="{3FBF39F1-6157-46CD-A6F5-D15B91166A6F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550967" y="4356876"/>
                  <a:ext cx="136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48" name="Entrada de lápiz 347">
                  <a:extLst>
                    <a:ext uri="{FF2B5EF4-FFF2-40B4-BE49-F238E27FC236}">
                      <a16:creationId xmlns:a16="http://schemas.microsoft.com/office/drawing/2014/main" id="{91CD77C4-4B99-4720-8D60-F9FF3518A329}"/>
                    </a:ext>
                  </a:extLst>
                </p14:cNvPr>
                <p14:cNvContentPartPr/>
                <p14:nvPr/>
              </p14:nvContentPartPr>
              <p14:xfrm>
                <a:off x="10393287" y="4280916"/>
                <a:ext cx="94320" cy="217800"/>
              </p14:xfrm>
            </p:contentPart>
          </mc:Choice>
          <mc:Fallback xmlns="">
            <p:pic>
              <p:nvPicPr>
                <p:cNvPr id="348" name="Entrada de lápiz 347">
                  <a:extLst>
                    <a:ext uri="{FF2B5EF4-FFF2-40B4-BE49-F238E27FC236}">
                      <a16:creationId xmlns:a16="http://schemas.microsoft.com/office/drawing/2014/main" id="{91CD77C4-4B99-4720-8D60-F9FF3518A32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384647" y="4272276"/>
                  <a:ext cx="1119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49" name="Entrada de lápiz 348">
                  <a:extLst>
                    <a:ext uri="{FF2B5EF4-FFF2-40B4-BE49-F238E27FC236}">
                      <a16:creationId xmlns:a16="http://schemas.microsoft.com/office/drawing/2014/main" id="{78437D05-2A18-4F15-BFCC-4B1816B46186}"/>
                    </a:ext>
                  </a:extLst>
                </p14:cNvPr>
                <p14:cNvContentPartPr/>
                <p14:nvPr/>
              </p14:nvContentPartPr>
              <p14:xfrm>
                <a:off x="10707207" y="4428876"/>
                <a:ext cx="51840" cy="101160"/>
              </p14:xfrm>
            </p:contentPart>
          </mc:Choice>
          <mc:Fallback xmlns="">
            <p:pic>
              <p:nvPicPr>
                <p:cNvPr id="349" name="Entrada de lápiz 348">
                  <a:extLst>
                    <a:ext uri="{FF2B5EF4-FFF2-40B4-BE49-F238E27FC236}">
                      <a16:creationId xmlns:a16="http://schemas.microsoft.com/office/drawing/2014/main" id="{78437D05-2A18-4F15-BFCC-4B1816B46186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698207" y="4419876"/>
                  <a:ext cx="69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50" name="Entrada de lápiz 349">
                  <a:extLst>
                    <a:ext uri="{FF2B5EF4-FFF2-40B4-BE49-F238E27FC236}">
                      <a16:creationId xmlns:a16="http://schemas.microsoft.com/office/drawing/2014/main" id="{8E78076F-A2BB-4606-BE45-1304F4CF4901}"/>
                    </a:ext>
                  </a:extLst>
                </p14:cNvPr>
                <p14:cNvContentPartPr/>
                <p14:nvPr/>
              </p14:nvContentPartPr>
              <p14:xfrm>
                <a:off x="10801167" y="4418436"/>
                <a:ext cx="278640" cy="105480"/>
              </p14:xfrm>
            </p:contentPart>
          </mc:Choice>
          <mc:Fallback xmlns="">
            <p:pic>
              <p:nvPicPr>
                <p:cNvPr id="350" name="Entrada de lápiz 349">
                  <a:extLst>
                    <a:ext uri="{FF2B5EF4-FFF2-40B4-BE49-F238E27FC236}">
                      <a16:creationId xmlns:a16="http://schemas.microsoft.com/office/drawing/2014/main" id="{8E78076F-A2BB-4606-BE45-1304F4CF4901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792527" y="4409436"/>
                  <a:ext cx="2962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51" name="Entrada de lápiz 350">
                  <a:extLst>
                    <a:ext uri="{FF2B5EF4-FFF2-40B4-BE49-F238E27FC236}">
                      <a16:creationId xmlns:a16="http://schemas.microsoft.com/office/drawing/2014/main" id="{06879F15-0AF8-495B-A89B-FC76612BE970}"/>
                    </a:ext>
                  </a:extLst>
                </p14:cNvPr>
                <p14:cNvContentPartPr/>
                <p14:nvPr/>
              </p14:nvContentPartPr>
              <p14:xfrm>
                <a:off x="11090247" y="4385316"/>
                <a:ext cx="157680" cy="77760"/>
              </p14:xfrm>
            </p:contentPart>
          </mc:Choice>
          <mc:Fallback xmlns="">
            <p:pic>
              <p:nvPicPr>
                <p:cNvPr id="351" name="Entrada de lápiz 350">
                  <a:extLst>
                    <a:ext uri="{FF2B5EF4-FFF2-40B4-BE49-F238E27FC236}">
                      <a16:creationId xmlns:a16="http://schemas.microsoft.com/office/drawing/2014/main" id="{06879F15-0AF8-495B-A89B-FC76612BE970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081607" y="4376316"/>
                  <a:ext cx="175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52" name="Entrada de lápiz 351">
                  <a:extLst>
                    <a:ext uri="{FF2B5EF4-FFF2-40B4-BE49-F238E27FC236}">
                      <a16:creationId xmlns:a16="http://schemas.microsoft.com/office/drawing/2014/main" id="{9C2E8694-D5F0-400C-B8CD-72007884435B}"/>
                    </a:ext>
                  </a:extLst>
                </p14:cNvPr>
                <p14:cNvContentPartPr/>
                <p14:nvPr/>
              </p14:nvContentPartPr>
              <p14:xfrm>
                <a:off x="10790367" y="4737756"/>
                <a:ext cx="164880" cy="109800"/>
              </p14:xfrm>
            </p:contentPart>
          </mc:Choice>
          <mc:Fallback xmlns="">
            <p:pic>
              <p:nvPicPr>
                <p:cNvPr id="352" name="Entrada de lápiz 351">
                  <a:extLst>
                    <a:ext uri="{FF2B5EF4-FFF2-40B4-BE49-F238E27FC236}">
                      <a16:creationId xmlns:a16="http://schemas.microsoft.com/office/drawing/2014/main" id="{9C2E8694-D5F0-400C-B8CD-72007884435B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781367" y="4729116"/>
                  <a:ext cx="182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53" name="Entrada de lápiz 352">
                  <a:extLst>
                    <a:ext uri="{FF2B5EF4-FFF2-40B4-BE49-F238E27FC236}">
                      <a16:creationId xmlns:a16="http://schemas.microsoft.com/office/drawing/2014/main" id="{A9616B66-F022-4CC5-A87A-8AC899963534}"/>
                    </a:ext>
                  </a:extLst>
                </p14:cNvPr>
                <p14:cNvContentPartPr/>
                <p14:nvPr/>
              </p14:nvContentPartPr>
              <p14:xfrm>
                <a:off x="11022927" y="4722636"/>
                <a:ext cx="101520" cy="105480"/>
              </p14:xfrm>
            </p:contentPart>
          </mc:Choice>
          <mc:Fallback xmlns="">
            <p:pic>
              <p:nvPicPr>
                <p:cNvPr id="353" name="Entrada de lápiz 352">
                  <a:extLst>
                    <a:ext uri="{FF2B5EF4-FFF2-40B4-BE49-F238E27FC236}">
                      <a16:creationId xmlns:a16="http://schemas.microsoft.com/office/drawing/2014/main" id="{A9616B66-F022-4CC5-A87A-8AC899963534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1014287" y="4713996"/>
                  <a:ext cx="119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54" name="Entrada de lápiz 353">
                  <a:extLst>
                    <a:ext uri="{FF2B5EF4-FFF2-40B4-BE49-F238E27FC236}">
                      <a16:creationId xmlns:a16="http://schemas.microsoft.com/office/drawing/2014/main" id="{CE8595EE-7629-40AE-85DA-B388C386EB69}"/>
                    </a:ext>
                  </a:extLst>
                </p14:cNvPr>
                <p14:cNvContentPartPr/>
                <p14:nvPr/>
              </p14:nvContentPartPr>
              <p14:xfrm>
                <a:off x="10989447" y="4621116"/>
                <a:ext cx="257760" cy="174960"/>
              </p14:xfrm>
            </p:contentPart>
          </mc:Choice>
          <mc:Fallback xmlns="">
            <p:pic>
              <p:nvPicPr>
                <p:cNvPr id="354" name="Entrada de lápiz 353">
                  <a:extLst>
                    <a:ext uri="{FF2B5EF4-FFF2-40B4-BE49-F238E27FC236}">
                      <a16:creationId xmlns:a16="http://schemas.microsoft.com/office/drawing/2014/main" id="{CE8595EE-7629-40AE-85DA-B388C386EB6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980447" y="4612476"/>
                  <a:ext cx="275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55" name="Entrada de lápiz 354">
                  <a:extLst>
                    <a:ext uri="{FF2B5EF4-FFF2-40B4-BE49-F238E27FC236}">
                      <a16:creationId xmlns:a16="http://schemas.microsoft.com/office/drawing/2014/main" id="{90E8ACBB-0FAE-452D-B0E3-D06633ABCAE3}"/>
                    </a:ext>
                  </a:extLst>
                </p14:cNvPr>
                <p14:cNvContentPartPr/>
                <p14:nvPr/>
              </p14:nvContentPartPr>
              <p14:xfrm>
                <a:off x="11317047" y="4622916"/>
                <a:ext cx="29160" cy="169560"/>
              </p14:xfrm>
            </p:contentPart>
          </mc:Choice>
          <mc:Fallback xmlns="">
            <p:pic>
              <p:nvPicPr>
                <p:cNvPr id="355" name="Entrada de lápiz 354">
                  <a:extLst>
                    <a:ext uri="{FF2B5EF4-FFF2-40B4-BE49-F238E27FC236}">
                      <a16:creationId xmlns:a16="http://schemas.microsoft.com/office/drawing/2014/main" id="{90E8ACBB-0FAE-452D-B0E3-D06633ABCAE3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1308047" y="4614276"/>
                  <a:ext cx="468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56" name="Entrada de lápiz 355">
                  <a:extLst>
                    <a:ext uri="{FF2B5EF4-FFF2-40B4-BE49-F238E27FC236}">
                      <a16:creationId xmlns:a16="http://schemas.microsoft.com/office/drawing/2014/main" id="{FDB1959B-74BB-45D3-8943-D085226892D9}"/>
                    </a:ext>
                  </a:extLst>
                </p14:cNvPr>
                <p14:cNvContentPartPr/>
                <p14:nvPr/>
              </p14:nvContentPartPr>
              <p14:xfrm>
                <a:off x="11301207" y="4679076"/>
                <a:ext cx="224640" cy="72720"/>
              </p14:xfrm>
            </p:contentPart>
          </mc:Choice>
          <mc:Fallback xmlns="">
            <p:pic>
              <p:nvPicPr>
                <p:cNvPr id="356" name="Entrada de lápiz 355">
                  <a:extLst>
                    <a:ext uri="{FF2B5EF4-FFF2-40B4-BE49-F238E27FC236}">
                      <a16:creationId xmlns:a16="http://schemas.microsoft.com/office/drawing/2014/main" id="{FDB1959B-74BB-45D3-8943-D085226892D9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1292207" y="4670436"/>
                  <a:ext cx="242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57" name="Entrada de lápiz 356">
                  <a:extLst>
                    <a:ext uri="{FF2B5EF4-FFF2-40B4-BE49-F238E27FC236}">
                      <a16:creationId xmlns:a16="http://schemas.microsoft.com/office/drawing/2014/main" id="{5A0D1CCC-B630-4412-96AF-7B8868543804}"/>
                    </a:ext>
                  </a:extLst>
                </p14:cNvPr>
                <p14:cNvContentPartPr/>
                <p14:nvPr/>
              </p14:nvContentPartPr>
              <p14:xfrm>
                <a:off x="10940847" y="4610676"/>
                <a:ext cx="67680" cy="66240"/>
              </p14:xfrm>
            </p:contentPart>
          </mc:Choice>
          <mc:Fallback xmlns="">
            <p:pic>
              <p:nvPicPr>
                <p:cNvPr id="357" name="Entrada de lápiz 356">
                  <a:extLst>
                    <a:ext uri="{FF2B5EF4-FFF2-40B4-BE49-F238E27FC236}">
                      <a16:creationId xmlns:a16="http://schemas.microsoft.com/office/drawing/2014/main" id="{5A0D1CCC-B630-4412-96AF-7B8868543804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931847" y="4601676"/>
                  <a:ext cx="85320" cy="8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359" name="Entrada de lápiz 358">
                <a:extLst>
                  <a:ext uri="{FF2B5EF4-FFF2-40B4-BE49-F238E27FC236}">
                    <a16:creationId xmlns:a16="http://schemas.microsoft.com/office/drawing/2014/main" id="{229408E5-EB40-4210-9F51-1343960679FB}"/>
                  </a:ext>
                </a:extLst>
              </p14:cNvPr>
              <p14:cNvContentPartPr/>
              <p14:nvPr/>
            </p14:nvContentPartPr>
            <p14:xfrm>
              <a:off x="5806527" y="1151631"/>
              <a:ext cx="1261800" cy="157320"/>
            </p14:xfrm>
          </p:contentPart>
        </mc:Choice>
        <mc:Fallback xmlns="">
          <p:pic>
            <p:nvPicPr>
              <p:cNvPr id="359" name="Entrada de lápiz 358">
                <a:extLst>
                  <a:ext uri="{FF2B5EF4-FFF2-40B4-BE49-F238E27FC236}">
                    <a16:creationId xmlns:a16="http://schemas.microsoft.com/office/drawing/2014/main" id="{229408E5-EB40-4210-9F51-1343960679FB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5797887" y="1142991"/>
                <a:ext cx="1279440" cy="17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492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14B0512C-FF02-465E-BE4D-F0E07FB866B3}"/>
              </a:ext>
            </a:extLst>
          </p:cNvPr>
          <p:cNvGrpSpPr/>
          <p:nvPr/>
        </p:nvGrpSpPr>
        <p:grpSpPr>
          <a:xfrm>
            <a:off x="609207" y="504876"/>
            <a:ext cx="1513080" cy="605160"/>
            <a:chOff x="609207" y="504876"/>
            <a:chExt cx="1513080" cy="60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767CFE5E-2918-4CBF-AF32-6DD7AE4F7FFE}"/>
                    </a:ext>
                  </a:extLst>
                </p14:cNvPr>
                <p14:cNvContentPartPr/>
                <p14:nvPr/>
              </p14:nvContentPartPr>
              <p14:xfrm>
                <a:off x="609207" y="504876"/>
                <a:ext cx="203400" cy="56952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767CFE5E-2918-4CBF-AF32-6DD7AE4F7FF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00207" y="495876"/>
                  <a:ext cx="22104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93154375-9CF1-4ACA-813E-E7A0D78DAB73}"/>
                    </a:ext>
                  </a:extLst>
                </p14:cNvPr>
                <p14:cNvContentPartPr/>
                <p14:nvPr/>
              </p14:nvContentPartPr>
              <p14:xfrm>
                <a:off x="881367" y="856236"/>
                <a:ext cx="190440" cy="21492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93154375-9CF1-4ACA-813E-E7A0D78DAB7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2727" y="847596"/>
                  <a:ext cx="208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575A0832-CB43-4F7C-B350-752CDE6CD8A1}"/>
                    </a:ext>
                  </a:extLst>
                </p14:cNvPr>
                <p14:cNvContentPartPr/>
                <p14:nvPr/>
              </p14:nvContentPartPr>
              <p14:xfrm>
                <a:off x="1050567" y="641316"/>
                <a:ext cx="227160" cy="39852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575A0832-CB43-4F7C-B350-752CDE6CD8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1927" y="632676"/>
                  <a:ext cx="24480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5440A44F-F5BD-474F-A266-C35B8CE46149}"/>
                    </a:ext>
                  </a:extLst>
                </p14:cNvPr>
                <p14:cNvContentPartPr/>
                <p14:nvPr/>
              </p14:nvContentPartPr>
              <p14:xfrm>
                <a:off x="1311207" y="866676"/>
                <a:ext cx="41040" cy="14292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5440A44F-F5BD-474F-A266-C35B8CE4614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2207" y="858036"/>
                  <a:ext cx="586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6EC9ECE4-4156-47A2-B471-A39CEFD68333}"/>
                    </a:ext>
                  </a:extLst>
                </p14:cNvPr>
                <p14:cNvContentPartPr/>
                <p14:nvPr/>
              </p14:nvContentPartPr>
              <p14:xfrm>
                <a:off x="1381407" y="899436"/>
                <a:ext cx="153720" cy="16128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6EC9ECE4-4156-47A2-B471-A39CEFD6833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72407" y="890436"/>
                  <a:ext cx="171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19018FE3-EA2E-4196-AC14-D0F8A4E149CA}"/>
                    </a:ext>
                  </a:extLst>
                </p14:cNvPr>
                <p14:cNvContentPartPr/>
                <p14:nvPr/>
              </p14:nvContentPartPr>
              <p14:xfrm>
                <a:off x="1525767" y="871356"/>
                <a:ext cx="167760" cy="16128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19018FE3-EA2E-4196-AC14-D0F8A4E149C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16767" y="862716"/>
                  <a:ext cx="1854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3FCF3E07-BEA5-4C4A-B2CA-9EEC3D4BBE97}"/>
                    </a:ext>
                  </a:extLst>
                </p14:cNvPr>
                <p14:cNvContentPartPr/>
                <p14:nvPr/>
              </p14:nvContentPartPr>
              <p14:xfrm>
                <a:off x="1733847" y="859476"/>
                <a:ext cx="269640" cy="19080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3FCF3E07-BEA5-4C4A-B2CA-9EEC3D4BBE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24847" y="850836"/>
                  <a:ext cx="2872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7A7604C0-80D3-422F-B59F-2BA9628DB5BF}"/>
                    </a:ext>
                  </a:extLst>
                </p14:cNvPr>
                <p14:cNvContentPartPr/>
                <p14:nvPr/>
              </p14:nvContentPartPr>
              <p14:xfrm>
                <a:off x="2044527" y="686676"/>
                <a:ext cx="77760" cy="42336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7A7604C0-80D3-422F-B59F-2BA9628DB5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35887" y="678036"/>
                  <a:ext cx="95400" cy="44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19A0986C-3302-4758-B750-A31B614075EF}"/>
              </a:ext>
            </a:extLst>
          </p:cNvPr>
          <p:cNvGrpSpPr/>
          <p:nvPr/>
        </p:nvGrpSpPr>
        <p:grpSpPr>
          <a:xfrm>
            <a:off x="2314887" y="819156"/>
            <a:ext cx="775800" cy="376560"/>
            <a:chOff x="2314887" y="819156"/>
            <a:chExt cx="775800" cy="37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14C9409A-B91E-4A7E-BE97-00CBE3AEDFE4}"/>
                    </a:ext>
                  </a:extLst>
                </p14:cNvPr>
                <p14:cNvContentPartPr/>
                <p14:nvPr/>
              </p14:nvContentPartPr>
              <p14:xfrm>
                <a:off x="2314887" y="865956"/>
                <a:ext cx="200520" cy="15912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14C9409A-B91E-4A7E-BE97-00CBE3AEDFE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06247" y="856956"/>
                  <a:ext cx="2181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A554239F-BF87-4F78-AAE2-64E0E5DA0B0A}"/>
                    </a:ext>
                  </a:extLst>
                </p14:cNvPr>
                <p14:cNvContentPartPr/>
                <p14:nvPr/>
              </p14:nvContentPartPr>
              <p14:xfrm>
                <a:off x="2559327" y="1014636"/>
                <a:ext cx="82440" cy="18108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A554239F-BF87-4F78-AAE2-64E0E5DA0B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0687" y="1005636"/>
                  <a:ext cx="100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557AA332-129B-41AA-A3BB-1C5BE00966D5}"/>
                    </a:ext>
                  </a:extLst>
                </p14:cNvPr>
                <p14:cNvContentPartPr/>
                <p14:nvPr/>
              </p14:nvContentPartPr>
              <p14:xfrm>
                <a:off x="2776407" y="819156"/>
                <a:ext cx="150840" cy="21276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557AA332-129B-41AA-A3BB-1C5BE00966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67407" y="810156"/>
                  <a:ext cx="168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BB31F291-1A5A-479E-A947-B2AB34FE4BDC}"/>
                    </a:ext>
                  </a:extLst>
                </p14:cNvPr>
                <p14:cNvContentPartPr/>
                <p14:nvPr/>
              </p14:nvContentPartPr>
              <p14:xfrm>
                <a:off x="2930847" y="1011756"/>
                <a:ext cx="159840" cy="18396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BB31F291-1A5A-479E-A947-B2AB34FE4BD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21847" y="1003116"/>
                  <a:ext cx="17748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BFD200F3-ED8C-432B-87A2-BAD0FB23C0FE}"/>
                  </a:ext>
                </a:extLst>
              </p14:cNvPr>
              <p14:cNvContentPartPr/>
              <p14:nvPr/>
            </p14:nvContentPartPr>
            <p14:xfrm>
              <a:off x="3204087" y="778476"/>
              <a:ext cx="43920" cy="35496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BFD200F3-ED8C-432B-87A2-BAD0FB23C0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95087" y="769836"/>
                <a:ext cx="6156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55B41115-30AC-48D5-90E5-BCC58AF49AD4}"/>
                  </a:ext>
                </a:extLst>
              </p14:cNvPr>
              <p14:cNvContentPartPr/>
              <p14:nvPr/>
            </p14:nvContentPartPr>
            <p14:xfrm>
              <a:off x="3191127" y="748596"/>
              <a:ext cx="197640" cy="183600"/>
            </p14:xfrm>
          </p:contentPart>
        </mc:Choice>
        <mc:Fallback xmlns=""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55B41115-30AC-48D5-90E5-BCC58AF49AD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182127" y="739596"/>
                <a:ext cx="2152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75600369-AD7F-4505-A49F-448EC49D6B7D}"/>
                  </a:ext>
                </a:extLst>
              </p14:cNvPr>
              <p14:cNvContentPartPr/>
              <p14:nvPr/>
            </p14:nvContentPartPr>
            <p14:xfrm>
              <a:off x="3532767" y="648516"/>
              <a:ext cx="73800" cy="379800"/>
            </p14:xfrm>
          </p:contentPart>
        </mc:Choice>
        <mc:Fallback xmlns=""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75600369-AD7F-4505-A49F-448EC49D6B7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23767" y="639876"/>
                <a:ext cx="9144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61626C73-6372-44BA-A581-B6C606601207}"/>
                  </a:ext>
                </a:extLst>
              </p14:cNvPr>
              <p14:cNvContentPartPr/>
              <p14:nvPr/>
            </p14:nvContentPartPr>
            <p14:xfrm>
              <a:off x="4124607" y="652836"/>
              <a:ext cx="293400" cy="345960"/>
            </p14:xfrm>
          </p:contentPart>
        </mc:Choice>
        <mc:Fallback xmlns=""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61626C73-6372-44BA-A581-B6C60660120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15607" y="644196"/>
                <a:ext cx="31104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65406AB7-B6F8-4CF7-B3B6-1F590DF95AEA}"/>
                  </a:ext>
                </a:extLst>
              </p14:cNvPr>
              <p14:cNvContentPartPr/>
              <p14:nvPr/>
            </p14:nvContentPartPr>
            <p14:xfrm>
              <a:off x="4440327" y="776316"/>
              <a:ext cx="331200" cy="185040"/>
            </p14:xfrm>
          </p:contentPart>
        </mc:Choice>
        <mc:Fallback xmlns=""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65406AB7-B6F8-4CF7-B3B6-1F590DF95AE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31687" y="767676"/>
                <a:ext cx="3488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A74D8D54-D992-49F0-AC39-FEF7ADB03020}"/>
                  </a:ext>
                </a:extLst>
              </p14:cNvPr>
              <p14:cNvContentPartPr/>
              <p14:nvPr/>
            </p14:nvContentPartPr>
            <p14:xfrm>
              <a:off x="4847847" y="634116"/>
              <a:ext cx="326520" cy="286920"/>
            </p14:xfrm>
          </p:contentPart>
        </mc:Choice>
        <mc:Fallback xmlns=""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A74D8D54-D992-49F0-AC39-FEF7ADB0302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838847" y="625476"/>
                <a:ext cx="344160" cy="30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upo 31">
            <a:extLst>
              <a:ext uri="{FF2B5EF4-FFF2-40B4-BE49-F238E27FC236}">
                <a16:creationId xmlns:a16="http://schemas.microsoft.com/office/drawing/2014/main" id="{AF6AD30C-E016-4EB9-9F8B-1546BECB3A9A}"/>
              </a:ext>
            </a:extLst>
          </p:cNvPr>
          <p:cNvGrpSpPr/>
          <p:nvPr/>
        </p:nvGrpSpPr>
        <p:grpSpPr>
          <a:xfrm>
            <a:off x="5775927" y="675156"/>
            <a:ext cx="696240" cy="239400"/>
            <a:chOff x="5775927" y="675156"/>
            <a:chExt cx="69624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F6C5783E-2602-4331-A063-5D5DAB8834ED}"/>
                    </a:ext>
                  </a:extLst>
                </p14:cNvPr>
                <p14:cNvContentPartPr/>
                <p14:nvPr/>
              </p14:nvContentPartPr>
              <p14:xfrm>
                <a:off x="5775927" y="688476"/>
                <a:ext cx="199440" cy="22536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F6C5783E-2602-4331-A063-5D5DAB8834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67287" y="679836"/>
                  <a:ext cx="2170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8AE148C9-EA13-4FC1-A193-C1E2F9B7A576}"/>
                    </a:ext>
                  </a:extLst>
                </p14:cNvPr>
                <p14:cNvContentPartPr/>
                <p14:nvPr/>
              </p14:nvContentPartPr>
              <p14:xfrm>
                <a:off x="5846127" y="675156"/>
                <a:ext cx="115200" cy="23472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8AE148C9-EA13-4FC1-A193-C1E2F9B7A5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37487" y="666516"/>
                  <a:ext cx="1328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8F5E46F8-0D23-4FD5-9AE1-054AE0542152}"/>
                    </a:ext>
                  </a:extLst>
                </p14:cNvPr>
                <p14:cNvContentPartPr/>
                <p14:nvPr/>
              </p14:nvContentPartPr>
              <p14:xfrm>
                <a:off x="6112527" y="763356"/>
                <a:ext cx="112320" cy="3024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8F5E46F8-0D23-4FD5-9AE1-054AE054215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03887" y="754716"/>
                  <a:ext cx="129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AC9DC935-A887-4D64-A114-1F86B5BFFBB8}"/>
                    </a:ext>
                  </a:extLst>
                </p14:cNvPr>
                <p14:cNvContentPartPr/>
                <p14:nvPr/>
              </p14:nvContentPartPr>
              <p14:xfrm>
                <a:off x="6341127" y="694596"/>
                <a:ext cx="131040" cy="21996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AC9DC935-A887-4D64-A114-1F86B5BFFBB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32487" y="685596"/>
                  <a:ext cx="1486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39A332B5-E178-45C0-9D38-D9F300658BA2}"/>
              </a:ext>
            </a:extLst>
          </p:cNvPr>
          <p:cNvGrpSpPr/>
          <p:nvPr/>
        </p:nvGrpSpPr>
        <p:grpSpPr>
          <a:xfrm>
            <a:off x="825927" y="1460676"/>
            <a:ext cx="1766520" cy="523080"/>
            <a:chOff x="825927" y="1460676"/>
            <a:chExt cx="1766520" cy="52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004F644C-1A5E-44E0-B65A-D4FA290E6A6C}"/>
                    </a:ext>
                  </a:extLst>
                </p14:cNvPr>
                <p14:cNvContentPartPr/>
                <p14:nvPr/>
              </p14:nvContentPartPr>
              <p14:xfrm>
                <a:off x="825927" y="1460676"/>
                <a:ext cx="226080" cy="50040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004F644C-1A5E-44E0-B65A-D4FA290E6A6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7287" y="1452036"/>
                  <a:ext cx="24372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DF80012A-420A-43EC-876C-B30B271E72D6}"/>
                    </a:ext>
                  </a:extLst>
                </p14:cNvPr>
                <p14:cNvContentPartPr/>
                <p14:nvPr/>
              </p14:nvContentPartPr>
              <p14:xfrm>
                <a:off x="1155687" y="1760196"/>
                <a:ext cx="173520" cy="18468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DF80012A-420A-43EC-876C-B30B271E72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46687" y="1751556"/>
                  <a:ext cx="1911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DF258821-EACA-4A81-BD00-122D50F7D660}"/>
                    </a:ext>
                  </a:extLst>
                </p14:cNvPr>
                <p14:cNvContentPartPr/>
                <p14:nvPr/>
              </p14:nvContentPartPr>
              <p14:xfrm>
                <a:off x="1341807" y="1637796"/>
                <a:ext cx="243720" cy="27900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DF258821-EACA-4A81-BD00-122D50F7D66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332807" y="1629156"/>
                  <a:ext cx="2613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94102D3D-F09B-4B62-B547-09FDBE652DDE}"/>
                    </a:ext>
                  </a:extLst>
                </p14:cNvPr>
                <p14:cNvContentPartPr/>
                <p14:nvPr/>
              </p14:nvContentPartPr>
              <p14:xfrm>
                <a:off x="1626927" y="1815996"/>
                <a:ext cx="54000" cy="6804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94102D3D-F09B-4B62-B547-09FDBE652DD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17927" y="1807356"/>
                  <a:ext cx="71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6C69AF13-7C0E-42B3-833F-9D249FCE72B3}"/>
                    </a:ext>
                  </a:extLst>
                </p14:cNvPr>
                <p14:cNvContentPartPr/>
                <p14:nvPr/>
              </p14:nvContentPartPr>
              <p14:xfrm>
                <a:off x="1761567" y="1760916"/>
                <a:ext cx="161640" cy="14184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6C69AF13-7C0E-42B3-833F-9D249FCE72B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52567" y="1752276"/>
                  <a:ext cx="179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4CAAF444-5A80-4A7B-8DE0-FA1E8385ABD4}"/>
                    </a:ext>
                  </a:extLst>
                </p14:cNvPr>
                <p14:cNvContentPartPr/>
                <p14:nvPr/>
              </p14:nvContentPartPr>
              <p14:xfrm>
                <a:off x="1977207" y="1683876"/>
                <a:ext cx="412200" cy="24120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4CAAF444-5A80-4A7B-8DE0-FA1E8385ABD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68207" y="1674876"/>
                  <a:ext cx="4298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FAEE6AAF-064F-4913-8654-9AA4077DFE0A}"/>
                    </a:ext>
                  </a:extLst>
                </p14:cNvPr>
                <p14:cNvContentPartPr/>
                <p14:nvPr/>
              </p14:nvContentPartPr>
              <p14:xfrm>
                <a:off x="2494167" y="1582716"/>
                <a:ext cx="98280" cy="40104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FAEE6AAF-064F-4913-8654-9AA4077DFE0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85167" y="1573716"/>
                  <a:ext cx="115920" cy="41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612FB847-55C8-4B59-883D-1B41A3496735}"/>
              </a:ext>
            </a:extLst>
          </p:cNvPr>
          <p:cNvGrpSpPr/>
          <p:nvPr/>
        </p:nvGrpSpPr>
        <p:grpSpPr>
          <a:xfrm>
            <a:off x="6541287" y="768756"/>
            <a:ext cx="524160" cy="174960"/>
            <a:chOff x="6541287" y="768756"/>
            <a:chExt cx="524160" cy="1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8B27268B-4B18-4D85-95D3-88D596E842B6}"/>
                    </a:ext>
                  </a:extLst>
                </p14:cNvPr>
                <p14:cNvContentPartPr/>
                <p14:nvPr/>
              </p14:nvContentPartPr>
              <p14:xfrm>
                <a:off x="6541287" y="816996"/>
                <a:ext cx="193320" cy="2088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8B27268B-4B18-4D85-95D3-88D596E842B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32287" y="807996"/>
                  <a:ext cx="210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47F2FAE7-B634-4C6C-B12B-8098334A705E}"/>
                    </a:ext>
                  </a:extLst>
                </p14:cNvPr>
                <p14:cNvContentPartPr/>
                <p14:nvPr/>
              </p14:nvContentPartPr>
              <p14:xfrm>
                <a:off x="6612567" y="863076"/>
                <a:ext cx="199440" cy="5112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47F2FAE7-B634-4C6C-B12B-8098334A705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03567" y="854436"/>
                  <a:ext cx="217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DF169A5F-A7DF-4056-8A7C-4F18794FE147}"/>
                    </a:ext>
                  </a:extLst>
                </p14:cNvPr>
                <p14:cNvContentPartPr/>
                <p14:nvPr/>
              </p14:nvContentPartPr>
              <p14:xfrm>
                <a:off x="6876807" y="768756"/>
                <a:ext cx="188640" cy="17496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DF169A5F-A7DF-4056-8A7C-4F18794FE14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68167" y="759756"/>
                  <a:ext cx="20628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1F3FBBD5-3FB0-4D75-8089-5FD9AFD5E8E0}"/>
              </a:ext>
            </a:extLst>
          </p:cNvPr>
          <p:cNvGrpSpPr/>
          <p:nvPr/>
        </p:nvGrpSpPr>
        <p:grpSpPr>
          <a:xfrm>
            <a:off x="5778447" y="1462476"/>
            <a:ext cx="1633320" cy="367200"/>
            <a:chOff x="5778447" y="1462476"/>
            <a:chExt cx="163332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4DDC3C10-720F-4409-966C-353CADBB92AA}"/>
                    </a:ext>
                  </a:extLst>
                </p14:cNvPr>
                <p14:cNvContentPartPr/>
                <p14:nvPr/>
              </p14:nvContentPartPr>
              <p14:xfrm>
                <a:off x="5778447" y="1462476"/>
                <a:ext cx="210600" cy="35388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4DDC3C10-720F-4409-966C-353CADBB92A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69447" y="1453476"/>
                  <a:ext cx="2282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99228B37-F253-4B6C-8E87-10D5225EADD8}"/>
                    </a:ext>
                  </a:extLst>
                </p14:cNvPr>
                <p14:cNvContentPartPr/>
                <p14:nvPr/>
              </p14:nvContentPartPr>
              <p14:xfrm>
                <a:off x="5832447" y="1675596"/>
                <a:ext cx="357840" cy="15408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99228B37-F253-4B6C-8E87-10D5225EAD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23447" y="1666956"/>
                  <a:ext cx="375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FB6268B7-E502-46A4-945A-1BAF1A53BD2D}"/>
                    </a:ext>
                  </a:extLst>
                </p14:cNvPr>
                <p14:cNvContentPartPr/>
                <p14:nvPr/>
              </p14:nvContentPartPr>
              <p14:xfrm>
                <a:off x="6299727" y="1676316"/>
                <a:ext cx="197280" cy="13788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FB6268B7-E502-46A4-945A-1BAF1A53BD2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90727" y="1667316"/>
                  <a:ext cx="214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32D9D5EA-E5BC-4651-B2C0-5EDEDC66CA78}"/>
                    </a:ext>
                  </a:extLst>
                </p14:cNvPr>
                <p14:cNvContentPartPr/>
                <p14:nvPr/>
              </p14:nvContentPartPr>
              <p14:xfrm>
                <a:off x="6530487" y="1637796"/>
                <a:ext cx="382680" cy="14472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32D9D5EA-E5BC-4651-B2C0-5EDEDC66CA7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21487" y="1629156"/>
                  <a:ext cx="400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D6C7FBC7-6252-4EE1-B799-FD42E0788188}"/>
                    </a:ext>
                  </a:extLst>
                </p14:cNvPr>
                <p14:cNvContentPartPr/>
                <p14:nvPr/>
              </p14:nvContentPartPr>
              <p14:xfrm>
                <a:off x="6905607" y="1631676"/>
                <a:ext cx="68760" cy="18972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D6C7FBC7-6252-4EE1-B799-FD42E078818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96607" y="1623036"/>
                  <a:ext cx="864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C6821726-AF59-4B49-AF30-839D0E89F999}"/>
                    </a:ext>
                  </a:extLst>
                </p14:cNvPr>
                <p14:cNvContentPartPr/>
                <p14:nvPr/>
              </p14:nvContentPartPr>
              <p14:xfrm>
                <a:off x="7026207" y="1512516"/>
                <a:ext cx="79560" cy="24696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C6821726-AF59-4B49-AF30-839D0E89F99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17567" y="1503516"/>
                  <a:ext cx="972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A3CE3907-DBCD-470F-B2B9-5E7363103CE2}"/>
                    </a:ext>
                  </a:extLst>
                </p14:cNvPr>
                <p14:cNvContentPartPr/>
                <p14:nvPr/>
              </p14:nvContentPartPr>
              <p14:xfrm>
                <a:off x="7041327" y="1653276"/>
                <a:ext cx="370440" cy="12744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A3CE3907-DBCD-470F-B2B9-5E7363103CE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32327" y="1644636"/>
                  <a:ext cx="3880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7925D24B-299A-4CC5-94DA-922CEF370951}"/>
              </a:ext>
            </a:extLst>
          </p:cNvPr>
          <p:cNvGrpSpPr/>
          <p:nvPr/>
        </p:nvGrpSpPr>
        <p:grpSpPr>
          <a:xfrm>
            <a:off x="8072007" y="1469676"/>
            <a:ext cx="1428840" cy="427680"/>
            <a:chOff x="8072007" y="1469676"/>
            <a:chExt cx="142884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E792AAC7-CAC7-4E2C-9B17-472AA2E837FC}"/>
                    </a:ext>
                  </a:extLst>
                </p14:cNvPr>
                <p14:cNvContentPartPr/>
                <p14:nvPr/>
              </p14:nvContentPartPr>
              <p14:xfrm>
                <a:off x="8072007" y="1548156"/>
                <a:ext cx="192240" cy="13284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E792AAC7-CAC7-4E2C-9B17-472AA2E837F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63367" y="1539516"/>
                  <a:ext cx="2098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DCA11EC9-616F-4EDE-A1F5-32BB319FF5A9}"/>
                    </a:ext>
                  </a:extLst>
                </p14:cNvPr>
                <p14:cNvContentPartPr/>
                <p14:nvPr/>
              </p14:nvContentPartPr>
              <p14:xfrm>
                <a:off x="8259927" y="1501716"/>
                <a:ext cx="68760" cy="39564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DCA11EC9-616F-4EDE-A1F5-32BB319FF5A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50927" y="1492716"/>
                  <a:ext cx="864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64DC420B-EB29-48FA-BCA8-9B567E29AA84}"/>
                    </a:ext>
                  </a:extLst>
                </p14:cNvPr>
                <p14:cNvContentPartPr/>
                <p14:nvPr/>
              </p14:nvContentPartPr>
              <p14:xfrm>
                <a:off x="8207367" y="1540596"/>
                <a:ext cx="756720" cy="15876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64DC420B-EB29-48FA-BCA8-9B567E29AA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98727" y="1531596"/>
                  <a:ext cx="774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6A0CE999-6816-4D06-9801-04288DFD5E2E}"/>
                    </a:ext>
                  </a:extLst>
                </p14:cNvPr>
                <p14:cNvContentPartPr/>
                <p14:nvPr/>
              </p14:nvContentPartPr>
              <p14:xfrm>
                <a:off x="8975247" y="1477236"/>
                <a:ext cx="282240" cy="26604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6A0CE999-6816-4D06-9801-04288DFD5E2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966247" y="1468236"/>
                  <a:ext cx="2998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079EF3F6-B54E-4C0A-8CA3-0BA3D6909418}"/>
                    </a:ext>
                  </a:extLst>
                </p14:cNvPr>
                <p14:cNvContentPartPr/>
                <p14:nvPr/>
              </p14:nvContentPartPr>
              <p14:xfrm>
                <a:off x="9223287" y="1484796"/>
                <a:ext cx="128160" cy="12240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079EF3F6-B54E-4C0A-8CA3-0BA3D690941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14287" y="1475796"/>
                  <a:ext cx="145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B0C004A4-579C-4773-89FE-40580E858E37}"/>
                    </a:ext>
                  </a:extLst>
                </p14:cNvPr>
                <p14:cNvContentPartPr/>
                <p14:nvPr/>
              </p14:nvContentPartPr>
              <p14:xfrm>
                <a:off x="9395367" y="1469676"/>
                <a:ext cx="105480" cy="16416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B0C004A4-579C-4773-89FE-40580E858E3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86727" y="1460676"/>
                  <a:ext cx="12312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upo 84">
            <a:extLst>
              <a:ext uri="{FF2B5EF4-FFF2-40B4-BE49-F238E27FC236}">
                <a16:creationId xmlns:a16="http://schemas.microsoft.com/office/drawing/2014/main" id="{F3BD2F7C-EF58-4D4A-9B31-A512F605E2CF}"/>
              </a:ext>
            </a:extLst>
          </p:cNvPr>
          <p:cNvGrpSpPr/>
          <p:nvPr/>
        </p:nvGrpSpPr>
        <p:grpSpPr>
          <a:xfrm>
            <a:off x="6713367" y="2121276"/>
            <a:ext cx="1669680" cy="305640"/>
            <a:chOff x="6713367" y="2121276"/>
            <a:chExt cx="166968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8565C7DF-AB5B-4AA3-B920-DEAC6662D587}"/>
                    </a:ext>
                  </a:extLst>
                </p14:cNvPr>
                <p14:cNvContentPartPr/>
                <p14:nvPr/>
              </p14:nvContentPartPr>
              <p14:xfrm>
                <a:off x="6713367" y="2233596"/>
                <a:ext cx="312120" cy="19332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8565C7DF-AB5B-4AA3-B920-DEAC6662D58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04727" y="2224956"/>
                  <a:ext cx="329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C17251E4-5923-4CF8-AEFF-A1B429DE87EC}"/>
                    </a:ext>
                  </a:extLst>
                </p14:cNvPr>
                <p14:cNvContentPartPr/>
                <p14:nvPr/>
              </p14:nvContentPartPr>
              <p14:xfrm>
                <a:off x="6961047" y="2367156"/>
                <a:ext cx="93600" cy="1008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C17251E4-5923-4CF8-AEFF-A1B429DE87E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52047" y="2358516"/>
                  <a:ext cx="111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F5AF6B7F-83A2-4F0D-A5E0-1CC190FE8407}"/>
                    </a:ext>
                  </a:extLst>
                </p14:cNvPr>
                <p14:cNvContentPartPr/>
                <p14:nvPr/>
              </p14:nvContentPartPr>
              <p14:xfrm>
                <a:off x="7273527" y="2121276"/>
                <a:ext cx="201600" cy="21276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F5AF6B7F-83A2-4F0D-A5E0-1CC190FE840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4887" y="2112636"/>
                  <a:ext cx="2192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E7189810-6284-46A6-A017-FDCBA395891F}"/>
                    </a:ext>
                  </a:extLst>
                </p14:cNvPr>
                <p14:cNvContentPartPr/>
                <p14:nvPr/>
              </p14:nvContentPartPr>
              <p14:xfrm>
                <a:off x="7562967" y="2278956"/>
                <a:ext cx="124200" cy="108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E7189810-6284-46A6-A017-FDCBA395891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53967" y="2270316"/>
                  <a:ext cx="1418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A7EAC618-2FFE-48F5-BF67-E36EC26865C4}"/>
                    </a:ext>
                  </a:extLst>
                </p14:cNvPr>
                <p14:cNvContentPartPr/>
                <p14:nvPr/>
              </p14:nvContentPartPr>
              <p14:xfrm>
                <a:off x="7732167" y="2127756"/>
                <a:ext cx="111240" cy="21672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A7EAC618-2FFE-48F5-BF67-E36EC26865C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23167" y="2119116"/>
                  <a:ext cx="1288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877B64C3-3D5D-4FDB-A81F-0AC3FB382AB2}"/>
                    </a:ext>
                  </a:extLst>
                </p14:cNvPr>
                <p14:cNvContentPartPr/>
                <p14:nvPr/>
              </p14:nvContentPartPr>
              <p14:xfrm>
                <a:off x="7987767" y="2201556"/>
                <a:ext cx="226080" cy="11880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877B64C3-3D5D-4FDB-A81F-0AC3FB382AB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978767" y="2192916"/>
                  <a:ext cx="243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A8ACDA42-9BB4-469A-9462-E94D5D100D60}"/>
                    </a:ext>
                  </a:extLst>
                </p14:cNvPr>
                <p14:cNvContentPartPr/>
                <p14:nvPr/>
              </p14:nvContentPartPr>
              <p14:xfrm>
                <a:off x="8216367" y="2175636"/>
                <a:ext cx="166680" cy="17496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A8ACDA42-9BB4-469A-9462-E94D5D100D6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207367" y="2166996"/>
                  <a:ext cx="18432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7FABBF00-86CD-46E5-8537-9DD28044C426}"/>
              </a:ext>
            </a:extLst>
          </p:cNvPr>
          <p:cNvGrpSpPr/>
          <p:nvPr/>
        </p:nvGrpSpPr>
        <p:grpSpPr>
          <a:xfrm>
            <a:off x="2669487" y="1475796"/>
            <a:ext cx="2505960" cy="511560"/>
            <a:chOff x="2669487" y="1475796"/>
            <a:chExt cx="2505960" cy="5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F3895A88-E256-41D1-A013-A62B4833F458}"/>
                    </a:ext>
                  </a:extLst>
                </p14:cNvPr>
                <p14:cNvContentPartPr/>
                <p14:nvPr/>
              </p14:nvContentPartPr>
              <p14:xfrm>
                <a:off x="2669487" y="1644996"/>
                <a:ext cx="129960" cy="15336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F3895A88-E256-41D1-A013-A62B4833F45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60487" y="1636356"/>
                  <a:ext cx="147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D6DECA3A-18D4-4A64-A87D-63CEF4ABCBDB}"/>
                    </a:ext>
                  </a:extLst>
                </p14:cNvPr>
                <p14:cNvContentPartPr/>
                <p14:nvPr/>
              </p14:nvContentPartPr>
              <p14:xfrm>
                <a:off x="2736807" y="1758036"/>
                <a:ext cx="173520" cy="19908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D6DECA3A-18D4-4A64-A87D-63CEF4ABCBD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27807" y="1749396"/>
                  <a:ext cx="1911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867C7E26-F25D-4CEA-9B9C-3108C7E0D2CA}"/>
                    </a:ext>
                  </a:extLst>
                </p14:cNvPr>
                <p14:cNvContentPartPr/>
                <p14:nvPr/>
              </p14:nvContentPartPr>
              <p14:xfrm>
                <a:off x="3024447" y="1599636"/>
                <a:ext cx="110520" cy="23112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867C7E26-F25D-4CEA-9B9C-3108C7E0D2C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15447" y="1590636"/>
                  <a:ext cx="128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0587E0C1-BFE8-42AA-985F-85F509163FBC}"/>
                    </a:ext>
                  </a:extLst>
                </p14:cNvPr>
                <p14:cNvContentPartPr/>
                <p14:nvPr/>
              </p14:nvContentPartPr>
              <p14:xfrm>
                <a:off x="3229647" y="1762716"/>
                <a:ext cx="23040" cy="18288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0587E0C1-BFE8-42AA-985F-85F509163FB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21007" y="1753716"/>
                  <a:ext cx="40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2B77009E-A4B1-4833-BF9F-0202AD365AD6}"/>
                    </a:ext>
                  </a:extLst>
                </p14:cNvPr>
                <p14:cNvContentPartPr/>
                <p14:nvPr/>
              </p14:nvContentPartPr>
              <p14:xfrm>
                <a:off x="3362127" y="1651116"/>
                <a:ext cx="108720" cy="15228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2B77009E-A4B1-4833-BF9F-0202AD365AD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53127" y="1642476"/>
                  <a:ext cx="1263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0D690149-371A-488F-B442-AE6E2EC91B18}"/>
                    </a:ext>
                  </a:extLst>
                </p14:cNvPr>
                <p14:cNvContentPartPr/>
                <p14:nvPr/>
              </p14:nvContentPartPr>
              <p14:xfrm>
                <a:off x="3534567" y="1782156"/>
                <a:ext cx="23040" cy="11268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0D690149-371A-488F-B442-AE6E2EC91B1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25927" y="1773516"/>
                  <a:ext cx="40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D01778BE-4922-41A2-B551-A0123342A20C}"/>
                    </a:ext>
                  </a:extLst>
                </p14:cNvPr>
                <p14:cNvContentPartPr/>
                <p14:nvPr/>
              </p14:nvContentPartPr>
              <p14:xfrm>
                <a:off x="3650847" y="1475796"/>
                <a:ext cx="286200" cy="40392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D01778BE-4922-41A2-B551-A0123342A20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642207" y="1467156"/>
                  <a:ext cx="30384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7B65DED8-3D4C-458F-9EA4-B451F1B999CC}"/>
                    </a:ext>
                  </a:extLst>
                </p14:cNvPr>
                <p14:cNvContentPartPr/>
                <p14:nvPr/>
              </p14:nvContentPartPr>
              <p14:xfrm>
                <a:off x="4034607" y="1641396"/>
                <a:ext cx="88560" cy="396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7B65DED8-3D4C-458F-9EA4-B451F1B999C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25607" y="1632756"/>
                  <a:ext cx="1062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18520C0B-02FE-4E83-8271-40270495C754}"/>
                    </a:ext>
                  </a:extLst>
                </p14:cNvPr>
                <p14:cNvContentPartPr/>
                <p14:nvPr/>
              </p14:nvContentPartPr>
              <p14:xfrm>
                <a:off x="4037487" y="1715556"/>
                <a:ext cx="118080" cy="1368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18520C0B-02FE-4E83-8271-40270495C75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8847" y="1706556"/>
                  <a:ext cx="135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A07A3EE9-5771-41A2-91FC-80C7357EF0A6}"/>
                    </a:ext>
                  </a:extLst>
                </p14:cNvPr>
                <p14:cNvContentPartPr/>
                <p14:nvPr/>
              </p14:nvContentPartPr>
              <p14:xfrm>
                <a:off x="4301007" y="1622676"/>
                <a:ext cx="135720" cy="22896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A07A3EE9-5771-41A2-91FC-80C7357EF0A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92007" y="1614036"/>
                  <a:ext cx="153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10927E05-4CA1-4103-8535-A202F508ACA9}"/>
                    </a:ext>
                  </a:extLst>
                </p14:cNvPr>
                <p14:cNvContentPartPr/>
                <p14:nvPr/>
              </p14:nvContentPartPr>
              <p14:xfrm>
                <a:off x="4487127" y="1818516"/>
                <a:ext cx="69840" cy="16884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10927E05-4CA1-4103-8535-A202F508ACA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78127" y="1809876"/>
                  <a:ext cx="874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732CAE72-655C-4860-84C1-8B732FF25D05}"/>
                    </a:ext>
                  </a:extLst>
                </p14:cNvPr>
                <p14:cNvContentPartPr/>
                <p14:nvPr/>
              </p14:nvContentPartPr>
              <p14:xfrm>
                <a:off x="4604127" y="1680636"/>
                <a:ext cx="114840" cy="21132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732CAE72-655C-4860-84C1-8B732FF25D0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95487" y="1671996"/>
                  <a:ext cx="1324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3EA2960E-30A4-4003-94B5-16BEDE1DF6A1}"/>
                    </a:ext>
                  </a:extLst>
                </p14:cNvPr>
                <p14:cNvContentPartPr/>
                <p14:nvPr/>
              </p14:nvContentPartPr>
              <p14:xfrm>
                <a:off x="4756407" y="1715556"/>
                <a:ext cx="140040" cy="19692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3EA2960E-30A4-4003-94B5-16BEDE1DF6A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747407" y="1706556"/>
                  <a:ext cx="1576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2071A4DA-CC2B-4E62-86EE-23A0338A62A4}"/>
                    </a:ext>
                  </a:extLst>
                </p14:cNvPr>
                <p14:cNvContentPartPr/>
                <p14:nvPr/>
              </p14:nvContentPartPr>
              <p14:xfrm>
                <a:off x="4999407" y="1670916"/>
                <a:ext cx="82080" cy="20268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2071A4DA-CC2B-4E62-86EE-23A0338A62A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990767" y="1661916"/>
                  <a:ext cx="99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E63053B5-61A2-45CE-94BF-90CE7804B1ED}"/>
                    </a:ext>
                  </a:extLst>
                </p14:cNvPr>
                <p14:cNvContentPartPr/>
                <p14:nvPr/>
              </p14:nvContentPartPr>
              <p14:xfrm>
                <a:off x="5168247" y="1678836"/>
                <a:ext cx="7200" cy="23904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E63053B5-61A2-45CE-94BF-90CE7804B1E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59247" y="1670196"/>
                  <a:ext cx="2484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43E4F126-F076-4159-A549-D3989F5FC569}"/>
                  </a:ext>
                </a:extLst>
              </p14:cNvPr>
              <p14:cNvContentPartPr/>
              <p14:nvPr/>
            </p14:nvContentPartPr>
            <p14:xfrm>
              <a:off x="422007" y="2433036"/>
              <a:ext cx="182880" cy="307080"/>
            </p14:xfrm>
          </p:contentPart>
        </mc:Choice>
        <mc:Fallback xmlns=""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43E4F126-F076-4159-A549-D3989F5FC56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13367" y="2424036"/>
                <a:ext cx="200520" cy="32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upo 106">
            <a:extLst>
              <a:ext uri="{FF2B5EF4-FFF2-40B4-BE49-F238E27FC236}">
                <a16:creationId xmlns:a16="http://schemas.microsoft.com/office/drawing/2014/main" id="{B72DCBE4-5EB2-4045-8E6A-1C34DDEEDD18}"/>
              </a:ext>
            </a:extLst>
          </p:cNvPr>
          <p:cNvGrpSpPr/>
          <p:nvPr/>
        </p:nvGrpSpPr>
        <p:grpSpPr>
          <a:xfrm>
            <a:off x="820167" y="2314956"/>
            <a:ext cx="1702080" cy="372240"/>
            <a:chOff x="820167" y="2314956"/>
            <a:chExt cx="170208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0744F29C-59BA-44DD-99F1-46BF7662D02D}"/>
                    </a:ext>
                  </a:extLst>
                </p14:cNvPr>
                <p14:cNvContentPartPr/>
                <p14:nvPr/>
              </p14:nvContentPartPr>
              <p14:xfrm>
                <a:off x="820167" y="2509716"/>
                <a:ext cx="236880" cy="936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0744F29C-59BA-44DD-99F1-46BF7662D02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1167" y="2501076"/>
                  <a:ext cx="2545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E67B7FA1-F50C-4525-842C-C6BBA25B142D}"/>
                    </a:ext>
                  </a:extLst>
                </p14:cNvPr>
                <p14:cNvContentPartPr/>
                <p14:nvPr/>
              </p14:nvContentPartPr>
              <p14:xfrm>
                <a:off x="1193127" y="2314956"/>
                <a:ext cx="185400" cy="36396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E67B7FA1-F50C-4525-842C-C6BBA25B142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84487" y="2305956"/>
                  <a:ext cx="2030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A96CA894-4F62-456A-B9B9-4C43BA6C94FA}"/>
                    </a:ext>
                  </a:extLst>
                </p14:cNvPr>
                <p14:cNvContentPartPr/>
                <p14:nvPr/>
              </p14:nvContentPartPr>
              <p14:xfrm>
                <a:off x="1453407" y="2488116"/>
                <a:ext cx="84960" cy="19908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A96CA894-4F62-456A-B9B9-4C43BA6C94F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44407" y="2479476"/>
                  <a:ext cx="1026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E8DA3299-42A5-44AC-A145-F386AC724BCB}"/>
                    </a:ext>
                  </a:extLst>
                </p14:cNvPr>
                <p14:cNvContentPartPr/>
                <p14:nvPr/>
              </p14:nvContentPartPr>
              <p14:xfrm>
                <a:off x="1504167" y="2494956"/>
                <a:ext cx="96480" cy="17460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E8DA3299-42A5-44AC-A145-F386AC724BC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95167" y="2485956"/>
                  <a:ext cx="114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C78C0A8F-6C87-49FE-A85D-5C49957BDB85}"/>
                    </a:ext>
                  </a:extLst>
                </p14:cNvPr>
                <p14:cNvContentPartPr/>
                <p14:nvPr/>
              </p14:nvContentPartPr>
              <p14:xfrm>
                <a:off x="1591287" y="2361036"/>
                <a:ext cx="204120" cy="27108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C78C0A8F-6C87-49FE-A85D-5C49957BDB8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82287" y="2352036"/>
                  <a:ext cx="221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8C90E684-371A-47AA-80CB-4E48C92B2BD4}"/>
                    </a:ext>
                  </a:extLst>
                </p14:cNvPr>
                <p14:cNvContentPartPr/>
                <p14:nvPr/>
              </p14:nvContentPartPr>
              <p14:xfrm>
                <a:off x="1820967" y="2524116"/>
                <a:ext cx="29160" cy="9828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8C90E684-371A-47AA-80CB-4E48C92B2BD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811967" y="2515116"/>
                  <a:ext cx="46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08673D25-E0BD-4BA2-A0D1-9574B2DC6707}"/>
                    </a:ext>
                  </a:extLst>
                </p14:cNvPr>
                <p14:cNvContentPartPr/>
                <p14:nvPr/>
              </p14:nvContentPartPr>
              <p14:xfrm>
                <a:off x="1887207" y="2488836"/>
                <a:ext cx="122040" cy="13968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08673D25-E0BD-4BA2-A0D1-9574B2DC670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878567" y="2479836"/>
                  <a:ext cx="1396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E664E422-AB13-4426-894A-BA1858C1FC7B}"/>
                    </a:ext>
                  </a:extLst>
                </p14:cNvPr>
                <p14:cNvContentPartPr/>
                <p14:nvPr/>
              </p14:nvContentPartPr>
              <p14:xfrm>
                <a:off x="2041287" y="2463276"/>
                <a:ext cx="96840" cy="13140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E664E422-AB13-4426-894A-BA1858C1FC7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032647" y="2454636"/>
                  <a:ext cx="114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4CC23A46-81F9-4258-B2F1-8A7D12D38AC7}"/>
                    </a:ext>
                  </a:extLst>
                </p14:cNvPr>
                <p14:cNvContentPartPr/>
                <p14:nvPr/>
              </p14:nvContentPartPr>
              <p14:xfrm>
                <a:off x="2183127" y="2488836"/>
                <a:ext cx="200520" cy="12024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4CC23A46-81F9-4258-B2F1-8A7D12D38AC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74487" y="2480196"/>
                  <a:ext cx="218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202045ED-25E9-490D-BAD2-0570A7718C37}"/>
                    </a:ext>
                  </a:extLst>
                </p14:cNvPr>
                <p14:cNvContentPartPr/>
                <p14:nvPr/>
              </p14:nvContentPartPr>
              <p14:xfrm>
                <a:off x="2456367" y="2344836"/>
                <a:ext cx="65880" cy="31212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202045ED-25E9-490D-BAD2-0570A7718C3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447727" y="2336196"/>
                  <a:ext cx="83520" cy="32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5F7816BF-75C7-4C79-ADF2-A543F8A33D29}"/>
                  </a:ext>
                </a:extLst>
              </p14:cNvPr>
              <p14:cNvContentPartPr/>
              <p14:nvPr/>
            </p14:nvContentPartPr>
            <p14:xfrm>
              <a:off x="2665527" y="2429796"/>
              <a:ext cx="132840" cy="134280"/>
            </p14:xfrm>
          </p:contentPart>
        </mc:Choice>
        <mc:Fallback xmlns=""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5F7816BF-75C7-4C79-ADF2-A543F8A33D2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656527" y="2421156"/>
                <a:ext cx="15048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A841B515-4C7C-4D19-A0BC-4B131DD5ABC2}"/>
                  </a:ext>
                </a:extLst>
              </p14:cNvPr>
              <p14:cNvContentPartPr/>
              <p14:nvPr/>
            </p14:nvContentPartPr>
            <p14:xfrm>
              <a:off x="2837607" y="2562276"/>
              <a:ext cx="91440" cy="164160"/>
            </p14:xfrm>
          </p:contentPart>
        </mc:Choice>
        <mc:Fallback xmlns=""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A841B515-4C7C-4D19-A0BC-4B131DD5ABC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828967" y="2553636"/>
                <a:ext cx="1090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8BD90080-E627-4C2E-9704-AE528B771321}"/>
                  </a:ext>
                </a:extLst>
              </p14:cNvPr>
              <p14:cNvContentPartPr/>
              <p14:nvPr/>
            </p14:nvContentPartPr>
            <p14:xfrm>
              <a:off x="3063327" y="2362836"/>
              <a:ext cx="137160" cy="118440"/>
            </p14:xfrm>
          </p:contentPart>
        </mc:Choice>
        <mc:Fallback xmlns=""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8BD90080-E627-4C2E-9704-AE528B77132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054687" y="2353836"/>
                <a:ext cx="15480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E9966E0F-DFEF-4084-BAAC-35ECE3EE4C3D}"/>
                  </a:ext>
                </a:extLst>
              </p14:cNvPr>
              <p14:cNvContentPartPr/>
              <p14:nvPr/>
            </p14:nvContentPartPr>
            <p14:xfrm>
              <a:off x="3188967" y="2377956"/>
              <a:ext cx="21240" cy="222840"/>
            </p14:xfrm>
          </p:contentPart>
        </mc:Choice>
        <mc:Fallback xmlns=""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E9966E0F-DFEF-4084-BAAC-35ECE3EE4C3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180327" y="2368956"/>
                <a:ext cx="388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6D95E1B8-4ADB-4A10-A13C-B2480ACD3F55}"/>
                  </a:ext>
                </a:extLst>
              </p14:cNvPr>
              <p14:cNvContentPartPr/>
              <p14:nvPr/>
            </p14:nvContentPartPr>
            <p14:xfrm>
              <a:off x="3326847" y="2497116"/>
              <a:ext cx="57600" cy="128160"/>
            </p14:xfrm>
          </p:contentPart>
        </mc:Choice>
        <mc:Fallback xmlns=""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6D95E1B8-4ADB-4A10-A13C-B2480ACD3F5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317847" y="2488116"/>
                <a:ext cx="752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C174D8C7-194B-44FC-BD0D-CEF3FC678E88}"/>
                  </a:ext>
                </a:extLst>
              </p14:cNvPr>
              <p14:cNvContentPartPr/>
              <p14:nvPr/>
            </p14:nvContentPartPr>
            <p14:xfrm>
              <a:off x="3480207" y="2398476"/>
              <a:ext cx="133200" cy="113040"/>
            </p14:xfrm>
          </p:contentPart>
        </mc:Choice>
        <mc:Fallback xmlns=""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C174D8C7-194B-44FC-BD0D-CEF3FC678E8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471207" y="2389476"/>
                <a:ext cx="15084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2DE329C6-87F3-43F4-8FED-F543BD2D2D85}"/>
                  </a:ext>
                </a:extLst>
              </p14:cNvPr>
              <p14:cNvContentPartPr/>
              <p14:nvPr/>
            </p14:nvContentPartPr>
            <p14:xfrm>
              <a:off x="3723567" y="2484876"/>
              <a:ext cx="10080" cy="12960"/>
            </p14:xfrm>
          </p:contentPart>
        </mc:Choice>
        <mc:Fallback xmlns=""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2DE329C6-87F3-43F4-8FED-F543BD2D2D8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714927" y="2475876"/>
                <a:ext cx="2772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ADF579DA-E3E3-40B5-B018-0867BE188CB1}"/>
                  </a:ext>
                </a:extLst>
              </p14:cNvPr>
              <p14:cNvContentPartPr/>
              <p14:nvPr/>
            </p14:nvContentPartPr>
            <p14:xfrm>
              <a:off x="3762087" y="2347716"/>
              <a:ext cx="144000" cy="185400"/>
            </p14:xfrm>
          </p:contentPart>
        </mc:Choice>
        <mc:Fallback xmlns=""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ADF579DA-E3E3-40B5-B018-0867BE188CB1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753447" y="2338716"/>
                <a:ext cx="16164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F809C2C2-351B-4F7E-A32E-5A64D945DCA8}"/>
                  </a:ext>
                </a:extLst>
              </p14:cNvPr>
              <p14:cNvContentPartPr/>
              <p14:nvPr/>
            </p14:nvContentPartPr>
            <p14:xfrm>
              <a:off x="3975207" y="2259516"/>
              <a:ext cx="54720" cy="293400"/>
            </p14:xfrm>
          </p:contentPart>
        </mc:Choice>
        <mc:Fallback xmlns=""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F809C2C2-351B-4F7E-A32E-5A64D945DCA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966207" y="2250516"/>
                <a:ext cx="7236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B06AC426-9E48-4421-A56A-82EF943AA64B}"/>
                  </a:ext>
                </a:extLst>
              </p14:cNvPr>
              <p14:cNvContentPartPr/>
              <p14:nvPr/>
            </p14:nvContentPartPr>
            <p14:xfrm>
              <a:off x="4251327" y="2402076"/>
              <a:ext cx="105480" cy="9360"/>
            </p14:xfrm>
          </p:contentPart>
        </mc:Choice>
        <mc:Fallback xmlns=""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B06AC426-9E48-4421-A56A-82EF943AA64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242687" y="2393076"/>
                <a:ext cx="1231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8755E1D6-49DF-438A-8D3A-285146966558}"/>
                  </a:ext>
                </a:extLst>
              </p14:cNvPr>
              <p14:cNvContentPartPr/>
              <p14:nvPr/>
            </p14:nvContentPartPr>
            <p14:xfrm>
              <a:off x="4227567" y="2465076"/>
              <a:ext cx="162720" cy="40320"/>
            </p14:xfrm>
          </p:contentPart>
        </mc:Choice>
        <mc:Fallback xmlns=""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8755E1D6-49DF-438A-8D3A-285146966558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218927" y="2456436"/>
                <a:ext cx="18036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A15A458F-24EE-46C2-A096-C482767929C9}"/>
                  </a:ext>
                </a:extLst>
              </p14:cNvPr>
              <p14:cNvContentPartPr/>
              <p14:nvPr/>
            </p14:nvContentPartPr>
            <p14:xfrm>
              <a:off x="4460487" y="2379756"/>
              <a:ext cx="146880" cy="115920"/>
            </p14:xfrm>
          </p:contentPart>
        </mc:Choice>
        <mc:Fallback xmlns=""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A15A458F-24EE-46C2-A096-C482767929C9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451847" y="2370756"/>
                <a:ext cx="16452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9BCEB763-8C30-430C-AA42-3202156A98AD}"/>
                  </a:ext>
                </a:extLst>
              </p14:cNvPr>
              <p14:cNvContentPartPr/>
              <p14:nvPr/>
            </p14:nvContentPartPr>
            <p14:xfrm>
              <a:off x="4699887" y="2424396"/>
              <a:ext cx="42120" cy="186480"/>
            </p14:xfrm>
          </p:contentPart>
        </mc:Choice>
        <mc:Fallback xmlns=""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9BCEB763-8C30-430C-AA42-3202156A98A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690887" y="2415396"/>
                <a:ext cx="5976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AA797170-1350-4A06-B08F-AC8B7493EE4C}"/>
                  </a:ext>
                </a:extLst>
              </p14:cNvPr>
              <p14:cNvContentPartPr/>
              <p14:nvPr/>
            </p14:nvContentPartPr>
            <p14:xfrm>
              <a:off x="4847487" y="2349516"/>
              <a:ext cx="122400" cy="150840"/>
            </p14:xfrm>
          </p:contentPart>
        </mc:Choice>
        <mc:Fallback xmlns=""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AA797170-1350-4A06-B08F-AC8B7493EE4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838487" y="2340876"/>
                <a:ext cx="14004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43A8D88C-7CB8-4D5B-88C4-1A85E7D1C7D3}"/>
                  </a:ext>
                </a:extLst>
              </p14:cNvPr>
              <p14:cNvContentPartPr/>
              <p14:nvPr/>
            </p14:nvContentPartPr>
            <p14:xfrm>
              <a:off x="5031447" y="2316396"/>
              <a:ext cx="167760" cy="198000"/>
            </p14:xfrm>
          </p:contentPart>
        </mc:Choice>
        <mc:Fallback xmlns=""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43A8D88C-7CB8-4D5B-88C4-1A85E7D1C7D3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022807" y="2307756"/>
                <a:ext cx="18540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C798A155-4B4C-464B-92B1-7DEFDCEBF31B}"/>
                  </a:ext>
                </a:extLst>
              </p14:cNvPr>
              <p14:cNvContentPartPr/>
              <p14:nvPr/>
            </p14:nvContentPartPr>
            <p14:xfrm>
              <a:off x="5312967" y="2323236"/>
              <a:ext cx="89640" cy="156600"/>
            </p14:xfrm>
          </p:contentPart>
        </mc:Choice>
        <mc:Fallback xmlns=""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C798A155-4B4C-464B-92B1-7DEFDCEBF31B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304327" y="2314596"/>
                <a:ext cx="10728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73FF8583-7AD1-44AB-B87F-93CF0F9C7024}"/>
                  </a:ext>
                </a:extLst>
              </p14:cNvPr>
              <p14:cNvContentPartPr/>
              <p14:nvPr/>
            </p14:nvContentPartPr>
            <p14:xfrm>
              <a:off x="5468847" y="2332596"/>
              <a:ext cx="125280" cy="191880"/>
            </p14:xfrm>
          </p:contentPart>
        </mc:Choice>
        <mc:Fallback xmlns=""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73FF8583-7AD1-44AB-B87F-93CF0F9C702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460207" y="2323596"/>
                <a:ext cx="142920" cy="20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7639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D5AE5F0-4169-4C55-8A47-5E2929FA6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58" y="257973"/>
            <a:ext cx="9276120" cy="2321015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3595802F-3B88-4280-917C-C83557ED7C25}"/>
              </a:ext>
            </a:extLst>
          </p:cNvPr>
          <p:cNvGrpSpPr/>
          <p:nvPr/>
        </p:nvGrpSpPr>
        <p:grpSpPr>
          <a:xfrm>
            <a:off x="990447" y="2872431"/>
            <a:ext cx="2477520" cy="476280"/>
            <a:chOff x="990447" y="2872431"/>
            <a:chExt cx="247752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F87B5810-A29E-465F-A4B4-CA24A2198163}"/>
                    </a:ext>
                  </a:extLst>
                </p14:cNvPr>
                <p14:cNvContentPartPr/>
                <p14:nvPr/>
              </p14:nvContentPartPr>
              <p14:xfrm>
                <a:off x="990447" y="2905551"/>
                <a:ext cx="328320" cy="35280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F87B5810-A29E-465F-A4B4-CA24A219816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1447" y="2896551"/>
                  <a:ext cx="3459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90063A11-D28B-4807-B2DD-F618F75E503E}"/>
                    </a:ext>
                  </a:extLst>
                </p14:cNvPr>
                <p14:cNvContentPartPr/>
                <p14:nvPr/>
              </p14:nvContentPartPr>
              <p14:xfrm>
                <a:off x="1079007" y="2911311"/>
                <a:ext cx="230400" cy="35316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90063A11-D28B-4807-B2DD-F618F75E503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70367" y="2902671"/>
                  <a:ext cx="2480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2C9F3E60-458C-4D42-B43B-1CE7B275C2BD}"/>
                    </a:ext>
                  </a:extLst>
                </p14:cNvPr>
                <p14:cNvContentPartPr/>
                <p14:nvPr/>
              </p14:nvContentPartPr>
              <p14:xfrm>
                <a:off x="1418127" y="3036231"/>
                <a:ext cx="412560" cy="21420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2C9F3E60-458C-4D42-B43B-1CE7B275C2B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09127" y="3027231"/>
                  <a:ext cx="430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A2609498-0EF9-4E95-81EE-310689075C64}"/>
                    </a:ext>
                  </a:extLst>
                </p14:cNvPr>
                <p14:cNvContentPartPr/>
                <p14:nvPr/>
              </p14:nvContentPartPr>
              <p14:xfrm>
                <a:off x="1964247" y="2910951"/>
                <a:ext cx="196560" cy="31392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A2609498-0EF9-4E95-81EE-310689075C6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55607" y="2901951"/>
                  <a:ext cx="2142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2B5B6EC5-735E-4B0A-B20F-83BC6290DD2A}"/>
                    </a:ext>
                  </a:extLst>
                </p14:cNvPr>
                <p14:cNvContentPartPr/>
                <p14:nvPr/>
              </p14:nvContentPartPr>
              <p14:xfrm>
                <a:off x="2221647" y="2937231"/>
                <a:ext cx="77760" cy="29196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2B5B6EC5-735E-4B0A-B20F-83BC6290DD2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13007" y="2928591"/>
                  <a:ext cx="954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C0793B82-1D8B-4684-A2A8-0B28144DFE13}"/>
                    </a:ext>
                  </a:extLst>
                </p14:cNvPr>
                <p14:cNvContentPartPr/>
                <p14:nvPr/>
              </p14:nvContentPartPr>
              <p14:xfrm>
                <a:off x="2427927" y="3000591"/>
                <a:ext cx="179280" cy="34812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C0793B82-1D8B-4684-A2A8-0B28144DFE1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18927" y="2991951"/>
                  <a:ext cx="1969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1C944889-BE45-4FA9-AD49-354E7A6146CD}"/>
                    </a:ext>
                  </a:extLst>
                </p14:cNvPr>
                <p14:cNvContentPartPr/>
                <p14:nvPr/>
              </p14:nvContentPartPr>
              <p14:xfrm>
                <a:off x="2651487" y="3054951"/>
                <a:ext cx="122040" cy="82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1C944889-BE45-4FA9-AD49-354E7A6146C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42847" y="3045951"/>
                  <a:ext cx="139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58D2A43A-C039-48FB-AED9-B8B0C93DA285}"/>
                    </a:ext>
                  </a:extLst>
                </p14:cNvPr>
                <p14:cNvContentPartPr/>
                <p14:nvPr/>
              </p14:nvContentPartPr>
              <p14:xfrm>
                <a:off x="2670207" y="3136671"/>
                <a:ext cx="133200" cy="2520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58D2A43A-C039-48FB-AED9-B8B0C93DA28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61567" y="3128031"/>
                  <a:ext cx="150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EC9DB1DE-B546-4E47-8634-24A79F65196F}"/>
                    </a:ext>
                  </a:extLst>
                </p14:cNvPr>
                <p14:cNvContentPartPr/>
                <p14:nvPr/>
              </p14:nvContentPartPr>
              <p14:xfrm>
                <a:off x="2898087" y="3031551"/>
                <a:ext cx="219240" cy="15048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EC9DB1DE-B546-4E47-8634-24A79F65196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89087" y="3022551"/>
                  <a:ext cx="236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13425F76-DF7C-4B2C-87D4-8A2C6D9AECCF}"/>
                    </a:ext>
                  </a:extLst>
                </p14:cNvPr>
                <p14:cNvContentPartPr/>
                <p14:nvPr/>
              </p14:nvContentPartPr>
              <p14:xfrm>
                <a:off x="3215967" y="2994831"/>
                <a:ext cx="104400" cy="16848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13425F76-DF7C-4B2C-87D4-8A2C6D9AECC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06967" y="2986191"/>
                  <a:ext cx="1220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52C06EB7-7E80-4F73-80FF-5F12DD6753C0}"/>
                    </a:ext>
                  </a:extLst>
                </p14:cNvPr>
                <p14:cNvContentPartPr/>
                <p14:nvPr/>
              </p14:nvContentPartPr>
              <p14:xfrm>
                <a:off x="3383007" y="2872431"/>
                <a:ext cx="84960" cy="33804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52C06EB7-7E80-4F73-80FF-5F12DD6753C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74367" y="2863431"/>
                  <a:ext cx="10260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FD691BA-181D-4BDA-BF87-31AA5865C504}"/>
              </a:ext>
            </a:extLst>
          </p:cNvPr>
          <p:cNvGrpSpPr/>
          <p:nvPr/>
        </p:nvGrpSpPr>
        <p:grpSpPr>
          <a:xfrm>
            <a:off x="926007" y="3743991"/>
            <a:ext cx="679320" cy="294120"/>
            <a:chOff x="926007" y="3743991"/>
            <a:chExt cx="67932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371D4B96-F59F-42BD-BA56-7AE22F39E561}"/>
                    </a:ext>
                  </a:extLst>
                </p14:cNvPr>
                <p14:cNvContentPartPr/>
                <p14:nvPr/>
              </p14:nvContentPartPr>
              <p14:xfrm>
                <a:off x="935007" y="3750471"/>
                <a:ext cx="193320" cy="1476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371D4B96-F59F-42BD-BA56-7AE22F39E56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6007" y="3741471"/>
                  <a:ext cx="210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7DB6782A-CC6B-4382-847B-D104C273DEA9}"/>
                    </a:ext>
                  </a:extLst>
                </p14:cNvPr>
                <p14:cNvContentPartPr/>
                <p14:nvPr/>
              </p14:nvContentPartPr>
              <p14:xfrm>
                <a:off x="949407" y="3749391"/>
                <a:ext cx="145080" cy="28872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7DB6782A-CC6B-4382-847B-D104C273DEA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40767" y="3740751"/>
                  <a:ext cx="1627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4FB0A57B-5B2B-465F-B3E4-99CE3773D9D0}"/>
                    </a:ext>
                  </a:extLst>
                </p14:cNvPr>
                <p14:cNvContentPartPr/>
                <p14:nvPr/>
              </p14:nvContentPartPr>
              <p14:xfrm>
                <a:off x="926007" y="3779631"/>
                <a:ext cx="360720" cy="22464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4FB0A57B-5B2B-465F-B3E4-99CE3773D9D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17007" y="3770991"/>
                  <a:ext cx="3783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04875B59-5A83-4097-84ED-DDA64D802143}"/>
                    </a:ext>
                  </a:extLst>
                </p14:cNvPr>
                <p14:cNvContentPartPr/>
                <p14:nvPr/>
              </p14:nvContentPartPr>
              <p14:xfrm>
                <a:off x="1313007" y="3827871"/>
                <a:ext cx="157680" cy="16344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04875B59-5A83-4097-84ED-DDA64D80214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04367" y="3818871"/>
                  <a:ext cx="175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48F7F3AB-F6CA-449F-AA14-5571D0B39219}"/>
                    </a:ext>
                  </a:extLst>
                </p14:cNvPr>
                <p14:cNvContentPartPr/>
                <p14:nvPr/>
              </p14:nvContentPartPr>
              <p14:xfrm>
                <a:off x="1348647" y="3743991"/>
                <a:ext cx="256680" cy="29052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48F7F3AB-F6CA-449F-AA14-5571D0B3921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40007" y="3735351"/>
                  <a:ext cx="27432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4358690D-918A-4F01-9785-D8EDDF045238}"/>
              </a:ext>
            </a:extLst>
          </p:cNvPr>
          <p:cNvGrpSpPr/>
          <p:nvPr/>
        </p:nvGrpSpPr>
        <p:grpSpPr>
          <a:xfrm>
            <a:off x="1802967" y="3792231"/>
            <a:ext cx="166680" cy="107280"/>
            <a:chOff x="1802967" y="3792231"/>
            <a:chExt cx="166680" cy="10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C40F50E2-696A-4BD2-A5AA-463FAD301586}"/>
                    </a:ext>
                  </a:extLst>
                </p14:cNvPr>
                <p14:cNvContentPartPr/>
                <p14:nvPr/>
              </p14:nvContentPartPr>
              <p14:xfrm>
                <a:off x="1802967" y="3792231"/>
                <a:ext cx="117360" cy="1800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C40F50E2-696A-4BD2-A5AA-463FAD30158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94327" y="3783231"/>
                  <a:ext cx="135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677991B9-55FE-4D0A-9B93-479D7711DB3E}"/>
                    </a:ext>
                  </a:extLst>
                </p14:cNvPr>
                <p14:cNvContentPartPr/>
                <p14:nvPr/>
              </p14:nvContentPartPr>
              <p14:xfrm>
                <a:off x="1830687" y="3871431"/>
                <a:ext cx="138960" cy="2808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677991B9-55FE-4D0A-9B93-479D7711DB3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822047" y="3862791"/>
                  <a:ext cx="1566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47E11E85-7BE0-4240-9220-F1501C40AF78}"/>
              </a:ext>
            </a:extLst>
          </p:cNvPr>
          <p:cNvGrpSpPr/>
          <p:nvPr/>
        </p:nvGrpSpPr>
        <p:grpSpPr>
          <a:xfrm>
            <a:off x="924927" y="4307751"/>
            <a:ext cx="1343880" cy="340560"/>
            <a:chOff x="924927" y="4307751"/>
            <a:chExt cx="134388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569B8B64-CDBB-4F1F-9D25-B434E588AA82}"/>
                    </a:ext>
                  </a:extLst>
                </p14:cNvPr>
                <p14:cNvContentPartPr/>
                <p14:nvPr/>
              </p14:nvContentPartPr>
              <p14:xfrm>
                <a:off x="924927" y="4388031"/>
                <a:ext cx="165240" cy="25632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569B8B64-CDBB-4F1F-9D25-B434E588AA8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16287" y="4379031"/>
                  <a:ext cx="1828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63CBF80F-69AB-48F9-B9F1-4EAA6E743089}"/>
                    </a:ext>
                  </a:extLst>
                </p14:cNvPr>
                <p14:cNvContentPartPr/>
                <p14:nvPr/>
              </p14:nvContentPartPr>
              <p14:xfrm>
                <a:off x="1212207" y="4403511"/>
                <a:ext cx="136800" cy="19260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63CBF80F-69AB-48F9-B9F1-4EAA6E74308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03207" y="4394871"/>
                  <a:ext cx="154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0299A76E-AF9D-4C29-8BE0-38F53B2D88A6}"/>
                    </a:ext>
                  </a:extLst>
                </p14:cNvPr>
                <p14:cNvContentPartPr/>
                <p14:nvPr/>
              </p14:nvContentPartPr>
              <p14:xfrm>
                <a:off x="1187367" y="4463631"/>
                <a:ext cx="140040" cy="9108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0299A76E-AF9D-4C29-8BE0-38F53B2D88A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78367" y="4454991"/>
                  <a:ext cx="157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DEA924C7-7309-41E6-94F0-C8967F0BA187}"/>
                    </a:ext>
                  </a:extLst>
                </p14:cNvPr>
                <p14:cNvContentPartPr/>
                <p14:nvPr/>
              </p14:nvContentPartPr>
              <p14:xfrm>
                <a:off x="1390407" y="4399911"/>
                <a:ext cx="198360" cy="20916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DEA924C7-7309-41E6-94F0-C8967F0BA18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381407" y="4391271"/>
                  <a:ext cx="2160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7CD3B30F-B168-4095-852B-5738C5DF4E6D}"/>
                    </a:ext>
                  </a:extLst>
                </p14:cNvPr>
                <p14:cNvContentPartPr/>
                <p14:nvPr/>
              </p14:nvContentPartPr>
              <p14:xfrm>
                <a:off x="1628727" y="4366431"/>
                <a:ext cx="94320" cy="20412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7CD3B30F-B168-4095-852B-5738C5DF4E6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620087" y="4357791"/>
                  <a:ext cx="111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C645392F-0F4A-41A3-94A3-20ECBB1BF0CF}"/>
                    </a:ext>
                  </a:extLst>
                </p14:cNvPr>
                <p14:cNvContentPartPr/>
                <p14:nvPr/>
              </p14:nvContentPartPr>
              <p14:xfrm>
                <a:off x="1732767" y="4400271"/>
                <a:ext cx="117360" cy="14472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C645392F-0F4A-41A3-94A3-20ECBB1BF0C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724127" y="4391631"/>
                  <a:ext cx="135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FBC2DB7B-E0B2-4F47-8FBD-DC12AA52D71C}"/>
                    </a:ext>
                  </a:extLst>
                </p14:cNvPr>
                <p14:cNvContentPartPr/>
                <p14:nvPr/>
              </p14:nvContentPartPr>
              <p14:xfrm>
                <a:off x="1904127" y="4307751"/>
                <a:ext cx="85680" cy="34056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FBC2DB7B-E0B2-4F47-8FBD-DC12AA52D71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895127" y="4299111"/>
                  <a:ext cx="1033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69DC2B78-D92F-45AE-B257-FBCD7DEDE37A}"/>
                    </a:ext>
                  </a:extLst>
                </p14:cNvPr>
                <p14:cNvContentPartPr/>
                <p14:nvPr/>
              </p14:nvContentPartPr>
              <p14:xfrm>
                <a:off x="2092047" y="4407471"/>
                <a:ext cx="103320" cy="648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69DC2B78-D92F-45AE-B257-FBCD7DEDE37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083407" y="4398831"/>
                  <a:ext cx="120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5EC49A7E-5ED4-450E-8F3D-30EDCDE1870D}"/>
                    </a:ext>
                  </a:extLst>
                </p14:cNvPr>
                <p14:cNvContentPartPr/>
                <p14:nvPr/>
              </p14:nvContentPartPr>
              <p14:xfrm>
                <a:off x="2148567" y="4491351"/>
                <a:ext cx="120240" cy="1116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5EC49A7E-5ED4-450E-8F3D-30EDCDE1870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139927" y="4482351"/>
                  <a:ext cx="13788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AA82D3D9-13D1-4323-9FE0-9CCF8CD40159}"/>
              </a:ext>
            </a:extLst>
          </p:cNvPr>
          <p:cNvGrpSpPr/>
          <p:nvPr/>
        </p:nvGrpSpPr>
        <p:grpSpPr>
          <a:xfrm>
            <a:off x="2183127" y="3581991"/>
            <a:ext cx="240840" cy="234720"/>
            <a:chOff x="2183127" y="3581991"/>
            <a:chExt cx="24084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F95F19F5-0CAE-4449-BE69-E1AA524466BD}"/>
                    </a:ext>
                  </a:extLst>
                </p14:cNvPr>
                <p14:cNvContentPartPr/>
                <p14:nvPr/>
              </p14:nvContentPartPr>
              <p14:xfrm>
                <a:off x="2301927" y="3581991"/>
                <a:ext cx="27000" cy="19260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F95F19F5-0CAE-4449-BE69-E1AA524466B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293287" y="3573351"/>
                  <a:ext cx="446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F15962F5-2895-437D-BBC2-13D54884F3EB}"/>
                    </a:ext>
                  </a:extLst>
                </p14:cNvPr>
                <p14:cNvContentPartPr/>
                <p14:nvPr/>
              </p14:nvContentPartPr>
              <p14:xfrm>
                <a:off x="2183127" y="3801951"/>
                <a:ext cx="240840" cy="1476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F15962F5-2895-437D-BBC2-13D54884F3E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174487" y="3793311"/>
                  <a:ext cx="25848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8BD3BBA7-25CE-4397-B004-33E0A4E66A72}"/>
                  </a:ext>
                </a:extLst>
              </p14:cNvPr>
              <p14:cNvContentPartPr/>
              <p14:nvPr/>
            </p14:nvContentPartPr>
            <p14:xfrm>
              <a:off x="2222007" y="3931551"/>
              <a:ext cx="160920" cy="265320"/>
            </p14:xfrm>
          </p:contentPart>
        </mc:Choice>
        <mc:Fallback xmlns=""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8BD3BBA7-25CE-4397-B004-33E0A4E66A7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213007" y="3922551"/>
                <a:ext cx="178560" cy="28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upo 80">
            <a:extLst>
              <a:ext uri="{FF2B5EF4-FFF2-40B4-BE49-F238E27FC236}">
                <a16:creationId xmlns:a16="http://schemas.microsoft.com/office/drawing/2014/main" id="{2B8F44E0-7D2D-4ABE-8347-36690F4935DC}"/>
              </a:ext>
            </a:extLst>
          </p:cNvPr>
          <p:cNvGrpSpPr/>
          <p:nvPr/>
        </p:nvGrpSpPr>
        <p:grpSpPr>
          <a:xfrm>
            <a:off x="2476167" y="4306671"/>
            <a:ext cx="493560" cy="736200"/>
            <a:chOff x="2476167" y="4306671"/>
            <a:chExt cx="493560" cy="73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EAA48473-C4FF-4146-BF00-32CAABD7871A}"/>
                    </a:ext>
                  </a:extLst>
                </p14:cNvPr>
                <p14:cNvContentPartPr/>
                <p14:nvPr/>
              </p14:nvContentPartPr>
              <p14:xfrm>
                <a:off x="2605767" y="4306671"/>
                <a:ext cx="122760" cy="17712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EAA48473-C4FF-4146-BF00-32CAABD7871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597127" y="4297671"/>
                  <a:ext cx="140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F40A25B6-6968-4FBE-A191-2EF7C3D4CDD2}"/>
                    </a:ext>
                  </a:extLst>
                </p14:cNvPr>
                <p14:cNvContentPartPr/>
                <p14:nvPr/>
              </p14:nvContentPartPr>
              <p14:xfrm>
                <a:off x="2606847" y="4418271"/>
                <a:ext cx="230040" cy="2268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F40A25B6-6968-4FBE-A191-2EF7C3D4CDD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598207" y="4409271"/>
                  <a:ext cx="247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1E67280B-436A-44A0-B04A-901D96EF6EC0}"/>
                    </a:ext>
                  </a:extLst>
                </p14:cNvPr>
                <p14:cNvContentPartPr/>
                <p14:nvPr/>
              </p14:nvContentPartPr>
              <p14:xfrm>
                <a:off x="2476167" y="4564431"/>
                <a:ext cx="461880" cy="3492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1E67280B-436A-44A0-B04A-901D96EF6EC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467527" y="4555431"/>
                  <a:ext cx="4795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8572287F-90E0-4CC4-8289-59C4A788E177}"/>
                    </a:ext>
                  </a:extLst>
                </p14:cNvPr>
                <p14:cNvContentPartPr/>
                <p14:nvPr/>
              </p14:nvContentPartPr>
              <p14:xfrm>
                <a:off x="2658327" y="4746951"/>
                <a:ext cx="14040" cy="29592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8572287F-90E0-4CC4-8289-59C4A788E17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649687" y="4737951"/>
                  <a:ext cx="316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92F62303-006A-408D-9E52-4A207FB62CDA}"/>
                    </a:ext>
                  </a:extLst>
                </p14:cNvPr>
                <p14:cNvContentPartPr/>
                <p14:nvPr/>
              </p14:nvContentPartPr>
              <p14:xfrm>
                <a:off x="2600007" y="4742271"/>
                <a:ext cx="171000" cy="11052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92F62303-006A-408D-9E52-4A207FB62CD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591367" y="4733631"/>
                  <a:ext cx="188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F23C6A8C-AE3C-4012-B5C1-DEB7F78A5928}"/>
                    </a:ext>
                  </a:extLst>
                </p14:cNvPr>
                <p14:cNvContentPartPr/>
                <p14:nvPr/>
              </p14:nvContentPartPr>
              <p14:xfrm>
                <a:off x="2830767" y="4695831"/>
                <a:ext cx="138960" cy="15120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F23C6A8C-AE3C-4012-B5C1-DEB7F78A592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821767" y="4686831"/>
                  <a:ext cx="15660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D89F81F8-F3E7-4B84-B9B6-B4CA30AAC88C}"/>
              </a:ext>
            </a:extLst>
          </p:cNvPr>
          <p:cNvGrpSpPr/>
          <p:nvPr/>
        </p:nvGrpSpPr>
        <p:grpSpPr>
          <a:xfrm>
            <a:off x="2895927" y="3489111"/>
            <a:ext cx="1049040" cy="655200"/>
            <a:chOff x="2895927" y="3489111"/>
            <a:chExt cx="1049040" cy="6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52DB1644-F21D-4495-B108-B4F1E3FA34F2}"/>
                    </a:ext>
                  </a:extLst>
                </p14:cNvPr>
                <p14:cNvContentPartPr/>
                <p14:nvPr/>
              </p14:nvContentPartPr>
              <p14:xfrm>
                <a:off x="2895927" y="3704751"/>
                <a:ext cx="82440" cy="36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52DB1644-F21D-4495-B108-B4F1E3FA34F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887287" y="3696111"/>
                  <a:ext cx="100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535DEF94-15C7-42E2-84FF-C557B905C309}"/>
                    </a:ext>
                  </a:extLst>
                </p14:cNvPr>
                <p14:cNvContentPartPr/>
                <p14:nvPr/>
              </p14:nvContentPartPr>
              <p14:xfrm>
                <a:off x="2926887" y="3742191"/>
                <a:ext cx="104400" cy="2448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535DEF94-15C7-42E2-84FF-C557B905C30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917887" y="3733551"/>
                  <a:ext cx="122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BAEB2A79-D7F0-4DF4-8B7C-F14632E6F776}"/>
                    </a:ext>
                  </a:extLst>
                </p14:cNvPr>
                <p14:cNvContentPartPr/>
                <p14:nvPr/>
              </p14:nvContentPartPr>
              <p14:xfrm>
                <a:off x="3371127" y="3489111"/>
                <a:ext cx="21600" cy="23868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BAEB2A79-D7F0-4DF4-8B7C-F14632E6F77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362487" y="3480111"/>
                  <a:ext cx="392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4C597C07-A01F-43C8-8F2C-E59322EADFCD}"/>
                    </a:ext>
                  </a:extLst>
                </p14:cNvPr>
                <p14:cNvContentPartPr/>
                <p14:nvPr/>
              </p14:nvContentPartPr>
              <p14:xfrm>
                <a:off x="3204807" y="3697911"/>
                <a:ext cx="563760" cy="8244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4C597C07-A01F-43C8-8F2C-E59322EADFC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196167" y="3688911"/>
                  <a:ext cx="581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36459C2B-52E9-4AA5-B50F-B6FDC0499EE1}"/>
                    </a:ext>
                  </a:extLst>
                </p14:cNvPr>
                <p14:cNvContentPartPr/>
                <p14:nvPr/>
              </p14:nvContentPartPr>
              <p14:xfrm>
                <a:off x="3262767" y="3903471"/>
                <a:ext cx="119520" cy="12276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36459C2B-52E9-4AA5-B50F-B6FDC0499EE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254127" y="3894831"/>
                  <a:ext cx="137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49D44790-653C-4C05-9C0B-C0420AB1805B}"/>
                    </a:ext>
                  </a:extLst>
                </p14:cNvPr>
                <p14:cNvContentPartPr/>
                <p14:nvPr/>
              </p14:nvContentPartPr>
              <p14:xfrm>
                <a:off x="3408927" y="4025511"/>
                <a:ext cx="23040" cy="11880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49D44790-653C-4C05-9C0B-C0420AB1805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399927" y="4016871"/>
                  <a:ext cx="40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DA61A6CF-C7FF-45F8-8EA9-F0C85713203E}"/>
                    </a:ext>
                  </a:extLst>
                </p14:cNvPr>
                <p14:cNvContentPartPr/>
                <p14:nvPr/>
              </p14:nvContentPartPr>
              <p14:xfrm>
                <a:off x="3507927" y="3873591"/>
                <a:ext cx="117360" cy="16488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DA61A6CF-C7FF-45F8-8EA9-F0C85713203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498927" y="3864951"/>
                  <a:ext cx="135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0475D391-9E06-4D19-9313-618687418F26}"/>
                    </a:ext>
                  </a:extLst>
                </p14:cNvPr>
                <p14:cNvContentPartPr/>
                <p14:nvPr/>
              </p14:nvContentPartPr>
              <p14:xfrm>
                <a:off x="3853527" y="3662991"/>
                <a:ext cx="80640" cy="396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0475D391-9E06-4D19-9313-618687418F2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844527" y="3654351"/>
                  <a:ext cx="982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0D2B3780-C18D-41DA-B8C7-C53ECF9F3E12}"/>
                    </a:ext>
                  </a:extLst>
                </p14:cNvPr>
                <p14:cNvContentPartPr/>
                <p14:nvPr/>
              </p14:nvContentPartPr>
              <p14:xfrm>
                <a:off x="3845607" y="3746871"/>
                <a:ext cx="99360" cy="1188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0D2B3780-C18D-41DA-B8C7-C53ECF9F3E1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36607" y="3737871"/>
                  <a:ext cx="1170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B1287DC0-8DCB-45B7-BCAD-AA8100FAA21A}"/>
              </a:ext>
            </a:extLst>
          </p:cNvPr>
          <p:cNvGrpSpPr/>
          <p:nvPr/>
        </p:nvGrpSpPr>
        <p:grpSpPr>
          <a:xfrm>
            <a:off x="4175007" y="3568311"/>
            <a:ext cx="301320" cy="183240"/>
            <a:chOff x="4175007" y="3568311"/>
            <a:chExt cx="30132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2645C3CC-2D06-4330-A291-7EDDFAF47578}"/>
                    </a:ext>
                  </a:extLst>
                </p14:cNvPr>
                <p14:cNvContentPartPr/>
                <p14:nvPr/>
              </p14:nvContentPartPr>
              <p14:xfrm>
                <a:off x="4175007" y="3577311"/>
                <a:ext cx="95400" cy="17424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2645C3CC-2D06-4330-A291-7EDDFAF4757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66367" y="3568671"/>
                  <a:ext cx="113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400EFFF3-C545-42ED-8EC9-22578871E24D}"/>
                    </a:ext>
                  </a:extLst>
                </p14:cNvPr>
                <p14:cNvContentPartPr/>
                <p14:nvPr/>
              </p14:nvContentPartPr>
              <p14:xfrm>
                <a:off x="4329087" y="3568311"/>
                <a:ext cx="147240" cy="15948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400EFFF3-C545-42ED-8EC9-22578871E24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20447" y="3559311"/>
                  <a:ext cx="16488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334EA4D9-33C2-4C8C-8950-ED80F5D5BE25}"/>
              </a:ext>
            </a:extLst>
          </p:cNvPr>
          <p:cNvGrpSpPr/>
          <p:nvPr/>
        </p:nvGrpSpPr>
        <p:grpSpPr>
          <a:xfrm>
            <a:off x="3255567" y="4273191"/>
            <a:ext cx="1314720" cy="642600"/>
            <a:chOff x="3255567" y="4273191"/>
            <a:chExt cx="1314720" cy="64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2862F604-8852-46D4-A321-1A5C6A9ABD93}"/>
                    </a:ext>
                  </a:extLst>
                </p14:cNvPr>
                <p14:cNvContentPartPr/>
                <p14:nvPr/>
              </p14:nvContentPartPr>
              <p14:xfrm>
                <a:off x="3255567" y="4479831"/>
                <a:ext cx="93600" cy="648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2862F604-8852-46D4-A321-1A5C6A9ABD9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46567" y="4470831"/>
                  <a:ext cx="11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3357060C-7D50-4929-AF07-C216325FDAA0}"/>
                    </a:ext>
                  </a:extLst>
                </p14:cNvPr>
                <p14:cNvContentPartPr/>
                <p14:nvPr/>
              </p14:nvContentPartPr>
              <p14:xfrm>
                <a:off x="3270327" y="4552551"/>
                <a:ext cx="111240" cy="828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3357060C-7D50-4929-AF07-C216325FDAA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61327" y="4543911"/>
                  <a:ext cx="128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B34C0C12-E514-47A3-B929-2E674966F0C0}"/>
                    </a:ext>
                  </a:extLst>
                </p14:cNvPr>
                <p14:cNvContentPartPr/>
                <p14:nvPr/>
              </p14:nvContentPartPr>
              <p14:xfrm>
                <a:off x="3611607" y="4287231"/>
                <a:ext cx="119880" cy="10152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B34C0C12-E514-47A3-B929-2E674966F0C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602607" y="4278591"/>
                  <a:ext cx="1375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53B7C79B-7B59-4DC3-A0D4-5185B746F809}"/>
                    </a:ext>
                  </a:extLst>
                </p14:cNvPr>
                <p14:cNvContentPartPr/>
                <p14:nvPr/>
              </p14:nvContentPartPr>
              <p14:xfrm>
                <a:off x="3791967" y="4370031"/>
                <a:ext cx="6480" cy="11952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53B7C79B-7B59-4DC3-A0D4-5185B746F80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783327" y="4361391"/>
                  <a:ext cx="24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E7CD2210-18BE-4037-952B-D67F604A8FE2}"/>
                    </a:ext>
                  </a:extLst>
                </p14:cNvPr>
                <p14:cNvContentPartPr/>
                <p14:nvPr/>
              </p14:nvContentPartPr>
              <p14:xfrm>
                <a:off x="3841287" y="4273191"/>
                <a:ext cx="94320" cy="15336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E7CD2210-18BE-4037-952B-D67F604A8FE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32287" y="4264191"/>
                  <a:ext cx="1119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82D88E84-91CA-4D8D-AFCD-19C98D15BC07}"/>
                    </a:ext>
                  </a:extLst>
                </p14:cNvPr>
                <p14:cNvContentPartPr/>
                <p14:nvPr/>
              </p14:nvContentPartPr>
              <p14:xfrm>
                <a:off x="3593967" y="4506471"/>
                <a:ext cx="740520" cy="7344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82D88E84-91CA-4D8D-AFCD-19C98D15BC0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85327" y="4497471"/>
                  <a:ext cx="758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85C5C1B3-9B96-493A-9854-9B18F43FE226}"/>
                    </a:ext>
                  </a:extLst>
                </p14:cNvPr>
                <p14:cNvContentPartPr/>
                <p14:nvPr/>
              </p14:nvContentPartPr>
              <p14:xfrm>
                <a:off x="3666327" y="4746591"/>
                <a:ext cx="104040" cy="14328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85C5C1B3-9B96-493A-9854-9B18F43FE22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57327" y="4737951"/>
                  <a:ext cx="121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A3414A04-D780-4F90-880A-7744DEA5BFCB}"/>
                    </a:ext>
                  </a:extLst>
                </p14:cNvPr>
                <p14:cNvContentPartPr/>
                <p14:nvPr/>
              </p14:nvContentPartPr>
              <p14:xfrm>
                <a:off x="3854247" y="4848471"/>
                <a:ext cx="23040" cy="6732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A3414A04-D780-4F90-880A-7744DEA5BFC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45607" y="4839471"/>
                  <a:ext cx="40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231E5138-8470-4933-A419-E0D61CD58F0D}"/>
                    </a:ext>
                  </a:extLst>
                </p14:cNvPr>
                <p14:cNvContentPartPr/>
                <p14:nvPr/>
              </p14:nvContentPartPr>
              <p14:xfrm>
                <a:off x="3962247" y="4681791"/>
                <a:ext cx="8640" cy="17676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231E5138-8470-4933-A419-E0D61CD58F0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53607" y="4673151"/>
                  <a:ext cx="26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CFF23DDD-456D-4AF0-8D2E-4907E4174E81}"/>
                    </a:ext>
                  </a:extLst>
                </p14:cNvPr>
                <p14:cNvContentPartPr/>
                <p14:nvPr/>
              </p14:nvContentPartPr>
              <p14:xfrm>
                <a:off x="3519807" y="4701591"/>
                <a:ext cx="100440" cy="20412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CFF23DDD-456D-4AF0-8D2E-4907E4174E8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510807" y="4692591"/>
                  <a:ext cx="118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DD001A9B-770F-4B11-B297-FC34E252D681}"/>
                    </a:ext>
                  </a:extLst>
                </p14:cNvPr>
                <p14:cNvContentPartPr/>
                <p14:nvPr/>
              </p14:nvContentPartPr>
              <p14:xfrm>
                <a:off x="4114887" y="4645431"/>
                <a:ext cx="21240" cy="19368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DD001A9B-770F-4B11-B297-FC34E252D68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05887" y="4636431"/>
                  <a:ext cx="388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CCEFF4C7-B7D6-45FB-8047-842F8DEBC996}"/>
                    </a:ext>
                  </a:extLst>
                </p14:cNvPr>
                <p14:cNvContentPartPr/>
                <p14:nvPr/>
              </p14:nvContentPartPr>
              <p14:xfrm>
                <a:off x="4170327" y="4623831"/>
                <a:ext cx="121320" cy="10980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CCEFF4C7-B7D6-45FB-8047-842F8DEBC99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61327" y="4615191"/>
                  <a:ext cx="138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FCADA995-8F2D-426A-966B-1A3726EF2FAB}"/>
                    </a:ext>
                  </a:extLst>
                </p14:cNvPr>
                <p14:cNvContentPartPr/>
                <p14:nvPr/>
              </p14:nvContentPartPr>
              <p14:xfrm>
                <a:off x="4461207" y="4433391"/>
                <a:ext cx="80640" cy="1980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FCADA995-8F2D-426A-966B-1A3726EF2FA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52567" y="4424391"/>
                  <a:ext cx="98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D2A66AA3-F7FD-47D1-88B3-30D156799A87}"/>
                    </a:ext>
                  </a:extLst>
                </p14:cNvPr>
                <p14:cNvContentPartPr/>
                <p14:nvPr/>
              </p14:nvContentPartPr>
              <p14:xfrm>
                <a:off x="4483887" y="4528791"/>
                <a:ext cx="86400" cy="828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D2A66AA3-F7FD-47D1-88B3-30D156799A8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75247" y="4519791"/>
                  <a:ext cx="10404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0922A7DA-E0F4-4CCE-9482-4993CAE19B07}"/>
              </a:ext>
            </a:extLst>
          </p:cNvPr>
          <p:cNvGrpSpPr/>
          <p:nvPr/>
        </p:nvGrpSpPr>
        <p:grpSpPr>
          <a:xfrm>
            <a:off x="4784847" y="4299831"/>
            <a:ext cx="343080" cy="287280"/>
            <a:chOff x="4784847" y="4299831"/>
            <a:chExt cx="34308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B6B50483-C0AD-47CE-A1EC-B9AE02ED5622}"/>
                    </a:ext>
                  </a:extLst>
                </p14:cNvPr>
                <p14:cNvContentPartPr/>
                <p14:nvPr/>
              </p14:nvContentPartPr>
              <p14:xfrm>
                <a:off x="4784847" y="4299831"/>
                <a:ext cx="148680" cy="28728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B6B50483-C0AD-47CE-A1EC-B9AE02ED562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776207" y="4290831"/>
                  <a:ext cx="1663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21ED0505-9F35-4CD7-B1B9-B2DFE7083E6A}"/>
                    </a:ext>
                  </a:extLst>
                </p14:cNvPr>
                <p14:cNvContentPartPr/>
                <p14:nvPr/>
              </p14:nvContentPartPr>
              <p14:xfrm>
                <a:off x="4978167" y="4361751"/>
                <a:ext cx="149760" cy="18792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21ED0505-9F35-4CD7-B1B9-B2DFE7083E6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969167" y="4353111"/>
                  <a:ext cx="16740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7B56CC3C-31D9-4FBC-A85C-9C11F131B26A}"/>
              </a:ext>
            </a:extLst>
          </p:cNvPr>
          <p:cNvGrpSpPr/>
          <p:nvPr/>
        </p:nvGrpSpPr>
        <p:grpSpPr>
          <a:xfrm>
            <a:off x="6133047" y="4225671"/>
            <a:ext cx="777960" cy="332640"/>
            <a:chOff x="6133047" y="4225671"/>
            <a:chExt cx="77796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AFD0D02C-1A01-4584-829F-373830FD8193}"/>
                    </a:ext>
                  </a:extLst>
                </p14:cNvPr>
                <p14:cNvContentPartPr/>
                <p14:nvPr/>
              </p14:nvContentPartPr>
              <p14:xfrm>
                <a:off x="6133047" y="4225671"/>
                <a:ext cx="257040" cy="28008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AFD0D02C-1A01-4584-829F-373830FD819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24407" y="4217031"/>
                  <a:ext cx="2746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B008BEC3-4291-40DD-B8F1-FC90E207DB82}"/>
                    </a:ext>
                  </a:extLst>
                </p14:cNvPr>
                <p14:cNvContentPartPr/>
                <p14:nvPr/>
              </p14:nvContentPartPr>
              <p14:xfrm>
                <a:off x="6433287" y="4402071"/>
                <a:ext cx="162720" cy="15624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B008BEC3-4291-40DD-B8F1-FC90E207DB8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24647" y="4393431"/>
                  <a:ext cx="180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C9CAC477-D4A3-49BE-9168-4704B3A0F253}"/>
                    </a:ext>
                  </a:extLst>
                </p14:cNvPr>
                <p14:cNvContentPartPr/>
                <p14:nvPr/>
              </p14:nvContentPartPr>
              <p14:xfrm>
                <a:off x="6443367" y="4384431"/>
                <a:ext cx="127080" cy="15876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C9CAC477-D4A3-49BE-9168-4704B3A0F25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34367" y="4375431"/>
                  <a:ext cx="144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8C389EF0-94AA-4F41-B820-E9C70554AECE}"/>
                    </a:ext>
                  </a:extLst>
                </p14:cNvPr>
                <p14:cNvContentPartPr/>
                <p14:nvPr/>
              </p14:nvContentPartPr>
              <p14:xfrm>
                <a:off x="6746127" y="4300551"/>
                <a:ext cx="164880" cy="10440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8C389EF0-94AA-4F41-B820-E9C70554AEC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37487" y="4291911"/>
                  <a:ext cx="18252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8660C077-6684-40AB-98E5-27D4F64D1B12}"/>
              </a:ext>
            </a:extLst>
          </p:cNvPr>
          <p:cNvGrpSpPr/>
          <p:nvPr/>
        </p:nvGrpSpPr>
        <p:grpSpPr>
          <a:xfrm>
            <a:off x="7213407" y="4220631"/>
            <a:ext cx="448560" cy="289080"/>
            <a:chOff x="7213407" y="4220631"/>
            <a:chExt cx="44856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F8C09323-8A0D-4084-9491-502F89FE0274}"/>
                    </a:ext>
                  </a:extLst>
                </p14:cNvPr>
                <p14:cNvContentPartPr/>
                <p14:nvPr/>
              </p14:nvContentPartPr>
              <p14:xfrm>
                <a:off x="7213407" y="4256271"/>
                <a:ext cx="141120" cy="23508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F8C09323-8A0D-4084-9491-502F89FE027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04407" y="4247271"/>
                  <a:ext cx="158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F08483FD-D06F-4860-AE69-C5B04632E622}"/>
                    </a:ext>
                  </a:extLst>
                </p14:cNvPr>
                <p14:cNvContentPartPr/>
                <p14:nvPr/>
              </p14:nvContentPartPr>
              <p14:xfrm>
                <a:off x="7425447" y="4425471"/>
                <a:ext cx="11160" cy="8424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F08483FD-D06F-4860-AE69-C5B04632E62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16447" y="4416471"/>
                  <a:ext cx="28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DBA30BDF-7F3B-42B6-A95B-B341365953D4}"/>
                    </a:ext>
                  </a:extLst>
                </p14:cNvPr>
                <p14:cNvContentPartPr/>
                <p14:nvPr/>
              </p14:nvContentPartPr>
              <p14:xfrm>
                <a:off x="7475847" y="4220631"/>
                <a:ext cx="186120" cy="19224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DBA30BDF-7F3B-42B6-A95B-B341365953D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66847" y="4211631"/>
                  <a:ext cx="20376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69A3D0C3-C688-46A3-B01A-6B9B530E62D7}"/>
              </a:ext>
            </a:extLst>
          </p:cNvPr>
          <p:cNvGrpSpPr/>
          <p:nvPr/>
        </p:nvGrpSpPr>
        <p:grpSpPr>
          <a:xfrm>
            <a:off x="6113607" y="4892031"/>
            <a:ext cx="977400" cy="263160"/>
            <a:chOff x="6113607" y="4892031"/>
            <a:chExt cx="97740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23004AC2-2555-49C5-B79E-2B10E815491C}"/>
                    </a:ext>
                  </a:extLst>
                </p14:cNvPr>
                <p14:cNvContentPartPr/>
                <p14:nvPr/>
              </p14:nvContentPartPr>
              <p14:xfrm>
                <a:off x="6113607" y="4970871"/>
                <a:ext cx="32040" cy="18432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23004AC2-2555-49C5-B79E-2B10E815491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104607" y="4962231"/>
                  <a:ext cx="49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04361EF8-D973-4545-BFF4-F67E7EA2A135}"/>
                    </a:ext>
                  </a:extLst>
                </p14:cNvPr>
                <p14:cNvContentPartPr/>
                <p14:nvPr/>
              </p14:nvContentPartPr>
              <p14:xfrm>
                <a:off x="6201087" y="4951791"/>
                <a:ext cx="156600" cy="19728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04361EF8-D973-4545-BFF4-F67E7EA2A13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192447" y="4942791"/>
                  <a:ext cx="174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9D6496D5-64BE-4870-94D0-166ED36DB1A0}"/>
                    </a:ext>
                  </a:extLst>
                </p14:cNvPr>
                <p14:cNvContentPartPr/>
                <p14:nvPr/>
              </p14:nvContentPartPr>
              <p14:xfrm>
                <a:off x="6544167" y="4892031"/>
                <a:ext cx="7200" cy="15192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9D6496D5-64BE-4870-94D0-166ED36DB1A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35527" y="4883031"/>
                  <a:ext cx="248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B9C6546D-0475-4581-875D-06930A2B1C8D}"/>
                    </a:ext>
                  </a:extLst>
                </p14:cNvPr>
                <p14:cNvContentPartPr/>
                <p14:nvPr/>
              </p14:nvContentPartPr>
              <p14:xfrm>
                <a:off x="6471807" y="4989231"/>
                <a:ext cx="116280" cy="288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B9C6546D-0475-4581-875D-06930A2B1C8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63167" y="4980231"/>
                  <a:ext cx="1339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3DF5AF11-0442-4070-88F7-844C4BD02FB0}"/>
                    </a:ext>
                  </a:extLst>
                </p14:cNvPr>
                <p14:cNvContentPartPr/>
                <p14:nvPr/>
              </p14:nvContentPartPr>
              <p14:xfrm>
                <a:off x="6520407" y="5131431"/>
                <a:ext cx="114120" cy="1476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3DF5AF11-0442-4070-88F7-844C4BD02FB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11767" y="5122791"/>
                  <a:ext cx="131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00776D44-5802-48D7-B6B4-27FE2C8E376C}"/>
                    </a:ext>
                  </a:extLst>
                </p14:cNvPr>
                <p14:cNvContentPartPr/>
                <p14:nvPr/>
              </p14:nvContentPartPr>
              <p14:xfrm>
                <a:off x="6748287" y="4911471"/>
                <a:ext cx="209160" cy="18540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00776D44-5802-48D7-B6B4-27FE2C8E376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39647" y="4902831"/>
                  <a:ext cx="2268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03A50A76-8CDD-4F51-BBCE-52B8650FF6C6}"/>
                    </a:ext>
                  </a:extLst>
                </p14:cNvPr>
                <p14:cNvContentPartPr/>
                <p14:nvPr/>
              </p14:nvContentPartPr>
              <p14:xfrm>
                <a:off x="6976887" y="5006871"/>
                <a:ext cx="114120" cy="11808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03A50A76-8CDD-4F51-BBCE-52B8650FF6C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67887" y="4998231"/>
                  <a:ext cx="131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FBD3D40E-EC6E-4AC7-96B8-F55DFE72F145}"/>
                    </a:ext>
                  </a:extLst>
                </p14:cNvPr>
                <p14:cNvContentPartPr/>
                <p14:nvPr/>
              </p14:nvContentPartPr>
              <p14:xfrm>
                <a:off x="6981927" y="5014791"/>
                <a:ext cx="75600" cy="11520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FBD3D40E-EC6E-4AC7-96B8-F55DFE72F14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972927" y="5006151"/>
                  <a:ext cx="9324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upo 144">
            <a:extLst>
              <a:ext uri="{FF2B5EF4-FFF2-40B4-BE49-F238E27FC236}">
                <a16:creationId xmlns:a16="http://schemas.microsoft.com/office/drawing/2014/main" id="{A99FC7B0-1EC9-4886-AD06-3AE746E6BA18}"/>
              </a:ext>
            </a:extLst>
          </p:cNvPr>
          <p:cNvGrpSpPr/>
          <p:nvPr/>
        </p:nvGrpSpPr>
        <p:grpSpPr>
          <a:xfrm>
            <a:off x="5211087" y="5298831"/>
            <a:ext cx="227520" cy="321120"/>
            <a:chOff x="5211087" y="5298831"/>
            <a:chExt cx="22752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34A6B86B-1870-41D7-A770-91EDE71B2AA9}"/>
                    </a:ext>
                  </a:extLst>
                </p14:cNvPr>
                <p14:cNvContentPartPr/>
                <p14:nvPr/>
              </p14:nvContentPartPr>
              <p14:xfrm>
                <a:off x="5211087" y="5405391"/>
                <a:ext cx="150480" cy="3060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34A6B86B-1870-41D7-A770-91EDE71B2AA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02447" y="5396751"/>
                  <a:ext cx="168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9B5BDDE8-A2A7-42D9-A9D9-E668C461E24F}"/>
                    </a:ext>
                  </a:extLst>
                </p14:cNvPr>
                <p14:cNvContentPartPr/>
                <p14:nvPr/>
              </p14:nvContentPartPr>
              <p14:xfrm>
                <a:off x="5249247" y="5481711"/>
                <a:ext cx="141120" cy="2700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9B5BDDE8-A2A7-42D9-A9D9-E668C461E24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240607" y="5472711"/>
                  <a:ext cx="158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5228868F-4A32-454F-91F3-384F99331417}"/>
                    </a:ext>
                  </a:extLst>
                </p14:cNvPr>
                <p14:cNvContentPartPr/>
                <p14:nvPr/>
              </p14:nvContentPartPr>
              <p14:xfrm>
                <a:off x="5333487" y="5298831"/>
                <a:ext cx="105120" cy="32112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5228868F-4A32-454F-91F3-384F9933141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24487" y="5290191"/>
                  <a:ext cx="122760" cy="33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FE3B90AF-F74F-4A4A-AEB3-E2A0912404E6}"/>
                  </a:ext>
                </a:extLst>
              </p14:cNvPr>
              <p14:cNvContentPartPr/>
              <p14:nvPr/>
            </p14:nvContentPartPr>
            <p14:xfrm>
              <a:off x="5861967" y="5344551"/>
              <a:ext cx="59040" cy="254160"/>
            </p14:xfrm>
          </p:contentPart>
        </mc:Choice>
        <mc:Fallback xmlns=""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FE3B90AF-F74F-4A4A-AEB3-E2A0912404E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852967" y="5335551"/>
                <a:ext cx="76680" cy="27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upo 143">
            <a:extLst>
              <a:ext uri="{FF2B5EF4-FFF2-40B4-BE49-F238E27FC236}">
                <a16:creationId xmlns:a16="http://schemas.microsoft.com/office/drawing/2014/main" id="{1E441558-6EC0-4817-93CE-8B8E9114CDB4}"/>
              </a:ext>
            </a:extLst>
          </p:cNvPr>
          <p:cNvGrpSpPr/>
          <p:nvPr/>
        </p:nvGrpSpPr>
        <p:grpSpPr>
          <a:xfrm>
            <a:off x="6111447" y="5362191"/>
            <a:ext cx="268200" cy="198000"/>
            <a:chOff x="6111447" y="5362191"/>
            <a:chExt cx="26820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CD2D55BA-48C1-4D6C-94DE-BA472050CB91}"/>
                    </a:ext>
                  </a:extLst>
                </p14:cNvPr>
                <p14:cNvContentPartPr/>
                <p14:nvPr/>
              </p14:nvContentPartPr>
              <p14:xfrm>
                <a:off x="6111447" y="5373711"/>
                <a:ext cx="51840" cy="18648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CD2D55BA-48C1-4D6C-94DE-BA472050CB9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102807" y="5365071"/>
                  <a:ext cx="69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1AEF918F-CDEF-4A86-9A09-CDC5C0BDF610}"/>
                    </a:ext>
                  </a:extLst>
                </p14:cNvPr>
                <p14:cNvContentPartPr/>
                <p14:nvPr/>
              </p14:nvContentPartPr>
              <p14:xfrm>
                <a:off x="6226287" y="5362191"/>
                <a:ext cx="153360" cy="19368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1AEF918F-CDEF-4A86-9A09-CDC5C0BDF61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17647" y="5353551"/>
                  <a:ext cx="17100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9D6324C9-D620-4D76-875D-526B452137BE}"/>
              </a:ext>
            </a:extLst>
          </p:cNvPr>
          <p:cNvGrpSpPr/>
          <p:nvPr/>
        </p:nvGrpSpPr>
        <p:grpSpPr>
          <a:xfrm>
            <a:off x="6600687" y="5318271"/>
            <a:ext cx="646920" cy="273960"/>
            <a:chOff x="6600687" y="5318271"/>
            <a:chExt cx="64692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9FA104A2-1C6A-49FF-9B05-41E970534788}"/>
                    </a:ext>
                  </a:extLst>
                </p14:cNvPr>
                <p14:cNvContentPartPr/>
                <p14:nvPr/>
              </p14:nvContentPartPr>
              <p14:xfrm>
                <a:off x="6600687" y="5439951"/>
                <a:ext cx="88200" cy="1980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9FA104A2-1C6A-49FF-9B05-41E97053478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591687" y="5430951"/>
                  <a:ext cx="105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040C8224-4AA5-4942-872E-12D8E379DAE8}"/>
                    </a:ext>
                  </a:extLst>
                </p14:cNvPr>
                <p14:cNvContentPartPr/>
                <p14:nvPr/>
              </p14:nvContentPartPr>
              <p14:xfrm>
                <a:off x="6785367" y="5346351"/>
                <a:ext cx="119520" cy="19260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040C8224-4AA5-4942-872E-12D8E379DAE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776727" y="5337351"/>
                  <a:ext cx="137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EDD22249-EF96-4E7D-8999-49D303E27C1F}"/>
                    </a:ext>
                  </a:extLst>
                </p14:cNvPr>
                <p14:cNvContentPartPr/>
                <p14:nvPr/>
              </p14:nvContentPartPr>
              <p14:xfrm>
                <a:off x="6996687" y="5488551"/>
                <a:ext cx="12240" cy="103680"/>
              </p14:xfrm>
            </p:contentPart>
          </mc:Choice>
          <mc:Fallback xmlns=""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EDD22249-EF96-4E7D-8999-49D303E27C1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987687" y="5479911"/>
                  <a:ext cx="298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9CDE7445-292D-4430-BE2D-010F7B8331D9}"/>
                    </a:ext>
                  </a:extLst>
                </p14:cNvPr>
                <p14:cNvContentPartPr/>
                <p14:nvPr/>
              </p14:nvContentPartPr>
              <p14:xfrm>
                <a:off x="7134927" y="5318271"/>
                <a:ext cx="112680" cy="198360"/>
              </p14:xfrm>
            </p:contentPart>
          </mc:Choice>
          <mc:Fallback xmlns=""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9CDE7445-292D-4430-BE2D-010F7B8331D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126287" y="5309631"/>
                  <a:ext cx="13032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ABABED4B-37DD-4201-9995-09DE9B323846}"/>
                  </a:ext>
                </a:extLst>
              </p14:cNvPr>
              <p14:cNvContentPartPr/>
              <p14:nvPr/>
            </p14:nvContentPartPr>
            <p14:xfrm>
              <a:off x="7518327" y="5362191"/>
              <a:ext cx="96120" cy="174960"/>
            </p14:xfrm>
          </p:contentPart>
        </mc:Choice>
        <mc:Fallback xmlns=""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ABABED4B-37DD-4201-9995-09DE9B32384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509687" y="5353191"/>
                <a:ext cx="11376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upo 149">
            <a:extLst>
              <a:ext uri="{FF2B5EF4-FFF2-40B4-BE49-F238E27FC236}">
                <a16:creationId xmlns:a16="http://schemas.microsoft.com/office/drawing/2014/main" id="{3F9D7FA5-215F-4A9B-AEC2-186514DCDEF8}"/>
              </a:ext>
            </a:extLst>
          </p:cNvPr>
          <p:cNvGrpSpPr/>
          <p:nvPr/>
        </p:nvGrpSpPr>
        <p:grpSpPr>
          <a:xfrm>
            <a:off x="7861407" y="5238351"/>
            <a:ext cx="545400" cy="309600"/>
            <a:chOff x="7861407" y="5238351"/>
            <a:chExt cx="54540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A775DC42-79B6-4AF9-8D53-FCE019FAA5F8}"/>
                    </a:ext>
                  </a:extLst>
                </p14:cNvPr>
                <p14:cNvContentPartPr/>
                <p14:nvPr/>
              </p14:nvContentPartPr>
              <p14:xfrm>
                <a:off x="7861407" y="5276871"/>
                <a:ext cx="72000" cy="27108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A775DC42-79B6-4AF9-8D53-FCE019FAA5F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852407" y="5267871"/>
                  <a:ext cx="896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43C4C6F8-E3FF-4D35-8B07-B7756915F72F}"/>
                    </a:ext>
                  </a:extLst>
                </p14:cNvPr>
                <p14:cNvContentPartPr/>
                <p14:nvPr/>
              </p14:nvContentPartPr>
              <p14:xfrm>
                <a:off x="8004327" y="5292711"/>
                <a:ext cx="168840" cy="19440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43C4C6F8-E3FF-4D35-8B07-B7756915F72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95687" y="5283711"/>
                  <a:ext cx="1864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EBC9C06C-6F28-4E09-B465-EB3BA93B7EAA}"/>
                    </a:ext>
                  </a:extLst>
                </p14:cNvPr>
                <p14:cNvContentPartPr/>
                <p14:nvPr/>
              </p14:nvContentPartPr>
              <p14:xfrm>
                <a:off x="8343087" y="5238351"/>
                <a:ext cx="33120" cy="239040"/>
              </p14:xfrm>
            </p:contentPart>
          </mc:Choice>
          <mc:Fallback xmlns=""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EBC9C06C-6F28-4E09-B465-EB3BA93B7EA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334087" y="5229711"/>
                  <a:ext cx="507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DC178D12-E258-4713-AD28-59A4D622F3DF}"/>
                    </a:ext>
                  </a:extLst>
                </p14:cNvPr>
                <p14:cNvContentPartPr/>
                <p14:nvPr/>
              </p14:nvContentPartPr>
              <p14:xfrm>
                <a:off x="8239047" y="5360391"/>
                <a:ext cx="167760" cy="3348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DC178D12-E258-4713-AD28-59A4D622F3D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30407" y="5351751"/>
                  <a:ext cx="1854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upo 158">
            <a:extLst>
              <a:ext uri="{FF2B5EF4-FFF2-40B4-BE49-F238E27FC236}">
                <a16:creationId xmlns:a16="http://schemas.microsoft.com/office/drawing/2014/main" id="{C0A09ED3-B27E-4872-BE78-E7BC7EAC67C2}"/>
              </a:ext>
            </a:extLst>
          </p:cNvPr>
          <p:cNvGrpSpPr/>
          <p:nvPr/>
        </p:nvGrpSpPr>
        <p:grpSpPr>
          <a:xfrm>
            <a:off x="8577447" y="5121711"/>
            <a:ext cx="605520" cy="381600"/>
            <a:chOff x="8577447" y="5121711"/>
            <a:chExt cx="60552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04B9AB94-5122-467F-AD53-06DA8A9DD5A3}"/>
                    </a:ext>
                  </a:extLst>
                </p14:cNvPr>
                <p14:cNvContentPartPr/>
                <p14:nvPr/>
              </p14:nvContentPartPr>
              <p14:xfrm>
                <a:off x="8577447" y="5227191"/>
                <a:ext cx="147240" cy="15480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04B9AB94-5122-467F-AD53-06DA8A9DD5A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68807" y="5218551"/>
                  <a:ext cx="1648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3627EFB7-4F52-47E7-8603-AFC6AABAF305}"/>
                    </a:ext>
                  </a:extLst>
                </p14:cNvPr>
                <p14:cNvContentPartPr/>
                <p14:nvPr/>
              </p14:nvContentPartPr>
              <p14:xfrm>
                <a:off x="8764647" y="5381631"/>
                <a:ext cx="25200" cy="103680"/>
              </p14:xfrm>
            </p:contentPart>
          </mc:Choice>
          <mc:Fallback xmlns=""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3627EFB7-4F52-47E7-8603-AFC6AABAF30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756007" y="5372991"/>
                  <a:ext cx="42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470B4E5E-3AFE-4007-B4ED-68D2B8AB3C6A}"/>
                    </a:ext>
                  </a:extLst>
                </p14:cNvPr>
                <p14:cNvContentPartPr/>
                <p14:nvPr/>
              </p14:nvContentPartPr>
              <p14:xfrm>
                <a:off x="8914767" y="5257071"/>
                <a:ext cx="86040" cy="19440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470B4E5E-3AFE-4007-B4ED-68D2B8AB3C6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905767" y="5248431"/>
                  <a:ext cx="1036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B19F6215-42E3-4B23-B41F-6A281A264F94}"/>
                    </a:ext>
                  </a:extLst>
                </p14:cNvPr>
                <p14:cNvContentPartPr/>
                <p14:nvPr/>
              </p14:nvContentPartPr>
              <p14:xfrm>
                <a:off x="9084687" y="5121711"/>
                <a:ext cx="98280" cy="381600"/>
              </p14:xfrm>
            </p:contentPart>
          </mc:Choice>
          <mc:Fallback xmlns=""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B19F6215-42E3-4B23-B41F-6A281A264F9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75687" y="5113071"/>
                  <a:ext cx="115920" cy="39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upo 157">
            <a:extLst>
              <a:ext uri="{FF2B5EF4-FFF2-40B4-BE49-F238E27FC236}">
                <a16:creationId xmlns:a16="http://schemas.microsoft.com/office/drawing/2014/main" id="{D72A6034-4D7C-4015-93BD-EDCE5A7CD353}"/>
              </a:ext>
            </a:extLst>
          </p:cNvPr>
          <p:cNvGrpSpPr/>
          <p:nvPr/>
        </p:nvGrpSpPr>
        <p:grpSpPr>
          <a:xfrm>
            <a:off x="9342087" y="5276871"/>
            <a:ext cx="160920" cy="105120"/>
            <a:chOff x="9342087" y="5276871"/>
            <a:chExt cx="160920" cy="10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4641C5CC-8723-4BB8-BBFA-0CC2DADAFCAD}"/>
                    </a:ext>
                  </a:extLst>
                </p14:cNvPr>
                <p14:cNvContentPartPr/>
                <p14:nvPr/>
              </p14:nvContentPartPr>
              <p14:xfrm>
                <a:off x="9342087" y="5276871"/>
                <a:ext cx="147960" cy="10080"/>
              </p14:xfrm>
            </p:contentPart>
          </mc:Choice>
          <mc:Fallback xmlns=""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4641C5CC-8723-4BB8-BBFA-0CC2DADAFCA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333087" y="5267871"/>
                  <a:ext cx="165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7BF34D8F-C3FA-4430-B3DF-BCA32E4350D9}"/>
                    </a:ext>
                  </a:extLst>
                </p14:cNvPr>
                <p14:cNvContentPartPr/>
                <p14:nvPr/>
              </p14:nvContentPartPr>
              <p14:xfrm>
                <a:off x="9377727" y="5362191"/>
                <a:ext cx="125280" cy="1980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7BF34D8F-C3FA-4430-B3DF-BCA32E4350D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368727" y="5353551"/>
                  <a:ext cx="14292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57" name="Entrada de lápiz 156">
                <a:extLst>
                  <a:ext uri="{FF2B5EF4-FFF2-40B4-BE49-F238E27FC236}">
                    <a16:creationId xmlns:a16="http://schemas.microsoft.com/office/drawing/2014/main" id="{9941A2EA-221B-4A13-B49F-DBE4C1DEB668}"/>
                  </a:ext>
                </a:extLst>
              </p14:cNvPr>
              <p14:cNvContentPartPr/>
              <p14:nvPr/>
            </p14:nvContentPartPr>
            <p14:xfrm>
              <a:off x="9717207" y="5132511"/>
              <a:ext cx="65880" cy="408240"/>
            </p14:xfrm>
          </p:contentPart>
        </mc:Choice>
        <mc:Fallback xmlns="">
          <p:pic>
            <p:nvPicPr>
              <p:cNvPr id="157" name="Entrada de lápiz 156">
                <a:extLst>
                  <a:ext uri="{FF2B5EF4-FFF2-40B4-BE49-F238E27FC236}">
                    <a16:creationId xmlns:a16="http://schemas.microsoft.com/office/drawing/2014/main" id="{9941A2EA-221B-4A13-B49F-DBE4C1DEB668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708207" y="5123511"/>
                <a:ext cx="83520" cy="42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upo 171">
            <a:extLst>
              <a:ext uri="{FF2B5EF4-FFF2-40B4-BE49-F238E27FC236}">
                <a16:creationId xmlns:a16="http://schemas.microsoft.com/office/drawing/2014/main" id="{96129685-1438-4F7A-BE1C-D27FF6768360}"/>
              </a:ext>
            </a:extLst>
          </p:cNvPr>
          <p:cNvGrpSpPr/>
          <p:nvPr/>
        </p:nvGrpSpPr>
        <p:grpSpPr>
          <a:xfrm>
            <a:off x="10839687" y="5063031"/>
            <a:ext cx="586440" cy="420840"/>
            <a:chOff x="10839687" y="5063031"/>
            <a:chExt cx="586440" cy="42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CEC99E74-FB4D-4EF6-84F4-2F46263ED1BB}"/>
                    </a:ext>
                  </a:extLst>
                </p14:cNvPr>
                <p14:cNvContentPartPr/>
                <p14:nvPr/>
              </p14:nvContentPartPr>
              <p14:xfrm>
                <a:off x="10839687" y="5210991"/>
                <a:ext cx="33120" cy="24264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CEC99E74-FB4D-4EF6-84F4-2F46263ED1B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831047" y="5201991"/>
                  <a:ext cx="50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7B84351C-DB91-4B21-BBAE-C8DE73225007}"/>
                    </a:ext>
                  </a:extLst>
                </p14:cNvPr>
                <p14:cNvContentPartPr/>
                <p14:nvPr/>
              </p14:nvContentPartPr>
              <p14:xfrm>
                <a:off x="10886127" y="5249151"/>
                <a:ext cx="119160" cy="15156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7B84351C-DB91-4B21-BBAE-C8DE7322500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877487" y="5240151"/>
                  <a:ext cx="136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F068E143-AEB2-48A7-B7A1-4D7E48C5A41B}"/>
                    </a:ext>
                  </a:extLst>
                </p14:cNvPr>
                <p14:cNvContentPartPr/>
                <p14:nvPr/>
              </p14:nvContentPartPr>
              <p14:xfrm>
                <a:off x="11086287" y="5363991"/>
                <a:ext cx="7200" cy="828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F068E143-AEB2-48A7-B7A1-4D7E48C5A41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077647" y="5354991"/>
                  <a:ext cx="248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FCAD5C39-CE4A-4922-8B87-19A28AD39FF2}"/>
                    </a:ext>
                  </a:extLst>
                </p14:cNvPr>
                <p14:cNvContentPartPr/>
                <p14:nvPr/>
              </p14:nvContentPartPr>
              <p14:xfrm>
                <a:off x="11060007" y="5342751"/>
                <a:ext cx="48600" cy="10188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FCAD5C39-CE4A-4922-8B87-19A28AD39FF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051007" y="5333751"/>
                  <a:ext cx="66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B67C11BD-9083-4F8C-B92E-38E6CE9FB6DA}"/>
                    </a:ext>
                  </a:extLst>
                </p14:cNvPr>
                <p14:cNvContentPartPr/>
                <p14:nvPr/>
              </p14:nvContentPartPr>
              <p14:xfrm>
                <a:off x="11180247" y="5231151"/>
                <a:ext cx="85680" cy="15300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B67C11BD-9083-4F8C-B92E-38E6CE9FB6D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171607" y="5222151"/>
                  <a:ext cx="103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17AA4E13-BC98-44A3-89FC-1AE3832C421C}"/>
                    </a:ext>
                  </a:extLst>
                </p14:cNvPr>
                <p14:cNvContentPartPr/>
                <p14:nvPr/>
              </p14:nvContentPartPr>
              <p14:xfrm>
                <a:off x="11314887" y="5063031"/>
                <a:ext cx="111240" cy="42084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17AA4E13-BC98-44A3-89FC-1AE3832C421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306247" y="5054031"/>
                  <a:ext cx="128880" cy="43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73" name="Entrada de lápiz 172">
                <a:extLst>
                  <a:ext uri="{FF2B5EF4-FFF2-40B4-BE49-F238E27FC236}">
                    <a16:creationId xmlns:a16="http://schemas.microsoft.com/office/drawing/2014/main" id="{2B402023-9607-4C8A-8DB9-39CC14C8BE20}"/>
                  </a:ext>
                </a:extLst>
              </p14:cNvPr>
              <p14:cNvContentPartPr/>
              <p14:nvPr/>
            </p14:nvContentPartPr>
            <p14:xfrm>
              <a:off x="9908367" y="4913271"/>
              <a:ext cx="1047960" cy="60120"/>
            </p14:xfrm>
          </p:contentPart>
        </mc:Choice>
        <mc:Fallback xmlns="">
          <p:pic>
            <p:nvPicPr>
              <p:cNvPr id="173" name="Entrada de lápiz 172">
                <a:extLst>
                  <a:ext uri="{FF2B5EF4-FFF2-40B4-BE49-F238E27FC236}">
                    <a16:creationId xmlns:a16="http://schemas.microsoft.com/office/drawing/2014/main" id="{2B402023-9607-4C8A-8DB9-39CC14C8BE20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9899367" y="4904631"/>
                <a:ext cx="1065600" cy="7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upo 174">
            <a:extLst>
              <a:ext uri="{FF2B5EF4-FFF2-40B4-BE49-F238E27FC236}">
                <a16:creationId xmlns:a16="http://schemas.microsoft.com/office/drawing/2014/main" id="{4E5A7FA3-E395-46CD-8F65-173C06BA81ED}"/>
              </a:ext>
            </a:extLst>
          </p:cNvPr>
          <p:cNvGrpSpPr/>
          <p:nvPr/>
        </p:nvGrpSpPr>
        <p:grpSpPr>
          <a:xfrm>
            <a:off x="9887127" y="5234751"/>
            <a:ext cx="577800" cy="326520"/>
            <a:chOff x="9887127" y="5234751"/>
            <a:chExt cx="57780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6128CFC4-4B4F-4824-A018-D62D13899B66}"/>
                    </a:ext>
                  </a:extLst>
                </p14:cNvPr>
                <p14:cNvContentPartPr/>
                <p14:nvPr/>
              </p14:nvContentPartPr>
              <p14:xfrm>
                <a:off x="9887127" y="5268591"/>
                <a:ext cx="118440" cy="154080"/>
              </p14:xfrm>
            </p:contentPart>
          </mc:Choice>
          <mc:Fallback xmlns=""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6128CFC4-4B4F-4824-A018-D62D13899B6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878127" y="5259951"/>
                  <a:ext cx="136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F10726F5-2F24-47F2-9284-C0D80649E5FF}"/>
                    </a:ext>
                  </a:extLst>
                </p14:cNvPr>
                <p14:cNvContentPartPr/>
                <p14:nvPr/>
              </p14:nvContentPartPr>
              <p14:xfrm>
                <a:off x="10106367" y="5411151"/>
                <a:ext cx="360" cy="36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F10726F5-2F24-47F2-9284-C0D80649E5F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097367" y="540251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39082251-86C7-40C7-BA32-93F9321BE139}"/>
                    </a:ext>
                  </a:extLst>
                </p14:cNvPr>
                <p14:cNvContentPartPr/>
                <p14:nvPr/>
              </p14:nvContentPartPr>
              <p14:xfrm>
                <a:off x="10164687" y="5254191"/>
                <a:ext cx="97560" cy="14760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39082251-86C7-40C7-BA32-93F9321BE13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155687" y="5245191"/>
                  <a:ext cx="1152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4E777625-7396-4324-A014-99633AC05380}"/>
                    </a:ext>
                  </a:extLst>
                </p14:cNvPr>
                <p14:cNvContentPartPr/>
                <p14:nvPr/>
              </p14:nvContentPartPr>
              <p14:xfrm>
                <a:off x="10421007" y="5234751"/>
                <a:ext cx="13320" cy="396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4E777625-7396-4324-A014-99633AC0538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12367" y="5226111"/>
                  <a:ext cx="30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3E46CBE3-2918-4B06-988C-6B8C03A12F60}"/>
                    </a:ext>
                  </a:extLst>
                </p14:cNvPr>
                <p14:cNvContentPartPr/>
                <p14:nvPr/>
              </p14:nvContentPartPr>
              <p14:xfrm>
                <a:off x="10309047" y="5354271"/>
                <a:ext cx="155880" cy="20700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3E46CBE3-2918-4B06-988C-6B8C03A12F6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300407" y="5345271"/>
                  <a:ext cx="173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94D97814-526C-4760-AF39-379F523A8D19}"/>
                    </a:ext>
                  </a:extLst>
                </p14:cNvPr>
                <p14:cNvContentPartPr/>
                <p14:nvPr/>
              </p14:nvContentPartPr>
              <p14:xfrm>
                <a:off x="10198167" y="5243751"/>
                <a:ext cx="122040" cy="1872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94D97814-526C-4760-AF39-379F523A8D1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89527" y="5235111"/>
                  <a:ext cx="1396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upo 177">
            <a:extLst>
              <a:ext uri="{FF2B5EF4-FFF2-40B4-BE49-F238E27FC236}">
                <a16:creationId xmlns:a16="http://schemas.microsoft.com/office/drawing/2014/main" id="{D5FD8D13-462D-41E5-9AB4-5EBD4E72080C}"/>
              </a:ext>
            </a:extLst>
          </p:cNvPr>
          <p:cNvGrpSpPr/>
          <p:nvPr/>
        </p:nvGrpSpPr>
        <p:grpSpPr>
          <a:xfrm>
            <a:off x="10356567" y="3833271"/>
            <a:ext cx="240120" cy="763200"/>
            <a:chOff x="10356567" y="3833271"/>
            <a:chExt cx="240120" cy="76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67B0A958-37C1-43BD-A31F-CC4BDD2F1EDC}"/>
                    </a:ext>
                  </a:extLst>
                </p14:cNvPr>
                <p14:cNvContentPartPr/>
                <p14:nvPr/>
              </p14:nvContentPartPr>
              <p14:xfrm>
                <a:off x="10423167" y="3833271"/>
                <a:ext cx="60480" cy="62028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67B0A958-37C1-43BD-A31F-CC4BDD2F1ED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414167" y="3824271"/>
                  <a:ext cx="7812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EEFDA1B6-0CF8-4193-A556-67B0051C85EF}"/>
                    </a:ext>
                  </a:extLst>
                </p14:cNvPr>
                <p14:cNvContentPartPr/>
                <p14:nvPr/>
              </p14:nvContentPartPr>
              <p14:xfrm>
                <a:off x="10356567" y="4363911"/>
                <a:ext cx="240120" cy="232560"/>
              </p14:xfrm>
            </p:contentPart>
          </mc:Choice>
          <mc:Fallback xmlns=""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EEFDA1B6-0CF8-4193-A556-67B0051C85E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347927" y="4354911"/>
                  <a:ext cx="257760" cy="250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5867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74B1774C-EFFA-49A4-ADAC-06704430C657}"/>
              </a:ext>
            </a:extLst>
          </p:cNvPr>
          <p:cNvGrpSpPr/>
          <p:nvPr/>
        </p:nvGrpSpPr>
        <p:grpSpPr>
          <a:xfrm>
            <a:off x="693447" y="392391"/>
            <a:ext cx="2999880" cy="346680"/>
            <a:chOff x="693447" y="392391"/>
            <a:chExt cx="29998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4D98C896-E068-43A1-A736-E621708FC499}"/>
                    </a:ext>
                  </a:extLst>
                </p14:cNvPr>
                <p14:cNvContentPartPr/>
                <p14:nvPr/>
              </p14:nvContentPartPr>
              <p14:xfrm>
                <a:off x="693447" y="535671"/>
                <a:ext cx="399240" cy="20340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4D98C896-E068-43A1-A736-E621708FC49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4447" y="526671"/>
                  <a:ext cx="416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1A28BFBB-F527-4E47-B4AC-369A510BCC7E}"/>
                    </a:ext>
                  </a:extLst>
                </p14:cNvPr>
                <p14:cNvContentPartPr/>
                <p14:nvPr/>
              </p14:nvContentPartPr>
              <p14:xfrm>
                <a:off x="1099887" y="538191"/>
                <a:ext cx="218520" cy="16812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1A28BFBB-F527-4E47-B4AC-369A510BCC7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0887" y="529191"/>
                  <a:ext cx="236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A14ED1CC-8426-4D52-B9D6-3EE3C5E1CCAD}"/>
                    </a:ext>
                  </a:extLst>
                </p14:cNvPr>
                <p14:cNvContentPartPr/>
                <p14:nvPr/>
              </p14:nvContentPartPr>
              <p14:xfrm>
                <a:off x="1343967" y="544311"/>
                <a:ext cx="58320" cy="18036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A14ED1CC-8426-4D52-B9D6-3EE3C5E1CCA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34967" y="535671"/>
                  <a:ext cx="75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A6BDC28F-6035-4FF3-A9C5-91DBB462A4A5}"/>
                    </a:ext>
                  </a:extLst>
                </p14:cNvPr>
                <p14:cNvContentPartPr/>
                <p14:nvPr/>
              </p14:nvContentPartPr>
              <p14:xfrm>
                <a:off x="1739607" y="437391"/>
                <a:ext cx="69840" cy="29412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A6BDC28F-6035-4FF3-A9C5-91DBB462A4A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30967" y="428751"/>
                  <a:ext cx="874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C6DD95CD-C6E2-4AA9-8FFB-92DC9B543AC3}"/>
                    </a:ext>
                  </a:extLst>
                </p14:cNvPr>
                <p14:cNvContentPartPr/>
                <p14:nvPr/>
              </p14:nvContentPartPr>
              <p14:xfrm>
                <a:off x="1714047" y="597951"/>
                <a:ext cx="324000" cy="11484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C6DD95CD-C6E2-4AA9-8FFB-92DC9B543AC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05047" y="589311"/>
                  <a:ext cx="341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D073E0A7-2ED0-4728-9923-115176CE841A}"/>
                    </a:ext>
                  </a:extLst>
                </p14:cNvPr>
                <p14:cNvContentPartPr/>
                <p14:nvPr/>
              </p14:nvContentPartPr>
              <p14:xfrm>
                <a:off x="2059287" y="529911"/>
                <a:ext cx="558000" cy="20124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D073E0A7-2ED0-4728-9923-115176CE841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50647" y="520911"/>
                  <a:ext cx="575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FC6F6DC0-E4BC-4C56-AD16-795218D009AD}"/>
                    </a:ext>
                  </a:extLst>
                </p14:cNvPr>
                <p14:cNvContentPartPr/>
                <p14:nvPr/>
              </p14:nvContentPartPr>
              <p14:xfrm>
                <a:off x="2576247" y="392391"/>
                <a:ext cx="1117080" cy="30240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FC6F6DC0-E4BC-4C56-AD16-795218D009A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67607" y="383751"/>
                  <a:ext cx="113472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80E55E4F-D866-4B98-8391-D2922387C4B8}"/>
              </a:ext>
            </a:extLst>
          </p:cNvPr>
          <p:cNvGrpSpPr/>
          <p:nvPr/>
        </p:nvGrpSpPr>
        <p:grpSpPr>
          <a:xfrm>
            <a:off x="4065927" y="354591"/>
            <a:ext cx="3151080" cy="348480"/>
            <a:chOff x="4065927" y="354591"/>
            <a:chExt cx="315108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3FCE26C7-A242-4F69-BE43-5AC4E38CA728}"/>
                    </a:ext>
                  </a:extLst>
                </p14:cNvPr>
                <p14:cNvContentPartPr/>
                <p14:nvPr/>
              </p14:nvContentPartPr>
              <p14:xfrm>
                <a:off x="4065927" y="457191"/>
                <a:ext cx="362880" cy="2458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3FCE26C7-A242-4F69-BE43-5AC4E38CA7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57287" y="448551"/>
                  <a:ext cx="3805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0950EE42-506C-466E-85E3-66ACCEA6E93F}"/>
                    </a:ext>
                  </a:extLst>
                </p14:cNvPr>
                <p14:cNvContentPartPr/>
                <p14:nvPr/>
              </p14:nvContentPartPr>
              <p14:xfrm>
                <a:off x="4575687" y="368271"/>
                <a:ext cx="403560" cy="26964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0950EE42-506C-466E-85E3-66ACCEA6E93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67047" y="359271"/>
                  <a:ext cx="4212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64165BFB-EDDF-43D5-B59D-03FAB49134B7}"/>
                    </a:ext>
                  </a:extLst>
                </p14:cNvPr>
                <p14:cNvContentPartPr/>
                <p14:nvPr/>
              </p14:nvContentPartPr>
              <p14:xfrm>
                <a:off x="5062047" y="354591"/>
                <a:ext cx="326160" cy="28296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64165BFB-EDDF-43D5-B59D-03FAB49134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53407" y="345951"/>
                  <a:ext cx="3438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DA71D3CA-6204-4AE2-8A0A-FE0D9B27F797}"/>
                    </a:ext>
                  </a:extLst>
                </p14:cNvPr>
                <p14:cNvContentPartPr/>
                <p14:nvPr/>
              </p14:nvContentPartPr>
              <p14:xfrm>
                <a:off x="5507727" y="510471"/>
                <a:ext cx="39960" cy="6732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DA71D3CA-6204-4AE2-8A0A-FE0D9B27F79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98727" y="501831"/>
                  <a:ext cx="57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BE433DE3-784E-4F0A-8597-E333D82B7D36}"/>
                    </a:ext>
                  </a:extLst>
                </p14:cNvPr>
                <p14:cNvContentPartPr/>
                <p14:nvPr/>
              </p14:nvContentPartPr>
              <p14:xfrm>
                <a:off x="5595927" y="471591"/>
                <a:ext cx="200520" cy="14184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BE433DE3-784E-4F0A-8597-E333D82B7D3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86927" y="462951"/>
                  <a:ext cx="2181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9FFDDA58-736E-4DF8-B1BF-B189F70E6639}"/>
                    </a:ext>
                  </a:extLst>
                </p14:cNvPr>
                <p14:cNvContentPartPr/>
                <p14:nvPr/>
              </p14:nvContentPartPr>
              <p14:xfrm>
                <a:off x="5758287" y="469791"/>
                <a:ext cx="92880" cy="14724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9FFDDA58-736E-4DF8-B1BF-B189F70E663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49647" y="460791"/>
                  <a:ext cx="110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FE6E5B63-8885-4F57-B90D-F6129750B025}"/>
                    </a:ext>
                  </a:extLst>
                </p14:cNvPr>
                <p14:cNvContentPartPr/>
                <p14:nvPr/>
              </p14:nvContentPartPr>
              <p14:xfrm>
                <a:off x="5839287" y="469791"/>
                <a:ext cx="156600" cy="20880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FE6E5B63-8885-4F57-B90D-F6129750B02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30647" y="460791"/>
                  <a:ext cx="1742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ADFB79F1-159A-4599-A987-00208736DDF6}"/>
                    </a:ext>
                  </a:extLst>
                </p14:cNvPr>
                <p14:cNvContentPartPr/>
                <p14:nvPr/>
              </p14:nvContentPartPr>
              <p14:xfrm>
                <a:off x="6020367" y="456111"/>
                <a:ext cx="262800" cy="11736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ADFB79F1-159A-4599-A987-00208736DDF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11727" y="447471"/>
                  <a:ext cx="280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57E04305-9C76-4926-9D1F-CA07E86B2CDF}"/>
                    </a:ext>
                  </a:extLst>
                </p14:cNvPr>
                <p14:cNvContentPartPr/>
                <p14:nvPr/>
              </p14:nvContentPartPr>
              <p14:xfrm>
                <a:off x="6332127" y="443871"/>
                <a:ext cx="260640" cy="14076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57E04305-9C76-4926-9D1F-CA07E86B2CD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23487" y="434871"/>
                  <a:ext cx="278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1203170D-8B09-4B46-968D-6EBAE07DC6D6}"/>
                    </a:ext>
                  </a:extLst>
                </p14:cNvPr>
                <p14:cNvContentPartPr/>
                <p14:nvPr/>
              </p14:nvContentPartPr>
              <p14:xfrm>
                <a:off x="6651087" y="383391"/>
                <a:ext cx="565920" cy="19260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1203170D-8B09-4B46-968D-6EBAE07DC6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42087" y="374391"/>
                  <a:ext cx="58356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BF62FC0D-394C-4643-8796-8701083CB349}"/>
              </a:ext>
            </a:extLst>
          </p:cNvPr>
          <p:cNvGrpSpPr/>
          <p:nvPr/>
        </p:nvGrpSpPr>
        <p:grpSpPr>
          <a:xfrm>
            <a:off x="7827207" y="169551"/>
            <a:ext cx="1542600" cy="540000"/>
            <a:chOff x="7827207" y="169551"/>
            <a:chExt cx="1542600" cy="54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1B485C99-556D-4D28-8339-10CD04BC3100}"/>
                    </a:ext>
                  </a:extLst>
                </p14:cNvPr>
                <p14:cNvContentPartPr/>
                <p14:nvPr/>
              </p14:nvContentPartPr>
              <p14:xfrm>
                <a:off x="7827207" y="435951"/>
                <a:ext cx="122040" cy="27360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1B485C99-556D-4D28-8339-10CD04BC310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18567" y="426951"/>
                  <a:ext cx="1396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47DBE268-B6F6-4CF5-9687-19494B8E9688}"/>
                    </a:ext>
                  </a:extLst>
                </p14:cNvPr>
                <p14:cNvContentPartPr/>
                <p14:nvPr/>
              </p14:nvContentPartPr>
              <p14:xfrm>
                <a:off x="8070927" y="414351"/>
                <a:ext cx="47880" cy="22284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47DBE268-B6F6-4CF5-9687-19494B8E96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61927" y="405711"/>
                  <a:ext cx="65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A04DC724-CE6A-418B-98F7-28EB06D26775}"/>
                    </a:ext>
                  </a:extLst>
                </p14:cNvPr>
                <p14:cNvContentPartPr/>
                <p14:nvPr/>
              </p14:nvContentPartPr>
              <p14:xfrm>
                <a:off x="8209167" y="430551"/>
                <a:ext cx="137160" cy="22176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A04DC724-CE6A-418B-98F7-28EB06D2677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00167" y="421551"/>
                  <a:ext cx="154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496BFEDB-ABF8-47A8-867F-DEDC67A7FD10}"/>
                    </a:ext>
                  </a:extLst>
                </p14:cNvPr>
                <p14:cNvContentPartPr/>
                <p14:nvPr/>
              </p14:nvContentPartPr>
              <p14:xfrm>
                <a:off x="8417247" y="325431"/>
                <a:ext cx="124200" cy="20160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496BFEDB-ABF8-47A8-867F-DEDC67A7FD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08607" y="316431"/>
                  <a:ext cx="141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9C5145EB-EF48-4F59-9DAA-69180404CE19}"/>
                    </a:ext>
                  </a:extLst>
                </p14:cNvPr>
                <p14:cNvContentPartPr/>
                <p14:nvPr/>
              </p14:nvContentPartPr>
              <p14:xfrm>
                <a:off x="8471607" y="568431"/>
                <a:ext cx="261720" cy="4140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9C5145EB-EF48-4F59-9DAA-69180404CE1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62967" y="559791"/>
                  <a:ext cx="279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D57ADE23-DA44-476F-9710-B0B9B6CDD47F}"/>
                    </a:ext>
                  </a:extLst>
                </p14:cNvPr>
                <p14:cNvContentPartPr/>
                <p14:nvPr/>
              </p14:nvContentPartPr>
              <p14:xfrm>
                <a:off x="8771127" y="375831"/>
                <a:ext cx="198000" cy="25452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D57ADE23-DA44-476F-9710-B0B9B6CDD4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62127" y="366831"/>
                  <a:ext cx="2156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047342EE-B322-4BF2-9135-4178A91BEAD9}"/>
                    </a:ext>
                  </a:extLst>
                </p14:cNvPr>
                <p14:cNvContentPartPr/>
                <p14:nvPr/>
              </p14:nvContentPartPr>
              <p14:xfrm>
                <a:off x="9050127" y="372951"/>
                <a:ext cx="103320" cy="17568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047342EE-B322-4BF2-9135-4178A91BEA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41127" y="363951"/>
                  <a:ext cx="120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42F6F0B1-62EC-426D-9DA6-0E7E43585609}"/>
                    </a:ext>
                  </a:extLst>
                </p14:cNvPr>
                <p14:cNvContentPartPr/>
                <p14:nvPr/>
              </p14:nvContentPartPr>
              <p14:xfrm>
                <a:off x="9298527" y="169551"/>
                <a:ext cx="71280" cy="34740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42F6F0B1-62EC-426D-9DA6-0E7E435856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89527" y="160551"/>
                  <a:ext cx="88920" cy="36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6FBE28EE-5848-4742-B7A1-76D4A94CB470}"/>
              </a:ext>
            </a:extLst>
          </p:cNvPr>
          <p:cNvGrpSpPr/>
          <p:nvPr/>
        </p:nvGrpSpPr>
        <p:grpSpPr>
          <a:xfrm>
            <a:off x="9901527" y="322551"/>
            <a:ext cx="972360" cy="311760"/>
            <a:chOff x="9901527" y="322551"/>
            <a:chExt cx="972360" cy="3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CB3E2550-7495-4220-B0B2-0A994C2443FE}"/>
                    </a:ext>
                  </a:extLst>
                </p14:cNvPr>
                <p14:cNvContentPartPr/>
                <p14:nvPr/>
              </p14:nvContentPartPr>
              <p14:xfrm>
                <a:off x="9901527" y="443151"/>
                <a:ext cx="130680" cy="13068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CB3E2550-7495-4220-B0B2-0A994C2443F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92887" y="434511"/>
                  <a:ext cx="148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D7610642-FFEB-470A-9CA8-AC6838880286}"/>
                    </a:ext>
                  </a:extLst>
                </p14:cNvPr>
                <p14:cNvContentPartPr/>
                <p14:nvPr/>
              </p14:nvContentPartPr>
              <p14:xfrm>
                <a:off x="10125087" y="438471"/>
                <a:ext cx="137520" cy="11808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D7610642-FFEB-470A-9CA8-AC68388802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16447" y="429471"/>
                  <a:ext cx="1551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7C93314F-A739-499C-8AB1-8607FE4C3ECC}"/>
                    </a:ext>
                  </a:extLst>
                </p14:cNvPr>
                <p14:cNvContentPartPr/>
                <p14:nvPr/>
              </p14:nvContentPartPr>
              <p14:xfrm>
                <a:off x="10283487" y="473391"/>
                <a:ext cx="165600" cy="16092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7C93314F-A739-499C-8AB1-8607FE4C3EC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74487" y="464391"/>
                  <a:ext cx="183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1A9ABD63-95B0-43A0-A693-740017167D2E}"/>
                    </a:ext>
                  </a:extLst>
                </p14:cNvPr>
                <p14:cNvContentPartPr/>
                <p14:nvPr/>
              </p14:nvContentPartPr>
              <p14:xfrm>
                <a:off x="10493367" y="410391"/>
                <a:ext cx="158760" cy="9360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1A9ABD63-95B0-43A0-A693-740017167D2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84727" y="401751"/>
                  <a:ext cx="176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44840226-22ED-485A-8B1F-2E6ADEE2A17D}"/>
                    </a:ext>
                  </a:extLst>
                </p14:cNvPr>
                <p14:cNvContentPartPr/>
                <p14:nvPr/>
              </p14:nvContentPartPr>
              <p14:xfrm>
                <a:off x="10706127" y="322551"/>
                <a:ext cx="167760" cy="1659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44840226-22ED-485A-8B1F-2E6ADEE2A1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97487" y="313911"/>
                  <a:ext cx="1854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34315310-DA13-466F-A487-E0C4FF2A272D}"/>
              </a:ext>
            </a:extLst>
          </p:cNvPr>
          <p:cNvGrpSpPr/>
          <p:nvPr/>
        </p:nvGrpSpPr>
        <p:grpSpPr>
          <a:xfrm>
            <a:off x="407247" y="1350351"/>
            <a:ext cx="813240" cy="355680"/>
            <a:chOff x="407247" y="1350351"/>
            <a:chExt cx="81324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5F931DD0-CA4A-4C2C-8247-62C8EC435D99}"/>
                    </a:ext>
                  </a:extLst>
                </p14:cNvPr>
                <p14:cNvContentPartPr/>
                <p14:nvPr/>
              </p14:nvContentPartPr>
              <p14:xfrm>
                <a:off x="407247" y="1378791"/>
                <a:ext cx="201240" cy="32724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5F931DD0-CA4A-4C2C-8247-62C8EC435D9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8247" y="1370151"/>
                  <a:ext cx="2188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0A50DC76-B015-4BF5-AD76-4C641B08AFBF}"/>
                    </a:ext>
                  </a:extLst>
                </p14:cNvPr>
                <p14:cNvContentPartPr/>
                <p14:nvPr/>
              </p14:nvContentPartPr>
              <p14:xfrm>
                <a:off x="611007" y="1500831"/>
                <a:ext cx="149040" cy="13104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0A50DC76-B015-4BF5-AD76-4C641B08AFB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2367" y="1492191"/>
                  <a:ext cx="1666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C0B6B19A-AE91-42DC-AF71-40B34568CC7B}"/>
                    </a:ext>
                  </a:extLst>
                </p14:cNvPr>
                <p14:cNvContentPartPr/>
                <p14:nvPr/>
              </p14:nvContentPartPr>
              <p14:xfrm>
                <a:off x="725127" y="1468071"/>
                <a:ext cx="78120" cy="18828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C0B6B19A-AE91-42DC-AF71-40B34568CC7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6127" y="1459071"/>
                  <a:ext cx="95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143248D6-C537-4B3E-8C33-7433B8C4BF3E}"/>
                    </a:ext>
                  </a:extLst>
                </p14:cNvPr>
                <p14:cNvContentPartPr/>
                <p14:nvPr/>
              </p14:nvContentPartPr>
              <p14:xfrm>
                <a:off x="940767" y="1350351"/>
                <a:ext cx="78480" cy="26028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143248D6-C537-4B3E-8C33-7433B8C4BF3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2127" y="1341711"/>
                  <a:ext cx="961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A1E7BA58-54C1-4301-8EF4-538652A565A2}"/>
                    </a:ext>
                  </a:extLst>
                </p14:cNvPr>
                <p14:cNvContentPartPr/>
                <p14:nvPr/>
              </p14:nvContentPartPr>
              <p14:xfrm>
                <a:off x="899367" y="1461591"/>
                <a:ext cx="321120" cy="17028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A1E7BA58-54C1-4301-8EF4-538652A565A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0367" y="1452951"/>
                  <a:ext cx="33876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8C0085F8-83E4-4D00-8E16-95F4B43BA455}"/>
              </a:ext>
            </a:extLst>
          </p:cNvPr>
          <p:cNvGrpSpPr/>
          <p:nvPr/>
        </p:nvGrpSpPr>
        <p:grpSpPr>
          <a:xfrm>
            <a:off x="1628007" y="1312191"/>
            <a:ext cx="1546920" cy="278280"/>
            <a:chOff x="1628007" y="1312191"/>
            <a:chExt cx="154692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37186812-4A6C-4B45-B81F-E8B17FEDDD7A}"/>
                    </a:ext>
                  </a:extLst>
                </p14:cNvPr>
                <p14:cNvContentPartPr/>
                <p14:nvPr/>
              </p14:nvContentPartPr>
              <p14:xfrm>
                <a:off x="1628007" y="1447191"/>
                <a:ext cx="253800" cy="10188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37186812-4A6C-4B45-B81F-E8B17FEDDD7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19007" y="1438551"/>
                  <a:ext cx="271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5F5BCC59-0A0E-4E74-A6ED-B916405E42B1}"/>
                    </a:ext>
                  </a:extLst>
                </p14:cNvPr>
                <p14:cNvContentPartPr/>
                <p14:nvPr/>
              </p14:nvContentPartPr>
              <p14:xfrm>
                <a:off x="1877487" y="1455471"/>
                <a:ext cx="240120" cy="13500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5F5BCC59-0A0E-4E74-A6ED-B916405E42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68487" y="1446471"/>
                  <a:ext cx="2577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8B9DEBC8-F602-473B-8CFB-BBC67F60EF74}"/>
                    </a:ext>
                  </a:extLst>
                </p14:cNvPr>
                <p14:cNvContentPartPr/>
                <p14:nvPr/>
              </p14:nvContentPartPr>
              <p14:xfrm>
                <a:off x="2201127" y="1457991"/>
                <a:ext cx="133920" cy="10368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8B9DEBC8-F602-473B-8CFB-BBC67F60EF7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92127" y="1449351"/>
                  <a:ext cx="151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4B66F9C5-4EB8-4D7F-A2D4-2692A8C5140F}"/>
                    </a:ext>
                  </a:extLst>
                </p14:cNvPr>
                <p14:cNvContentPartPr/>
                <p14:nvPr/>
              </p14:nvContentPartPr>
              <p14:xfrm>
                <a:off x="2348367" y="1439271"/>
                <a:ext cx="262800" cy="11520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4B66F9C5-4EB8-4D7F-A2D4-2692A8C5140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39727" y="1430631"/>
                  <a:ext cx="2804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3408DB17-DAAC-4D80-A0AE-0C86E99C05FD}"/>
                    </a:ext>
                  </a:extLst>
                </p14:cNvPr>
                <p14:cNvContentPartPr/>
                <p14:nvPr/>
              </p14:nvContentPartPr>
              <p14:xfrm>
                <a:off x="2667327" y="1312191"/>
                <a:ext cx="79560" cy="20700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3408DB17-DAAC-4D80-A0AE-0C86E99C05F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658687" y="1303191"/>
                  <a:ext cx="972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6D23C353-1BB1-4F6C-B675-EB884E7EAD11}"/>
                    </a:ext>
                  </a:extLst>
                </p14:cNvPr>
                <p14:cNvContentPartPr/>
                <p14:nvPr/>
              </p14:nvContentPartPr>
              <p14:xfrm>
                <a:off x="2645727" y="1376271"/>
                <a:ext cx="529200" cy="18036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6D23C353-1BB1-4F6C-B675-EB884E7EAD1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36727" y="1367271"/>
                  <a:ext cx="54684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970D9EFA-2926-4D06-99E1-1136565E1A8B}"/>
              </a:ext>
            </a:extLst>
          </p:cNvPr>
          <p:cNvGrpSpPr/>
          <p:nvPr/>
        </p:nvGrpSpPr>
        <p:grpSpPr>
          <a:xfrm>
            <a:off x="3513687" y="1188351"/>
            <a:ext cx="2208240" cy="429480"/>
            <a:chOff x="3513687" y="1188351"/>
            <a:chExt cx="220824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24EC835E-2493-4A50-8D42-91BFFE5D973C}"/>
                    </a:ext>
                  </a:extLst>
                </p14:cNvPr>
                <p14:cNvContentPartPr/>
                <p14:nvPr/>
              </p14:nvContentPartPr>
              <p14:xfrm>
                <a:off x="3513687" y="1188351"/>
                <a:ext cx="131040" cy="31500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24EC835E-2493-4A50-8D42-91BFFE5D973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05047" y="1179351"/>
                  <a:ext cx="1486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011E4988-4A6F-4B82-B481-A88A176A28CC}"/>
                    </a:ext>
                  </a:extLst>
                </p14:cNvPr>
                <p14:cNvContentPartPr/>
                <p14:nvPr/>
              </p14:nvContentPartPr>
              <p14:xfrm>
                <a:off x="3702687" y="1399311"/>
                <a:ext cx="261720" cy="14652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011E4988-4A6F-4B82-B481-A88A176A28C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94047" y="1390671"/>
                  <a:ext cx="279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B88D9C5C-0929-4D7F-9627-391A9E6A081F}"/>
                    </a:ext>
                  </a:extLst>
                </p14:cNvPr>
                <p14:cNvContentPartPr/>
                <p14:nvPr/>
              </p14:nvContentPartPr>
              <p14:xfrm>
                <a:off x="4178247" y="1371231"/>
                <a:ext cx="91440" cy="22248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B88D9C5C-0929-4D7F-9627-391A9E6A081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69247" y="1362591"/>
                  <a:ext cx="1090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1F4B97D6-DE2B-4BE3-8343-1F3771EF0ED6}"/>
                    </a:ext>
                  </a:extLst>
                </p14:cNvPr>
                <p14:cNvContentPartPr/>
                <p14:nvPr/>
              </p14:nvContentPartPr>
              <p14:xfrm>
                <a:off x="4331607" y="1410831"/>
                <a:ext cx="231120" cy="15696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1F4B97D6-DE2B-4BE3-8343-1F3771EF0ED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22607" y="1402191"/>
                  <a:ext cx="248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270A06A5-C44F-4942-8D95-C3F3C37B8BE5}"/>
                    </a:ext>
                  </a:extLst>
                </p14:cNvPr>
                <p14:cNvContentPartPr/>
                <p14:nvPr/>
              </p14:nvContentPartPr>
              <p14:xfrm>
                <a:off x="4579287" y="1396791"/>
                <a:ext cx="261360" cy="15984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270A06A5-C44F-4942-8D95-C3F3C37B8BE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70647" y="1387791"/>
                  <a:ext cx="279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54436A9B-CE94-4895-8401-E08713D91F3C}"/>
                    </a:ext>
                  </a:extLst>
                </p14:cNvPr>
                <p14:cNvContentPartPr/>
                <p14:nvPr/>
              </p14:nvContentPartPr>
              <p14:xfrm>
                <a:off x="5085087" y="1442151"/>
                <a:ext cx="135000" cy="10620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54436A9B-CE94-4895-8401-E08713D91F3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76087" y="1433151"/>
                  <a:ext cx="152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5E9965D7-163D-4A68-8BBB-126E3543C490}"/>
                    </a:ext>
                  </a:extLst>
                </p14:cNvPr>
                <p14:cNvContentPartPr/>
                <p14:nvPr/>
              </p14:nvContentPartPr>
              <p14:xfrm>
                <a:off x="5211807" y="1442511"/>
                <a:ext cx="277200" cy="17532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5E9965D7-163D-4A68-8BBB-126E3543C49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203167" y="1433871"/>
                  <a:ext cx="294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F013C4F4-D605-4081-B371-4BCEF4DA1E84}"/>
                    </a:ext>
                  </a:extLst>
                </p14:cNvPr>
                <p14:cNvContentPartPr/>
                <p14:nvPr/>
              </p14:nvContentPartPr>
              <p14:xfrm>
                <a:off x="5542287" y="1366551"/>
                <a:ext cx="179640" cy="13032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F013C4F4-D605-4081-B371-4BCEF4DA1E8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33287" y="1357551"/>
                  <a:ext cx="1972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10736979-E90E-493C-8751-77C300B83772}"/>
              </a:ext>
            </a:extLst>
          </p:cNvPr>
          <p:cNvGrpSpPr/>
          <p:nvPr/>
        </p:nvGrpSpPr>
        <p:grpSpPr>
          <a:xfrm>
            <a:off x="5978967" y="1367631"/>
            <a:ext cx="449640" cy="248040"/>
            <a:chOff x="5978967" y="1367631"/>
            <a:chExt cx="44964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9C6D46F8-9333-4DCC-8C8C-C605A1A0CBA8}"/>
                    </a:ext>
                  </a:extLst>
                </p14:cNvPr>
                <p14:cNvContentPartPr/>
                <p14:nvPr/>
              </p14:nvContentPartPr>
              <p14:xfrm>
                <a:off x="5978967" y="1378071"/>
                <a:ext cx="159840" cy="23760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9C6D46F8-9333-4DCC-8C8C-C605A1A0CBA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969967" y="1369071"/>
                  <a:ext cx="177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F4BC5D14-95F7-4505-B03C-6ED0C5A3DC81}"/>
                    </a:ext>
                  </a:extLst>
                </p14:cNvPr>
                <p14:cNvContentPartPr/>
                <p14:nvPr/>
              </p14:nvContentPartPr>
              <p14:xfrm>
                <a:off x="6182007" y="1367631"/>
                <a:ext cx="246600" cy="10620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F4BC5D14-95F7-4505-B03C-6ED0C5A3DC8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73007" y="1358991"/>
                  <a:ext cx="26424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FB709481-B1B2-4E0F-BC2F-AAA0DEBE04D2}"/>
              </a:ext>
            </a:extLst>
          </p:cNvPr>
          <p:cNvGrpSpPr/>
          <p:nvPr/>
        </p:nvGrpSpPr>
        <p:grpSpPr>
          <a:xfrm>
            <a:off x="6690687" y="1271871"/>
            <a:ext cx="497160" cy="204120"/>
            <a:chOff x="6690687" y="1271871"/>
            <a:chExt cx="49716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AC5E056C-4700-4035-AA2F-31FE4EF0ACE1}"/>
                    </a:ext>
                  </a:extLst>
                </p14:cNvPr>
                <p14:cNvContentPartPr/>
                <p14:nvPr/>
              </p14:nvContentPartPr>
              <p14:xfrm>
                <a:off x="6690687" y="1271871"/>
                <a:ext cx="295560" cy="20412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AC5E056C-4700-4035-AA2F-31FE4EF0ACE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82047" y="1263231"/>
                  <a:ext cx="3132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6F07404F-C4E0-4A96-B341-B33062D47CCD}"/>
                    </a:ext>
                  </a:extLst>
                </p14:cNvPr>
                <p14:cNvContentPartPr/>
                <p14:nvPr/>
              </p14:nvContentPartPr>
              <p14:xfrm>
                <a:off x="7037367" y="1362951"/>
                <a:ext cx="150480" cy="9324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6F07404F-C4E0-4A96-B341-B33062D47CC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028727" y="1353951"/>
                  <a:ext cx="16812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FB5DD1EF-0D62-4B86-BBE3-1B6C7E9147F4}"/>
              </a:ext>
            </a:extLst>
          </p:cNvPr>
          <p:cNvGrpSpPr/>
          <p:nvPr/>
        </p:nvGrpSpPr>
        <p:grpSpPr>
          <a:xfrm>
            <a:off x="7400607" y="1213191"/>
            <a:ext cx="1980720" cy="315360"/>
            <a:chOff x="7400607" y="1213191"/>
            <a:chExt cx="198072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5D08F39E-1A79-46E2-9215-84FA94BDEF2A}"/>
                    </a:ext>
                  </a:extLst>
                </p14:cNvPr>
                <p14:cNvContentPartPr/>
                <p14:nvPr/>
              </p14:nvContentPartPr>
              <p14:xfrm>
                <a:off x="7400607" y="1275111"/>
                <a:ext cx="265680" cy="19260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5D08F39E-1A79-46E2-9215-84FA94BDEF2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91607" y="1266111"/>
                  <a:ext cx="283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09F74B9F-03B1-41E0-B256-C97A5C7D15FB}"/>
                    </a:ext>
                  </a:extLst>
                </p14:cNvPr>
                <p14:cNvContentPartPr/>
                <p14:nvPr/>
              </p14:nvContentPartPr>
              <p14:xfrm>
                <a:off x="7814247" y="1319031"/>
                <a:ext cx="56160" cy="13392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09F74B9F-03B1-41E0-B256-C97A5C7D15F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05607" y="1310391"/>
                  <a:ext cx="73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8BDB9447-681A-4919-9C34-B447CA9C7E60}"/>
                    </a:ext>
                  </a:extLst>
                </p14:cNvPr>
                <p14:cNvContentPartPr/>
                <p14:nvPr/>
              </p14:nvContentPartPr>
              <p14:xfrm>
                <a:off x="7899207" y="1317951"/>
                <a:ext cx="140400" cy="10908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8BDB9447-681A-4919-9C34-B447CA9C7E6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90207" y="1308951"/>
                  <a:ext cx="158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9E43DD63-FBE0-4940-95F1-FD46DEDF5187}"/>
                    </a:ext>
                  </a:extLst>
                </p14:cNvPr>
                <p14:cNvContentPartPr/>
                <p14:nvPr/>
              </p14:nvContentPartPr>
              <p14:xfrm>
                <a:off x="7998207" y="1320471"/>
                <a:ext cx="110880" cy="20808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9E43DD63-FBE0-4940-95F1-FD46DEDF518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89207" y="1311471"/>
                  <a:ext cx="128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2D7AA508-F20E-4A67-8B5C-B93DE03D3778}"/>
                    </a:ext>
                  </a:extLst>
                </p14:cNvPr>
                <p14:cNvContentPartPr/>
                <p14:nvPr/>
              </p14:nvContentPartPr>
              <p14:xfrm>
                <a:off x="8120247" y="1303911"/>
                <a:ext cx="268560" cy="9108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2D7AA508-F20E-4A67-8B5C-B93DE03D377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111607" y="1295271"/>
                  <a:ext cx="286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E7CF6844-31B6-4301-829B-847FD4C2AB4E}"/>
                    </a:ext>
                  </a:extLst>
                </p14:cNvPr>
                <p14:cNvContentPartPr/>
                <p14:nvPr/>
              </p14:nvContentPartPr>
              <p14:xfrm>
                <a:off x="8408247" y="1213191"/>
                <a:ext cx="199440" cy="17496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E7CF6844-31B6-4301-829B-847FD4C2AB4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99607" y="1204551"/>
                  <a:ext cx="217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FE42248F-CB82-44E5-A21D-4A7EE1CAE02E}"/>
                    </a:ext>
                  </a:extLst>
                </p14:cNvPr>
                <p14:cNvContentPartPr/>
                <p14:nvPr/>
              </p14:nvContentPartPr>
              <p14:xfrm>
                <a:off x="8627487" y="1266471"/>
                <a:ext cx="149400" cy="12420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FE42248F-CB82-44E5-A21D-4A7EE1CAE02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18847" y="1257831"/>
                  <a:ext cx="1670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EE129231-F3E4-4C7D-9BA8-01648E39E8E4}"/>
                    </a:ext>
                  </a:extLst>
                </p14:cNvPr>
                <p14:cNvContentPartPr/>
                <p14:nvPr/>
              </p14:nvContentPartPr>
              <p14:xfrm>
                <a:off x="8810367" y="1350351"/>
                <a:ext cx="100440" cy="16884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EE129231-F3E4-4C7D-9BA8-01648E39E8E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01367" y="1341711"/>
                  <a:ext cx="118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EF17C730-ECA0-4F44-9E5C-8DCA500A1AE0}"/>
                    </a:ext>
                  </a:extLst>
                </p14:cNvPr>
                <p14:cNvContentPartPr/>
                <p14:nvPr/>
              </p14:nvContentPartPr>
              <p14:xfrm>
                <a:off x="9053007" y="1311111"/>
                <a:ext cx="177120" cy="9684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EF17C730-ECA0-4F44-9E5C-8DCA500A1AE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44367" y="1302471"/>
                  <a:ext cx="194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A795BEA4-0CC6-43F6-BD3F-BF03754B0785}"/>
                    </a:ext>
                  </a:extLst>
                </p14:cNvPr>
                <p14:cNvContentPartPr/>
                <p14:nvPr/>
              </p14:nvContentPartPr>
              <p14:xfrm>
                <a:off x="9326967" y="1239831"/>
                <a:ext cx="54360" cy="21708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A795BEA4-0CC6-43F6-BD3F-BF03754B078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318327" y="1231191"/>
                  <a:ext cx="7200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A7F2AA46-3B69-41B1-B534-50640A3C1141}"/>
              </a:ext>
            </a:extLst>
          </p:cNvPr>
          <p:cNvGrpSpPr/>
          <p:nvPr/>
        </p:nvGrpSpPr>
        <p:grpSpPr>
          <a:xfrm>
            <a:off x="9722247" y="1141551"/>
            <a:ext cx="951480" cy="279720"/>
            <a:chOff x="9722247" y="1141551"/>
            <a:chExt cx="95148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002AF557-0823-4970-A224-E1CCEFD17A58}"/>
                    </a:ext>
                  </a:extLst>
                </p14:cNvPr>
                <p14:cNvContentPartPr/>
                <p14:nvPr/>
              </p14:nvContentPartPr>
              <p14:xfrm>
                <a:off x="9722247" y="1141551"/>
                <a:ext cx="243720" cy="25992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002AF557-0823-4970-A224-E1CCEFD17A5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713607" y="1132551"/>
                  <a:ext cx="2613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0605DBCF-66DB-456F-8C3A-AFF2A0887AF0}"/>
                    </a:ext>
                  </a:extLst>
                </p14:cNvPr>
                <p14:cNvContentPartPr/>
                <p14:nvPr/>
              </p14:nvContentPartPr>
              <p14:xfrm>
                <a:off x="10006287" y="1278351"/>
                <a:ext cx="123120" cy="11232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0605DBCF-66DB-456F-8C3A-AFF2A0887AF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97287" y="1269351"/>
                  <a:ext cx="140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E4D54A9F-32DA-48D5-ACA0-B8C06299B9BD}"/>
                    </a:ext>
                  </a:extLst>
                </p14:cNvPr>
                <p14:cNvContentPartPr/>
                <p14:nvPr/>
              </p14:nvContentPartPr>
              <p14:xfrm>
                <a:off x="10191327" y="1263231"/>
                <a:ext cx="174600" cy="10116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E4D54A9F-32DA-48D5-ACA0-B8C06299B9B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82687" y="1254231"/>
                  <a:ext cx="192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C5CAE288-F094-4045-AB79-AB95B7CE11D3}"/>
                    </a:ext>
                  </a:extLst>
                </p14:cNvPr>
                <p14:cNvContentPartPr/>
                <p14:nvPr/>
              </p14:nvContentPartPr>
              <p14:xfrm>
                <a:off x="10487247" y="1297791"/>
                <a:ext cx="36000" cy="6372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C5CAE288-F094-4045-AB79-AB95B7CE11D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78607" y="1289151"/>
                  <a:ext cx="536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82F851EF-823D-4667-972E-122993320F38}"/>
                    </a:ext>
                  </a:extLst>
                </p14:cNvPr>
                <p14:cNvContentPartPr/>
                <p14:nvPr/>
              </p14:nvContentPartPr>
              <p14:xfrm>
                <a:off x="10506327" y="1190151"/>
                <a:ext cx="76680" cy="13140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82F851EF-823D-4667-972E-122993320F3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497327" y="1181511"/>
                  <a:ext cx="943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B3BE535E-4196-435B-B5CE-599729EF97AB}"/>
                    </a:ext>
                  </a:extLst>
                </p14:cNvPr>
                <p14:cNvContentPartPr/>
                <p14:nvPr/>
              </p14:nvContentPartPr>
              <p14:xfrm>
                <a:off x="10559607" y="1280151"/>
                <a:ext cx="114120" cy="14112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B3BE535E-4196-435B-B5CE-599729EF97A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550967" y="1271151"/>
                  <a:ext cx="131760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372BD0A9-9710-4CE7-937F-244708450384}"/>
                  </a:ext>
                </a:extLst>
              </p14:cNvPr>
              <p14:cNvContentPartPr/>
              <p14:nvPr/>
            </p14:nvContentPartPr>
            <p14:xfrm>
              <a:off x="973527" y="1988271"/>
              <a:ext cx="188640" cy="219600"/>
            </p14:xfrm>
          </p:contentPart>
        </mc:Choice>
        <mc:Fallback xmlns=""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372BD0A9-9710-4CE7-937F-24470845038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64527" y="1979271"/>
                <a:ext cx="2062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B3A4A5D5-BB5F-448D-B087-B474D83448B5}"/>
                  </a:ext>
                </a:extLst>
              </p14:cNvPr>
              <p14:cNvContentPartPr/>
              <p14:nvPr/>
            </p14:nvContentPartPr>
            <p14:xfrm>
              <a:off x="1701087" y="2121471"/>
              <a:ext cx="124200" cy="195840"/>
            </p14:xfrm>
          </p:contentPart>
        </mc:Choice>
        <mc:Fallback xmlns=""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B3A4A5D5-BB5F-448D-B087-B474D83448B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692447" y="2112471"/>
                <a:ext cx="141840" cy="21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upo 103">
            <a:extLst>
              <a:ext uri="{FF2B5EF4-FFF2-40B4-BE49-F238E27FC236}">
                <a16:creationId xmlns:a16="http://schemas.microsoft.com/office/drawing/2014/main" id="{4915FC2C-50FC-405A-AD19-E49050741B90}"/>
              </a:ext>
            </a:extLst>
          </p:cNvPr>
          <p:cNvGrpSpPr/>
          <p:nvPr/>
        </p:nvGrpSpPr>
        <p:grpSpPr>
          <a:xfrm>
            <a:off x="2143527" y="2011671"/>
            <a:ext cx="447840" cy="215280"/>
            <a:chOff x="2143527" y="2011671"/>
            <a:chExt cx="447840" cy="21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38C5442E-E995-4E7B-827E-279B3858485C}"/>
                    </a:ext>
                  </a:extLst>
                </p14:cNvPr>
                <p14:cNvContentPartPr/>
                <p14:nvPr/>
              </p14:nvContentPartPr>
              <p14:xfrm>
                <a:off x="2143527" y="2011671"/>
                <a:ext cx="146880" cy="19404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38C5442E-E995-4E7B-827E-279B3858485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34887" y="2002671"/>
                  <a:ext cx="1645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98BD115E-74CC-45E7-8780-D5A119DCE663}"/>
                    </a:ext>
                  </a:extLst>
                </p14:cNvPr>
                <p14:cNvContentPartPr/>
                <p14:nvPr/>
              </p14:nvContentPartPr>
              <p14:xfrm>
                <a:off x="2395167" y="2017431"/>
                <a:ext cx="196200" cy="20952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98BD115E-74CC-45E7-8780-D5A119DCE66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86527" y="2008431"/>
                  <a:ext cx="21384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E123B30A-A9B4-4AE5-BF95-76393270ACA0}"/>
              </a:ext>
            </a:extLst>
          </p:cNvPr>
          <p:cNvGrpSpPr/>
          <p:nvPr/>
        </p:nvGrpSpPr>
        <p:grpSpPr>
          <a:xfrm>
            <a:off x="3072327" y="2124351"/>
            <a:ext cx="1094040" cy="216360"/>
            <a:chOff x="3072327" y="2124351"/>
            <a:chExt cx="1094040" cy="21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8DD22E15-46F8-43FB-A54F-306F8F0780B6}"/>
                    </a:ext>
                  </a:extLst>
                </p14:cNvPr>
                <p14:cNvContentPartPr/>
                <p14:nvPr/>
              </p14:nvContentPartPr>
              <p14:xfrm>
                <a:off x="3072327" y="2139471"/>
                <a:ext cx="125280" cy="11628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8DD22E15-46F8-43FB-A54F-306F8F0780B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63327" y="2130471"/>
                  <a:ext cx="142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5E89BE98-76FF-4DBB-B623-7F44F9F783C8}"/>
                    </a:ext>
                  </a:extLst>
                </p14:cNvPr>
                <p14:cNvContentPartPr/>
                <p14:nvPr/>
              </p14:nvContentPartPr>
              <p14:xfrm>
                <a:off x="3268167" y="2124351"/>
                <a:ext cx="99360" cy="8748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5E89BE98-76FF-4DBB-B623-7F44F9F783C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259527" y="2115351"/>
                  <a:ext cx="1170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BE64F4C7-AD05-4228-A83C-0890F4B5037D}"/>
                    </a:ext>
                  </a:extLst>
                </p14:cNvPr>
                <p14:cNvContentPartPr/>
                <p14:nvPr/>
              </p14:nvContentPartPr>
              <p14:xfrm>
                <a:off x="3428727" y="2139471"/>
                <a:ext cx="192240" cy="20124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BE64F4C7-AD05-4228-A83C-0890F4B5037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19727" y="2130831"/>
                  <a:ext cx="209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6FEED7AC-BA00-4A50-BA35-7C1B16C7EB80}"/>
                    </a:ext>
                  </a:extLst>
                </p14:cNvPr>
                <p14:cNvContentPartPr/>
                <p14:nvPr/>
              </p14:nvContentPartPr>
              <p14:xfrm>
                <a:off x="3697647" y="2165031"/>
                <a:ext cx="202320" cy="7740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6FEED7AC-BA00-4A50-BA35-7C1B16C7EB8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89007" y="2156391"/>
                  <a:ext cx="219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99E87501-B74C-4B2E-A740-4BB91B6EC726}"/>
                    </a:ext>
                  </a:extLst>
                </p14:cNvPr>
                <p14:cNvContentPartPr/>
                <p14:nvPr/>
              </p14:nvContentPartPr>
              <p14:xfrm>
                <a:off x="3876207" y="2140191"/>
                <a:ext cx="109440" cy="17028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99E87501-B74C-4B2E-A740-4BB91B6EC72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67207" y="2131551"/>
                  <a:ext cx="127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0443728F-9820-4EC7-BF5C-51A576DB7C10}"/>
                    </a:ext>
                  </a:extLst>
                </p14:cNvPr>
                <p14:cNvContentPartPr/>
                <p14:nvPr/>
              </p14:nvContentPartPr>
              <p14:xfrm>
                <a:off x="4103727" y="2270151"/>
                <a:ext cx="62640" cy="6444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0443728F-9820-4EC7-BF5C-51A576DB7C1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095087" y="2261511"/>
                  <a:ext cx="80280" cy="8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84790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3E52D6B-C6CD-4372-A766-9E770D211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62" y="294031"/>
            <a:ext cx="11777663" cy="4609273"/>
          </a:xfrm>
          <a:prstGeom prst="rect">
            <a:avLst/>
          </a:prstGeom>
        </p:spPr>
      </p:pic>
      <p:grpSp>
        <p:nvGrpSpPr>
          <p:cNvPr id="35" name="Grupo 34">
            <a:extLst>
              <a:ext uri="{FF2B5EF4-FFF2-40B4-BE49-F238E27FC236}">
                <a16:creationId xmlns:a16="http://schemas.microsoft.com/office/drawing/2014/main" id="{793A350A-C0D3-4573-B409-01450915C12B}"/>
              </a:ext>
            </a:extLst>
          </p:cNvPr>
          <p:cNvGrpSpPr/>
          <p:nvPr/>
        </p:nvGrpSpPr>
        <p:grpSpPr>
          <a:xfrm>
            <a:off x="758932" y="5210666"/>
            <a:ext cx="2769120" cy="949320"/>
            <a:chOff x="758932" y="5210666"/>
            <a:chExt cx="2769120" cy="94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F2EA0588-F7E8-44AB-AC45-A160C777ED06}"/>
                    </a:ext>
                  </a:extLst>
                </p14:cNvPr>
                <p14:cNvContentPartPr/>
                <p14:nvPr/>
              </p14:nvContentPartPr>
              <p14:xfrm>
                <a:off x="758932" y="5210666"/>
                <a:ext cx="360000" cy="57852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F2EA0588-F7E8-44AB-AC45-A160C777ED0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9932" y="5201666"/>
                  <a:ext cx="37764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252BF834-16B9-4E2C-BF8B-D0071ED16D47}"/>
                    </a:ext>
                  </a:extLst>
                </p14:cNvPr>
                <p14:cNvContentPartPr/>
                <p14:nvPr/>
              </p14:nvContentPartPr>
              <p14:xfrm>
                <a:off x="798532" y="5220026"/>
                <a:ext cx="258480" cy="46008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252BF834-16B9-4E2C-BF8B-D0071ED16D4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89892" y="5211386"/>
                  <a:ext cx="27612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3F8833EE-B8C7-45D4-902B-10882E9D96FB}"/>
                    </a:ext>
                  </a:extLst>
                </p14:cNvPr>
                <p14:cNvContentPartPr/>
                <p14:nvPr/>
              </p14:nvContentPartPr>
              <p14:xfrm>
                <a:off x="1309372" y="5493626"/>
                <a:ext cx="359640" cy="20448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3F8833EE-B8C7-45D4-902B-10882E9D96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00732" y="5484626"/>
                  <a:ext cx="377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AF7C2132-C080-4689-9930-2A7FB6B37D9F}"/>
                    </a:ext>
                  </a:extLst>
                </p14:cNvPr>
                <p14:cNvContentPartPr/>
                <p14:nvPr/>
              </p14:nvContentPartPr>
              <p14:xfrm>
                <a:off x="1817692" y="5385986"/>
                <a:ext cx="28800" cy="4118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AF7C2132-C080-4689-9930-2A7FB6B37D9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08692" y="5377346"/>
                  <a:ext cx="4644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EC9680B2-1A4C-4CBF-BB28-F23AF81AEDE6}"/>
                    </a:ext>
                  </a:extLst>
                </p14:cNvPr>
                <p14:cNvContentPartPr/>
                <p14:nvPr/>
              </p14:nvContentPartPr>
              <p14:xfrm>
                <a:off x="2017492" y="5329466"/>
                <a:ext cx="11160" cy="4492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EC9680B2-1A4C-4CBF-BB28-F23AF81AEDE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08852" y="5320466"/>
                  <a:ext cx="2880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53483D0B-4C7D-4528-BFD4-B0024E8625DA}"/>
                    </a:ext>
                  </a:extLst>
                </p14:cNvPr>
                <p14:cNvContentPartPr/>
                <p14:nvPr/>
              </p14:nvContentPartPr>
              <p14:xfrm>
                <a:off x="1796092" y="5610986"/>
                <a:ext cx="219600" cy="410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53483D0B-4C7D-4528-BFD4-B0024E8625D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87452" y="5602346"/>
                  <a:ext cx="237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8D5C4369-0BDF-4893-84CC-A0F86F321B31}"/>
                    </a:ext>
                  </a:extLst>
                </p14:cNvPr>
                <p14:cNvContentPartPr/>
                <p14:nvPr/>
              </p14:nvContentPartPr>
              <p14:xfrm>
                <a:off x="2172292" y="5355026"/>
                <a:ext cx="120600" cy="53280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8D5C4369-0BDF-4893-84CC-A0F86F321B3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63652" y="5346386"/>
                  <a:ext cx="13824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63F1A61A-5F6E-4355-A216-E332D1E7AB4B}"/>
                    </a:ext>
                  </a:extLst>
                </p14:cNvPr>
                <p14:cNvContentPartPr/>
                <p14:nvPr/>
              </p14:nvContentPartPr>
              <p14:xfrm>
                <a:off x="2311612" y="5408666"/>
                <a:ext cx="303480" cy="46116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63F1A61A-5F6E-4355-A216-E332D1E7AB4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02612" y="5399666"/>
                  <a:ext cx="32112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FED4F4F5-7074-4A17-9755-EBDE29312A82}"/>
                    </a:ext>
                  </a:extLst>
                </p14:cNvPr>
                <p14:cNvContentPartPr/>
                <p14:nvPr/>
              </p14:nvContentPartPr>
              <p14:xfrm>
                <a:off x="2714452" y="5627186"/>
                <a:ext cx="107640" cy="1656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FED4F4F5-7074-4A17-9755-EBDE29312A8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05452" y="5618186"/>
                  <a:ext cx="125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C70F826E-1685-4A4B-8234-2908201FC461}"/>
                    </a:ext>
                  </a:extLst>
                </p14:cNvPr>
                <p14:cNvContentPartPr/>
                <p14:nvPr/>
              </p14:nvContentPartPr>
              <p14:xfrm>
                <a:off x="2687092" y="5740586"/>
                <a:ext cx="155160" cy="144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C70F826E-1685-4A4B-8234-2908201FC46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78092" y="5731946"/>
                  <a:ext cx="172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BF2081A6-2943-4390-897D-F47EC63B6EED}"/>
                    </a:ext>
                  </a:extLst>
                </p14:cNvPr>
                <p14:cNvContentPartPr/>
                <p14:nvPr/>
              </p14:nvContentPartPr>
              <p14:xfrm>
                <a:off x="2994172" y="5562386"/>
                <a:ext cx="232560" cy="2977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BF2081A6-2943-4390-897D-F47EC63B6EE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85172" y="5553386"/>
                  <a:ext cx="2502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A95198E1-1545-4255-8A5A-57C8ED2A5473}"/>
                    </a:ext>
                  </a:extLst>
                </p14:cNvPr>
                <p14:cNvContentPartPr/>
                <p14:nvPr/>
              </p14:nvContentPartPr>
              <p14:xfrm>
                <a:off x="3275332" y="5600186"/>
                <a:ext cx="151560" cy="29556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A95198E1-1545-4255-8A5A-57C8ED2A547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66332" y="5591186"/>
                  <a:ext cx="1692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92CF3AC8-92CA-4DAE-9973-30153F409B88}"/>
                    </a:ext>
                  </a:extLst>
                </p14:cNvPr>
                <p14:cNvContentPartPr/>
                <p14:nvPr/>
              </p14:nvContentPartPr>
              <p14:xfrm>
                <a:off x="3313492" y="5902586"/>
                <a:ext cx="214560" cy="2574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92CF3AC8-92CA-4DAE-9973-30153F409B8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304492" y="5893586"/>
                  <a:ext cx="23220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835BB1E0-680B-4A8A-99F2-9C8F268D37BC}"/>
              </a:ext>
            </a:extLst>
          </p:cNvPr>
          <p:cNvGrpSpPr/>
          <p:nvPr/>
        </p:nvGrpSpPr>
        <p:grpSpPr>
          <a:xfrm>
            <a:off x="3674212" y="5567786"/>
            <a:ext cx="1079280" cy="384120"/>
            <a:chOff x="3674212" y="5567786"/>
            <a:chExt cx="107928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84517454-F88F-40FC-8889-A3D8D5757063}"/>
                    </a:ext>
                  </a:extLst>
                </p14:cNvPr>
                <p14:cNvContentPartPr/>
                <p14:nvPr/>
              </p14:nvContentPartPr>
              <p14:xfrm>
                <a:off x="3674212" y="5595146"/>
                <a:ext cx="206280" cy="2282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84517454-F88F-40FC-8889-A3D8D575706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665572" y="5586506"/>
                  <a:ext cx="2239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A74BB6FE-A284-4906-AA52-322A46EDBC42}"/>
                    </a:ext>
                  </a:extLst>
                </p14:cNvPr>
                <p14:cNvContentPartPr/>
                <p14:nvPr/>
              </p14:nvContentPartPr>
              <p14:xfrm>
                <a:off x="3939892" y="5676506"/>
                <a:ext cx="123120" cy="1332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A74BB6FE-A284-4906-AA52-322A46EDBC4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30892" y="5667506"/>
                  <a:ext cx="140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2ECB0010-F82D-4E02-B2D9-B2BC792640CF}"/>
                    </a:ext>
                  </a:extLst>
                </p14:cNvPr>
                <p14:cNvContentPartPr/>
                <p14:nvPr/>
              </p14:nvContentPartPr>
              <p14:xfrm>
                <a:off x="3984892" y="5729066"/>
                <a:ext cx="142200" cy="3132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2ECB0010-F82D-4E02-B2D9-B2BC792640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76252" y="5720066"/>
                  <a:ext cx="159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57E0772E-5B4C-4D6E-AECA-E76BBF415C6A}"/>
                    </a:ext>
                  </a:extLst>
                </p14:cNvPr>
                <p14:cNvContentPartPr/>
                <p14:nvPr/>
              </p14:nvContentPartPr>
              <p14:xfrm>
                <a:off x="4301692" y="5596586"/>
                <a:ext cx="43200" cy="22608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57E0772E-5B4C-4D6E-AECA-E76BBF415C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293052" y="5587586"/>
                  <a:ext cx="608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05F3B84E-C0E3-4751-9D15-0C4952191B82}"/>
                    </a:ext>
                  </a:extLst>
                </p14:cNvPr>
                <p14:cNvContentPartPr/>
                <p14:nvPr/>
              </p14:nvContentPartPr>
              <p14:xfrm>
                <a:off x="4441012" y="5567786"/>
                <a:ext cx="174960" cy="26604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05F3B84E-C0E3-4751-9D15-0C4952191B8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432372" y="5558786"/>
                  <a:ext cx="1926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9F152B05-527B-4E2C-B80F-234C426445B8}"/>
                    </a:ext>
                  </a:extLst>
                </p14:cNvPr>
                <p14:cNvContentPartPr/>
                <p14:nvPr/>
              </p14:nvContentPartPr>
              <p14:xfrm>
                <a:off x="4605532" y="5838146"/>
                <a:ext cx="147960" cy="11376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9F152B05-527B-4E2C-B80F-234C426445B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96532" y="5829506"/>
                  <a:ext cx="16560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5B0978AB-5753-4C8E-9048-93293A4081AC}"/>
              </a:ext>
            </a:extLst>
          </p:cNvPr>
          <p:cNvGrpSpPr/>
          <p:nvPr/>
        </p:nvGrpSpPr>
        <p:grpSpPr>
          <a:xfrm>
            <a:off x="5798212" y="5393546"/>
            <a:ext cx="597240" cy="600840"/>
            <a:chOff x="5798212" y="5393546"/>
            <a:chExt cx="597240" cy="6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B993EC49-7185-4C82-9892-91FAAEF7BBBB}"/>
                    </a:ext>
                  </a:extLst>
                </p14:cNvPr>
                <p14:cNvContentPartPr/>
                <p14:nvPr/>
              </p14:nvContentPartPr>
              <p14:xfrm>
                <a:off x="5798212" y="5514866"/>
                <a:ext cx="89640" cy="3092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B993EC49-7185-4C82-9892-91FAAEF7BBB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89572" y="5506226"/>
                  <a:ext cx="1072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E65B9E16-9542-4A52-A503-0D4C4CCD7C91}"/>
                    </a:ext>
                  </a:extLst>
                </p14:cNvPr>
                <p14:cNvContentPartPr/>
                <p14:nvPr/>
              </p14:nvContentPartPr>
              <p14:xfrm>
                <a:off x="6011692" y="5534666"/>
                <a:ext cx="163440" cy="30420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E65B9E16-9542-4A52-A503-0D4C4CCD7C9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002692" y="5526026"/>
                  <a:ext cx="1810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19B2BC8D-8298-4F15-B900-91EDA3F346DF}"/>
                    </a:ext>
                  </a:extLst>
                </p14:cNvPr>
                <p14:cNvContentPartPr/>
                <p14:nvPr/>
              </p14:nvContentPartPr>
              <p14:xfrm>
                <a:off x="6289252" y="5393546"/>
                <a:ext cx="106200" cy="60084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19B2BC8D-8298-4F15-B900-91EDA3F346D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280612" y="5384906"/>
                  <a:ext cx="123840" cy="61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7BECAA9F-4FB5-4258-86F7-12B53400E7BC}"/>
              </a:ext>
            </a:extLst>
          </p:cNvPr>
          <p:cNvGrpSpPr/>
          <p:nvPr/>
        </p:nvGrpSpPr>
        <p:grpSpPr>
          <a:xfrm>
            <a:off x="4990012" y="5546906"/>
            <a:ext cx="600480" cy="299520"/>
            <a:chOff x="4990012" y="5546906"/>
            <a:chExt cx="60048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0FFE4EB8-C776-4D63-AC79-31E4576E6496}"/>
                    </a:ext>
                  </a:extLst>
                </p14:cNvPr>
                <p14:cNvContentPartPr/>
                <p14:nvPr/>
              </p14:nvContentPartPr>
              <p14:xfrm>
                <a:off x="4990012" y="5546906"/>
                <a:ext cx="212400" cy="28116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0FFE4EB8-C776-4D63-AC79-31E4576E649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81372" y="5537906"/>
                  <a:ext cx="230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506C25A5-3FC4-476E-ADDD-1702156E269A}"/>
                    </a:ext>
                  </a:extLst>
                </p14:cNvPr>
                <p14:cNvContentPartPr/>
                <p14:nvPr/>
              </p14:nvContentPartPr>
              <p14:xfrm>
                <a:off x="5435332" y="5668946"/>
                <a:ext cx="155160" cy="2916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506C25A5-3FC4-476E-ADDD-1702156E269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426692" y="5659946"/>
                  <a:ext cx="172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44CE9760-7849-4EC3-A5A2-F1A05A3F99B2}"/>
                    </a:ext>
                  </a:extLst>
                </p14:cNvPr>
                <p14:cNvContentPartPr/>
                <p14:nvPr/>
              </p14:nvContentPartPr>
              <p14:xfrm>
                <a:off x="5412652" y="5780186"/>
                <a:ext cx="142200" cy="1440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44CE9760-7849-4EC3-A5A2-F1A05A3F99B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404012" y="5771546"/>
                  <a:ext cx="159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63C0C543-EE22-486D-B672-616890FDA025}"/>
                    </a:ext>
                  </a:extLst>
                </p14:cNvPr>
                <p14:cNvContentPartPr/>
                <p14:nvPr/>
              </p14:nvContentPartPr>
              <p14:xfrm>
                <a:off x="5014852" y="5547986"/>
                <a:ext cx="288720" cy="2984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63C0C543-EE22-486D-B672-616890FDA02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05852" y="5538986"/>
                  <a:ext cx="30636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72D410C8-FF21-436F-9F4A-C5D230078545}"/>
                  </a:ext>
                </a:extLst>
              </p14:cNvPr>
              <p14:cNvContentPartPr/>
              <p14:nvPr/>
            </p14:nvContentPartPr>
            <p14:xfrm>
              <a:off x="5161732" y="1149506"/>
              <a:ext cx="360" cy="36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72D410C8-FF21-436F-9F4A-C5D23007854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152732" y="114050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3143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D650669D-462B-4CB8-96A1-AE9E6B92186E}"/>
                  </a:ext>
                </a:extLst>
              </p14:cNvPr>
              <p14:cNvContentPartPr/>
              <p14:nvPr/>
            </p14:nvContentPartPr>
            <p14:xfrm>
              <a:off x="983932" y="603026"/>
              <a:ext cx="130320" cy="6375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D650669D-462B-4CB8-96A1-AE9E6B9218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5292" y="594386"/>
                <a:ext cx="147960" cy="6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ED8D5892-C4F5-453D-88AC-34D699A50798}"/>
                  </a:ext>
                </a:extLst>
              </p14:cNvPr>
              <p14:cNvContentPartPr/>
              <p14:nvPr/>
            </p14:nvContentPartPr>
            <p14:xfrm>
              <a:off x="624292" y="647306"/>
              <a:ext cx="201600" cy="5090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ED8D5892-C4F5-453D-88AC-34D699A507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5652" y="638666"/>
                <a:ext cx="219240" cy="52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upo 38">
            <a:extLst>
              <a:ext uri="{FF2B5EF4-FFF2-40B4-BE49-F238E27FC236}">
                <a16:creationId xmlns:a16="http://schemas.microsoft.com/office/drawing/2014/main" id="{5061BA74-6C6B-4BB3-98E3-FD28D00C1ADF}"/>
              </a:ext>
            </a:extLst>
          </p:cNvPr>
          <p:cNvGrpSpPr/>
          <p:nvPr/>
        </p:nvGrpSpPr>
        <p:grpSpPr>
          <a:xfrm>
            <a:off x="2656492" y="3355226"/>
            <a:ext cx="482040" cy="877320"/>
            <a:chOff x="2656492" y="3355226"/>
            <a:chExt cx="482040" cy="87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0872F1C0-84B0-449C-906D-2DF4B7E7F37E}"/>
                    </a:ext>
                  </a:extLst>
                </p14:cNvPr>
                <p14:cNvContentPartPr/>
                <p14:nvPr/>
              </p14:nvContentPartPr>
              <p14:xfrm>
                <a:off x="2656492" y="3355226"/>
                <a:ext cx="186840" cy="87732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0872F1C0-84B0-449C-906D-2DF4B7E7F37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47852" y="3346226"/>
                  <a:ext cx="20448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1C7A8932-3CB0-47C6-8101-F66D2C5E0B5E}"/>
                    </a:ext>
                  </a:extLst>
                </p14:cNvPr>
                <p14:cNvContentPartPr/>
                <p14:nvPr/>
              </p14:nvContentPartPr>
              <p14:xfrm>
                <a:off x="2957092" y="3388346"/>
                <a:ext cx="181440" cy="34920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1C7A8932-3CB0-47C6-8101-F66D2C5E0B5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48092" y="3379706"/>
                  <a:ext cx="1990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82262619-7E76-410A-9373-EBFE2F9C68D3}"/>
                    </a:ext>
                  </a:extLst>
                </p14:cNvPr>
                <p14:cNvContentPartPr/>
                <p14:nvPr/>
              </p14:nvContentPartPr>
              <p14:xfrm>
                <a:off x="2873932" y="3886226"/>
                <a:ext cx="227880" cy="2246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82262619-7E76-410A-9373-EBFE2F9C68D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64932" y="3877226"/>
                  <a:ext cx="245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BC550BCF-5E77-4963-8C95-DFB6B79822D8}"/>
                    </a:ext>
                  </a:extLst>
                </p14:cNvPr>
                <p14:cNvContentPartPr/>
                <p14:nvPr/>
              </p14:nvContentPartPr>
              <p14:xfrm>
                <a:off x="2879692" y="3880106"/>
                <a:ext cx="176760" cy="25524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BC550BCF-5E77-4963-8C95-DFB6B79822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71052" y="3871106"/>
                  <a:ext cx="194400" cy="27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8B8545E2-826C-470E-BDB1-4A9B654B8A1B}"/>
                  </a:ext>
                </a:extLst>
              </p14:cNvPr>
              <p14:cNvContentPartPr/>
              <p14:nvPr/>
            </p14:nvContentPartPr>
            <p14:xfrm>
              <a:off x="3359932" y="3322826"/>
              <a:ext cx="168840" cy="77580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8B8545E2-826C-470E-BDB1-4A9B654B8A1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50932" y="3314186"/>
                <a:ext cx="186480" cy="79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2E20F0B2-954A-46A4-B7D0-684EC49FC33F}"/>
                  </a:ext>
                </a:extLst>
              </p14:cNvPr>
              <p14:cNvContentPartPr/>
              <p14:nvPr/>
            </p14:nvContentPartPr>
            <p14:xfrm>
              <a:off x="3766012" y="3347666"/>
              <a:ext cx="118080" cy="85860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2E20F0B2-954A-46A4-B7D0-684EC49FC33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57372" y="3338666"/>
                <a:ext cx="135720" cy="87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upo 43">
            <a:extLst>
              <a:ext uri="{FF2B5EF4-FFF2-40B4-BE49-F238E27FC236}">
                <a16:creationId xmlns:a16="http://schemas.microsoft.com/office/drawing/2014/main" id="{8E723FAA-4CEE-4179-AE83-3E6816682794}"/>
              </a:ext>
            </a:extLst>
          </p:cNvPr>
          <p:cNvGrpSpPr/>
          <p:nvPr/>
        </p:nvGrpSpPr>
        <p:grpSpPr>
          <a:xfrm>
            <a:off x="4175692" y="3327506"/>
            <a:ext cx="525600" cy="230760"/>
            <a:chOff x="4175692" y="3327506"/>
            <a:chExt cx="52560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1EEB4B4C-4F47-4AAE-BE7C-4DAB0AD05385}"/>
                    </a:ext>
                  </a:extLst>
                </p14:cNvPr>
                <p14:cNvContentPartPr/>
                <p14:nvPr/>
              </p14:nvContentPartPr>
              <p14:xfrm>
                <a:off x="4175692" y="3327506"/>
                <a:ext cx="262440" cy="23076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1EEB4B4C-4F47-4AAE-BE7C-4DAB0AD0538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66692" y="3318866"/>
                  <a:ext cx="2800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B13FA3D4-7CBC-4576-AC20-159FEBC28394}"/>
                    </a:ext>
                  </a:extLst>
                </p14:cNvPr>
                <p14:cNvContentPartPr/>
                <p14:nvPr/>
              </p14:nvContentPartPr>
              <p14:xfrm>
                <a:off x="4547212" y="3443426"/>
                <a:ext cx="154080" cy="244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B13FA3D4-7CBC-4576-AC20-159FEBC2839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38572" y="3434426"/>
                  <a:ext cx="17172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B7FCB576-27AB-4579-9C25-2CDE5F525B90}"/>
                  </a:ext>
                </a:extLst>
              </p14:cNvPr>
              <p14:cNvContentPartPr/>
              <p14:nvPr/>
            </p14:nvContentPartPr>
            <p14:xfrm>
              <a:off x="4938892" y="3311306"/>
              <a:ext cx="175320" cy="23112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B7FCB576-27AB-4579-9C25-2CDE5F525B9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30252" y="3302306"/>
                <a:ext cx="19296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917F8637-80AD-4EA3-904A-DBACB6151278}"/>
                  </a:ext>
                </a:extLst>
              </p14:cNvPr>
              <p14:cNvContentPartPr/>
              <p14:nvPr/>
            </p14:nvContentPartPr>
            <p14:xfrm>
              <a:off x="4094332" y="3876146"/>
              <a:ext cx="143280" cy="18612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917F8637-80AD-4EA3-904A-DBACB615127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85692" y="3867506"/>
                <a:ext cx="160920" cy="20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upo 49">
            <a:extLst>
              <a:ext uri="{FF2B5EF4-FFF2-40B4-BE49-F238E27FC236}">
                <a16:creationId xmlns:a16="http://schemas.microsoft.com/office/drawing/2014/main" id="{5FD2DBBE-9EA6-4049-8D7C-D9B7643C8096}"/>
              </a:ext>
            </a:extLst>
          </p:cNvPr>
          <p:cNvGrpSpPr/>
          <p:nvPr/>
        </p:nvGrpSpPr>
        <p:grpSpPr>
          <a:xfrm>
            <a:off x="4532812" y="3887306"/>
            <a:ext cx="505440" cy="228600"/>
            <a:chOff x="4532812" y="3887306"/>
            <a:chExt cx="50544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B2F60A43-BB41-4FE4-A1A7-2EF1C32D7172}"/>
                    </a:ext>
                  </a:extLst>
                </p14:cNvPr>
                <p14:cNvContentPartPr/>
                <p14:nvPr/>
              </p14:nvContentPartPr>
              <p14:xfrm>
                <a:off x="4532812" y="3951386"/>
                <a:ext cx="158760" cy="68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B2F60A43-BB41-4FE4-A1A7-2EF1C32D71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23812" y="3942746"/>
                  <a:ext cx="176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29FB2E05-F14F-4F53-B422-37C5CEBAD8D6}"/>
                    </a:ext>
                  </a:extLst>
                </p14:cNvPr>
                <p14:cNvContentPartPr/>
                <p14:nvPr/>
              </p14:nvContentPartPr>
              <p14:xfrm>
                <a:off x="4879492" y="3928346"/>
                <a:ext cx="156240" cy="17172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29FB2E05-F14F-4F53-B422-37C5CEBAD8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70492" y="3919346"/>
                  <a:ext cx="173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775B1B5B-A51B-4B8F-AC52-F50D4967931D}"/>
                    </a:ext>
                  </a:extLst>
                </p14:cNvPr>
                <p14:cNvContentPartPr/>
                <p14:nvPr/>
              </p14:nvContentPartPr>
              <p14:xfrm>
                <a:off x="4841332" y="3887306"/>
                <a:ext cx="196920" cy="22860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775B1B5B-A51B-4B8F-AC52-F50D4967931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32332" y="3878666"/>
                  <a:ext cx="21456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2973FD0D-FAB9-47F1-AAC4-0B025B50FEE3}"/>
                  </a:ext>
                </a:extLst>
              </p14:cNvPr>
              <p14:cNvContentPartPr/>
              <p14:nvPr/>
            </p14:nvContentPartPr>
            <p14:xfrm>
              <a:off x="5353252" y="3357386"/>
              <a:ext cx="183600" cy="82836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2973FD0D-FAB9-47F1-AAC4-0B025B50FEE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44612" y="3348386"/>
                <a:ext cx="201240" cy="84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upo 55">
            <a:extLst>
              <a:ext uri="{FF2B5EF4-FFF2-40B4-BE49-F238E27FC236}">
                <a16:creationId xmlns:a16="http://schemas.microsoft.com/office/drawing/2014/main" id="{26BE600F-DEE0-46B1-84D2-7994C1D13D51}"/>
              </a:ext>
            </a:extLst>
          </p:cNvPr>
          <p:cNvGrpSpPr/>
          <p:nvPr/>
        </p:nvGrpSpPr>
        <p:grpSpPr>
          <a:xfrm>
            <a:off x="2289292" y="4401746"/>
            <a:ext cx="4034880" cy="1121760"/>
            <a:chOff x="2289292" y="4401746"/>
            <a:chExt cx="4034880" cy="11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2E63A95E-70FD-447E-86A1-CF24549C218A}"/>
                    </a:ext>
                  </a:extLst>
                </p14:cNvPr>
                <p14:cNvContentPartPr/>
                <p14:nvPr/>
              </p14:nvContentPartPr>
              <p14:xfrm>
                <a:off x="2289292" y="4401746"/>
                <a:ext cx="4034880" cy="16308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2E63A95E-70FD-447E-86A1-CF24549C218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80292" y="4392746"/>
                  <a:ext cx="4052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4210D3AB-3949-4BD7-997D-238EAE05CE65}"/>
                    </a:ext>
                  </a:extLst>
                </p14:cNvPr>
                <p14:cNvContentPartPr/>
                <p14:nvPr/>
              </p14:nvContentPartPr>
              <p14:xfrm>
                <a:off x="3681412" y="4682186"/>
                <a:ext cx="92880" cy="8298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4210D3AB-3949-4BD7-997D-238EAE05CE6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72772" y="4673546"/>
                  <a:ext cx="110520" cy="84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EDBB03B7-03E7-47F0-854E-394ABA1E887B}"/>
                    </a:ext>
                  </a:extLst>
                </p14:cNvPr>
                <p14:cNvContentPartPr/>
                <p14:nvPr/>
              </p14:nvContentPartPr>
              <p14:xfrm>
                <a:off x="4038532" y="4668506"/>
                <a:ext cx="190800" cy="2520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EDBB03B7-03E7-47F0-854E-394ABA1E887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9532" y="4659506"/>
                  <a:ext cx="2084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CD913B77-7B9A-47B4-89BF-594318E80439}"/>
                    </a:ext>
                  </a:extLst>
                </p14:cNvPr>
                <p14:cNvContentPartPr/>
                <p14:nvPr/>
              </p14:nvContentPartPr>
              <p14:xfrm>
                <a:off x="3970852" y="5169266"/>
                <a:ext cx="221760" cy="2066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CD913B77-7B9A-47B4-89BF-594318E8043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61852" y="5160266"/>
                  <a:ext cx="2394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70C84F2F-B58C-429A-8EAE-371735FB7D3B}"/>
                    </a:ext>
                  </a:extLst>
                </p14:cNvPr>
                <p14:cNvContentPartPr/>
                <p14:nvPr/>
              </p14:nvContentPartPr>
              <p14:xfrm>
                <a:off x="4230412" y="4627826"/>
                <a:ext cx="322200" cy="89568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70C84F2F-B58C-429A-8EAE-371735FB7D3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21412" y="4619186"/>
                  <a:ext cx="339840" cy="91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07" name="Entrada de lápiz 106">
                <a:extLst>
                  <a:ext uri="{FF2B5EF4-FFF2-40B4-BE49-F238E27FC236}">
                    <a16:creationId xmlns:a16="http://schemas.microsoft.com/office/drawing/2014/main" id="{54982FB5-36C2-4D39-8602-92547FB24129}"/>
                  </a:ext>
                </a:extLst>
              </p14:cNvPr>
              <p14:cNvContentPartPr/>
              <p14:nvPr/>
            </p14:nvContentPartPr>
            <p14:xfrm>
              <a:off x="6359452" y="527066"/>
              <a:ext cx="13320" cy="25920"/>
            </p14:xfrm>
          </p:contentPart>
        </mc:Choice>
        <mc:Fallback>
          <p:pic>
            <p:nvPicPr>
              <p:cNvPr id="107" name="Entrada de lápiz 106">
                <a:extLst>
                  <a:ext uri="{FF2B5EF4-FFF2-40B4-BE49-F238E27FC236}">
                    <a16:creationId xmlns:a16="http://schemas.microsoft.com/office/drawing/2014/main" id="{54982FB5-36C2-4D39-8602-92547FB2412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350812" y="518066"/>
                <a:ext cx="309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DF670421-41C0-47FA-8511-D99F3E9A8945}"/>
                  </a:ext>
                </a:extLst>
              </p14:cNvPr>
              <p14:cNvContentPartPr/>
              <p14:nvPr/>
            </p14:nvContentPartPr>
            <p14:xfrm>
              <a:off x="5845012" y="1305386"/>
              <a:ext cx="136080" cy="19368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DF670421-41C0-47FA-8511-D99F3E9A894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836372" y="1296746"/>
                <a:ext cx="15372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782AEFEC-970D-479F-A7E6-1B3BFABD0539}"/>
                  </a:ext>
                </a:extLst>
              </p14:cNvPr>
              <p14:cNvContentPartPr/>
              <p14:nvPr/>
            </p14:nvContentPartPr>
            <p14:xfrm>
              <a:off x="652732" y="2355146"/>
              <a:ext cx="165240" cy="39312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782AEFEC-970D-479F-A7E6-1B3BFABD053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44092" y="2346146"/>
                <a:ext cx="18288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D545AC62-97DD-48D8-B875-4326089642EA}"/>
                  </a:ext>
                </a:extLst>
              </p14:cNvPr>
              <p14:cNvContentPartPr/>
              <p14:nvPr/>
            </p14:nvContentPartPr>
            <p14:xfrm>
              <a:off x="592252" y="2340746"/>
              <a:ext cx="211320" cy="36108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D545AC62-97DD-48D8-B875-4326089642E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83252" y="2331746"/>
                <a:ext cx="22896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AB3566CA-717B-42D5-847C-789A646A548F}"/>
                  </a:ext>
                </a:extLst>
              </p14:cNvPr>
              <p14:cNvContentPartPr/>
              <p14:nvPr/>
            </p14:nvContentPartPr>
            <p14:xfrm>
              <a:off x="968452" y="2525066"/>
              <a:ext cx="289800" cy="13140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AB3566CA-717B-42D5-847C-789A646A548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59812" y="2516066"/>
                <a:ext cx="3074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D5790902-E27F-49AF-9E42-73470B9FF3A4}"/>
                  </a:ext>
                </a:extLst>
              </p14:cNvPr>
              <p14:cNvContentPartPr/>
              <p14:nvPr/>
            </p14:nvContentPartPr>
            <p14:xfrm>
              <a:off x="1307932" y="2459546"/>
              <a:ext cx="54000" cy="32940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D5790902-E27F-49AF-9E42-73470B9FF3A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298932" y="2450546"/>
                <a:ext cx="7164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FC069240-CBCE-47B3-B10A-768D4D2FE2FB}"/>
                  </a:ext>
                </a:extLst>
              </p14:cNvPr>
              <p14:cNvContentPartPr/>
              <p14:nvPr/>
            </p14:nvContentPartPr>
            <p14:xfrm>
              <a:off x="1288852" y="2459546"/>
              <a:ext cx="286200" cy="29376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FC069240-CBCE-47B3-B10A-768D4D2FE2F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279852" y="2450546"/>
                <a:ext cx="30384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2756AE0A-924F-4B2C-B090-52B1BC0310AC}"/>
                  </a:ext>
                </a:extLst>
              </p14:cNvPr>
              <p14:cNvContentPartPr/>
              <p14:nvPr/>
            </p14:nvContentPartPr>
            <p14:xfrm>
              <a:off x="1757932" y="2421746"/>
              <a:ext cx="107640" cy="42156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2756AE0A-924F-4B2C-B090-52B1BC0310A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748932" y="2412746"/>
                <a:ext cx="12528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90E1EB03-FCF0-4E6B-9B9B-C0B0864FB3AF}"/>
                  </a:ext>
                </a:extLst>
              </p14:cNvPr>
              <p14:cNvContentPartPr/>
              <p14:nvPr/>
            </p14:nvContentPartPr>
            <p14:xfrm>
              <a:off x="1974652" y="2457026"/>
              <a:ext cx="209520" cy="29016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90E1EB03-FCF0-4E6B-9B9B-C0B0864FB3A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966012" y="2448026"/>
                <a:ext cx="22716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73C4203F-BBE1-4CA9-AD73-60FCE6C66A95}"/>
                  </a:ext>
                </a:extLst>
              </p14:cNvPr>
              <p14:cNvContentPartPr/>
              <p14:nvPr/>
            </p14:nvContentPartPr>
            <p14:xfrm>
              <a:off x="2278492" y="2738186"/>
              <a:ext cx="9720" cy="12024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73C4203F-BBE1-4CA9-AD73-60FCE6C66A9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269492" y="2729186"/>
                <a:ext cx="2736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215F5032-D193-41FC-8393-739FCF68D979}"/>
                  </a:ext>
                </a:extLst>
              </p14:cNvPr>
              <p14:cNvContentPartPr/>
              <p14:nvPr/>
            </p14:nvContentPartPr>
            <p14:xfrm>
              <a:off x="2453452" y="2499146"/>
              <a:ext cx="164880" cy="21132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215F5032-D193-41FC-8393-739FCF68D97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444812" y="2490506"/>
                <a:ext cx="1825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54AB3293-3DF2-4EBB-B045-34D7456CC275}"/>
                  </a:ext>
                </a:extLst>
              </p14:cNvPr>
              <p14:cNvContentPartPr/>
              <p14:nvPr/>
            </p14:nvContentPartPr>
            <p14:xfrm>
              <a:off x="2777452" y="2683466"/>
              <a:ext cx="5040" cy="7416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54AB3293-3DF2-4EBB-B045-34D7456CC27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768452" y="2674466"/>
                <a:ext cx="226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C645F841-F33E-4897-ADD0-E887706138D5}"/>
                  </a:ext>
                </a:extLst>
              </p14:cNvPr>
              <p14:cNvContentPartPr/>
              <p14:nvPr/>
            </p14:nvContentPartPr>
            <p14:xfrm>
              <a:off x="2645332" y="2683466"/>
              <a:ext cx="137160" cy="19008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C645F841-F33E-4897-ADD0-E887706138D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36332" y="2674466"/>
                <a:ext cx="1548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ADF8ADD9-8EE7-4B30-A549-CA83BCF2FCB2}"/>
                  </a:ext>
                </a:extLst>
              </p14:cNvPr>
              <p14:cNvContentPartPr/>
              <p14:nvPr/>
            </p14:nvContentPartPr>
            <p14:xfrm>
              <a:off x="2948452" y="2466386"/>
              <a:ext cx="154440" cy="30528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ADF8ADD9-8EE7-4B30-A549-CA83BCF2FCB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939812" y="2457746"/>
                <a:ext cx="17208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6B464059-A089-4223-8873-25BA11C95BDE}"/>
                  </a:ext>
                </a:extLst>
              </p14:cNvPr>
              <p14:cNvContentPartPr/>
              <p14:nvPr/>
            </p14:nvContentPartPr>
            <p14:xfrm>
              <a:off x="2976532" y="2480426"/>
              <a:ext cx="246600" cy="25740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6B464059-A089-4223-8873-25BA11C95BD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967532" y="2471426"/>
                <a:ext cx="26424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730C3C67-1006-4318-AE42-1C5C6D92C8DF}"/>
                  </a:ext>
                </a:extLst>
              </p14:cNvPr>
              <p14:cNvContentPartPr/>
              <p14:nvPr/>
            </p14:nvContentPartPr>
            <p14:xfrm>
              <a:off x="3231052" y="2347226"/>
              <a:ext cx="145800" cy="50184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730C3C67-1006-4318-AE42-1C5C6D92C8D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22412" y="2338226"/>
                <a:ext cx="163440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67A04978-9E3B-4029-8483-361080F5C7B1}"/>
                  </a:ext>
                </a:extLst>
              </p14:cNvPr>
              <p14:cNvContentPartPr/>
              <p14:nvPr/>
            </p14:nvContentPartPr>
            <p14:xfrm>
              <a:off x="2858812" y="196586"/>
              <a:ext cx="168840" cy="14472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67A04978-9E3B-4029-8483-361080F5C7B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850172" y="187586"/>
                <a:ext cx="1864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55BF58AA-9296-43BC-8AE8-F0CD089CE6EA}"/>
                  </a:ext>
                </a:extLst>
              </p14:cNvPr>
              <p14:cNvContentPartPr/>
              <p14:nvPr/>
            </p14:nvContentPartPr>
            <p14:xfrm>
              <a:off x="3127372" y="249506"/>
              <a:ext cx="108720" cy="2268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55BF58AA-9296-43BC-8AE8-F0CD089CE6E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118732" y="240866"/>
                <a:ext cx="1263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8941EB56-7789-40D8-9859-BBDF030113B5}"/>
                  </a:ext>
                </a:extLst>
              </p14:cNvPr>
              <p14:cNvContentPartPr/>
              <p14:nvPr/>
            </p14:nvContentPartPr>
            <p14:xfrm>
              <a:off x="3175252" y="306386"/>
              <a:ext cx="155160" cy="3996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8941EB56-7789-40D8-9859-BBDF030113B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166252" y="297386"/>
                <a:ext cx="1728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45E7C67B-7C5D-40BB-8897-C3CE75545815}"/>
                  </a:ext>
                </a:extLst>
              </p14:cNvPr>
              <p14:cNvContentPartPr/>
              <p14:nvPr/>
            </p14:nvContentPartPr>
            <p14:xfrm>
              <a:off x="3421492" y="216746"/>
              <a:ext cx="189000" cy="175680"/>
            </p14:xfrm>
          </p:contentPart>
        </mc:Choice>
        <mc:Fallback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45E7C67B-7C5D-40BB-8897-C3CE7554581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412492" y="208106"/>
                <a:ext cx="20664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91B87659-FC0B-473E-A69C-55A437E60FCA}"/>
                  </a:ext>
                </a:extLst>
              </p14:cNvPr>
              <p14:cNvContentPartPr/>
              <p14:nvPr/>
            </p14:nvContentPartPr>
            <p14:xfrm>
              <a:off x="3688252" y="231866"/>
              <a:ext cx="191880" cy="16920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91B87659-FC0B-473E-A69C-55A437E60FC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679252" y="223226"/>
                <a:ext cx="2095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352A9BB1-7573-4BE4-BC08-C510630DF699}"/>
                  </a:ext>
                </a:extLst>
              </p14:cNvPr>
              <p14:cNvContentPartPr/>
              <p14:nvPr/>
            </p14:nvContentPartPr>
            <p14:xfrm>
              <a:off x="4630372" y="252746"/>
              <a:ext cx="164880" cy="18468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352A9BB1-7573-4BE4-BC08-C510630DF69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621732" y="244106"/>
                <a:ext cx="1825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B4C07D8E-1218-4548-A4F4-00D74A458C9A}"/>
                  </a:ext>
                </a:extLst>
              </p14:cNvPr>
              <p14:cNvContentPartPr/>
              <p14:nvPr/>
            </p14:nvContentPartPr>
            <p14:xfrm>
              <a:off x="4886332" y="289106"/>
              <a:ext cx="218160" cy="102240"/>
            </p14:xfrm>
          </p:contentPart>
        </mc:Choice>
        <mc:Fallback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B4C07D8E-1218-4548-A4F4-00D74A458C9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877692" y="280466"/>
                <a:ext cx="23580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50376783-3459-48DC-834F-9898FAA64F9D}"/>
                  </a:ext>
                </a:extLst>
              </p14:cNvPr>
              <p14:cNvContentPartPr/>
              <p14:nvPr/>
            </p14:nvContentPartPr>
            <p14:xfrm>
              <a:off x="5244892" y="251666"/>
              <a:ext cx="39600" cy="145080"/>
            </p14:xfrm>
          </p:contentPart>
        </mc:Choice>
        <mc:Fallback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50376783-3459-48DC-834F-9898FAA64F9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236252" y="243026"/>
                <a:ext cx="572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3E6BABFF-BF8F-42A9-BC01-801E5D1AC412}"/>
                  </a:ext>
                </a:extLst>
              </p14:cNvPr>
              <p14:cNvContentPartPr/>
              <p14:nvPr/>
            </p14:nvContentPartPr>
            <p14:xfrm>
              <a:off x="5396092" y="227186"/>
              <a:ext cx="143640" cy="18576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3E6BABFF-BF8F-42A9-BC01-801E5D1AC41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387452" y="218186"/>
                <a:ext cx="1612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297F901C-1E4C-49C0-823E-995D4E2E626D}"/>
                  </a:ext>
                </a:extLst>
              </p14:cNvPr>
              <p14:cNvContentPartPr/>
              <p14:nvPr/>
            </p14:nvContentPartPr>
            <p14:xfrm>
              <a:off x="3334732" y="880586"/>
              <a:ext cx="114840" cy="2088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297F901C-1E4C-49C0-823E-995D4E2E626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326092" y="871586"/>
                <a:ext cx="1324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1E744E16-DB42-4D5F-A928-96030A90A00E}"/>
                  </a:ext>
                </a:extLst>
              </p14:cNvPr>
              <p14:cNvContentPartPr/>
              <p14:nvPr/>
            </p14:nvContentPartPr>
            <p14:xfrm>
              <a:off x="3302692" y="985706"/>
              <a:ext cx="157680" cy="900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1E744E16-DB42-4D5F-A928-96030A90A00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293692" y="976706"/>
                <a:ext cx="1753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C1DCD135-8143-425F-9EEC-C02AD0E3C6F2}"/>
                  </a:ext>
                </a:extLst>
              </p14:cNvPr>
              <p14:cNvContentPartPr/>
              <p14:nvPr/>
            </p14:nvContentPartPr>
            <p14:xfrm>
              <a:off x="4042492" y="744506"/>
              <a:ext cx="95400" cy="98820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C1DCD135-8143-425F-9EEC-C02AD0E3C6F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033492" y="735506"/>
                <a:ext cx="113040" cy="10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3C771A4A-C316-455F-90B9-8C78F64449B5}"/>
                  </a:ext>
                </a:extLst>
              </p14:cNvPr>
              <p14:cNvContentPartPr/>
              <p14:nvPr/>
            </p14:nvContentPartPr>
            <p14:xfrm>
              <a:off x="4445692" y="718586"/>
              <a:ext cx="37440" cy="21708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3C771A4A-C316-455F-90B9-8C78F64449B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437052" y="709946"/>
                <a:ext cx="550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38DD7E40-D35D-4628-8E5C-BC577DC3AC2D}"/>
                  </a:ext>
                </a:extLst>
              </p14:cNvPr>
              <p14:cNvContentPartPr/>
              <p14:nvPr/>
            </p14:nvContentPartPr>
            <p14:xfrm>
              <a:off x="4574572" y="748106"/>
              <a:ext cx="147960" cy="15624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38DD7E40-D35D-4628-8E5C-BC577DC3AC2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565572" y="739466"/>
                <a:ext cx="1656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0" name="Entrada de lápiz 79">
                <a:extLst>
                  <a:ext uri="{FF2B5EF4-FFF2-40B4-BE49-F238E27FC236}">
                    <a16:creationId xmlns:a16="http://schemas.microsoft.com/office/drawing/2014/main" id="{D48F8630-66D6-464A-9A22-0227EC9798C8}"/>
                  </a:ext>
                </a:extLst>
              </p14:cNvPr>
              <p14:cNvContentPartPr/>
              <p14:nvPr/>
            </p14:nvContentPartPr>
            <p14:xfrm>
              <a:off x="5008012" y="672866"/>
              <a:ext cx="131760" cy="806040"/>
            </p14:xfrm>
          </p:contentPart>
        </mc:Choice>
        <mc:Fallback>
          <p:pic>
            <p:nvPicPr>
              <p:cNvPr id="80" name="Entrada de lápiz 79">
                <a:extLst>
                  <a:ext uri="{FF2B5EF4-FFF2-40B4-BE49-F238E27FC236}">
                    <a16:creationId xmlns:a16="http://schemas.microsoft.com/office/drawing/2014/main" id="{D48F8630-66D6-464A-9A22-0227EC9798C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999012" y="663866"/>
                <a:ext cx="149400" cy="82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FE964644-5996-44B1-A5FB-89F24B03BE5E}"/>
                  </a:ext>
                </a:extLst>
              </p14:cNvPr>
              <p14:cNvContentPartPr/>
              <p14:nvPr/>
            </p14:nvContentPartPr>
            <p14:xfrm>
              <a:off x="5456932" y="667466"/>
              <a:ext cx="137160" cy="80604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FE964644-5996-44B1-A5FB-89F24B03BE5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447932" y="658466"/>
                <a:ext cx="154800" cy="82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4C30EA7E-2921-4794-B341-AB8164124BF4}"/>
                  </a:ext>
                </a:extLst>
              </p14:cNvPr>
              <p14:cNvContentPartPr/>
              <p14:nvPr/>
            </p14:nvContentPartPr>
            <p14:xfrm>
              <a:off x="5647372" y="690146"/>
              <a:ext cx="177840" cy="19368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4C30EA7E-2921-4794-B341-AB8164124BF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638732" y="681506"/>
                <a:ext cx="19548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85A962E8-3D6B-448D-A63C-CA4D5B163B23}"/>
                  </a:ext>
                </a:extLst>
              </p14:cNvPr>
              <p14:cNvContentPartPr/>
              <p14:nvPr/>
            </p14:nvContentPartPr>
            <p14:xfrm>
              <a:off x="5850772" y="712466"/>
              <a:ext cx="120240" cy="17136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85A962E8-3D6B-448D-A63C-CA4D5B163B2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841772" y="703826"/>
                <a:ext cx="1378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64505D7D-B58D-4B65-83ED-57F34B73DA1D}"/>
                  </a:ext>
                </a:extLst>
              </p14:cNvPr>
              <p14:cNvContentPartPr/>
              <p14:nvPr/>
            </p14:nvContentPartPr>
            <p14:xfrm>
              <a:off x="6185572" y="786266"/>
              <a:ext cx="82440" cy="252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64505D7D-B58D-4B65-83ED-57F34B73DA1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176932" y="777626"/>
                <a:ext cx="1000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CF308F17-33D0-4932-8BC6-77E15CAB9048}"/>
                  </a:ext>
                </a:extLst>
              </p14:cNvPr>
              <p14:cNvContentPartPr/>
              <p14:nvPr/>
            </p14:nvContentPartPr>
            <p14:xfrm>
              <a:off x="6446572" y="721106"/>
              <a:ext cx="52920" cy="14796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CF308F17-33D0-4932-8BC6-77E15CAB904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437572" y="712106"/>
                <a:ext cx="7056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6" name="Entrada de lápiz 85">
                <a:extLst>
                  <a:ext uri="{FF2B5EF4-FFF2-40B4-BE49-F238E27FC236}">
                    <a16:creationId xmlns:a16="http://schemas.microsoft.com/office/drawing/2014/main" id="{19F9FC90-9D10-4864-AE50-8E5FE7EC9410}"/>
                  </a:ext>
                </a:extLst>
              </p14:cNvPr>
              <p14:cNvContentPartPr/>
              <p14:nvPr/>
            </p14:nvContentPartPr>
            <p14:xfrm>
              <a:off x="6558532" y="655226"/>
              <a:ext cx="193680" cy="177840"/>
            </p14:xfrm>
          </p:contentPart>
        </mc:Choice>
        <mc:Fallback>
          <p:pic>
            <p:nvPicPr>
              <p:cNvPr id="86" name="Entrada de lápiz 85">
                <a:extLst>
                  <a:ext uri="{FF2B5EF4-FFF2-40B4-BE49-F238E27FC236}">
                    <a16:creationId xmlns:a16="http://schemas.microsoft.com/office/drawing/2014/main" id="{19F9FC90-9D10-4864-AE50-8E5FE7EC941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549532" y="646586"/>
                <a:ext cx="2113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6F17EF4F-26F1-4817-A6BF-C1DCE9E7BC40}"/>
                  </a:ext>
                </a:extLst>
              </p14:cNvPr>
              <p14:cNvContentPartPr/>
              <p14:nvPr/>
            </p14:nvContentPartPr>
            <p14:xfrm>
              <a:off x="4486012" y="1286666"/>
              <a:ext cx="14040" cy="28332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6F17EF4F-26F1-4817-A6BF-C1DCE9E7BC4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477012" y="1277666"/>
                <a:ext cx="3168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39604292-04D3-4E4E-96F5-986CE83C1718}"/>
                  </a:ext>
                </a:extLst>
              </p14:cNvPr>
              <p14:cNvContentPartPr/>
              <p14:nvPr/>
            </p14:nvContentPartPr>
            <p14:xfrm>
              <a:off x="4617412" y="1309706"/>
              <a:ext cx="174960" cy="21420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39604292-04D3-4E4E-96F5-986CE83C171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608412" y="1300706"/>
                <a:ext cx="19260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DFDBB8BF-5E4E-4863-8741-826D2D65A5E3}"/>
                  </a:ext>
                </a:extLst>
              </p14:cNvPr>
              <p14:cNvContentPartPr/>
              <p14:nvPr/>
            </p14:nvContentPartPr>
            <p14:xfrm>
              <a:off x="5743852" y="1285586"/>
              <a:ext cx="19440" cy="26928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DFDBB8BF-5E4E-4863-8741-826D2D65A5E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35212" y="1276586"/>
                <a:ext cx="370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7B7AEDB5-F241-4BF0-9D4C-9CC2981A324A}"/>
                  </a:ext>
                </a:extLst>
              </p14:cNvPr>
              <p14:cNvContentPartPr/>
              <p14:nvPr/>
            </p14:nvContentPartPr>
            <p14:xfrm>
              <a:off x="6068212" y="1345706"/>
              <a:ext cx="188280" cy="1908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7B7AEDB5-F241-4BF0-9D4C-9CC2981A324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059212" y="1336706"/>
                <a:ext cx="2059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5AF71A45-7796-4976-9A28-8AA5FDE883C6}"/>
                  </a:ext>
                </a:extLst>
              </p14:cNvPr>
              <p14:cNvContentPartPr/>
              <p14:nvPr/>
            </p14:nvContentPartPr>
            <p14:xfrm>
              <a:off x="6839332" y="581786"/>
              <a:ext cx="176760" cy="90648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5AF71A45-7796-4976-9A28-8AA5FDE883C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830692" y="572786"/>
                <a:ext cx="194400" cy="9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1C8F8E4A-4222-4C96-AB50-7C93DCC73085}"/>
                  </a:ext>
                </a:extLst>
              </p14:cNvPr>
              <p14:cNvContentPartPr/>
              <p14:nvPr/>
            </p14:nvContentPartPr>
            <p14:xfrm>
              <a:off x="3618052" y="1628306"/>
              <a:ext cx="3858120" cy="17928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1C8F8E4A-4222-4C96-AB50-7C93DCC7308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609412" y="1619306"/>
                <a:ext cx="387576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6A5228FB-F8C9-439D-A9F8-B771703F07EE}"/>
                  </a:ext>
                </a:extLst>
              </p14:cNvPr>
              <p14:cNvContentPartPr/>
              <p14:nvPr/>
            </p14:nvContentPartPr>
            <p14:xfrm>
              <a:off x="5055892" y="1864826"/>
              <a:ext cx="82440" cy="67032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6A5228FB-F8C9-439D-A9F8-B771703F07E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046892" y="1856186"/>
                <a:ext cx="100080" cy="68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C1605594-1E7C-4C0D-B722-8FF469D40686}"/>
                  </a:ext>
                </a:extLst>
              </p14:cNvPr>
              <p14:cNvContentPartPr/>
              <p14:nvPr/>
            </p14:nvContentPartPr>
            <p14:xfrm>
              <a:off x="5322652" y="1829906"/>
              <a:ext cx="196560" cy="22860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C1605594-1E7C-4C0D-B722-8FF469D4068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314012" y="1820906"/>
                <a:ext cx="2142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049B6A2E-ED8C-44D3-AB1D-DF634162F5F4}"/>
                  </a:ext>
                </a:extLst>
              </p14:cNvPr>
              <p14:cNvContentPartPr/>
              <p14:nvPr/>
            </p14:nvContentPartPr>
            <p14:xfrm>
              <a:off x="5547292" y="1833866"/>
              <a:ext cx="117360" cy="15264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049B6A2E-ED8C-44D3-AB1D-DF634162F5F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538652" y="1825226"/>
                <a:ext cx="13500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FA3E48C7-2B4C-460C-B7D5-28D0F2A09648}"/>
                  </a:ext>
                </a:extLst>
              </p14:cNvPr>
              <p14:cNvContentPartPr/>
              <p14:nvPr/>
            </p14:nvContentPartPr>
            <p14:xfrm>
              <a:off x="5296012" y="2263706"/>
              <a:ext cx="106200" cy="13716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FA3E48C7-2B4C-460C-B7D5-28D0F2A0964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287372" y="2255066"/>
                <a:ext cx="12384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908F697B-C9BD-4A26-BBAA-67AA5D031E2A}"/>
                  </a:ext>
                </a:extLst>
              </p14:cNvPr>
              <p14:cNvContentPartPr/>
              <p14:nvPr/>
            </p14:nvContentPartPr>
            <p14:xfrm>
              <a:off x="5452612" y="2205026"/>
              <a:ext cx="115560" cy="18936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908F697B-C9BD-4A26-BBAA-67AA5D031E2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443972" y="2196386"/>
                <a:ext cx="1332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2654EF41-02EB-4A2D-A086-D10D8658B647}"/>
                  </a:ext>
                </a:extLst>
              </p14:cNvPr>
              <p14:cNvContentPartPr/>
              <p14:nvPr/>
            </p14:nvContentPartPr>
            <p14:xfrm>
              <a:off x="5867692" y="1800746"/>
              <a:ext cx="137520" cy="66672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2654EF41-02EB-4A2D-A086-D10D8658B64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859052" y="1791746"/>
                <a:ext cx="155160" cy="6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F5D050E0-2D73-4B52-BB38-A937F12EA12D}"/>
                  </a:ext>
                </a:extLst>
              </p14:cNvPr>
              <p14:cNvContentPartPr/>
              <p14:nvPr/>
            </p14:nvContentPartPr>
            <p14:xfrm>
              <a:off x="6482212" y="1284866"/>
              <a:ext cx="30240" cy="16776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F5D050E0-2D73-4B52-BB38-A937F12EA12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473572" y="1276226"/>
                <a:ext cx="4788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C07973E6-DA18-471B-BF89-A557B1796A79}"/>
                  </a:ext>
                </a:extLst>
              </p14:cNvPr>
              <p14:cNvContentPartPr/>
              <p14:nvPr/>
            </p14:nvContentPartPr>
            <p14:xfrm>
              <a:off x="6596692" y="1297106"/>
              <a:ext cx="130320" cy="15120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C07973E6-DA18-471B-BF89-A557B1796A7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587692" y="1288466"/>
                <a:ext cx="1479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51427016-D5A7-4590-98F7-89A568E19CE4}"/>
                  </a:ext>
                </a:extLst>
              </p14:cNvPr>
              <p14:cNvContentPartPr/>
              <p14:nvPr/>
            </p14:nvContentPartPr>
            <p14:xfrm>
              <a:off x="7644652" y="1253186"/>
              <a:ext cx="104040" cy="144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51427016-D5A7-4590-98F7-89A568E19CE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635652" y="1244546"/>
                <a:ext cx="1216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991DD081-37D3-475D-8AB4-A4F1F4035690}"/>
                  </a:ext>
                </a:extLst>
              </p14:cNvPr>
              <p14:cNvContentPartPr/>
              <p14:nvPr/>
            </p14:nvContentPartPr>
            <p14:xfrm>
              <a:off x="7561132" y="1401146"/>
              <a:ext cx="100440" cy="252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991DD081-37D3-475D-8AB4-A4F1F403569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552492" y="1392506"/>
                <a:ext cx="1180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29DBCF76-0CDF-4F42-B89D-BE82D430E966}"/>
                  </a:ext>
                </a:extLst>
              </p14:cNvPr>
              <p14:cNvContentPartPr/>
              <p14:nvPr/>
            </p14:nvContentPartPr>
            <p14:xfrm>
              <a:off x="8637892" y="286946"/>
              <a:ext cx="360" cy="360"/>
            </p14:xfrm>
          </p:contentPart>
        </mc:Choice>
        <mc:Fallback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29DBCF76-0CDF-4F42-B89D-BE82D430E96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628892" y="27830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upo 136">
            <a:extLst>
              <a:ext uri="{FF2B5EF4-FFF2-40B4-BE49-F238E27FC236}">
                <a16:creationId xmlns:a16="http://schemas.microsoft.com/office/drawing/2014/main" id="{DCAEE0A9-6BC3-487D-87B2-B284DF1E3DCB}"/>
              </a:ext>
            </a:extLst>
          </p:cNvPr>
          <p:cNvGrpSpPr/>
          <p:nvPr/>
        </p:nvGrpSpPr>
        <p:grpSpPr>
          <a:xfrm>
            <a:off x="8367532" y="494306"/>
            <a:ext cx="2163240" cy="946080"/>
            <a:chOff x="8367532" y="494306"/>
            <a:chExt cx="2163240" cy="94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932FDDB5-C76B-4A76-8DEE-22C752DC637C}"/>
                    </a:ext>
                  </a:extLst>
                </p14:cNvPr>
                <p14:cNvContentPartPr/>
                <p14:nvPr/>
              </p14:nvContentPartPr>
              <p14:xfrm>
                <a:off x="8367532" y="585746"/>
                <a:ext cx="102600" cy="72252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932FDDB5-C76B-4A76-8DEE-22C752DC637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58532" y="577106"/>
                  <a:ext cx="120240" cy="74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26C0CAE2-0565-47FE-9063-036088C1F8EB}"/>
                    </a:ext>
                  </a:extLst>
                </p14:cNvPr>
                <p14:cNvContentPartPr/>
                <p14:nvPr/>
              </p14:nvContentPartPr>
              <p14:xfrm>
                <a:off x="8685412" y="625706"/>
                <a:ext cx="20520" cy="20844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26C0CAE2-0565-47FE-9063-036088C1F8E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76412" y="616706"/>
                  <a:ext cx="38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9CE9765D-4891-445A-BF05-50784C140CDF}"/>
                    </a:ext>
                  </a:extLst>
                </p14:cNvPr>
                <p14:cNvContentPartPr/>
                <p14:nvPr/>
              </p14:nvContentPartPr>
              <p14:xfrm>
                <a:off x="8773612" y="591866"/>
                <a:ext cx="166680" cy="1713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9CE9765D-4891-445A-BF05-50784C140CD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764612" y="582866"/>
                  <a:ext cx="1843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7DACD9F3-4070-41AF-A050-2F9714680CE0}"/>
                    </a:ext>
                  </a:extLst>
                </p14:cNvPr>
                <p14:cNvContentPartPr/>
                <p14:nvPr/>
              </p14:nvContentPartPr>
              <p14:xfrm>
                <a:off x="8658772" y="1023146"/>
                <a:ext cx="17280" cy="15012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7DACD9F3-4070-41AF-A050-2F9714680CE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50132" y="1014146"/>
                  <a:ext cx="34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CAC91642-E48B-45A4-A7CD-BF6D6CB2D9F1}"/>
                    </a:ext>
                  </a:extLst>
                </p14:cNvPr>
                <p14:cNvContentPartPr/>
                <p14:nvPr/>
              </p14:nvContentPartPr>
              <p14:xfrm>
                <a:off x="8748412" y="1035746"/>
                <a:ext cx="102960" cy="13032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CAC91642-E48B-45A4-A7CD-BF6D6CB2D9F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39412" y="1027106"/>
                  <a:ext cx="120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90F76E51-65C5-4AC5-B7DC-473430C794EB}"/>
                    </a:ext>
                  </a:extLst>
                </p14:cNvPr>
                <p14:cNvContentPartPr/>
                <p14:nvPr/>
              </p14:nvContentPartPr>
              <p14:xfrm>
                <a:off x="9134332" y="494306"/>
                <a:ext cx="81360" cy="76788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90F76E51-65C5-4AC5-B7DC-473430C794E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125332" y="485666"/>
                  <a:ext cx="99000" cy="78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5D8AE62E-1DEE-4E61-AF24-16D7FDF33A18}"/>
                    </a:ext>
                  </a:extLst>
                </p14:cNvPr>
                <p14:cNvContentPartPr/>
                <p14:nvPr/>
              </p14:nvContentPartPr>
              <p14:xfrm>
                <a:off x="9413692" y="505466"/>
                <a:ext cx="105840" cy="86040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5D8AE62E-1DEE-4E61-AF24-16D7FDF33A1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404692" y="496826"/>
                  <a:ext cx="123480" cy="87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49C3B71E-3E11-4291-AE47-027EA1BDC25B}"/>
                    </a:ext>
                  </a:extLst>
                </p14:cNvPr>
                <p14:cNvContentPartPr/>
                <p14:nvPr/>
              </p14:nvContentPartPr>
              <p14:xfrm>
                <a:off x="9710692" y="530306"/>
                <a:ext cx="34920" cy="18036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49C3B71E-3E11-4291-AE47-027EA1BDC25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701692" y="521666"/>
                  <a:ext cx="52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8980838F-BFED-4102-B10F-E58CFA94A78A}"/>
                    </a:ext>
                  </a:extLst>
                </p14:cNvPr>
                <p14:cNvContentPartPr/>
                <p14:nvPr/>
              </p14:nvContentPartPr>
              <p14:xfrm>
                <a:off x="9797452" y="562346"/>
                <a:ext cx="140400" cy="17964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8980838F-BFED-4102-B10F-E58CFA94A78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88812" y="553706"/>
                  <a:ext cx="158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F4172561-E879-476B-94E6-A46A2CBA34D2}"/>
                    </a:ext>
                  </a:extLst>
                </p14:cNvPr>
                <p14:cNvContentPartPr/>
                <p14:nvPr/>
              </p14:nvContentPartPr>
              <p14:xfrm>
                <a:off x="9680812" y="954386"/>
                <a:ext cx="158040" cy="22104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F4172561-E879-476B-94E6-A46A2CBA34D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72172" y="945386"/>
                  <a:ext cx="1756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3A6406EA-C992-4AF7-A524-4AE445F202A2}"/>
                    </a:ext>
                  </a:extLst>
                </p14:cNvPr>
                <p14:cNvContentPartPr/>
                <p14:nvPr/>
              </p14:nvContentPartPr>
              <p14:xfrm>
                <a:off x="9997612" y="523826"/>
                <a:ext cx="137880" cy="69768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3A6406EA-C992-4AF7-A524-4AE445F202A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988972" y="515186"/>
                  <a:ext cx="15552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7737DA90-C565-4084-88D2-51467204B96E}"/>
                    </a:ext>
                  </a:extLst>
                </p14:cNvPr>
                <p14:cNvContentPartPr/>
                <p14:nvPr/>
              </p14:nvContentPartPr>
              <p14:xfrm>
                <a:off x="8586412" y="1415186"/>
                <a:ext cx="1944360" cy="2520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7737DA90-C565-4084-88D2-51467204B96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577772" y="1406186"/>
                  <a:ext cx="19620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upo 138">
            <a:extLst>
              <a:ext uri="{FF2B5EF4-FFF2-40B4-BE49-F238E27FC236}">
                <a16:creationId xmlns:a16="http://schemas.microsoft.com/office/drawing/2014/main" id="{1B06D4A7-2330-4C3A-B07D-93B8C60BE16A}"/>
              </a:ext>
            </a:extLst>
          </p:cNvPr>
          <p:cNvGrpSpPr/>
          <p:nvPr/>
        </p:nvGrpSpPr>
        <p:grpSpPr>
          <a:xfrm>
            <a:off x="9105532" y="1676546"/>
            <a:ext cx="846360" cy="574560"/>
            <a:chOff x="9105532" y="1676546"/>
            <a:chExt cx="846360" cy="57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5AEC513A-5956-4BC6-8E9D-AEE3A78A2CCB}"/>
                    </a:ext>
                  </a:extLst>
                </p14:cNvPr>
                <p14:cNvContentPartPr/>
                <p14:nvPr/>
              </p14:nvContentPartPr>
              <p14:xfrm>
                <a:off x="9105532" y="1676546"/>
                <a:ext cx="105120" cy="52344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5AEC513A-5956-4BC6-8E9D-AEE3A78A2CC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96892" y="1667546"/>
                  <a:ext cx="12276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C09F1549-AF57-48B3-9F97-A291EA169284}"/>
                    </a:ext>
                  </a:extLst>
                </p14:cNvPr>
                <p14:cNvContentPartPr/>
                <p14:nvPr/>
              </p14:nvContentPartPr>
              <p14:xfrm>
                <a:off x="9294892" y="1730186"/>
                <a:ext cx="168480" cy="16380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C09F1549-AF57-48B3-9F97-A291EA16928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286252" y="1721186"/>
                  <a:ext cx="186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291D4CEE-584B-431F-8837-CCA78EE756C4}"/>
                    </a:ext>
                  </a:extLst>
                </p14:cNvPr>
                <p14:cNvContentPartPr/>
                <p14:nvPr/>
              </p14:nvContentPartPr>
              <p14:xfrm>
                <a:off x="9484252" y="1721186"/>
                <a:ext cx="173520" cy="14148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291D4CEE-584B-431F-8837-CCA78EE756C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75612" y="1712546"/>
                  <a:ext cx="191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2FB2A940-FE2A-488A-BD34-BDEBFD0EC5EB}"/>
                    </a:ext>
                  </a:extLst>
                </p14:cNvPr>
                <p14:cNvContentPartPr/>
                <p14:nvPr/>
              </p14:nvContentPartPr>
              <p14:xfrm>
                <a:off x="9379492" y="2050586"/>
                <a:ext cx="104040" cy="15480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2FB2A940-FE2A-488A-BD34-BDEBFD0EC5E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70852" y="2041946"/>
                  <a:ext cx="1216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8F619D21-A990-435D-A5BF-FFCEC4D54C00}"/>
                    </a:ext>
                  </a:extLst>
                </p14:cNvPr>
                <p14:cNvContentPartPr/>
                <p14:nvPr/>
              </p14:nvContentPartPr>
              <p14:xfrm>
                <a:off x="9538612" y="1993346"/>
                <a:ext cx="123120" cy="21060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8F619D21-A990-435D-A5BF-FFCEC4D54C0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529972" y="1984706"/>
                  <a:ext cx="1407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A48C233F-F248-43DD-9895-0EF987EDAB8F}"/>
                    </a:ext>
                  </a:extLst>
                </p14:cNvPr>
                <p14:cNvContentPartPr/>
                <p14:nvPr/>
              </p14:nvContentPartPr>
              <p14:xfrm>
                <a:off x="9859732" y="1680866"/>
                <a:ext cx="92160" cy="57024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A48C233F-F248-43DD-9895-0EF987EDAB8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850732" y="1671866"/>
                  <a:ext cx="109800" cy="58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2D8874C3-A1EF-41D9-A4DF-774F19A32C84}"/>
              </a:ext>
            </a:extLst>
          </p:cNvPr>
          <p:cNvGrpSpPr/>
          <p:nvPr/>
        </p:nvGrpSpPr>
        <p:grpSpPr>
          <a:xfrm>
            <a:off x="8100772" y="3274586"/>
            <a:ext cx="198000" cy="114120"/>
            <a:chOff x="8100772" y="3274586"/>
            <a:chExt cx="198000" cy="11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DF3192D7-9E04-43A5-A461-B94265243F97}"/>
                    </a:ext>
                  </a:extLst>
                </p14:cNvPr>
                <p14:cNvContentPartPr/>
                <p14:nvPr/>
              </p14:nvContentPartPr>
              <p14:xfrm>
                <a:off x="8101852" y="3274586"/>
                <a:ext cx="144360" cy="144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DF3192D7-9E04-43A5-A461-B94265243F9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092852" y="3265946"/>
                  <a:ext cx="162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28479510-A2D8-462B-A80B-B7E23F9BD724}"/>
                    </a:ext>
                  </a:extLst>
                </p14:cNvPr>
                <p14:cNvContentPartPr/>
                <p14:nvPr/>
              </p14:nvContentPartPr>
              <p14:xfrm>
                <a:off x="8100772" y="3380786"/>
                <a:ext cx="198000" cy="792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28479510-A2D8-462B-A80B-B7E23F9BD72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91772" y="3371786"/>
                  <a:ext cx="21564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upo 148">
            <a:extLst>
              <a:ext uri="{FF2B5EF4-FFF2-40B4-BE49-F238E27FC236}">
                <a16:creationId xmlns:a16="http://schemas.microsoft.com/office/drawing/2014/main" id="{67BAF607-5249-4B89-A3B7-D12976E9DF4E}"/>
              </a:ext>
            </a:extLst>
          </p:cNvPr>
          <p:cNvGrpSpPr/>
          <p:nvPr/>
        </p:nvGrpSpPr>
        <p:grpSpPr>
          <a:xfrm>
            <a:off x="8589652" y="3177386"/>
            <a:ext cx="1184760" cy="421200"/>
            <a:chOff x="8589652" y="3177386"/>
            <a:chExt cx="1184760" cy="4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4B137A16-2E8D-43F5-AA68-4250ED111542}"/>
                    </a:ext>
                  </a:extLst>
                </p14:cNvPr>
                <p14:cNvContentPartPr/>
                <p14:nvPr/>
              </p14:nvContentPartPr>
              <p14:xfrm>
                <a:off x="8589652" y="3226346"/>
                <a:ext cx="210600" cy="18324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4B137A16-2E8D-43F5-AA68-4250ED11154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80652" y="3217706"/>
                  <a:ext cx="228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056D35C8-23CE-494D-A879-EC579F299430}"/>
                    </a:ext>
                  </a:extLst>
                </p14:cNvPr>
                <p14:cNvContentPartPr/>
                <p14:nvPr/>
              </p14:nvContentPartPr>
              <p14:xfrm>
                <a:off x="8764972" y="3392666"/>
                <a:ext cx="102600" cy="20592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056D35C8-23CE-494D-A879-EC579F29943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756332" y="3383666"/>
                  <a:ext cx="1202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0ED460B1-75CA-4B5C-AAC2-F6AD3295A188}"/>
                    </a:ext>
                  </a:extLst>
                </p14:cNvPr>
                <p14:cNvContentPartPr/>
                <p14:nvPr/>
              </p14:nvContentPartPr>
              <p14:xfrm>
                <a:off x="9073852" y="3220226"/>
                <a:ext cx="186120" cy="20448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0ED460B1-75CA-4B5C-AAC2-F6AD3295A18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064852" y="3211226"/>
                  <a:ext cx="2037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4B778408-263A-4591-9F17-702B9A6D68E6}"/>
                    </a:ext>
                  </a:extLst>
                </p14:cNvPr>
                <p14:cNvContentPartPr/>
                <p14:nvPr/>
              </p14:nvContentPartPr>
              <p14:xfrm>
                <a:off x="9374812" y="3213746"/>
                <a:ext cx="117000" cy="21708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4B778408-263A-4591-9F17-702B9A6D68E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366172" y="3205106"/>
                  <a:ext cx="134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F0BCA5B0-F4BB-4FE1-A3DE-AEB031877B6A}"/>
                    </a:ext>
                  </a:extLst>
                </p14:cNvPr>
                <p14:cNvContentPartPr/>
                <p14:nvPr/>
              </p14:nvContentPartPr>
              <p14:xfrm>
                <a:off x="9587932" y="3177386"/>
                <a:ext cx="186480" cy="25344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F0BCA5B0-F4BB-4FE1-A3DE-AEB031877B6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579292" y="3168386"/>
                  <a:ext cx="204120" cy="27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0A356F56-C71C-436D-8815-F0AC209D307F}"/>
                  </a:ext>
                </a:extLst>
              </p14:cNvPr>
              <p14:cNvContentPartPr/>
              <p14:nvPr/>
            </p14:nvContentPartPr>
            <p14:xfrm>
              <a:off x="7855252" y="3228506"/>
              <a:ext cx="15840" cy="18468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0A356F56-C71C-436D-8815-F0AC209D307F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846612" y="3219866"/>
                <a:ext cx="3348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upo 178">
            <a:extLst>
              <a:ext uri="{FF2B5EF4-FFF2-40B4-BE49-F238E27FC236}">
                <a16:creationId xmlns:a16="http://schemas.microsoft.com/office/drawing/2014/main" id="{2C6A6A1D-2EC9-4493-8CC8-CCCD05ABA83D}"/>
              </a:ext>
            </a:extLst>
          </p:cNvPr>
          <p:cNvGrpSpPr/>
          <p:nvPr/>
        </p:nvGrpSpPr>
        <p:grpSpPr>
          <a:xfrm>
            <a:off x="6953812" y="4077026"/>
            <a:ext cx="2674080" cy="590040"/>
            <a:chOff x="6953812" y="4077026"/>
            <a:chExt cx="2674080" cy="59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B0BFF24D-2C81-4782-A264-5329EAAC5DF5}"/>
                    </a:ext>
                  </a:extLst>
                </p14:cNvPr>
                <p14:cNvContentPartPr/>
                <p14:nvPr/>
              </p14:nvContentPartPr>
              <p14:xfrm>
                <a:off x="6975412" y="4160546"/>
                <a:ext cx="42120" cy="50652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B0BFF24D-2C81-4782-A264-5329EAAC5DF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966412" y="4151906"/>
                  <a:ext cx="597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5456BC3A-6B07-45B5-804E-3BC08BFF1FB6}"/>
                    </a:ext>
                  </a:extLst>
                </p14:cNvPr>
                <p14:cNvContentPartPr/>
                <p14:nvPr/>
              </p14:nvContentPartPr>
              <p14:xfrm>
                <a:off x="6953812" y="4218866"/>
                <a:ext cx="258840" cy="22536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5456BC3A-6B07-45B5-804E-3BC08BFF1FB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945172" y="4210226"/>
                  <a:ext cx="2764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4B5D382A-E3C4-4BD2-9928-F5A46A29BF0A}"/>
                    </a:ext>
                  </a:extLst>
                </p14:cNvPr>
                <p14:cNvContentPartPr/>
                <p14:nvPr/>
              </p14:nvContentPartPr>
              <p14:xfrm>
                <a:off x="7285012" y="4280426"/>
                <a:ext cx="121680" cy="22320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4B5D382A-E3C4-4BD2-9928-F5A46A29BF0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76012" y="4271786"/>
                  <a:ext cx="1393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05408C58-A4A4-4E7A-BB73-872FD291A634}"/>
                    </a:ext>
                  </a:extLst>
                </p14:cNvPr>
                <p14:cNvContentPartPr/>
                <p14:nvPr/>
              </p14:nvContentPartPr>
              <p14:xfrm>
                <a:off x="7447732" y="4209506"/>
                <a:ext cx="427320" cy="26100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05408C58-A4A4-4E7A-BB73-872FD291A63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439092" y="4200506"/>
                  <a:ext cx="4449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2978D278-FE16-4DCD-A79F-9D6EF3DA8BBE}"/>
                    </a:ext>
                  </a:extLst>
                </p14:cNvPr>
                <p14:cNvContentPartPr/>
                <p14:nvPr/>
              </p14:nvContentPartPr>
              <p14:xfrm>
                <a:off x="7944172" y="4248386"/>
                <a:ext cx="219960" cy="17892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2978D278-FE16-4DCD-A79F-9D6EF3DA8BB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935532" y="4239746"/>
                  <a:ext cx="2376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57C588A3-EA32-4FA4-B65E-E2E45B420375}"/>
                    </a:ext>
                  </a:extLst>
                </p14:cNvPr>
                <p14:cNvContentPartPr/>
                <p14:nvPr/>
              </p14:nvContentPartPr>
              <p14:xfrm>
                <a:off x="8178172" y="4132826"/>
                <a:ext cx="237240" cy="29556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57C588A3-EA32-4FA4-B65E-E2E45B42037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169172" y="4123826"/>
                  <a:ext cx="2548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B0A01E65-CE59-457C-A7C4-5B2313296D79}"/>
                    </a:ext>
                  </a:extLst>
                </p14:cNvPr>
                <p14:cNvContentPartPr/>
                <p14:nvPr/>
              </p14:nvContentPartPr>
              <p14:xfrm>
                <a:off x="8527012" y="4337306"/>
                <a:ext cx="13320" cy="8820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B0A01E65-CE59-457C-A7C4-5B2313296D7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518012" y="4328666"/>
                  <a:ext cx="30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4AF71602-E786-4A54-8253-F1103F61BA9D}"/>
                    </a:ext>
                  </a:extLst>
                </p14:cNvPr>
                <p14:cNvContentPartPr/>
                <p14:nvPr/>
              </p14:nvContentPartPr>
              <p14:xfrm>
                <a:off x="8570932" y="4078106"/>
                <a:ext cx="227880" cy="36792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4AF71602-E786-4A54-8253-F1103F61BA9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62292" y="4069466"/>
                  <a:ext cx="24552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C491E5DE-05F1-4A35-A49B-331116400601}"/>
                    </a:ext>
                  </a:extLst>
                </p14:cNvPr>
                <p14:cNvContentPartPr/>
                <p14:nvPr/>
              </p14:nvContentPartPr>
              <p14:xfrm>
                <a:off x="8895652" y="4095386"/>
                <a:ext cx="294840" cy="31536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C491E5DE-05F1-4A35-A49B-33111640060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887012" y="4086746"/>
                  <a:ext cx="3124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FE5BEF04-9D90-4926-905D-FE4DAE170146}"/>
                    </a:ext>
                  </a:extLst>
                </p14:cNvPr>
                <p14:cNvContentPartPr/>
                <p14:nvPr/>
              </p14:nvContentPartPr>
              <p14:xfrm>
                <a:off x="9184732" y="4207706"/>
                <a:ext cx="258480" cy="19224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FE5BEF04-9D90-4926-905D-FE4DAE17014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175732" y="4199066"/>
                  <a:ext cx="276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39E1DCF3-6D0A-4911-B958-0A74D67465B4}"/>
                    </a:ext>
                  </a:extLst>
                </p14:cNvPr>
                <p14:cNvContentPartPr/>
                <p14:nvPr/>
              </p14:nvContentPartPr>
              <p14:xfrm>
                <a:off x="9386332" y="4077026"/>
                <a:ext cx="241560" cy="33048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39E1DCF3-6D0A-4911-B958-0A74D67465B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377332" y="4068026"/>
                  <a:ext cx="25920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9CB31E6E-E3C4-48CF-BEC8-C6B709164D2C}"/>
              </a:ext>
            </a:extLst>
          </p:cNvPr>
          <p:cNvGrpSpPr/>
          <p:nvPr/>
        </p:nvGrpSpPr>
        <p:grpSpPr>
          <a:xfrm>
            <a:off x="7938772" y="4923386"/>
            <a:ext cx="1000440" cy="411840"/>
            <a:chOff x="7938772" y="4923386"/>
            <a:chExt cx="1000440" cy="41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6D3BB65E-A80E-415D-9AE3-73EB86569CF8}"/>
                    </a:ext>
                  </a:extLst>
                </p14:cNvPr>
                <p14:cNvContentPartPr/>
                <p14:nvPr/>
              </p14:nvContentPartPr>
              <p14:xfrm>
                <a:off x="7938772" y="4923386"/>
                <a:ext cx="392040" cy="35352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6D3BB65E-A80E-415D-9AE3-73EB86569CF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929772" y="4914746"/>
                  <a:ext cx="4096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94227603-7FAE-4F87-A720-E5315C2FCDD4}"/>
                    </a:ext>
                  </a:extLst>
                </p14:cNvPr>
                <p14:cNvContentPartPr/>
                <p14:nvPr/>
              </p14:nvContentPartPr>
              <p14:xfrm>
                <a:off x="8352052" y="5034626"/>
                <a:ext cx="177840" cy="14508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94227603-7FAE-4F87-A720-E5315C2FCDD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343052" y="5025986"/>
                  <a:ext cx="1954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93DE3D52-42B8-473C-A1BF-1A99A7684753}"/>
                    </a:ext>
                  </a:extLst>
                </p14:cNvPr>
                <p14:cNvContentPartPr/>
                <p14:nvPr/>
              </p14:nvContentPartPr>
              <p14:xfrm>
                <a:off x="8377972" y="5028146"/>
                <a:ext cx="493200" cy="19656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93DE3D52-42B8-473C-A1BF-1A99A768475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369332" y="5019506"/>
                  <a:ext cx="510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BAFC336C-DAE4-4D80-A61C-1536F97C7237}"/>
                    </a:ext>
                  </a:extLst>
                </p14:cNvPr>
                <p14:cNvContentPartPr/>
                <p14:nvPr/>
              </p14:nvContentPartPr>
              <p14:xfrm>
                <a:off x="8865052" y="5198786"/>
                <a:ext cx="74160" cy="13644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BAFC336C-DAE4-4D80-A61C-1536F97C723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856412" y="5189786"/>
                  <a:ext cx="9180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upo 175">
            <a:extLst>
              <a:ext uri="{FF2B5EF4-FFF2-40B4-BE49-F238E27FC236}">
                <a16:creationId xmlns:a16="http://schemas.microsoft.com/office/drawing/2014/main" id="{51C710E9-44CB-4A24-B447-B5CCC45D77FF}"/>
              </a:ext>
            </a:extLst>
          </p:cNvPr>
          <p:cNvGrpSpPr/>
          <p:nvPr/>
        </p:nvGrpSpPr>
        <p:grpSpPr>
          <a:xfrm>
            <a:off x="9143692" y="4943546"/>
            <a:ext cx="668520" cy="298800"/>
            <a:chOff x="9143692" y="4943546"/>
            <a:chExt cx="66852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B3A9A666-114D-4E99-82B8-C04793A1A71E}"/>
                    </a:ext>
                  </a:extLst>
                </p14:cNvPr>
                <p14:cNvContentPartPr/>
                <p14:nvPr/>
              </p14:nvContentPartPr>
              <p14:xfrm>
                <a:off x="9143692" y="4995746"/>
                <a:ext cx="202320" cy="18864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B3A9A666-114D-4E99-82B8-C04793A1A71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135052" y="4987106"/>
                  <a:ext cx="2199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32A201E7-7909-4C62-83EF-13C444B558AB}"/>
                    </a:ext>
                  </a:extLst>
                </p14:cNvPr>
                <p14:cNvContentPartPr/>
                <p14:nvPr/>
              </p14:nvContentPartPr>
              <p14:xfrm>
                <a:off x="9491452" y="4964066"/>
                <a:ext cx="34920" cy="23472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32A201E7-7909-4C62-83EF-13C444B558A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482812" y="4955426"/>
                  <a:ext cx="525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0ED2BAE2-BDCE-4976-B6F6-22D29C5CFA76}"/>
                    </a:ext>
                  </a:extLst>
                </p14:cNvPr>
                <p14:cNvContentPartPr/>
                <p14:nvPr/>
              </p14:nvContentPartPr>
              <p14:xfrm>
                <a:off x="9655252" y="4943546"/>
                <a:ext cx="156960" cy="29880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0ED2BAE2-BDCE-4976-B6F6-22D29C5CFA7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646612" y="4934906"/>
                  <a:ext cx="174600" cy="31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75" name="Entrada de lápiz 174">
                <a:extLst>
                  <a:ext uri="{FF2B5EF4-FFF2-40B4-BE49-F238E27FC236}">
                    <a16:creationId xmlns:a16="http://schemas.microsoft.com/office/drawing/2014/main" id="{1BA0DA65-39C5-442E-A8D8-D9D482DE8970}"/>
                  </a:ext>
                </a:extLst>
              </p14:cNvPr>
              <p14:cNvContentPartPr/>
              <p14:nvPr/>
            </p14:nvContentPartPr>
            <p14:xfrm>
              <a:off x="10016692" y="5017706"/>
              <a:ext cx="187200" cy="112680"/>
            </p14:xfrm>
          </p:contentPart>
        </mc:Choice>
        <mc:Fallback>
          <p:pic>
            <p:nvPicPr>
              <p:cNvPr id="175" name="Entrada de lápiz 174">
                <a:extLst>
                  <a:ext uri="{FF2B5EF4-FFF2-40B4-BE49-F238E27FC236}">
                    <a16:creationId xmlns:a16="http://schemas.microsoft.com/office/drawing/2014/main" id="{1BA0DA65-39C5-442E-A8D8-D9D482DE8970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0008052" y="5008706"/>
                <a:ext cx="204840" cy="13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upo 185">
            <a:extLst>
              <a:ext uri="{FF2B5EF4-FFF2-40B4-BE49-F238E27FC236}">
                <a16:creationId xmlns:a16="http://schemas.microsoft.com/office/drawing/2014/main" id="{ACEB96D6-72B6-4669-BAD4-8F894311EFD1}"/>
              </a:ext>
            </a:extLst>
          </p:cNvPr>
          <p:cNvGrpSpPr/>
          <p:nvPr/>
        </p:nvGrpSpPr>
        <p:grpSpPr>
          <a:xfrm>
            <a:off x="10643812" y="4841306"/>
            <a:ext cx="1287000" cy="397440"/>
            <a:chOff x="10643812" y="4841306"/>
            <a:chExt cx="1287000" cy="39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206B5238-FD1F-49C5-BD51-1422F3480280}"/>
                    </a:ext>
                  </a:extLst>
                </p14:cNvPr>
                <p14:cNvContentPartPr/>
                <p14:nvPr/>
              </p14:nvContentPartPr>
              <p14:xfrm>
                <a:off x="10643812" y="4880546"/>
                <a:ext cx="270360" cy="16128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206B5238-FD1F-49C5-BD51-1422F348028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634812" y="4871546"/>
                  <a:ext cx="288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F1BFA570-A78F-4503-AD19-C13BBD2F7113}"/>
                    </a:ext>
                  </a:extLst>
                </p14:cNvPr>
                <p14:cNvContentPartPr/>
                <p14:nvPr/>
              </p14:nvContentPartPr>
              <p14:xfrm>
                <a:off x="10855132" y="5049746"/>
                <a:ext cx="155160" cy="18900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F1BFA570-A78F-4503-AD19-C13BBD2F711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846132" y="5040746"/>
                  <a:ext cx="172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ACE98EBC-21CE-4F95-A0D0-155845FD3C85}"/>
                    </a:ext>
                  </a:extLst>
                </p14:cNvPr>
                <p14:cNvContentPartPr/>
                <p14:nvPr/>
              </p14:nvContentPartPr>
              <p14:xfrm>
                <a:off x="11224132" y="4881266"/>
                <a:ext cx="187560" cy="16236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ACE98EBC-21CE-4F95-A0D0-155845FD3C8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215492" y="4872626"/>
                  <a:ext cx="205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EDB81385-38F3-4CE2-99B2-B4FB0B88C0F8}"/>
                    </a:ext>
                  </a:extLst>
                </p14:cNvPr>
                <p14:cNvContentPartPr/>
                <p14:nvPr/>
              </p14:nvContentPartPr>
              <p14:xfrm>
                <a:off x="11457772" y="4866866"/>
                <a:ext cx="125280" cy="19728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EDB81385-38F3-4CE2-99B2-B4FB0B88C0F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449132" y="4857866"/>
                  <a:ext cx="142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57B05F26-B166-4B4F-9D73-FDB2CFF98CEB}"/>
                    </a:ext>
                  </a:extLst>
                </p14:cNvPr>
                <p14:cNvContentPartPr/>
                <p14:nvPr/>
              </p14:nvContentPartPr>
              <p14:xfrm>
                <a:off x="11715172" y="4841306"/>
                <a:ext cx="215640" cy="20772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57B05F26-B166-4B4F-9D73-FDB2CFF98CE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706532" y="4832666"/>
                  <a:ext cx="23328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upo 187">
            <a:extLst>
              <a:ext uri="{FF2B5EF4-FFF2-40B4-BE49-F238E27FC236}">
                <a16:creationId xmlns:a16="http://schemas.microsoft.com/office/drawing/2014/main" id="{6697960D-22FB-48AF-B5B9-46A99562FC2E}"/>
              </a:ext>
            </a:extLst>
          </p:cNvPr>
          <p:cNvGrpSpPr/>
          <p:nvPr/>
        </p:nvGrpSpPr>
        <p:grpSpPr>
          <a:xfrm>
            <a:off x="9971332" y="4086746"/>
            <a:ext cx="1356840" cy="483480"/>
            <a:chOff x="9971332" y="4086746"/>
            <a:chExt cx="1356840" cy="48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3FA66A62-CD4D-45C2-91B8-EC5D4E94EB8F}"/>
                    </a:ext>
                  </a:extLst>
                </p14:cNvPr>
                <p14:cNvContentPartPr/>
                <p14:nvPr/>
              </p14:nvContentPartPr>
              <p14:xfrm>
                <a:off x="9971332" y="4260266"/>
                <a:ext cx="204840" cy="30996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3FA66A62-CD4D-45C2-91B8-EC5D4E94EB8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962692" y="4251626"/>
                  <a:ext cx="2224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BB338E00-BE4C-412F-8E23-F5AF428A78CA}"/>
                    </a:ext>
                  </a:extLst>
                </p14:cNvPr>
                <p14:cNvContentPartPr/>
                <p14:nvPr/>
              </p14:nvContentPartPr>
              <p14:xfrm>
                <a:off x="10204972" y="4265306"/>
                <a:ext cx="304200" cy="16740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BB338E00-BE4C-412F-8E23-F5AF428A78C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195972" y="4256306"/>
                  <a:ext cx="321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101A2B4B-DF98-4F56-8200-A4510B4C693A}"/>
                    </a:ext>
                  </a:extLst>
                </p14:cNvPr>
                <p14:cNvContentPartPr/>
                <p14:nvPr/>
              </p14:nvContentPartPr>
              <p14:xfrm>
                <a:off x="10464892" y="4104026"/>
                <a:ext cx="223920" cy="36000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101A2B4B-DF98-4F56-8200-A4510B4C693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456252" y="4095026"/>
                  <a:ext cx="2415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901B725D-D0FA-45FB-8DC6-1EDCE2CF4D31}"/>
                    </a:ext>
                  </a:extLst>
                </p14:cNvPr>
                <p14:cNvContentPartPr/>
                <p14:nvPr/>
              </p14:nvContentPartPr>
              <p14:xfrm>
                <a:off x="10701412" y="4335146"/>
                <a:ext cx="128880" cy="8820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901B725D-D0FA-45FB-8DC6-1EDCE2CF4D3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692772" y="4326506"/>
                  <a:ext cx="146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D88CC72B-8401-41F9-A57A-D476605F3425}"/>
                    </a:ext>
                  </a:extLst>
                </p14:cNvPr>
                <p14:cNvContentPartPr/>
                <p14:nvPr/>
              </p14:nvContentPartPr>
              <p14:xfrm>
                <a:off x="10801492" y="4089986"/>
                <a:ext cx="388440" cy="37368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D88CC72B-8401-41F9-A57A-D476605F342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792852" y="4081346"/>
                  <a:ext cx="4060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0A2EBE25-81D3-4B9F-87AD-49BF19BB7E4B}"/>
                    </a:ext>
                  </a:extLst>
                </p14:cNvPr>
                <p14:cNvContentPartPr/>
                <p14:nvPr/>
              </p14:nvContentPartPr>
              <p14:xfrm>
                <a:off x="11163652" y="4190786"/>
                <a:ext cx="164520" cy="25092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0A2EBE25-81D3-4B9F-87AD-49BF19BB7E4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155012" y="4181786"/>
                  <a:ext cx="1821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4DEF99F9-A3ED-4088-AE02-A0D0E2319F85}"/>
                    </a:ext>
                  </a:extLst>
                </p14:cNvPr>
                <p14:cNvContentPartPr/>
                <p14:nvPr/>
              </p14:nvContentPartPr>
              <p14:xfrm>
                <a:off x="10713652" y="4086746"/>
                <a:ext cx="70560" cy="7092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4DEF99F9-A3ED-4088-AE02-A0D0E2319F8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704652" y="4077746"/>
                  <a:ext cx="8820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upo 193">
            <a:extLst>
              <a:ext uri="{FF2B5EF4-FFF2-40B4-BE49-F238E27FC236}">
                <a16:creationId xmlns:a16="http://schemas.microsoft.com/office/drawing/2014/main" id="{D38681C8-DBB8-4340-BFF2-9C90882E292D}"/>
              </a:ext>
            </a:extLst>
          </p:cNvPr>
          <p:cNvGrpSpPr/>
          <p:nvPr/>
        </p:nvGrpSpPr>
        <p:grpSpPr>
          <a:xfrm>
            <a:off x="10401532" y="2885786"/>
            <a:ext cx="1379880" cy="512640"/>
            <a:chOff x="10401532" y="2885786"/>
            <a:chExt cx="1379880" cy="51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43C7EA23-FFBE-4872-AB9E-59455411BF81}"/>
                    </a:ext>
                  </a:extLst>
                </p14:cNvPr>
                <p14:cNvContentPartPr/>
                <p14:nvPr/>
              </p14:nvContentPartPr>
              <p14:xfrm>
                <a:off x="10401532" y="2885786"/>
                <a:ext cx="505440" cy="51264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43C7EA23-FFBE-4872-AB9E-59455411BF8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392532" y="2876786"/>
                  <a:ext cx="52308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CEA8AF01-DCB3-4283-91DD-DC2D8F999BF3}"/>
                    </a:ext>
                  </a:extLst>
                </p14:cNvPr>
                <p14:cNvContentPartPr/>
                <p14:nvPr/>
              </p14:nvContentPartPr>
              <p14:xfrm>
                <a:off x="10807252" y="3101066"/>
                <a:ext cx="330480" cy="25020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CEA8AF01-DCB3-4283-91DD-DC2D8F999BF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798612" y="3092426"/>
                  <a:ext cx="3481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F0FD9D64-36C3-4E5B-A9E5-D92CCCB49752}"/>
                    </a:ext>
                  </a:extLst>
                </p14:cNvPr>
                <p14:cNvContentPartPr/>
                <p14:nvPr/>
              </p14:nvContentPartPr>
              <p14:xfrm>
                <a:off x="11167252" y="3102146"/>
                <a:ext cx="83880" cy="22752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F0FD9D64-36C3-4E5B-A9E5-D92CCCB4975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158252" y="3093506"/>
                  <a:ext cx="101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08448864-9693-4C6B-A5E3-A8A408D8D228}"/>
                    </a:ext>
                  </a:extLst>
                </p14:cNvPr>
                <p14:cNvContentPartPr/>
                <p14:nvPr/>
              </p14:nvContentPartPr>
              <p14:xfrm>
                <a:off x="11461372" y="3040226"/>
                <a:ext cx="42120" cy="31428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08448864-9693-4C6B-A5E3-A8A408D8D22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452372" y="3031226"/>
                  <a:ext cx="597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156C062B-455A-4AFD-827A-AAE0E3C54BA6}"/>
                    </a:ext>
                  </a:extLst>
                </p14:cNvPr>
                <p14:cNvContentPartPr/>
                <p14:nvPr/>
              </p14:nvContentPartPr>
              <p14:xfrm>
                <a:off x="11375692" y="3184226"/>
                <a:ext cx="405720" cy="11376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156C062B-455A-4AFD-827A-AAE0E3C54BA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366692" y="3175586"/>
                  <a:ext cx="42336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upo 196">
            <a:extLst>
              <a:ext uri="{FF2B5EF4-FFF2-40B4-BE49-F238E27FC236}">
                <a16:creationId xmlns:a16="http://schemas.microsoft.com/office/drawing/2014/main" id="{37ED9EBA-FF4A-41A5-A906-61A7F584B26E}"/>
              </a:ext>
            </a:extLst>
          </p:cNvPr>
          <p:cNvGrpSpPr/>
          <p:nvPr/>
        </p:nvGrpSpPr>
        <p:grpSpPr>
          <a:xfrm>
            <a:off x="1099492" y="127466"/>
            <a:ext cx="1830960" cy="1213560"/>
            <a:chOff x="1099492" y="127466"/>
            <a:chExt cx="1830960" cy="12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060A2DEE-9A17-4547-8D4C-275D40369BC6}"/>
                    </a:ext>
                  </a:extLst>
                </p14:cNvPr>
                <p14:cNvContentPartPr/>
                <p14:nvPr/>
              </p14:nvContentPartPr>
              <p14:xfrm>
                <a:off x="1360132" y="739466"/>
                <a:ext cx="50400" cy="60156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060A2DEE-9A17-4547-8D4C-275D40369BC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351492" y="730466"/>
                  <a:ext cx="6804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3F22BE89-F6EE-4C29-BB97-703F89F6CC20}"/>
                    </a:ext>
                  </a:extLst>
                </p14:cNvPr>
                <p14:cNvContentPartPr/>
                <p14:nvPr/>
              </p14:nvContentPartPr>
              <p14:xfrm>
                <a:off x="1404412" y="731906"/>
                <a:ext cx="209880" cy="31824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3F22BE89-F6EE-4C29-BB97-703F89F6CC2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395412" y="723266"/>
                  <a:ext cx="2275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BDE4BD97-F035-401B-AB40-1DDA6C747B26}"/>
                    </a:ext>
                  </a:extLst>
                </p14:cNvPr>
                <p14:cNvContentPartPr/>
                <p14:nvPr/>
              </p14:nvContentPartPr>
              <p14:xfrm>
                <a:off x="1688812" y="757466"/>
                <a:ext cx="141120" cy="34668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BDE4BD97-F035-401B-AB40-1DDA6C747B2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680172" y="748826"/>
                  <a:ext cx="1587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B92A6095-44A6-48DC-BFF0-7206EE6B1956}"/>
                    </a:ext>
                  </a:extLst>
                </p14:cNvPr>
                <p14:cNvContentPartPr/>
                <p14:nvPr/>
              </p14:nvContentPartPr>
              <p14:xfrm>
                <a:off x="1877092" y="877346"/>
                <a:ext cx="156240" cy="17928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B92A6095-44A6-48DC-BFF0-7206EE6B195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868452" y="868346"/>
                  <a:ext cx="1738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40ECCB15-D4E8-4B95-B543-DA98CC6A57E8}"/>
                    </a:ext>
                  </a:extLst>
                </p14:cNvPr>
                <p14:cNvContentPartPr/>
                <p14:nvPr/>
              </p14:nvContentPartPr>
              <p14:xfrm>
                <a:off x="1884652" y="826946"/>
                <a:ext cx="155880" cy="23220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40ECCB15-D4E8-4B95-B543-DA98CC6A57E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876012" y="818306"/>
                  <a:ext cx="1735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2EB23C0A-E696-48CB-AC8E-1386F16171DA}"/>
                    </a:ext>
                  </a:extLst>
                </p14:cNvPr>
                <p14:cNvContentPartPr/>
                <p14:nvPr/>
              </p14:nvContentPartPr>
              <p14:xfrm>
                <a:off x="2142772" y="896786"/>
                <a:ext cx="121680" cy="111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2EB23C0A-E696-48CB-AC8E-1386F16171D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133772" y="887786"/>
                  <a:ext cx="139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8DC0A55F-8B9D-4729-971D-370D45B096DD}"/>
                    </a:ext>
                  </a:extLst>
                </p14:cNvPr>
                <p14:cNvContentPartPr/>
                <p14:nvPr/>
              </p14:nvContentPartPr>
              <p14:xfrm>
                <a:off x="2155732" y="997226"/>
                <a:ext cx="157680" cy="900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8DC0A55F-8B9D-4729-971D-370D45B096D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147092" y="988586"/>
                  <a:ext cx="175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DB3C68D3-C866-421E-92A5-1F471B1F55D7}"/>
                    </a:ext>
                  </a:extLst>
                </p14:cNvPr>
                <p14:cNvContentPartPr/>
                <p14:nvPr/>
              </p14:nvContentPartPr>
              <p14:xfrm>
                <a:off x="2440492" y="874106"/>
                <a:ext cx="46800" cy="2088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DB3C68D3-C866-421E-92A5-1F471B1F55D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431492" y="865466"/>
                  <a:ext cx="644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BB297A62-C1FB-4945-B341-32C496FEED75}"/>
                    </a:ext>
                  </a:extLst>
                </p14:cNvPr>
                <p14:cNvContentPartPr/>
                <p14:nvPr/>
              </p14:nvContentPartPr>
              <p14:xfrm>
                <a:off x="2580172" y="856466"/>
                <a:ext cx="177840" cy="22284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BB297A62-C1FB-4945-B341-32C496FEED7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571172" y="847826"/>
                  <a:ext cx="1954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2B850CB6-D86B-49FB-9881-A21CB0CCACD2}"/>
                    </a:ext>
                  </a:extLst>
                </p14:cNvPr>
                <p14:cNvContentPartPr/>
                <p14:nvPr/>
              </p14:nvContentPartPr>
              <p14:xfrm>
                <a:off x="2828572" y="735866"/>
                <a:ext cx="101880" cy="48672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2B850CB6-D86B-49FB-9881-A21CB0CCACD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819932" y="727226"/>
                  <a:ext cx="11952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2ADCECC2-157B-41DC-B006-8F6AA834FBE5}"/>
                    </a:ext>
                  </a:extLst>
                </p14:cNvPr>
                <p14:cNvContentPartPr/>
                <p14:nvPr/>
              </p14:nvContentPartPr>
              <p14:xfrm>
                <a:off x="1099492" y="127466"/>
                <a:ext cx="199080" cy="23292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2ADCECC2-157B-41DC-B006-8F6AA834FBE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90492" y="118826"/>
                  <a:ext cx="2167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D1488401-44FB-4154-9586-9E158AC58D4F}"/>
                    </a:ext>
                  </a:extLst>
                </p14:cNvPr>
                <p14:cNvContentPartPr/>
                <p14:nvPr/>
              </p14:nvContentPartPr>
              <p14:xfrm>
                <a:off x="1391092" y="239066"/>
                <a:ext cx="92160" cy="144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D1488401-44FB-4154-9586-9E158AC58D4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382452" y="230066"/>
                  <a:ext cx="109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096F3D71-161B-4B82-ABBC-A48B8D702591}"/>
                    </a:ext>
                  </a:extLst>
                </p14:cNvPr>
                <p14:cNvContentPartPr/>
                <p14:nvPr/>
              </p14:nvContentPartPr>
              <p14:xfrm>
                <a:off x="1366252" y="307466"/>
                <a:ext cx="161280" cy="3672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096F3D71-161B-4B82-ABBC-A48B8D70259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357252" y="298466"/>
                  <a:ext cx="178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3E285A0F-2C33-42B8-B11D-F92F057F51D0}"/>
                    </a:ext>
                  </a:extLst>
                </p14:cNvPr>
                <p14:cNvContentPartPr/>
                <p14:nvPr/>
              </p14:nvContentPartPr>
              <p14:xfrm>
                <a:off x="1607812" y="240866"/>
                <a:ext cx="42120" cy="1695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3E285A0F-2C33-42B8-B11D-F92F057F51D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599172" y="232226"/>
                  <a:ext cx="59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F050202F-109D-42C5-BCB8-DCB4819AD48D}"/>
                    </a:ext>
                  </a:extLst>
                </p14:cNvPr>
                <p14:cNvContentPartPr/>
                <p14:nvPr/>
              </p14:nvContentPartPr>
              <p14:xfrm>
                <a:off x="1709332" y="226466"/>
                <a:ext cx="168480" cy="14112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F050202F-109D-42C5-BCB8-DCB4819AD48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700332" y="217466"/>
                  <a:ext cx="186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DA664DCB-D6A4-4563-BBF2-4C195ED115ED}"/>
                    </a:ext>
                  </a:extLst>
                </p14:cNvPr>
                <p14:cNvContentPartPr/>
                <p14:nvPr/>
              </p14:nvContentPartPr>
              <p14:xfrm>
                <a:off x="2468932" y="403586"/>
                <a:ext cx="12240" cy="35892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DA664DCB-D6A4-4563-BBF2-4C195ED115E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460292" y="394946"/>
                  <a:ext cx="298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54D27308-B55E-4B65-A018-9BA643605FA7}"/>
                    </a:ext>
                  </a:extLst>
                </p14:cNvPr>
                <p14:cNvContentPartPr/>
                <p14:nvPr/>
              </p14:nvContentPartPr>
              <p14:xfrm>
                <a:off x="2398732" y="623546"/>
                <a:ext cx="168120" cy="10008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54D27308-B55E-4B65-A018-9BA643605FA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89732" y="614546"/>
                  <a:ext cx="185760" cy="11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1330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AB13E66B-24EC-4F41-83F6-6AC9AE31315D}"/>
              </a:ext>
            </a:extLst>
          </p:cNvPr>
          <p:cNvGrpSpPr/>
          <p:nvPr/>
        </p:nvGrpSpPr>
        <p:grpSpPr>
          <a:xfrm>
            <a:off x="274372" y="380186"/>
            <a:ext cx="237240" cy="663480"/>
            <a:chOff x="274372" y="380186"/>
            <a:chExt cx="237240" cy="66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899D79EC-03E3-42DD-9BA2-9439BE356994}"/>
                    </a:ext>
                  </a:extLst>
                </p14:cNvPr>
                <p14:cNvContentPartPr/>
                <p14:nvPr/>
              </p14:nvContentPartPr>
              <p14:xfrm>
                <a:off x="294892" y="573866"/>
                <a:ext cx="108720" cy="14004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899D79EC-03E3-42DD-9BA2-9439BE35699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5892" y="564866"/>
                  <a:ext cx="126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D014DAAB-6702-4663-B9DE-A94B120BC336}"/>
                    </a:ext>
                  </a:extLst>
                </p14:cNvPr>
                <p14:cNvContentPartPr/>
                <p14:nvPr/>
              </p14:nvContentPartPr>
              <p14:xfrm>
                <a:off x="274372" y="380186"/>
                <a:ext cx="237240" cy="66348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D014DAAB-6702-4663-B9DE-A94B120BC3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5372" y="371546"/>
                  <a:ext cx="254880" cy="68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16C1A7D-A132-45AF-BFC3-CC22DCDB6DFF}"/>
              </a:ext>
            </a:extLst>
          </p:cNvPr>
          <p:cNvGrpSpPr/>
          <p:nvPr/>
        </p:nvGrpSpPr>
        <p:grpSpPr>
          <a:xfrm>
            <a:off x="942172" y="462626"/>
            <a:ext cx="337320" cy="302760"/>
            <a:chOff x="942172" y="462626"/>
            <a:chExt cx="337320" cy="3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7E0829E1-198C-43CA-BFCE-EFE08DA4C202}"/>
                    </a:ext>
                  </a:extLst>
                </p14:cNvPr>
                <p14:cNvContentPartPr/>
                <p14:nvPr/>
              </p14:nvContentPartPr>
              <p14:xfrm>
                <a:off x="942172" y="462626"/>
                <a:ext cx="12600" cy="29448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7E0829E1-198C-43CA-BFCE-EFE08DA4C20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3532" y="453986"/>
                  <a:ext cx="302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3E436A09-0970-4863-879F-F0BE22C42703}"/>
                    </a:ext>
                  </a:extLst>
                </p14:cNvPr>
                <p14:cNvContentPartPr/>
                <p14:nvPr/>
              </p14:nvContentPartPr>
              <p14:xfrm>
                <a:off x="1098052" y="492866"/>
                <a:ext cx="181440" cy="27252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3E436A09-0970-4863-879F-F0BE22C427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9412" y="483866"/>
                  <a:ext cx="19908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ADE452F-C862-4258-A5DC-08FFCB6B21E4}"/>
              </a:ext>
            </a:extLst>
          </p:cNvPr>
          <p:cNvGrpSpPr/>
          <p:nvPr/>
        </p:nvGrpSpPr>
        <p:grpSpPr>
          <a:xfrm>
            <a:off x="1740652" y="522746"/>
            <a:ext cx="1267200" cy="341640"/>
            <a:chOff x="1740652" y="522746"/>
            <a:chExt cx="126720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DE3E9C9E-F022-40CA-8E45-DCE54CC49C67}"/>
                    </a:ext>
                  </a:extLst>
                </p14:cNvPr>
                <p14:cNvContentPartPr/>
                <p14:nvPr/>
              </p14:nvContentPartPr>
              <p14:xfrm>
                <a:off x="1740652" y="522746"/>
                <a:ext cx="343080" cy="34164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DE3E9C9E-F022-40CA-8E45-DCE54CC49C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31652" y="514106"/>
                  <a:ext cx="3607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62134BB0-8332-4A99-A458-A04FF97FB24E}"/>
                    </a:ext>
                  </a:extLst>
                </p14:cNvPr>
                <p14:cNvContentPartPr/>
                <p14:nvPr/>
              </p14:nvContentPartPr>
              <p14:xfrm>
                <a:off x="2066812" y="637226"/>
                <a:ext cx="327600" cy="1872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62134BB0-8332-4A99-A458-A04FF97FB24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57812" y="628586"/>
                  <a:ext cx="345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6FA12D79-4CA0-4B52-84AD-827FFB84783B}"/>
                    </a:ext>
                  </a:extLst>
                </p14:cNvPr>
                <p14:cNvContentPartPr/>
                <p14:nvPr/>
              </p14:nvContentPartPr>
              <p14:xfrm>
                <a:off x="2514292" y="747746"/>
                <a:ext cx="2880" cy="925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6FA12D79-4CA0-4B52-84AD-827FFB84783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05292" y="738746"/>
                  <a:ext cx="205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BAC3248D-EFC6-43D2-9E66-411ADA641A45}"/>
                    </a:ext>
                  </a:extLst>
                </p14:cNvPr>
                <p14:cNvContentPartPr/>
                <p14:nvPr/>
              </p14:nvContentPartPr>
              <p14:xfrm>
                <a:off x="2408092" y="537866"/>
                <a:ext cx="285120" cy="27936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BAC3248D-EFC6-43D2-9E66-411ADA641A4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99452" y="528866"/>
                  <a:ext cx="3027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B9414C6C-2431-47D6-83C5-3E96CE860C9F}"/>
                    </a:ext>
                  </a:extLst>
                </p14:cNvPr>
                <p14:cNvContentPartPr/>
                <p14:nvPr/>
              </p14:nvContentPartPr>
              <p14:xfrm>
                <a:off x="2581972" y="647666"/>
                <a:ext cx="425880" cy="1576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B9414C6C-2431-47D6-83C5-3E96CE860C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73332" y="639026"/>
                  <a:ext cx="44352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01E1BE-6819-4BC2-A74E-AB26A3A18A0E}"/>
              </a:ext>
            </a:extLst>
          </p:cNvPr>
          <p:cNvGrpSpPr/>
          <p:nvPr/>
        </p:nvGrpSpPr>
        <p:grpSpPr>
          <a:xfrm>
            <a:off x="3982372" y="506906"/>
            <a:ext cx="271080" cy="373680"/>
            <a:chOff x="3982372" y="506906"/>
            <a:chExt cx="27108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DC241AEA-EC3E-48AA-8D6B-2196DDE4695C}"/>
                    </a:ext>
                  </a:extLst>
                </p14:cNvPr>
                <p14:cNvContentPartPr/>
                <p14:nvPr/>
              </p14:nvContentPartPr>
              <p14:xfrm>
                <a:off x="3982372" y="506906"/>
                <a:ext cx="191160" cy="2030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DC241AEA-EC3E-48AA-8D6B-2196DDE4695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73732" y="498266"/>
                  <a:ext cx="2088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B1A8D9D3-EACC-4DFD-8EA5-F0EA40316856}"/>
                    </a:ext>
                  </a:extLst>
                </p14:cNvPr>
                <p14:cNvContentPartPr/>
                <p14:nvPr/>
              </p14:nvContentPartPr>
              <p14:xfrm>
                <a:off x="3983812" y="613826"/>
                <a:ext cx="269640" cy="2667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B1A8D9D3-EACC-4DFD-8EA5-F0EA403168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74812" y="604826"/>
                  <a:ext cx="287280" cy="28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ECFAD567-1C13-44F6-9513-731C481898AC}"/>
                  </a:ext>
                </a:extLst>
              </p14:cNvPr>
              <p14:cNvContentPartPr/>
              <p14:nvPr/>
            </p14:nvContentPartPr>
            <p14:xfrm>
              <a:off x="4478092" y="649106"/>
              <a:ext cx="360" cy="36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ECFAD567-1C13-44F6-9513-731C481898A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69092" y="64046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upo 35">
            <a:extLst>
              <a:ext uri="{FF2B5EF4-FFF2-40B4-BE49-F238E27FC236}">
                <a16:creationId xmlns:a16="http://schemas.microsoft.com/office/drawing/2014/main" id="{24628398-C12A-4C4F-9B93-EA60F9BB469D}"/>
              </a:ext>
            </a:extLst>
          </p:cNvPr>
          <p:cNvGrpSpPr/>
          <p:nvPr/>
        </p:nvGrpSpPr>
        <p:grpSpPr>
          <a:xfrm>
            <a:off x="4840252" y="446066"/>
            <a:ext cx="543240" cy="429840"/>
            <a:chOff x="4840252" y="446066"/>
            <a:chExt cx="54324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A32C19A2-E9A8-4394-8F00-8CE032F930BE}"/>
                    </a:ext>
                  </a:extLst>
                </p14:cNvPr>
                <p14:cNvContentPartPr/>
                <p14:nvPr/>
              </p14:nvContentPartPr>
              <p14:xfrm>
                <a:off x="4840252" y="446066"/>
                <a:ext cx="205920" cy="35712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A32C19A2-E9A8-4394-8F00-8CE032F930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31252" y="437066"/>
                  <a:ext cx="2235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6D6A208B-FAA9-4D8B-8908-0F517752DF25}"/>
                    </a:ext>
                  </a:extLst>
                </p14:cNvPr>
                <p14:cNvContentPartPr/>
                <p14:nvPr/>
              </p14:nvContentPartPr>
              <p14:xfrm>
                <a:off x="5142652" y="587546"/>
                <a:ext cx="240840" cy="2883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6D6A208B-FAA9-4D8B-8908-0F517752DF2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33652" y="578546"/>
                  <a:ext cx="25848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987B7EB6-B91D-44C7-A09D-C6F07BCD0205}"/>
              </a:ext>
            </a:extLst>
          </p:cNvPr>
          <p:cNvGrpSpPr/>
          <p:nvPr/>
        </p:nvGrpSpPr>
        <p:grpSpPr>
          <a:xfrm>
            <a:off x="757852" y="1333826"/>
            <a:ext cx="981000" cy="235800"/>
            <a:chOff x="757852" y="1333826"/>
            <a:chExt cx="98100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72835148-D9FF-4C09-962F-BAE5B73EDD7F}"/>
                    </a:ext>
                  </a:extLst>
                </p14:cNvPr>
                <p14:cNvContentPartPr/>
                <p14:nvPr/>
              </p14:nvContentPartPr>
              <p14:xfrm>
                <a:off x="757852" y="1341386"/>
                <a:ext cx="271800" cy="2282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72835148-D9FF-4C09-962F-BAE5B73EDD7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8852" y="1332746"/>
                  <a:ext cx="2894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065E719F-748E-44A0-B440-D2F4FBD417AB}"/>
                    </a:ext>
                  </a:extLst>
                </p14:cNvPr>
                <p14:cNvContentPartPr/>
                <p14:nvPr/>
              </p14:nvContentPartPr>
              <p14:xfrm>
                <a:off x="1081492" y="1383866"/>
                <a:ext cx="118080" cy="900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065E719F-748E-44A0-B440-D2F4FBD417A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72852" y="1375226"/>
                  <a:ext cx="135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431FD9FB-A327-4456-9765-5CEA62971A52}"/>
                    </a:ext>
                  </a:extLst>
                </p14:cNvPr>
                <p14:cNvContentPartPr/>
                <p14:nvPr/>
              </p14:nvContentPartPr>
              <p14:xfrm>
                <a:off x="1077892" y="1445066"/>
                <a:ext cx="144360" cy="561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431FD9FB-A327-4456-9765-5CEA62971A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9252" y="1436426"/>
                  <a:ext cx="162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57A9D9A4-FFBB-417A-98E1-F62F1CA54740}"/>
                    </a:ext>
                  </a:extLst>
                </p14:cNvPr>
                <p14:cNvContentPartPr/>
                <p14:nvPr/>
              </p14:nvContentPartPr>
              <p14:xfrm>
                <a:off x="1291372" y="1333826"/>
                <a:ext cx="242280" cy="21492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57A9D9A4-FFBB-417A-98E1-F62F1CA547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82372" y="1325186"/>
                  <a:ext cx="2599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FE7B0092-5578-4554-B6CA-72C6BC55F7BD}"/>
                    </a:ext>
                  </a:extLst>
                </p14:cNvPr>
                <p14:cNvContentPartPr/>
                <p14:nvPr/>
              </p14:nvContentPartPr>
              <p14:xfrm>
                <a:off x="1491172" y="1352906"/>
                <a:ext cx="247680" cy="15768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FE7B0092-5578-4554-B6CA-72C6BC55F7B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82532" y="1343906"/>
                  <a:ext cx="26532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806C13A0-CBC3-4ED7-BED6-B48A5B535D36}"/>
              </a:ext>
            </a:extLst>
          </p:cNvPr>
          <p:cNvGrpSpPr/>
          <p:nvPr/>
        </p:nvGrpSpPr>
        <p:grpSpPr>
          <a:xfrm>
            <a:off x="493972" y="1915226"/>
            <a:ext cx="357480" cy="649440"/>
            <a:chOff x="493972" y="1915226"/>
            <a:chExt cx="357480" cy="64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9684360B-42DB-4BCF-84CE-4DC353B05C6B}"/>
                    </a:ext>
                  </a:extLst>
                </p14:cNvPr>
                <p14:cNvContentPartPr/>
                <p14:nvPr/>
              </p14:nvContentPartPr>
              <p14:xfrm>
                <a:off x="493972" y="2039426"/>
                <a:ext cx="167400" cy="3236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9684360B-42DB-4BCF-84CE-4DC353B05C6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5332" y="2030426"/>
                  <a:ext cx="1850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0F35DF87-F325-41C4-BD36-7CD1BD29B77A}"/>
                    </a:ext>
                  </a:extLst>
                </p14:cNvPr>
                <p14:cNvContentPartPr/>
                <p14:nvPr/>
              </p14:nvContentPartPr>
              <p14:xfrm>
                <a:off x="731572" y="1915226"/>
                <a:ext cx="119880" cy="64944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0F35DF87-F325-41C4-BD36-7CD1BD29B7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2572" y="1906586"/>
                  <a:ext cx="137520" cy="66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64A2DE29-53C6-4CF3-B62E-1E5A59F839B9}"/>
              </a:ext>
            </a:extLst>
          </p:cNvPr>
          <p:cNvGrpSpPr/>
          <p:nvPr/>
        </p:nvGrpSpPr>
        <p:grpSpPr>
          <a:xfrm>
            <a:off x="1361572" y="659906"/>
            <a:ext cx="164520" cy="107640"/>
            <a:chOff x="1361572" y="659906"/>
            <a:chExt cx="164520" cy="10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EA5EE806-3A44-4FFC-9D6D-62A2FA9E39EA}"/>
                    </a:ext>
                  </a:extLst>
                </p14:cNvPr>
                <p14:cNvContentPartPr/>
                <p14:nvPr/>
              </p14:nvContentPartPr>
              <p14:xfrm>
                <a:off x="1361572" y="659906"/>
                <a:ext cx="104040" cy="792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EA5EE806-3A44-4FFC-9D6D-62A2FA9E39E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52572" y="650906"/>
                  <a:ext cx="121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94BEE72A-329B-4768-B2B9-36E2600B4154}"/>
                    </a:ext>
                  </a:extLst>
                </p14:cNvPr>
                <p14:cNvContentPartPr/>
                <p14:nvPr/>
              </p14:nvContentPartPr>
              <p14:xfrm>
                <a:off x="1406572" y="763946"/>
                <a:ext cx="119520" cy="360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94BEE72A-329B-4768-B2B9-36E2600B415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97932" y="754946"/>
                  <a:ext cx="13716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9DBA5D1F-4B79-480C-A946-E6E704FB5658}"/>
                  </a:ext>
                </a:extLst>
              </p14:cNvPr>
              <p14:cNvContentPartPr/>
              <p14:nvPr/>
            </p14:nvContentPartPr>
            <p14:xfrm>
              <a:off x="4408972" y="682226"/>
              <a:ext cx="92160" cy="1872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9DBA5D1F-4B79-480C-A946-E6E704FB565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399972" y="673586"/>
                <a:ext cx="1098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8478DE49-8C02-406D-AD6B-0714F713F9D8}"/>
                  </a:ext>
                </a:extLst>
              </p14:cNvPr>
              <p14:cNvContentPartPr/>
              <p14:nvPr/>
            </p14:nvContentPartPr>
            <p14:xfrm>
              <a:off x="4402852" y="810026"/>
              <a:ext cx="135000" cy="1764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8478DE49-8C02-406D-AD6B-0714F713F9D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394212" y="801026"/>
                <a:ext cx="15264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upo 60">
            <a:extLst>
              <a:ext uri="{FF2B5EF4-FFF2-40B4-BE49-F238E27FC236}">
                <a16:creationId xmlns:a16="http://schemas.microsoft.com/office/drawing/2014/main" id="{A5BA0C4B-E3BC-4BF5-BBF2-720B73D76EB6}"/>
              </a:ext>
            </a:extLst>
          </p:cNvPr>
          <p:cNvGrpSpPr/>
          <p:nvPr/>
        </p:nvGrpSpPr>
        <p:grpSpPr>
          <a:xfrm>
            <a:off x="7330012" y="514466"/>
            <a:ext cx="2333520" cy="349200"/>
            <a:chOff x="7330012" y="514466"/>
            <a:chExt cx="233352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1A632BE4-8D41-4277-BB81-AE7E227079CA}"/>
                    </a:ext>
                  </a:extLst>
                </p14:cNvPr>
                <p14:cNvContentPartPr/>
                <p14:nvPr/>
              </p14:nvContentPartPr>
              <p14:xfrm>
                <a:off x="7330012" y="537866"/>
                <a:ext cx="27720" cy="2736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1A632BE4-8D41-4277-BB81-AE7E227079C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21372" y="528866"/>
                  <a:ext cx="45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2A2AD5E4-F937-4D1B-BED7-64C452CAC695}"/>
                    </a:ext>
                  </a:extLst>
                </p14:cNvPr>
                <p14:cNvContentPartPr/>
                <p14:nvPr/>
              </p14:nvContentPartPr>
              <p14:xfrm>
                <a:off x="7490932" y="514466"/>
                <a:ext cx="193680" cy="28584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2A2AD5E4-F937-4D1B-BED7-64C452CAC6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81932" y="505466"/>
                  <a:ext cx="2113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F86926B4-153A-4C38-85AB-2ABE1EBC3EF7}"/>
                    </a:ext>
                  </a:extLst>
                </p14:cNvPr>
                <p14:cNvContentPartPr/>
                <p14:nvPr/>
              </p14:nvContentPartPr>
              <p14:xfrm>
                <a:off x="8165572" y="521666"/>
                <a:ext cx="264240" cy="28440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F86926B4-153A-4C38-85AB-2ABE1EBC3EF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56572" y="513026"/>
                  <a:ext cx="2818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9D48596B-5979-408D-95D8-1FBBDE8A9677}"/>
                    </a:ext>
                  </a:extLst>
                </p14:cNvPr>
                <p14:cNvContentPartPr/>
                <p14:nvPr/>
              </p14:nvContentPartPr>
              <p14:xfrm>
                <a:off x="8230372" y="621746"/>
                <a:ext cx="699480" cy="18828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9D48596B-5979-408D-95D8-1FBBDE8A96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21732" y="612746"/>
                  <a:ext cx="7171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5063DC40-73C1-4FD6-AC93-EB8DF5ACE151}"/>
                    </a:ext>
                  </a:extLst>
                </p14:cNvPr>
                <p14:cNvContentPartPr/>
                <p14:nvPr/>
              </p14:nvContentPartPr>
              <p14:xfrm>
                <a:off x="8935612" y="534626"/>
                <a:ext cx="125280" cy="26496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5063DC40-73C1-4FD6-AC93-EB8DF5ACE15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26612" y="525626"/>
                  <a:ext cx="1429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6F4AA91F-7CC2-4B07-B8AB-B2917BBA42D5}"/>
                    </a:ext>
                  </a:extLst>
                </p14:cNvPr>
                <p14:cNvContentPartPr/>
                <p14:nvPr/>
              </p14:nvContentPartPr>
              <p14:xfrm>
                <a:off x="9171052" y="535706"/>
                <a:ext cx="325440" cy="26064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6F4AA91F-7CC2-4B07-B8AB-B2917BBA42D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62412" y="526706"/>
                  <a:ext cx="3430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54BF97FD-4763-40FA-9EBA-4946FB849E1C}"/>
                    </a:ext>
                  </a:extLst>
                </p14:cNvPr>
                <p14:cNvContentPartPr/>
                <p14:nvPr/>
              </p14:nvContentPartPr>
              <p14:xfrm>
                <a:off x="9466252" y="645146"/>
                <a:ext cx="197280" cy="1940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54BF97FD-4763-40FA-9EBA-4946FB849E1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57612" y="636506"/>
                  <a:ext cx="214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C789971C-2646-4119-8C0C-54A81D98FA8A}"/>
                    </a:ext>
                  </a:extLst>
                </p14:cNvPr>
                <p14:cNvContentPartPr/>
                <p14:nvPr/>
              </p14:nvContentPartPr>
              <p14:xfrm>
                <a:off x="7875412" y="773306"/>
                <a:ext cx="90720" cy="252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C789971C-2646-4119-8C0C-54A81D98FA8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66772" y="764666"/>
                  <a:ext cx="108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9002E35A-0B83-419F-8C20-94BB288A02E4}"/>
                    </a:ext>
                  </a:extLst>
                </p14:cNvPr>
                <p14:cNvContentPartPr/>
                <p14:nvPr/>
              </p14:nvContentPartPr>
              <p14:xfrm>
                <a:off x="7895932" y="861146"/>
                <a:ext cx="144360" cy="252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9002E35A-0B83-419F-8C20-94BB288A02E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86932" y="852506"/>
                  <a:ext cx="16200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BD823AF9-FEFB-427F-BACB-F9B04BDE3CE0}"/>
              </a:ext>
            </a:extLst>
          </p:cNvPr>
          <p:cNvGrpSpPr/>
          <p:nvPr/>
        </p:nvGrpSpPr>
        <p:grpSpPr>
          <a:xfrm>
            <a:off x="1231612" y="2041586"/>
            <a:ext cx="1226520" cy="282600"/>
            <a:chOff x="1231612" y="2041586"/>
            <a:chExt cx="1226520" cy="28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5C411CEA-F92C-45E5-8AEF-FD6472EB2C43}"/>
                    </a:ext>
                  </a:extLst>
                </p14:cNvPr>
                <p14:cNvContentPartPr/>
                <p14:nvPr/>
              </p14:nvContentPartPr>
              <p14:xfrm>
                <a:off x="1231612" y="2045546"/>
                <a:ext cx="358920" cy="27468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5C411CEA-F92C-45E5-8AEF-FD6472EB2C4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22972" y="2036546"/>
                  <a:ext cx="3765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285F19A1-D7EF-40D2-846C-BDDA9D1E0724}"/>
                    </a:ext>
                  </a:extLst>
                </p14:cNvPr>
                <p14:cNvContentPartPr/>
                <p14:nvPr/>
              </p14:nvContentPartPr>
              <p14:xfrm>
                <a:off x="1608892" y="2133746"/>
                <a:ext cx="285120" cy="1904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285F19A1-D7EF-40D2-846C-BDDA9D1E072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00252" y="2125106"/>
                  <a:ext cx="3027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02A3999F-CBCA-49E0-AFD3-C280AE821DB1}"/>
                    </a:ext>
                  </a:extLst>
                </p14:cNvPr>
                <p14:cNvContentPartPr/>
                <p14:nvPr/>
              </p14:nvContentPartPr>
              <p14:xfrm>
                <a:off x="1893652" y="2110346"/>
                <a:ext cx="94320" cy="1900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02A3999F-CBCA-49E0-AFD3-C280AE821D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85012" y="2101346"/>
                  <a:ext cx="111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C0E07011-1F93-4B7C-9485-182929828C11}"/>
                    </a:ext>
                  </a:extLst>
                </p14:cNvPr>
                <p14:cNvContentPartPr/>
                <p14:nvPr/>
              </p14:nvContentPartPr>
              <p14:xfrm>
                <a:off x="2164012" y="2041586"/>
                <a:ext cx="360" cy="24768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C0E07011-1F93-4B7C-9485-182929828C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55372" y="2032946"/>
                  <a:ext cx="180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F56A6D47-0F02-4678-8CCC-FF4409D46838}"/>
                    </a:ext>
                  </a:extLst>
                </p14:cNvPr>
                <p14:cNvContentPartPr/>
                <p14:nvPr/>
              </p14:nvContentPartPr>
              <p14:xfrm>
                <a:off x="2073652" y="2141666"/>
                <a:ext cx="384480" cy="14508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F56A6D47-0F02-4678-8CCC-FF4409D468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64652" y="2132666"/>
                  <a:ext cx="4021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38A0A176-F7F0-4154-9432-AD184C50A565}"/>
              </a:ext>
            </a:extLst>
          </p:cNvPr>
          <p:cNvGrpSpPr/>
          <p:nvPr/>
        </p:nvGrpSpPr>
        <p:grpSpPr>
          <a:xfrm>
            <a:off x="3651532" y="1923866"/>
            <a:ext cx="1826280" cy="610200"/>
            <a:chOff x="3651532" y="1923866"/>
            <a:chExt cx="1826280" cy="61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825F16E5-DBE8-4554-883D-FB3F39DB5907}"/>
                    </a:ext>
                  </a:extLst>
                </p14:cNvPr>
                <p14:cNvContentPartPr/>
                <p14:nvPr/>
              </p14:nvContentPartPr>
              <p14:xfrm>
                <a:off x="3651532" y="2117906"/>
                <a:ext cx="65880" cy="41616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825F16E5-DBE8-4554-883D-FB3F39DB590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42532" y="2108906"/>
                  <a:ext cx="835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77E78EEB-4B2A-4523-9081-72EBA8E2E7E2}"/>
                    </a:ext>
                  </a:extLst>
                </p14:cNvPr>
                <p14:cNvContentPartPr/>
                <p14:nvPr/>
              </p14:nvContentPartPr>
              <p14:xfrm>
                <a:off x="3652612" y="2061026"/>
                <a:ext cx="243360" cy="17712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77E78EEB-4B2A-4523-9081-72EBA8E2E7E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43972" y="2052386"/>
                  <a:ext cx="261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84A72A3A-CDBF-4DBD-9AC3-3723D8391FE1}"/>
                    </a:ext>
                  </a:extLst>
                </p14:cNvPr>
                <p14:cNvContentPartPr/>
                <p14:nvPr/>
              </p14:nvContentPartPr>
              <p14:xfrm>
                <a:off x="4016212" y="1998746"/>
                <a:ext cx="108360" cy="30348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84A72A3A-CDBF-4DBD-9AC3-3723D8391FE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07572" y="1990106"/>
                  <a:ext cx="1260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E8E00F7D-64DD-4F86-B55E-6B0AABA2D1B4}"/>
                    </a:ext>
                  </a:extLst>
                </p14:cNvPr>
                <p14:cNvContentPartPr/>
                <p14:nvPr/>
              </p14:nvContentPartPr>
              <p14:xfrm>
                <a:off x="4305292" y="2018186"/>
                <a:ext cx="133560" cy="23940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E8E00F7D-64DD-4F86-B55E-6B0AABA2D1B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96652" y="2009186"/>
                  <a:ext cx="1512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8F29CE7B-D7F0-4581-9809-BE2246B96090}"/>
                    </a:ext>
                  </a:extLst>
                </p14:cNvPr>
                <p14:cNvContentPartPr/>
                <p14:nvPr/>
              </p14:nvContentPartPr>
              <p14:xfrm>
                <a:off x="4280452" y="2028986"/>
                <a:ext cx="176760" cy="22932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8F29CE7B-D7F0-4581-9809-BE2246B960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71452" y="2019986"/>
                  <a:ext cx="1944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FE99F2D6-8B38-4F83-9960-1CD9B2CCBE5B}"/>
                    </a:ext>
                  </a:extLst>
                </p14:cNvPr>
                <p14:cNvContentPartPr/>
                <p14:nvPr/>
              </p14:nvContentPartPr>
              <p14:xfrm>
                <a:off x="4615972" y="2064266"/>
                <a:ext cx="175320" cy="8928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FE99F2D6-8B38-4F83-9960-1CD9B2CCBE5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07332" y="2055266"/>
                  <a:ext cx="1929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953B528A-5CAB-4E88-9D89-1F846B756D7D}"/>
                    </a:ext>
                  </a:extLst>
                </p14:cNvPr>
                <p14:cNvContentPartPr/>
                <p14:nvPr/>
              </p14:nvContentPartPr>
              <p14:xfrm>
                <a:off x="4990012" y="2000906"/>
                <a:ext cx="3960" cy="2023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953B528A-5CAB-4E88-9D89-1F846B756D7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981372" y="1992266"/>
                  <a:ext cx="216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A6AB86E4-DC89-4371-8074-C90039226BEB}"/>
                    </a:ext>
                  </a:extLst>
                </p14:cNvPr>
                <p14:cNvContentPartPr/>
                <p14:nvPr/>
              </p14:nvContentPartPr>
              <p14:xfrm>
                <a:off x="5066332" y="2056346"/>
                <a:ext cx="143280" cy="1922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A6AB86E4-DC89-4371-8074-C90039226BE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57692" y="2047706"/>
                  <a:ext cx="160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32AF5994-4A24-4DE1-B95F-ED78A578915C}"/>
                    </a:ext>
                  </a:extLst>
                </p14:cNvPr>
                <p14:cNvContentPartPr/>
                <p14:nvPr/>
              </p14:nvContentPartPr>
              <p14:xfrm>
                <a:off x="5342452" y="1923866"/>
                <a:ext cx="135360" cy="42768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32AF5994-4A24-4DE1-B95F-ED78A578915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33812" y="1915226"/>
                  <a:ext cx="153000" cy="44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7DB63681-79C7-4847-9E18-5062E81FAE00}"/>
              </a:ext>
            </a:extLst>
          </p:cNvPr>
          <p:cNvGrpSpPr/>
          <p:nvPr/>
        </p:nvGrpSpPr>
        <p:grpSpPr>
          <a:xfrm>
            <a:off x="3845572" y="1410866"/>
            <a:ext cx="698400" cy="262800"/>
            <a:chOff x="3845572" y="1410866"/>
            <a:chExt cx="69840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3EFD582C-3689-4F44-9B7D-5A66C7B28EF6}"/>
                    </a:ext>
                  </a:extLst>
                </p14:cNvPr>
                <p14:cNvContentPartPr/>
                <p14:nvPr/>
              </p14:nvContentPartPr>
              <p14:xfrm>
                <a:off x="3845572" y="1444346"/>
                <a:ext cx="208800" cy="22716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3EFD582C-3689-4F44-9B7D-5A66C7B28EF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36932" y="1435706"/>
                  <a:ext cx="226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557DBB2F-822D-4C3F-82BE-D6C66D049E5F}"/>
                    </a:ext>
                  </a:extLst>
                </p14:cNvPr>
                <p14:cNvContentPartPr/>
                <p14:nvPr/>
              </p14:nvContentPartPr>
              <p14:xfrm>
                <a:off x="3878332" y="1410866"/>
                <a:ext cx="198720" cy="26280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557DBB2F-822D-4C3F-82BE-D6C66D049E5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69692" y="1401866"/>
                  <a:ext cx="216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248EAF0D-12E9-496F-B0F4-355DA94D3A18}"/>
                    </a:ext>
                  </a:extLst>
                </p14:cNvPr>
                <p14:cNvContentPartPr/>
                <p14:nvPr/>
              </p14:nvContentPartPr>
              <p14:xfrm>
                <a:off x="4237612" y="1442186"/>
                <a:ext cx="306360" cy="21384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248EAF0D-12E9-496F-B0F4-355DA94D3A1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28612" y="1433186"/>
                  <a:ext cx="32400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DA8FEAEC-8265-4AAF-AA1F-FA6BA97712B3}"/>
              </a:ext>
            </a:extLst>
          </p:cNvPr>
          <p:cNvGrpSpPr/>
          <p:nvPr/>
        </p:nvGrpSpPr>
        <p:grpSpPr>
          <a:xfrm>
            <a:off x="4818652" y="1260746"/>
            <a:ext cx="519480" cy="433080"/>
            <a:chOff x="4818652" y="1260746"/>
            <a:chExt cx="519480" cy="4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A249D48A-BB90-4453-89E6-91B363737720}"/>
                    </a:ext>
                  </a:extLst>
                </p14:cNvPr>
                <p14:cNvContentPartPr/>
                <p14:nvPr/>
              </p14:nvContentPartPr>
              <p14:xfrm>
                <a:off x="4818652" y="1279106"/>
                <a:ext cx="32040" cy="3236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A249D48A-BB90-4453-89E6-91B36373772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09652" y="1270106"/>
                  <a:ext cx="496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2BAB2294-743E-4E74-8A8F-39DA46D0B56B}"/>
                    </a:ext>
                  </a:extLst>
                </p14:cNvPr>
                <p14:cNvContentPartPr/>
                <p14:nvPr/>
              </p14:nvContentPartPr>
              <p14:xfrm>
                <a:off x="5000812" y="1260746"/>
                <a:ext cx="32400" cy="34236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2BAB2294-743E-4E74-8A8F-39DA46D0B56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91812" y="1252106"/>
                  <a:ext cx="500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CA9328F1-A072-4EEC-A473-CD925A60CEB8}"/>
                    </a:ext>
                  </a:extLst>
                </p14:cNvPr>
                <p14:cNvContentPartPr/>
                <p14:nvPr/>
              </p14:nvContentPartPr>
              <p14:xfrm>
                <a:off x="4819732" y="1523186"/>
                <a:ext cx="209880" cy="4428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CA9328F1-A072-4EEC-A473-CD925A60CEB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11092" y="1514546"/>
                  <a:ext cx="227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5C0DCEBF-8519-4824-AA80-6B05E87AD679}"/>
                    </a:ext>
                  </a:extLst>
                </p14:cNvPr>
                <p14:cNvContentPartPr/>
                <p14:nvPr/>
              </p14:nvContentPartPr>
              <p14:xfrm>
                <a:off x="5222212" y="1307906"/>
                <a:ext cx="115920" cy="38592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5C0DCEBF-8519-4824-AA80-6B05E87AD67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13572" y="1299266"/>
                  <a:ext cx="133560" cy="40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394A7B15-18DF-49AF-A4A8-B06FC470716D}"/>
                  </a:ext>
                </a:extLst>
              </p14:cNvPr>
              <p14:cNvContentPartPr/>
              <p14:nvPr/>
            </p14:nvContentPartPr>
            <p14:xfrm>
              <a:off x="5583292" y="1395386"/>
              <a:ext cx="214560" cy="20232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394A7B15-18DF-49AF-A4A8-B06FC470716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574292" y="1386746"/>
                <a:ext cx="2322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E5B8064F-F362-40C2-B30D-45FE1AA43DE7}"/>
                  </a:ext>
                </a:extLst>
              </p14:cNvPr>
              <p14:cNvContentPartPr/>
              <p14:nvPr/>
            </p14:nvContentPartPr>
            <p14:xfrm>
              <a:off x="5887852" y="1403306"/>
              <a:ext cx="193320" cy="14724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E5B8064F-F362-40C2-B30D-45FE1AA43DE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879212" y="1394306"/>
                <a:ext cx="2109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A54CD644-9088-4896-AFE9-AA5D132861B7}"/>
                  </a:ext>
                </a:extLst>
              </p14:cNvPr>
              <p14:cNvContentPartPr/>
              <p14:nvPr/>
            </p14:nvContentPartPr>
            <p14:xfrm>
              <a:off x="6122212" y="1360466"/>
              <a:ext cx="150480" cy="26712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A54CD644-9088-4896-AFE9-AA5D132861B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113572" y="1351826"/>
                <a:ext cx="16812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5BCDE14F-5AEF-4BE9-B0E7-9E2735C4752D}"/>
                  </a:ext>
                </a:extLst>
              </p14:cNvPr>
              <p14:cNvContentPartPr/>
              <p14:nvPr/>
            </p14:nvContentPartPr>
            <p14:xfrm>
              <a:off x="6422812" y="1342106"/>
              <a:ext cx="137520" cy="24624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5BCDE14F-5AEF-4BE9-B0E7-9E2735C4752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413812" y="1333106"/>
                <a:ext cx="1551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2692AC04-B1E4-4058-B9BB-1AFC6B4DF201}"/>
                  </a:ext>
                </a:extLst>
              </p14:cNvPr>
              <p14:cNvContentPartPr/>
              <p14:nvPr/>
            </p14:nvContentPartPr>
            <p14:xfrm>
              <a:off x="6496612" y="1675466"/>
              <a:ext cx="125280" cy="14292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2692AC04-B1E4-4058-B9BB-1AFC6B4DF20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487612" y="1666466"/>
                <a:ext cx="1429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CE1DD1FE-F2CB-499B-842F-8123C336487F}"/>
                  </a:ext>
                </a:extLst>
              </p14:cNvPr>
              <p14:cNvContentPartPr/>
              <p14:nvPr/>
            </p14:nvContentPartPr>
            <p14:xfrm>
              <a:off x="6909532" y="1447226"/>
              <a:ext cx="243720" cy="18684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CE1DD1FE-F2CB-499B-842F-8123C336487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900532" y="1438586"/>
                <a:ext cx="261360" cy="20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upo 115">
            <a:extLst>
              <a:ext uri="{FF2B5EF4-FFF2-40B4-BE49-F238E27FC236}">
                <a16:creationId xmlns:a16="http://schemas.microsoft.com/office/drawing/2014/main" id="{63F2838D-FBB3-4E1E-B290-E85EC17A6983}"/>
              </a:ext>
            </a:extLst>
          </p:cNvPr>
          <p:cNvGrpSpPr/>
          <p:nvPr/>
        </p:nvGrpSpPr>
        <p:grpSpPr>
          <a:xfrm>
            <a:off x="7305172" y="1218986"/>
            <a:ext cx="2000880" cy="484920"/>
            <a:chOff x="7305172" y="1218986"/>
            <a:chExt cx="2000880" cy="48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D507E6FD-8962-4550-92D2-38FC51D1EC5F}"/>
                    </a:ext>
                  </a:extLst>
                </p14:cNvPr>
                <p14:cNvContentPartPr/>
                <p14:nvPr/>
              </p14:nvContentPartPr>
              <p14:xfrm>
                <a:off x="7305172" y="1467746"/>
                <a:ext cx="200520" cy="1440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D507E6FD-8962-4550-92D2-38FC51D1EC5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96172" y="1458746"/>
                  <a:ext cx="218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F9EE9996-C25F-40D1-8F89-BD79A542E3D7}"/>
                    </a:ext>
                  </a:extLst>
                </p14:cNvPr>
                <p14:cNvContentPartPr/>
                <p14:nvPr/>
              </p14:nvContentPartPr>
              <p14:xfrm>
                <a:off x="7355212" y="1540466"/>
                <a:ext cx="127800" cy="5508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F9EE9996-C25F-40D1-8F89-BD79A542E3D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46212" y="1531466"/>
                  <a:ext cx="1454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B629824E-0C60-4D2D-B426-A4956687B25B}"/>
                    </a:ext>
                  </a:extLst>
                </p14:cNvPr>
                <p14:cNvContentPartPr/>
                <p14:nvPr/>
              </p14:nvContentPartPr>
              <p14:xfrm>
                <a:off x="7574092" y="1395386"/>
                <a:ext cx="137160" cy="20916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B629824E-0C60-4D2D-B426-A4956687B25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65452" y="1386386"/>
                  <a:ext cx="154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569EFC6C-E2E5-4E5D-BA8D-057D8825C35F}"/>
                    </a:ext>
                  </a:extLst>
                </p14:cNvPr>
                <p14:cNvContentPartPr/>
                <p14:nvPr/>
              </p14:nvContentPartPr>
              <p14:xfrm>
                <a:off x="7752652" y="1405466"/>
                <a:ext cx="168120" cy="1857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569EFC6C-E2E5-4E5D-BA8D-057D8825C35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44012" y="1396466"/>
                  <a:ext cx="185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653CEFE7-7EA5-4201-BD34-C44548ACDD36}"/>
                    </a:ext>
                  </a:extLst>
                </p14:cNvPr>
                <p14:cNvContentPartPr/>
                <p14:nvPr/>
              </p14:nvContentPartPr>
              <p14:xfrm>
                <a:off x="7982692" y="1553426"/>
                <a:ext cx="99360" cy="15048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653CEFE7-7EA5-4201-BD34-C44548ACDD3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74052" y="1544426"/>
                  <a:ext cx="1170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30A09C91-C132-4C2B-B231-2FAB3C4741CC}"/>
                    </a:ext>
                  </a:extLst>
                </p14:cNvPr>
                <p14:cNvContentPartPr/>
                <p14:nvPr/>
              </p14:nvContentPartPr>
              <p14:xfrm>
                <a:off x="8530612" y="1418426"/>
                <a:ext cx="107640" cy="792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30A09C91-C132-4C2B-B231-2FAB3C4741C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21612" y="1409426"/>
                  <a:ext cx="125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DA6D54B9-AF30-4685-ABCB-BF6673AA0281}"/>
                    </a:ext>
                  </a:extLst>
                </p14:cNvPr>
                <p14:cNvContentPartPr/>
                <p14:nvPr/>
              </p14:nvContentPartPr>
              <p14:xfrm>
                <a:off x="8529172" y="1504106"/>
                <a:ext cx="190800" cy="576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DA6D54B9-AF30-4685-ABCB-BF6673AA02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20532" y="1495106"/>
                  <a:ext cx="20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BF36CDE1-66B1-4A65-815C-6AE1DD975A4B}"/>
                    </a:ext>
                  </a:extLst>
                </p14:cNvPr>
                <p14:cNvContentPartPr/>
                <p14:nvPr/>
              </p14:nvContentPartPr>
              <p14:xfrm>
                <a:off x="8894572" y="1386026"/>
                <a:ext cx="32760" cy="16128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BF36CDE1-66B1-4A65-815C-6AE1DD975A4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885932" y="1377026"/>
                  <a:ext cx="504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D97D3D47-F124-4525-B980-588C0AA48B58}"/>
                    </a:ext>
                  </a:extLst>
                </p14:cNvPr>
                <p14:cNvContentPartPr/>
                <p14:nvPr/>
              </p14:nvContentPartPr>
              <p14:xfrm>
                <a:off x="8999692" y="1377746"/>
                <a:ext cx="139680" cy="15480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D97D3D47-F124-4525-B980-588C0AA48B5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991052" y="1368746"/>
                  <a:ext cx="157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BF17EC0F-ACF0-4AC9-A5E7-024AC2045259}"/>
                    </a:ext>
                  </a:extLst>
                </p14:cNvPr>
                <p14:cNvContentPartPr/>
                <p14:nvPr/>
              </p14:nvContentPartPr>
              <p14:xfrm>
                <a:off x="9189052" y="1218986"/>
                <a:ext cx="117000" cy="39024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BF17EC0F-ACF0-4AC9-A5E7-024AC204525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80412" y="1210346"/>
                  <a:ext cx="1346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1C09AAA4-70D3-4A1A-B3E4-9F3A8ADCBE4E}"/>
                    </a:ext>
                  </a:extLst>
                </p14:cNvPr>
                <p14:cNvContentPartPr/>
                <p14:nvPr/>
              </p14:nvContentPartPr>
              <p14:xfrm>
                <a:off x="8191132" y="1364786"/>
                <a:ext cx="181440" cy="27684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1C09AAA4-70D3-4A1A-B3E4-9F3A8ADCBE4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82492" y="1356146"/>
                  <a:ext cx="199080" cy="29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030E349D-1331-46C3-9E44-431FE4B9B19D}"/>
              </a:ext>
            </a:extLst>
          </p:cNvPr>
          <p:cNvGrpSpPr/>
          <p:nvPr/>
        </p:nvGrpSpPr>
        <p:grpSpPr>
          <a:xfrm>
            <a:off x="5725852" y="2056706"/>
            <a:ext cx="263880" cy="119160"/>
            <a:chOff x="5725852" y="2056706"/>
            <a:chExt cx="263880" cy="11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2B598D9A-D663-4979-88BA-7D2DD863CBFF}"/>
                    </a:ext>
                  </a:extLst>
                </p14:cNvPr>
                <p14:cNvContentPartPr/>
                <p14:nvPr/>
              </p14:nvContentPartPr>
              <p14:xfrm>
                <a:off x="5725852" y="2056706"/>
                <a:ext cx="171720" cy="36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2B598D9A-D663-4979-88BA-7D2DD863CBF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17212" y="2048066"/>
                  <a:ext cx="189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241E2E6E-FC3E-42F7-B625-A1E717411119}"/>
                    </a:ext>
                  </a:extLst>
                </p14:cNvPr>
                <p14:cNvContentPartPr/>
                <p14:nvPr/>
              </p14:nvContentPartPr>
              <p14:xfrm>
                <a:off x="5773732" y="2141306"/>
                <a:ext cx="216000" cy="345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241E2E6E-FC3E-42F7-B625-A1E71741111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764732" y="2132666"/>
                  <a:ext cx="23364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FD3113BF-E892-47E9-86EF-947B39E77812}"/>
                  </a:ext>
                </a:extLst>
              </p14:cNvPr>
              <p14:cNvContentPartPr/>
              <p14:nvPr/>
            </p14:nvContentPartPr>
            <p14:xfrm>
              <a:off x="4030972" y="76706"/>
              <a:ext cx="146160" cy="32256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FD3113BF-E892-47E9-86EF-947B39E7781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022332" y="68066"/>
                <a:ext cx="16380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3A37C1A0-70DF-4223-9893-02E19361DEFD}"/>
                  </a:ext>
                </a:extLst>
              </p14:cNvPr>
              <p14:cNvContentPartPr/>
              <p14:nvPr/>
            </p14:nvContentPartPr>
            <p14:xfrm>
              <a:off x="1009132" y="2109266"/>
              <a:ext cx="82800" cy="12672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3A37C1A0-70DF-4223-9893-02E19361DEFD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00132" y="2100626"/>
                <a:ext cx="1004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7B3A7162-377B-4ED8-A542-C03F7FF3C407}"/>
                  </a:ext>
                </a:extLst>
              </p14:cNvPr>
              <p14:cNvContentPartPr/>
              <p14:nvPr/>
            </p14:nvContentPartPr>
            <p14:xfrm>
              <a:off x="916972" y="3274586"/>
              <a:ext cx="108000" cy="9144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7B3A7162-377B-4ED8-A542-C03F7FF3C40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07972" y="3265946"/>
                <a:ext cx="12564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upo 131">
            <a:extLst>
              <a:ext uri="{FF2B5EF4-FFF2-40B4-BE49-F238E27FC236}">
                <a16:creationId xmlns:a16="http://schemas.microsoft.com/office/drawing/2014/main" id="{31F35B46-C8D0-4766-BE46-7DD6FAC9012C}"/>
              </a:ext>
            </a:extLst>
          </p:cNvPr>
          <p:cNvGrpSpPr/>
          <p:nvPr/>
        </p:nvGrpSpPr>
        <p:grpSpPr>
          <a:xfrm>
            <a:off x="1374532" y="3111866"/>
            <a:ext cx="476640" cy="291600"/>
            <a:chOff x="1374532" y="3111866"/>
            <a:chExt cx="47664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E718B964-985F-4678-BF96-49A5D53D4C1E}"/>
                    </a:ext>
                  </a:extLst>
                </p14:cNvPr>
                <p14:cNvContentPartPr/>
                <p14:nvPr/>
              </p14:nvContentPartPr>
              <p14:xfrm>
                <a:off x="1374532" y="3111866"/>
                <a:ext cx="232920" cy="26640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E718B964-985F-4678-BF96-49A5D53D4C1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65892" y="3103226"/>
                  <a:ext cx="250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68441536-A853-4A41-B60E-7A9F6FF3F4D7}"/>
                    </a:ext>
                  </a:extLst>
                </p14:cNvPr>
                <p14:cNvContentPartPr/>
                <p14:nvPr/>
              </p14:nvContentPartPr>
              <p14:xfrm>
                <a:off x="1629772" y="3219866"/>
                <a:ext cx="221400" cy="18360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68441536-A853-4A41-B60E-7A9F6FF3F4D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620772" y="3211226"/>
                  <a:ext cx="23904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upo 147">
            <a:extLst>
              <a:ext uri="{FF2B5EF4-FFF2-40B4-BE49-F238E27FC236}">
                <a16:creationId xmlns:a16="http://schemas.microsoft.com/office/drawing/2014/main" id="{FBE88A59-C223-48D2-A35D-C63766F1CC1B}"/>
              </a:ext>
            </a:extLst>
          </p:cNvPr>
          <p:cNvGrpSpPr/>
          <p:nvPr/>
        </p:nvGrpSpPr>
        <p:grpSpPr>
          <a:xfrm>
            <a:off x="1965292" y="3066866"/>
            <a:ext cx="993240" cy="291240"/>
            <a:chOff x="1965292" y="3066866"/>
            <a:chExt cx="99324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DBCC9517-9CB9-4D83-BCBA-9256577D7E42}"/>
                    </a:ext>
                  </a:extLst>
                </p14:cNvPr>
                <p14:cNvContentPartPr/>
                <p14:nvPr/>
              </p14:nvContentPartPr>
              <p14:xfrm>
                <a:off x="1965292" y="3189626"/>
                <a:ext cx="143280" cy="16848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DBCC9517-9CB9-4D83-BCBA-9256577D7E4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956292" y="3180986"/>
                  <a:ext cx="1609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1244024C-96E2-4F2C-905D-F91DD0DD3647}"/>
                    </a:ext>
                  </a:extLst>
                </p14:cNvPr>
                <p14:cNvContentPartPr/>
                <p14:nvPr/>
              </p14:nvContentPartPr>
              <p14:xfrm>
                <a:off x="2152852" y="3201866"/>
                <a:ext cx="132120" cy="11736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1244024C-96E2-4F2C-905D-F91DD0DD364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143852" y="3193226"/>
                  <a:ext cx="149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3E5C9527-CB2F-4EA9-B38B-30926A13B348}"/>
                    </a:ext>
                  </a:extLst>
                </p14:cNvPr>
                <p14:cNvContentPartPr/>
                <p14:nvPr/>
              </p14:nvContentPartPr>
              <p14:xfrm>
                <a:off x="2239252" y="3074426"/>
                <a:ext cx="2880" cy="8496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3E5C9527-CB2F-4EA9-B38B-30926A13B34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230252" y="3065426"/>
                  <a:ext cx="20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2D35AEC7-E033-40FD-A4D6-63130CD6B204}"/>
                    </a:ext>
                  </a:extLst>
                </p14:cNvPr>
                <p14:cNvContentPartPr/>
                <p14:nvPr/>
              </p14:nvContentPartPr>
              <p14:xfrm>
                <a:off x="2425012" y="3067946"/>
                <a:ext cx="14760" cy="25848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2D35AEC7-E033-40FD-A4D6-63130CD6B20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416012" y="3059306"/>
                  <a:ext cx="324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CAE3D292-735E-4319-A151-B80FEDB256CE}"/>
                    </a:ext>
                  </a:extLst>
                </p14:cNvPr>
                <p14:cNvContentPartPr/>
                <p14:nvPr/>
              </p14:nvContentPartPr>
              <p14:xfrm>
                <a:off x="2363092" y="3199346"/>
                <a:ext cx="220320" cy="11664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CAE3D292-735E-4319-A151-B80FEDB256C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354092" y="3190346"/>
                  <a:ext cx="237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88C7ACD5-FC31-4DAA-9109-473059968740}"/>
                    </a:ext>
                  </a:extLst>
                </p14:cNvPr>
                <p14:cNvContentPartPr/>
                <p14:nvPr/>
              </p14:nvContentPartPr>
              <p14:xfrm>
                <a:off x="2337172" y="3066866"/>
                <a:ext cx="14040" cy="25992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88C7ACD5-FC31-4DAA-9109-47305996874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328172" y="3058226"/>
                  <a:ext cx="316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ADADF03B-FCE0-404C-9181-60071D5FAE60}"/>
                    </a:ext>
                  </a:extLst>
                </p14:cNvPr>
                <p14:cNvContentPartPr/>
                <p14:nvPr/>
              </p14:nvContentPartPr>
              <p14:xfrm>
                <a:off x="2680972" y="3183506"/>
                <a:ext cx="154080" cy="11700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ADADF03B-FCE0-404C-9181-60071D5FAE6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71972" y="3174866"/>
                  <a:ext cx="1717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F0ACEF89-488B-410F-ACE9-B2DB4B5F4F3A}"/>
                    </a:ext>
                  </a:extLst>
                </p14:cNvPr>
                <p14:cNvContentPartPr/>
                <p14:nvPr/>
              </p14:nvContentPartPr>
              <p14:xfrm>
                <a:off x="2835772" y="3183506"/>
                <a:ext cx="122760" cy="11664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F0ACEF89-488B-410F-ACE9-B2DB4B5F4F3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827132" y="3174866"/>
                  <a:ext cx="14040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upo 146">
            <a:extLst>
              <a:ext uri="{FF2B5EF4-FFF2-40B4-BE49-F238E27FC236}">
                <a16:creationId xmlns:a16="http://schemas.microsoft.com/office/drawing/2014/main" id="{08C0C83B-F26B-48A0-A91A-D5A5EF10B889}"/>
              </a:ext>
            </a:extLst>
          </p:cNvPr>
          <p:cNvGrpSpPr/>
          <p:nvPr/>
        </p:nvGrpSpPr>
        <p:grpSpPr>
          <a:xfrm>
            <a:off x="5509492" y="409346"/>
            <a:ext cx="1073160" cy="411480"/>
            <a:chOff x="5509492" y="409346"/>
            <a:chExt cx="107316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72E05DE8-2D57-4E0D-927E-DAFD565573FA}"/>
                    </a:ext>
                  </a:extLst>
                </p14:cNvPr>
                <p14:cNvContentPartPr/>
                <p14:nvPr/>
              </p14:nvContentPartPr>
              <p14:xfrm>
                <a:off x="5509492" y="637226"/>
                <a:ext cx="108360" cy="18360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72E05DE8-2D57-4E0D-927E-DAFD565573F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500852" y="628586"/>
                  <a:ext cx="1260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4E3CF136-CA84-4DD5-9E86-576DD80A5BD7}"/>
                    </a:ext>
                  </a:extLst>
                </p14:cNvPr>
                <p14:cNvContentPartPr/>
                <p14:nvPr/>
              </p14:nvContentPartPr>
              <p14:xfrm>
                <a:off x="5643772" y="693026"/>
                <a:ext cx="181440" cy="9432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4E3CF136-CA84-4DD5-9E86-576DD80A5BD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634772" y="684386"/>
                  <a:ext cx="199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455F33CE-FAFB-4568-9C3F-1F1BCAAE12B8}"/>
                    </a:ext>
                  </a:extLst>
                </p14:cNvPr>
                <p14:cNvContentPartPr/>
                <p14:nvPr/>
              </p14:nvContentPartPr>
              <p14:xfrm>
                <a:off x="5846452" y="566666"/>
                <a:ext cx="38520" cy="22644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455F33CE-FAFB-4568-9C3F-1F1BCAAE12B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837452" y="558026"/>
                  <a:ext cx="561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99AF70D9-09F8-4668-B4DF-4E5B559D553C}"/>
                    </a:ext>
                  </a:extLst>
                </p14:cNvPr>
                <p14:cNvContentPartPr/>
                <p14:nvPr/>
              </p14:nvContentPartPr>
              <p14:xfrm>
                <a:off x="5921332" y="525986"/>
                <a:ext cx="268200" cy="2408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99AF70D9-09F8-4668-B4DF-4E5B559D553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12332" y="516986"/>
                  <a:ext cx="2858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AC880BD3-2B6F-4FD2-AFD3-F2DF4760291C}"/>
                    </a:ext>
                  </a:extLst>
                </p14:cNvPr>
                <p14:cNvContentPartPr/>
                <p14:nvPr/>
              </p14:nvContentPartPr>
              <p14:xfrm>
                <a:off x="6323812" y="648026"/>
                <a:ext cx="96840" cy="13320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AC880BD3-2B6F-4FD2-AFD3-F2DF4760291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315172" y="639386"/>
                  <a:ext cx="1144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F7C6C2A6-D490-4A9D-90BF-A0E6929AE950}"/>
                    </a:ext>
                  </a:extLst>
                </p14:cNvPr>
                <p14:cNvContentPartPr/>
                <p14:nvPr/>
              </p14:nvContentPartPr>
              <p14:xfrm>
                <a:off x="5658172" y="409346"/>
                <a:ext cx="924480" cy="31320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F7C6C2A6-D490-4A9D-90BF-A0E6929AE95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649172" y="400346"/>
                  <a:ext cx="94212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upo 159">
            <a:extLst>
              <a:ext uri="{FF2B5EF4-FFF2-40B4-BE49-F238E27FC236}">
                <a16:creationId xmlns:a16="http://schemas.microsoft.com/office/drawing/2014/main" id="{A59AA3C2-3D88-4106-853F-AF546AB81465}"/>
              </a:ext>
            </a:extLst>
          </p:cNvPr>
          <p:cNvGrpSpPr/>
          <p:nvPr/>
        </p:nvGrpSpPr>
        <p:grpSpPr>
          <a:xfrm>
            <a:off x="3523012" y="2916026"/>
            <a:ext cx="1082880" cy="584280"/>
            <a:chOff x="3523012" y="2916026"/>
            <a:chExt cx="1082880" cy="58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7EAAD98E-E57B-4FB0-A37B-616AD9C657AC}"/>
                    </a:ext>
                  </a:extLst>
                </p14:cNvPr>
                <p14:cNvContentPartPr/>
                <p14:nvPr/>
              </p14:nvContentPartPr>
              <p14:xfrm>
                <a:off x="3525172" y="3044906"/>
                <a:ext cx="29880" cy="45540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7EAAD98E-E57B-4FB0-A37B-616AD9C657A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516532" y="3035906"/>
                  <a:ext cx="47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A70FC709-DEE8-4AA8-AB94-8F5A7B8546B8}"/>
                    </a:ext>
                  </a:extLst>
                </p14:cNvPr>
                <p14:cNvContentPartPr/>
                <p14:nvPr/>
              </p14:nvContentPartPr>
              <p14:xfrm>
                <a:off x="3523012" y="2973266"/>
                <a:ext cx="262080" cy="25812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A70FC709-DEE8-4AA8-AB94-8F5A7B8546B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514012" y="2964266"/>
                  <a:ext cx="2797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483DBF31-CC20-4318-9AF2-637120026172}"/>
                    </a:ext>
                  </a:extLst>
                </p14:cNvPr>
                <p14:cNvContentPartPr/>
                <p14:nvPr/>
              </p14:nvContentPartPr>
              <p14:xfrm>
                <a:off x="3889132" y="2916026"/>
                <a:ext cx="123840" cy="38592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483DBF31-CC20-4318-9AF2-63712002617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880132" y="2907026"/>
                  <a:ext cx="1414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A09CB9FA-C402-465F-9E66-1200C70B604D}"/>
                    </a:ext>
                  </a:extLst>
                </p14:cNvPr>
                <p14:cNvContentPartPr/>
                <p14:nvPr/>
              </p14:nvContentPartPr>
              <p14:xfrm>
                <a:off x="4136092" y="3017546"/>
                <a:ext cx="170640" cy="23616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A09CB9FA-C402-465F-9E66-1200C70B604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127452" y="3008906"/>
                  <a:ext cx="1882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53D86168-1A05-477E-B213-C72345C65D1C}"/>
                    </a:ext>
                  </a:extLst>
                </p14:cNvPr>
                <p14:cNvContentPartPr/>
                <p14:nvPr/>
              </p14:nvContentPartPr>
              <p14:xfrm>
                <a:off x="4133932" y="2972546"/>
                <a:ext cx="187200" cy="31860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53D86168-1A05-477E-B213-C72345C65D1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124932" y="2963906"/>
                  <a:ext cx="2048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4FAF2DD4-F20C-4939-994B-50711E6A4930}"/>
                    </a:ext>
                  </a:extLst>
                </p14:cNvPr>
                <p14:cNvContentPartPr/>
                <p14:nvPr/>
              </p14:nvContentPartPr>
              <p14:xfrm>
                <a:off x="4439932" y="3062546"/>
                <a:ext cx="165960" cy="10440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4FAF2DD4-F20C-4939-994B-50711E6A493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430932" y="3053906"/>
                  <a:ext cx="18360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upo 158">
            <a:extLst>
              <a:ext uri="{FF2B5EF4-FFF2-40B4-BE49-F238E27FC236}">
                <a16:creationId xmlns:a16="http://schemas.microsoft.com/office/drawing/2014/main" id="{861C15C8-77C0-40EF-94B7-852B982E2566}"/>
              </a:ext>
            </a:extLst>
          </p:cNvPr>
          <p:cNvGrpSpPr/>
          <p:nvPr/>
        </p:nvGrpSpPr>
        <p:grpSpPr>
          <a:xfrm>
            <a:off x="4803172" y="2829266"/>
            <a:ext cx="387360" cy="467280"/>
            <a:chOff x="4803172" y="2829266"/>
            <a:chExt cx="387360" cy="46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A234FA70-F6DD-46EF-B2DE-DDDA6DE31C04}"/>
                    </a:ext>
                  </a:extLst>
                </p14:cNvPr>
                <p14:cNvContentPartPr/>
                <p14:nvPr/>
              </p14:nvContentPartPr>
              <p14:xfrm>
                <a:off x="4810372" y="2945546"/>
                <a:ext cx="174600" cy="12312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A234FA70-F6DD-46EF-B2DE-DDDA6DE31C0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801732" y="2936906"/>
                  <a:ext cx="192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A99437D9-175C-4955-B3D6-758F5C80B470}"/>
                    </a:ext>
                  </a:extLst>
                </p14:cNvPr>
                <p14:cNvContentPartPr/>
                <p14:nvPr/>
              </p14:nvContentPartPr>
              <p14:xfrm>
                <a:off x="4831612" y="2985506"/>
                <a:ext cx="360" cy="36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A99437D9-175C-4955-B3D6-758F5C80B47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22972" y="29765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6B4AA53F-CA9C-48FE-BDA0-DCECD4902D8C}"/>
                    </a:ext>
                  </a:extLst>
                </p14:cNvPr>
                <p14:cNvContentPartPr/>
                <p14:nvPr/>
              </p14:nvContentPartPr>
              <p14:xfrm>
                <a:off x="4803172" y="2985506"/>
                <a:ext cx="173160" cy="22644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6B4AA53F-CA9C-48FE-BDA0-DCECD4902D8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794532" y="2976506"/>
                  <a:ext cx="190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7A5450D0-ABE5-4174-B40F-06059FACFBCB}"/>
                    </a:ext>
                  </a:extLst>
                </p14:cNvPr>
                <p14:cNvContentPartPr/>
                <p14:nvPr/>
              </p14:nvContentPartPr>
              <p14:xfrm>
                <a:off x="5061652" y="2829266"/>
                <a:ext cx="128880" cy="46728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7A5450D0-ABE5-4174-B40F-06059FACFBC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052652" y="2820266"/>
                  <a:ext cx="146520" cy="48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31324C32-CB8E-4E36-8528-8585B2384FF5}"/>
              </a:ext>
            </a:extLst>
          </p:cNvPr>
          <p:cNvGrpSpPr/>
          <p:nvPr/>
        </p:nvGrpSpPr>
        <p:grpSpPr>
          <a:xfrm>
            <a:off x="4024132" y="2557106"/>
            <a:ext cx="224640" cy="214920"/>
            <a:chOff x="4024132" y="2557106"/>
            <a:chExt cx="224640" cy="21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2493EAEC-4829-49FE-845C-C1CACC8ECB82}"/>
                    </a:ext>
                  </a:extLst>
                </p14:cNvPr>
                <p14:cNvContentPartPr/>
                <p14:nvPr/>
              </p14:nvContentPartPr>
              <p14:xfrm>
                <a:off x="4024132" y="2583026"/>
                <a:ext cx="214560" cy="18900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2493EAEC-4829-49FE-845C-C1CACC8ECB8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015492" y="2574386"/>
                  <a:ext cx="2322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F2D1E090-7374-4B3D-A7BD-3321D4DD113D}"/>
                    </a:ext>
                  </a:extLst>
                </p14:cNvPr>
                <p14:cNvContentPartPr/>
                <p14:nvPr/>
              </p14:nvContentPartPr>
              <p14:xfrm>
                <a:off x="4027372" y="2557106"/>
                <a:ext cx="221400" cy="19116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F2D1E090-7374-4B3D-A7BD-3321D4DD113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018372" y="2548106"/>
                  <a:ext cx="239040" cy="20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64" name="Entrada de lápiz 163">
                <a:extLst>
                  <a:ext uri="{FF2B5EF4-FFF2-40B4-BE49-F238E27FC236}">
                    <a16:creationId xmlns:a16="http://schemas.microsoft.com/office/drawing/2014/main" id="{F8871D71-F34F-4E52-9A7B-54956EE83E03}"/>
                  </a:ext>
                </a:extLst>
              </p14:cNvPr>
              <p14:cNvContentPartPr/>
              <p14:nvPr/>
            </p14:nvContentPartPr>
            <p14:xfrm>
              <a:off x="4431652" y="2592746"/>
              <a:ext cx="345600" cy="165960"/>
            </p14:xfrm>
          </p:contentPart>
        </mc:Choice>
        <mc:Fallback>
          <p:pic>
            <p:nvPicPr>
              <p:cNvPr id="164" name="Entrada de lápiz 163">
                <a:extLst>
                  <a:ext uri="{FF2B5EF4-FFF2-40B4-BE49-F238E27FC236}">
                    <a16:creationId xmlns:a16="http://schemas.microsoft.com/office/drawing/2014/main" id="{F8871D71-F34F-4E52-9A7B-54956EE83E03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4422652" y="2583746"/>
                <a:ext cx="363240" cy="18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upo 185">
            <a:extLst>
              <a:ext uri="{FF2B5EF4-FFF2-40B4-BE49-F238E27FC236}">
                <a16:creationId xmlns:a16="http://schemas.microsoft.com/office/drawing/2014/main" id="{0FB85E28-5DC6-44E4-8892-96E35F9BCB0E}"/>
              </a:ext>
            </a:extLst>
          </p:cNvPr>
          <p:cNvGrpSpPr/>
          <p:nvPr/>
        </p:nvGrpSpPr>
        <p:grpSpPr>
          <a:xfrm>
            <a:off x="4985332" y="2495906"/>
            <a:ext cx="1351800" cy="243720"/>
            <a:chOff x="4985332" y="2495906"/>
            <a:chExt cx="135180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8404CBD8-72C1-4023-9A13-F6AB6C984BDE}"/>
                    </a:ext>
                  </a:extLst>
                </p14:cNvPr>
                <p14:cNvContentPartPr/>
                <p14:nvPr/>
              </p14:nvContentPartPr>
              <p14:xfrm>
                <a:off x="4985332" y="2495906"/>
                <a:ext cx="1440" cy="21024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8404CBD8-72C1-4023-9A13-F6AB6C984BD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976332" y="2487266"/>
                  <a:ext cx="19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ACBC1EAD-B64B-4D2D-8FF4-76D830C73187}"/>
                    </a:ext>
                  </a:extLst>
                </p14:cNvPr>
                <p14:cNvContentPartPr/>
                <p14:nvPr/>
              </p14:nvContentPartPr>
              <p14:xfrm>
                <a:off x="5005492" y="2519666"/>
                <a:ext cx="257760" cy="17604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ACBC1EAD-B64B-4D2D-8FF4-76D830C7318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996852" y="2510666"/>
                  <a:ext cx="275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C3F0CD44-E068-4DAD-B161-D058805C1741}"/>
                    </a:ext>
                  </a:extLst>
                </p14:cNvPr>
                <p14:cNvContentPartPr/>
                <p14:nvPr/>
              </p14:nvContentPartPr>
              <p14:xfrm>
                <a:off x="5407972" y="2543066"/>
                <a:ext cx="83880" cy="19656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C3F0CD44-E068-4DAD-B161-D058805C174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399332" y="2534426"/>
                  <a:ext cx="1015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14E55FBC-B748-44B1-8BF1-FA8B89E17546}"/>
                    </a:ext>
                  </a:extLst>
                </p14:cNvPr>
                <p14:cNvContentPartPr/>
                <p14:nvPr/>
              </p14:nvContentPartPr>
              <p14:xfrm>
                <a:off x="5607412" y="2548466"/>
                <a:ext cx="213480" cy="19116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14E55FBC-B748-44B1-8BF1-FA8B89E1754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598772" y="2539466"/>
                  <a:ext cx="231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DF3A998A-7DA8-435C-BC53-E51DD561C786}"/>
                    </a:ext>
                  </a:extLst>
                </p14:cNvPr>
                <p14:cNvContentPartPr/>
                <p14:nvPr/>
              </p14:nvContentPartPr>
              <p14:xfrm>
                <a:off x="5898652" y="2568626"/>
                <a:ext cx="150480" cy="8172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DF3A998A-7DA8-435C-BC53-E51DD561C78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890012" y="2559986"/>
                  <a:ext cx="168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F7837B1B-6CD2-485A-9333-D465ED748B6D}"/>
                    </a:ext>
                  </a:extLst>
                </p14:cNvPr>
                <p14:cNvContentPartPr/>
                <p14:nvPr/>
              </p14:nvContentPartPr>
              <p14:xfrm>
                <a:off x="6228412" y="2537306"/>
                <a:ext cx="108720" cy="16344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F7837B1B-6CD2-485A-9333-D465ED748B6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219412" y="2528306"/>
                  <a:ext cx="12636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9EB3D60B-30E7-48F4-AA8A-283035FAEAC6}"/>
              </a:ext>
            </a:extLst>
          </p:cNvPr>
          <p:cNvGrpSpPr/>
          <p:nvPr/>
        </p:nvGrpSpPr>
        <p:grpSpPr>
          <a:xfrm>
            <a:off x="6538012" y="2544866"/>
            <a:ext cx="146880" cy="210600"/>
            <a:chOff x="6538012" y="2544866"/>
            <a:chExt cx="14688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564BF6CB-0459-4A74-8F75-938EEFFC0338}"/>
                    </a:ext>
                  </a:extLst>
                </p14:cNvPr>
                <p14:cNvContentPartPr/>
                <p14:nvPr/>
              </p14:nvContentPartPr>
              <p14:xfrm>
                <a:off x="6538012" y="2544866"/>
                <a:ext cx="102600" cy="15516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564BF6CB-0459-4A74-8F75-938EEFFC033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529012" y="2535866"/>
                  <a:ext cx="1202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C005F8B5-A830-44C7-B5F1-ACF1A8F88A91}"/>
                    </a:ext>
                  </a:extLst>
                </p14:cNvPr>
                <p14:cNvContentPartPr/>
                <p14:nvPr/>
              </p14:nvContentPartPr>
              <p14:xfrm>
                <a:off x="6664372" y="2704706"/>
                <a:ext cx="20520" cy="5076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C005F8B5-A830-44C7-B5F1-ACF1A8F88A9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655732" y="2696066"/>
                  <a:ext cx="3816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upo 183">
            <a:extLst>
              <a:ext uri="{FF2B5EF4-FFF2-40B4-BE49-F238E27FC236}">
                <a16:creationId xmlns:a16="http://schemas.microsoft.com/office/drawing/2014/main" id="{13B50B9B-B7F4-46AE-AD2F-5F5000BA1F71}"/>
              </a:ext>
            </a:extLst>
          </p:cNvPr>
          <p:cNvGrpSpPr/>
          <p:nvPr/>
        </p:nvGrpSpPr>
        <p:grpSpPr>
          <a:xfrm>
            <a:off x="6908452" y="2499866"/>
            <a:ext cx="1143720" cy="307080"/>
            <a:chOff x="6908452" y="2499866"/>
            <a:chExt cx="114372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94B8BC80-2320-4985-974B-5823F312F26D}"/>
                    </a:ext>
                  </a:extLst>
                </p14:cNvPr>
                <p14:cNvContentPartPr/>
                <p14:nvPr/>
              </p14:nvContentPartPr>
              <p14:xfrm>
                <a:off x="6908452" y="2518226"/>
                <a:ext cx="173160" cy="16272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94B8BC80-2320-4985-974B-5823F312F26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899812" y="2509586"/>
                  <a:ext cx="190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5F896846-44DC-4ECE-B720-635B1BD79971}"/>
                    </a:ext>
                  </a:extLst>
                </p14:cNvPr>
                <p14:cNvContentPartPr/>
                <p14:nvPr/>
              </p14:nvContentPartPr>
              <p14:xfrm>
                <a:off x="7186012" y="2534426"/>
                <a:ext cx="204120" cy="6480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5F896846-44DC-4ECE-B720-635B1BD7997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177372" y="2525786"/>
                  <a:ext cx="221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D298C53F-233C-4ECB-8DA1-6D531D82B81F}"/>
                    </a:ext>
                  </a:extLst>
                </p14:cNvPr>
                <p14:cNvContentPartPr/>
                <p14:nvPr/>
              </p14:nvContentPartPr>
              <p14:xfrm>
                <a:off x="7483732" y="2499866"/>
                <a:ext cx="201600" cy="14292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D298C53F-233C-4ECB-8DA1-6D531D82B81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475092" y="2491226"/>
                  <a:ext cx="219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1647E9FE-A9DC-4B26-88F4-66B7690CFCE1}"/>
                    </a:ext>
                  </a:extLst>
                </p14:cNvPr>
                <p14:cNvContentPartPr/>
                <p14:nvPr/>
              </p14:nvContentPartPr>
              <p14:xfrm>
                <a:off x="7717012" y="2529026"/>
                <a:ext cx="174240" cy="11088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1647E9FE-A9DC-4B26-88F4-66B7690CFCE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708372" y="2520386"/>
                  <a:ext cx="1918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27633F09-C2F2-40D4-B77C-F56E6A56C11E}"/>
                    </a:ext>
                  </a:extLst>
                </p14:cNvPr>
                <p14:cNvContentPartPr/>
                <p14:nvPr/>
              </p14:nvContentPartPr>
              <p14:xfrm>
                <a:off x="7969732" y="2659706"/>
                <a:ext cx="82440" cy="14724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27633F09-C2F2-40D4-B77C-F56E6A56C11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960732" y="2651066"/>
                  <a:ext cx="10008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upo 182">
            <a:extLst>
              <a:ext uri="{FF2B5EF4-FFF2-40B4-BE49-F238E27FC236}">
                <a16:creationId xmlns:a16="http://schemas.microsoft.com/office/drawing/2014/main" id="{A3370AE6-6C79-4FD1-B267-5FD9ACC5D9B5}"/>
              </a:ext>
            </a:extLst>
          </p:cNvPr>
          <p:cNvGrpSpPr/>
          <p:nvPr/>
        </p:nvGrpSpPr>
        <p:grpSpPr>
          <a:xfrm>
            <a:off x="8241172" y="2391146"/>
            <a:ext cx="920880" cy="358200"/>
            <a:chOff x="8241172" y="2391146"/>
            <a:chExt cx="92088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A8BEE4C0-0AEE-4F0B-A419-503A89F6F033}"/>
                    </a:ext>
                  </a:extLst>
                </p14:cNvPr>
                <p14:cNvContentPartPr/>
                <p14:nvPr/>
              </p14:nvContentPartPr>
              <p14:xfrm>
                <a:off x="8241172" y="2468546"/>
                <a:ext cx="245520" cy="20628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A8BEE4C0-0AEE-4F0B-A419-503A89F6F03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232172" y="2459906"/>
                  <a:ext cx="2631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7448C991-1D85-4777-AD49-F6BE24DF281A}"/>
                    </a:ext>
                  </a:extLst>
                </p14:cNvPr>
                <p14:cNvContentPartPr/>
                <p14:nvPr/>
              </p14:nvContentPartPr>
              <p14:xfrm>
                <a:off x="8559052" y="2542706"/>
                <a:ext cx="180360" cy="9612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7448C991-1D85-4777-AD49-F6BE24DF281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550412" y="2533706"/>
                  <a:ext cx="198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462A46F3-57C7-40AD-8D9F-9C8653D6617A}"/>
                    </a:ext>
                  </a:extLst>
                </p14:cNvPr>
                <p14:cNvContentPartPr/>
                <p14:nvPr/>
              </p14:nvContentPartPr>
              <p14:xfrm>
                <a:off x="8821132" y="2424986"/>
                <a:ext cx="143640" cy="10260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462A46F3-57C7-40AD-8D9F-9C8653D6617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812132" y="2415986"/>
                  <a:ext cx="1612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9336F8C0-F348-4D96-9279-FE7627738747}"/>
                    </a:ext>
                  </a:extLst>
                </p14:cNvPr>
                <p14:cNvContentPartPr/>
                <p14:nvPr/>
              </p14:nvContentPartPr>
              <p14:xfrm>
                <a:off x="8793412" y="2471426"/>
                <a:ext cx="184680" cy="15300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9336F8C0-F348-4D96-9279-FE762773874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784772" y="2462426"/>
                  <a:ext cx="202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69F7CF6B-5B91-427A-BAF1-0F29D40FE6FD}"/>
                    </a:ext>
                  </a:extLst>
                </p14:cNvPr>
                <p14:cNvContentPartPr/>
                <p14:nvPr/>
              </p14:nvContentPartPr>
              <p14:xfrm>
                <a:off x="8984212" y="2391146"/>
                <a:ext cx="177840" cy="35820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69F7CF6B-5B91-427A-BAF1-0F29D40FE6F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975572" y="2382146"/>
                  <a:ext cx="195480" cy="37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D9505B93-EFF9-485D-B037-538FFE71353B}"/>
              </a:ext>
            </a:extLst>
          </p:cNvPr>
          <p:cNvGrpSpPr/>
          <p:nvPr/>
        </p:nvGrpSpPr>
        <p:grpSpPr>
          <a:xfrm>
            <a:off x="6331012" y="1831706"/>
            <a:ext cx="1220760" cy="391680"/>
            <a:chOff x="6331012" y="1831706"/>
            <a:chExt cx="122076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CFF15CFC-68EE-4137-892E-3D5F52634EB1}"/>
                    </a:ext>
                  </a:extLst>
                </p14:cNvPr>
                <p14:cNvContentPartPr/>
                <p14:nvPr/>
              </p14:nvContentPartPr>
              <p14:xfrm>
                <a:off x="6331012" y="1972106"/>
                <a:ext cx="176040" cy="24984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CFF15CFC-68EE-4137-892E-3D5F52634EB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322372" y="1963466"/>
                  <a:ext cx="1936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9168C06C-A4CB-4855-AB9C-DCCAAA3F29B2}"/>
                    </a:ext>
                  </a:extLst>
                </p14:cNvPr>
                <p14:cNvContentPartPr/>
                <p14:nvPr/>
              </p14:nvContentPartPr>
              <p14:xfrm>
                <a:off x="6565732" y="2031146"/>
                <a:ext cx="174240" cy="14508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9168C06C-A4CB-4855-AB9C-DCCAAA3F29B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556732" y="2022146"/>
                  <a:ext cx="191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D8421B9C-B1E9-40CE-9A65-84C7A49EFF2F}"/>
                    </a:ext>
                  </a:extLst>
                </p14:cNvPr>
                <p14:cNvContentPartPr/>
                <p14:nvPr/>
              </p14:nvContentPartPr>
              <p14:xfrm>
                <a:off x="6574012" y="2056706"/>
                <a:ext cx="146880" cy="12456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D8421B9C-B1E9-40CE-9A65-84C7A49EFF2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565012" y="2048066"/>
                  <a:ext cx="1645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CC9A427B-5EC4-49DF-9FFC-5212EBA776C1}"/>
                    </a:ext>
                  </a:extLst>
                </p14:cNvPr>
                <p14:cNvContentPartPr/>
                <p14:nvPr/>
              </p14:nvContentPartPr>
              <p14:xfrm>
                <a:off x="6896572" y="2016026"/>
                <a:ext cx="14760" cy="18792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CC9A427B-5EC4-49DF-9FFC-5212EBA776C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887932" y="2007386"/>
                  <a:ext cx="324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693297CE-A69F-4E8F-8ECD-C69874794A9A}"/>
                    </a:ext>
                  </a:extLst>
                </p14:cNvPr>
                <p14:cNvContentPartPr/>
                <p14:nvPr/>
              </p14:nvContentPartPr>
              <p14:xfrm>
                <a:off x="6988732" y="1940066"/>
                <a:ext cx="353880" cy="28332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693297CE-A69F-4E8F-8ECD-C69874794A9A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979732" y="1931066"/>
                  <a:ext cx="3715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CD10D471-0678-4173-ABB0-17AD8E85A892}"/>
                    </a:ext>
                  </a:extLst>
                </p14:cNvPr>
                <p14:cNvContentPartPr/>
                <p14:nvPr/>
              </p14:nvContentPartPr>
              <p14:xfrm>
                <a:off x="7424332" y="1831706"/>
                <a:ext cx="99360" cy="13536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CD10D471-0678-4173-ABB0-17AD8E85A89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415332" y="1822706"/>
                  <a:ext cx="117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99D72065-AFE0-439B-84A8-0A4E4C7969AB}"/>
                    </a:ext>
                  </a:extLst>
                </p14:cNvPr>
                <p14:cNvContentPartPr/>
                <p14:nvPr/>
              </p14:nvContentPartPr>
              <p14:xfrm>
                <a:off x="7480132" y="1836026"/>
                <a:ext cx="71640" cy="1332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99D72065-AFE0-439B-84A8-0A4E4C7969A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471492" y="1827386"/>
                  <a:ext cx="8928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203" name="Entrada de lápiz 202">
                <a:extLst>
                  <a:ext uri="{FF2B5EF4-FFF2-40B4-BE49-F238E27FC236}">
                    <a16:creationId xmlns:a16="http://schemas.microsoft.com/office/drawing/2014/main" id="{4AC644AB-6248-4A1F-84B1-0BC266CCCD5E}"/>
                  </a:ext>
                </a:extLst>
              </p14:cNvPr>
              <p14:cNvContentPartPr/>
              <p14:nvPr/>
            </p14:nvContentPartPr>
            <p14:xfrm>
              <a:off x="5478172" y="1236986"/>
              <a:ext cx="1078200" cy="536760"/>
            </p14:xfrm>
          </p:contentPart>
        </mc:Choice>
        <mc:Fallback>
          <p:pic>
            <p:nvPicPr>
              <p:cNvPr id="203" name="Entrada de lápiz 202">
                <a:extLst>
                  <a:ext uri="{FF2B5EF4-FFF2-40B4-BE49-F238E27FC236}">
                    <a16:creationId xmlns:a16="http://schemas.microsoft.com/office/drawing/2014/main" id="{4AC644AB-6248-4A1F-84B1-0BC266CCCD5E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5424532" y="1128986"/>
                <a:ext cx="1185840" cy="75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204" name="Entrada de lápiz 203">
                <a:extLst>
                  <a:ext uri="{FF2B5EF4-FFF2-40B4-BE49-F238E27FC236}">
                    <a16:creationId xmlns:a16="http://schemas.microsoft.com/office/drawing/2014/main" id="{A662FAAA-C458-4535-A6B8-C96E2DD33D5F}"/>
                  </a:ext>
                </a:extLst>
              </p14:cNvPr>
              <p14:cNvContentPartPr/>
              <p14:nvPr/>
            </p14:nvContentPartPr>
            <p14:xfrm>
              <a:off x="882412" y="4258466"/>
              <a:ext cx="79920" cy="128160"/>
            </p14:xfrm>
          </p:contentPart>
        </mc:Choice>
        <mc:Fallback>
          <p:pic>
            <p:nvPicPr>
              <p:cNvPr id="204" name="Entrada de lápiz 203">
                <a:extLst>
                  <a:ext uri="{FF2B5EF4-FFF2-40B4-BE49-F238E27FC236}">
                    <a16:creationId xmlns:a16="http://schemas.microsoft.com/office/drawing/2014/main" id="{A662FAAA-C458-4535-A6B8-C96E2DD33D5F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873412" y="4249466"/>
                <a:ext cx="97560" cy="14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upo 212">
            <a:extLst>
              <a:ext uri="{FF2B5EF4-FFF2-40B4-BE49-F238E27FC236}">
                <a16:creationId xmlns:a16="http://schemas.microsoft.com/office/drawing/2014/main" id="{CBD7C11E-E5CE-4786-8DEC-D3762C255BE2}"/>
              </a:ext>
            </a:extLst>
          </p:cNvPr>
          <p:cNvGrpSpPr/>
          <p:nvPr/>
        </p:nvGrpSpPr>
        <p:grpSpPr>
          <a:xfrm>
            <a:off x="1382452" y="4052546"/>
            <a:ext cx="1438920" cy="326880"/>
            <a:chOff x="1382452" y="4052546"/>
            <a:chExt cx="143892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4A3FBB35-7201-4CE5-A88D-72C5EE8346C0}"/>
                    </a:ext>
                  </a:extLst>
                </p14:cNvPr>
                <p14:cNvContentPartPr/>
                <p14:nvPr/>
              </p14:nvContentPartPr>
              <p14:xfrm>
                <a:off x="1382452" y="4052546"/>
                <a:ext cx="216360" cy="3243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4A3FBB35-7201-4CE5-A88D-72C5EE8346C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373812" y="4043546"/>
                  <a:ext cx="2340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EE45251E-21C8-45EB-8D6C-49909A6912E1}"/>
                    </a:ext>
                  </a:extLst>
                </p14:cNvPr>
                <p14:cNvContentPartPr/>
                <p14:nvPr/>
              </p14:nvContentPartPr>
              <p14:xfrm>
                <a:off x="1501972" y="4196906"/>
                <a:ext cx="636120" cy="18252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EE45251E-21C8-45EB-8D6C-49909A6912E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493332" y="4188266"/>
                  <a:ext cx="6537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FC58DA0B-BB11-43B9-9CAF-A205A4A5100E}"/>
                    </a:ext>
                  </a:extLst>
                </p14:cNvPr>
                <p14:cNvContentPartPr/>
                <p14:nvPr/>
              </p14:nvContentPartPr>
              <p14:xfrm>
                <a:off x="2122612" y="4082426"/>
                <a:ext cx="90720" cy="21672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FC58DA0B-BB11-43B9-9CAF-A205A4A5100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113612" y="4073786"/>
                  <a:ext cx="1083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10C1121C-8B18-4F72-9F9D-154D8CB31FF5}"/>
                    </a:ext>
                  </a:extLst>
                </p14:cNvPr>
                <p14:cNvContentPartPr/>
                <p14:nvPr/>
              </p14:nvContentPartPr>
              <p14:xfrm>
                <a:off x="2396212" y="4061906"/>
                <a:ext cx="31320" cy="25524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10C1121C-8B18-4F72-9F9D-154D8CB31FF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387572" y="4053266"/>
                  <a:ext cx="489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23B4C05B-7531-4F57-BACA-1E1AA51B33EF}"/>
                    </a:ext>
                  </a:extLst>
                </p14:cNvPr>
                <p14:cNvContentPartPr/>
                <p14:nvPr/>
              </p14:nvContentPartPr>
              <p14:xfrm>
                <a:off x="2354812" y="4155146"/>
                <a:ext cx="466560" cy="11916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23B4C05B-7531-4F57-BACA-1E1AA51B33E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345812" y="4146506"/>
                  <a:ext cx="48420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FEFC7644-93FD-4667-9EB8-C888DD45204D}"/>
              </a:ext>
            </a:extLst>
          </p:cNvPr>
          <p:cNvGrpSpPr/>
          <p:nvPr/>
        </p:nvGrpSpPr>
        <p:grpSpPr>
          <a:xfrm>
            <a:off x="3557572" y="3979106"/>
            <a:ext cx="305640" cy="469440"/>
            <a:chOff x="3557572" y="3979106"/>
            <a:chExt cx="30564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07FE054C-6E37-4EE1-BD91-BCA3C6514D59}"/>
                    </a:ext>
                  </a:extLst>
                </p14:cNvPr>
                <p14:cNvContentPartPr/>
                <p14:nvPr/>
              </p14:nvContentPartPr>
              <p14:xfrm>
                <a:off x="3628852" y="4043906"/>
                <a:ext cx="36000" cy="40464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07FE054C-6E37-4EE1-BD91-BCA3C6514D59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620212" y="4034906"/>
                  <a:ext cx="536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AE9DBC97-FCCA-412A-8C7A-49727EA800CF}"/>
                    </a:ext>
                  </a:extLst>
                </p14:cNvPr>
                <p14:cNvContentPartPr/>
                <p14:nvPr/>
              </p14:nvContentPartPr>
              <p14:xfrm>
                <a:off x="3557572" y="3979106"/>
                <a:ext cx="305640" cy="25380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AE9DBC97-FCCA-412A-8C7A-49727EA800C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548572" y="3970106"/>
                  <a:ext cx="32328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upo 224">
            <a:extLst>
              <a:ext uri="{FF2B5EF4-FFF2-40B4-BE49-F238E27FC236}">
                <a16:creationId xmlns:a16="http://schemas.microsoft.com/office/drawing/2014/main" id="{55195052-255D-4E6B-8273-D8CA8C638C7C}"/>
              </a:ext>
            </a:extLst>
          </p:cNvPr>
          <p:cNvGrpSpPr/>
          <p:nvPr/>
        </p:nvGrpSpPr>
        <p:grpSpPr>
          <a:xfrm>
            <a:off x="4077772" y="3423626"/>
            <a:ext cx="1262160" cy="761760"/>
            <a:chOff x="4077772" y="3423626"/>
            <a:chExt cx="1262160" cy="76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3F4C6D52-7D46-4C53-AC87-21AB26A856C2}"/>
                    </a:ext>
                  </a:extLst>
                </p14:cNvPr>
                <p14:cNvContentPartPr/>
                <p14:nvPr/>
              </p14:nvContentPartPr>
              <p14:xfrm>
                <a:off x="4077772" y="3892706"/>
                <a:ext cx="84960" cy="29268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3F4C6D52-7D46-4C53-AC87-21AB26A856C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069132" y="3884066"/>
                  <a:ext cx="10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79C22F92-FC8E-4492-9963-913285EB9F76}"/>
                    </a:ext>
                  </a:extLst>
                </p14:cNvPr>
                <p14:cNvContentPartPr/>
                <p14:nvPr/>
              </p14:nvContentPartPr>
              <p14:xfrm>
                <a:off x="4230412" y="3932306"/>
                <a:ext cx="159840" cy="22392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79C22F92-FC8E-4492-9963-913285EB9F7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221412" y="3923666"/>
                  <a:ext cx="177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A8BA55AF-B2AE-4092-A33B-65A27C765034}"/>
                    </a:ext>
                  </a:extLst>
                </p14:cNvPr>
                <p14:cNvContentPartPr/>
                <p14:nvPr/>
              </p14:nvContentPartPr>
              <p14:xfrm>
                <a:off x="4282612" y="3871466"/>
                <a:ext cx="104040" cy="27684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A8BA55AF-B2AE-4092-A33B-65A27C76503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273972" y="3862466"/>
                  <a:ext cx="1216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A05304BE-EAC7-42C1-BAB0-D0A1F18D214A}"/>
                    </a:ext>
                  </a:extLst>
                </p14:cNvPr>
                <p14:cNvContentPartPr/>
                <p14:nvPr/>
              </p14:nvContentPartPr>
              <p14:xfrm>
                <a:off x="4462612" y="3985946"/>
                <a:ext cx="211320" cy="12024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A05304BE-EAC7-42C1-BAB0-D0A1F18D214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453612" y="3977306"/>
                  <a:ext cx="228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8BDBCA95-3F2A-4FDF-81BE-E8E7B259534E}"/>
                    </a:ext>
                  </a:extLst>
                </p14:cNvPr>
                <p14:cNvContentPartPr/>
                <p14:nvPr/>
              </p14:nvContentPartPr>
              <p14:xfrm>
                <a:off x="4830532" y="3896306"/>
                <a:ext cx="25200" cy="21312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8BDBCA95-3F2A-4FDF-81BE-E8E7B259534E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821532" y="3887306"/>
                  <a:ext cx="428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767BCD6F-6DE4-4285-9048-98CD082B70FB}"/>
                    </a:ext>
                  </a:extLst>
                </p14:cNvPr>
                <p14:cNvContentPartPr/>
                <p14:nvPr/>
              </p14:nvContentPartPr>
              <p14:xfrm>
                <a:off x="4973092" y="3857066"/>
                <a:ext cx="116280" cy="24804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767BCD6F-6DE4-4285-9048-98CD082B70F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964452" y="3848426"/>
                  <a:ext cx="1339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B3A208B8-93F0-4AC7-9AA8-03B6237F6FC0}"/>
                    </a:ext>
                  </a:extLst>
                </p14:cNvPr>
                <p14:cNvContentPartPr/>
                <p14:nvPr/>
              </p14:nvContentPartPr>
              <p14:xfrm>
                <a:off x="5242372" y="3755546"/>
                <a:ext cx="97560" cy="41688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B3A208B8-93F0-4AC7-9AA8-03B6237F6FC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233732" y="3746906"/>
                  <a:ext cx="1152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0ED24DCF-5EC8-4188-801A-BEF80E477D58}"/>
                    </a:ext>
                  </a:extLst>
                </p14:cNvPr>
                <p14:cNvContentPartPr/>
                <p14:nvPr/>
              </p14:nvContentPartPr>
              <p14:xfrm>
                <a:off x="4170652" y="3517226"/>
                <a:ext cx="279000" cy="13068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0ED24DCF-5EC8-4188-801A-BEF80E477D5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162012" y="3508586"/>
                  <a:ext cx="296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081FA20C-D087-4989-95DB-75F35B1CE764}"/>
                    </a:ext>
                  </a:extLst>
                </p14:cNvPr>
                <p14:cNvContentPartPr/>
                <p14:nvPr/>
              </p14:nvContentPartPr>
              <p14:xfrm>
                <a:off x="4262452" y="3423626"/>
                <a:ext cx="196920" cy="29052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081FA20C-D087-4989-95DB-75F35B1CE76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253452" y="3414626"/>
                  <a:ext cx="2145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93646B2A-8C62-4795-A3F2-AF90B0C760B6}"/>
                    </a:ext>
                  </a:extLst>
                </p14:cNvPr>
                <p14:cNvContentPartPr/>
                <p14:nvPr/>
              </p14:nvContentPartPr>
              <p14:xfrm>
                <a:off x="4597252" y="3491666"/>
                <a:ext cx="353520" cy="13320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93646B2A-8C62-4795-A3F2-AF90B0C760B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588252" y="3483026"/>
                  <a:ext cx="37116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upo 245">
            <a:extLst>
              <a:ext uri="{FF2B5EF4-FFF2-40B4-BE49-F238E27FC236}">
                <a16:creationId xmlns:a16="http://schemas.microsoft.com/office/drawing/2014/main" id="{3F714439-C6F9-404F-8A40-170D2B90299F}"/>
              </a:ext>
            </a:extLst>
          </p:cNvPr>
          <p:cNvGrpSpPr/>
          <p:nvPr/>
        </p:nvGrpSpPr>
        <p:grpSpPr>
          <a:xfrm>
            <a:off x="5149492" y="3351986"/>
            <a:ext cx="1675080" cy="345240"/>
            <a:chOff x="5149492" y="3351986"/>
            <a:chExt cx="167508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7B8BE8CF-1C66-4B92-B261-655F7C32E307}"/>
                    </a:ext>
                  </a:extLst>
                </p14:cNvPr>
                <p14:cNvContentPartPr/>
                <p14:nvPr/>
              </p14:nvContentPartPr>
              <p14:xfrm>
                <a:off x="5149492" y="3379706"/>
                <a:ext cx="26640" cy="31752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7B8BE8CF-1C66-4B92-B261-655F7C32E30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140852" y="3370706"/>
                  <a:ext cx="442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58B4C825-39A1-4DE3-BCDE-D3CE82443485}"/>
                    </a:ext>
                  </a:extLst>
                </p14:cNvPr>
                <p14:cNvContentPartPr/>
                <p14:nvPr/>
              </p14:nvContentPartPr>
              <p14:xfrm>
                <a:off x="5310412" y="3354146"/>
                <a:ext cx="38520" cy="24156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58B4C825-39A1-4DE3-BCDE-D3CE8244348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301772" y="3345146"/>
                  <a:ext cx="56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6C5D47F0-7EA8-4719-BD9E-C238202B1215}"/>
                    </a:ext>
                  </a:extLst>
                </p14:cNvPr>
                <p14:cNvContentPartPr/>
                <p14:nvPr/>
              </p14:nvContentPartPr>
              <p14:xfrm>
                <a:off x="5161732" y="3502826"/>
                <a:ext cx="343440" cy="5940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6C5D47F0-7EA8-4719-BD9E-C238202B121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152732" y="3494186"/>
                  <a:ext cx="361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A7D5E11E-B48D-4632-B3F8-A7BD36020DE6}"/>
                    </a:ext>
                  </a:extLst>
                </p14:cNvPr>
                <p14:cNvContentPartPr/>
                <p14:nvPr/>
              </p14:nvContentPartPr>
              <p14:xfrm>
                <a:off x="5560612" y="3351986"/>
                <a:ext cx="120600" cy="31752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A7D5E11E-B48D-4632-B3F8-A7BD36020DE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551612" y="3342986"/>
                  <a:ext cx="1382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795AFC59-3534-42B9-8717-C3CCAC189B7B}"/>
                    </a:ext>
                  </a:extLst>
                </p14:cNvPr>
                <p14:cNvContentPartPr/>
                <p14:nvPr/>
              </p14:nvContentPartPr>
              <p14:xfrm>
                <a:off x="5760412" y="3414986"/>
                <a:ext cx="219960" cy="21636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795AFC59-3534-42B9-8717-C3CCAC189B7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751772" y="3406346"/>
                  <a:ext cx="2376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55C362C6-6948-4F08-9D17-1CAB10B43921}"/>
                    </a:ext>
                  </a:extLst>
                </p14:cNvPr>
                <p14:cNvContentPartPr/>
                <p14:nvPr/>
              </p14:nvContentPartPr>
              <p14:xfrm>
                <a:off x="6106012" y="3438746"/>
                <a:ext cx="189720" cy="12996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55C362C6-6948-4F08-9D17-1CAB10B4392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097012" y="3429746"/>
                  <a:ext cx="207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09611275-06E6-4276-BCC4-B4C897BDE82C}"/>
                    </a:ext>
                  </a:extLst>
                </p14:cNvPr>
                <p14:cNvContentPartPr/>
                <p14:nvPr/>
              </p14:nvContentPartPr>
              <p14:xfrm>
                <a:off x="6424612" y="3403466"/>
                <a:ext cx="108000" cy="19188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09611275-06E6-4276-BCC4-B4C897BDE82C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415612" y="3394826"/>
                  <a:ext cx="1256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D3B13ADA-F005-4D83-A496-1D0DA152D5C1}"/>
                    </a:ext>
                  </a:extLst>
                </p14:cNvPr>
                <p14:cNvContentPartPr/>
                <p14:nvPr/>
              </p14:nvContentPartPr>
              <p14:xfrm>
                <a:off x="6588052" y="3374666"/>
                <a:ext cx="169920" cy="20916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D3B13ADA-F005-4D83-A496-1D0DA152D5C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579412" y="3366026"/>
                  <a:ext cx="1875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C08C9AB8-B51B-4ACC-9D9D-40DF80B07E13}"/>
                    </a:ext>
                  </a:extLst>
                </p14:cNvPr>
                <p14:cNvContentPartPr/>
                <p14:nvPr/>
              </p14:nvContentPartPr>
              <p14:xfrm>
                <a:off x="6790732" y="3517946"/>
                <a:ext cx="33840" cy="15372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C08C9AB8-B51B-4ACC-9D9D-40DF80B07E1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781732" y="3508946"/>
                  <a:ext cx="5148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upo 244">
            <a:extLst>
              <a:ext uri="{FF2B5EF4-FFF2-40B4-BE49-F238E27FC236}">
                <a16:creationId xmlns:a16="http://schemas.microsoft.com/office/drawing/2014/main" id="{8FAB4FF0-E72D-4FFD-B372-9EF38FEA28CA}"/>
              </a:ext>
            </a:extLst>
          </p:cNvPr>
          <p:cNvGrpSpPr/>
          <p:nvPr/>
        </p:nvGrpSpPr>
        <p:grpSpPr>
          <a:xfrm>
            <a:off x="7075132" y="3099986"/>
            <a:ext cx="2274840" cy="634680"/>
            <a:chOff x="7075132" y="3099986"/>
            <a:chExt cx="2274840" cy="63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411ADB37-15C9-454F-90A9-F37FD44C35F2}"/>
                    </a:ext>
                  </a:extLst>
                </p14:cNvPr>
                <p14:cNvContentPartPr/>
                <p14:nvPr/>
              </p14:nvContentPartPr>
              <p14:xfrm>
                <a:off x="7075132" y="3369986"/>
                <a:ext cx="121680" cy="17280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411ADB37-15C9-454F-90A9-F37FD44C35F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066492" y="3361346"/>
                  <a:ext cx="139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171EB330-EA80-4169-B5B7-A987E1EC4ADB}"/>
                    </a:ext>
                  </a:extLst>
                </p14:cNvPr>
                <p14:cNvContentPartPr/>
                <p14:nvPr/>
              </p14:nvContentPartPr>
              <p14:xfrm>
                <a:off x="7285012" y="3391586"/>
                <a:ext cx="214560" cy="10548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171EB330-EA80-4169-B5B7-A987E1EC4AD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276012" y="3382586"/>
                  <a:ext cx="2322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2BDF0BD2-7166-4395-AAD9-8891BCFB5475}"/>
                    </a:ext>
                  </a:extLst>
                </p14:cNvPr>
                <p14:cNvContentPartPr/>
                <p14:nvPr/>
              </p14:nvContentPartPr>
              <p14:xfrm>
                <a:off x="7551772" y="3347306"/>
                <a:ext cx="207720" cy="15228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2BDF0BD2-7166-4395-AAD9-8891BCFB5475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542772" y="3338306"/>
                  <a:ext cx="2253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88BDA059-FD00-4BC2-9C39-55D5FDFC26AC}"/>
                    </a:ext>
                  </a:extLst>
                </p14:cNvPr>
                <p14:cNvContentPartPr/>
                <p14:nvPr/>
              </p14:nvContentPartPr>
              <p14:xfrm>
                <a:off x="7785052" y="3360266"/>
                <a:ext cx="195840" cy="10836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88BDA059-FD00-4BC2-9C39-55D5FDFC26A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776052" y="3351626"/>
                  <a:ext cx="213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3BBD02CF-A841-404F-8885-EC4F74211CF7}"/>
                    </a:ext>
                  </a:extLst>
                </p14:cNvPr>
                <p14:cNvContentPartPr/>
                <p14:nvPr/>
              </p14:nvContentPartPr>
              <p14:xfrm>
                <a:off x="8063692" y="3362426"/>
                <a:ext cx="270720" cy="37224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3BBD02CF-A841-404F-8885-EC4F74211CF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055052" y="3353786"/>
                  <a:ext cx="28836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4F06EB64-2140-431D-BA6F-C543B162955F}"/>
                    </a:ext>
                  </a:extLst>
                </p14:cNvPr>
                <p14:cNvContentPartPr/>
                <p14:nvPr/>
              </p14:nvContentPartPr>
              <p14:xfrm>
                <a:off x="8293732" y="3273146"/>
                <a:ext cx="212400" cy="20124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4F06EB64-2140-431D-BA6F-C543B162955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284732" y="3264506"/>
                  <a:ext cx="230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769857CF-30F3-44E7-8472-B0B9AEAF9DF7}"/>
                    </a:ext>
                  </a:extLst>
                </p14:cNvPr>
                <p14:cNvContentPartPr/>
                <p14:nvPr/>
              </p14:nvContentPartPr>
              <p14:xfrm>
                <a:off x="8654452" y="3360266"/>
                <a:ext cx="143280" cy="144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769857CF-30F3-44E7-8472-B0B9AEAF9DF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45452" y="3351626"/>
                  <a:ext cx="1609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F643FE32-C68D-410E-A8BD-B6B9D0CF9B62}"/>
                    </a:ext>
                  </a:extLst>
                </p14:cNvPr>
                <p14:cNvContentPartPr/>
                <p14:nvPr/>
              </p14:nvContentPartPr>
              <p14:xfrm>
                <a:off x="8659132" y="3263066"/>
                <a:ext cx="298080" cy="17820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F643FE32-C68D-410E-A8BD-B6B9D0CF9B6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650492" y="3254066"/>
                  <a:ext cx="315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81080E16-A229-4722-A50A-B8F6B6D9883E}"/>
                    </a:ext>
                  </a:extLst>
                </p14:cNvPr>
                <p14:cNvContentPartPr/>
                <p14:nvPr/>
              </p14:nvContentPartPr>
              <p14:xfrm>
                <a:off x="9034612" y="3226346"/>
                <a:ext cx="141120" cy="18792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81080E16-A229-4722-A50A-B8F6B6D9883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025972" y="3217706"/>
                  <a:ext cx="158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13961639-C521-45B0-9133-5E540AD5BEDE}"/>
                    </a:ext>
                  </a:extLst>
                </p14:cNvPr>
                <p14:cNvContentPartPr/>
                <p14:nvPr/>
              </p14:nvContentPartPr>
              <p14:xfrm>
                <a:off x="9231892" y="3099986"/>
                <a:ext cx="118080" cy="38160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13961639-C521-45B0-9133-5E540AD5BED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223252" y="3091346"/>
                  <a:ext cx="135720" cy="39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upo 259">
            <a:extLst>
              <a:ext uri="{FF2B5EF4-FFF2-40B4-BE49-F238E27FC236}">
                <a16:creationId xmlns:a16="http://schemas.microsoft.com/office/drawing/2014/main" id="{E4B66454-4900-49F5-B61F-C3FEB0FAF267}"/>
              </a:ext>
            </a:extLst>
          </p:cNvPr>
          <p:cNvGrpSpPr/>
          <p:nvPr/>
        </p:nvGrpSpPr>
        <p:grpSpPr>
          <a:xfrm>
            <a:off x="961972" y="4816466"/>
            <a:ext cx="1507320" cy="478080"/>
            <a:chOff x="961972" y="4816466"/>
            <a:chExt cx="1507320" cy="4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BBA6CB90-B456-4F66-9ADC-A41A69A552D0}"/>
                    </a:ext>
                  </a:extLst>
                </p14:cNvPr>
                <p14:cNvContentPartPr/>
                <p14:nvPr/>
              </p14:nvContentPartPr>
              <p14:xfrm>
                <a:off x="961972" y="4879106"/>
                <a:ext cx="268560" cy="41544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BBA6CB90-B456-4F66-9ADC-A41A69A552D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52972" y="4870106"/>
                  <a:ext cx="28620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27A88FD6-51D7-43F0-8307-51DFC5FC0A6A}"/>
                    </a:ext>
                  </a:extLst>
                </p14:cNvPr>
                <p14:cNvContentPartPr/>
                <p14:nvPr/>
              </p14:nvContentPartPr>
              <p14:xfrm>
                <a:off x="1263652" y="4971266"/>
                <a:ext cx="279000" cy="13068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27A88FD6-51D7-43F0-8307-51DFC5FC0A6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255012" y="4962266"/>
                  <a:ext cx="296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4DA078CB-6A73-4DED-8041-D93261F8582F}"/>
                    </a:ext>
                  </a:extLst>
                </p14:cNvPr>
                <p14:cNvContentPartPr/>
                <p14:nvPr/>
              </p14:nvContentPartPr>
              <p14:xfrm>
                <a:off x="1650652" y="4816466"/>
                <a:ext cx="282600" cy="28368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4DA078CB-6A73-4DED-8041-D93261F8582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642012" y="4807826"/>
                  <a:ext cx="3002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6F76A8FA-A2EE-4A38-99EF-554F777DF91F}"/>
                    </a:ext>
                  </a:extLst>
                </p14:cNvPr>
                <p14:cNvContentPartPr/>
                <p14:nvPr/>
              </p14:nvContentPartPr>
              <p14:xfrm>
                <a:off x="1990132" y="4950026"/>
                <a:ext cx="69480" cy="8820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6F76A8FA-A2EE-4A38-99EF-554F777DF91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981492" y="4941386"/>
                  <a:ext cx="87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A89B6A64-5A47-455E-93D1-90FA8EEFEC1B}"/>
                    </a:ext>
                  </a:extLst>
                </p14:cNvPr>
                <p14:cNvContentPartPr/>
                <p14:nvPr/>
              </p14:nvContentPartPr>
              <p14:xfrm>
                <a:off x="2185252" y="4868666"/>
                <a:ext cx="284040" cy="17604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A89B6A64-5A47-455E-93D1-90FA8EEFEC1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176252" y="4860026"/>
                  <a:ext cx="30168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upo 258">
            <a:extLst>
              <a:ext uri="{FF2B5EF4-FFF2-40B4-BE49-F238E27FC236}">
                <a16:creationId xmlns:a16="http://schemas.microsoft.com/office/drawing/2014/main" id="{1B386565-7401-40B8-A00A-A946B2BA7FFC}"/>
              </a:ext>
            </a:extLst>
          </p:cNvPr>
          <p:cNvGrpSpPr/>
          <p:nvPr/>
        </p:nvGrpSpPr>
        <p:grpSpPr>
          <a:xfrm>
            <a:off x="3285772" y="4742666"/>
            <a:ext cx="621000" cy="451080"/>
            <a:chOff x="3285772" y="4742666"/>
            <a:chExt cx="621000" cy="45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CB5981D3-33A8-4326-997F-35CA80886C35}"/>
                    </a:ext>
                  </a:extLst>
                </p14:cNvPr>
                <p14:cNvContentPartPr/>
                <p14:nvPr/>
              </p14:nvContentPartPr>
              <p14:xfrm>
                <a:off x="3321772" y="4746626"/>
                <a:ext cx="64800" cy="44712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CB5981D3-33A8-4326-997F-35CA80886C3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312772" y="4737626"/>
                  <a:ext cx="8244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D20AA11F-4233-498F-8C0A-8F8A2E703BD8}"/>
                    </a:ext>
                  </a:extLst>
                </p14:cNvPr>
                <p14:cNvContentPartPr/>
                <p14:nvPr/>
              </p14:nvContentPartPr>
              <p14:xfrm>
                <a:off x="3285772" y="4742666"/>
                <a:ext cx="354240" cy="21960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D20AA11F-4233-498F-8C0A-8F8A2E703BD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277132" y="4733666"/>
                  <a:ext cx="3718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148ECA87-7ECD-48F3-945D-A1B2D293B29A}"/>
                    </a:ext>
                  </a:extLst>
                </p14:cNvPr>
                <p14:cNvContentPartPr/>
                <p14:nvPr/>
              </p14:nvContentPartPr>
              <p14:xfrm>
                <a:off x="3732532" y="4855706"/>
                <a:ext cx="174240" cy="29736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148ECA87-7ECD-48F3-945D-A1B2D293B29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723532" y="4847066"/>
                  <a:ext cx="191880" cy="31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upo 257">
            <a:extLst>
              <a:ext uri="{FF2B5EF4-FFF2-40B4-BE49-F238E27FC236}">
                <a16:creationId xmlns:a16="http://schemas.microsoft.com/office/drawing/2014/main" id="{B0F117BE-5167-44F2-A05C-8D527AF32D0F}"/>
              </a:ext>
            </a:extLst>
          </p:cNvPr>
          <p:cNvGrpSpPr/>
          <p:nvPr/>
        </p:nvGrpSpPr>
        <p:grpSpPr>
          <a:xfrm>
            <a:off x="4124212" y="4739066"/>
            <a:ext cx="258840" cy="302400"/>
            <a:chOff x="4124212" y="4739066"/>
            <a:chExt cx="258840" cy="3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5944CC05-83B8-4386-93B9-07853B4568DA}"/>
                    </a:ext>
                  </a:extLst>
                </p14:cNvPr>
                <p14:cNvContentPartPr/>
                <p14:nvPr/>
              </p14:nvContentPartPr>
              <p14:xfrm>
                <a:off x="4209892" y="4739066"/>
                <a:ext cx="26640" cy="30240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5944CC05-83B8-4386-93B9-07853B4568D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201252" y="4730426"/>
                  <a:ext cx="442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51DF09CB-2A83-4C68-A483-33BD04FA95F6}"/>
                    </a:ext>
                  </a:extLst>
                </p14:cNvPr>
                <p14:cNvContentPartPr/>
                <p14:nvPr/>
              </p14:nvContentPartPr>
              <p14:xfrm>
                <a:off x="4124212" y="4885946"/>
                <a:ext cx="258840" cy="9036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51DF09CB-2A83-4C68-A483-33BD04FA95F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115572" y="4876946"/>
                  <a:ext cx="27648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57" name="Entrada de lápiz 256">
                <a:extLst>
                  <a:ext uri="{FF2B5EF4-FFF2-40B4-BE49-F238E27FC236}">
                    <a16:creationId xmlns:a16="http://schemas.microsoft.com/office/drawing/2014/main" id="{39F11292-157C-4C26-877A-680B90000494}"/>
                  </a:ext>
                </a:extLst>
              </p14:cNvPr>
              <p14:cNvContentPartPr/>
              <p14:nvPr/>
            </p14:nvContentPartPr>
            <p14:xfrm>
              <a:off x="4640092" y="4698386"/>
              <a:ext cx="213480" cy="459000"/>
            </p14:xfrm>
          </p:contentPart>
        </mc:Choice>
        <mc:Fallback>
          <p:pic>
            <p:nvPicPr>
              <p:cNvPr id="257" name="Entrada de lápiz 256">
                <a:extLst>
                  <a:ext uri="{FF2B5EF4-FFF2-40B4-BE49-F238E27FC236}">
                    <a16:creationId xmlns:a16="http://schemas.microsoft.com/office/drawing/2014/main" id="{39F11292-157C-4C26-877A-680B90000494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4631092" y="4689746"/>
                <a:ext cx="23112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61" name="Entrada de lápiz 260">
                <a:extLst>
                  <a:ext uri="{FF2B5EF4-FFF2-40B4-BE49-F238E27FC236}">
                    <a16:creationId xmlns:a16="http://schemas.microsoft.com/office/drawing/2014/main" id="{361F52A5-3A31-45BB-AD0B-9E0451E6F5A6}"/>
                  </a:ext>
                </a:extLst>
              </p14:cNvPr>
              <p14:cNvContentPartPr/>
              <p14:nvPr/>
            </p14:nvContentPartPr>
            <p14:xfrm>
              <a:off x="5066332" y="4943546"/>
              <a:ext cx="204480" cy="209880"/>
            </p14:xfrm>
          </p:contentPart>
        </mc:Choice>
        <mc:Fallback>
          <p:pic>
            <p:nvPicPr>
              <p:cNvPr id="261" name="Entrada de lápiz 260">
                <a:extLst>
                  <a:ext uri="{FF2B5EF4-FFF2-40B4-BE49-F238E27FC236}">
                    <a16:creationId xmlns:a16="http://schemas.microsoft.com/office/drawing/2014/main" id="{361F52A5-3A31-45BB-AD0B-9E0451E6F5A6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5057332" y="4934906"/>
                <a:ext cx="222120" cy="22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upo 266">
            <a:extLst>
              <a:ext uri="{FF2B5EF4-FFF2-40B4-BE49-F238E27FC236}">
                <a16:creationId xmlns:a16="http://schemas.microsoft.com/office/drawing/2014/main" id="{4AC3C4B2-4A33-4D07-B1A4-493DB65CD835}"/>
              </a:ext>
            </a:extLst>
          </p:cNvPr>
          <p:cNvGrpSpPr/>
          <p:nvPr/>
        </p:nvGrpSpPr>
        <p:grpSpPr>
          <a:xfrm>
            <a:off x="5462692" y="4683266"/>
            <a:ext cx="1032840" cy="487800"/>
            <a:chOff x="5462692" y="4683266"/>
            <a:chExt cx="1032840" cy="48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18EC44A9-5B2B-493D-A35E-77A1C0BA9202}"/>
                    </a:ext>
                  </a:extLst>
                </p14:cNvPr>
                <p14:cNvContentPartPr/>
                <p14:nvPr/>
              </p14:nvContentPartPr>
              <p14:xfrm>
                <a:off x="5566372" y="4692986"/>
                <a:ext cx="30240" cy="34416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18EC44A9-5B2B-493D-A35E-77A1C0BA920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557732" y="4684346"/>
                  <a:ext cx="478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9033F54C-C519-4157-B076-52A1BDE13DA2}"/>
                    </a:ext>
                  </a:extLst>
                </p14:cNvPr>
                <p14:cNvContentPartPr/>
                <p14:nvPr/>
              </p14:nvContentPartPr>
              <p14:xfrm>
                <a:off x="5462692" y="4855706"/>
                <a:ext cx="357480" cy="10440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9033F54C-C519-4157-B076-52A1BDE13DA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454052" y="4847066"/>
                  <a:ext cx="375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E218472C-BA97-468D-AF5A-EEAD4D667324}"/>
                    </a:ext>
                  </a:extLst>
                </p14:cNvPr>
                <p14:cNvContentPartPr/>
                <p14:nvPr/>
              </p14:nvContentPartPr>
              <p14:xfrm>
                <a:off x="5947612" y="4728266"/>
                <a:ext cx="19440" cy="44280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E218472C-BA97-468D-AF5A-EEAD4D66732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938612" y="4719626"/>
                  <a:ext cx="3708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DEA86744-EE45-43F1-BAAF-D09057F093B7}"/>
                    </a:ext>
                  </a:extLst>
                </p14:cNvPr>
                <p14:cNvContentPartPr/>
                <p14:nvPr/>
              </p14:nvContentPartPr>
              <p14:xfrm>
                <a:off x="5873812" y="4683266"/>
                <a:ext cx="304560" cy="28656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DEA86744-EE45-43F1-BAAF-D09057F093B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864812" y="4674626"/>
                  <a:ext cx="3222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394AE703-8A00-493D-8D63-06CB13763A27}"/>
                    </a:ext>
                  </a:extLst>
                </p14:cNvPr>
                <p14:cNvContentPartPr/>
                <p14:nvPr/>
              </p14:nvContentPartPr>
              <p14:xfrm>
                <a:off x="6260812" y="4938506"/>
                <a:ext cx="234720" cy="16164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394AE703-8A00-493D-8D63-06CB13763A2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252172" y="4929506"/>
                  <a:ext cx="25236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upo 269">
            <a:extLst>
              <a:ext uri="{FF2B5EF4-FFF2-40B4-BE49-F238E27FC236}">
                <a16:creationId xmlns:a16="http://schemas.microsoft.com/office/drawing/2014/main" id="{0135AA41-51B7-4533-9683-7B81D328E8D4}"/>
              </a:ext>
            </a:extLst>
          </p:cNvPr>
          <p:cNvGrpSpPr/>
          <p:nvPr/>
        </p:nvGrpSpPr>
        <p:grpSpPr>
          <a:xfrm>
            <a:off x="2380732" y="4594346"/>
            <a:ext cx="375480" cy="401040"/>
            <a:chOff x="2380732" y="4594346"/>
            <a:chExt cx="37548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FF5C6F53-02A6-4721-A982-ACEF85B43A30}"/>
                    </a:ext>
                  </a:extLst>
                </p14:cNvPr>
                <p14:cNvContentPartPr/>
                <p14:nvPr/>
              </p14:nvContentPartPr>
              <p14:xfrm>
                <a:off x="2380732" y="4594346"/>
                <a:ext cx="42120" cy="35388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FF5C6F53-02A6-4721-A982-ACEF85B43A3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372092" y="4585706"/>
                  <a:ext cx="597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75328566-8109-4BDA-B19C-FFD6672833FA}"/>
                    </a:ext>
                  </a:extLst>
                </p14:cNvPr>
                <p14:cNvContentPartPr/>
                <p14:nvPr/>
              </p14:nvContentPartPr>
              <p14:xfrm>
                <a:off x="2537692" y="4812866"/>
                <a:ext cx="218520" cy="18252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75328566-8109-4BDA-B19C-FFD6672833F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529052" y="4804226"/>
                  <a:ext cx="236160" cy="20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28470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FCF79316-C521-4380-8033-2034484E10B0}"/>
                  </a:ext>
                </a:extLst>
              </p14:cNvPr>
              <p14:cNvContentPartPr/>
              <p14:nvPr/>
            </p14:nvContentPartPr>
            <p14:xfrm>
              <a:off x="669292" y="457946"/>
              <a:ext cx="104400" cy="15408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FCF79316-C521-4380-8033-2034484E10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0292" y="448946"/>
                <a:ext cx="122040" cy="17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upo 8">
            <a:extLst>
              <a:ext uri="{FF2B5EF4-FFF2-40B4-BE49-F238E27FC236}">
                <a16:creationId xmlns:a16="http://schemas.microsoft.com/office/drawing/2014/main" id="{ED936636-3718-4B02-BECE-BAEE6851F84A}"/>
              </a:ext>
            </a:extLst>
          </p:cNvPr>
          <p:cNvGrpSpPr/>
          <p:nvPr/>
        </p:nvGrpSpPr>
        <p:grpSpPr>
          <a:xfrm>
            <a:off x="1019572" y="318266"/>
            <a:ext cx="777960" cy="402480"/>
            <a:chOff x="1019572" y="318266"/>
            <a:chExt cx="77796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AD03EB63-5B11-4B97-A683-0CEFCAC92D21}"/>
                    </a:ext>
                  </a:extLst>
                </p14:cNvPr>
                <p14:cNvContentPartPr/>
                <p14:nvPr/>
              </p14:nvContentPartPr>
              <p14:xfrm>
                <a:off x="1077892" y="373706"/>
                <a:ext cx="174600" cy="3240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AD03EB63-5B11-4B97-A683-0CEFCAC92D2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69252" y="365066"/>
                  <a:ext cx="192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1457FCCC-E114-4322-9053-9F31ED08731B}"/>
                    </a:ext>
                  </a:extLst>
                </p14:cNvPr>
                <p14:cNvContentPartPr/>
                <p14:nvPr/>
              </p14:nvContentPartPr>
              <p14:xfrm>
                <a:off x="1019572" y="379106"/>
                <a:ext cx="121680" cy="3416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1457FCCC-E114-4322-9053-9F31ED0873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0932" y="370466"/>
                  <a:ext cx="1393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067C4FB3-49E9-4969-A91B-E71607F193C8}"/>
                    </a:ext>
                  </a:extLst>
                </p14:cNvPr>
                <p14:cNvContentPartPr/>
                <p14:nvPr/>
              </p14:nvContentPartPr>
              <p14:xfrm>
                <a:off x="1022092" y="555866"/>
                <a:ext cx="164880" cy="6048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067C4FB3-49E9-4969-A91B-E71607F193C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3092" y="547226"/>
                  <a:ext cx="182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4D0589AA-FC67-46AC-BD1F-DAE6700C2384}"/>
                    </a:ext>
                  </a:extLst>
                </p14:cNvPr>
                <p14:cNvContentPartPr/>
                <p14:nvPr/>
              </p14:nvContentPartPr>
              <p14:xfrm>
                <a:off x="1310812" y="409346"/>
                <a:ext cx="126000" cy="26496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4D0589AA-FC67-46AC-BD1F-DAE6700C238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01812" y="400346"/>
                  <a:ext cx="1436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9DAAF674-7952-431F-BFFB-BBE5FB57E544}"/>
                    </a:ext>
                  </a:extLst>
                </p14:cNvPr>
                <p14:cNvContentPartPr/>
                <p14:nvPr/>
              </p14:nvContentPartPr>
              <p14:xfrm>
                <a:off x="1458052" y="418706"/>
                <a:ext cx="164880" cy="2188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9DAAF674-7952-431F-BFFB-BBE5FB57E5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49052" y="410066"/>
                  <a:ext cx="182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E269B6E7-267E-407F-A971-171B190DAB5C}"/>
                    </a:ext>
                  </a:extLst>
                </p14:cNvPr>
                <p14:cNvContentPartPr/>
                <p14:nvPr/>
              </p14:nvContentPartPr>
              <p14:xfrm>
                <a:off x="1684132" y="318266"/>
                <a:ext cx="113400" cy="38808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E269B6E7-267E-407F-A971-171B190DAB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75492" y="309266"/>
                  <a:ext cx="131040" cy="40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0C4782A-8ECF-4558-9836-E664CBC9B314}"/>
              </a:ext>
            </a:extLst>
          </p:cNvPr>
          <p:cNvGrpSpPr/>
          <p:nvPr/>
        </p:nvGrpSpPr>
        <p:grpSpPr>
          <a:xfrm>
            <a:off x="1934332" y="397466"/>
            <a:ext cx="164880" cy="99720"/>
            <a:chOff x="1934332" y="397466"/>
            <a:chExt cx="164880" cy="9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CBD89314-FA13-4A5B-B444-10AC371D2967}"/>
                    </a:ext>
                  </a:extLst>
                </p14:cNvPr>
                <p14:cNvContentPartPr/>
                <p14:nvPr/>
              </p14:nvContentPartPr>
              <p14:xfrm>
                <a:off x="1945132" y="397466"/>
                <a:ext cx="132480" cy="133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CBD89314-FA13-4A5B-B444-10AC371D296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36132" y="388466"/>
                  <a:ext cx="1501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F0E9C712-FB7D-44E4-BC4F-C65367C69EE1}"/>
                    </a:ext>
                  </a:extLst>
                </p14:cNvPr>
                <p14:cNvContentPartPr/>
                <p14:nvPr/>
              </p14:nvContentPartPr>
              <p14:xfrm>
                <a:off x="1934332" y="460466"/>
                <a:ext cx="164880" cy="3672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F0E9C712-FB7D-44E4-BC4F-C65367C69EE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25332" y="451826"/>
                  <a:ext cx="18252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E7851736-BA34-4DB8-B677-391D073C41F7}"/>
              </a:ext>
            </a:extLst>
          </p:cNvPr>
          <p:cNvGrpSpPr/>
          <p:nvPr/>
        </p:nvGrpSpPr>
        <p:grpSpPr>
          <a:xfrm>
            <a:off x="2282092" y="240866"/>
            <a:ext cx="660240" cy="763560"/>
            <a:chOff x="2282092" y="240866"/>
            <a:chExt cx="660240" cy="76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D337D3AB-4AF3-4371-A25E-140F4154F007}"/>
                    </a:ext>
                  </a:extLst>
                </p14:cNvPr>
                <p14:cNvContentPartPr/>
                <p14:nvPr/>
              </p14:nvContentPartPr>
              <p14:xfrm>
                <a:off x="2282092" y="372626"/>
                <a:ext cx="240840" cy="25416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D337D3AB-4AF3-4371-A25E-140F4154F0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73092" y="363986"/>
                  <a:ext cx="2584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D40DC4C2-9195-46E4-B85A-AE1FA7B70340}"/>
                    </a:ext>
                  </a:extLst>
                </p14:cNvPr>
                <p14:cNvContentPartPr/>
                <p14:nvPr/>
              </p14:nvContentPartPr>
              <p14:xfrm>
                <a:off x="2668012" y="240866"/>
                <a:ext cx="238680" cy="3056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D40DC4C2-9195-46E4-B85A-AE1FA7B7034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59012" y="232226"/>
                  <a:ext cx="2563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50E488FC-509D-4A95-BB40-3D9872D83363}"/>
                    </a:ext>
                  </a:extLst>
                </p14:cNvPr>
                <p14:cNvContentPartPr/>
                <p14:nvPr/>
              </p14:nvContentPartPr>
              <p14:xfrm>
                <a:off x="2386852" y="590066"/>
                <a:ext cx="555480" cy="1058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50E488FC-509D-4A95-BB40-3D9872D8336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77852" y="581066"/>
                  <a:ext cx="573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BFF6513C-C3C0-4C47-A6C3-664C65022343}"/>
                    </a:ext>
                  </a:extLst>
                </p14:cNvPr>
                <p14:cNvContentPartPr/>
                <p14:nvPr/>
              </p14:nvContentPartPr>
              <p14:xfrm>
                <a:off x="2527972" y="694466"/>
                <a:ext cx="272160" cy="3099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BFF6513C-C3C0-4C47-A6C3-664C6502234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9332" y="685466"/>
                  <a:ext cx="28980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21A4DEAE-816E-4127-977A-944ADB92DA10}"/>
              </a:ext>
            </a:extLst>
          </p:cNvPr>
          <p:cNvGrpSpPr/>
          <p:nvPr/>
        </p:nvGrpSpPr>
        <p:grpSpPr>
          <a:xfrm>
            <a:off x="1079692" y="1593026"/>
            <a:ext cx="1224000" cy="516240"/>
            <a:chOff x="1079692" y="1593026"/>
            <a:chExt cx="1224000" cy="51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D469447B-AD68-4758-9585-F8A522FA9778}"/>
                    </a:ext>
                  </a:extLst>
                </p14:cNvPr>
                <p14:cNvContentPartPr/>
                <p14:nvPr/>
              </p14:nvContentPartPr>
              <p14:xfrm>
                <a:off x="1107772" y="1808306"/>
                <a:ext cx="231480" cy="4428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D469447B-AD68-4758-9585-F8A522FA977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99132" y="1799306"/>
                  <a:ext cx="249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14730B93-2300-4C0D-972C-99B160438A16}"/>
                    </a:ext>
                  </a:extLst>
                </p14:cNvPr>
                <p14:cNvContentPartPr/>
                <p14:nvPr/>
              </p14:nvContentPartPr>
              <p14:xfrm>
                <a:off x="1079692" y="1808306"/>
                <a:ext cx="209880" cy="3009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14730B93-2300-4C0D-972C-99B160438A1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71052" y="1799306"/>
                  <a:ext cx="2275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81792811-421C-470C-8A20-C840B16F6E19}"/>
                    </a:ext>
                  </a:extLst>
                </p14:cNvPr>
                <p14:cNvContentPartPr/>
                <p14:nvPr/>
              </p14:nvContentPartPr>
              <p14:xfrm>
                <a:off x="1086532" y="1895066"/>
                <a:ext cx="264600" cy="5508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81792811-421C-470C-8A20-C840B16F6E1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77532" y="1886066"/>
                  <a:ext cx="282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B2A7D4D3-8AF1-42BD-B530-C8A0C34B7BEB}"/>
                    </a:ext>
                  </a:extLst>
                </p14:cNvPr>
                <p14:cNvContentPartPr/>
                <p14:nvPr/>
              </p14:nvContentPartPr>
              <p14:xfrm>
                <a:off x="1478212" y="1734146"/>
                <a:ext cx="345600" cy="31644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B2A7D4D3-8AF1-42BD-B530-C8A0C34B7BE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69212" y="1725506"/>
                  <a:ext cx="3632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11F42C88-F62F-41FF-B9A2-0710D1A1620C}"/>
                    </a:ext>
                  </a:extLst>
                </p14:cNvPr>
                <p14:cNvContentPartPr/>
                <p14:nvPr/>
              </p14:nvContentPartPr>
              <p14:xfrm>
                <a:off x="1660372" y="1761146"/>
                <a:ext cx="151560" cy="22428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11F42C88-F62F-41FF-B9A2-0710D1A162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51732" y="1752146"/>
                  <a:ext cx="1692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523168F5-5976-49EB-81BA-40EFDD2D0B92}"/>
                    </a:ext>
                  </a:extLst>
                </p14:cNvPr>
                <p14:cNvContentPartPr/>
                <p14:nvPr/>
              </p14:nvContentPartPr>
              <p14:xfrm>
                <a:off x="1927132" y="1593026"/>
                <a:ext cx="97200" cy="38808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523168F5-5976-49EB-81BA-40EFDD2D0B9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18492" y="1584026"/>
                  <a:ext cx="11484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B062D746-0788-4CB7-B42D-069B54529D13}"/>
                    </a:ext>
                  </a:extLst>
                </p14:cNvPr>
                <p14:cNvContentPartPr/>
                <p14:nvPr/>
              </p14:nvContentPartPr>
              <p14:xfrm>
                <a:off x="2140252" y="1694546"/>
                <a:ext cx="163440" cy="12564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B062D746-0788-4CB7-B42D-069B54529D1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31612" y="1685906"/>
                  <a:ext cx="18108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B52620A2-4C9B-4BA2-B7EA-BEC83ED3CF04}"/>
              </a:ext>
            </a:extLst>
          </p:cNvPr>
          <p:cNvGrpSpPr/>
          <p:nvPr/>
        </p:nvGrpSpPr>
        <p:grpSpPr>
          <a:xfrm>
            <a:off x="2556052" y="1388186"/>
            <a:ext cx="2589120" cy="1228320"/>
            <a:chOff x="2556052" y="1388186"/>
            <a:chExt cx="2589120" cy="12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71C70F4E-D1F7-47E4-A5D7-7E558345FF35}"/>
                    </a:ext>
                  </a:extLst>
                </p14:cNvPr>
                <p14:cNvContentPartPr/>
                <p14:nvPr/>
              </p14:nvContentPartPr>
              <p14:xfrm>
                <a:off x="2734612" y="1655666"/>
                <a:ext cx="158760" cy="24156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71C70F4E-D1F7-47E4-A5D7-7E558345FF3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25612" y="1647026"/>
                  <a:ext cx="1764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92001D92-886D-4AB8-AFC0-EDC20A3DBFD7}"/>
                    </a:ext>
                  </a:extLst>
                </p14:cNvPr>
                <p14:cNvContentPartPr/>
                <p14:nvPr/>
              </p14:nvContentPartPr>
              <p14:xfrm>
                <a:off x="3009652" y="1589786"/>
                <a:ext cx="192960" cy="2678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92001D92-886D-4AB8-AFC0-EDC20A3DBFD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00652" y="1580786"/>
                  <a:ext cx="2106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12A7795F-776B-45F3-987F-055D4EEA6784}"/>
                    </a:ext>
                  </a:extLst>
                </p14:cNvPr>
                <p14:cNvContentPartPr/>
                <p14:nvPr/>
              </p14:nvContentPartPr>
              <p14:xfrm>
                <a:off x="3289012" y="1679426"/>
                <a:ext cx="85320" cy="5256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12A7795F-776B-45F3-987F-055D4EEA678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80372" y="1670786"/>
                  <a:ext cx="1029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3621CBDC-92F8-4A3A-AC2C-C28A20371781}"/>
                    </a:ext>
                  </a:extLst>
                </p14:cNvPr>
                <p14:cNvContentPartPr/>
                <p14:nvPr/>
              </p14:nvContentPartPr>
              <p14:xfrm>
                <a:off x="3532372" y="1599506"/>
                <a:ext cx="13320" cy="21168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3621CBDC-92F8-4A3A-AC2C-C28A2037178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23732" y="1590506"/>
                  <a:ext cx="309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AFD3A6E3-6792-4278-9F03-DAF392FC71A8}"/>
                    </a:ext>
                  </a:extLst>
                </p14:cNvPr>
                <p14:cNvContentPartPr/>
                <p14:nvPr/>
              </p14:nvContentPartPr>
              <p14:xfrm>
                <a:off x="3608692" y="1573946"/>
                <a:ext cx="231120" cy="23868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AFD3A6E3-6792-4278-9F03-DAF392FC71A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99692" y="1565306"/>
                  <a:ext cx="248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4A596802-68D9-48E4-B810-C2616A1FDFA7}"/>
                    </a:ext>
                  </a:extLst>
                </p14:cNvPr>
                <p14:cNvContentPartPr/>
                <p14:nvPr/>
              </p14:nvContentPartPr>
              <p14:xfrm>
                <a:off x="2556052" y="1923866"/>
                <a:ext cx="1595880" cy="17820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4A596802-68D9-48E4-B810-C2616A1FDFA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47052" y="1915226"/>
                  <a:ext cx="1613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56D0CB81-2503-4564-87FC-9D9571287891}"/>
                    </a:ext>
                  </a:extLst>
                </p14:cNvPr>
                <p14:cNvContentPartPr/>
                <p14:nvPr/>
              </p14:nvContentPartPr>
              <p14:xfrm>
                <a:off x="3211972" y="2154266"/>
                <a:ext cx="301680" cy="28800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56D0CB81-2503-4564-87FC-9D957128789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03332" y="2145266"/>
                  <a:ext cx="3193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8FE5EFB9-91B8-4F34-84E1-2269C625963B}"/>
                    </a:ext>
                  </a:extLst>
                </p14:cNvPr>
                <p14:cNvContentPartPr/>
                <p14:nvPr/>
              </p14:nvContentPartPr>
              <p14:xfrm>
                <a:off x="3488452" y="2175506"/>
                <a:ext cx="197280" cy="20556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8FE5EFB9-91B8-4F34-84E1-2269C625963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79812" y="2166866"/>
                  <a:ext cx="2149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F33A987F-9CB0-491B-B7B2-BCC7AAAA011B}"/>
                    </a:ext>
                  </a:extLst>
                </p14:cNvPr>
                <p14:cNvContentPartPr/>
                <p14:nvPr/>
              </p14:nvContentPartPr>
              <p14:xfrm>
                <a:off x="3887332" y="1388186"/>
                <a:ext cx="194400" cy="3733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F33A987F-9CB0-491B-B7B2-BCC7AAAA011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78332" y="1379546"/>
                  <a:ext cx="2120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CB0D1A4D-2415-4FB3-9A94-73939FC1D4FF}"/>
                    </a:ext>
                  </a:extLst>
                </p14:cNvPr>
                <p14:cNvContentPartPr/>
                <p14:nvPr/>
              </p14:nvContentPartPr>
              <p14:xfrm>
                <a:off x="3319252" y="2380346"/>
                <a:ext cx="126720" cy="23616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CB0D1A4D-2415-4FB3-9A94-73939FC1D4F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10612" y="2371346"/>
                  <a:ext cx="1443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93ED7DA5-4C15-4B8F-868B-19D7D90FB0FC}"/>
                    </a:ext>
                  </a:extLst>
                </p14:cNvPr>
                <p14:cNvContentPartPr/>
                <p14:nvPr/>
              </p14:nvContentPartPr>
              <p14:xfrm>
                <a:off x="4264972" y="1752506"/>
                <a:ext cx="232560" cy="1656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93ED7DA5-4C15-4B8F-868B-19D7D90FB0F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255972" y="1743866"/>
                  <a:ext cx="250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079FA869-7BF0-4749-8CB7-27FEFA3DC6F9}"/>
                    </a:ext>
                  </a:extLst>
                </p14:cNvPr>
                <p14:cNvContentPartPr/>
                <p14:nvPr/>
              </p14:nvContentPartPr>
              <p14:xfrm>
                <a:off x="4347052" y="1821986"/>
                <a:ext cx="152640" cy="3348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079FA869-7BF0-4749-8CB7-27FEFA3DC6F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38052" y="1813346"/>
                  <a:ext cx="170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6941182D-EDD8-4FAB-98AC-58C58D2B9860}"/>
                    </a:ext>
                  </a:extLst>
                </p14:cNvPr>
                <p14:cNvContentPartPr/>
                <p14:nvPr/>
              </p14:nvContentPartPr>
              <p14:xfrm>
                <a:off x="4576732" y="1635866"/>
                <a:ext cx="173520" cy="27396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6941182D-EDD8-4FAB-98AC-58C58D2B98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68092" y="1626866"/>
                  <a:ext cx="191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18F73233-31C0-43D7-A08A-B1A4B3990068}"/>
                    </a:ext>
                  </a:extLst>
                </p14:cNvPr>
                <p14:cNvContentPartPr/>
                <p14:nvPr/>
              </p14:nvContentPartPr>
              <p14:xfrm>
                <a:off x="4614892" y="1770866"/>
                <a:ext cx="187200" cy="4968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18F73233-31C0-43D7-A08A-B1A4B399006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06252" y="1761866"/>
                  <a:ext cx="2048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2E0F8FD1-4390-4001-A0C1-B2696BD8E4F7}"/>
                    </a:ext>
                  </a:extLst>
                </p14:cNvPr>
                <p14:cNvContentPartPr/>
                <p14:nvPr/>
              </p14:nvContentPartPr>
              <p14:xfrm>
                <a:off x="4884892" y="1775186"/>
                <a:ext cx="55440" cy="5724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2E0F8FD1-4390-4001-A0C1-B2696BD8E4F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75892" y="1766186"/>
                  <a:ext cx="73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4441AD7A-96E2-4724-9382-6D4CBA62D7EA}"/>
                    </a:ext>
                  </a:extLst>
                </p14:cNvPr>
                <p14:cNvContentPartPr/>
                <p14:nvPr/>
              </p14:nvContentPartPr>
              <p14:xfrm>
                <a:off x="4951492" y="1593746"/>
                <a:ext cx="193680" cy="23076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4441AD7A-96E2-4724-9382-6D4CBA62D7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42852" y="1584746"/>
                  <a:ext cx="21132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75ACF72E-E202-4708-A860-D153F1A54FA7}"/>
              </a:ext>
            </a:extLst>
          </p:cNvPr>
          <p:cNvGrpSpPr/>
          <p:nvPr/>
        </p:nvGrpSpPr>
        <p:grpSpPr>
          <a:xfrm>
            <a:off x="943612" y="3247946"/>
            <a:ext cx="1766520" cy="454680"/>
            <a:chOff x="943612" y="3247946"/>
            <a:chExt cx="1766520" cy="45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BFC917D1-2492-4332-923B-3D1207A418B8}"/>
                    </a:ext>
                  </a:extLst>
                </p14:cNvPr>
                <p14:cNvContentPartPr/>
                <p14:nvPr/>
              </p14:nvContentPartPr>
              <p14:xfrm>
                <a:off x="943612" y="3417146"/>
                <a:ext cx="213840" cy="25920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BFC917D1-2492-4332-923B-3D1207A418B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4612" y="3408506"/>
                  <a:ext cx="2314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2A1171E4-96C4-4C05-B6F1-B555C3FC2F7B}"/>
                    </a:ext>
                  </a:extLst>
                </p14:cNvPr>
                <p14:cNvContentPartPr/>
                <p14:nvPr/>
              </p14:nvContentPartPr>
              <p14:xfrm>
                <a:off x="1307572" y="3424706"/>
                <a:ext cx="166320" cy="27792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2A1171E4-96C4-4C05-B6F1-B555C3FC2F7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98932" y="3415706"/>
                  <a:ext cx="1839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420DB011-C8DD-49F9-984E-9435A4493B53}"/>
                    </a:ext>
                  </a:extLst>
                </p14:cNvPr>
                <p14:cNvContentPartPr/>
                <p14:nvPr/>
              </p14:nvContentPartPr>
              <p14:xfrm>
                <a:off x="1273372" y="3519026"/>
                <a:ext cx="214560" cy="10008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420DB011-C8DD-49F9-984E-9435A4493B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264372" y="3510026"/>
                  <a:ext cx="232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B1E8E6B0-3621-4807-9369-A80651B18148}"/>
                    </a:ext>
                  </a:extLst>
                </p14:cNvPr>
                <p14:cNvContentPartPr/>
                <p14:nvPr/>
              </p14:nvContentPartPr>
              <p14:xfrm>
                <a:off x="1559212" y="3414266"/>
                <a:ext cx="216000" cy="27036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B1E8E6B0-3621-4807-9369-A80651B1814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50212" y="3405266"/>
                  <a:ext cx="2336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370F4B1D-7BAC-43B6-B27E-220C3A8D1BC9}"/>
                    </a:ext>
                  </a:extLst>
                </p14:cNvPr>
                <p14:cNvContentPartPr/>
                <p14:nvPr/>
              </p14:nvContentPartPr>
              <p14:xfrm>
                <a:off x="1896172" y="3362426"/>
                <a:ext cx="155160" cy="2692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370F4B1D-7BAC-43B6-B27E-220C3A8D1BC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87532" y="3353786"/>
                  <a:ext cx="1728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4B0088F5-B4CA-4B84-B923-FBBEF241EF08}"/>
                    </a:ext>
                  </a:extLst>
                </p14:cNvPr>
                <p14:cNvContentPartPr/>
                <p14:nvPr/>
              </p14:nvContentPartPr>
              <p14:xfrm>
                <a:off x="2106772" y="3339026"/>
                <a:ext cx="205200" cy="25092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4B0088F5-B4CA-4B84-B923-FBBEF241EF0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98132" y="3330026"/>
                  <a:ext cx="2228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600B2161-4A2D-4437-8DC7-FE1BE4D0A37B}"/>
                    </a:ext>
                  </a:extLst>
                </p14:cNvPr>
                <p14:cNvContentPartPr/>
                <p14:nvPr/>
              </p14:nvContentPartPr>
              <p14:xfrm>
                <a:off x="2366692" y="3247946"/>
                <a:ext cx="65160" cy="37224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600B2161-4A2D-4437-8DC7-FE1BE4D0A37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357692" y="3238946"/>
                  <a:ext cx="828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CBEA7844-FA6D-46C2-8060-7AEF9F3A928F}"/>
                    </a:ext>
                  </a:extLst>
                </p14:cNvPr>
                <p14:cNvContentPartPr/>
                <p14:nvPr/>
              </p14:nvContentPartPr>
              <p14:xfrm>
                <a:off x="2566492" y="3350906"/>
                <a:ext cx="131400" cy="111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CBEA7844-FA6D-46C2-8060-7AEF9F3A92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57852" y="3341906"/>
                  <a:ext cx="1490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48ABD06D-7003-4DAD-BB41-C4903BC49C31}"/>
                    </a:ext>
                  </a:extLst>
                </p14:cNvPr>
                <p14:cNvContentPartPr/>
                <p14:nvPr/>
              </p14:nvContentPartPr>
              <p14:xfrm>
                <a:off x="2552452" y="3452426"/>
                <a:ext cx="157680" cy="1980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48ABD06D-7003-4DAD-BB41-C4903BC49C3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43452" y="3443786"/>
                  <a:ext cx="17532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870D1AD9-9AEB-46E7-A375-30B6F4ECA2AA}"/>
                  </a:ext>
                </a:extLst>
              </p14:cNvPr>
              <p14:cNvContentPartPr/>
              <p14:nvPr/>
            </p14:nvContentPartPr>
            <p14:xfrm>
              <a:off x="4712452" y="3346586"/>
              <a:ext cx="167760" cy="2880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870D1AD9-9AEB-46E7-A375-30B6F4ECA2A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703812" y="3337586"/>
                <a:ext cx="18540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upo 85">
            <a:extLst>
              <a:ext uri="{FF2B5EF4-FFF2-40B4-BE49-F238E27FC236}">
                <a16:creationId xmlns:a16="http://schemas.microsoft.com/office/drawing/2014/main" id="{C23E071B-8C2A-44F8-B169-1351BD50DC60}"/>
              </a:ext>
            </a:extLst>
          </p:cNvPr>
          <p:cNvGrpSpPr/>
          <p:nvPr/>
        </p:nvGrpSpPr>
        <p:grpSpPr>
          <a:xfrm>
            <a:off x="3000292" y="3119426"/>
            <a:ext cx="1351800" cy="766080"/>
            <a:chOff x="3000292" y="3119426"/>
            <a:chExt cx="1351800" cy="76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C459ADDA-8F11-416B-93B0-20A86F93A001}"/>
                    </a:ext>
                  </a:extLst>
                </p14:cNvPr>
                <p14:cNvContentPartPr/>
                <p14:nvPr/>
              </p14:nvContentPartPr>
              <p14:xfrm>
                <a:off x="3019012" y="3259466"/>
                <a:ext cx="213480" cy="16668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C459ADDA-8F11-416B-93B0-20A86F93A00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10372" y="3250826"/>
                  <a:ext cx="2311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DBB65233-565C-4F67-A390-88200F012AA4}"/>
                    </a:ext>
                  </a:extLst>
                </p14:cNvPr>
                <p14:cNvContentPartPr/>
                <p14:nvPr/>
              </p14:nvContentPartPr>
              <p14:xfrm>
                <a:off x="3000292" y="3516146"/>
                <a:ext cx="801720" cy="4932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DBB65233-565C-4F67-A390-88200F012AA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91292" y="3507506"/>
                  <a:ext cx="819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A4FFAE88-97E7-4A01-87EF-6245236F01F1}"/>
                    </a:ext>
                  </a:extLst>
                </p14:cNvPr>
                <p14:cNvContentPartPr/>
                <p14:nvPr/>
              </p14:nvContentPartPr>
              <p14:xfrm>
                <a:off x="3333652" y="3613346"/>
                <a:ext cx="285120" cy="27216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A4FFAE88-97E7-4A01-87EF-6245236F01F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24652" y="3604346"/>
                  <a:ext cx="3027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9106F477-82A5-4D11-8021-36BCDEBEF39C}"/>
                    </a:ext>
                  </a:extLst>
                </p14:cNvPr>
                <p14:cNvContentPartPr/>
                <p14:nvPr/>
              </p14:nvContentPartPr>
              <p14:xfrm>
                <a:off x="3954652" y="3171986"/>
                <a:ext cx="131760" cy="63828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9106F477-82A5-4D11-8021-36BCDEBEF39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45652" y="3162986"/>
                  <a:ext cx="14940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07C22A29-A736-4090-83A2-CE332CF0FE47}"/>
                    </a:ext>
                  </a:extLst>
                </p14:cNvPr>
                <p14:cNvContentPartPr/>
                <p14:nvPr/>
              </p14:nvContentPartPr>
              <p14:xfrm>
                <a:off x="4280452" y="3301946"/>
                <a:ext cx="71640" cy="23580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07C22A29-A736-4090-83A2-CE332CF0FE4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71452" y="3292946"/>
                  <a:ext cx="892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6EFBE126-7427-4191-A4B2-D2398B3CB8DA}"/>
                    </a:ext>
                  </a:extLst>
                </p14:cNvPr>
                <p14:cNvContentPartPr/>
                <p14:nvPr/>
              </p14:nvContentPartPr>
              <p14:xfrm>
                <a:off x="3372532" y="3119426"/>
                <a:ext cx="261720" cy="30240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6EFBE126-7427-4191-A4B2-D2398B3CB8D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63532" y="3110426"/>
                  <a:ext cx="279360" cy="32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49C83795-7D06-4BE6-B0D4-BECCD082B73E}"/>
                  </a:ext>
                </a:extLst>
              </p14:cNvPr>
              <p14:cNvContentPartPr/>
              <p14:nvPr/>
            </p14:nvContentPartPr>
            <p14:xfrm>
              <a:off x="5248492" y="2962106"/>
              <a:ext cx="226800" cy="201600"/>
            </p14:xfrm>
          </p:contentPart>
        </mc:Choice>
        <mc:Fallback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49C83795-7D06-4BE6-B0D4-BECCD082B73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239492" y="2953106"/>
                <a:ext cx="2444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69334802-BE97-4931-98C4-0EE64DFE50B1}"/>
                  </a:ext>
                </a:extLst>
              </p14:cNvPr>
              <p14:cNvContentPartPr/>
              <p14:nvPr/>
            </p14:nvContentPartPr>
            <p14:xfrm>
              <a:off x="5735572" y="2887946"/>
              <a:ext cx="147600" cy="65484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69334802-BE97-4931-98C4-0EE64DFE50B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726572" y="2879306"/>
                <a:ext cx="165240" cy="67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0E0C3F96-6319-4876-BD1A-FBE209B3AED6}"/>
                  </a:ext>
                </a:extLst>
              </p14:cNvPr>
              <p14:cNvContentPartPr/>
              <p14:nvPr/>
            </p14:nvContentPartPr>
            <p14:xfrm>
              <a:off x="6028612" y="2882546"/>
              <a:ext cx="170640" cy="70740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0E0C3F96-6319-4876-BD1A-FBE209B3AED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019612" y="2873906"/>
                <a:ext cx="188280" cy="72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76013E43-E3C6-4F72-9629-AEF316A39420}"/>
                  </a:ext>
                </a:extLst>
              </p14:cNvPr>
              <p14:cNvContentPartPr/>
              <p14:nvPr/>
            </p14:nvContentPartPr>
            <p14:xfrm>
              <a:off x="6282052" y="2892266"/>
              <a:ext cx="266760" cy="16992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76013E43-E3C6-4F72-9629-AEF316A3942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273412" y="2883626"/>
                <a:ext cx="2844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19613679-BF2F-4D76-A8EA-6AE22C1E2898}"/>
                  </a:ext>
                </a:extLst>
              </p14:cNvPr>
              <p14:cNvContentPartPr/>
              <p14:nvPr/>
            </p14:nvContentPartPr>
            <p14:xfrm>
              <a:off x="6664372" y="2955626"/>
              <a:ext cx="147960" cy="4752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19613679-BF2F-4D76-A8EA-6AE22C1E289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655732" y="2946626"/>
                <a:ext cx="1656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B394AACF-C704-441E-B76A-38BF7CBC1A78}"/>
                  </a:ext>
                </a:extLst>
              </p14:cNvPr>
              <p14:cNvContentPartPr/>
              <p14:nvPr/>
            </p14:nvContentPartPr>
            <p14:xfrm>
              <a:off x="6882532" y="2897306"/>
              <a:ext cx="217800" cy="17316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B394AACF-C704-441E-B76A-38BF7CBC1A7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873532" y="2888306"/>
                <a:ext cx="2354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5407285F-0B5B-4B22-B2D0-6B257DC480C4}"/>
                  </a:ext>
                </a:extLst>
              </p14:cNvPr>
              <p14:cNvContentPartPr/>
              <p14:nvPr/>
            </p14:nvContentPartPr>
            <p14:xfrm>
              <a:off x="6241732" y="3173426"/>
              <a:ext cx="1190880" cy="9684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5407285F-0B5B-4B22-B2D0-6B257DC480C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232732" y="3164786"/>
                <a:ext cx="1208520" cy="1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upo 103">
            <a:extLst>
              <a:ext uri="{FF2B5EF4-FFF2-40B4-BE49-F238E27FC236}">
                <a16:creationId xmlns:a16="http://schemas.microsoft.com/office/drawing/2014/main" id="{D2429C21-7AAC-4AA8-8959-5E6784CA17D9}"/>
              </a:ext>
            </a:extLst>
          </p:cNvPr>
          <p:cNvGrpSpPr/>
          <p:nvPr/>
        </p:nvGrpSpPr>
        <p:grpSpPr>
          <a:xfrm>
            <a:off x="6367732" y="3429026"/>
            <a:ext cx="661320" cy="180000"/>
            <a:chOff x="6367732" y="3429026"/>
            <a:chExt cx="661320" cy="18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C8041693-62F3-4564-8BB4-6EA1859BB0DD}"/>
                    </a:ext>
                  </a:extLst>
                </p14:cNvPr>
                <p14:cNvContentPartPr/>
                <p14:nvPr/>
              </p14:nvContentPartPr>
              <p14:xfrm>
                <a:off x="6367732" y="3429026"/>
                <a:ext cx="210960" cy="18000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C8041693-62F3-4564-8BB4-6EA1859BB0D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59092" y="3420026"/>
                  <a:ext cx="228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072510AF-9C27-48B3-B23F-28D8CAE26854}"/>
                    </a:ext>
                  </a:extLst>
                </p14:cNvPr>
                <p14:cNvContentPartPr/>
                <p14:nvPr/>
              </p14:nvContentPartPr>
              <p14:xfrm>
                <a:off x="6724132" y="3529826"/>
                <a:ext cx="181440" cy="3672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072510AF-9C27-48B3-B23F-28D8CAE2685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15132" y="3520826"/>
                  <a:ext cx="199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33F4EA96-6185-4E49-9AB2-E5D4A5FFB99B}"/>
                    </a:ext>
                  </a:extLst>
                </p14:cNvPr>
                <p14:cNvContentPartPr/>
                <p14:nvPr/>
              </p14:nvContentPartPr>
              <p14:xfrm>
                <a:off x="7019332" y="3470786"/>
                <a:ext cx="9720" cy="10116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33F4EA96-6185-4E49-9AB2-E5D4A5FFB99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10332" y="3461786"/>
                  <a:ext cx="2736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979B2A00-864D-4E39-A843-9C6B57AE948D}"/>
                  </a:ext>
                </a:extLst>
              </p14:cNvPr>
              <p14:cNvContentPartPr/>
              <p14:nvPr/>
            </p14:nvContentPartPr>
            <p14:xfrm>
              <a:off x="7470772" y="2683466"/>
              <a:ext cx="204840" cy="88416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979B2A00-864D-4E39-A843-9C6B57AE948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461772" y="2674466"/>
                <a:ext cx="222480" cy="90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upo 120">
            <a:extLst>
              <a:ext uri="{FF2B5EF4-FFF2-40B4-BE49-F238E27FC236}">
                <a16:creationId xmlns:a16="http://schemas.microsoft.com/office/drawing/2014/main" id="{E6736731-AE7D-4695-87CD-6C042A2BA114}"/>
              </a:ext>
            </a:extLst>
          </p:cNvPr>
          <p:cNvGrpSpPr/>
          <p:nvPr/>
        </p:nvGrpSpPr>
        <p:grpSpPr>
          <a:xfrm>
            <a:off x="3259852" y="4864346"/>
            <a:ext cx="1022040" cy="283680"/>
            <a:chOff x="3259852" y="4864346"/>
            <a:chExt cx="1022040" cy="2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457B4810-D3C7-444E-88B3-D1879E419501}"/>
                    </a:ext>
                  </a:extLst>
                </p14:cNvPr>
                <p14:cNvContentPartPr/>
                <p14:nvPr/>
              </p14:nvContentPartPr>
              <p14:xfrm>
                <a:off x="3259852" y="4864346"/>
                <a:ext cx="1022040" cy="5292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457B4810-D3C7-444E-88B3-D1879E41950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250852" y="4855706"/>
                  <a:ext cx="10396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18BBC956-3626-4833-99F4-D131C7A4502B}"/>
                    </a:ext>
                  </a:extLst>
                </p14:cNvPr>
                <p14:cNvContentPartPr/>
                <p14:nvPr/>
              </p14:nvContentPartPr>
              <p14:xfrm>
                <a:off x="3545692" y="4969466"/>
                <a:ext cx="402840" cy="17172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18BBC956-3626-4833-99F4-D131C7A4502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36692" y="4960466"/>
                  <a:ext cx="420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C34A2EB9-2CE9-4449-AF10-E001F5B81E92}"/>
                    </a:ext>
                  </a:extLst>
                </p14:cNvPr>
                <p14:cNvContentPartPr/>
                <p14:nvPr/>
              </p14:nvContentPartPr>
              <p14:xfrm>
                <a:off x="3953932" y="4987466"/>
                <a:ext cx="227160" cy="16056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C34A2EB9-2CE9-4449-AF10-E001F5B81E9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45292" y="4978826"/>
                  <a:ext cx="244800" cy="17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8E9DB3F3-CEC4-4C57-9B8E-8C709EF9DD8B}"/>
                  </a:ext>
                </a:extLst>
              </p14:cNvPr>
              <p14:cNvContentPartPr/>
              <p14:nvPr/>
            </p14:nvContentPartPr>
            <p14:xfrm>
              <a:off x="4652692" y="4308506"/>
              <a:ext cx="137880" cy="75780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8E9DB3F3-CEC4-4C57-9B8E-8C709EF9DD8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643692" y="4299506"/>
                <a:ext cx="155520" cy="77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upo 119">
            <a:extLst>
              <a:ext uri="{FF2B5EF4-FFF2-40B4-BE49-F238E27FC236}">
                <a16:creationId xmlns:a16="http://schemas.microsoft.com/office/drawing/2014/main" id="{826882E9-FA17-4B75-805C-F3E333AA5146}"/>
              </a:ext>
            </a:extLst>
          </p:cNvPr>
          <p:cNvGrpSpPr/>
          <p:nvPr/>
        </p:nvGrpSpPr>
        <p:grpSpPr>
          <a:xfrm>
            <a:off x="2779972" y="4335146"/>
            <a:ext cx="1003320" cy="308880"/>
            <a:chOff x="2779972" y="4335146"/>
            <a:chExt cx="100332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17A39254-0F28-48E6-9DB3-182C9A69A9FB}"/>
                    </a:ext>
                  </a:extLst>
                </p14:cNvPr>
                <p14:cNvContentPartPr/>
                <p14:nvPr/>
              </p14:nvContentPartPr>
              <p14:xfrm>
                <a:off x="2779972" y="4434866"/>
                <a:ext cx="212400" cy="468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17A39254-0F28-48E6-9DB3-182C9A69A9F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770972" y="4425866"/>
                  <a:ext cx="2300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466C3FF8-AAB3-4324-A21C-42D87920C819}"/>
                    </a:ext>
                  </a:extLst>
                </p14:cNvPr>
                <p14:cNvContentPartPr/>
                <p14:nvPr/>
              </p14:nvContentPartPr>
              <p14:xfrm>
                <a:off x="2831092" y="4562306"/>
                <a:ext cx="223200" cy="817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466C3FF8-AAB3-4324-A21C-42D87920C81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22092" y="4553666"/>
                  <a:ext cx="240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657D3783-FC59-4C58-BE9B-7145B66CDCB5}"/>
                    </a:ext>
                  </a:extLst>
                </p14:cNvPr>
                <p14:cNvContentPartPr/>
                <p14:nvPr/>
              </p14:nvContentPartPr>
              <p14:xfrm>
                <a:off x="3306292" y="4368266"/>
                <a:ext cx="68400" cy="25632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657D3783-FC59-4C58-BE9B-7145B66CDCB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297292" y="4359626"/>
                  <a:ext cx="860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25637D1D-D964-42AD-A7B3-CEAAD476B0E3}"/>
                    </a:ext>
                  </a:extLst>
                </p14:cNvPr>
                <p14:cNvContentPartPr/>
                <p14:nvPr/>
              </p14:nvContentPartPr>
              <p14:xfrm>
                <a:off x="3474052" y="4335146"/>
                <a:ext cx="162360" cy="24768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25637D1D-D964-42AD-A7B3-CEAAD476B0E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65412" y="4326506"/>
                  <a:ext cx="1800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3043821E-DF62-4DB5-93F3-0337BBD9B2A9}"/>
                    </a:ext>
                  </a:extLst>
                </p14:cNvPr>
                <p14:cNvContentPartPr/>
                <p14:nvPr/>
              </p14:nvContentPartPr>
              <p14:xfrm>
                <a:off x="3732892" y="4448906"/>
                <a:ext cx="50400" cy="3060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3043821E-DF62-4DB5-93F3-0337BBD9B2A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23892" y="4439906"/>
                  <a:ext cx="6804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DE2D8578-8A7A-4FD3-BA78-00C3864DFAA5}"/>
                  </a:ext>
                </a:extLst>
              </p14:cNvPr>
              <p14:cNvContentPartPr/>
              <p14:nvPr/>
            </p14:nvContentPartPr>
            <p14:xfrm>
              <a:off x="4213492" y="4298426"/>
              <a:ext cx="196560" cy="169560"/>
            </p14:xfrm>
          </p:contentPart>
        </mc:Choice>
        <mc:Fallback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DE2D8578-8A7A-4FD3-BA78-00C3864DFAA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204852" y="4289786"/>
                <a:ext cx="21420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85045450-C177-49BD-9E29-86A35D3E3D46}"/>
                  </a:ext>
                </a:extLst>
              </p14:cNvPr>
              <p14:cNvContentPartPr/>
              <p14:nvPr/>
            </p14:nvContentPartPr>
            <p14:xfrm>
              <a:off x="5035372" y="4407146"/>
              <a:ext cx="214560" cy="252720"/>
            </p14:xfrm>
          </p:contentPart>
        </mc:Choice>
        <mc:Fallback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85045450-C177-49BD-9E29-86A35D3E3D4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026372" y="4398146"/>
                <a:ext cx="232200" cy="27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upo 148">
            <a:extLst>
              <a:ext uri="{FF2B5EF4-FFF2-40B4-BE49-F238E27FC236}">
                <a16:creationId xmlns:a16="http://schemas.microsoft.com/office/drawing/2014/main" id="{9EFB4198-2F96-4277-AB55-AA371F510F80}"/>
              </a:ext>
            </a:extLst>
          </p:cNvPr>
          <p:cNvGrpSpPr/>
          <p:nvPr/>
        </p:nvGrpSpPr>
        <p:grpSpPr>
          <a:xfrm>
            <a:off x="5558092" y="3864986"/>
            <a:ext cx="3710160" cy="1153080"/>
            <a:chOff x="5558092" y="3864986"/>
            <a:chExt cx="3710160" cy="11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5D88662E-91D3-4B72-B481-321163A3E264}"/>
                    </a:ext>
                  </a:extLst>
                </p14:cNvPr>
                <p14:cNvContentPartPr/>
                <p14:nvPr/>
              </p14:nvContentPartPr>
              <p14:xfrm>
                <a:off x="5558092" y="4475546"/>
                <a:ext cx="173160" cy="1944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5D88662E-91D3-4B72-B481-321163A3E26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549452" y="4466906"/>
                  <a:ext cx="190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1AB03493-AA11-4655-A39C-F49F4C709D84}"/>
                    </a:ext>
                  </a:extLst>
                </p14:cNvPr>
                <p14:cNvContentPartPr/>
                <p14:nvPr/>
              </p14:nvContentPartPr>
              <p14:xfrm>
                <a:off x="5999812" y="4269986"/>
                <a:ext cx="61200" cy="20556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1AB03493-AA11-4655-A39C-F49F4C709D8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91172" y="4260986"/>
                  <a:ext cx="788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21326F1B-4B18-4808-B3CE-85585D2974DE}"/>
                    </a:ext>
                  </a:extLst>
                </p14:cNvPr>
                <p14:cNvContentPartPr/>
                <p14:nvPr/>
              </p14:nvContentPartPr>
              <p14:xfrm>
                <a:off x="6125092" y="4267826"/>
                <a:ext cx="132480" cy="16704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21326F1B-4B18-4808-B3CE-85585D2974D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16092" y="4258826"/>
                  <a:ext cx="1501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81316A79-3775-4274-9DBF-98F91D480800}"/>
                    </a:ext>
                  </a:extLst>
                </p14:cNvPr>
                <p14:cNvContentPartPr/>
                <p14:nvPr/>
              </p14:nvContentPartPr>
              <p14:xfrm>
                <a:off x="5902252" y="4520546"/>
                <a:ext cx="533520" cy="3672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81316A79-3775-4274-9DBF-98F91D48080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893612" y="4511546"/>
                  <a:ext cx="551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08F199D1-924C-451E-A9D5-6CE3F308F30C}"/>
                    </a:ext>
                  </a:extLst>
                </p14:cNvPr>
                <p14:cNvContentPartPr/>
                <p14:nvPr/>
              </p14:nvContentPartPr>
              <p14:xfrm>
                <a:off x="6609652" y="4226066"/>
                <a:ext cx="136440" cy="79200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08F199D1-924C-451E-A9D5-6CE3F308F30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01012" y="4217066"/>
                  <a:ext cx="154080" cy="8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6F10B5B7-4800-47F7-AFEE-6F7E9F0EA5E9}"/>
                    </a:ext>
                  </a:extLst>
                </p14:cNvPr>
                <p14:cNvContentPartPr/>
                <p14:nvPr/>
              </p14:nvContentPartPr>
              <p14:xfrm>
                <a:off x="7012492" y="4241906"/>
                <a:ext cx="115560" cy="76860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6F10B5B7-4800-47F7-AFEE-6F7E9F0EA5E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03492" y="4233266"/>
                  <a:ext cx="133200" cy="78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1C6384C5-CB3E-4CBD-804D-1733F7251571}"/>
                    </a:ext>
                  </a:extLst>
                </p14:cNvPr>
                <p14:cNvContentPartPr/>
                <p14:nvPr/>
              </p14:nvContentPartPr>
              <p14:xfrm>
                <a:off x="7273132" y="4172426"/>
                <a:ext cx="230040" cy="19080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1C6384C5-CB3E-4CBD-804D-1733F725157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264132" y="4163426"/>
                  <a:ext cx="2476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E42C4189-F57F-4A07-A15E-E37270DE2D82}"/>
                    </a:ext>
                  </a:extLst>
                </p14:cNvPr>
                <p14:cNvContentPartPr/>
                <p14:nvPr/>
              </p14:nvContentPartPr>
              <p14:xfrm>
                <a:off x="7553932" y="4170266"/>
                <a:ext cx="149040" cy="13032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E42C4189-F57F-4A07-A15E-E37270DE2D8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44932" y="4161626"/>
                  <a:ext cx="1666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C6FE7023-3280-426B-A603-A14E6AA47D0A}"/>
                    </a:ext>
                  </a:extLst>
                </p14:cNvPr>
                <p14:cNvContentPartPr/>
                <p14:nvPr/>
              </p14:nvContentPartPr>
              <p14:xfrm>
                <a:off x="7825372" y="4209866"/>
                <a:ext cx="115920" cy="684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C6FE7023-3280-426B-A603-A14E6AA47D0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16732" y="4201226"/>
                  <a:ext cx="133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4D9087FF-546A-4499-97E6-CF063374824E}"/>
                    </a:ext>
                  </a:extLst>
                </p14:cNvPr>
                <p14:cNvContentPartPr/>
                <p14:nvPr/>
              </p14:nvContentPartPr>
              <p14:xfrm>
                <a:off x="8124532" y="4077026"/>
                <a:ext cx="45720" cy="18036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4D9087FF-546A-4499-97E6-CF063374824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15532" y="4068386"/>
                  <a:ext cx="633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236D7EC0-C628-43DA-BB75-00F226E2151B}"/>
                    </a:ext>
                  </a:extLst>
                </p14:cNvPr>
                <p14:cNvContentPartPr/>
                <p14:nvPr/>
              </p14:nvContentPartPr>
              <p14:xfrm>
                <a:off x="8272132" y="4071626"/>
                <a:ext cx="125280" cy="22032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236D7EC0-C628-43DA-BB75-00F226E2151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63132" y="4062626"/>
                  <a:ext cx="1429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4DE85B03-1759-4736-87EF-CCE1A58BF19D}"/>
                    </a:ext>
                  </a:extLst>
                </p14:cNvPr>
                <p14:cNvContentPartPr/>
                <p14:nvPr/>
              </p14:nvContentPartPr>
              <p14:xfrm>
                <a:off x="7183492" y="4373666"/>
                <a:ext cx="1591200" cy="13320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4DE85B03-1759-4736-87EF-CCE1A58BF19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74852" y="4365026"/>
                  <a:ext cx="1608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D85ABDD3-FAD4-43E5-AD22-CB15B1E4EEB7}"/>
                    </a:ext>
                  </a:extLst>
                </p14:cNvPr>
                <p14:cNvContentPartPr/>
                <p14:nvPr/>
              </p14:nvContentPartPr>
              <p14:xfrm>
                <a:off x="7743292" y="4691186"/>
                <a:ext cx="62280" cy="18900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D85ABDD3-FAD4-43E5-AD22-CB15B1E4EEB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34652" y="4682186"/>
                  <a:ext cx="79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62680B2E-A61C-47BF-A761-D7C15EBCECFF}"/>
                    </a:ext>
                  </a:extLst>
                </p14:cNvPr>
                <p14:cNvContentPartPr/>
                <p14:nvPr/>
              </p14:nvContentPartPr>
              <p14:xfrm>
                <a:off x="7889812" y="4675706"/>
                <a:ext cx="155160" cy="19764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62680B2E-A61C-47BF-A761-D7C15EBCECF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880812" y="4667066"/>
                  <a:ext cx="172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E0393B0E-012C-4279-84AF-C9FEEA1AB5F1}"/>
                    </a:ext>
                  </a:extLst>
                </p14:cNvPr>
                <p14:cNvContentPartPr/>
                <p14:nvPr/>
              </p14:nvContentPartPr>
              <p14:xfrm>
                <a:off x="8678572" y="3864986"/>
                <a:ext cx="140760" cy="101232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E0393B0E-012C-4279-84AF-C9FEEA1AB5F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669932" y="3855986"/>
                  <a:ext cx="158400" cy="10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463729F2-349A-425C-8B3B-9997A165AD3B}"/>
                    </a:ext>
                  </a:extLst>
                </p14:cNvPr>
                <p14:cNvContentPartPr/>
                <p14:nvPr/>
              </p14:nvContentPartPr>
              <p14:xfrm>
                <a:off x="9072412" y="4218506"/>
                <a:ext cx="180360" cy="684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463729F2-349A-425C-8B3B-9997A165AD3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063412" y="4209506"/>
                  <a:ext cx="19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595070DB-2306-4CCD-BB1D-971BC2C7B10F}"/>
                    </a:ext>
                  </a:extLst>
                </p14:cNvPr>
                <p14:cNvContentPartPr/>
                <p14:nvPr/>
              </p14:nvContentPartPr>
              <p14:xfrm>
                <a:off x="9087892" y="4342706"/>
                <a:ext cx="180360" cy="468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595070DB-2306-4CCD-BB1D-971BC2C7B10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78892" y="4334066"/>
                  <a:ext cx="19800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upo 154">
            <a:extLst>
              <a:ext uri="{FF2B5EF4-FFF2-40B4-BE49-F238E27FC236}">
                <a16:creationId xmlns:a16="http://schemas.microsoft.com/office/drawing/2014/main" id="{2FA20FFB-B461-4E90-9ED7-02B5B46524BD}"/>
              </a:ext>
            </a:extLst>
          </p:cNvPr>
          <p:cNvGrpSpPr/>
          <p:nvPr/>
        </p:nvGrpSpPr>
        <p:grpSpPr>
          <a:xfrm>
            <a:off x="5572492" y="1433186"/>
            <a:ext cx="1479240" cy="338040"/>
            <a:chOff x="5572492" y="1433186"/>
            <a:chExt cx="147924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9D5FE667-C65D-46DC-95C1-044DCC8F7A01}"/>
                    </a:ext>
                  </a:extLst>
                </p14:cNvPr>
                <p14:cNvContentPartPr/>
                <p14:nvPr/>
              </p14:nvContentPartPr>
              <p14:xfrm>
                <a:off x="5572492" y="1518146"/>
                <a:ext cx="163440" cy="25308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9D5FE667-C65D-46DC-95C1-044DCC8F7A0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63492" y="1509146"/>
                  <a:ext cx="1810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52EEE237-B329-47A4-91BC-8E0A085B8332}"/>
                    </a:ext>
                  </a:extLst>
                </p14:cNvPr>
                <p14:cNvContentPartPr/>
                <p14:nvPr/>
              </p14:nvContentPartPr>
              <p14:xfrm>
                <a:off x="5777332" y="1586546"/>
                <a:ext cx="199800" cy="12420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52EEE237-B329-47A4-91BC-8E0A085B833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768332" y="1577906"/>
                  <a:ext cx="217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A4F2F843-F9F0-4A8B-9003-A0736D455EBE}"/>
                    </a:ext>
                  </a:extLst>
                </p14:cNvPr>
                <p14:cNvContentPartPr/>
                <p14:nvPr/>
              </p14:nvContentPartPr>
              <p14:xfrm>
                <a:off x="6108532" y="1612106"/>
                <a:ext cx="176400" cy="12708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A4F2F843-F9F0-4A8B-9003-A0736D455EB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99532" y="1603466"/>
                  <a:ext cx="1940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BDB555E0-2E7C-4A93-B67A-B037D3D80B60}"/>
                    </a:ext>
                  </a:extLst>
                </p14:cNvPr>
                <p14:cNvContentPartPr/>
                <p14:nvPr/>
              </p14:nvContentPartPr>
              <p14:xfrm>
                <a:off x="6331012" y="1600586"/>
                <a:ext cx="279000" cy="7308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BDB555E0-2E7C-4A93-B67A-B037D3D80B6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322012" y="1591586"/>
                  <a:ext cx="296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7371971D-C84B-4491-9BFF-65F4CBB84C7B}"/>
                    </a:ext>
                  </a:extLst>
                </p14:cNvPr>
                <p14:cNvContentPartPr/>
                <p14:nvPr/>
              </p14:nvContentPartPr>
              <p14:xfrm>
                <a:off x="6676252" y="1433186"/>
                <a:ext cx="375480" cy="23616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7371971D-C84B-4491-9BFF-65F4CBB84C7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67612" y="1424546"/>
                  <a:ext cx="39312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5988F081-2371-4746-B86E-B9975FEA80C7}"/>
                  </a:ext>
                </a:extLst>
              </p14:cNvPr>
              <p14:cNvContentPartPr/>
              <p14:nvPr/>
            </p14:nvContentPartPr>
            <p14:xfrm>
              <a:off x="3905332" y="4274666"/>
              <a:ext cx="36360" cy="284760"/>
            </p14:xfrm>
          </p:contentPart>
        </mc:Choice>
        <mc:Fallback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5988F081-2371-4746-B86E-B9975FEA80C7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896332" y="4265666"/>
                <a:ext cx="54000" cy="30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upo 162">
            <a:extLst>
              <a:ext uri="{FF2B5EF4-FFF2-40B4-BE49-F238E27FC236}">
                <a16:creationId xmlns:a16="http://schemas.microsoft.com/office/drawing/2014/main" id="{B526E35F-B142-4427-BD7D-B4821F22BC32}"/>
              </a:ext>
            </a:extLst>
          </p:cNvPr>
          <p:cNvGrpSpPr/>
          <p:nvPr/>
        </p:nvGrpSpPr>
        <p:grpSpPr>
          <a:xfrm>
            <a:off x="2854852" y="5575706"/>
            <a:ext cx="1153440" cy="294120"/>
            <a:chOff x="2854852" y="5575706"/>
            <a:chExt cx="115344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D5B9D6E6-2F9E-4E8B-A51B-E037444289EB}"/>
                    </a:ext>
                  </a:extLst>
                </p14:cNvPr>
                <p14:cNvContentPartPr/>
                <p14:nvPr/>
              </p14:nvContentPartPr>
              <p14:xfrm>
                <a:off x="2854852" y="5719346"/>
                <a:ext cx="162360" cy="2592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D5B9D6E6-2F9E-4E8B-A51B-E037444289E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45852" y="5710346"/>
                  <a:ext cx="180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983E09A4-CC5A-48BD-9470-46E4C0BE3D1B}"/>
                    </a:ext>
                  </a:extLst>
                </p14:cNvPr>
                <p14:cNvContentPartPr/>
                <p14:nvPr/>
              </p14:nvContentPartPr>
              <p14:xfrm>
                <a:off x="2958532" y="5774786"/>
                <a:ext cx="267120" cy="7092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983E09A4-CC5A-48BD-9470-46E4C0BE3D1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949532" y="5766146"/>
                  <a:ext cx="284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7FBC2A7C-5AEC-4ACF-99C4-2D4A8536C2CF}"/>
                    </a:ext>
                  </a:extLst>
                </p14:cNvPr>
                <p14:cNvContentPartPr/>
                <p14:nvPr/>
              </p14:nvContentPartPr>
              <p14:xfrm>
                <a:off x="3452812" y="5575706"/>
                <a:ext cx="206280" cy="29412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7FBC2A7C-5AEC-4ACF-99C4-2D4A8536C2C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43812" y="5566706"/>
                  <a:ext cx="2239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2B2BC09C-ACAD-481A-B245-C85B2AB9E0D8}"/>
                    </a:ext>
                  </a:extLst>
                </p14:cNvPr>
                <p14:cNvContentPartPr/>
                <p14:nvPr/>
              </p14:nvContentPartPr>
              <p14:xfrm>
                <a:off x="3699052" y="5811506"/>
                <a:ext cx="360" cy="3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2B2BC09C-ACAD-481A-B245-C85B2AB9E0D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90412" y="58025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2A655615-ADC2-4EB3-941F-B0EF3D1F1E4A}"/>
                    </a:ext>
                  </a:extLst>
                </p14:cNvPr>
                <p14:cNvContentPartPr/>
                <p14:nvPr/>
              </p14:nvContentPartPr>
              <p14:xfrm>
                <a:off x="3889132" y="5617826"/>
                <a:ext cx="119160" cy="22608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2A655615-ADC2-4EB3-941F-B0EF3D1F1E4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880492" y="5609186"/>
                  <a:ext cx="136800" cy="24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62" name="Entrada de lápiz 161">
                <a:extLst>
                  <a:ext uri="{FF2B5EF4-FFF2-40B4-BE49-F238E27FC236}">
                    <a16:creationId xmlns:a16="http://schemas.microsoft.com/office/drawing/2014/main" id="{DF6711E7-5B89-48DB-9965-23955E18B170}"/>
                  </a:ext>
                </a:extLst>
              </p14:cNvPr>
              <p14:cNvContentPartPr/>
              <p14:nvPr/>
            </p14:nvContentPartPr>
            <p14:xfrm>
              <a:off x="4299532" y="5491106"/>
              <a:ext cx="89640" cy="713880"/>
            </p14:xfrm>
          </p:contentPart>
        </mc:Choice>
        <mc:Fallback>
          <p:pic>
            <p:nvPicPr>
              <p:cNvPr id="162" name="Entrada de lápiz 161">
                <a:extLst>
                  <a:ext uri="{FF2B5EF4-FFF2-40B4-BE49-F238E27FC236}">
                    <a16:creationId xmlns:a16="http://schemas.microsoft.com/office/drawing/2014/main" id="{DF6711E7-5B89-48DB-9965-23955E18B170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290532" y="5482106"/>
                <a:ext cx="107280" cy="73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8F80B0B9-6F22-404C-A81D-281BCA7EB075}"/>
                  </a:ext>
                </a:extLst>
              </p14:cNvPr>
              <p14:cNvContentPartPr/>
              <p14:nvPr/>
            </p14:nvContentPartPr>
            <p14:xfrm>
              <a:off x="5293852" y="3316346"/>
              <a:ext cx="366120" cy="3996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8F80B0B9-6F22-404C-A81D-281BCA7EB07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284852" y="3307706"/>
                <a:ext cx="3837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66" name="Entrada de lápiz 165">
                <a:extLst>
                  <a:ext uri="{FF2B5EF4-FFF2-40B4-BE49-F238E27FC236}">
                    <a16:creationId xmlns:a16="http://schemas.microsoft.com/office/drawing/2014/main" id="{0A1FE5A9-98A2-4733-8D53-E602C41CAAA9}"/>
                  </a:ext>
                </a:extLst>
              </p14:cNvPr>
              <p14:cNvContentPartPr/>
              <p14:nvPr/>
            </p14:nvContentPartPr>
            <p14:xfrm>
              <a:off x="5315452" y="3407786"/>
              <a:ext cx="229680" cy="293040"/>
            </p14:xfrm>
          </p:contentPart>
        </mc:Choice>
        <mc:Fallback>
          <p:pic>
            <p:nvPicPr>
              <p:cNvPr id="166" name="Entrada de lápiz 165">
                <a:extLst>
                  <a:ext uri="{FF2B5EF4-FFF2-40B4-BE49-F238E27FC236}">
                    <a16:creationId xmlns:a16="http://schemas.microsoft.com/office/drawing/2014/main" id="{0A1FE5A9-98A2-4733-8D53-E602C41CAAA9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306812" y="3398786"/>
                <a:ext cx="247320" cy="31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upo 168">
            <a:extLst>
              <a:ext uri="{FF2B5EF4-FFF2-40B4-BE49-F238E27FC236}">
                <a16:creationId xmlns:a16="http://schemas.microsoft.com/office/drawing/2014/main" id="{7E555ED7-8343-41B5-8DCD-CE0AD912970A}"/>
              </a:ext>
            </a:extLst>
          </p:cNvPr>
          <p:cNvGrpSpPr/>
          <p:nvPr/>
        </p:nvGrpSpPr>
        <p:grpSpPr>
          <a:xfrm>
            <a:off x="5980732" y="4718906"/>
            <a:ext cx="501120" cy="246600"/>
            <a:chOff x="5980732" y="4718906"/>
            <a:chExt cx="501120" cy="24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8DB4889A-538C-494C-B514-FA9F0EA2ADEC}"/>
                    </a:ext>
                  </a:extLst>
                </p14:cNvPr>
                <p14:cNvContentPartPr/>
                <p14:nvPr/>
              </p14:nvContentPartPr>
              <p14:xfrm>
                <a:off x="5980732" y="4718906"/>
                <a:ext cx="237240" cy="24660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8DB4889A-538C-494C-B514-FA9F0EA2ADE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972092" y="4709906"/>
                  <a:ext cx="2548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20AD154D-F11B-40DE-9100-D836874E6346}"/>
                    </a:ext>
                  </a:extLst>
                </p14:cNvPr>
                <p14:cNvContentPartPr/>
                <p14:nvPr/>
              </p14:nvContentPartPr>
              <p14:xfrm>
                <a:off x="6245332" y="4728266"/>
                <a:ext cx="236520" cy="18900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20AD154D-F11B-40DE-9100-D836874E634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236332" y="4719626"/>
                  <a:ext cx="25416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upo 178">
            <a:extLst>
              <a:ext uri="{FF2B5EF4-FFF2-40B4-BE49-F238E27FC236}">
                <a16:creationId xmlns:a16="http://schemas.microsoft.com/office/drawing/2014/main" id="{62C15BF9-345A-423B-B529-8BD1BD2D5A3D}"/>
              </a:ext>
            </a:extLst>
          </p:cNvPr>
          <p:cNvGrpSpPr/>
          <p:nvPr/>
        </p:nvGrpSpPr>
        <p:grpSpPr>
          <a:xfrm>
            <a:off x="4507612" y="5437466"/>
            <a:ext cx="1103040" cy="722520"/>
            <a:chOff x="4507612" y="5437466"/>
            <a:chExt cx="1103040" cy="72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8494F259-8FB9-4FE8-9F9D-5B31F22F7201}"/>
                    </a:ext>
                  </a:extLst>
                </p14:cNvPr>
                <p14:cNvContentPartPr/>
                <p14:nvPr/>
              </p14:nvContentPartPr>
              <p14:xfrm>
                <a:off x="4544692" y="5464466"/>
                <a:ext cx="80280" cy="18144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8494F259-8FB9-4FE8-9F9D-5B31F22F720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35692" y="5455466"/>
                  <a:ext cx="979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F3D77520-1F87-493C-B2A6-96115FF8F86A}"/>
                    </a:ext>
                  </a:extLst>
                </p14:cNvPr>
                <p14:cNvContentPartPr/>
                <p14:nvPr/>
              </p14:nvContentPartPr>
              <p14:xfrm>
                <a:off x="4662412" y="5537906"/>
                <a:ext cx="142200" cy="15732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F3D77520-1F87-493C-B2A6-96115FF8F86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653772" y="5528906"/>
                  <a:ext cx="1598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9BF45542-C284-4E10-9064-19F2CC2D1E71}"/>
                    </a:ext>
                  </a:extLst>
                </p14:cNvPr>
                <p14:cNvContentPartPr/>
                <p14:nvPr/>
              </p14:nvContentPartPr>
              <p14:xfrm>
                <a:off x="4507612" y="5783426"/>
                <a:ext cx="287280" cy="4104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9BF45542-C284-4E10-9064-19F2CC2D1E7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98972" y="5774786"/>
                  <a:ext cx="3049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895C4A0E-D8FF-4747-8C0E-003FF8ACC38C}"/>
                    </a:ext>
                  </a:extLst>
                </p14:cNvPr>
                <p14:cNvContentPartPr/>
                <p14:nvPr/>
              </p14:nvContentPartPr>
              <p14:xfrm>
                <a:off x="4600492" y="5931386"/>
                <a:ext cx="212400" cy="22248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895C4A0E-D8FF-4747-8C0E-003FF8ACC38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591852" y="5922746"/>
                  <a:ext cx="2300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0DBBD794-3504-4A4F-8018-A002413E47E1}"/>
                    </a:ext>
                  </a:extLst>
                </p14:cNvPr>
                <p14:cNvContentPartPr/>
                <p14:nvPr/>
              </p14:nvContentPartPr>
              <p14:xfrm>
                <a:off x="4822252" y="5923466"/>
                <a:ext cx="210960" cy="15048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0DBBD794-3504-4A4F-8018-A002413E47E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13612" y="5914466"/>
                  <a:ext cx="2286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6CE94CCF-04BE-4E7E-B709-D2623E5A15A5}"/>
                    </a:ext>
                  </a:extLst>
                </p14:cNvPr>
                <p14:cNvContentPartPr/>
                <p14:nvPr/>
              </p14:nvContentPartPr>
              <p14:xfrm>
                <a:off x="5124652" y="5437466"/>
                <a:ext cx="121680" cy="72252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6CE94CCF-04BE-4E7E-B709-D2623E5A15A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115652" y="5428826"/>
                  <a:ext cx="139320" cy="74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96F52487-1145-4073-A2C5-1454D0B90C53}"/>
                    </a:ext>
                  </a:extLst>
                </p14:cNvPr>
                <p14:cNvContentPartPr/>
                <p14:nvPr/>
              </p14:nvContentPartPr>
              <p14:xfrm>
                <a:off x="5489332" y="5497586"/>
                <a:ext cx="121320" cy="60516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96F52487-1145-4073-A2C5-1454D0B90C5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80692" y="5488586"/>
                  <a:ext cx="138960" cy="62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upo 193">
            <a:extLst>
              <a:ext uri="{FF2B5EF4-FFF2-40B4-BE49-F238E27FC236}">
                <a16:creationId xmlns:a16="http://schemas.microsoft.com/office/drawing/2014/main" id="{E891B053-5F11-4EA5-8B17-4F31274821CD}"/>
              </a:ext>
            </a:extLst>
          </p:cNvPr>
          <p:cNvGrpSpPr/>
          <p:nvPr/>
        </p:nvGrpSpPr>
        <p:grpSpPr>
          <a:xfrm>
            <a:off x="5611732" y="5410826"/>
            <a:ext cx="2599200" cy="752400"/>
            <a:chOff x="5611732" y="5410826"/>
            <a:chExt cx="2599200" cy="75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E1D50844-DACE-47C9-8766-76FE1BD8EFC8}"/>
                    </a:ext>
                  </a:extLst>
                </p14:cNvPr>
                <p14:cNvContentPartPr/>
                <p14:nvPr/>
              </p14:nvContentPartPr>
              <p14:xfrm>
                <a:off x="5716492" y="5494706"/>
                <a:ext cx="146520" cy="19044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E1D50844-DACE-47C9-8766-76FE1BD8EFC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707492" y="5486066"/>
                  <a:ext cx="164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ECBA7106-0B40-4E07-85A0-F950A1C649F4}"/>
                    </a:ext>
                  </a:extLst>
                </p14:cNvPr>
                <p14:cNvContentPartPr/>
                <p14:nvPr/>
              </p14:nvContentPartPr>
              <p14:xfrm>
                <a:off x="5611732" y="5774786"/>
                <a:ext cx="446760" cy="4428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ECBA7106-0B40-4E07-85A0-F950A1C649F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602732" y="5766146"/>
                  <a:ext cx="464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06E9030A-5C53-47A5-B823-80A2F690CFEC}"/>
                    </a:ext>
                  </a:extLst>
                </p14:cNvPr>
                <p14:cNvContentPartPr/>
                <p14:nvPr/>
              </p14:nvContentPartPr>
              <p14:xfrm>
                <a:off x="5685532" y="5970986"/>
                <a:ext cx="81360" cy="19224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06E9030A-5C53-47A5-B823-80A2F690CFE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76892" y="5962346"/>
                  <a:ext cx="990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5E024293-EAB4-47B1-804F-923581099FE8}"/>
                    </a:ext>
                  </a:extLst>
                </p14:cNvPr>
                <p14:cNvContentPartPr/>
                <p14:nvPr/>
              </p14:nvContentPartPr>
              <p14:xfrm>
                <a:off x="5859412" y="5911946"/>
                <a:ext cx="98280" cy="16956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5E024293-EAB4-47B1-804F-923581099FE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850412" y="5903306"/>
                  <a:ext cx="1159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CEEEBBD7-10E0-4CC4-9C4D-FF2606FAD5C9}"/>
                    </a:ext>
                  </a:extLst>
                </p14:cNvPr>
                <p14:cNvContentPartPr/>
                <p14:nvPr/>
              </p14:nvContentPartPr>
              <p14:xfrm>
                <a:off x="6169012" y="5410826"/>
                <a:ext cx="140400" cy="67356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CEEEBBD7-10E0-4CC4-9C4D-FF2606FAD5C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160372" y="5401826"/>
                  <a:ext cx="15804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A0EF25E9-2DDA-4220-B451-BC157148F097}"/>
                    </a:ext>
                  </a:extLst>
                </p14:cNvPr>
                <p14:cNvContentPartPr/>
                <p14:nvPr/>
              </p14:nvContentPartPr>
              <p14:xfrm>
                <a:off x="6473932" y="5707466"/>
                <a:ext cx="124200" cy="900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A0EF25E9-2DDA-4220-B451-BC157148F09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464932" y="5698826"/>
                  <a:ext cx="1418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841F7D05-878B-40E9-8A4B-93BC019988DF}"/>
                    </a:ext>
                  </a:extLst>
                </p14:cNvPr>
                <p14:cNvContentPartPr/>
                <p14:nvPr/>
              </p14:nvContentPartPr>
              <p14:xfrm>
                <a:off x="6435772" y="5778026"/>
                <a:ext cx="245520" cy="6768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841F7D05-878B-40E9-8A4B-93BC019988D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427132" y="5769386"/>
                  <a:ext cx="263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B2FF3DDC-C167-4917-B359-9309106A7843}"/>
                    </a:ext>
                  </a:extLst>
                </p14:cNvPr>
                <p14:cNvContentPartPr/>
                <p14:nvPr/>
              </p14:nvContentPartPr>
              <p14:xfrm>
                <a:off x="6754372" y="5642666"/>
                <a:ext cx="296280" cy="34380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B2FF3DDC-C167-4917-B359-9309106A784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745372" y="5634026"/>
                  <a:ext cx="3139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628569A4-051D-4257-973A-8D1406420E6A}"/>
                    </a:ext>
                  </a:extLst>
                </p14:cNvPr>
                <p14:cNvContentPartPr/>
                <p14:nvPr/>
              </p14:nvContentPartPr>
              <p14:xfrm>
                <a:off x="7206172" y="5571386"/>
                <a:ext cx="150480" cy="24048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628569A4-051D-4257-973A-8D1406420E6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197172" y="5562746"/>
                  <a:ext cx="168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E46C61A6-EE3F-4115-A1B4-D707FB5E116C}"/>
                    </a:ext>
                  </a:extLst>
                </p14:cNvPr>
                <p14:cNvContentPartPr/>
                <p14:nvPr/>
              </p14:nvContentPartPr>
              <p14:xfrm>
                <a:off x="7532692" y="5522066"/>
                <a:ext cx="120600" cy="9576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E46C61A6-EE3F-4115-A1B4-D707FB5E116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523692" y="5513426"/>
                  <a:ext cx="13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72A90C92-BEE8-4F5E-83BA-A561A91337BA}"/>
                    </a:ext>
                  </a:extLst>
                </p14:cNvPr>
                <p14:cNvContentPartPr/>
                <p14:nvPr/>
              </p14:nvContentPartPr>
              <p14:xfrm>
                <a:off x="7507492" y="5599106"/>
                <a:ext cx="163800" cy="18324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72A90C92-BEE8-4F5E-83BA-A561A91337B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498492" y="5590466"/>
                  <a:ext cx="181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8230E314-F1E7-469E-9DA9-6C22F3EF97BD}"/>
                    </a:ext>
                  </a:extLst>
                </p14:cNvPr>
                <p14:cNvContentPartPr/>
                <p14:nvPr/>
              </p14:nvContentPartPr>
              <p14:xfrm>
                <a:off x="7805572" y="5520986"/>
                <a:ext cx="116280" cy="19656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8230E314-F1E7-469E-9DA9-6C22F3EF97B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796572" y="5512346"/>
                  <a:ext cx="1339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D256B656-B545-4B80-9BE6-B65DA28017B4}"/>
                    </a:ext>
                  </a:extLst>
                </p14:cNvPr>
                <p14:cNvContentPartPr/>
                <p14:nvPr/>
              </p14:nvContentPartPr>
              <p14:xfrm>
                <a:off x="8013292" y="5491106"/>
                <a:ext cx="160560" cy="10332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D256B656-B545-4B80-9BE6-B65DA28017B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004292" y="5482106"/>
                  <a:ext cx="178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8FCE4D9C-5222-477D-A1A5-E15FF3B9EA92}"/>
                    </a:ext>
                  </a:extLst>
                </p14:cNvPr>
                <p14:cNvContentPartPr/>
                <p14:nvPr/>
              </p14:nvContentPartPr>
              <p14:xfrm>
                <a:off x="8041012" y="5587586"/>
                <a:ext cx="169920" cy="14652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8FCE4D9C-5222-477D-A1A5-E15FF3B9EA9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032012" y="5578586"/>
                  <a:ext cx="18756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upo 199">
            <a:extLst>
              <a:ext uri="{FF2B5EF4-FFF2-40B4-BE49-F238E27FC236}">
                <a16:creationId xmlns:a16="http://schemas.microsoft.com/office/drawing/2014/main" id="{2B6BEE06-A834-4ED3-A292-BE09FAA9483E}"/>
              </a:ext>
            </a:extLst>
          </p:cNvPr>
          <p:cNvGrpSpPr/>
          <p:nvPr/>
        </p:nvGrpSpPr>
        <p:grpSpPr>
          <a:xfrm>
            <a:off x="8534212" y="5351786"/>
            <a:ext cx="1189800" cy="364680"/>
            <a:chOff x="8534212" y="5351786"/>
            <a:chExt cx="1189800" cy="36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4D248AB1-3A45-45AD-83AF-B42E2E3AE51F}"/>
                    </a:ext>
                  </a:extLst>
                </p14:cNvPr>
                <p14:cNvContentPartPr/>
                <p14:nvPr/>
              </p14:nvContentPartPr>
              <p14:xfrm>
                <a:off x="8534212" y="5515586"/>
                <a:ext cx="133560" cy="20016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4D248AB1-3A45-45AD-83AF-B42E2E3AE51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525212" y="5506946"/>
                  <a:ext cx="1512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74E00749-E827-4E46-827A-8D2C9F53F261}"/>
                    </a:ext>
                  </a:extLst>
                </p14:cNvPr>
                <p14:cNvContentPartPr/>
                <p14:nvPr/>
              </p14:nvContentPartPr>
              <p14:xfrm>
                <a:off x="8699092" y="5523146"/>
                <a:ext cx="188640" cy="16920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74E00749-E827-4E46-827A-8D2C9F53F26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690452" y="5514506"/>
                  <a:ext cx="206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DB38B58C-6632-4FD7-AD96-18A21E2EDBBA}"/>
                    </a:ext>
                  </a:extLst>
                </p14:cNvPr>
                <p14:cNvContentPartPr/>
                <p14:nvPr/>
              </p14:nvContentPartPr>
              <p14:xfrm>
                <a:off x="8916532" y="5500826"/>
                <a:ext cx="162360" cy="12780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DB38B58C-6632-4FD7-AD96-18A21E2EDBB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07532" y="5491826"/>
                  <a:ext cx="1800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58DAD83D-A8B6-4775-95D7-E4E2B9F63D79}"/>
                    </a:ext>
                  </a:extLst>
                </p14:cNvPr>
                <p14:cNvContentPartPr/>
                <p14:nvPr/>
              </p14:nvContentPartPr>
              <p14:xfrm>
                <a:off x="9078172" y="5491106"/>
                <a:ext cx="342360" cy="22536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58DAD83D-A8B6-4775-95D7-E4E2B9F63D7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69172" y="5482106"/>
                  <a:ext cx="360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70921447-E98B-44C4-94B6-809FC4CBF8F1}"/>
                    </a:ext>
                  </a:extLst>
                </p14:cNvPr>
                <p14:cNvContentPartPr/>
                <p14:nvPr/>
              </p14:nvContentPartPr>
              <p14:xfrm>
                <a:off x="9566692" y="5351786"/>
                <a:ext cx="157320" cy="13356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70921447-E98B-44C4-94B6-809FC4CBF8F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558052" y="5343146"/>
                  <a:ext cx="17496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upo 205">
            <a:extLst>
              <a:ext uri="{FF2B5EF4-FFF2-40B4-BE49-F238E27FC236}">
                <a16:creationId xmlns:a16="http://schemas.microsoft.com/office/drawing/2014/main" id="{507DAA70-D225-43BB-97EB-94490A7504F6}"/>
              </a:ext>
            </a:extLst>
          </p:cNvPr>
          <p:cNvGrpSpPr/>
          <p:nvPr/>
        </p:nvGrpSpPr>
        <p:grpSpPr>
          <a:xfrm>
            <a:off x="6720892" y="6140186"/>
            <a:ext cx="905040" cy="312840"/>
            <a:chOff x="6720892" y="6140186"/>
            <a:chExt cx="90504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8279443E-651B-4099-9CDA-D513E5D7E7B3}"/>
                    </a:ext>
                  </a:extLst>
                </p14:cNvPr>
                <p14:cNvContentPartPr/>
                <p14:nvPr/>
              </p14:nvContentPartPr>
              <p14:xfrm>
                <a:off x="6720892" y="6213986"/>
                <a:ext cx="443160" cy="15552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8279443E-651B-4099-9CDA-D513E5D7E7B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711892" y="6205346"/>
                  <a:ext cx="4608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4A29E19E-2C2D-4953-B1A6-674188AC1207}"/>
                    </a:ext>
                  </a:extLst>
                </p14:cNvPr>
                <p14:cNvContentPartPr/>
                <p14:nvPr/>
              </p14:nvContentPartPr>
              <p14:xfrm>
                <a:off x="7362412" y="6140186"/>
                <a:ext cx="118440" cy="21780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4A29E19E-2C2D-4953-B1A6-674188AC120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353412" y="6131546"/>
                  <a:ext cx="1360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2DCE32EF-E157-43A4-8137-C18420A4362F}"/>
                    </a:ext>
                  </a:extLst>
                </p14:cNvPr>
                <p14:cNvContentPartPr/>
                <p14:nvPr/>
              </p14:nvContentPartPr>
              <p14:xfrm>
                <a:off x="7386172" y="6365186"/>
                <a:ext cx="239760" cy="1224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2DCE32EF-E157-43A4-8137-C18420A4362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377172" y="6356546"/>
                  <a:ext cx="257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8AF60F1F-76ED-431B-ADB6-0C26EC4A61AE}"/>
                    </a:ext>
                  </a:extLst>
                </p14:cNvPr>
                <p14:cNvContentPartPr/>
                <p14:nvPr/>
              </p14:nvContentPartPr>
              <p14:xfrm>
                <a:off x="6779932" y="6316946"/>
                <a:ext cx="403920" cy="13608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8AF60F1F-76ED-431B-ADB6-0C26EC4A61A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771292" y="6308306"/>
                  <a:ext cx="421560" cy="15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57586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91E0CD8F-BBD4-430A-81E0-70D0CA6A9DDD}"/>
              </a:ext>
            </a:extLst>
          </p:cNvPr>
          <p:cNvGrpSpPr/>
          <p:nvPr/>
        </p:nvGrpSpPr>
        <p:grpSpPr>
          <a:xfrm>
            <a:off x="599452" y="468026"/>
            <a:ext cx="705240" cy="355320"/>
            <a:chOff x="599452" y="468026"/>
            <a:chExt cx="70524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A86CCC34-D9BC-43EB-9DA7-C4A7235AC048}"/>
                    </a:ext>
                  </a:extLst>
                </p14:cNvPr>
                <p14:cNvContentPartPr/>
                <p14:nvPr/>
              </p14:nvContentPartPr>
              <p14:xfrm>
                <a:off x="599452" y="468026"/>
                <a:ext cx="18360" cy="684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A86CCC34-D9BC-43EB-9DA7-C4A7235AC04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0452" y="459386"/>
                  <a:ext cx="36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DF18C9DB-6DAA-48BC-BAE7-EEF025890050}"/>
                    </a:ext>
                  </a:extLst>
                </p14:cNvPr>
                <p14:cNvContentPartPr/>
                <p14:nvPr/>
              </p14:nvContentPartPr>
              <p14:xfrm>
                <a:off x="638692" y="473426"/>
                <a:ext cx="216000" cy="3240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DF18C9DB-6DAA-48BC-BAE7-EEF02589005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9692" y="464786"/>
                  <a:ext cx="2336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ECDA15C2-A8AD-4525-8927-B741282D7DDA}"/>
                    </a:ext>
                  </a:extLst>
                </p14:cNvPr>
                <p14:cNvContentPartPr/>
                <p14:nvPr/>
              </p14:nvContentPartPr>
              <p14:xfrm>
                <a:off x="634372" y="508706"/>
                <a:ext cx="183240" cy="3146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ECDA15C2-A8AD-4525-8927-B741282D7DD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5372" y="500066"/>
                  <a:ext cx="2008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76C1ABF4-65BA-4E31-8CC2-47135C2252F1}"/>
                    </a:ext>
                  </a:extLst>
                </p14:cNvPr>
                <p14:cNvContentPartPr/>
                <p14:nvPr/>
              </p14:nvContentPartPr>
              <p14:xfrm>
                <a:off x="630412" y="548306"/>
                <a:ext cx="419400" cy="23724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76C1ABF4-65BA-4E31-8CC2-47135C2252F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1412" y="539666"/>
                  <a:ext cx="437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3E184554-FA2F-4479-ADDF-2ACBF090EB1D}"/>
                    </a:ext>
                  </a:extLst>
                </p14:cNvPr>
                <p14:cNvContentPartPr/>
                <p14:nvPr/>
              </p14:nvContentPartPr>
              <p14:xfrm>
                <a:off x="1100572" y="593306"/>
                <a:ext cx="200520" cy="1472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3E184554-FA2F-4479-ADDF-2ACBF090EB1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91932" y="584666"/>
                  <a:ext cx="218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F12F1591-1F75-4B77-8943-B8418A27E5EC}"/>
                    </a:ext>
                  </a:extLst>
                </p14:cNvPr>
                <p14:cNvContentPartPr/>
                <p14:nvPr/>
              </p14:nvContentPartPr>
              <p14:xfrm>
                <a:off x="1148452" y="573146"/>
                <a:ext cx="156240" cy="22644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F12F1591-1F75-4B77-8943-B8418A27E5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9452" y="564146"/>
                  <a:ext cx="17388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39C2B3B5-AE19-4298-A17E-B968E921BAA2}"/>
              </a:ext>
            </a:extLst>
          </p:cNvPr>
          <p:cNvGrpSpPr/>
          <p:nvPr/>
        </p:nvGrpSpPr>
        <p:grpSpPr>
          <a:xfrm>
            <a:off x="1508092" y="373706"/>
            <a:ext cx="1211400" cy="365760"/>
            <a:chOff x="1508092" y="373706"/>
            <a:chExt cx="121140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61A21387-2EAE-425D-B1D2-5BEA8F7021F3}"/>
                    </a:ext>
                  </a:extLst>
                </p14:cNvPr>
                <p14:cNvContentPartPr/>
                <p14:nvPr/>
              </p14:nvContentPartPr>
              <p14:xfrm>
                <a:off x="1508092" y="373706"/>
                <a:ext cx="402840" cy="34776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61A21387-2EAE-425D-B1D2-5BEA8F7021F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99092" y="365066"/>
                  <a:ext cx="4204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921F47C6-AAD7-4103-9DBC-64AA3A4AF13A}"/>
                    </a:ext>
                  </a:extLst>
                </p14:cNvPr>
                <p14:cNvContentPartPr/>
                <p14:nvPr/>
              </p14:nvContentPartPr>
              <p14:xfrm>
                <a:off x="1846132" y="572066"/>
                <a:ext cx="163440" cy="421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921F47C6-AAD7-4103-9DBC-64AA3A4AF1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37492" y="563066"/>
                  <a:ext cx="181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535FA156-3AD6-433F-80F2-362A99116230}"/>
                    </a:ext>
                  </a:extLst>
                </p14:cNvPr>
                <p14:cNvContentPartPr/>
                <p14:nvPr/>
              </p14:nvContentPartPr>
              <p14:xfrm>
                <a:off x="2123692" y="417626"/>
                <a:ext cx="218160" cy="24156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535FA156-3AD6-433F-80F2-362A991162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14692" y="408986"/>
                  <a:ext cx="2358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8B5BA820-1CE6-4412-84C0-3A6D36C0F253}"/>
                    </a:ext>
                  </a:extLst>
                </p14:cNvPr>
                <p14:cNvContentPartPr/>
                <p14:nvPr/>
              </p14:nvContentPartPr>
              <p14:xfrm>
                <a:off x="2378572" y="591146"/>
                <a:ext cx="9720" cy="1483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8B5BA820-1CE6-4412-84C0-3A6D36C0F2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69572" y="582506"/>
                  <a:ext cx="27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2D307BCC-9E39-4FE8-9542-4C724C571CD4}"/>
                    </a:ext>
                  </a:extLst>
                </p14:cNvPr>
                <p14:cNvContentPartPr/>
                <p14:nvPr/>
              </p14:nvContentPartPr>
              <p14:xfrm>
                <a:off x="2528692" y="432746"/>
                <a:ext cx="190800" cy="2980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2D307BCC-9E39-4FE8-9542-4C724C571CD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20052" y="424106"/>
                  <a:ext cx="208440" cy="31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BB1D6D0B-B072-4529-B2BB-6E50748DA8A7}"/>
              </a:ext>
            </a:extLst>
          </p:cNvPr>
          <p:cNvGrpSpPr/>
          <p:nvPr/>
        </p:nvGrpSpPr>
        <p:grpSpPr>
          <a:xfrm>
            <a:off x="5272252" y="439226"/>
            <a:ext cx="1045080" cy="376560"/>
            <a:chOff x="5272252" y="439226"/>
            <a:chExt cx="104508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F52C6595-18A4-490D-B183-F3C030F838B5}"/>
                    </a:ext>
                  </a:extLst>
                </p14:cNvPr>
                <p14:cNvContentPartPr/>
                <p14:nvPr/>
              </p14:nvContentPartPr>
              <p14:xfrm>
                <a:off x="5272252" y="439226"/>
                <a:ext cx="360000" cy="34668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F52C6595-18A4-490D-B183-F3C030F838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63612" y="430586"/>
                  <a:ext cx="3776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73CC721D-7536-480D-957E-A8A28C69BAE7}"/>
                    </a:ext>
                  </a:extLst>
                </p14:cNvPr>
                <p14:cNvContentPartPr/>
                <p14:nvPr/>
              </p14:nvContentPartPr>
              <p14:xfrm>
                <a:off x="5696332" y="607346"/>
                <a:ext cx="189720" cy="18252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73CC721D-7536-480D-957E-A8A28C69BAE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87332" y="598706"/>
                  <a:ext cx="207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750431B2-E626-4F85-BF36-3960E8F38541}"/>
                    </a:ext>
                  </a:extLst>
                </p14:cNvPr>
                <p14:cNvContentPartPr/>
                <p14:nvPr/>
              </p14:nvContentPartPr>
              <p14:xfrm>
                <a:off x="5707132" y="532466"/>
                <a:ext cx="591120" cy="28332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750431B2-E626-4F85-BF36-3960E8F3854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98132" y="523466"/>
                  <a:ext cx="6087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CE93F902-969D-4596-9C0A-952BD726A596}"/>
                    </a:ext>
                  </a:extLst>
                </p14:cNvPr>
                <p14:cNvContentPartPr/>
                <p14:nvPr/>
              </p14:nvContentPartPr>
              <p14:xfrm>
                <a:off x="6128692" y="668546"/>
                <a:ext cx="188640" cy="248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CE93F902-969D-4596-9C0A-952BD726A5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19692" y="659546"/>
                  <a:ext cx="2062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F6F3AD5C-1D4F-4BD8-8077-0184C8D003B8}"/>
              </a:ext>
            </a:extLst>
          </p:cNvPr>
          <p:cNvGrpSpPr/>
          <p:nvPr/>
        </p:nvGrpSpPr>
        <p:grpSpPr>
          <a:xfrm>
            <a:off x="6716932" y="318266"/>
            <a:ext cx="258840" cy="346320"/>
            <a:chOff x="6716932" y="318266"/>
            <a:chExt cx="25884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A7C54705-C353-4D6E-A73A-8AE043EBAF3B}"/>
                    </a:ext>
                  </a:extLst>
                </p14:cNvPr>
                <p14:cNvContentPartPr/>
                <p14:nvPr/>
              </p14:nvContentPartPr>
              <p14:xfrm>
                <a:off x="6775252" y="318266"/>
                <a:ext cx="93240" cy="3261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A7C54705-C353-4D6E-A73A-8AE043EBAF3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66252" y="309266"/>
                  <a:ext cx="1108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B0D6B3C5-63C5-497B-8EE2-1B3569553AE1}"/>
                    </a:ext>
                  </a:extLst>
                </p14:cNvPr>
                <p14:cNvContentPartPr/>
                <p14:nvPr/>
              </p14:nvContentPartPr>
              <p14:xfrm>
                <a:off x="6716932" y="633266"/>
                <a:ext cx="258840" cy="3132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B0D6B3C5-63C5-497B-8EE2-1B3569553AE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07932" y="624266"/>
                  <a:ext cx="27648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A2B77CC9-DB4F-4A30-86CE-E1315E8160F3}"/>
              </a:ext>
            </a:extLst>
          </p:cNvPr>
          <p:cNvGrpSpPr/>
          <p:nvPr/>
        </p:nvGrpSpPr>
        <p:grpSpPr>
          <a:xfrm>
            <a:off x="7511092" y="443546"/>
            <a:ext cx="1101960" cy="239760"/>
            <a:chOff x="7511092" y="443546"/>
            <a:chExt cx="1101960" cy="2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9067EA6B-8926-462A-B036-5812E0D52CA9}"/>
                    </a:ext>
                  </a:extLst>
                </p14:cNvPr>
                <p14:cNvContentPartPr/>
                <p14:nvPr/>
              </p14:nvContentPartPr>
              <p14:xfrm>
                <a:off x="7511092" y="443546"/>
                <a:ext cx="158760" cy="2397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9067EA6B-8926-462A-B036-5812E0D52C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02452" y="434546"/>
                  <a:ext cx="176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20B0783B-762E-4027-869D-94E09757DB21}"/>
                    </a:ext>
                  </a:extLst>
                </p14:cNvPr>
                <p14:cNvContentPartPr/>
                <p14:nvPr/>
              </p14:nvContentPartPr>
              <p14:xfrm>
                <a:off x="7782172" y="505466"/>
                <a:ext cx="186120" cy="14688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20B0783B-762E-4027-869D-94E09757DB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73172" y="496826"/>
                  <a:ext cx="203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F2F4458E-B10A-46BB-BF35-84DD77AAC156}"/>
                    </a:ext>
                  </a:extLst>
                </p14:cNvPr>
                <p14:cNvContentPartPr/>
                <p14:nvPr/>
              </p14:nvContentPartPr>
              <p14:xfrm>
                <a:off x="8054332" y="530306"/>
                <a:ext cx="195840" cy="10008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F2F4458E-B10A-46BB-BF35-84DD77AAC1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45332" y="521306"/>
                  <a:ext cx="213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6EAC7158-AAE1-447A-95CC-CDA33F24D635}"/>
                    </a:ext>
                  </a:extLst>
                </p14:cNvPr>
                <p14:cNvContentPartPr/>
                <p14:nvPr/>
              </p14:nvContentPartPr>
              <p14:xfrm>
                <a:off x="8307412" y="477746"/>
                <a:ext cx="305640" cy="8820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6EAC7158-AAE1-447A-95CC-CDA33F24D63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98412" y="469106"/>
                  <a:ext cx="32328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3E67DE47-A573-4773-8D07-0CCFA31710DA}"/>
              </a:ext>
            </a:extLst>
          </p:cNvPr>
          <p:cNvGrpSpPr/>
          <p:nvPr/>
        </p:nvGrpSpPr>
        <p:grpSpPr>
          <a:xfrm>
            <a:off x="3159412" y="398546"/>
            <a:ext cx="1032840" cy="308520"/>
            <a:chOff x="3159412" y="398546"/>
            <a:chExt cx="103284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2731E57A-4E11-4892-ADA2-ADAF44D9D822}"/>
                    </a:ext>
                  </a:extLst>
                </p14:cNvPr>
                <p14:cNvContentPartPr/>
                <p14:nvPr/>
              </p14:nvContentPartPr>
              <p14:xfrm>
                <a:off x="3159412" y="504386"/>
                <a:ext cx="91080" cy="2026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2731E57A-4E11-4892-ADA2-ADAF44D9D82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50772" y="495746"/>
                  <a:ext cx="108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76B15286-D3DE-4761-BD4E-C329A5454C05}"/>
                    </a:ext>
                  </a:extLst>
                </p14:cNvPr>
                <p14:cNvContentPartPr/>
                <p14:nvPr/>
              </p14:nvContentPartPr>
              <p14:xfrm>
                <a:off x="3313492" y="510866"/>
                <a:ext cx="163080" cy="13536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76B15286-D3DE-4761-BD4E-C329A5454C0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04492" y="502226"/>
                  <a:ext cx="1807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104C529D-EE2A-42DE-8C67-581F5E8E9934}"/>
                    </a:ext>
                  </a:extLst>
                </p14:cNvPr>
                <p14:cNvContentPartPr/>
                <p14:nvPr/>
              </p14:nvContentPartPr>
              <p14:xfrm>
                <a:off x="3531292" y="541106"/>
                <a:ext cx="171720" cy="7524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104C529D-EE2A-42DE-8C67-581F5E8E99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22292" y="532106"/>
                  <a:ext cx="189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387FDEA9-5216-4929-B4FC-C255DB69B0A4}"/>
                    </a:ext>
                  </a:extLst>
                </p14:cNvPr>
                <p14:cNvContentPartPr/>
                <p14:nvPr/>
              </p14:nvContentPartPr>
              <p14:xfrm>
                <a:off x="3715972" y="398546"/>
                <a:ext cx="476280" cy="21780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387FDEA9-5216-4929-B4FC-C255DB69B0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07332" y="389546"/>
                  <a:ext cx="493920" cy="23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7F8A21BE-37CD-46BC-8381-F807C2A92AA7}"/>
                  </a:ext>
                </a:extLst>
              </p14:cNvPr>
              <p14:cNvContentPartPr/>
              <p14:nvPr/>
            </p14:nvContentPartPr>
            <p14:xfrm>
              <a:off x="10538332" y="3035906"/>
              <a:ext cx="360" cy="36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7F8A21BE-37CD-46BC-8381-F807C2A92AA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529692" y="302690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ABB0A6B9-B347-48EE-8195-89F082F50F58}"/>
                  </a:ext>
                </a:extLst>
              </p14:cNvPr>
              <p14:cNvContentPartPr/>
              <p14:nvPr/>
            </p14:nvContentPartPr>
            <p14:xfrm>
              <a:off x="1381372" y="1458026"/>
              <a:ext cx="116280" cy="52848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ABB0A6B9-B347-48EE-8195-89F082F50F5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372372" y="1449026"/>
                <a:ext cx="13392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E69946F4-AD52-4535-B682-3CE836FAC33E}"/>
                  </a:ext>
                </a:extLst>
              </p14:cNvPr>
              <p14:cNvContentPartPr/>
              <p14:nvPr/>
            </p14:nvContentPartPr>
            <p14:xfrm>
              <a:off x="1757932" y="1526426"/>
              <a:ext cx="140760" cy="26424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E69946F4-AD52-4535-B682-3CE836FAC33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49292" y="1517786"/>
                <a:ext cx="1584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4DC3AB7A-0248-4F1E-BEE4-1B8DE9B95908}"/>
                  </a:ext>
                </a:extLst>
              </p14:cNvPr>
              <p14:cNvContentPartPr/>
              <p14:nvPr/>
            </p14:nvContentPartPr>
            <p14:xfrm>
              <a:off x="1934332" y="1792106"/>
              <a:ext cx="58680" cy="13536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4DC3AB7A-0248-4F1E-BEE4-1B8DE9B9590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925332" y="1783466"/>
                <a:ext cx="763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C2088F30-77BA-43CA-B5CD-001C112EA2A1}"/>
                  </a:ext>
                </a:extLst>
              </p14:cNvPr>
              <p14:cNvContentPartPr/>
              <p14:nvPr/>
            </p14:nvContentPartPr>
            <p14:xfrm>
              <a:off x="2105692" y="1487546"/>
              <a:ext cx="187560" cy="29232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C2088F30-77BA-43CA-B5CD-001C112EA2A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097052" y="1478546"/>
                <a:ext cx="20520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F435EC2F-6228-4E10-B65A-9F00E5C620F7}"/>
                  </a:ext>
                </a:extLst>
              </p14:cNvPr>
              <p14:cNvContentPartPr/>
              <p14:nvPr/>
            </p14:nvContentPartPr>
            <p14:xfrm>
              <a:off x="2660812" y="1512746"/>
              <a:ext cx="6480" cy="1872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F435EC2F-6228-4E10-B65A-9F00E5C620F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651812" y="1503746"/>
                <a:ext cx="241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E1D7553C-3CB2-43E9-95E0-B1882CF05BD8}"/>
                  </a:ext>
                </a:extLst>
              </p14:cNvPr>
              <p14:cNvContentPartPr/>
              <p14:nvPr/>
            </p14:nvContentPartPr>
            <p14:xfrm>
              <a:off x="2486932" y="1732346"/>
              <a:ext cx="285120" cy="42228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E1D7553C-3CB2-43E9-95E0-B1882CF05BD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477932" y="1723346"/>
                <a:ext cx="30276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4E6AAF11-0813-4EB0-A16B-6BF1C8C7188B}"/>
                  </a:ext>
                </a:extLst>
              </p14:cNvPr>
              <p14:cNvContentPartPr/>
              <p14:nvPr/>
            </p14:nvContentPartPr>
            <p14:xfrm>
              <a:off x="3263092" y="1525346"/>
              <a:ext cx="186120" cy="11448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4E6AAF11-0813-4EB0-A16B-6BF1C8C7188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254452" y="1516346"/>
                <a:ext cx="2037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3D2D76C3-F04E-4BA8-B2B0-87A9B03E0D0D}"/>
                  </a:ext>
                </a:extLst>
              </p14:cNvPr>
              <p14:cNvContentPartPr/>
              <p14:nvPr/>
            </p14:nvContentPartPr>
            <p14:xfrm>
              <a:off x="3291892" y="1656026"/>
              <a:ext cx="268560" cy="15876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3D2D76C3-F04E-4BA8-B2B0-87A9B03E0D0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283252" y="1647386"/>
                <a:ext cx="2862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231E597F-FFEA-468E-9053-5C9E7E3B27F4}"/>
                  </a:ext>
                </a:extLst>
              </p14:cNvPr>
              <p14:cNvContentPartPr/>
              <p14:nvPr/>
            </p14:nvContentPartPr>
            <p14:xfrm>
              <a:off x="3773932" y="1388186"/>
              <a:ext cx="205560" cy="34020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231E597F-FFEA-468E-9053-5C9E7E3B27F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765292" y="1379546"/>
                <a:ext cx="2232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3D8610DF-326A-4D85-B19F-377CE15112BC}"/>
                  </a:ext>
                </a:extLst>
              </p14:cNvPr>
              <p14:cNvContentPartPr/>
              <p14:nvPr/>
            </p14:nvContentPartPr>
            <p14:xfrm>
              <a:off x="3645412" y="1795346"/>
              <a:ext cx="43200" cy="14292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3D8610DF-326A-4D85-B19F-377CE15112B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36772" y="1786706"/>
                <a:ext cx="6084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1C03B940-F620-4AC9-AA20-A9AF416AE3D2}"/>
                  </a:ext>
                </a:extLst>
              </p14:cNvPr>
              <p14:cNvContentPartPr/>
              <p14:nvPr/>
            </p14:nvContentPartPr>
            <p14:xfrm>
              <a:off x="4064812" y="1284506"/>
              <a:ext cx="188640" cy="54792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1C03B940-F620-4AC9-AA20-A9AF416AE3D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055812" y="1275506"/>
                <a:ext cx="206280" cy="56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CAD79A3B-F660-47AA-8652-C1BC9EB696BD}"/>
                  </a:ext>
                </a:extLst>
              </p14:cNvPr>
              <p14:cNvContentPartPr/>
              <p14:nvPr/>
            </p14:nvContentPartPr>
            <p14:xfrm>
              <a:off x="816172" y="2127626"/>
              <a:ext cx="3494520" cy="18900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CAD79A3B-F660-47AA-8652-C1BC9EB696B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07172" y="2118626"/>
                <a:ext cx="351216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CFE8B427-6480-487D-B724-B49E280378C0}"/>
                  </a:ext>
                </a:extLst>
              </p14:cNvPr>
              <p14:cNvContentPartPr/>
              <p14:nvPr/>
            </p14:nvContentPartPr>
            <p14:xfrm>
              <a:off x="4420852" y="2006306"/>
              <a:ext cx="57600" cy="10548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CFE8B427-6480-487D-B724-B49E280378C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411852" y="1997666"/>
                <a:ext cx="752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4FA90308-1E9A-4797-8605-C772560588B8}"/>
                  </a:ext>
                </a:extLst>
              </p14:cNvPr>
              <p14:cNvContentPartPr/>
              <p14:nvPr/>
            </p14:nvContentPartPr>
            <p14:xfrm>
              <a:off x="4998292" y="1949786"/>
              <a:ext cx="2373840" cy="8316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4FA90308-1E9A-4797-8605-C772560588B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989652" y="1941146"/>
                <a:ext cx="239148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63198DE8-E148-4EE9-B6E7-274366D14C18}"/>
                  </a:ext>
                </a:extLst>
              </p14:cNvPr>
              <p14:cNvContentPartPr/>
              <p14:nvPr/>
            </p14:nvContentPartPr>
            <p14:xfrm>
              <a:off x="7576612" y="1886426"/>
              <a:ext cx="149040" cy="15372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63198DE8-E148-4EE9-B6E7-274366D14C1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567972" y="1877426"/>
                <a:ext cx="1666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DADD24FE-940E-4345-8740-7DB5E55257E5}"/>
                  </a:ext>
                </a:extLst>
              </p14:cNvPr>
              <p14:cNvContentPartPr/>
              <p14:nvPr/>
            </p14:nvContentPartPr>
            <p14:xfrm>
              <a:off x="8277892" y="2033666"/>
              <a:ext cx="2979720" cy="16668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DADD24FE-940E-4345-8740-7DB5E55257E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269252" y="2025026"/>
                <a:ext cx="29973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B2B9D100-AEF6-4C4A-AF2A-298466AC2348}"/>
                  </a:ext>
                </a:extLst>
              </p14:cNvPr>
              <p14:cNvContentPartPr/>
              <p14:nvPr/>
            </p14:nvContentPartPr>
            <p14:xfrm>
              <a:off x="4833052" y="2087666"/>
              <a:ext cx="244440" cy="2808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B2B9D100-AEF6-4C4A-AF2A-298466AC234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824052" y="2079026"/>
                <a:ext cx="2620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BC6D1DB0-A819-4B18-8810-8C436FD44ADF}"/>
                  </a:ext>
                </a:extLst>
              </p14:cNvPr>
              <p14:cNvContentPartPr/>
              <p14:nvPr/>
            </p14:nvContentPartPr>
            <p14:xfrm>
              <a:off x="4650172" y="2030066"/>
              <a:ext cx="398520" cy="8604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BC6D1DB0-A819-4B18-8810-8C436FD44AD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641172" y="2021066"/>
                <a:ext cx="4161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E466C654-E18F-4BC0-B4F8-42A51FFEF88A}"/>
                  </a:ext>
                </a:extLst>
              </p14:cNvPr>
              <p14:cNvContentPartPr/>
              <p14:nvPr/>
            </p14:nvContentPartPr>
            <p14:xfrm>
              <a:off x="5172172" y="1334906"/>
              <a:ext cx="679320" cy="23400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E466C654-E18F-4BC0-B4F8-42A51FFEF88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163532" y="1325906"/>
                <a:ext cx="6969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57D45F65-3174-4844-863E-45886875917C}"/>
                  </a:ext>
                </a:extLst>
              </p14:cNvPr>
              <p14:cNvContentPartPr/>
              <p14:nvPr/>
            </p14:nvContentPartPr>
            <p14:xfrm>
              <a:off x="5490412" y="1301426"/>
              <a:ext cx="273240" cy="29520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57D45F65-3174-4844-863E-45886875917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481412" y="1292426"/>
                <a:ext cx="29088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411FD644-2AE3-42F6-8AF2-A4791B86D43D}"/>
                  </a:ext>
                </a:extLst>
              </p14:cNvPr>
              <p14:cNvContentPartPr/>
              <p14:nvPr/>
            </p14:nvContentPartPr>
            <p14:xfrm>
              <a:off x="7960012" y="1920626"/>
              <a:ext cx="417240" cy="11052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411FD644-2AE3-42F6-8AF2-A4791B86D43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951372" y="1911986"/>
                <a:ext cx="434880" cy="12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upo 136">
            <a:extLst>
              <a:ext uri="{FF2B5EF4-FFF2-40B4-BE49-F238E27FC236}">
                <a16:creationId xmlns:a16="http://schemas.microsoft.com/office/drawing/2014/main" id="{BFEC42FE-E4F8-4734-BA38-0BE20FB14F7F}"/>
              </a:ext>
            </a:extLst>
          </p:cNvPr>
          <p:cNvGrpSpPr/>
          <p:nvPr/>
        </p:nvGrpSpPr>
        <p:grpSpPr>
          <a:xfrm>
            <a:off x="6566812" y="1106666"/>
            <a:ext cx="1825920" cy="630000"/>
            <a:chOff x="6566812" y="1106666"/>
            <a:chExt cx="1825920" cy="63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04AE5E39-E567-42A3-8FD0-4FDF6D90314C}"/>
                    </a:ext>
                  </a:extLst>
                </p14:cNvPr>
                <p14:cNvContentPartPr/>
                <p14:nvPr/>
              </p14:nvContentPartPr>
              <p14:xfrm>
                <a:off x="6566812" y="1116386"/>
                <a:ext cx="235080" cy="38916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04AE5E39-E567-42A3-8FD0-4FDF6D90314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57812" y="1107386"/>
                  <a:ext cx="252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A83934BE-B777-499E-86B9-FFB7C6FD1035}"/>
                    </a:ext>
                  </a:extLst>
                </p14:cNvPr>
                <p14:cNvContentPartPr/>
                <p14:nvPr/>
              </p14:nvContentPartPr>
              <p14:xfrm>
                <a:off x="6609652" y="1311146"/>
                <a:ext cx="175320" cy="10656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A83934BE-B777-499E-86B9-FFB7C6FD103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01012" y="1302506"/>
                  <a:ext cx="192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077BBFE8-9878-4040-9AE3-39922A519552}"/>
                    </a:ext>
                  </a:extLst>
                </p14:cNvPr>
                <p14:cNvContentPartPr/>
                <p14:nvPr/>
              </p14:nvContentPartPr>
              <p14:xfrm>
                <a:off x="6906292" y="1273706"/>
                <a:ext cx="142200" cy="39456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077BBFE8-9878-4040-9AE3-39922A5195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97292" y="1264706"/>
                  <a:ext cx="1598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8732502C-D233-46AF-B620-747B78A1D580}"/>
                    </a:ext>
                  </a:extLst>
                </p14:cNvPr>
                <p14:cNvContentPartPr/>
                <p14:nvPr/>
              </p14:nvContentPartPr>
              <p14:xfrm>
                <a:off x="6795412" y="1171826"/>
                <a:ext cx="537480" cy="30636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8732502C-D233-46AF-B620-747B78A1D58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86772" y="1163186"/>
                  <a:ext cx="5551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4ED1DA2E-28ED-49AB-AE9A-229FD3908C4F}"/>
                    </a:ext>
                  </a:extLst>
                </p14:cNvPr>
                <p14:cNvContentPartPr/>
                <p14:nvPr/>
              </p14:nvContentPartPr>
              <p14:xfrm>
                <a:off x="7314532" y="1178306"/>
                <a:ext cx="398160" cy="21204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4ED1DA2E-28ED-49AB-AE9A-229FD3908C4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05892" y="1169666"/>
                  <a:ext cx="415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87B878AE-D476-4268-894E-E52016D048BC}"/>
                    </a:ext>
                  </a:extLst>
                </p14:cNvPr>
                <p14:cNvContentPartPr/>
                <p14:nvPr/>
              </p14:nvContentPartPr>
              <p14:xfrm>
                <a:off x="7691812" y="1176146"/>
                <a:ext cx="353160" cy="19404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87B878AE-D476-4268-894E-E52016D048B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83172" y="1167506"/>
                  <a:ext cx="370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4CB6F1B1-4199-402E-98E4-0933522C95E7}"/>
                    </a:ext>
                  </a:extLst>
                </p14:cNvPr>
                <p14:cNvContentPartPr/>
                <p14:nvPr/>
              </p14:nvContentPartPr>
              <p14:xfrm>
                <a:off x="7901692" y="1106666"/>
                <a:ext cx="329040" cy="21420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4CB6F1B1-4199-402E-98E4-0933522C95E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93052" y="1097666"/>
                  <a:ext cx="346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D842881D-F88C-4CB0-9B4B-0FA2DBB4683C}"/>
                    </a:ext>
                  </a:extLst>
                </p14:cNvPr>
                <p14:cNvContentPartPr/>
                <p14:nvPr/>
              </p14:nvContentPartPr>
              <p14:xfrm>
                <a:off x="8392372" y="1228706"/>
                <a:ext cx="360" cy="36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D842881D-F88C-4CB0-9B4B-0FA2DBB4683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83732" y="12197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6BBD12CA-1A3E-4A26-8F2B-CAFE4882EA7F}"/>
                    </a:ext>
                  </a:extLst>
                </p14:cNvPr>
                <p14:cNvContentPartPr/>
                <p14:nvPr/>
              </p14:nvContentPartPr>
              <p14:xfrm>
                <a:off x="7080172" y="1736306"/>
                <a:ext cx="360" cy="36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6BBD12CA-1A3E-4A26-8F2B-CAFE4882EA7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71172" y="17276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BF917E26-8BDA-427C-8BC5-DC2DA1AEEF53}"/>
                    </a:ext>
                  </a:extLst>
                </p14:cNvPr>
                <p14:cNvContentPartPr/>
                <p14:nvPr/>
              </p14:nvContentPartPr>
              <p14:xfrm>
                <a:off x="8154052" y="1343186"/>
                <a:ext cx="360" cy="36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BF917E26-8BDA-427C-8BC5-DC2DA1AEEF5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45412" y="13345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608AA5EE-373B-465E-8EC1-8845151E9A08}"/>
                  </a:ext>
                </a:extLst>
              </p14:cNvPr>
              <p14:cNvContentPartPr/>
              <p14:nvPr/>
            </p14:nvContentPartPr>
            <p14:xfrm>
              <a:off x="768292" y="2847266"/>
              <a:ext cx="139680" cy="56160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608AA5EE-373B-465E-8EC1-8845151E9A0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59652" y="2838626"/>
                <a:ext cx="15732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5FE77F69-34B2-4801-B54B-9C26142D0C01}"/>
                  </a:ext>
                </a:extLst>
              </p14:cNvPr>
              <p14:cNvContentPartPr/>
              <p14:nvPr/>
            </p14:nvContentPartPr>
            <p14:xfrm>
              <a:off x="719692" y="2832866"/>
              <a:ext cx="254160" cy="35424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5FE77F69-34B2-4801-B54B-9C26142D0C0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10692" y="2823866"/>
                <a:ext cx="27180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F163B693-A496-4BC4-8D28-62A328D8A52D}"/>
                  </a:ext>
                </a:extLst>
              </p14:cNvPr>
              <p14:cNvContentPartPr/>
              <p14:nvPr/>
            </p14:nvContentPartPr>
            <p14:xfrm>
              <a:off x="1084012" y="2779946"/>
              <a:ext cx="249120" cy="380520"/>
            </p14:xfrm>
          </p:contentPart>
        </mc:Choice>
        <mc:Fallback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F163B693-A496-4BC4-8D28-62A328D8A52D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075012" y="2770946"/>
                <a:ext cx="26676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41" name="Entrada de lápiz 140">
                <a:extLst>
                  <a:ext uri="{FF2B5EF4-FFF2-40B4-BE49-F238E27FC236}">
                    <a16:creationId xmlns:a16="http://schemas.microsoft.com/office/drawing/2014/main" id="{C7F2BB36-9DF4-4326-A5A7-89B2CE29A62D}"/>
                  </a:ext>
                </a:extLst>
              </p14:cNvPr>
              <p14:cNvContentPartPr/>
              <p14:nvPr/>
            </p14:nvContentPartPr>
            <p14:xfrm>
              <a:off x="1260412" y="2810906"/>
              <a:ext cx="304200" cy="300240"/>
            </p14:xfrm>
          </p:contentPart>
        </mc:Choice>
        <mc:Fallback>
          <p:pic>
            <p:nvPicPr>
              <p:cNvPr id="141" name="Entrada de lápiz 140">
                <a:extLst>
                  <a:ext uri="{FF2B5EF4-FFF2-40B4-BE49-F238E27FC236}">
                    <a16:creationId xmlns:a16="http://schemas.microsoft.com/office/drawing/2014/main" id="{C7F2BB36-9DF4-4326-A5A7-89B2CE29A62D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251412" y="2801906"/>
                <a:ext cx="32184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BC85DE9F-0D39-4EF6-A903-0BA2685EAE0D}"/>
                  </a:ext>
                </a:extLst>
              </p14:cNvPr>
              <p14:cNvContentPartPr/>
              <p14:nvPr/>
            </p14:nvContentPartPr>
            <p14:xfrm>
              <a:off x="1542652" y="2841866"/>
              <a:ext cx="175320" cy="2088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BC85DE9F-0D39-4EF6-A903-0BA2685EAE0D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533652" y="2833226"/>
                <a:ext cx="1929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FAA4E12D-9F36-452E-81AF-6108E53FC821}"/>
                  </a:ext>
                </a:extLst>
              </p14:cNvPr>
              <p14:cNvContentPartPr/>
              <p14:nvPr/>
            </p14:nvContentPartPr>
            <p14:xfrm>
              <a:off x="1623292" y="2746826"/>
              <a:ext cx="431280" cy="27036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FAA4E12D-9F36-452E-81AF-6108E53FC821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614652" y="2737826"/>
                <a:ext cx="4489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47FDE7AE-AA38-42B1-8B80-5643CAF16E5A}"/>
                  </a:ext>
                </a:extLst>
              </p14:cNvPr>
              <p14:cNvContentPartPr/>
              <p14:nvPr/>
            </p14:nvContentPartPr>
            <p14:xfrm>
              <a:off x="1845052" y="2890106"/>
              <a:ext cx="171720" cy="7848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47FDE7AE-AA38-42B1-8B80-5643CAF16E5A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836052" y="2881466"/>
                <a:ext cx="1893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444B492A-997E-427C-B467-BA1035A3CCEC}"/>
                  </a:ext>
                </a:extLst>
              </p14:cNvPr>
              <p14:cNvContentPartPr/>
              <p14:nvPr/>
            </p14:nvContentPartPr>
            <p14:xfrm>
              <a:off x="2047372" y="2644946"/>
              <a:ext cx="147960" cy="48456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444B492A-997E-427C-B467-BA1035A3CCEC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038732" y="2635946"/>
                <a:ext cx="16560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FB1F1E56-EBE2-4DAA-883E-13B09A46D801}"/>
                  </a:ext>
                </a:extLst>
              </p14:cNvPr>
              <p14:cNvContentPartPr/>
              <p14:nvPr/>
            </p14:nvContentPartPr>
            <p14:xfrm>
              <a:off x="2476132" y="2836466"/>
              <a:ext cx="221760" cy="6372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FB1F1E56-EBE2-4DAA-883E-13B09A46D801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467492" y="2827826"/>
                <a:ext cx="23940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47" name="Entrada de lápiz 146">
                <a:extLst>
                  <a:ext uri="{FF2B5EF4-FFF2-40B4-BE49-F238E27FC236}">
                    <a16:creationId xmlns:a16="http://schemas.microsoft.com/office/drawing/2014/main" id="{3D1E3B63-E0C6-47C5-BC1A-477AF9BDB289}"/>
                  </a:ext>
                </a:extLst>
              </p14:cNvPr>
              <p14:cNvContentPartPr/>
              <p14:nvPr/>
            </p14:nvContentPartPr>
            <p14:xfrm>
              <a:off x="2597452" y="2951306"/>
              <a:ext cx="276480" cy="95760"/>
            </p14:xfrm>
          </p:contentPart>
        </mc:Choice>
        <mc:Fallback>
          <p:pic>
            <p:nvPicPr>
              <p:cNvPr id="147" name="Entrada de lápiz 146">
                <a:extLst>
                  <a:ext uri="{FF2B5EF4-FFF2-40B4-BE49-F238E27FC236}">
                    <a16:creationId xmlns:a16="http://schemas.microsoft.com/office/drawing/2014/main" id="{3D1E3B63-E0C6-47C5-BC1A-477AF9BDB28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588812" y="2942306"/>
                <a:ext cx="294120" cy="1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upo 175">
            <a:extLst>
              <a:ext uri="{FF2B5EF4-FFF2-40B4-BE49-F238E27FC236}">
                <a16:creationId xmlns:a16="http://schemas.microsoft.com/office/drawing/2014/main" id="{4CDF348A-53E9-4388-8F25-2B87D8939273}"/>
              </a:ext>
            </a:extLst>
          </p:cNvPr>
          <p:cNvGrpSpPr/>
          <p:nvPr/>
        </p:nvGrpSpPr>
        <p:grpSpPr>
          <a:xfrm>
            <a:off x="3329692" y="2391146"/>
            <a:ext cx="2325240" cy="1914480"/>
            <a:chOff x="3329692" y="2391146"/>
            <a:chExt cx="2325240" cy="191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CB4F0F1F-CC7C-4300-B17E-6BCF79C2F4EB}"/>
                    </a:ext>
                  </a:extLst>
                </p14:cNvPr>
                <p14:cNvContentPartPr/>
                <p14:nvPr/>
              </p14:nvContentPartPr>
              <p14:xfrm>
                <a:off x="3329692" y="2596706"/>
                <a:ext cx="169920" cy="93024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CB4F0F1F-CC7C-4300-B17E-6BCF79C2F4E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320692" y="2587706"/>
                  <a:ext cx="187560" cy="9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7B21F1B1-4EB0-4B11-A65B-E5D8DD822964}"/>
                    </a:ext>
                  </a:extLst>
                </p14:cNvPr>
                <p14:cNvContentPartPr/>
                <p14:nvPr/>
              </p14:nvContentPartPr>
              <p14:xfrm>
                <a:off x="3531292" y="2577266"/>
                <a:ext cx="81360" cy="24660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7B21F1B1-4EB0-4B11-A65B-E5D8DD82296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522292" y="2568626"/>
                  <a:ext cx="99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06301759-E333-4CF0-ADBB-38D94D2B20C4}"/>
                    </a:ext>
                  </a:extLst>
                </p14:cNvPr>
                <p14:cNvContentPartPr/>
                <p14:nvPr/>
              </p14:nvContentPartPr>
              <p14:xfrm>
                <a:off x="3655132" y="2585906"/>
                <a:ext cx="175680" cy="14832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06301759-E333-4CF0-ADBB-38D94D2B20C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46132" y="2576906"/>
                  <a:ext cx="193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360DB1C1-99AD-4534-B8D4-6555069B74D2}"/>
                    </a:ext>
                  </a:extLst>
                </p14:cNvPr>
                <p14:cNvContentPartPr/>
                <p14:nvPr/>
              </p14:nvContentPartPr>
              <p14:xfrm>
                <a:off x="3710932" y="3107906"/>
                <a:ext cx="172800" cy="24336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360DB1C1-99AD-4534-B8D4-6555069B74D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702292" y="3098906"/>
                  <a:ext cx="1904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712A5D5B-F4E2-470C-A358-43A1B9C814DD}"/>
                    </a:ext>
                  </a:extLst>
                </p14:cNvPr>
                <p14:cNvContentPartPr/>
                <p14:nvPr/>
              </p14:nvContentPartPr>
              <p14:xfrm>
                <a:off x="3695452" y="3167666"/>
                <a:ext cx="267120" cy="17604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712A5D5B-F4E2-470C-A358-43A1B9C814D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686812" y="3158666"/>
                  <a:ext cx="2847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1D0482EE-8BF6-4C06-8E4E-5F8DDDE88D5D}"/>
                    </a:ext>
                  </a:extLst>
                </p14:cNvPr>
                <p14:cNvContentPartPr/>
                <p14:nvPr/>
              </p14:nvContentPartPr>
              <p14:xfrm>
                <a:off x="3933772" y="2598866"/>
                <a:ext cx="343080" cy="80964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1D0482EE-8BF6-4C06-8E4E-5F8DDDE88D5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924772" y="2589866"/>
                  <a:ext cx="360720" cy="8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516A86DC-28F3-4B41-AAB8-0E5EAE616AB3}"/>
                    </a:ext>
                  </a:extLst>
                </p14:cNvPr>
                <p14:cNvContentPartPr/>
                <p14:nvPr/>
              </p14:nvContentPartPr>
              <p14:xfrm>
                <a:off x="4428772" y="2612546"/>
                <a:ext cx="279360" cy="8679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516A86DC-28F3-4B41-AAB8-0E5EAE616AB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420132" y="2603906"/>
                  <a:ext cx="297000" cy="88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D1B3972D-8B81-4957-B15B-41C6B5222B4D}"/>
                    </a:ext>
                  </a:extLst>
                </p14:cNvPr>
                <p14:cNvContentPartPr/>
                <p14:nvPr/>
              </p14:nvContentPartPr>
              <p14:xfrm>
                <a:off x="4635052" y="2464946"/>
                <a:ext cx="90720" cy="15228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D1B3972D-8B81-4957-B15B-41C6B5222B4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26412" y="2455946"/>
                  <a:ext cx="1083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E1E91FAF-CFE4-42F7-8BD2-97B6C3B12F44}"/>
                    </a:ext>
                  </a:extLst>
                </p14:cNvPr>
                <p14:cNvContentPartPr/>
                <p14:nvPr/>
              </p14:nvContentPartPr>
              <p14:xfrm>
                <a:off x="4762492" y="2457746"/>
                <a:ext cx="184680" cy="14616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E1E91FAF-CFE4-42F7-8BD2-97B6C3B12F4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753852" y="2448746"/>
                  <a:ext cx="2023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715C01E4-88EF-4163-9F27-963D8F20B507}"/>
                    </a:ext>
                  </a:extLst>
                </p14:cNvPr>
                <p14:cNvContentPartPr/>
                <p14:nvPr/>
              </p14:nvContentPartPr>
              <p14:xfrm>
                <a:off x="4836292" y="2856986"/>
                <a:ext cx="176040" cy="13716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715C01E4-88EF-4163-9F27-963D8F20B50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827292" y="2848346"/>
                  <a:ext cx="193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29B1076F-E49E-44B9-AAC9-AA6BB97BACEF}"/>
                    </a:ext>
                  </a:extLst>
                </p14:cNvPr>
                <p14:cNvContentPartPr/>
                <p14:nvPr/>
              </p14:nvContentPartPr>
              <p14:xfrm>
                <a:off x="4888852" y="2881466"/>
                <a:ext cx="153000" cy="27252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29B1076F-E49E-44B9-AAC9-AA6BB97BACE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879852" y="2872826"/>
                  <a:ext cx="1706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6FF43059-EC4A-44DB-9E39-EAE4904DBFD9}"/>
                    </a:ext>
                  </a:extLst>
                </p14:cNvPr>
                <p14:cNvContentPartPr/>
                <p14:nvPr/>
              </p14:nvContentPartPr>
              <p14:xfrm>
                <a:off x="4991092" y="2391146"/>
                <a:ext cx="323280" cy="95436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6FF43059-EC4A-44DB-9E39-EAE4904DBFD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982452" y="2382146"/>
                  <a:ext cx="340920" cy="9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F24C69AC-9922-4479-8317-4942318689A6}"/>
                    </a:ext>
                  </a:extLst>
                </p14:cNvPr>
                <p14:cNvContentPartPr/>
                <p14:nvPr/>
              </p14:nvContentPartPr>
              <p14:xfrm>
                <a:off x="3478732" y="3261986"/>
                <a:ext cx="2176200" cy="76932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F24C69AC-9922-4479-8317-4942318689A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470092" y="3253346"/>
                  <a:ext cx="2193840" cy="7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AA88C1BC-A237-4CB8-9567-6EBB0FE7B76A}"/>
                    </a:ext>
                  </a:extLst>
                </p14:cNvPr>
                <p14:cNvContentPartPr/>
                <p14:nvPr/>
              </p14:nvContentPartPr>
              <p14:xfrm>
                <a:off x="4554052" y="3747266"/>
                <a:ext cx="304200" cy="55836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AA88C1BC-A237-4CB8-9567-6EBB0FE7B76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545052" y="3738266"/>
                  <a:ext cx="32184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B84669B5-95B1-4032-8465-1F0B8DC5C0AA}"/>
                    </a:ext>
                  </a:extLst>
                </p14:cNvPr>
                <p14:cNvContentPartPr/>
                <p14:nvPr/>
              </p14:nvContentPartPr>
              <p14:xfrm>
                <a:off x="4676812" y="3663026"/>
                <a:ext cx="256320" cy="23364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B84669B5-95B1-4032-8465-1F0B8DC5C0A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668172" y="3654386"/>
                  <a:ext cx="273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283D7067-741A-4BE9-BD2E-5F4BA6669BA2}"/>
                    </a:ext>
                  </a:extLst>
                </p14:cNvPr>
                <p14:cNvContentPartPr/>
                <p14:nvPr/>
              </p14:nvContentPartPr>
              <p14:xfrm>
                <a:off x="4927012" y="3662666"/>
                <a:ext cx="156240" cy="12024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283D7067-741A-4BE9-BD2E-5F4BA6669BA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918012" y="3653666"/>
                  <a:ext cx="1738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EFCEEEDA-8F88-4A35-9ACB-8E76F68DFDF0}"/>
                    </a:ext>
                  </a:extLst>
                </p14:cNvPr>
                <p14:cNvContentPartPr/>
                <p14:nvPr/>
              </p14:nvContentPartPr>
              <p14:xfrm>
                <a:off x="4885252" y="3849866"/>
                <a:ext cx="136080" cy="22860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EFCEEEDA-8F88-4A35-9ACB-8E76F68DFDF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876612" y="3841226"/>
                  <a:ext cx="153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E282CEBC-20DE-4EA8-99FB-A51C65E98E8C}"/>
                    </a:ext>
                  </a:extLst>
                </p14:cNvPr>
                <p14:cNvContentPartPr/>
                <p14:nvPr/>
              </p14:nvContentPartPr>
              <p14:xfrm>
                <a:off x="5040772" y="3797306"/>
                <a:ext cx="201240" cy="28620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E282CEBC-20DE-4EA8-99FB-A51C65E98E8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032132" y="3788666"/>
                  <a:ext cx="2188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250EB8F8-8314-4868-9C86-F8C16C69599A}"/>
                    </a:ext>
                  </a:extLst>
                </p14:cNvPr>
                <p14:cNvContentPartPr/>
                <p14:nvPr/>
              </p14:nvContentPartPr>
              <p14:xfrm>
                <a:off x="5186572" y="3533066"/>
                <a:ext cx="339120" cy="63972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250EB8F8-8314-4868-9C86-F8C16C69599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177572" y="3524066"/>
                  <a:ext cx="356760" cy="65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upo 187">
            <a:extLst>
              <a:ext uri="{FF2B5EF4-FFF2-40B4-BE49-F238E27FC236}">
                <a16:creationId xmlns:a16="http://schemas.microsoft.com/office/drawing/2014/main" id="{FC151485-13B0-4DF3-923C-A45D46EFAB6B}"/>
              </a:ext>
            </a:extLst>
          </p:cNvPr>
          <p:cNvGrpSpPr/>
          <p:nvPr/>
        </p:nvGrpSpPr>
        <p:grpSpPr>
          <a:xfrm>
            <a:off x="6320212" y="2374946"/>
            <a:ext cx="1984320" cy="563400"/>
            <a:chOff x="6320212" y="2374946"/>
            <a:chExt cx="1984320" cy="56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63D12FAC-726C-4E35-B181-A8A484B5EA0D}"/>
                    </a:ext>
                  </a:extLst>
                </p14:cNvPr>
                <p14:cNvContentPartPr/>
                <p14:nvPr/>
              </p14:nvContentPartPr>
              <p14:xfrm>
                <a:off x="6320212" y="2486546"/>
                <a:ext cx="265320" cy="45180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63D12FAC-726C-4E35-B181-A8A484B5EA0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311572" y="2477546"/>
                  <a:ext cx="28296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FA35C259-C276-4E57-BA58-6D33814D9D4D}"/>
                    </a:ext>
                  </a:extLst>
                </p14:cNvPr>
                <p14:cNvContentPartPr/>
                <p14:nvPr/>
              </p14:nvContentPartPr>
              <p14:xfrm>
                <a:off x="6658612" y="2503466"/>
                <a:ext cx="142200" cy="23400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FA35C259-C276-4E57-BA58-6D33814D9D4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49612" y="2494466"/>
                  <a:ext cx="1598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589E31D6-D2E2-47A0-9937-17A211585D53}"/>
                    </a:ext>
                  </a:extLst>
                </p14:cNvPr>
                <p14:cNvContentPartPr/>
                <p14:nvPr/>
              </p14:nvContentPartPr>
              <p14:xfrm>
                <a:off x="6872812" y="2480786"/>
                <a:ext cx="208800" cy="19548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589E31D6-D2E2-47A0-9937-17A211585D5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864172" y="2472146"/>
                  <a:ext cx="2264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9308351B-8C51-4B3B-9455-4676F5971E8A}"/>
                    </a:ext>
                  </a:extLst>
                </p14:cNvPr>
                <p14:cNvContentPartPr/>
                <p14:nvPr/>
              </p14:nvContentPartPr>
              <p14:xfrm>
                <a:off x="7265932" y="2478986"/>
                <a:ext cx="123120" cy="5184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9308351B-8C51-4B3B-9455-4676F5971E8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256932" y="2469986"/>
                  <a:ext cx="1407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2EAC106E-25F8-432C-979C-9300DFA137AB}"/>
                    </a:ext>
                  </a:extLst>
                </p14:cNvPr>
                <p14:cNvContentPartPr/>
                <p14:nvPr/>
              </p14:nvContentPartPr>
              <p14:xfrm>
                <a:off x="7301572" y="2539826"/>
                <a:ext cx="161280" cy="10224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2EAC106E-25F8-432C-979C-9300DFA137A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292572" y="2531186"/>
                  <a:ext cx="178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A276A094-E229-473A-96F3-EEB10ED71BF2}"/>
                    </a:ext>
                  </a:extLst>
                </p14:cNvPr>
                <p14:cNvContentPartPr/>
                <p14:nvPr/>
              </p14:nvContentPartPr>
              <p14:xfrm>
                <a:off x="7506412" y="2412386"/>
                <a:ext cx="168120" cy="20880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A276A094-E229-473A-96F3-EEB10ED71BF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497412" y="2403386"/>
                  <a:ext cx="1857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F6489C19-3AF8-40B2-9BDB-9409837FBF1A}"/>
                    </a:ext>
                  </a:extLst>
                </p14:cNvPr>
                <p14:cNvContentPartPr/>
                <p14:nvPr/>
              </p14:nvContentPartPr>
              <p14:xfrm>
                <a:off x="7806652" y="2374946"/>
                <a:ext cx="105120" cy="41616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F6489C19-3AF8-40B2-9BDB-9409837FBF1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797652" y="2365946"/>
                  <a:ext cx="1227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5A4938FB-1525-4B6E-B575-E283F7348E56}"/>
                    </a:ext>
                  </a:extLst>
                </p14:cNvPr>
                <p14:cNvContentPartPr/>
                <p14:nvPr/>
              </p14:nvContentPartPr>
              <p14:xfrm>
                <a:off x="8120932" y="2482946"/>
                <a:ext cx="183600" cy="12456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5A4938FB-1525-4B6E-B575-E283F7348E5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111932" y="2474306"/>
                  <a:ext cx="2012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upo 216">
            <a:extLst>
              <a:ext uri="{FF2B5EF4-FFF2-40B4-BE49-F238E27FC236}">
                <a16:creationId xmlns:a16="http://schemas.microsoft.com/office/drawing/2014/main" id="{EE365802-6615-4B66-B03A-D9285D9119C8}"/>
              </a:ext>
            </a:extLst>
          </p:cNvPr>
          <p:cNvGrpSpPr/>
          <p:nvPr/>
        </p:nvGrpSpPr>
        <p:grpSpPr>
          <a:xfrm>
            <a:off x="8774332" y="2211146"/>
            <a:ext cx="2274120" cy="1264320"/>
            <a:chOff x="8774332" y="2211146"/>
            <a:chExt cx="2274120" cy="12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C755A7C6-F5FB-488F-B2DD-C276CC6C3A4E}"/>
                    </a:ext>
                  </a:extLst>
                </p14:cNvPr>
                <p14:cNvContentPartPr/>
                <p14:nvPr/>
              </p14:nvContentPartPr>
              <p14:xfrm>
                <a:off x="8774332" y="2380346"/>
                <a:ext cx="313920" cy="88776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C755A7C6-F5FB-488F-B2DD-C276CC6C3A4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765692" y="2371346"/>
                  <a:ext cx="331560" cy="90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B714A5AE-A9D5-4B22-A287-1849D54862A2}"/>
                    </a:ext>
                  </a:extLst>
                </p14:cNvPr>
                <p14:cNvContentPartPr/>
                <p14:nvPr/>
              </p14:nvContentPartPr>
              <p14:xfrm>
                <a:off x="9079612" y="2372066"/>
                <a:ext cx="62280" cy="21312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B714A5AE-A9D5-4B22-A287-1849D54862A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070612" y="2363426"/>
                  <a:ext cx="79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2B666DA0-84CF-468D-9E5E-115618933A60}"/>
                    </a:ext>
                  </a:extLst>
                </p14:cNvPr>
                <p14:cNvContentPartPr/>
                <p14:nvPr/>
              </p14:nvContentPartPr>
              <p14:xfrm>
                <a:off x="9195172" y="2344706"/>
                <a:ext cx="141480" cy="16704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2B666DA0-84CF-468D-9E5E-115618933A6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186172" y="2336066"/>
                  <a:ext cx="1591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581F8FEF-2568-448C-93D0-F468CB731522}"/>
                    </a:ext>
                  </a:extLst>
                </p14:cNvPr>
                <p14:cNvContentPartPr/>
                <p14:nvPr/>
              </p14:nvContentPartPr>
              <p14:xfrm>
                <a:off x="9193372" y="2813066"/>
                <a:ext cx="124200" cy="11772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581F8FEF-2568-448C-93D0-F468CB73152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184732" y="2804066"/>
                  <a:ext cx="141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62D009F1-71A8-4AA6-9745-C61345A888E2}"/>
                    </a:ext>
                  </a:extLst>
                </p14:cNvPr>
                <p14:cNvContentPartPr/>
                <p14:nvPr/>
              </p14:nvContentPartPr>
              <p14:xfrm>
                <a:off x="9273292" y="2826026"/>
                <a:ext cx="166320" cy="23256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62D009F1-71A8-4AA6-9745-C61345A888E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264292" y="2817026"/>
                  <a:ext cx="1839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BAD5C918-9701-45CD-BAEC-A5AB7EE3B17A}"/>
                    </a:ext>
                  </a:extLst>
                </p14:cNvPr>
                <p14:cNvContentPartPr/>
                <p14:nvPr/>
              </p14:nvContentPartPr>
              <p14:xfrm>
                <a:off x="9445012" y="2211146"/>
                <a:ext cx="271080" cy="102708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BAD5C918-9701-45CD-BAEC-A5AB7EE3B17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436372" y="2202146"/>
                  <a:ext cx="288720" cy="10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5D58EEA9-7346-4F88-95DB-2217AE711A3E}"/>
                    </a:ext>
                  </a:extLst>
                </p14:cNvPr>
                <p14:cNvContentPartPr/>
                <p14:nvPr/>
              </p14:nvContentPartPr>
              <p14:xfrm>
                <a:off x="9884572" y="2311586"/>
                <a:ext cx="180360" cy="76428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5D58EEA9-7346-4F88-95DB-2217AE711A3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875572" y="2302946"/>
                  <a:ext cx="198000" cy="7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DBD96775-57B9-4FFB-BD99-9D2DE7C70CF4}"/>
                    </a:ext>
                  </a:extLst>
                </p14:cNvPr>
                <p14:cNvContentPartPr/>
                <p14:nvPr/>
              </p14:nvContentPartPr>
              <p14:xfrm>
                <a:off x="10234852" y="2266586"/>
                <a:ext cx="49320" cy="22212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DBD96775-57B9-4FFB-BD99-9D2DE7C70CF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225852" y="2257946"/>
                  <a:ext cx="669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EFD667DE-177D-4866-84DB-1EC07C782A99}"/>
                    </a:ext>
                  </a:extLst>
                </p14:cNvPr>
                <p14:cNvContentPartPr/>
                <p14:nvPr/>
              </p14:nvContentPartPr>
              <p14:xfrm>
                <a:off x="10294252" y="2291066"/>
                <a:ext cx="156960" cy="16128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EFD667DE-177D-4866-84DB-1EC07C782A9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285252" y="2282066"/>
                  <a:ext cx="174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361E06E4-B0EA-4A8C-B435-7F6A4B8F9976}"/>
                    </a:ext>
                  </a:extLst>
                </p14:cNvPr>
                <p14:cNvContentPartPr/>
                <p14:nvPr/>
              </p14:nvContentPartPr>
              <p14:xfrm>
                <a:off x="10298932" y="2628386"/>
                <a:ext cx="227880" cy="26100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361E06E4-B0EA-4A8C-B435-7F6A4B8F997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290292" y="2619386"/>
                  <a:ext cx="2455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F8C2E617-AF60-4A0D-B005-D8C031D94C5F}"/>
                    </a:ext>
                  </a:extLst>
                </p14:cNvPr>
                <p14:cNvContentPartPr/>
                <p14:nvPr/>
              </p14:nvContentPartPr>
              <p14:xfrm>
                <a:off x="10517092" y="2215466"/>
                <a:ext cx="140760" cy="73080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F8C2E617-AF60-4A0D-B005-D8C031D94C5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508092" y="2206466"/>
                  <a:ext cx="15840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7B62F05A-3CC1-4360-979F-0909CED9D1C0}"/>
                    </a:ext>
                  </a:extLst>
                </p14:cNvPr>
                <p14:cNvContentPartPr/>
                <p14:nvPr/>
              </p14:nvContentPartPr>
              <p14:xfrm>
                <a:off x="8883052" y="2983346"/>
                <a:ext cx="2165400" cy="49212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7B62F05A-3CC1-4360-979F-0909CED9D1C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874052" y="2974706"/>
                  <a:ext cx="2183040" cy="50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upo 215">
            <a:extLst>
              <a:ext uri="{FF2B5EF4-FFF2-40B4-BE49-F238E27FC236}">
                <a16:creationId xmlns:a16="http://schemas.microsoft.com/office/drawing/2014/main" id="{E5AD4CD9-7ADA-4547-88EE-506A9B3E8B3E}"/>
              </a:ext>
            </a:extLst>
          </p:cNvPr>
          <p:cNvGrpSpPr/>
          <p:nvPr/>
        </p:nvGrpSpPr>
        <p:grpSpPr>
          <a:xfrm>
            <a:off x="9596212" y="3629186"/>
            <a:ext cx="894600" cy="617400"/>
            <a:chOff x="9596212" y="3629186"/>
            <a:chExt cx="894600" cy="61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43DDFB34-C4ED-446E-95D2-658015856C13}"/>
                    </a:ext>
                  </a:extLst>
                </p14:cNvPr>
                <p14:cNvContentPartPr/>
                <p14:nvPr/>
              </p14:nvContentPartPr>
              <p14:xfrm>
                <a:off x="9596212" y="3629186"/>
                <a:ext cx="243360" cy="61740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43DDFB34-C4ED-446E-95D2-658015856C1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587572" y="3620546"/>
                  <a:ext cx="26100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3E8900B8-4B0E-489D-AB9F-CF13DC73897F}"/>
                    </a:ext>
                  </a:extLst>
                </p14:cNvPr>
                <p14:cNvContentPartPr/>
                <p14:nvPr/>
              </p14:nvContentPartPr>
              <p14:xfrm>
                <a:off x="9865492" y="3657626"/>
                <a:ext cx="236160" cy="24912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3E8900B8-4B0E-489D-AB9F-CF13DC73897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856852" y="3648986"/>
                  <a:ext cx="2538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2D9A25FF-76CE-4E17-81C5-F536916904E0}"/>
                    </a:ext>
                  </a:extLst>
                </p14:cNvPr>
                <p14:cNvContentPartPr/>
                <p14:nvPr/>
              </p14:nvContentPartPr>
              <p14:xfrm>
                <a:off x="10063132" y="3641786"/>
                <a:ext cx="182520" cy="11880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2D9A25FF-76CE-4E17-81C5-F536916904E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054492" y="3633146"/>
                  <a:ext cx="2001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8145563C-B596-441A-BB4F-48B82AC2E1E0}"/>
                    </a:ext>
                  </a:extLst>
                </p14:cNvPr>
                <p14:cNvContentPartPr/>
                <p14:nvPr/>
              </p14:nvContentPartPr>
              <p14:xfrm>
                <a:off x="10062052" y="4055786"/>
                <a:ext cx="37440" cy="16848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8145563C-B596-441A-BB4F-48B82AC2E1E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053052" y="4046786"/>
                  <a:ext cx="55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F921AE50-644C-4528-9ED3-2EF944BB801E}"/>
                    </a:ext>
                  </a:extLst>
                </p14:cNvPr>
                <p14:cNvContentPartPr/>
                <p14:nvPr/>
              </p14:nvContentPartPr>
              <p14:xfrm>
                <a:off x="10144132" y="3967586"/>
                <a:ext cx="135000" cy="2253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F921AE50-644C-4528-9ED3-2EF944BB801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135132" y="3958586"/>
                  <a:ext cx="1526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4792F8F0-3D2A-48DA-B47A-A7FF4E14749A}"/>
                    </a:ext>
                  </a:extLst>
                </p14:cNvPr>
                <p14:cNvContentPartPr/>
                <p14:nvPr/>
              </p14:nvContentPartPr>
              <p14:xfrm>
                <a:off x="10415572" y="3736466"/>
                <a:ext cx="75240" cy="42768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4792F8F0-3D2A-48DA-B47A-A7FF4E14749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406932" y="3727466"/>
                  <a:ext cx="92880" cy="44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upo 214">
            <a:extLst>
              <a:ext uri="{FF2B5EF4-FFF2-40B4-BE49-F238E27FC236}">
                <a16:creationId xmlns:a16="http://schemas.microsoft.com/office/drawing/2014/main" id="{97560271-0CC4-455C-93DD-2BFF829CA7F1}"/>
              </a:ext>
            </a:extLst>
          </p:cNvPr>
          <p:cNvGrpSpPr/>
          <p:nvPr/>
        </p:nvGrpSpPr>
        <p:grpSpPr>
          <a:xfrm>
            <a:off x="797092" y="4696226"/>
            <a:ext cx="1953360" cy="757800"/>
            <a:chOff x="797092" y="4696226"/>
            <a:chExt cx="1953360" cy="75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83E79B24-61D5-45CE-8B6B-DF61FF20EE2E}"/>
                    </a:ext>
                  </a:extLst>
                </p14:cNvPr>
                <p14:cNvContentPartPr/>
                <p14:nvPr/>
              </p14:nvContentPartPr>
              <p14:xfrm>
                <a:off x="797092" y="5140106"/>
                <a:ext cx="224280" cy="24588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83E79B24-61D5-45CE-8B6B-DF61FF20EE2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88092" y="5131106"/>
                  <a:ext cx="241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4CBEB335-9A0D-4606-A37F-C803C452FC80}"/>
                    </a:ext>
                  </a:extLst>
                </p14:cNvPr>
                <p14:cNvContentPartPr/>
                <p14:nvPr/>
              </p14:nvContentPartPr>
              <p14:xfrm>
                <a:off x="1111372" y="5198786"/>
                <a:ext cx="120600" cy="25524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4CBEB335-9A0D-4606-A37F-C803C452FC8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02732" y="5189786"/>
                  <a:ext cx="1382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F2756B58-9B51-41A3-9B94-3497733499DA}"/>
                    </a:ext>
                  </a:extLst>
                </p14:cNvPr>
                <p14:cNvContentPartPr/>
                <p14:nvPr/>
              </p14:nvContentPartPr>
              <p14:xfrm>
                <a:off x="1132972" y="4973786"/>
                <a:ext cx="572040" cy="32040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F2756B58-9B51-41A3-9B94-3497733499D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23972" y="4964786"/>
                  <a:ext cx="5896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C7021FC3-A7B4-4A6F-9C2B-CE22BB2C54CC}"/>
                    </a:ext>
                  </a:extLst>
                </p14:cNvPr>
                <p14:cNvContentPartPr/>
                <p14:nvPr/>
              </p14:nvContentPartPr>
              <p14:xfrm>
                <a:off x="1805812" y="4966226"/>
                <a:ext cx="214560" cy="15552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C7021FC3-A7B4-4A6F-9C2B-CE22BB2C54C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796812" y="4957226"/>
                  <a:ext cx="2322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4A6AE4F2-41FD-4520-A516-45F1CCE7533D}"/>
                    </a:ext>
                  </a:extLst>
                </p14:cNvPr>
                <p14:cNvContentPartPr/>
                <p14:nvPr/>
              </p14:nvContentPartPr>
              <p14:xfrm>
                <a:off x="1858012" y="4914746"/>
                <a:ext cx="342000" cy="27036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4A6AE4F2-41FD-4520-A516-45F1CCE7533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849372" y="4906106"/>
                  <a:ext cx="3596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DB8EBE23-7026-4919-AC9C-FDD931A25495}"/>
                    </a:ext>
                  </a:extLst>
                </p14:cNvPr>
                <p14:cNvContentPartPr/>
                <p14:nvPr/>
              </p14:nvContentPartPr>
              <p14:xfrm>
                <a:off x="2139172" y="4998266"/>
                <a:ext cx="130320" cy="4644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DB8EBE23-7026-4919-AC9C-FDD931A2549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130172" y="4989626"/>
                  <a:ext cx="147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95972798-9CBA-4409-9058-499B9F8284B6}"/>
                    </a:ext>
                  </a:extLst>
                </p14:cNvPr>
                <p14:cNvContentPartPr/>
                <p14:nvPr/>
              </p14:nvContentPartPr>
              <p14:xfrm>
                <a:off x="2371372" y="4811066"/>
                <a:ext cx="219600" cy="38664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95972798-9CBA-4409-9058-499B9F8284B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362372" y="4802066"/>
                  <a:ext cx="2372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863EF0A7-18A4-4CDE-B1C0-326316004DC7}"/>
                    </a:ext>
                  </a:extLst>
                </p14:cNvPr>
                <p14:cNvContentPartPr/>
                <p14:nvPr/>
              </p14:nvContentPartPr>
              <p14:xfrm>
                <a:off x="2645332" y="4696226"/>
                <a:ext cx="105120" cy="54792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863EF0A7-18A4-4CDE-B1C0-326316004DC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636332" y="4687586"/>
                  <a:ext cx="122760" cy="56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09437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637010D-1EFF-406D-9C66-72CD84CE7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51" y="285750"/>
            <a:ext cx="11182558" cy="3650146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588581AF-2BEB-4E73-8B67-1389D0DAAE58}"/>
              </a:ext>
            </a:extLst>
          </p:cNvPr>
          <p:cNvGrpSpPr/>
          <p:nvPr/>
        </p:nvGrpSpPr>
        <p:grpSpPr>
          <a:xfrm>
            <a:off x="749212" y="4281506"/>
            <a:ext cx="378000" cy="425160"/>
            <a:chOff x="749212" y="4281506"/>
            <a:chExt cx="378000" cy="4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1FF004B6-8990-4228-8CA1-A670C41C5390}"/>
                    </a:ext>
                  </a:extLst>
                </p14:cNvPr>
                <p14:cNvContentPartPr/>
                <p14:nvPr/>
              </p14:nvContentPartPr>
              <p14:xfrm>
                <a:off x="749212" y="4291946"/>
                <a:ext cx="378000" cy="41472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1FF004B6-8990-4228-8CA1-A670C41C539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0572" y="4283306"/>
                  <a:ext cx="39564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CE23CF8A-747F-4235-80B2-5FB402C5B788}"/>
                    </a:ext>
                  </a:extLst>
                </p14:cNvPr>
                <p14:cNvContentPartPr/>
                <p14:nvPr/>
              </p14:nvContentPartPr>
              <p14:xfrm>
                <a:off x="942532" y="4281506"/>
                <a:ext cx="125280" cy="35892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CE23CF8A-747F-4235-80B2-5FB402C5B78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3532" y="4272866"/>
                  <a:ext cx="142920" cy="37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A905757B-ED85-4F80-BD69-4891EFD6B61A}"/>
              </a:ext>
            </a:extLst>
          </p:cNvPr>
          <p:cNvGrpSpPr/>
          <p:nvPr/>
        </p:nvGrpSpPr>
        <p:grpSpPr>
          <a:xfrm>
            <a:off x="517732" y="4989626"/>
            <a:ext cx="313200" cy="486720"/>
            <a:chOff x="517732" y="4989626"/>
            <a:chExt cx="313200" cy="48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9D742ECF-6A2B-4643-A69A-D79DD5AC46CF}"/>
                    </a:ext>
                  </a:extLst>
                </p14:cNvPr>
                <p14:cNvContentPartPr/>
                <p14:nvPr/>
              </p14:nvContentPartPr>
              <p14:xfrm>
                <a:off x="517732" y="5148026"/>
                <a:ext cx="192600" cy="1922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9D742ECF-6A2B-4643-A69A-D79DD5AC46C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9092" y="5139386"/>
                  <a:ext cx="210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8D8DFE5E-0102-437D-B3BB-7378B79F18E1}"/>
                    </a:ext>
                  </a:extLst>
                </p14:cNvPr>
                <p14:cNvContentPartPr/>
                <p14:nvPr/>
              </p14:nvContentPartPr>
              <p14:xfrm>
                <a:off x="690892" y="4989626"/>
                <a:ext cx="140040" cy="48672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8D8DFE5E-0102-437D-B3BB-7378B79F18E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2252" y="4980986"/>
                  <a:ext cx="157680" cy="50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6494D314-AD06-4A71-A9A2-2702267B74C1}"/>
                  </a:ext>
                </a:extLst>
              </p14:cNvPr>
              <p14:cNvContentPartPr/>
              <p14:nvPr/>
            </p14:nvContentPartPr>
            <p14:xfrm>
              <a:off x="1223332" y="5083946"/>
              <a:ext cx="244440" cy="30384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6494D314-AD06-4A71-A9A2-2702267B74C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14692" y="5074946"/>
                <a:ext cx="262080" cy="32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upo 48">
            <a:extLst>
              <a:ext uri="{FF2B5EF4-FFF2-40B4-BE49-F238E27FC236}">
                <a16:creationId xmlns:a16="http://schemas.microsoft.com/office/drawing/2014/main" id="{D7B8AD44-F1CC-4669-98F3-18206ED44CB5}"/>
              </a:ext>
            </a:extLst>
          </p:cNvPr>
          <p:cNvGrpSpPr/>
          <p:nvPr/>
        </p:nvGrpSpPr>
        <p:grpSpPr>
          <a:xfrm>
            <a:off x="1611412" y="5067026"/>
            <a:ext cx="559800" cy="254160"/>
            <a:chOff x="1611412" y="5067026"/>
            <a:chExt cx="559800" cy="25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1A2CAFF9-7241-449D-AAA7-C4F93EADE665}"/>
                    </a:ext>
                  </a:extLst>
                </p14:cNvPr>
                <p14:cNvContentPartPr/>
                <p14:nvPr/>
              </p14:nvContentPartPr>
              <p14:xfrm>
                <a:off x="1611412" y="5186906"/>
                <a:ext cx="131400" cy="176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1A2CAFF9-7241-449D-AAA7-C4F93EADE6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02772" y="5177906"/>
                  <a:ext cx="149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A4D195CF-CFFF-4459-815B-C6BB8230A59C}"/>
                    </a:ext>
                  </a:extLst>
                </p14:cNvPr>
                <p14:cNvContentPartPr/>
                <p14:nvPr/>
              </p14:nvContentPartPr>
              <p14:xfrm>
                <a:off x="1652092" y="5239466"/>
                <a:ext cx="150480" cy="2088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A4D195CF-CFFF-4459-815B-C6BB8230A59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43092" y="5230466"/>
                  <a:ext cx="168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F3206EB9-39B7-4758-9B36-56321BC4F3AD}"/>
                    </a:ext>
                  </a:extLst>
                </p14:cNvPr>
                <p14:cNvContentPartPr/>
                <p14:nvPr/>
              </p14:nvContentPartPr>
              <p14:xfrm>
                <a:off x="1976092" y="5067026"/>
                <a:ext cx="195120" cy="2541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F3206EB9-39B7-4758-9B36-56321BC4F3A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67452" y="5058026"/>
                  <a:ext cx="21276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32969E56-D207-41F4-8E40-D7E2F91FF68F}"/>
              </a:ext>
            </a:extLst>
          </p:cNvPr>
          <p:cNvGrpSpPr/>
          <p:nvPr/>
        </p:nvGrpSpPr>
        <p:grpSpPr>
          <a:xfrm>
            <a:off x="1441492" y="4153706"/>
            <a:ext cx="3705480" cy="522000"/>
            <a:chOff x="1441492" y="4153706"/>
            <a:chExt cx="3705480" cy="52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F804E78A-909E-47AC-8305-CA942FC0EF21}"/>
                    </a:ext>
                  </a:extLst>
                </p14:cNvPr>
                <p14:cNvContentPartPr/>
                <p14:nvPr/>
              </p14:nvContentPartPr>
              <p14:xfrm>
                <a:off x="1441492" y="4355666"/>
                <a:ext cx="442080" cy="17064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F804E78A-909E-47AC-8305-CA942FC0EF2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32492" y="4347026"/>
                  <a:ext cx="459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6FC31FA6-1DE3-4014-A485-416A6985E7D1}"/>
                    </a:ext>
                  </a:extLst>
                </p14:cNvPr>
                <p14:cNvContentPartPr/>
                <p14:nvPr/>
              </p14:nvContentPartPr>
              <p14:xfrm>
                <a:off x="2007052" y="4260266"/>
                <a:ext cx="116640" cy="4154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6FC31FA6-1DE3-4014-A485-416A6985E7D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98052" y="4251266"/>
                  <a:ext cx="13428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3BE31EE4-1A64-4B8E-B790-7358334F6B7E}"/>
                    </a:ext>
                  </a:extLst>
                </p14:cNvPr>
                <p14:cNvContentPartPr/>
                <p14:nvPr/>
              </p14:nvContentPartPr>
              <p14:xfrm>
                <a:off x="1900852" y="4153706"/>
                <a:ext cx="370440" cy="29340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3BE31EE4-1A64-4B8E-B790-7358334F6B7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92212" y="4145066"/>
                  <a:ext cx="3880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C60B657A-1F94-4581-8D2A-F79B0245D2CE}"/>
                    </a:ext>
                  </a:extLst>
                </p14:cNvPr>
                <p14:cNvContentPartPr/>
                <p14:nvPr/>
              </p14:nvContentPartPr>
              <p14:xfrm>
                <a:off x="2336452" y="4386626"/>
                <a:ext cx="204480" cy="2106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C60B657A-1F94-4581-8D2A-F79B0245D2C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27812" y="4377986"/>
                  <a:ext cx="2221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5BFF360C-5B3F-4366-8A9C-CAAD1E4E4DBA}"/>
                    </a:ext>
                  </a:extLst>
                </p14:cNvPr>
                <p14:cNvContentPartPr/>
                <p14:nvPr/>
              </p14:nvContentPartPr>
              <p14:xfrm>
                <a:off x="2561812" y="4464746"/>
                <a:ext cx="76680" cy="1364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5BFF360C-5B3F-4366-8A9C-CAAD1E4E4DB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53172" y="4456106"/>
                  <a:ext cx="943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45438D18-FD01-4AEB-8D26-D4CA68B5B96C}"/>
                    </a:ext>
                  </a:extLst>
                </p14:cNvPr>
                <p14:cNvContentPartPr/>
                <p14:nvPr/>
              </p14:nvContentPartPr>
              <p14:xfrm>
                <a:off x="2652532" y="4434866"/>
                <a:ext cx="120600" cy="22860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45438D18-FD01-4AEB-8D26-D4CA68B5B9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43532" y="4425866"/>
                  <a:ext cx="1382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F6152098-60E0-4427-89E5-9FABEFEB444D}"/>
                    </a:ext>
                  </a:extLst>
                </p14:cNvPr>
                <p14:cNvContentPartPr/>
                <p14:nvPr/>
              </p14:nvContentPartPr>
              <p14:xfrm>
                <a:off x="2822812" y="4411466"/>
                <a:ext cx="117000" cy="2455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F6152098-60E0-4427-89E5-9FABEFEB444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13812" y="4402466"/>
                  <a:ext cx="134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E5C0D2C5-C21E-4210-8747-903C56F917FE}"/>
                    </a:ext>
                  </a:extLst>
                </p14:cNvPr>
                <p14:cNvContentPartPr/>
                <p14:nvPr/>
              </p14:nvContentPartPr>
              <p14:xfrm>
                <a:off x="3110452" y="4224986"/>
                <a:ext cx="127080" cy="3924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E5C0D2C5-C21E-4210-8747-903C56F917F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01452" y="4215986"/>
                  <a:ext cx="1447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248C182E-5870-49A6-A75B-14082117471B}"/>
                    </a:ext>
                  </a:extLst>
                </p14:cNvPr>
                <p14:cNvContentPartPr/>
                <p14:nvPr/>
              </p14:nvContentPartPr>
              <p14:xfrm>
                <a:off x="3246532" y="4304906"/>
                <a:ext cx="276480" cy="3006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248C182E-5870-49A6-A75B-14082117471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37892" y="4296266"/>
                  <a:ext cx="2941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8736B47F-7EFB-4486-8F5F-1C1E2C13583B}"/>
                    </a:ext>
                  </a:extLst>
                </p14:cNvPr>
                <p14:cNvContentPartPr/>
                <p14:nvPr/>
              </p14:nvContentPartPr>
              <p14:xfrm>
                <a:off x="3644692" y="4279706"/>
                <a:ext cx="108360" cy="34200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8736B47F-7EFB-4486-8F5F-1C1E2C13583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635692" y="4270706"/>
                  <a:ext cx="1260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8408C9ED-47EA-41C7-8933-F933C414A8F0}"/>
                    </a:ext>
                  </a:extLst>
                </p14:cNvPr>
                <p14:cNvContentPartPr/>
                <p14:nvPr/>
              </p14:nvContentPartPr>
              <p14:xfrm>
                <a:off x="3623092" y="4448906"/>
                <a:ext cx="167040" cy="4860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8408C9ED-47EA-41C7-8933-F933C414A8F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614092" y="4439906"/>
                  <a:ext cx="184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5E69692E-319B-41EA-BE6A-E9EA5845A361}"/>
                    </a:ext>
                  </a:extLst>
                </p14:cNvPr>
                <p14:cNvContentPartPr/>
                <p14:nvPr/>
              </p14:nvContentPartPr>
              <p14:xfrm>
                <a:off x="3888412" y="4397426"/>
                <a:ext cx="168120" cy="2700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5E69692E-319B-41EA-BE6A-E9EA5845A36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879772" y="4388426"/>
                  <a:ext cx="185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A1B4490B-2E75-4EE6-A74B-ADD886E0705A}"/>
                    </a:ext>
                  </a:extLst>
                </p14:cNvPr>
                <p14:cNvContentPartPr/>
                <p14:nvPr/>
              </p14:nvContentPartPr>
              <p14:xfrm>
                <a:off x="3958612" y="4500026"/>
                <a:ext cx="128880" cy="3024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A1B4490B-2E75-4EE6-A74B-ADD886E0705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49972" y="4491386"/>
                  <a:ext cx="146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0AB7E167-9FCF-4B9E-8BEE-BB150B50CAE4}"/>
                    </a:ext>
                  </a:extLst>
                </p14:cNvPr>
                <p14:cNvContentPartPr/>
                <p14:nvPr/>
              </p14:nvContentPartPr>
              <p14:xfrm>
                <a:off x="4433812" y="4428386"/>
                <a:ext cx="11160" cy="11592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0AB7E167-9FCF-4B9E-8BEE-BB150B50CAE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425172" y="4419746"/>
                  <a:ext cx="28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3FB48A3E-B605-4133-ADE7-3080EED5536D}"/>
                    </a:ext>
                  </a:extLst>
                </p14:cNvPr>
                <p14:cNvContentPartPr/>
                <p14:nvPr/>
              </p14:nvContentPartPr>
              <p14:xfrm>
                <a:off x="4512652" y="4298786"/>
                <a:ext cx="129960" cy="20592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3FB48A3E-B605-4133-ADE7-3080EED5536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04012" y="4290146"/>
                  <a:ext cx="1476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4746318C-02FF-4AD8-B840-3725CC95141E}"/>
                    </a:ext>
                  </a:extLst>
                </p14:cNvPr>
                <p14:cNvContentPartPr/>
                <p14:nvPr/>
              </p14:nvContentPartPr>
              <p14:xfrm>
                <a:off x="4815052" y="4175666"/>
                <a:ext cx="57240" cy="32580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4746318C-02FF-4AD8-B840-3725CC95141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06412" y="4166666"/>
                  <a:ext cx="748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75F3505C-1E8A-4801-9368-B26C671A632D}"/>
                    </a:ext>
                  </a:extLst>
                </p14:cNvPr>
                <p14:cNvContentPartPr/>
                <p14:nvPr/>
              </p14:nvContentPartPr>
              <p14:xfrm>
                <a:off x="4727932" y="4342706"/>
                <a:ext cx="175320" cy="561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75F3505C-1E8A-4801-9368-B26C671A632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719292" y="4334066"/>
                  <a:ext cx="192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8C55CD11-7EB8-4312-8F61-87E090216EA2}"/>
                    </a:ext>
                  </a:extLst>
                </p14:cNvPr>
                <p14:cNvContentPartPr/>
                <p14:nvPr/>
              </p14:nvContentPartPr>
              <p14:xfrm>
                <a:off x="5016292" y="4154066"/>
                <a:ext cx="130680" cy="4384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8C55CD11-7EB8-4312-8F61-87E090216EA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07292" y="4145426"/>
                  <a:ext cx="1483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017AE392-BDC0-4E20-9B80-0CDAC7D9CACD}"/>
                    </a:ext>
                  </a:extLst>
                </p14:cNvPr>
                <p14:cNvContentPartPr/>
                <p14:nvPr/>
              </p14:nvContentPartPr>
              <p14:xfrm>
                <a:off x="4145812" y="4282946"/>
                <a:ext cx="176760" cy="30132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017AE392-BDC0-4E20-9B80-0CDAC7D9CAC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136812" y="4273946"/>
                  <a:ext cx="1944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8FBE992D-AD13-4DF6-BC95-7B81B50EA875}"/>
                    </a:ext>
                  </a:extLst>
                </p14:cNvPr>
                <p14:cNvContentPartPr/>
                <p14:nvPr/>
              </p14:nvContentPartPr>
              <p14:xfrm>
                <a:off x="4245892" y="4402826"/>
                <a:ext cx="47880" cy="165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8FBE992D-AD13-4DF6-BC95-7B81B50EA87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36892" y="4393826"/>
                  <a:ext cx="65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8E5CC1B2-D1E5-4082-8095-408A6B72EFC2}"/>
                    </a:ext>
                  </a:extLst>
                </p14:cNvPr>
                <p14:cNvContentPartPr/>
                <p14:nvPr/>
              </p14:nvContentPartPr>
              <p14:xfrm>
                <a:off x="4286212" y="4395266"/>
                <a:ext cx="360" cy="36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8E5CC1B2-D1E5-4082-8095-408A6B72EFC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277572" y="43862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5581D800-4ACF-4532-B465-5D7E24E66042}"/>
                    </a:ext>
                  </a:extLst>
                </p14:cNvPr>
                <p14:cNvContentPartPr/>
                <p14:nvPr/>
              </p14:nvContentPartPr>
              <p14:xfrm>
                <a:off x="4278652" y="4386626"/>
                <a:ext cx="20160" cy="90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5581D800-4ACF-4532-B465-5D7E24E6604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69652" y="4377986"/>
                  <a:ext cx="378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69536810-2692-4A89-8EB4-7D47C55AF576}"/>
              </a:ext>
            </a:extLst>
          </p:cNvPr>
          <p:cNvGrpSpPr/>
          <p:nvPr/>
        </p:nvGrpSpPr>
        <p:grpSpPr>
          <a:xfrm>
            <a:off x="995812" y="5716826"/>
            <a:ext cx="237960" cy="526680"/>
            <a:chOff x="995812" y="5716826"/>
            <a:chExt cx="237960" cy="52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39006CB2-09B3-4D5A-9DD0-AB8324DC90CE}"/>
                    </a:ext>
                  </a:extLst>
                </p14:cNvPr>
                <p14:cNvContentPartPr/>
                <p14:nvPr/>
              </p14:nvContentPartPr>
              <p14:xfrm>
                <a:off x="996892" y="5716826"/>
                <a:ext cx="9720" cy="52668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39006CB2-09B3-4D5A-9DD0-AB8324DC90C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8252" y="5708186"/>
                  <a:ext cx="2736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E74BDB35-452F-4A39-A4D0-5460F508CBFA}"/>
                    </a:ext>
                  </a:extLst>
                </p14:cNvPr>
                <p14:cNvContentPartPr/>
                <p14:nvPr/>
              </p14:nvContentPartPr>
              <p14:xfrm>
                <a:off x="995812" y="5748866"/>
                <a:ext cx="237960" cy="25236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E74BDB35-452F-4A39-A4D0-5460F508CBF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7172" y="5740226"/>
                  <a:ext cx="255600" cy="27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D94E064B-E186-450A-A342-755A333CAF12}"/>
                  </a:ext>
                </a:extLst>
              </p14:cNvPr>
              <p14:cNvContentPartPr/>
              <p14:nvPr/>
            </p14:nvContentPartPr>
            <p14:xfrm>
              <a:off x="1444372" y="5708186"/>
              <a:ext cx="108000" cy="43560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D94E064B-E186-450A-A342-755A333CAF1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435372" y="5699186"/>
                <a:ext cx="12564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1F298730-9258-4F48-946F-22111A6133E4}"/>
                  </a:ext>
                </a:extLst>
              </p14:cNvPr>
              <p14:cNvContentPartPr/>
              <p14:nvPr/>
            </p14:nvContentPartPr>
            <p14:xfrm>
              <a:off x="9541492" y="963026"/>
              <a:ext cx="688680" cy="8820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1F298730-9258-4F48-946F-22111A6133E4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532852" y="954386"/>
                <a:ext cx="706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210EE9B1-4D49-441E-8E04-3D415DEE92FC}"/>
                  </a:ext>
                </a:extLst>
              </p14:cNvPr>
              <p14:cNvContentPartPr/>
              <p14:nvPr/>
            </p14:nvContentPartPr>
            <p14:xfrm>
              <a:off x="9576052" y="690506"/>
              <a:ext cx="615960" cy="36936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210EE9B1-4D49-441E-8E04-3D415DEE92F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522052" y="582866"/>
                <a:ext cx="723600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81673304-0BCA-4DEB-BF4A-A4554D5E2C4E}"/>
                  </a:ext>
                </a:extLst>
              </p14:cNvPr>
              <p14:cNvContentPartPr/>
              <p14:nvPr/>
            </p14:nvContentPartPr>
            <p14:xfrm>
              <a:off x="9676132" y="927746"/>
              <a:ext cx="151920" cy="11376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81673304-0BCA-4DEB-BF4A-A4554D5E2C4E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622492" y="820106"/>
                <a:ext cx="25956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46D12323-ED59-460E-AE42-7A4144C32065}"/>
                  </a:ext>
                </a:extLst>
              </p14:cNvPr>
              <p14:cNvContentPartPr/>
              <p14:nvPr/>
            </p14:nvContentPartPr>
            <p14:xfrm>
              <a:off x="9433132" y="1260386"/>
              <a:ext cx="293040" cy="32580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46D12323-ED59-460E-AE42-7A4144C3206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379492" y="1152746"/>
                <a:ext cx="40068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B3EE4F2C-9856-4E47-9676-60DCAD2C8A96}"/>
                  </a:ext>
                </a:extLst>
              </p14:cNvPr>
              <p14:cNvContentPartPr/>
              <p14:nvPr/>
            </p14:nvContentPartPr>
            <p14:xfrm>
              <a:off x="7332532" y="2513906"/>
              <a:ext cx="232560" cy="33408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B3EE4F2C-9856-4E47-9676-60DCAD2C8A9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278532" y="2406266"/>
                <a:ext cx="340200" cy="54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upo 70">
            <a:extLst>
              <a:ext uri="{FF2B5EF4-FFF2-40B4-BE49-F238E27FC236}">
                <a16:creationId xmlns:a16="http://schemas.microsoft.com/office/drawing/2014/main" id="{3AF0DCE6-45A5-4B16-85D4-1AB502358F50}"/>
              </a:ext>
            </a:extLst>
          </p:cNvPr>
          <p:cNvGrpSpPr/>
          <p:nvPr/>
        </p:nvGrpSpPr>
        <p:grpSpPr>
          <a:xfrm>
            <a:off x="1680532" y="5758946"/>
            <a:ext cx="506520" cy="401400"/>
            <a:chOff x="1680532" y="5758946"/>
            <a:chExt cx="506520" cy="4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CCE31B90-7073-44C4-960B-A448FD3F47CA}"/>
                    </a:ext>
                  </a:extLst>
                </p14:cNvPr>
                <p14:cNvContentPartPr/>
                <p14:nvPr/>
              </p14:nvContentPartPr>
              <p14:xfrm>
                <a:off x="1680532" y="5781986"/>
                <a:ext cx="258840" cy="3135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CCE31B90-7073-44C4-960B-A448FD3F47C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671892" y="5773346"/>
                  <a:ext cx="2764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B8689A8B-03FF-4BDD-BCF8-2A5B44007B2C}"/>
                    </a:ext>
                  </a:extLst>
                </p14:cNvPr>
                <p14:cNvContentPartPr/>
                <p14:nvPr/>
              </p14:nvContentPartPr>
              <p14:xfrm>
                <a:off x="1687012" y="5758946"/>
                <a:ext cx="213120" cy="37800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B8689A8B-03FF-4BDD-BCF8-2A5B44007B2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678372" y="5749946"/>
                  <a:ext cx="2307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34D28C03-C3E3-4308-9F7C-A07DCB52FE60}"/>
                    </a:ext>
                  </a:extLst>
                </p14:cNvPr>
                <p14:cNvContentPartPr/>
                <p14:nvPr/>
              </p14:nvContentPartPr>
              <p14:xfrm>
                <a:off x="2043052" y="5977106"/>
                <a:ext cx="144000" cy="18324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34D28C03-C3E3-4308-9F7C-A07DCB52FE6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034412" y="5968106"/>
                  <a:ext cx="16164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E3E93EC1-6752-4CF2-9265-0782A7E8AFDD}"/>
              </a:ext>
            </a:extLst>
          </p:cNvPr>
          <p:cNvGrpSpPr/>
          <p:nvPr/>
        </p:nvGrpSpPr>
        <p:grpSpPr>
          <a:xfrm>
            <a:off x="2294692" y="5646986"/>
            <a:ext cx="795240" cy="489240"/>
            <a:chOff x="2294692" y="5646986"/>
            <a:chExt cx="79524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CD4454EC-FFD1-470C-81A9-D8A58FEC682D}"/>
                    </a:ext>
                  </a:extLst>
                </p14:cNvPr>
                <p14:cNvContentPartPr/>
                <p14:nvPr/>
              </p14:nvContentPartPr>
              <p14:xfrm>
                <a:off x="2294692" y="5738426"/>
                <a:ext cx="228240" cy="2210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CD4454EC-FFD1-470C-81A9-D8A58FEC682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286052" y="5729786"/>
                  <a:ext cx="245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373395EF-FF15-4EA7-BA2F-C9C39C00C0F2}"/>
                    </a:ext>
                  </a:extLst>
                </p14:cNvPr>
                <p14:cNvContentPartPr/>
                <p14:nvPr/>
              </p14:nvContentPartPr>
              <p14:xfrm>
                <a:off x="2347612" y="6014906"/>
                <a:ext cx="244440" cy="4752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373395EF-FF15-4EA7-BA2F-C9C39C00C0F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38612" y="6006266"/>
                  <a:ext cx="262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1814D24E-28C7-43A9-A071-97F34106A1C1}"/>
                    </a:ext>
                  </a:extLst>
                </p14:cNvPr>
                <p14:cNvContentPartPr/>
                <p14:nvPr/>
              </p14:nvContentPartPr>
              <p14:xfrm>
                <a:off x="2659372" y="5778026"/>
                <a:ext cx="154080" cy="2376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1814D24E-28C7-43A9-A071-97F34106A1C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650732" y="5769386"/>
                  <a:ext cx="171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C07B3189-2F77-4106-A699-AD33728A2C81}"/>
                    </a:ext>
                  </a:extLst>
                </p14:cNvPr>
                <p14:cNvContentPartPr/>
                <p14:nvPr/>
              </p14:nvContentPartPr>
              <p14:xfrm>
                <a:off x="2616172" y="5814746"/>
                <a:ext cx="230040" cy="2617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C07B3189-2F77-4106-A699-AD33728A2C8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607532" y="5805746"/>
                  <a:ext cx="2476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7E97BCD6-C062-4F41-8DE5-E92FC73B4B7A}"/>
                    </a:ext>
                  </a:extLst>
                </p14:cNvPr>
                <p14:cNvContentPartPr/>
                <p14:nvPr/>
              </p14:nvContentPartPr>
              <p14:xfrm>
                <a:off x="2969332" y="5646986"/>
                <a:ext cx="120600" cy="4892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7E97BCD6-C062-4F41-8DE5-E92FC73B4B7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60332" y="5637986"/>
                  <a:ext cx="138240" cy="50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F9A3805A-9391-4AF0-97C1-254141ECE166}"/>
              </a:ext>
            </a:extLst>
          </p:cNvPr>
          <p:cNvGrpSpPr/>
          <p:nvPr/>
        </p:nvGrpSpPr>
        <p:grpSpPr>
          <a:xfrm>
            <a:off x="5369812" y="4176746"/>
            <a:ext cx="1050840" cy="389160"/>
            <a:chOff x="5369812" y="4176746"/>
            <a:chExt cx="1050840" cy="38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BE1C85A8-971D-46EB-930E-7FAB2D2DC670}"/>
                    </a:ext>
                  </a:extLst>
                </p14:cNvPr>
                <p14:cNvContentPartPr/>
                <p14:nvPr/>
              </p14:nvContentPartPr>
              <p14:xfrm>
                <a:off x="5424892" y="4176746"/>
                <a:ext cx="126720" cy="38916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BE1C85A8-971D-46EB-930E-7FAB2D2DC67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415892" y="4167746"/>
                  <a:ext cx="1443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B7F69E02-6A09-4D70-AE16-05EFC850FDCD}"/>
                    </a:ext>
                  </a:extLst>
                </p14:cNvPr>
                <p14:cNvContentPartPr/>
                <p14:nvPr/>
              </p14:nvContentPartPr>
              <p14:xfrm>
                <a:off x="5369812" y="4416506"/>
                <a:ext cx="235080" cy="4104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B7F69E02-6A09-4D70-AE16-05EFC850FDC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61172" y="4407866"/>
                  <a:ext cx="2527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E25B8E52-4A54-4AB6-921A-875378B5D543}"/>
                    </a:ext>
                  </a:extLst>
                </p14:cNvPr>
                <p14:cNvContentPartPr/>
                <p14:nvPr/>
              </p14:nvContentPartPr>
              <p14:xfrm>
                <a:off x="5738092" y="4179986"/>
                <a:ext cx="206280" cy="37512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E25B8E52-4A54-4AB6-921A-875378B5D54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729092" y="4170986"/>
                  <a:ext cx="22392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0BF5E914-931D-4FC1-B33E-75AD61447A7E}"/>
                    </a:ext>
                  </a:extLst>
                </p14:cNvPr>
                <p14:cNvContentPartPr/>
                <p14:nvPr/>
              </p14:nvContentPartPr>
              <p14:xfrm>
                <a:off x="5967772" y="4302026"/>
                <a:ext cx="104040" cy="2178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0BF5E914-931D-4FC1-B33E-75AD61447A7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959132" y="4293386"/>
                  <a:ext cx="1216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6B331F7C-41D3-4108-92C0-1BE95F97D9F5}"/>
                    </a:ext>
                  </a:extLst>
                </p14:cNvPr>
                <p14:cNvContentPartPr/>
                <p14:nvPr/>
              </p14:nvContentPartPr>
              <p14:xfrm>
                <a:off x="6161452" y="4319306"/>
                <a:ext cx="206640" cy="13644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6B331F7C-41D3-4108-92C0-1BE95F97D9F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152812" y="4310306"/>
                  <a:ext cx="2242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0C059878-D930-4454-9C03-C04010A27E22}"/>
                    </a:ext>
                  </a:extLst>
                </p14:cNvPr>
                <p14:cNvContentPartPr/>
                <p14:nvPr/>
              </p14:nvContentPartPr>
              <p14:xfrm>
                <a:off x="6363052" y="4305266"/>
                <a:ext cx="57600" cy="20268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0C059878-D930-4454-9C03-C04010A27E2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354412" y="4296266"/>
                  <a:ext cx="7524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0A9EB577-44B2-4E20-AC3D-17DD279472AF}"/>
              </a:ext>
            </a:extLst>
          </p:cNvPr>
          <p:cNvGrpSpPr/>
          <p:nvPr/>
        </p:nvGrpSpPr>
        <p:grpSpPr>
          <a:xfrm>
            <a:off x="6752572" y="3983426"/>
            <a:ext cx="5245920" cy="1513800"/>
            <a:chOff x="6752572" y="3983426"/>
            <a:chExt cx="5245920" cy="151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9CEFDB6D-EAFC-43A8-AE0E-64FA7DE8ECF9}"/>
                    </a:ext>
                  </a:extLst>
                </p14:cNvPr>
                <p14:cNvContentPartPr/>
                <p14:nvPr/>
              </p14:nvContentPartPr>
              <p14:xfrm>
                <a:off x="6752572" y="3983426"/>
                <a:ext cx="185040" cy="91296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9CEFDB6D-EAFC-43A8-AE0E-64FA7DE8ECF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743572" y="3974786"/>
                  <a:ext cx="202680" cy="9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3D461855-0607-4446-A425-54105C845CF6}"/>
                    </a:ext>
                  </a:extLst>
                </p14:cNvPr>
                <p14:cNvContentPartPr/>
                <p14:nvPr/>
              </p14:nvContentPartPr>
              <p14:xfrm>
                <a:off x="7026532" y="4061906"/>
                <a:ext cx="180360" cy="26208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3D461855-0607-4446-A425-54105C845CF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17532" y="4052906"/>
                  <a:ext cx="1980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E251DCCA-5357-4530-9233-A46D7F494B04}"/>
                    </a:ext>
                  </a:extLst>
                </p14:cNvPr>
                <p14:cNvContentPartPr/>
                <p14:nvPr/>
              </p14:nvContentPartPr>
              <p14:xfrm>
                <a:off x="7312732" y="4002146"/>
                <a:ext cx="84600" cy="23328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E251DCCA-5357-4530-9233-A46D7F494B0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03732" y="3993146"/>
                  <a:ext cx="1022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B1D5E6F3-D78B-4D53-9410-63BA903A42AD}"/>
                    </a:ext>
                  </a:extLst>
                </p14:cNvPr>
                <p14:cNvContentPartPr/>
                <p14:nvPr/>
              </p14:nvContentPartPr>
              <p14:xfrm>
                <a:off x="7274212" y="4146866"/>
                <a:ext cx="127800" cy="2808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B1D5E6F3-D78B-4D53-9410-63BA903A42A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265212" y="4137866"/>
                  <a:ext cx="145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F83C97E0-2D25-459E-937F-E72805F29D3D}"/>
                    </a:ext>
                  </a:extLst>
                </p14:cNvPr>
                <p14:cNvContentPartPr/>
                <p14:nvPr/>
              </p14:nvContentPartPr>
              <p14:xfrm>
                <a:off x="7125172" y="4551506"/>
                <a:ext cx="83880" cy="37008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F83C97E0-2D25-459E-937F-E72805F29D3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116532" y="4542866"/>
                  <a:ext cx="1015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1B1C1B15-178A-4C3F-B73B-1759445D6C58}"/>
                    </a:ext>
                  </a:extLst>
                </p14:cNvPr>
                <p14:cNvContentPartPr/>
                <p14:nvPr/>
              </p14:nvContentPartPr>
              <p14:xfrm>
                <a:off x="7121572" y="4580306"/>
                <a:ext cx="181440" cy="22644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1B1C1B15-178A-4C3F-B73B-1759445D6C5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112932" y="4571306"/>
                  <a:ext cx="1990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C3D03CEC-816E-4217-B979-DEDA67D00340}"/>
                    </a:ext>
                  </a:extLst>
                </p14:cNvPr>
                <p14:cNvContentPartPr/>
                <p14:nvPr/>
              </p14:nvContentPartPr>
              <p14:xfrm>
                <a:off x="7355212" y="4582826"/>
                <a:ext cx="254160" cy="25740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C3D03CEC-816E-4217-B979-DEDA67D0034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346212" y="4573826"/>
                  <a:ext cx="2718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C2D51F79-5C06-4A42-8EE6-68D84ABD3C40}"/>
                    </a:ext>
                  </a:extLst>
                </p14:cNvPr>
                <p14:cNvContentPartPr/>
                <p14:nvPr/>
              </p14:nvContentPartPr>
              <p14:xfrm>
                <a:off x="7493452" y="4583906"/>
                <a:ext cx="68400" cy="22428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C2D51F79-5C06-4A42-8EE6-68D84ABD3C4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484452" y="4574906"/>
                  <a:ext cx="86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3232B18E-4A5C-4ACC-B842-D241E3B92480}"/>
                    </a:ext>
                  </a:extLst>
                </p14:cNvPr>
                <p14:cNvContentPartPr/>
                <p14:nvPr/>
              </p14:nvContentPartPr>
              <p14:xfrm>
                <a:off x="7668412" y="4637186"/>
                <a:ext cx="135000" cy="9684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3232B18E-4A5C-4ACC-B842-D241E3B9248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659412" y="4628546"/>
                  <a:ext cx="1526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5A63041E-60A9-47F6-93D0-6347C82B8386}"/>
                    </a:ext>
                  </a:extLst>
                </p14:cNvPr>
                <p14:cNvContentPartPr/>
                <p14:nvPr/>
              </p14:nvContentPartPr>
              <p14:xfrm>
                <a:off x="7825372" y="4600826"/>
                <a:ext cx="256320" cy="1753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5A63041E-60A9-47F6-93D0-6347C82B838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816732" y="4592186"/>
                  <a:ext cx="273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65E2FDAA-4C87-4FB3-B45F-2312B2EFBE0F}"/>
                    </a:ext>
                  </a:extLst>
                </p14:cNvPr>
                <p14:cNvContentPartPr/>
                <p14:nvPr/>
              </p14:nvContentPartPr>
              <p14:xfrm>
                <a:off x="8038852" y="4536746"/>
                <a:ext cx="64800" cy="24048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65E2FDAA-4C87-4FB3-B45F-2312B2EFBE0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029852" y="4527746"/>
                  <a:ext cx="82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79B86BC0-6DD2-4A04-8866-547CE7B4D231}"/>
                    </a:ext>
                  </a:extLst>
                </p14:cNvPr>
                <p14:cNvContentPartPr/>
                <p14:nvPr/>
              </p14:nvContentPartPr>
              <p14:xfrm>
                <a:off x="8225692" y="4632866"/>
                <a:ext cx="115920" cy="11160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79B86BC0-6DD2-4A04-8866-547CE7B4D23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216692" y="4624226"/>
                  <a:ext cx="133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18376C62-A9B0-45CE-901C-C6693BC2E266}"/>
                    </a:ext>
                  </a:extLst>
                </p14:cNvPr>
                <p14:cNvContentPartPr/>
                <p14:nvPr/>
              </p14:nvContentPartPr>
              <p14:xfrm>
                <a:off x="8634292" y="4527026"/>
                <a:ext cx="59760" cy="22644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18376C62-A9B0-45CE-901C-C6693BC2E26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625292" y="4518026"/>
                  <a:ext cx="774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9BEE147C-4F6A-40B0-B7E3-A633F639247B}"/>
                    </a:ext>
                  </a:extLst>
                </p14:cNvPr>
                <p14:cNvContentPartPr/>
                <p14:nvPr/>
              </p14:nvContentPartPr>
              <p14:xfrm>
                <a:off x="8744812" y="4516586"/>
                <a:ext cx="168120" cy="24660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9BEE147C-4F6A-40B0-B7E3-A633F639247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736172" y="4507586"/>
                  <a:ext cx="1857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4AE024A3-9981-43DB-9EA1-1615041BAA30}"/>
                    </a:ext>
                  </a:extLst>
                </p14:cNvPr>
                <p14:cNvContentPartPr/>
                <p14:nvPr/>
              </p14:nvContentPartPr>
              <p14:xfrm>
                <a:off x="8987812" y="4434866"/>
                <a:ext cx="109800" cy="22320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4AE024A3-9981-43DB-9EA1-1615041BAA3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979172" y="4425866"/>
                  <a:ext cx="1274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B9CA24C0-25DA-4370-9F11-0E45ACDA847D}"/>
                    </a:ext>
                  </a:extLst>
                </p14:cNvPr>
                <p14:cNvContentPartPr/>
                <p14:nvPr/>
              </p14:nvContentPartPr>
              <p14:xfrm>
                <a:off x="8968732" y="4539986"/>
                <a:ext cx="163440" cy="6876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B9CA24C0-25DA-4370-9F11-0E45ACDA847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960092" y="4530986"/>
                  <a:ext cx="181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261E22D0-0568-4306-AC5F-DFF89604A3E0}"/>
                    </a:ext>
                  </a:extLst>
                </p14:cNvPr>
                <p14:cNvContentPartPr/>
                <p14:nvPr/>
              </p14:nvContentPartPr>
              <p14:xfrm>
                <a:off x="9176092" y="4420826"/>
                <a:ext cx="63360" cy="26604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261E22D0-0568-4306-AC5F-DFF89604A3E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167092" y="4412186"/>
                  <a:ext cx="810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4B9842D8-75C6-486E-9188-47DA78B2C4E8}"/>
                    </a:ext>
                  </a:extLst>
                </p14:cNvPr>
                <p14:cNvContentPartPr/>
                <p14:nvPr/>
              </p14:nvContentPartPr>
              <p14:xfrm>
                <a:off x="9212812" y="4309586"/>
                <a:ext cx="174240" cy="14076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4B9842D8-75C6-486E-9188-47DA78B2C4E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204172" y="4300586"/>
                  <a:ext cx="1918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CAEFFBF6-0032-43AE-B129-24F2EA9FFE79}"/>
                    </a:ext>
                  </a:extLst>
                </p14:cNvPr>
                <p14:cNvContentPartPr/>
                <p14:nvPr/>
              </p14:nvContentPartPr>
              <p14:xfrm>
                <a:off x="9554812" y="4393106"/>
                <a:ext cx="224280" cy="23436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CAEFFBF6-0032-43AE-B129-24F2EA9FFE7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545812" y="4384106"/>
                  <a:ext cx="2419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516921E7-C662-4EA2-9ADE-E2AC76522158}"/>
                    </a:ext>
                  </a:extLst>
                </p14:cNvPr>
                <p14:cNvContentPartPr/>
                <p14:nvPr/>
              </p14:nvContentPartPr>
              <p14:xfrm>
                <a:off x="8590012" y="4608386"/>
                <a:ext cx="2297520" cy="30780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516921E7-C662-4EA2-9ADE-E2AC7652215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581372" y="4599386"/>
                  <a:ext cx="23151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E3A66095-7FCA-4A7C-8E52-CF377724ED52}"/>
                    </a:ext>
                  </a:extLst>
                </p14:cNvPr>
                <p14:cNvContentPartPr/>
                <p14:nvPr/>
              </p14:nvContentPartPr>
              <p14:xfrm>
                <a:off x="9470212" y="5050106"/>
                <a:ext cx="110520" cy="13824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E3A66095-7FCA-4A7C-8E52-CF377724ED5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461212" y="5041106"/>
                  <a:ext cx="1281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DFC60E2C-EABE-432E-8FD9-AB64196B0735}"/>
                    </a:ext>
                  </a:extLst>
                </p14:cNvPr>
                <p14:cNvContentPartPr/>
                <p14:nvPr/>
              </p14:nvContentPartPr>
              <p14:xfrm>
                <a:off x="9551212" y="5018786"/>
                <a:ext cx="156240" cy="12780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DFC60E2C-EABE-432E-8FD9-AB64196B073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542212" y="5009786"/>
                  <a:ext cx="173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28F24C16-534A-4C01-A1A1-C71603F26191}"/>
                    </a:ext>
                  </a:extLst>
                </p14:cNvPr>
                <p14:cNvContentPartPr/>
                <p14:nvPr/>
              </p14:nvContentPartPr>
              <p14:xfrm>
                <a:off x="9749932" y="4958666"/>
                <a:ext cx="15840" cy="28944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28F24C16-534A-4C01-A1A1-C71603F2619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741292" y="4950026"/>
                  <a:ext cx="334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42EC029B-C062-4836-9717-28DD379D70C5}"/>
                    </a:ext>
                  </a:extLst>
                </p14:cNvPr>
                <p14:cNvContentPartPr/>
                <p14:nvPr/>
              </p14:nvContentPartPr>
              <p14:xfrm>
                <a:off x="9670372" y="4286906"/>
                <a:ext cx="91080" cy="2592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42EC029B-C062-4836-9717-28DD379D70C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661732" y="4278266"/>
                  <a:ext cx="108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05C6C739-5801-41C1-9C50-EFFE22F751B3}"/>
                    </a:ext>
                  </a:extLst>
                </p14:cNvPr>
                <p14:cNvContentPartPr/>
                <p14:nvPr/>
              </p14:nvContentPartPr>
              <p14:xfrm>
                <a:off x="9828412" y="4222826"/>
                <a:ext cx="123120" cy="14508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05C6C739-5801-41C1-9C50-EFFE22F751B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819772" y="4213826"/>
                  <a:ext cx="1407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2276C71F-6FE6-49E0-BEDB-3DA8322E7DFE}"/>
                    </a:ext>
                  </a:extLst>
                </p14:cNvPr>
                <p14:cNvContentPartPr/>
                <p14:nvPr/>
              </p14:nvContentPartPr>
              <p14:xfrm>
                <a:off x="10016692" y="4170266"/>
                <a:ext cx="75240" cy="15984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2276C71F-6FE6-49E0-BEDB-3DA8322E7DF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008052" y="4161626"/>
                  <a:ext cx="92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170B3205-4848-4F3B-BFCE-4E434A9EE9EF}"/>
                    </a:ext>
                  </a:extLst>
                </p14:cNvPr>
                <p14:cNvContentPartPr/>
                <p14:nvPr/>
              </p14:nvContentPartPr>
              <p14:xfrm>
                <a:off x="9955852" y="4260266"/>
                <a:ext cx="155160" cy="3456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170B3205-4848-4F3B-BFCE-4E434A9EE9E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947212" y="4251266"/>
                  <a:ext cx="172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281B291B-315F-4E98-A162-6F3B7603A3E6}"/>
                    </a:ext>
                  </a:extLst>
                </p14:cNvPr>
                <p14:cNvContentPartPr/>
                <p14:nvPr/>
              </p14:nvContentPartPr>
              <p14:xfrm>
                <a:off x="6896572" y="4851386"/>
                <a:ext cx="2925000" cy="64584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281B291B-315F-4E98-A162-6F3B7603A3E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887932" y="4842746"/>
                  <a:ext cx="2942640" cy="6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6BDDE6C0-0DC2-4EF9-90BD-19C203282B33}"/>
                    </a:ext>
                  </a:extLst>
                </p14:cNvPr>
                <p14:cNvContentPartPr/>
                <p14:nvPr/>
              </p14:nvContentPartPr>
              <p14:xfrm>
                <a:off x="9802492" y="4930946"/>
                <a:ext cx="2196000" cy="25272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6BDDE6C0-0DC2-4EF9-90BD-19C203282B3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793492" y="4922306"/>
                  <a:ext cx="2213640" cy="27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803FAC37-138E-4F75-9755-B3D70DCA66D7}"/>
                  </a:ext>
                </a:extLst>
              </p14:cNvPr>
              <p14:cNvContentPartPr/>
              <p14:nvPr/>
            </p14:nvContentPartPr>
            <p14:xfrm>
              <a:off x="6440452" y="5654906"/>
              <a:ext cx="131400" cy="1656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803FAC37-138E-4F75-9755-B3D70DCA66D7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431812" y="5646266"/>
                <a:ext cx="1490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DDEA8D03-EC2D-4325-AA79-EBDF8FD67023}"/>
                  </a:ext>
                </a:extLst>
              </p14:cNvPr>
              <p14:cNvContentPartPr/>
              <p14:nvPr/>
            </p14:nvContentPartPr>
            <p14:xfrm>
              <a:off x="6434692" y="5790986"/>
              <a:ext cx="219600" cy="1656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DDEA8D03-EC2D-4325-AA79-EBDF8FD67023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425692" y="5782346"/>
                <a:ext cx="23724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upo 201">
            <a:extLst>
              <a:ext uri="{FF2B5EF4-FFF2-40B4-BE49-F238E27FC236}">
                <a16:creationId xmlns:a16="http://schemas.microsoft.com/office/drawing/2014/main" id="{614408F6-1A2E-4651-BAFE-9AF1D9C6C1FF}"/>
              </a:ext>
            </a:extLst>
          </p:cNvPr>
          <p:cNvGrpSpPr/>
          <p:nvPr/>
        </p:nvGrpSpPr>
        <p:grpSpPr>
          <a:xfrm>
            <a:off x="6818092" y="5415146"/>
            <a:ext cx="5193720" cy="1366200"/>
            <a:chOff x="6818092" y="5415146"/>
            <a:chExt cx="5193720" cy="136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8CB36437-BBD4-4182-B978-999FDC7083AD}"/>
                    </a:ext>
                  </a:extLst>
                </p14:cNvPr>
                <p14:cNvContentPartPr/>
                <p14:nvPr/>
              </p14:nvContentPartPr>
              <p14:xfrm>
                <a:off x="6890812" y="5628626"/>
                <a:ext cx="59760" cy="36648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8CB36437-BBD4-4182-B978-999FDC7083A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881812" y="5619986"/>
                  <a:ext cx="7740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0D559781-63C0-4B2B-99CC-8118DA641F5A}"/>
                    </a:ext>
                  </a:extLst>
                </p14:cNvPr>
                <p14:cNvContentPartPr/>
                <p14:nvPr/>
              </p14:nvContentPartPr>
              <p14:xfrm>
                <a:off x="6818092" y="5645186"/>
                <a:ext cx="187920" cy="19980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0D559781-63C0-4B2B-99CC-8118DA641F5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809452" y="5636186"/>
                  <a:ext cx="205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13911068-1A6C-4195-9F84-C62BC066B96D}"/>
                    </a:ext>
                  </a:extLst>
                </p14:cNvPr>
                <p14:cNvContentPartPr/>
                <p14:nvPr/>
              </p14:nvContentPartPr>
              <p14:xfrm>
                <a:off x="7111132" y="5620706"/>
                <a:ext cx="144360" cy="28224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13911068-1A6C-4195-9F84-C62BC066B96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102132" y="5611706"/>
                  <a:ext cx="162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173BB096-7DA6-4497-9244-360384C42F04}"/>
                    </a:ext>
                  </a:extLst>
                </p14:cNvPr>
                <p14:cNvContentPartPr/>
                <p14:nvPr/>
              </p14:nvContentPartPr>
              <p14:xfrm>
                <a:off x="7300492" y="5697746"/>
                <a:ext cx="196920" cy="14724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173BB096-7DA6-4497-9244-360384C42F0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291492" y="5689106"/>
                  <a:ext cx="214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76FC7A99-DB91-4896-8185-9CA1993E6F3A}"/>
                    </a:ext>
                  </a:extLst>
                </p14:cNvPr>
                <p14:cNvContentPartPr/>
                <p14:nvPr/>
              </p14:nvContentPartPr>
              <p14:xfrm>
                <a:off x="7386172" y="5614226"/>
                <a:ext cx="338400" cy="25200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76FC7A99-DB91-4896-8185-9CA1993E6F3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377172" y="5605586"/>
                  <a:ext cx="3560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0A8C62E8-F4E2-48D3-87AF-1E051BD3A7E4}"/>
                    </a:ext>
                  </a:extLst>
                </p14:cNvPr>
                <p14:cNvContentPartPr/>
                <p14:nvPr/>
              </p14:nvContentPartPr>
              <p14:xfrm>
                <a:off x="7636012" y="5756786"/>
                <a:ext cx="145800" cy="3888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0A8C62E8-F4E2-48D3-87AF-1E051BD3A7E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627372" y="5747786"/>
                  <a:ext cx="1634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E9C4A14E-F6F7-4490-BB1D-BC8547A8FD03}"/>
                    </a:ext>
                  </a:extLst>
                </p14:cNvPr>
                <p14:cNvContentPartPr/>
                <p14:nvPr/>
              </p14:nvContentPartPr>
              <p14:xfrm>
                <a:off x="7836892" y="5546906"/>
                <a:ext cx="282960" cy="31104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E9C4A14E-F6F7-4490-BB1D-BC8547A8FD0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828252" y="5537906"/>
                  <a:ext cx="3006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CD913648-6ADA-4083-9BAD-54DE371F45BA}"/>
                    </a:ext>
                  </a:extLst>
                </p14:cNvPr>
                <p14:cNvContentPartPr/>
                <p14:nvPr/>
              </p14:nvContentPartPr>
              <p14:xfrm>
                <a:off x="8337652" y="5525306"/>
                <a:ext cx="32400" cy="34848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CD913648-6ADA-4083-9BAD-54DE371F45B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328652" y="5516666"/>
                  <a:ext cx="500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9E12D565-444B-462D-B063-0402E6CC18A0}"/>
                    </a:ext>
                  </a:extLst>
                </p14:cNvPr>
                <p14:cNvContentPartPr/>
                <p14:nvPr/>
              </p14:nvContentPartPr>
              <p14:xfrm>
                <a:off x="8244772" y="5742746"/>
                <a:ext cx="242280" cy="7848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9E12D565-444B-462D-B063-0402E6CC18A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235772" y="5734106"/>
                  <a:ext cx="2599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B5E75804-BF5B-4C9C-9893-5BDA1EDE1607}"/>
                    </a:ext>
                  </a:extLst>
                </p14:cNvPr>
                <p14:cNvContentPartPr/>
                <p14:nvPr/>
              </p14:nvContentPartPr>
              <p14:xfrm>
                <a:off x="8499652" y="5609186"/>
                <a:ext cx="231840" cy="36216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B5E75804-BF5B-4C9C-9893-5BDA1EDE160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490652" y="5600186"/>
                  <a:ext cx="2494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C2AF66E1-0F82-4895-877D-C92FCCA90FF1}"/>
                    </a:ext>
                  </a:extLst>
                </p14:cNvPr>
                <p14:cNvContentPartPr/>
                <p14:nvPr/>
              </p14:nvContentPartPr>
              <p14:xfrm>
                <a:off x="8854612" y="5601266"/>
                <a:ext cx="128880" cy="21780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C2AF66E1-0F82-4895-877D-C92FCCA90FF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845612" y="5592626"/>
                  <a:ext cx="146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A08D44DD-BC1B-40FD-A596-A9EB03787C16}"/>
                    </a:ext>
                  </a:extLst>
                </p14:cNvPr>
                <p14:cNvContentPartPr/>
                <p14:nvPr/>
              </p14:nvContentPartPr>
              <p14:xfrm>
                <a:off x="8961532" y="5605586"/>
                <a:ext cx="173160" cy="22536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A08D44DD-BC1B-40FD-A596-A9EB03787C1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952892" y="5596946"/>
                  <a:ext cx="1908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37CBEA42-32D3-4107-8371-F4428DDF162C}"/>
                    </a:ext>
                  </a:extLst>
                </p14:cNvPr>
                <p14:cNvContentPartPr/>
                <p14:nvPr/>
              </p14:nvContentPartPr>
              <p14:xfrm>
                <a:off x="9190132" y="5664626"/>
                <a:ext cx="182520" cy="8820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37CBEA42-32D3-4107-8371-F4428DDF162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181492" y="5655626"/>
                  <a:ext cx="200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0BEA9ECC-7F7E-4E5C-A327-2237347E7C9C}"/>
                    </a:ext>
                  </a:extLst>
                </p14:cNvPr>
                <p14:cNvContentPartPr/>
                <p14:nvPr/>
              </p14:nvContentPartPr>
              <p14:xfrm>
                <a:off x="9450052" y="5603426"/>
                <a:ext cx="143280" cy="19008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0BEA9ECC-7F7E-4E5C-A327-2237347E7C9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441052" y="5594786"/>
                  <a:ext cx="1609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9ADAA60D-7AD5-43FA-949C-F1E520530765}"/>
                    </a:ext>
                  </a:extLst>
                </p14:cNvPr>
                <p14:cNvContentPartPr/>
                <p14:nvPr/>
              </p14:nvContentPartPr>
              <p14:xfrm>
                <a:off x="9651292" y="5527466"/>
                <a:ext cx="64800" cy="28440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9ADAA60D-7AD5-43FA-949C-F1E52053076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642292" y="5518826"/>
                  <a:ext cx="824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D902FAFB-0D89-4668-A997-1014E8A5BA4E}"/>
                    </a:ext>
                  </a:extLst>
                </p14:cNvPr>
                <p14:cNvContentPartPr/>
                <p14:nvPr/>
              </p14:nvContentPartPr>
              <p14:xfrm>
                <a:off x="9832012" y="5525306"/>
                <a:ext cx="62280" cy="29052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D902FAFB-0D89-4668-A997-1014E8A5BA4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823372" y="5516666"/>
                  <a:ext cx="799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041DA4A0-8C3B-420E-9669-F0E632DB0398}"/>
                    </a:ext>
                  </a:extLst>
                </p14:cNvPr>
                <p14:cNvContentPartPr/>
                <p14:nvPr/>
              </p14:nvContentPartPr>
              <p14:xfrm>
                <a:off x="9772612" y="5666786"/>
                <a:ext cx="289800" cy="7524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041DA4A0-8C3B-420E-9669-F0E632DB039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763972" y="5657786"/>
                  <a:ext cx="307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F0F9DEFB-1CE1-4E9A-A18A-0C30F4CDCB3C}"/>
                    </a:ext>
                  </a:extLst>
                </p14:cNvPr>
                <p14:cNvContentPartPr/>
                <p14:nvPr/>
              </p14:nvContentPartPr>
              <p14:xfrm>
                <a:off x="10081132" y="5548706"/>
                <a:ext cx="232560" cy="33264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F0F9DEFB-1CE1-4E9A-A18A-0C30F4CDCB3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072132" y="5540066"/>
                  <a:ext cx="2502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5F67B9E4-BFB8-48DB-9F8E-D6F2B7D69AFE}"/>
                    </a:ext>
                  </a:extLst>
                </p14:cNvPr>
                <p14:cNvContentPartPr/>
                <p14:nvPr/>
              </p14:nvContentPartPr>
              <p14:xfrm>
                <a:off x="10358692" y="5539346"/>
                <a:ext cx="120600" cy="26496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5F67B9E4-BFB8-48DB-9F8E-D6F2B7D69AF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349692" y="5530346"/>
                  <a:ext cx="1382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80D4C14F-5DB5-4B7D-B107-1315F588B3BE}"/>
                    </a:ext>
                  </a:extLst>
                </p14:cNvPr>
                <p14:cNvContentPartPr/>
                <p14:nvPr/>
              </p14:nvContentPartPr>
              <p14:xfrm>
                <a:off x="10552732" y="5531786"/>
                <a:ext cx="169560" cy="24876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80D4C14F-5DB5-4B7D-B107-1315F588B3B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543732" y="5523146"/>
                  <a:ext cx="1872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A4B47A7D-9AE3-401A-AC27-62CC3F250DA4}"/>
                    </a:ext>
                  </a:extLst>
                </p14:cNvPr>
                <p14:cNvContentPartPr/>
                <p14:nvPr/>
              </p14:nvContentPartPr>
              <p14:xfrm>
                <a:off x="10739572" y="5569226"/>
                <a:ext cx="171720" cy="9036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A4B47A7D-9AE3-401A-AC27-62CC3F250DA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730932" y="5560586"/>
                  <a:ext cx="189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3CD918FE-332D-4759-BEC0-023F902DB2EB}"/>
                    </a:ext>
                  </a:extLst>
                </p14:cNvPr>
                <p14:cNvContentPartPr/>
                <p14:nvPr/>
              </p14:nvContentPartPr>
              <p14:xfrm>
                <a:off x="10934332" y="5542586"/>
                <a:ext cx="214200" cy="20448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3CD918FE-332D-4759-BEC0-023F902DB2E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925332" y="5533946"/>
                  <a:ext cx="2318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E179EA99-34B8-437B-B183-2DB6099C8438}"/>
                    </a:ext>
                  </a:extLst>
                </p14:cNvPr>
                <p14:cNvContentPartPr/>
                <p14:nvPr/>
              </p14:nvContentPartPr>
              <p14:xfrm>
                <a:off x="11150332" y="5461226"/>
                <a:ext cx="146880" cy="27900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E179EA99-34B8-437B-B183-2DB6099C843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141692" y="5452226"/>
                  <a:ext cx="1645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DAEB48DB-08F2-4794-924C-45B0AE92A7EE}"/>
                    </a:ext>
                  </a:extLst>
                </p14:cNvPr>
                <p14:cNvContentPartPr/>
                <p14:nvPr/>
              </p14:nvContentPartPr>
              <p14:xfrm>
                <a:off x="11437612" y="5415146"/>
                <a:ext cx="277920" cy="30780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DAEB48DB-08F2-4794-924C-45B0AE92A7EE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428612" y="5406146"/>
                  <a:ext cx="2955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880FEC61-E54A-4F0C-B0F6-478D175C1563}"/>
                    </a:ext>
                  </a:extLst>
                </p14:cNvPr>
                <p14:cNvContentPartPr/>
                <p14:nvPr/>
              </p14:nvContentPartPr>
              <p14:xfrm>
                <a:off x="7006372" y="6351146"/>
                <a:ext cx="88560" cy="30348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880FEC61-E54A-4F0C-B0F6-478D175C156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997372" y="6342506"/>
                  <a:ext cx="1062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7CCBA8C6-4FE2-45EA-8C8A-E7EFCFC3405A}"/>
                    </a:ext>
                  </a:extLst>
                </p14:cNvPr>
                <p14:cNvContentPartPr/>
                <p14:nvPr/>
              </p14:nvContentPartPr>
              <p14:xfrm>
                <a:off x="7016812" y="6285986"/>
                <a:ext cx="150120" cy="21960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7CCBA8C6-4FE2-45EA-8C8A-E7EFCFC3405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008172" y="6276986"/>
                  <a:ext cx="1677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4BE76CA1-864C-4E1F-B6BB-B1AEAD858816}"/>
                    </a:ext>
                  </a:extLst>
                </p14:cNvPr>
                <p14:cNvContentPartPr/>
                <p14:nvPr/>
              </p14:nvContentPartPr>
              <p14:xfrm>
                <a:off x="7259812" y="6296786"/>
                <a:ext cx="384840" cy="21888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4BE76CA1-864C-4E1F-B6BB-B1AEAD85881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251172" y="6287786"/>
                  <a:ext cx="402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46C2D256-7E70-4FCA-B450-50A8AE504DA0}"/>
                    </a:ext>
                  </a:extLst>
                </p14:cNvPr>
                <p14:cNvContentPartPr/>
                <p14:nvPr/>
              </p14:nvContentPartPr>
              <p14:xfrm>
                <a:off x="7490932" y="6248546"/>
                <a:ext cx="294480" cy="25092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46C2D256-7E70-4FCA-B450-50A8AE504DA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481932" y="6239546"/>
                  <a:ext cx="3121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D0535160-0925-46EA-BD8F-303ABE3F95E2}"/>
                    </a:ext>
                  </a:extLst>
                </p14:cNvPr>
                <p14:cNvContentPartPr/>
                <p14:nvPr/>
              </p14:nvContentPartPr>
              <p14:xfrm>
                <a:off x="7719532" y="6353306"/>
                <a:ext cx="195840" cy="3564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D0535160-0925-46EA-BD8F-303ABE3F95E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710892" y="6344666"/>
                  <a:ext cx="213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1CEC1A5A-6483-4230-81A2-26937DCE3E20}"/>
                    </a:ext>
                  </a:extLst>
                </p14:cNvPr>
                <p14:cNvContentPartPr/>
                <p14:nvPr/>
              </p14:nvContentPartPr>
              <p14:xfrm>
                <a:off x="8056492" y="6224426"/>
                <a:ext cx="166680" cy="21744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1CEC1A5A-6483-4230-81A2-26937DCE3E2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047852" y="6215786"/>
                  <a:ext cx="1843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617F85D9-A182-417E-A316-6B34217BC9D5}"/>
                    </a:ext>
                  </a:extLst>
                </p14:cNvPr>
                <p14:cNvContentPartPr/>
                <p14:nvPr/>
              </p14:nvContentPartPr>
              <p14:xfrm>
                <a:off x="8256652" y="6128306"/>
                <a:ext cx="99360" cy="35388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617F85D9-A182-417E-A316-6B34217BC9D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247652" y="6119666"/>
                  <a:ext cx="1170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1C363BC9-7153-4F4C-8B7F-FFFEDC44AD9D}"/>
                    </a:ext>
                  </a:extLst>
                </p14:cNvPr>
                <p14:cNvContentPartPr/>
                <p14:nvPr/>
              </p14:nvContentPartPr>
              <p14:xfrm>
                <a:off x="8517292" y="6174386"/>
                <a:ext cx="370800" cy="25092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1C363BC9-7153-4F4C-8B7F-FFFEDC44AD9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508652" y="6165746"/>
                  <a:ext cx="3884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27DDDCA2-EABF-44CE-9ADE-46465E9C1A3E}"/>
                    </a:ext>
                  </a:extLst>
                </p14:cNvPr>
                <p14:cNvContentPartPr/>
                <p14:nvPr/>
              </p14:nvContentPartPr>
              <p14:xfrm>
                <a:off x="8917612" y="6184466"/>
                <a:ext cx="259200" cy="35244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27DDDCA2-EABF-44CE-9ADE-46465E9C1A3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908612" y="6175826"/>
                  <a:ext cx="2768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46D49B6E-591B-4AEE-A112-6BB7D77B4327}"/>
                    </a:ext>
                  </a:extLst>
                </p14:cNvPr>
                <p14:cNvContentPartPr/>
                <p14:nvPr/>
              </p14:nvContentPartPr>
              <p14:xfrm>
                <a:off x="9257092" y="6191666"/>
                <a:ext cx="101520" cy="23616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46D49B6E-591B-4AEE-A112-6BB7D77B432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248092" y="6182666"/>
                  <a:ext cx="119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B9574E98-7FBF-4F61-AEE9-0C594193CCCC}"/>
                    </a:ext>
                  </a:extLst>
                </p14:cNvPr>
                <p14:cNvContentPartPr/>
                <p14:nvPr/>
              </p14:nvContentPartPr>
              <p14:xfrm>
                <a:off x="9421252" y="6152066"/>
                <a:ext cx="217080" cy="25416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B9574E98-7FBF-4F61-AEE9-0C594193CCC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412612" y="6143066"/>
                  <a:ext cx="234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3B9888F0-9532-40EE-A9FF-8217FAFED127}"/>
                    </a:ext>
                  </a:extLst>
                </p14:cNvPr>
                <p14:cNvContentPartPr/>
                <p14:nvPr/>
              </p14:nvContentPartPr>
              <p14:xfrm>
                <a:off x="9673612" y="6217226"/>
                <a:ext cx="170640" cy="8820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3B9888F0-9532-40EE-A9FF-8217FAFED12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664972" y="6208586"/>
                  <a:ext cx="188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E17CB554-D67F-4C22-A2F2-C897A62A9717}"/>
                    </a:ext>
                  </a:extLst>
                </p14:cNvPr>
                <p14:cNvContentPartPr/>
                <p14:nvPr/>
              </p14:nvContentPartPr>
              <p14:xfrm>
                <a:off x="9928492" y="6135866"/>
                <a:ext cx="149040" cy="12672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E17CB554-D67F-4C22-A2F2-C897A62A971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919852" y="6127226"/>
                  <a:ext cx="166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A2E11AAD-7BB2-4BED-99A7-965BD98FA92D}"/>
                    </a:ext>
                  </a:extLst>
                </p14:cNvPr>
                <p14:cNvContentPartPr/>
                <p14:nvPr/>
              </p14:nvContentPartPr>
              <p14:xfrm>
                <a:off x="10076452" y="6104906"/>
                <a:ext cx="207720" cy="27252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A2E11AAD-7BB2-4BED-99A7-965BD98FA92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067452" y="6095906"/>
                  <a:ext cx="2253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6AEA5CE5-5CFD-492A-AB99-9D76C407CC5F}"/>
                    </a:ext>
                  </a:extLst>
                </p14:cNvPr>
                <p14:cNvContentPartPr/>
                <p14:nvPr/>
              </p14:nvContentPartPr>
              <p14:xfrm>
                <a:off x="10457332" y="6085466"/>
                <a:ext cx="46800" cy="25092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6AEA5CE5-5CFD-492A-AB99-9D76C407CC5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448692" y="6076826"/>
                  <a:ext cx="644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6625DFCB-63CE-4D84-9A60-119CBC28A12B}"/>
                    </a:ext>
                  </a:extLst>
                </p14:cNvPr>
                <p14:cNvContentPartPr/>
                <p14:nvPr/>
              </p14:nvContentPartPr>
              <p14:xfrm>
                <a:off x="10433572" y="6124346"/>
                <a:ext cx="445680" cy="37944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6625DFCB-63CE-4D84-9A60-119CBC28A12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424572" y="6115346"/>
                  <a:ext cx="4633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5087F519-2F52-4582-9E43-8BC5F6AA4E1F}"/>
                    </a:ext>
                  </a:extLst>
                </p14:cNvPr>
                <p14:cNvContentPartPr/>
                <p14:nvPr/>
              </p14:nvContentPartPr>
              <p14:xfrm>
                <a:off x="10758652" y="6100586"/>
                <a:ext cx="243360" cy="25092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5087F519-2F52-4582-9E43-8BC5F6AA4E1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750012" y="6091946"/>
                  <a:ext cx="2610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3B49A5C4-B45A-4C38-93AE-23740C4C239C}"/>
                    </a:ext>
                  </a:extLst>
                </p14:cNvPr>
                <p14:cNvContentPartPr/>
                <p14:nvPr/>
              </p14:nvContentPartPr>
              <p14:xfrm>
                <a:off x="11084812" y="6104906"/>
                <a:ext cx="327960" cy="21996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3B49A5C4-B45A-4C38-93AE-23740C4C239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076172" y="6095906"/>
                  <a:ext cx="3456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F98577CB-3033-49BA-8730-18AB44B1BCE9}"/>
                    </a:ext>
                  </a:extLst>
                </p14:cNvPr>
                <p14:cNvContentPartPr/>
                <p14:nvPr/>
              </p14:nvContentPartPr>
              <p14:xfrm>
                <a:off x="11299372" y="6064226"/>
                <a:ext cx="82440" cy="25308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F98577CB-3033-49BA-8730-18AB44B1BCE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290372" y="6055226"/>
                  <a:ext cx="1000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0CF04934-621C-4F67-9DAA-0FFFDC11247A}"/>
                    </a:ext>
                  </a:extLst>
                </p14:cNvPr>
                <p14:cNvContentPartPr/>
                <p14:nvPr/>
              </p14:nvContentPartPr>
              <p14:xfrm>
                <a:off x="11448052" y="6117866"/>
                <a:ext cx="232560" cy="7308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0CF04934-621C-4F67-9DAA-0FFFDC11247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439412" y="6108866"/>
                  <a:ext cx="2502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484C6DED-A665-4E6C-AE53-0571E8CC19B9}"/>
                    </a:ext>
                  </a:extLst>
                </p14:cNvPr>
                <p14:cNvContentPartPr/>
                <p14:nvPr/>
              </p14:nvContentPartPr>
              <p14:xfrm>
                <a:off x="11704372" y="6031106"/>
                <a:ext cx="128880" cy="21060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484C6DED-A665-4E6C-AE53-0571E8CC19B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695372" y="6022106"/>
                  <a:ext cx="1465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D609A0DB-F73F-4D73-8CF9-71A10C470866}"/>
                    </a:ext>
                  </a:extLst>
                </p14:cNvPr>
                <p14:cNvContentPartPr/>
                <p14:nvPr/>
              </p14:nvContentPartPr>
              <p14:xfrm>
                <a:off x="11898412" y="5925986"/>
                <a:ext cx="113400" cy="37728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D609A0DB-F73F-4D73-8CF9-71A10C47086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889412" y="5917346"/>
                  <a:ext cx="1310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F77A97E6-B1F4-40BA-8910-09AC6FB3BE90}"/>
                    </a:ext>
                  </a:extLst>
                </p14:cNvPr>
                <p14:cNvContentPartPr/>
                <p14:nvPr/>
              </p14:nvContentPartPr>
              <p14:xfrm>
                <a:off x="9455812" y="6617906"/>
                <a:ext cx="208800" cy="1224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F77A97E6-B1F4-40BA-8910-09AC6FB3BE9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447172" y="6609266"/>
                  <a:ext cx="226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C666664D-AA7B-471B-8B56-EFD1BC58C96C}"/>
                    </a:ext>
                  </a:extLst>
                </p14:cNvPr>
                <p14:cNvContentPartPr/>
                <p14:nvPr/>
              </p14:nvContentPartPr>
              <p14:xfrm>
                <a:off x="9506932" y="6705746"/>
                <a:ext cx="218160" cy="2484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C666664D-AA7B-471B-8B56-EFD1BC58C96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498292" y="6697106"/>
                  <a:ext cx="235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BE7B90F0-7CCD-4B4F-88C3-617147E9B6ED}"/>
                    </a:ext>
                  </a:extLst>
                </p14:cNvPr>
                <p14:cNvContentPartPr/>
                <p14:nvPr/>
              </p14:nvContentPartPr>
              <p14:xfrm>
                <a:off x="9825172" y="6546266"/>
                <a:ext cx="216360" cy="16524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BE7B90F0-7CCD-4B4F-88C3-617147E9B6E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816172" y="6537266"/>
                  <a:ext cx="2340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46D88BAE-4248-4FDD-84A1-DC6E731A2199}"/>
                    </a:ext>
                  </a:extLst>
                </p14:cNvPr>
                <p14:cNvContentPartPr/>
                <p14:nvPr/>
              </p14:nvContentPartPr>
              <p14:xfrm>
                <a:off x="10210732" y="6647066"/>
                <a:ext cx="32400" cy="13428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46D88BAE-4248-4FDD-84A1-DC6E731A219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202092" y="6638066"/>
                  <a:ext cx="500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D1575AD7-A253-441D-8591-39D82EDF5200}"/>
                    </a:ext>
                  </a:extLst>
                </p14:cNvPr>
                <p14:cNvContentPartPr/>
                <p14:nvPr/>
              </p14:nvContentPartPr>
              <p14:xfrm>
                <a:off x="10414492" y="6549146"/>
                <a:ext cx="61200" cy="17604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D1575AD7-A253-441D-8591-39D82EDF520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405852" y="6540506"/>
                  <a:ext cx="78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5AA502B7-226C-42AE-A4C9-DAD60FAA443C}"/>
                    </a:ext>
                  </a:extLst>
                </p14:cNvPr>
                <p14:cNvContentPartPr/>
                <p14:nvPr/>
              </p14:nvContentPartPr>
              <p14:xfrm>
                <a:off x="10594492" y="6543746"/>
                <a:ext cx="88560" cy="16020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5AA502B7-226C-42AE-A4C9-DAD60FAA443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585492" y="6535106"/>
                  <a:ext cx="106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DF2BFB0F-13A9-4857-86DF-EFA0EBF5CDAD}"/>
                    </a:ext>
                  </a:extLst>
                </p14:cNvPr>
                <p14:cNvContentPartPr/>
                <p14:nvPr/>
              </p14:nvContentPartPr>
              <p14:xfrm>
                <a:off x="10844332" y="6542666"/>
                <a:ext cx="143280" cy="18612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DF2BFB0F-13A9-4857-86DF-EFA0EBF5CDA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835692" y="6533666"/>
                  <a:ext cx="160920" cy="20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75">
            <p14:nvContentPartPr>
              <p14:cNvPr id="203" name="Entrada de lápiz 202">
                <a:extLst>
                  <a:ext uri="{FF2B5EF4-FFF2-40B4-BE49-F238E27FC236}">
                    <a16:creationId xmlns:a16="http://schemas.microsoft.com/office/drawing/2014/main" id="{5772D85C-80AF-4B35-8214-8F56F577021C}"/>
                  </a:ext>
                </a:extLst>
              </p14:cNvPr>
              <p14:cNvContentPartPr/>
              <p14:nvPr/>
            </p14:nvContentPartPr>
            <p14:xfrm>
              <a:off x="4657732" y="2923946"/>
              <a:ext cx="756720" cy="135000"/>
            </p14:xfrm>
          </p:contentPart>
        </mc:Choice>
        <mc:Fallback>
          <p:pic>
            <p:nvPicPr>
              <p:cNvPr id="203" name="Entrada de lápiz 202">
                <a:extLst>
                  <a:ext uri="{FF2B5EF4-FFF2-40B4-BE49-F238E27FC236}">
                    <a16:creationId xmlns:a16="http://schemas.microsoft.com/office/drawing/2014/main" id="{5772D85C-80AF-4B35-8214-8F56F577021C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4640092" y="2905946"/>
                <a:ext cx="792360" cy="17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upo 223">
            <a:extLst>
              <a:ext uri="{FF2B5EF4-FFF2-40B4-BE49-F238E27FC236}">
                <a16:creationId xmlns:a16="http://schemas.microsoft.com/office/drawing/2014/main" id="{829C587C-5380-47AA-B93F-7F01AC83F29E}"/>
              </a:ext>
            </a:extLst>
          </p:cNvPr>
          <p:cNvGrpSpPr/>
          <p:nvPr/>
        </p:nvGrpSpPr>
        <p:grpSpPr>
          <a:xfrm>
            <a:off x="3268852" y="5183666"/>
            <a:ext cx="2814480" cy="1731960"/>
            <a:chOff x="3268852" y="5183666"/>
            <a:chExt cx="2814480" cy="173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AAF2B0FC-9A89-47ED-8382-6A6FF140967B}"/>
                    </a:ext>
                  </a:extLst>
                </p14:cNvPr>
                <p14:cNvContentPartPr/>
                <p14:nvPr/>
              </p14:nvContentPartPr>
              <p14:xfrm>
                <a:off x="3268852" y="5837066"/>
                <a:ext cx="172080" cy="2196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AAF2B0FC-9A89-47ED-8382-6A6FF140967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260212" y="5828426"/>
                  <a:ext cx="189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C1A77757-D368-49B0-869A-7D27E792DC55}"/>
                    </a:ext>
                  </a:extLst>
                </p14:cNvPr>
                <p14:cNvContentPartPr/>
                <p14:nvPr/>
              </p14:nvContentPartPr>
              <p14:xfrm>
                <a:off x="3352732" y="5906546"/>
                <a:ext cx="121680" cy="1980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C1A77757-D368-49B0-869A-7D27E792DC5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343732" y="5897906"/>
                  <a:ext cx="139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A3AA65C7-6776-4192-B043-BCE229535C40}"/>
                    </a:ext>
                  </a:extLst>
                </p14:cNvPr>
                <p14:cNvContentPartPr/>
                <p14:nvPr/>
              </p14:nvContentPartPr>
              <p14:xfrm>
                <a:off x="3806332" y="5505506"/>
                <a:ext cx="540000" cy="5284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A3AA65C7-6776-4192-B043-BCE229535C4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797692" y="5496866"/>
                  <a:ext cx="55764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93EBEEDE-4230-4A30-AC95-D6CD7C659121}"/>
                    </a:ext>
                  </a:extLst>
                </p14:cNvPr>
                <p14:cNvContentPartPr/>
                <p14:nvPr/>
              </p14:nvContentPartPr>
              <p14:xfrm>
                <a:off x="3822892" y="6162866"/>
                <a:ext cx="123120" cy="1695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93EBEEDE-4230-4A30-AC95-D6CD7C65912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814252" y="6153866"/>
                  <a:ext cx="140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B76EFB72-8627-406F-A8FB-9BC430FC3C33}"/>
                    </a:ext>
                  </a:extLst>
                </p14:cNvPr>
                <p14:cNvContentPartPr/>
                <p14:nvPr/>
              </p14:nvContentPartPr>
              <p14:xfrm>
                <a:off x="3839452" y="6124346"/>
                <a:ext cx="116280" cy="2102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B76EFB72-8627-406F-A8FB-9BC430FC3C3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830452" y="6115346"/>
                  <a:ext cx="1339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713F1D61-9C29-48D7-AA63-26D1C22A6E87}"/>
                    </a:ext>
                  </a:extLst>
                </p14:cNvPr>
                <p14:cNvContentPartPr/>
                <p14:nvPr/>
              </p14:nvContentPartPr>
              <p14:xfrm>
                <a:off x="4029172" y="6171146"/>
                <a:ext cx="86040" cy="2088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713F1D61-9C29-48D7-AA63-26D1C22A6E8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020172" y="6162506"/>
                  <a:ext cx="103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75A8F067-968D-4C20-8068-21D2F6CC2E63}"/>
                    </a:ext>
                  </a:extLst>
                </p14:cNvPr>
                <p14:cNvContentPartPr/>
                <p14:nvPr/>
              </p14:nvContentPartPr>
              <p14:xfrm>
                <a:off x="4029172" y="6191666"/>
                <a:ext cx="149040" cy="3780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75A8F067-968D-4C20-8068-21D2F6CC2E6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020172" y="6182666"/>
                  <a:ext cx="166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565E1EC3-2EA0-4314-A683-451937FB5225}"/>
                    </a:ext>
                  </a:extLst>
                </p14:cNvPr>
                <p14:cNvContentPartPr/>
                <p14:nvPr/>
              </p14:nvContentPartPr>
              <p14:xfrm>
                <a:off x="4264612" y="6160706"/>
                <a:ext cx="116280" cy="10224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565E1EC3-2EA0-4314-A683-451937FB522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255612" y="6152066"/>
                  <a:ext cx="133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681AAC2A-31BB-434F-B4ED-94C5A0BE4A2C}"/>
                    </a:ext>
                  </a:extLst>
                </p14:cNvPr>
                <p14:cNvContentPartPr/>
                <p14:nvPr/>
              </p14:nvContentPartPr>
              <p14:xfrm>
                <a:off x="4014772" y="5183666"/>
                <a:ext cx="135360" cy="1868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681AAC2A-31BB-434F-B4ED-94C5A0BE4A2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005772" y="5174666"/>
                  <a:ext cx="153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1386E226-2C3F-4DE2-A94C-A610FA60FFCF}"/>
                    </a:ext>
                  </a:extLst>
                </p14:cNvPr>
                <p14:cNvContentPartPr/>
                <p14:nvPr/>
              </p14:nvContentPartPr>
              <p14:xfrm>
                <a:off x="4677532" y="5466266"/>
                <a:ext cx="198360" cy="31176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1386E226-2C3F-4DE2-A94C-A610FA60FFCF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668892" y="5457626"/>
                  <a:ext cx="2160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0ADB94E4-3E28-4937-9A1A-37B03A50F1D3}"/>
                    </a:ext>
                  </a:extLst>
                </p14:cNvPr>
                <p14:cNvContentPartPr/>
                <p14:nvPr/>
              </p14:nvContentPartPr>
              <p14:xfrm>
                <a:off x="4944652" y="5319026"/>
                <a:ext cx="132480" cy="11772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0ADB94E4-3E28-4937-9A1A-37B03A50F1D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936012" y="5310386"/>
                  <a:ext cx="150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D3C3D527-1811-4190-9BBD-272BBE21661E}"/>
                    </a:ext>
                  </a:extLst>
                </p14:cNvPr>
                <p14:cNvContentPartPr/>
                <p14:nvPr/>
              </p14:nvContentPartPr>
              <p14:xfrm>
                <a:off x="4960132" y="5291666"/>
                <a:ext cx="92160" cy="19836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D3C3D527-1811-4190-9BBD-272BBE21661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951492" y="5283026"/>
                  <a:ext cx="1098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1F83748A-C394-47F1-9D6B-3E7411A34DE8}"/>
                    </a:ext>
                  </a:extLst>
                </p14:cNvPr>
                <p14:cNvContentPartPr/>
                <p14:nvPr/>
              </p14:nvContentPartPr>
              <p14:xfrm>
                <a:off x="5328412" y="5446826"/>
                <a:ext cx="263520" cy="27180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1F83748A-C394-47F1-9D6B-3E7411A34DE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319412" y="5437826"/>
                  <a:ext cx="2811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30F8008E-D7BD-43C8-909A-F7B5E618B169}"/>
                    </a:ext>
                  </a:extLst>
                </p14:cNvPr>
                <p14:cNvContentPartPr/>
                <p14:nvPr/>
              </p14:nvContentPartPr>
              <p14:xfrm>
                <a:off x="5497252" y="5307866"/>
                <a:ext cx="193320" cy="2268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30F8008E-D7BD-43C8-909A-F7B5E618B16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488612" y="5299226"/>
                  <a:ext cx="210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18009B62-BAD5-49EE-A047-38356703F3E7}"/>
                    </a:ext>
                  </a:extLst>
                </p14:cNvPr>
                <p14:cNvContentPartPr/>
                <p14:nvPr/>
              </p14:nvContentPartPr>
              <p14:xfrm>
                <a:off x="5693452" y="5195546"/>
                <a:ext cx="128160" cy="20592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18009B62-BAD5-49EE-A047-38356703F3E7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684812" y="5186546"/>
                  <a:ext cx="14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BEE38105-1843-43ED-A4B3-575FF62E4CB7}"/>
                    </a:ext>
                  </a:extLst>
                </p14:cNvPr>
                <p14:cNvContentPartPr/>
                <p14:nvPr/>
              </p14:nvContentPartPr>
              <p14:xfrm>
                <a:off x="4825852" y="5666786"/>
                <a:ext cx="1257480" cy="26928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BEE38105-1843-43ED-A4B3-575FF62E4CB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816852" y="5657786"/>
                  <a:ext cx="12751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C5FE3081-D27E-4025-A0D1-9EF688A4DB78}"/>
                    </a:ext>
                  </a:extLst>
                </p14:cNvPr>
                <p14:cNvContentPartPr/>
                <p14:nvPr/>
              </p14:nvContentPartPr>
              <p14:xfrm>
                <a:off x="5329492" y="5996186"/>
                <a:ext cx="231480" cy="16128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C5FE3081-D27E-4025-A0D1-9EF688A4DB7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320492" y="5987546"/>
                  <a:ext cx="249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99F02E22-B8C0-4D4E-9093-41DB3A7E6085}"/>
                    </a:ext>
                  </a:extLst>
                </p14:cNvPr>
                <p14:cNvContentPartPr/>
                <p14:nvPr/>
              </p14:nvContentPartPr>
              <p14:xfrm>
                <a:off x="5337772" y="5969906"/>
                <a:ext cx="161280" cy="22428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99F02E22-B8C0-4D4E-9093-41DB3A7E608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329132" y="5961266"/>
                  <a:ext cx="1789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EA433241-4BA7-46A6-B306-490FB129FAD9}"/>
                    </a:ext>
                  </a:extLst>
                </p14:cNvPr>
                <p14:cNvContentPartPr/>
                <p14:nvPr/>
              </p14:nvContentPartPr>
              <p14:xfrm>
                <a:off x="5636572" y="5916266"/>
                <a:ext cx="24120" cy="20052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EA433241-4BA7-46A6-B306-490FB129FAD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627932" y="5907626"/>
                  <a:ext cx="417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4FECE4EA-F6B7-405B-AE6F-9E7FBC1694B7}"/>
                    </a:ext>
                  </a:extLst>
                </p14:cNvPr>
                <p14:cNvContentPartPr/>
                <p14:nvPr/>
              </p14:nvContentPartPr>
              <p14:xfrm>
                <a:off x="5714692" y="6169706"/>
                <a:ext cx="40320" cy="2700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4FECE4EA-F6B7-405B-AE6F-9E7FBC1694B7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705692" y="6160706"/>
                  <a:ext cx="57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F2ABA634-0324-4870-A873-7B6D279A0FB7}"/>
                    </a:ext>
                  </a:extLst>
                </p14:cNvPr>
                <p14:cNvContentPartPr/>
                <p14:nvPr/>
              </p14:nvContentPartPr>
              <p14:xfrm>
                <a:off x="3310972" y="6490106"/>
                <a:ext cx="81360" cy="2736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F2ABA634-0324-4870-A873-7B6D279A0FB7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301972" y="6481466"/>
                  <a:ext cx="99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087B1443-B0FE-4B02-808F-250012990523}"/>
                    </a:ext>
                  </a:extLst>
                </p14:cNvPr>
                <p14:cNvContentPartPr/>
                <p14:nvPr/>
              </p14:nvContentPartPr>
              <p14:xfrm>
                <a:off x="3283612" y="6596666"/>
                <a:ext cx="171720" cy="2916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087B1443-B0FE-4B02-808F-25001299052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274612" y="6587666"/>
                  <a:ext cx="1893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10B297FF-BF8C-43E7-89E6-E14D05911F31}"/>
                    </a:ext>
                  </a:extLst>
                </p14:cNvPr>
                <p14:cNvContentPartPr/>
                <p14:nvPr/>
              </p14:nvContentPartPr>
              <p14:xfrm>
                <a:off x="3561172" y="6602786"/>
                <a:ext cx="61920" cy="31284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10B297FF-BF8C-43E7-89E6-E14D05911F3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552172" y="6594146"/>
                  <a:ext cx="795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1E456BD5-77BD-4A22-9706-71D33C0185EA}"/>
                    </a:ext>
                  </a:extLst>
                </p14:cNvPr>
                <p14:cNvContentPartPr/>
                <p14:nvPr/>
              </p14:nvContentPartPr>
              <p14:xfrm>
                <a:off x="3509692" y="6508330"/>
                <a:ext cx="192240" cy="19440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1E456BD5-77BD-4A22-9706-71D33C0185E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500692" y="6499330"/>
                  <a:ext cx="2098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613DCC26-F6A1-4FAE-840A-2196E2303C5F}"/>
                    </a:ext>
                  </a:extLst>
                </p14:cNvPr>
                <p14:cNvContentPartPr/>
                <p14:nvPr/>
              </p14:nvContentPartPr>
              <p14:xfrm>
                <a:off x="3751612" y="6518050"/>
                <a:ext cx="36000" cy="25056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613DCC26-F6A1-4FAE-840A-2196E2303C5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742612" y="6509410"/>
                  <a:ext cx="536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38D241DB-F281-47C5-9D25-718F8651CC9F}"/>
                    </a:ext>
                  </a:extLst>
                </p14:cNvPr>
                <p14:cNvContentPartPr/>
                <p14:nvPr/>
              </p14:nvContentPartPr>
              <p14:xfrm>
                <a:off x="3728932" y="6489970"/>
                <a:ext cx="117360" cy="15948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38D241DB-F281-47C5-9D25-718F8651CC9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719932" y="6480970"/>
                  <a:ext cx="135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3503C64A-EC74-4B73-A630-69EA14D7D26D}"/>
                    </a:ext>
                  </a:extLst>
                </p14:cNvPr>
                <p14:cNvContentPartPr/>
                <p14:nvPr/>
              </p14:nvContentPartPr>
              <p14:xfrm>
                <a:off x="3919372" y="6566290"/>
                <a:ext cx="162000" cy="13176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3503C64A-EC74-4B73-A630-69EA14D7D26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910372" y="6557650"/>
                  <a:ext cx="179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503ABCC5-877A-4EF7-AC5A-77648CBC446C}"/>
                    </a:ext>
                  </a:extLst>
                </p14:cNvPr>
                <p14:cNvContentPartPr/>
                <p14:nvPr/>
              </p14:nvContentPartPr>
              <p14:xfrm>
                <a:off x="4157692" y="6591850"/>
                <a:ext cx="68400" cy="12456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503ABCC5-877A-4EF7-AC5A-77648CBC446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148692" y="6583210"/>
                  <a:ext cx="86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E364A384-8B2F-4B5B-8FD6-05454ECFC7ED}"/>
                    </a:ext>
                  </a:extLst>
                </p14:cNvPr>
                <p14:cNvContentPartPr/>
                <p14:nvPr/>
              </p14:nvContentPartPr>
              <p14:xfrm>
                <a:off x="4275412" y="6524530"/>
                <a:ext cx="77040" cy="19224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E364A384-8B2F-4B5B-8FD6-05454ECFC7ED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266772" y="6515890"/>
                  <a:ext cx="94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3D4C910B-6A0C-49CD-9694-047DE9743323}"/>
                    </a:ext>
                  </a:extLst>
                </p14:cNvPr>
                <p14:cNvContentPartPr/>
                <p14:nvPr/>
              </p14:nvContentPartPr>
              <p14:xfrm>
                <a:off x="4504372" y="6386290"/>
                <a:ext cx="132480" cy="42552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3D4C910B-6A0C-49CD-9694-047DE9743323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495372" y="6377650"/>
                  <a:ext cx="15012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7AE641F5-8313-4C6C-81C9-973383D0F9A0}"/>
                    </a:ext>
                  </a:extLst>
                </p14:cNvPr>
                <p14:cNvContentPartPr/>
                <p14:nvPr/>
              </p14:nvContentPartPr>
              <p14:xfrm>
                <a:off x="4655932" y="6460090"/>
                <a:ext cx="126360" cy="19548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7AE641F5-8313-4C6C-81C9-973383D0F9A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646932" y="6451450"/>
                  <a:ext cx="1440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51B37D37-169E-4069-BCE4-7558E093BFA4}"/>
                    </a:ext>
                  </a:extLst>
                </p14:cNvPr>
                <p14:cNvContentPartPr/>
                <p14:nvPr/>
              </p14:nvContentPartPr>
              <p14:xfrm>
                <a:off x="4923412" y="6634690"/>
                <a:ext cx="14760" cy="9360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51B37D37-169E-4069-BCE4-7558E093BFA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914412" y="6626050"/>
                  <a:ext cx="32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ECE837F6-4FF8-4289-AAA5-4294A8138DF7}"/>
                    </a:ext>
                  </a:extLst>
                </p14:cNvPr>
                <p14:cNvContentPartPr/>
                <p14:nvPr/>
              </p14:nvContentPartPr>
              <p14:xfrm>
                <a:off x="5008732" y="6448570"/>
                <a:ext cx="137520" cy="21564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ECE837F6-4FF8-4289-AAA5-4294A8138DF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000092" y="6439570"/>
                  <a:ext cx="1551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9978084C-8D99-46C5-9C74-59AB9A361933}"/>
                    </a:ext>
                  </a:extLst>
                </p14:cNvPr>
                <p14:cNvContentPartPr/>
                <p14:nvPr/>
              </p14:nvContentPartPr>
              <p14:xfrm>
                <a:off x="5174692" y="6374410"/>
                <a:ext cx="66960" cy="36792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9978084C-8D99-46C5-9C74-59AB9A36193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165692" y="6365770"/>
                  <a:ext cx="846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91E42913-FF08-4BF1-A55F-ED84A5549978}"/>
                    </a:ext>
                  </a:extLst>
                </p14:cNvPr>
                <p14:cNvContentPartPr/>
                <p14:nvPr/>
              </p14:nvContentPartPr>
              <p14:xfrm>
                <a:off x="4081372" y="6396010"/>
                <a:ext cx="45720" cy="4860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91E42913-FF08-4BF1-A55F-ED84A554997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072732" y="6387010"/>
                  <a:ext cx="63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FD32F45C-1180-4EBA-B3D1-3C8D7060B5AB}"/>
                    </a:ext>
                  </a:extLst>
                </p14:cNvPr>
                <p14:cNvContentPartPr/>
                <p14:nvPr/>
              </p14:nvContentPartPr>
              <p14:xfrm>
                <a:off x="4339492" y="6491410"/>
                <a:ext cx="133200" cy="22752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FD32F45C-1180-4EBA-B3D1-3C8D7060B5A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330852" y="6482410"/>
                  <a:ext cx="15084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upo 226">
            <a:extLst>
              <a:ext uri="{FF2B5EF4-FFF2-40B4-BE49-F238E27FC236}">
                <a16:creationId xmlns:a16="http://schemas.microsoft.com/office/drawing/2014/main" id="{3B8C1750-DCF3-4FB1-8132-F5655EB15134}"/>
              </a:ext>
            </a:extLst>
          </p:cNvPr>
          <p:cNvGrpSpPr/>
          <p:nvPr/>
        </p:nvGrpSpPr>
        <p:grpSpPr>
          <a:xfrm>
            <a:off x="11122972" y="6479530"/>
            <a:ext cx="227880" cy="277920"/>
            <a:chOff x="11122972" y="6479530"/>
            <a:chExt cx="22788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2759C957-C9CD-4FF1-8411-0285B039523E}"/>
                    </a:ext>
                  </a:extLst>
                </p14:cNvPr>
                <p14:cNvContentPartPr/>
                <p14:nvPr/>
              </p14:nvContentPartPr>
              <p14:xfrm>
                <a:off x="11122972" y="6479530"/>
                <a:ext cx="182880" cy="27792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2759C957-C9CD-4FF1-8411-0285B039523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114332" y="6470890"/>
                  <a:ext cx="2005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B7D923C0-0AA7-4D7B-A2BA-61806A203612}"/>
                    </a:ext>
                  </a:extLst>
                </p14:cNvPr>
                <p14:cNvContentPartPr/>
                <p14:nvPr/>
              </p14:nvContentPartPr>
              <p14:xfrm>
                <a:off x="11153932" y="6636850"/>
                <a:ext cx="196920" cy="252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B7D923C0-0AA7-4D7B-A2BA-61806A203612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145292" y="6628210"/>
                  <a:ext cx="214560" cy="2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28" name="Entrada de lápiz 227">
                <a:extLst>
                  <a:ext uri="{FF2B5EF4-FFF2-40B4-BE49-F238E27FC236}">
                    <a16:creationId xmlns:a16="http://schemas.microsoft.com/office/drawing/2014/main" id="{8D70F7A4-DDFC-43A0-A2EA-C5AB3E279416}"/>
                  </a:ext>
                </a:extLst>
              </p14:cNvPr>
              <p14:cNvContentPartPr/>
              <p14:nvPr/>
            </p14:nvContentPartPr>
            <p14:xfrm>
              <a:off x="5762932" y="5292610"/>
              <a:ext cx="12240" cy="49680"/>
            </p14:xfrm>
          </p:contentPart>
        </mc:Choice>
        <mc:Fallback>
          <p:pic>
            <p:nvPicPr>
              <p:cNvPr id="228" name="Entrada de lápiz 227">
                <a:extLst>
                  <a:ext uri="{FF2B5EF4-FFF2-40B4-BE49-F238E27FC236}">
                    <a16:creationId xmlns:a16="http://schemas.microsoft.com/office/drawing/2014/main" id="{8D70F7A4-DDFC-43A0-A2EA-C5AB3E279416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5709292" y="5184610"/>
                <a:ext cx="1198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29" name="Entrada de lápiz 228">
                <a:extLst>
                  <a:ext uri="{FF2B5EF4-FFF2-40B4-BE49-F238E27FC236}">
                    <a16:creationId xmlns:a16="http://schemas.microsoft.com/office/drawing/2014/main" id="{981BAC8F-163E-4780-AC6F-D1417CFF9B87}"/>
                  </a:ext>
                </a:extLst>
              </p14:cNvPr>
              <p14:cNvContentPartPr/>
              <p14:nvPr/>
            </p14:nvContentPartPr>
            <p14:xfrm>
              <a:off x="1921732" y="5058970"/>
              <a:ext cx="294840" cy="216720"/>
            </p14:xfrm>
          </p:contentPart>
        </mc:Choice>
        <mc:Fallback>
          <p:pic>
            <p:nvPicPr>
              <p:cNvPr id="229" name="Entrada de lápiz 228">
                <a:extLst>
                  <a:ext uri="{FF2B5EF4-FFF2-40B4-BE49-F238E27FC236}">
                    <a16:creationId xmlns:a16="http://schemas.microsoft.com/office/drawing/2014/main" id="{981BAC8F-163E-4780-AC6F-D1417CFF9B87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1867732" y="4951330"/>
                <a:ext cx="402480" cy="43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9702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E1818A41-2167-4D3F-8CE0-AD822FAA4EFD}"/>
                  </a:ext>
                </a:extLst>
              </p14:cNvPr>
              <p14:cNvContentPartPr/>
              <p14:nvPr/>
            </p14:nvContentPartPr>
            <p14:xfrm>
              <a:off x="1645972" y="565586"/>
              <a:ext cx="171000" cy="21780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E1818A41-2167-4D3F-8CE0-AD822FAA4E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7332" y="556946"/>
                <a:ext cx="188640" cy="23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upo 32">
            <a:extLst>
              <a:ext uri="{FF2B5EF4-FFF2-40B4-BE49-F238E27FC236}">
                <a16:creationId xmlns:a16="http://schemas.microsoft.com/office/drawing/2014/main" id="{CB0DB5A7-7BE1-4D47-8711-487D16FC97BA}"/>
              </a:ext>
            </a:extLst>
          </p:cNvPr>
          <p:cNvGrpSpPr/>
          <p:nvPr/>
        </p:nvGrpSpPr>
        <p:grpSpPr>
          <a:xfrm>
            <a:off x="504052" y="1802906"/>
            <a:ext cx="1968120" cy="849600"/>
            <a:chOff x="504052" y="1802906"/>
            <a:chExt cx="1968120" cy="84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C7E11167-3C95-4725-8170-E1924F758AEA}"/>
                    </a:ext>
                  </a:extLst>
                </p14:cNvPr>
                <p14:cNvContentPartPr/>
                <p14:nvPr/>
              </p14:nvContentPartPr>
              <p14:xfrm>
                <a:off x="595852" y="1944386"/>
                <a:ext cx="39600" cy="7081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C7E11167-3C95-4725-8170-E1924F758AE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6852" y="1935386"/>
                  <a:ext cx="5724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45B03853-A889-459C-812D-C3CE5170474B}"/>
                    </a:ext>
                  </a:extLst>
                </p14:cNvPr>
                <p14:cNvContentPartPr/>
                <p14:nvPr/>
              </p14:nvContentPartPr>
              <p14:xfrm>
                <a:off x="504052" y="1966706"/>
                <a:ext cx="363240" cy="33588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45B03853-A889-459C-812D-C3CE5170474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5052" y="1958066"/>
                  <a:ext cx="3808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065F5F1C-35FF-4FEA-8D53-81CA9CD0AE73}"/>
                    </a:ext>
                  </a:extLst>
                </p14:cNvPr>
                <p14:cNvContentPartPr/>
                <p14:nvPr/>
              </p14:nvContentPartPr>
              <p14:xfrm>
                <a:off x="1046212" y="1974266"/>
                <a:ext cx="160920" cy="41904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065F5F1C-35FF-4FEA-8D53-81CA9CD0AE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7212" y="1965266"/>
                  <a:ext cx="17856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070E1385-1494-4946-934A-25F18BDF0740}"/>
                    </a:ext>
                  </a:extLst>
                </p14:cNvPr>
                <p14:cNvContentPartPr/>
                <p14:nvPr/>
              </p14:nvContentPartPr>
              <p14:xfrm>
                <a:off x="1296052" y="2023586"/>
                <a:ext cx="212400" cy="3132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070E1385-1494-4946-934A-25F18BDF074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87052" y="2014586"/>
                  <a:ext cx="2300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31041E4F-BB1B-43CE-A730-324A8C528083}"/>
                    </a:ext>
                  </a:extLst>
                </p14:cNvPr>
                <p14:cNvContentPartPr/>
                <p14:nvPr/>
              </p14:nvContentPartPr>
              <p14:xfrm>
                <a:off x="1329172" y="2034386"/>
                <a:ext cx="163440" cy="3322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31041E4F-BB1B-43CE-A730-324A8C52808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20532" y="2025386"/>
                  <a:ext cx="1810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9B4F9111-24D2-40E5-B907-247A0145BFAE}"/>
                    </a:ext>
                  </a:extLst>
                </p14:cNvPr>
                <p14:cNvContentPartPr/>
                <p14:nvPr/>
              </p14:nvContentPartPr>
              <p14:xfrm>
                <a:off x="1640212" y="2022506"/>
                <a:ext cx="204840" cy="3132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9B4F9111-24D2-40E5-B907-247A0145BFA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31212" y="2013506"/>
                  <a:ext cx="2224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04ABA3F7-DEE3-4F4A-928D-B6AE68557CEB}"/>
                    </a:ext>
                  </a:extLst>
                </p14:cNvPr>
                <p14:cNvContentPartPr/>
                <p14:nvPr/>
              </p14:nvContentPartPr>
              <p14:xfrm>
                <a:off x="1984372" y="1966706"/>
                <a:ext cx="233640" cy="36144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04ABA3F7-DEE3-4F4A-928D-B6AE68557C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75732" y="1957706"/>
                  <a:ext cx="2512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5102A40B-7FCE-4C6A-82F6-0C6EC737915C}"/>
                    </a:ext>
                  </a:extLst>
                </p14:cNvPr>
                <p14:cNvContentPartPr/>
                <p14:nvPr/>
              </p14:nvContentPartPr>
              <p14:xfrm>
                <a:off x="2324932" y="1802906"/>
                <a:ext cx="147240" cy="5662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5102A40B-7FCE-4C6A-82F6-0C6EC73791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15932" y="1793906"/>
                  <a:ext cx="164880" cy="58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857B3B8D-8550-4E48-B1BD-55A47C0CE071}"/>
              </a:ext>
            </a:extLst>
          </p:cNvPr>
          <p:cNvGrpSpPr/>
          <p:nvPr/>
        </p:nvGrpSpPr>
        <p:grpSpPr>
          <a:xfrm>
            <a:off x="2710852" y="397466"/>
            <a:ext cx="150480" cy="142560"/>
            <a:chOff x="2710852" y="397466"/>
            <a:chExt cx="150480" cy="1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CEAB4B28-AB4A-4E62-8D1D-C8386D513E08}"/>
                    </a:ext>
                  </a:extLst>
                </p14:cNvPr>
                <p14:cNvContentPartPr/>
                <p14:nvPr/>
              </p14:nvContentPartPr>
              <p14:xfrm>
                <a:off x="2710852" y="397466"/>
                <a:ext cx="150480" cy="14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CEAB4B28-AB4A-4E62-8D1D-C8386D513E0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01852" y="388466"/>
                  <a:ext cx="168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D0462586-2B8B-411A-B8C3-1E2294B8E794}"/>
                    </a:ext>
                  </a:extLst>
                </p14:cNvPr>
                <p14:cNvContentPartPr/>
                <p14:nvPr/>
              </p14:nvContentPartPr>
              <p14:xfrm>
                <a:off x="2710852" y="503306"/>
                <a:ext cx="145800" cy="367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D0462586-2B8B-411A-B8C3-1E2294B8E79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01852" y="494666"/>
                  <a:ext cx="16344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8B1D6D6A-046C-4011-9AD9-3F3885B47B77}"/>
              </a:ext>
            </a:extLst>
          </p:cNvPr>
          <p:cNvGrpSpPr/>
          <p:nvPr/>
        </p:nvGrpSpPr>
        <p:grpSpPr>
          <a:xfrm>
            <a:off x="2781052" y="2111426"/>
            <a:ext cx="187200" cy="115920"/>
            <a:chOff x="2781052" y="2111426"/>
            <a:chExt cx="187200" cy="11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654EE45B-DE8A-4C66-BC4A-A0D1116A1ACB}"/>
                    </a:ext>
                  </a:extLst>
                </p14:cNvPr>
                <p14:cNvContentPartPr/>
                <p14:nvPr/>
              </p14:nvContentPartPr>
              <p14:xfrm>
                <a:off x="2781052" y="2111426"/>
                <a:ext cx="187200" cy="2376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654EE45B-DE8A-4C66-BC4A-A0D1116A1AC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72052" y="2102426"/>
                  <a:ext cx="204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308BF41A-EDE3-4FF9-8722-B36DA1757D58}"/>
                    </a:ext>
                  </a:extLst>
                </p14:cNvPr>
                <p14:cNvContentPartPr/>
                <p14:nvPr/>
              </p14:nvContentPartPr>
              <p14:xfrm>
                <a:off x="2834692" y="2193866"/>
                <a:ext cx="125280" cy="3348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308BF41A-EDE3-4FF9-8722-B36DA1757D5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25692" y="2184866"/>
                  <a:ext cx="14292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ED9BC95F-1702-441E-8AC7-2530C49ED95A}"/>
                  </a:ext>
                </a:extLst>
              </p14:cNvPr>
              <p14:cNvContentPartPr/>
              <p14:nvPr/>
            </p14:nvContentPartPr>
            <p14:xfrm>
              <a:off x="3346612" y="1063466"/>
              <a:ext cx="14760" cy="1584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ED9BC95F-1702-441E-8AC7-2530C49ED95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37972" y="1054466"/>
                <a:ext cx="3240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upo 42">
            <a:extLst>
              <a:ext uri="{FF2B5EF4-FFF2-40B4-BE49-F238E27FC236}">
                <a16:creationId xmlns:a16="http://schemas.microsoft.com/office/drawing/2014/main" id="{0A35EA31-996A-4F46-AADA-626AF197CB0C}"/>
              </a:ext>
            </a:extLst>
          </p:cNvPr>
          <p:cNvGrpSpPr/>
          <p:nvPr/>
        </p:nvGrpSpPr>
        <p:grpSpPr>
          <a:xfrm>
            <a:off x="2787172" y="1088306"/>
            <a:ext cx="170640" cy="154800"/>
            <a:chOff x="2787172" y="1088306"/>
            <a:chExt cx="170640" cy="1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BBA71481-571E-4475-8CBB-E3B645CC4BF1}"/>
                    </a:ext>
                  </a:extLst>
                </p14:cNvPr>
                <p14:cNvContentPartPr/>
                <p14:nvPr/>
              </p14:nvContentPartPr>
              <p14:xfrm>
                <a:off x="2787172" y="1088306"/>
                <a:ext cx="137160" cy="3672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BBA71481-571E-4475-8CBB-E3B645CC4BF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78172" y="1079666"/>
                  <a:ext cx="1548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3E42EAF9-F333-43DB-9A3E-81B604FE2700}"/>
                    </a:ext>
                  </a:extLst>
                </p14:cNvPr>
                <p14:cNvContentPartPr/>
                <p14:nvPr/>
              </p14:nvContentPartPr>
              <p14:xfrm>
                <a:off x="2803732" y="1226546"/>
                <a:ext cx="154080" cy="1656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3E42EAF9-F333-43DB-9A3E-81B604FE270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94732" y="1217906"/>
                  <a:ext cx="17172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7D86C6D3-8C43-485E-9AC7-1CEB1ADA5C75}"/>
                  </a:ext>
                </a:extLst>
              </p14:cNvPr>
              <p14:cNvContentPartPr/>
              <p14:nvPr/>
            </p14:nvContentPartPr>
            <p14:xfrm>
              <a:off x="4118452" y="942506"/>
              <a:ext cx="360" cy="36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7D86C6D3-8C43-485E-9AC7-1CEB1ADA5C7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09452" y="93386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upo 63">
            <a:extLst>
              <a:ext uri="{FF2B5EF4-FFF2-40B4-BE49-F238E27FC236}">
                <a16:creationId xmlns:a16="http://schemas.microsoft.com/office/drawing/2014/main" id="{5C5219AB-C598-47AF-8393-15E81EEEACB3}"/>
              </a:ext>
            </a:extLst>
          </p:cNvPr>
          <p:cNvGrpSpPr/>
          <p:nvPr/>
        </p:nvGrpSpPr>
        <p:grpSpPr>
          <a:xfrm>
            <a:off x="3357412" y="1967786"/>
            <a:ext cx="1398240" cy="487080"/>
            <a:chOff x="3357412" y="1967786"/>
            <a:chExt cx="1398240" cy="48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A6C0D507-A24E-4599-85E2-6AF611164B0B}"/>
                    </a:ext>
                  </a:extLst>
                </p14:cNvPr>
                <p14:cNvContentPartPr/>
                <p14:nvPr/>
              </p14:nvContentPartPr>
              <p14:xfrm>
                <a:off x="3357412" y="2053466"/>
                <a:ext cx="168120" cy="37656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A6C0D507-A24E-4599-85E2-6AF611164B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48412" y="2044826"/>
                  <a:ext cx="18576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54B2D991-5973-4766-A643-B05FBB2C05B1}"/>
                    </a:ext>
                  </a:extLst>
                </p14:cNvPr>
                <p14:cNvContentPartPr/>
                <p14:nvPr/>
              </p14:nvContentPartPr>
              <p14:xfrm>
                <a:off x="3647932" y="2167226"/>
                <a:ext cx="262440" cy="313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54B2D991-5973-4766-A643-B05FBB2C05B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39292" y="2158226"/>
                  <a:ext cx="280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8943920F-1680-4C72-9191-DBBE203D4603}"/>
                    </a:ext>
                  </a:extLst>
                </p14:cNvPr>
                <p14:cNvContentPartPr/>
                <p14:nvPr/>
              </p14:nvContentPartPr>
              <p14:xfrm>
                <a:off x="4066972" y="2038706"/>
                <a:ext cx="125280" cy="41616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8943920F-1680-4C72-9191-DBBE203D460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58332" y="2029706"/>
                  <a:ext cx="1429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D3B1D3FF-8048-4AF3-9DB5-66A2F8DD4FFB}"/>
                    </a:ext>
                  </a:extLst>
                </p14:cNvPr>
                <p14:cNvContentPartPr/>
                <p14:nvPr/>
              </p14:nvContentPartPr>
              <p14:xfrm>
                <a:off x="4043212" y="1967786"/>
                <a:ext cx="423000" cy="3549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D3B1D3FF-8048-4AF3-9DB5-66A2F8DD4FF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34572" y="1959146"/>
                  <a:ext cx="4406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240F452E-479E-435E-8F37-D1280C4D8C6E}"/>
                    </a:ext>
                  </a:extLst>
                </p14:cNvPr>
                <p14:cNvContentPartPr/>
                <p14:nvPr/>
              </p14:nvContentPartPr>
              <p14:xfrm>
                <a:off x="4554052" y="2021426"/>
                <a:ext cx="201600" cy="2714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240F452E-479E-435E-8F37-D1280C4D8C6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45412" y="2012426"/>
                  <a:ext cx="2192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AE6C4E11-DB2C-4805-9DD1-E9144544EB0C}"/>
                    </a:ext>
                  </a:extLst>
                </p14:cNvPr>
                <p14:cNvContentPartPr/>
                <p14:nvPr/>
              </p14:nvContentPartPr>
              <p14:xfrm>
                <a:off x="4591492" y="1989386"/>
                <a:ext cx="160920" cy="35676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AE6C4E11-DB2C-4805-9DD1-E9144544EB0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82492" y="1980386"/>
                  <a:ext cx="178560" cy="37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3D973198-2119-42EC-8404-BB7637F4911F}"/>
              </a:ext>
            </a:extLst>
          </p:cNvPr>
          <p:cNvGrpSpPr/>
          <p:nvPr/>
        </p:nvGrpSpPr>
        <p:grpSpPr>
          <a:xfrm>
            <a:off x="4965172" y="1765466"/>
            <a:ext cx="924480" cy="673200"/>
            <a:chOff x="4965172" y="1765466"/>
            <a:chExt cx="924480" cy="67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18A15771-5282-430E-8468-F77AF3F79878}"/>
                    </a:ext>
                  </a:extLst>
                </p14:cNvPr>
                <p14:cNvContentPartPr/>
                <p14:nvPr/>
              </p14:nvContentPartPr>
              <p14:xfrm>
                <a:off x="4965172" y="1952666"/>
                <a:ext cx="208800" cy="2145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18A15771-5282-430E-8468-F77AF3F7987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56172" y="1944026"/>
                  <a:ext cx="2264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E0CCFD73-270A-4E7D-899B-EBE15603BD2B}"/>
                    </a:ext>
                  </a:extLst>
                </p14:cNvPr>
                <p14:cNvContentPartPr/>
                <p14:nvPr/>
              </p14:nvContentPartPr>
              <p14:xfrm>
                <a:off x="4981732" y="2244266"/>
                <a:ext cx="209880" cy="3348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E0CCFD73-270A-4E7D-899B-EBE15603BD2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72732" y="2235266"/>
                  <a:ext cx="227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8CAA51A6-7E68-4703-A74E-6E079F958436}"/>
                    </a:ext>
                  </a:extLst>
                </p14:cNvPr>
                <p14:cNvContentPartPr/>
                <p14:nvPr/>
              </p14:nvContentPartPr>
              <p14:xfrm>
                <a:off x="5459452" y="1905866"/>
                <a:ext cx="162360" cy="3132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8CAA51A6-7E68-4703-A74E-6E079F9584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50452" y="1896866"/>
                  <a:ext cx="1800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A6A55F06-C5AF-4E96-80ED-F7010B7FE7BA}"/>
                    </a:ext>
                  </a:extLst>
                </p14:cNvPr>
                <p14:cNvContentPartPr/>
                <p14:nvPr/>
              </p14:nvContentPartPr>
              <p14:xfrm>
                <a:off x="5345332" y="1905866"/>
                <a:ext cx="278640" cy="33048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A6A55F06-C5AF-4E96-80ED-F7010B7FE7B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36692" y="1896866"/>
                  <a:ext cx="29628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5BDDC78C-D356-43AA-B7A8-B228928D11B6}"/>
                    </a:ext>
                  </a:extLst>
                </p14:cNvPr>
                <p14:cNvContentPartPr/>
                <p14:nvPr/>
              </p14:nvContentPartPr>
              <p14:xfrm>
                <a:off x="5672572" y="1765466"/>
                <a:ext cx="217080" cy="67320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5BDDC78C-D356-43AA-B7A8-B228928D11B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63572" y="1756466"/>
                  <a:ext cx="234720" cy="69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5AF3B7C9-D1B6-4D1F-B05D-2B2AFDA90813}"/>
              </a:ext>
            </a:extLst>
          </p:cNvPr>
          <p:cNvGrpSpPr/>
          <p:nvPr/>
        </p:nvGrpSpPr>
        <p:grpSpPr>
          <a:xfrm>
            <a:off x="2760892" y="2991986"/>
            <a:ext cx="252720" cy="131040"/>
            <a:chOff x="2760892" y="2991986"/>
            <a:chExt cx="25272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3A8A1E70-4B90-4A09-BE57-2AF4B82AFA1C}"/>
                    </a:ext>
                  </a:extLst>
                </p14:cNvPr>
                <p14:cNvContentPartPr/>
                <p14:nvPr/>
              </p14:nvContentPartPr>
              <p14:xfrm>
                <a:off x="2760892" y="2991986"/>
                <a:ext cx="170640" cy="226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3A8A1E70-4B90-4A09-BE57-2AF4B82AFA1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51892" y="2982986"/>
                  <a:ext cx="188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BC5C8EF6-48A8-4B1E-8FF8-C5C308BEDE03}"/>
                    </a:ext>
                  </a:extLst>
                </p14:cNvPr>
                <p14:cNvContentPartPr/>
                <p14:nvPr/>
              </p14:nvContentPartPr>
              <p14:xfrm>
                <a:off x="2836852" y="3085226"/>
                <a:ext cx="176760" cy="3780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BC5C8EF6-48A8-4B1E-8FF8-C5C308BEDE0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28212" y="3076226"/>
                  <a:ext cx="19440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12CAEDD1-DC59-46AE-AEE6-1BEC7B2EBA80}"/>
              </a:ext>
            </a:extLst>
          </p:cNvPr>
          <p:cNvGrpSpPr/>
          <p:nvPr/>
        </p:nvGrpSpPr>
        <p:grpSpPr>
          <a:xfrm>
            <a:off x="3280012" y="2849786"/>
            <a:ext cx="530280" cy="321840"/>
            <a:chOff x="3280012" y="2849786"/>
            <a:chExt cx="53028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E269BBE4-4862-43A1-A27A-589F086F77B1}"/>
                    </a:ext>
                  </a:extLst>
                </p14:cNvPr>
                <p14:cNvContentPartPr/>
                <p14:nvPr/>
              </p14:nvContentPartPr>
              <p14:xfrm>
                <a:off x="3280012" y="2849786"/>
                <a:ext cx="192240" cy="32184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E269BBE4-4862-43A1-A27A-589F086F77B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71012" y="2840786"/>
                  <a:ext cx="2098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849C16A5-3439-4256-B917-1531958E1294}"/>
                    </a:ext>
                  </a:extLst>
                </p14:cNvPr>
                <p14:cNvContentPartPr/>
                <p14:nvPr/>
              </p14:nvContentPartPr>
              <p14:xfrm>
                <a:off x="3571612" y="2985506"/>
                <a:ext cx="238680" cy="248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849C16A5-3439-4256-B917-1531958E12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62972" y="2976506"/>
                  <a:ext cx="2563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62D29567-EEF8-491D-ADB9-0A20F0DD7A87}"/>
              </a:ext>
            </a:extLst>
          </p:cNvPr>
          <p:cNvGrpSpPr/>
          <p:nvPr/>
        </p:nvGrpSpPr>
        <p:grpSpPr>
          <a:xfrm>
            <a:off x="4031332" y="2808746"/>
            <a:ext cx="1226160" cy="463320"/>
            <a:chOff x="4031332" y="2808746"/>
            <a:chExt cx="1226160" cy="4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32EAF552-B2C0-460F-8C71-35EB6F2A2865}"/>
                    </a:ext>
                  </a:extLst>
                </p14:cNvPr>
                <p14:cNvContentPartPr/>
                <p14:nvPr/>
              </p14:nvContentPartPr>
              <p14:xfrm>
                <a:off x="4031332" y="2875346"/>
                <a:ext cx="237960" cy="39672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32EAF552-B2C0-460F-8C71-35EB6F2A286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22692" y="2866346"/>
                  <a:ext cx="25560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F6D60881-9BE5-46D9-BC5E-F25E9D69A6C8}"/>
                    </a:ext>
                  </a:extLst>
                </p14:cNvPr>
                <p14:cNvContentPartPr/>
                <p14:nvPr/>
              </p14:nvContentPartPr>
              <p14:xfrm>
                <a:off x="4337332" y="2851586"/>
                <a:ext cx="61200" cy="39240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F6D60881-9BE5-46D9-BC5E-F25E9D69A6C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28692" y="2842946"/>
                  <a:ext cx="788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D4454C57-723D-49AF-945D-D3534A1D7E2C}"/>
                    </a:ext>
                  </a:extLst>
                </p14:cNvPr>
                <p14:cNvContentPartPr/>
                <p14:nvPr/>
              </p14:nvContentPartPr>
              <p14:xfrm>
                <a:off x="4367932" y="2864546"/>
                <a:ext cx="196920" cy="17496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D4454C57-723D-49AF-945D-D3534A1D7E2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358932" y="2855906"/>
                  <a:ext cx="2145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050F023F-25B0-4C12-9409-51F29BA93176}"/>
                    </a:ext>
                  </a:extLst>
                </p14:cNvPr>
                <p14:cNvContentPartPr/>
                <p14:nvPr/>
              </p14:nvContentPartPr>
              <p14:xfrm>
                <a:off x="4587532" y="2910626"/>
                <a:ext cx="286200" cy="1652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050F023F-25B0-4C12-9409-51F29BA9317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78892" y="2901626"/>
                  <a:ext cx="3038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8CCA0134-5FEB-4955-980B-CBDE5850F6B2}"/>
                    </a:ext>
                  </a:extLst>
                </p14:cNvPr>
                <p14:cNvContentPartPr/>
                <p14:nvPr/>
              </p14:nvContentPartPr>
              <p14:xfrm>
                <a:off x="4873372" y="2867786"/>
                <a:ext cx="171000" cy="27036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8CCA0134-5FEB-4955-980B-CBDE5850F6B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864372" y="2858786"/>
                  <a:ext cx="1886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F6A7E4A3-DB55-4B55-B7CF-66CCC20870C2}"/>
                    </a:ext>
                  </a:extLst>
                </p14:cNvPr>
                <p14:cNvContentPartPr/>
                <p14:nvPr/>
              </p14:nvContentPartPr>
              <p14:xfrm>
                <a:off x="5161732" y="2808746"/>
                <a:ext cx="95760" cy="38700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F6A7E4A3-DB55-4B55-B7CF-66CCC20870C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52732" y="2799746"/>
                  <a:ext cx="113400" cy="40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12DD3D2C-61B8-4552-A14E-CB3343A87625}"/>
              </a:ext>
            </a:extLst>
          </p:cNvPr>
          <p:cNvGrpSpPr/>
          <p:nvPr/>
        </p:nvGrpSpPr>
        <p:grpSpPr>
          <a:xfrm>
            <a:off x="5375932" y="2684546"/>
            <a:ext cx="708840" cy="441720"/>
            <a:chOff x="5375932" y="2684546"/>
            <a:chExt cx="708840" cy="4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88913EE5-BEA3-4A59-B7DD-F2D980D627FB}"/>
                    </a:ext>
                  </a:extLst>
                </p14:cNvPr>
                <p14:cNvContentPartPr/>
                <p14:nvPr/>
              </p14:nvContentPartPr>
              <p14:xfrm>
                <a:off x="5375932" y="2824586"/>
                <a:ext cx="164880" cy="19440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88913EE5-BEA3-4A59-B7DD-F2D980D627F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66932" y="2815586"/>
                  <a:ext cx="1825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9B137850-8FE2-49DB-9415-7EBA9107A838}"/>
                    </a:ext>
                  </a:extLst>
                </p14:cNvPr>
                <p14:cNvContentPartPr/>
                <p14:nvPr/>
              </p14:nvContentPartPr>
              <p14:xfrm>
                <a:off x="5609212" y="2973626"/>
                <a:ext cx="27720" cy="13428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9B137850-8FE2-49DB-9415-7EBA9107A83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00572" y="2964986"/>
                  <a:ext cx="45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34F0785E-CB53-4063-B504-0B1636E1E839}"/>
                    </a:ext>
                  </a:extLst>
                </p14:cNvPr>
                <p14:cNvContentPartPr/>
                <p14:nvPr/>
              </p14:nvContentPartPr>
              <p14:xfrm>
                <a:off x="5771572" y="2824946"/>
                <a:ext cx="178920" cy="2232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34F0785E-CB53-4063-B504-0B1636E1E83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62572" y="2815946"/>
                  <a:ext cx="196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330C7695-7B76-42D5-99F6-382ED6F67540}"/>
                    </a:ext>
                  </a:extLst>
                </p14:cNvPr>
                <p14:cNvContentPartPr/>
                <p14:nvPr/>
              </p14:nvContentPartPr>
              <p14:xfrm>
                <a:off x="6005932" y="2684546"/>
                <a:ext cx="78840" cy="44172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330C7695-7B76-42D5-99F6-382ED6F6754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96932" y="2675546"/>
                  <a:ext cx="96480" cy="45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53368914-9802-432E-9038-C712B54F911F}"/>
              </a:ext>
            </a:extLst>
          </p:cNvPr>
          <p:cNvGrpSpPr/>
          <p:nvPr/>
        </p:nvGrpSpPr>
        <p:grpSpPr>
          <a:xfrm>
            <a:off x="6444052" y="2953466"/>
            <a:ext cx="214920" cy="159840"/>
            <a:chOff x="6444052" y="2953466"/>
            <a:chExt cx="214920" cy="15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F08EFD7E-F069-4E62-B0C6-C7765E982404}"/>
                    </a:ext>
                  </a:extLst>
                </p14:cNvPr>
                <p14:cNvContentPartPr/>
                <p14:nvPr/>
              </p14:nvContentPartPr>
              <p14:xfrm>
                <a:off x="6444052" y="2953466"/>
                <a:ext cx="145800" cy="3456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F08EFD7E-F069-4E62-B0C6-C7765E98240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35412" y="2944466"/>
                  <a:ext cx="1634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BDD8465B-DCE3-4853-84B0-F22FBC144EC7}"/>
                    </a:ext>
                  </a:extLst>
                </p14:cNvPr>
                <p14:cNvContentPartPr/>
                <p14:nvPr/>
              </p14:nvContentPartPr>
              <p14:xfrm>
                <a:off x="6485812" y="3056066"/>
                <a:ext cx="173160" cy="5724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BDD8465B-DCE3-4853-84B0-F22FBC144EC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76812" y="3047426"/>
                  <a:ext cx="19080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08C33BEE-BE0F-4162-9B7B-9E2BCB9E52F0}"/>
              </a:ext>
            </a:extLst>
          </p:cNvPr>
          <p:cNvGrpSpPr/>
          <p:nvPr/>
        </p:nvGrpSpPr>
        <p:grpSpPr>
          <a:xfrm>
            <a:off x="6848332" y="2813066"/>
            <a:ext cx="1287000" cy="467640"/>
            <a:chOff x="6848332" y="2813066"/>
            <a:chExt cx="1287000" cy="46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84E5716F-BE4C-4F04-BF03-9B9F032A1C5E}"/>
                    </a:ext>
                  </a:extLst>
                </p14:cNvPr>
                <p14:cNvContentPartPr/>
                <p14:nvPr/>
              </p14:nvContentPartPr>
              <p14:xfrm>
                <a:off x="6848332" y="2918186"/>
                <a:ext cx="324720" cy="36252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84E5716F-BE4C-4F04-BF03-9B9F032A1C5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39692" y="2909186"/>
                  <a:ext cx="3423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949C9BF7-D974-4E8C-BD2B-060E2DAE6111}"/>
                    </a:ext>
                  </a:extLst>
                </p14:cNvPr>
                <p14:cNvContentPartPr/>
                <p14:nvPr/>
              </p14:nvContentPartPr>
              <p14:xfrm>
                <a:off x="7219492" y="2898746"/>
                <a:ext cx="160920" cy="11628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949C9BF7-D974-4E8C-BD2B-060E2DAE61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10852" y="2889746"/>
                  <a:ext cx="1785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05C1A75C-7A65-4434-9E64-1832D13D6EEC}"/>
                    </a:ext>
                  </a:extLst>
                </p14:cNvPr>
                <p14:cNvContentPartPr/>
                <p14:nvPr/>
              </p14:nvContentPartPr>
              <p14:xfrm>
                <a:off x="7266292" y="2973626"/>
                <a:ext cx="205920" cy="20088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05C1A75C-7A65-4434-9E64-1832D13D6EE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57652" y="2964986"/>
                  <a:ext cx="2235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A2D35FAC-AAE2-4893-A3DD-6C825599D4B8}"/>
                    </a:ext>
                  </a:extLst>
                </p14:cNvPr>
                <p14:cNvContentPartPr/>
                <p14:nvPr/>
              </p14:nvContentPartPr>
              <p14:xfrm>
                <a:off x="7559692" y="2854106"/>
                <a:ext cx="192600" cy="13248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A2D35FAC-AAE2-4893-A3DD-6C825599D4B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50692" y="2845466"/>
                  <a:ext cx="210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2410CB02-B575-4F7E-BE37-D14515A3D680}"/>
                    </a:ext>
                  </a:extLst>
                </p14:cNvPr>
                <p14:cNvContentPartPr/>
                <p14:nvPr/>
              </p14:nvContentPartPr>
              <p14:xfrm>
                <a:off x="7645372" y="2989466"/>
                <a:ext cx="163080" cy="15660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2410CB02-B575-4F7E-BE37-D14515A3D68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636732" y="2980826"/>
                  <a:ext cx="1807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C908A033-09B3-4997-BCB6-0D54D49EE714}"/>
                    </a:ext>
                  </a:extLst>
                </p14:cNvPr>
                <p14:cNvContentPartPr/>
                <p14:nvPr/>
              </p14:nvContentPartPr>
              <p14:xfrm>
                <a:off x="7926892" y="2813066"/>
                <a:ext cx="147960" cy="1746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C908A033-09B3-4997-BCB6-0D54D49EE71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917892" y="2804066"/>
                  <a:ext cx="1656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536B032B-30B2-447D-A779-EDF55D22B4B0}"/>
                    </a:ext>
                  </a:extLst>
                </p14:cNvPr>
                <p14:cNvContentPartPr/>
                <p14:nvPr/>
              </p14:nvContentPartPr>
              <p14:xfrm>
                <a:off x="8092132" y="2828186"/>
                <a:ext cx="43200" cy="26172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536B032B-30B2-447D-A779-EDF55D22B4B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83492" y="2819186"/>
                  <a:ext cx="6084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AAFA2C78-C6A5-404E-878F-8BC136574228}"/>
              </a:ext>
            </a:extLst>
          </p:cNvPr>
          <p:cNvGrpSpPr/>
          <p:nvPr/>
        </p:nvGrpSpPr>
        <p:grpSpPr>
          <a:xfrm>
            <a:off x="3315652" y="920186"/>
            <a:ext cx="813960" cy="382680"/>
            <a:chOff x="3315652" y="920186"/>
            <a:chExt cx="81396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85594737-7CED-47E1-AC03-D3157010F3C4}"/>
                    </a:ext>
                  </a:extLst>
                </p14:cNvPr>
                <p14:cNvContentPartPr/>
                <p14:nvPr/>
              </p14:nvContentPartPr>
              <p14:xfrm>
                <a:off x="3315652" y="994346"/>
                <a:ext cx="199440" cy="13176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85594737-7CED-47E1-AC03-D3157010F3C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06652" y="985706"/>
                  <a:ext cx="217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CBA02C91-29DD-4A57-9435-C9AA0A7DAC8F}"/>
                    </a:ext>
                  </a:extLst>
                </p14:cNvPr>
                <p14:cNvContentPartPr/>
                <p14:nvPr/>
              </p14:nvContentPartPr>
              <p14:xfrm>
                <a:off x="3577732" y="1124666"/>
                <a:ext cx="30240" cy="17820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CBA02C91-29DD-4A57-9435-C9AA0A7DAC8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68732" y="1116026"/>
                  <a:ext cx="47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C46CEBA2-89FF-44BB-A4EA-6A7045B0B86D}"/>
                    </a:ext>
                  </a:extLst>
                </p14:cNvPr>
                <p14:cNvContentPartPr/>
                <p14:nvPr/>
              </p14:nvContentPartPr>
              <p14:xfrm>
                <a:off x="3694732" y="938546"/>
                <a:ext cx="170280" cy="25776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C46CEBA2-89FF-44BB-A4EA-6A7045B0B86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86092" y="929546"/>
                  <a:ext cx="1879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21F46E0F-F490-473D-A7B0-D55B90FABF5A}"/>
                    </a:ext>
                  </a:extLst>
                </p14:cNvPr>
                <p14:cNvContentPartPr/>
                <p14:nvPr/>
              </p14:nvContentPartPr>
              <p14:xfrm>
                <a:off x="3959692" y="920186"/>
                <a:ext cx="169920" cy="18684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21F46E0F-F490-473D-A7B0-D55B90FABF5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50692" y="911186"/>
                  <a:ext cx="1875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DF871D7B-A938-490E-9F44-0D14E5570C2A}"/>
                    </a:ext>
                  </a:extLst>
                </p14:cNvPr>
                <p14:cNvContentPartPr/>
                <p14:nvPr/>
              </p14:nvContentPartPr>
              <p14:xfrm>
                <a:off x="4093252" y="956546"/>
                <a:ext cx="30240" cy="27684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DF871D7B-A938-490E-9F44-0D14E5570C2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84612" y="947906"/>
                  <a:ext cx="47880" cy="29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3DC97997-E099-4B04-9282-B1E3AAFA4E4A}"/>
                  </a:ext>
                </a:extLst>
              </p14:cNvPr>
              <p14:cNvContentPartPr/>
              <p14:nvPr/>
            </p14:nvContentPartPr>
            <p14:xfrm>
              <a:off x="4345972" y="414746"/>
              <a:ext cx="360" cy="36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3DC97997-E099-4B04-9282-B1E3AAFA4E4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36972" y="40574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47" name="Entrada de lápiz 146">
                <a:extLst>
                  <a:ext uri="{FF2B5EF4-FFF2-40B4-BE49-F238E27FC236}">
                    <a16:creationId xmlns:a16="http://schemas.microsoft.com/office/drawing/2014/main" id="{3887626E-7F3C-444D-96D6-9F7BABC8CE4E}"/>
                  </a:ext>
                </a:extLst>
              </p14:cNvPr>
              <p14:cNvContentPartPr/>
              <p14:nvPr/>
            </p14:nvContentPartPr>
            <p14:xfrm>
              <a:off x="4294492" y="344906"/>
              <a:ext cx="360" cy="360"/>
            </p14:xfrm>
          </p:contentPart>
        </mc:Choice>
        <mc:Fallback>
          <p:pic>
            <p:nvPicPr>
              <p:cNvPr id="147" name="Entrada de lápiz 146">
                <a:extLst>
                  <a:ext uri="{FF2B5EF4-FFF2-40B4-BE49-F238E27FC236}">
                    <a16:creationId xmlns:a16="http://schemas.microsoft.com/office/drawing/2014/main" id="{3887626E-7F3C-444D-96D6-9F7BABC8CE4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85852" y="33626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upo 166">
            <a:extLst>
              <a:ext uri="{FF2B5EF4-FFF2-40B4-BE49-F238E27FC236}">
                <a16:creationId xmlns:a16="http://schemas.microsoft.com/office/drawing/2014/main" id="{8C08DFDE-A561-46FB-96CA-1491283A846B}"/>
              </a:ext>
            </a:extLst>
          </p:cNvPr>
          <p:cNvGrpSpPr/>
          <p:nvPr/>
        </p:nvGrpSpPr>
        <p:grpSpPr>
          <a:xfrm>
            <a:off x="495772" y="4165946"/>
            <a:ext cx="2251080" cy="666360"/>
            <a:chOff x="495772" y="4165946"/>
            <a:chExt cx="2251080" cy="66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B5138F89-66B7-4C19-BC06-71F98468E064}"/>
                    </a:ext>
                  </a:extLst>
                </p14:cNvPr>
                <p14:cNvContentPartPr/>
                <p14:nvPr/>
              </p14:nvContentPartPr>
              <p14:xfrm>
                <a:off x="586132" y="4226066"/>
                <a:ext cx="70560" cy="60624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B5138F89-66B7-4C19-BC06-71F98468E06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7492" y="4217066"/>
                  <a:ext cx="8820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16501D05-57C3-49A5-8AA8-77717A304168}"/>
                    </a:ext>
                  </a:extLst>
                </p14:cNvPr>
                <p14:cNvContentPartPr/>
                <p14:nvPr/>
              </p14:nvContentPartPr>
              <p14:xfrm>
                <a:off x="495772" y="4260626"/>
                <a:ext cx="277560" cy="25416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16501D05-57C3-49A5-8AA8-77717A30416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6772" y="4251626"/>
                  <a:ext cx="2952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3A7B73FA-3627-474B-874E-BD63944F8193}"/>
                    </a:ext>
                  </a:extLst>
                </p14:cNvPr>
                <p14:cNvContentPartPr/>
                <p14:nvPr/>
              </p14:nvContentPartPr>
              <p14:xfrm>
                <a:off x="899332" y="4319306"/>
                <a:ext cx="112320" cy="42876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3A7B73FA-3627-474B-874E-BD63944F819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90692" y="4310306"/>
                  <a:ext cx="12996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CC7443CD-AFE2-47DC-9511-5427FBBD7661}"/>
                    </a:ext>
                  </a:extLst>
                </p14:cNvPr>
                <p14:cNvContentPartPr/>
                <p14:nvPr/>
              </p14:nvContentPartPr>
              <p14:xfrm>
                <a:off x="874492" y="4268186"/>
                <a:ext cx="242640" cy="22824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CC7443CD-AFE2-47DC-9511-5427FBBD766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65492" y="4259546"/>
                  <a:ext cx="260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67DADBB1-D4B3-4D2B-AF48-DB81394FEDE4}"/>
                    </a:ext>
                  </a:extLst>
                </p14:cNvPr>
                <p14:cNvContentPartPr/>
                <p14:nvPr/>
              </p14:nvContentPartPr>
              <p14:xfrm>
                <a:off x="1140172" y="4296626"/>
                <a:ext cx="390960" cy="22860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67DADBB1-D4B3-4D2B-AF48-DB81394FEDE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31172" y="4287986"/>
                  <a:ext cx="408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F147D4EF-B689-42E2-9111-CAA23901E856}"/>
                    </a:ext>
                  </a:extLst>
                </p14:cNvPr>
                <p14:cNvContentPartPr/>
                <p14:nvPr/>
              </p14:nvContentPartPr>
              <p14:xfrm>
                <a:off x="1535452" y="4286906"/>
                <a:ext cx="135720" cy="23940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F147D4EF-B689-42E2-9111-CAA23901E85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526452" y="4278266"/>
                  <a:ext cx="1533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EEDE0894-55F2-4D7C-8969-301E5C0EE74A}"/>
                    </a:ext>
                  </a:extLst>
                </p14:cNvPr>
                <p14:cNvContentPartPr/>
                <p14:nvPr/>
              </p14:nvContentPartPr>
              <p14:xfrm>
                <a:off x="1827052" y="4165946"/>
                <a:ext cx="105120" cy="42552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EEDE0894-55F2-4D7C-8969-301E5C0EE74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18412" y="4157306"/>
                  <a:ext cx="12276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0C1D85AB-C811-42AF-A22C-9358C84F7FFB}"/>
                    </a:ext>
                  </a:extLst>
                </p14:cNvPr>
                <p14:cNvContentPartPr/>
                <p14:nvPr/>
              </p14:nvContentPartPr>
              <p14:xfrm>
                <a:off x="2062492" y="4272146"/>
                <a:ext cx="142920" cy="18468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0C1D85AB-C811-42AF-A22C-9358C84F7FF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53492" y="4263146"/>
                  <a:ext cx="1605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DD2510EF-9F98-4C6F-B353-25FAAD2DA8BA}"/>
                    </a:ext>
                  </a:extLst>
                </p14:cNvPr>
                <p14:cNvContentPartPr/>
                <p14:nvPr/>
              </p14:nvContentPartPr>
              <p14:xfrm>
                <a:off x="2218732" y="4462586"/>
                <a:ext cx="64800" cy="18144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DD2510EF-9F98-4C6F-B353-25FAAD2DA8B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10092" y="4453946"/>
                  <a:ext cx="82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37634D27-350D-4855-BED0-09AAEA3B5EA6}"/>
                    </a:ext>
                  </a:extLst>
                </p14:cNvPr>
                <p14:cNvContentPartPr/>
                <p14:nvPr/>
              </p14:nvContentPartPr>
              <p14:xfrm>
                <a:off x="2432212" y="4182146"/>
                <a:ext cx="314640" cy="40212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37634D27-350D-4855-BED0-09AAEA3B5EA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23212" y="4173146"/>
                  <a:ext cx="332280" cy="41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upo 165">
            <a:extLst>
              <a:ext uri="{FF2B5EF4-FFF2-40B4-BE49-F238E27FC236}">
                <a16:creationId xmlns:a16="http://schemas.microsoft.com/office/drawing/2014/main" id="{6F596699-83F7-4662-B2F2-6ACA796078F9}"/>
              </a:ext>
            </a:extLst>
          </p:cNvPr>
          <p:cNvGrpSpPr/>
          <p:nvPr/>
        </p:nvGrpSpPr>
        <p:grpSpPr>
          <a:xfrm>
            <a:off x="3006052" y="4369346"/>
            <a:ext cx="237240" cy="132120"/>
            <a:chOff x="3006052" y="4369346"/>
            <a:chExt cx="237240" cy="1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599A5A8E-F2F1-4D52-BB8C-CCFD2C1E180C}"/>
                    </a:ext>
                  </a:extLst>
                </p14:cNvPr>
                <p14:cNvContentPartPr/>
                <p14:nvPr/>
              </p14:nvContentPartPr>
              <p14:xfrm>
                <a:off x="3006052" y="4369346"/>
                <a:ext cx="185040" cy="1764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599A5A8E-F2F1-4D52-BB8C-CCFD2C1E180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97412" y="4360706"/>
                  <a:ext cx="2026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461F9E33-624B-40E1-ABC3-76C47E508BB8}"/>
                    </a:ext>
                  </a:extLst>
                </p14:cNvPr>
                <p14:cNvContentPartPr/>
                <p14:nvPr/>
              </p14:nvContentPartPr>
              <p14:xfrm>
                <a:off x="3041692" y="4470146"/>
                <a:ext cx="201600" cy="3132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461F9E33-624B-40E1-ABC3-76C47E508BB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33052" y="4461506"/>
                  <a:ext cx="21924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B753AB64-C565-4C43-84CE-1609817B2515}"/>
              </a:ext>
            </a:extLst>
          </p:cNvPr>
          <p:cNvGrpSpPr/>
          <p:nvPr/>
        </p:nvGrpSpPr>
        <p:grpSpPr>
          <a:xfrm>
            <a:off x="3530212" y="4297706"/>
            <a:ext cx="1374480" cy="442800"/>
            <a:chOff x="3530212" y="4297706"/>
            <a:chExt cx="137448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3D04E92F-B049-481E-97DB-681184351B4E}"/>
                    </a:ext>
                  </a:extLst>
                </p14:cNvPr>
                <p14:cNvContentPartPr/>
                <p14:nvPr/>
              </p14:nvContentPartPr>
              <p14:xfrm>
                <a:off x="3530212" y="4297706"/>
                <a:ext cx="241200" cy="44280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3D04E92F-B049-481E-97DB-681184351B4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21212" y="4289066"/>
                  <a:ext cx="2588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EFDE61C6-D72B-41C6-A0B3-1B08AB68FECF}"/>
                    </a:ext>
                  </a:extLst>
                </p14:cNvPr>
                <p14:cNvContentPartPr/>
                <p14:nvPr/>
              </p14:nvContentPartPr>
              <p14:xfrm>
                <a:off x="3871852" y="4399586"/>
                <a:ext cx="171720" cy="20808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EFDE61C6-D72B-41C6-A0B3-1B08AB68FEC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862852" y="4390586"/>
                  <a:ext cx="189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0340EF2A-8A9D-4024-A7F3-ED4D0170C38E}"/>
                    </a:ext>
                  </a:extLst>
                </p14:cNvPr>
                <p14:cNvContentPartPr/>
                <p14:nvPr/>
              </p14:nvContentPartPr>
              <p14:xfrm>
                <a:off x="4095772" y="4402826"/>
                <a:ext cx="170640" cy="20592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0340EF2A-8A9D-4024-A7F3-ED4D0170C38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86772" y="4393826"/>
                  <a:ext cx="1882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5A7FAAE8-8724-40F9-88DB-15E722CCABAF}"/>
                    </a:ext>
                  </a:extLst>
                </p14:cNvPr>
                <p14:cNvContentPartPr/>
                <p14:nvPr/>
              </p14:nvContentPartPr>
              <p14:xfrm>
                <a:off x="4325452" y="4424066"/>
                <a:ext cx="239760" cy="10548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5A7FAAE8-8724-40F9-88DB-15E722CCABA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316812" y="4415426"/>
                  <a:ext cx="257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7777272D-B30C-447B-B197-02AB4F22CF8E}"/>
                    </a:ext>
                  </a:extLst>
                </p14:cNvPr>
                <p14:cNvContentPartPr/>
                <p14:nvPr/>
              </p14:nvContentPartPr>
              <p14:xfrm>
                <a:off x="4559092" y="4313906"/>
                <a:ext cx="345600" cy="32832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7777272D-B30C-447B-B197-02AB4F22CF8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550092" y="4304906"/>
                  <a:ext cx="36324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upo 187">
            <a:extLst>
              <a:ext uri="{FF2B5EF4-FFF2-40B4-BE49-F238E27FC236}">
                <a16:creationId xmlns:a16="http://schemas.microsoft.com/office/drawing/2014/main" id="{4F333E10-DFD1-410B-A36F-FBF31DC0532A}"/>
              </a:ext>
            </a:extLst>
          </p:cNvPr>
          <p:cNvGrpSpPr/>
          <p:nvPr/>
        </p:nvGrpSpPr>
        <p:grpSpPr>
          <a:xfrm>
            <a:off x="5166412" y="4408226"/>
            <a:ext cx="893520" cy="271440"/>
            <a:chOff x="5166412" y="4408226"/>
            <a:chExt cx="893520" cy="2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BF9E32E4-D065-4518-8801-00BA0E663873}"/>
                    </a:ext>
                  </a:extLst>
                </p14:cNvPr>
                <p14:cNvContentPartPr/>
                <p14:nvPr/>
              </p14:nvContentPartPr>
              <p14:xfrm>
                <a:off x="5195932" y="4465826"/>
                <a:ext cx="360" cy="36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BF9E32E4-D065-4518-8801-00BA0E66387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87292" y="44571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C0BFB3B6-28F9-47C0-A5BB-4EDA1134E593}"/>
                    </a:ext>
                  </a:extLst>
                </p14:cNvPr>
                <p14:cNvContentPartPr/>
                <p14:nvPr/>
              </p14:nvContentPartPr>
              <p14:xfrm>
                <a:off x="5354332" y="4469066"/>
                <a:ext cx="358920" cy="3240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C0BFB3B6-28F9-47C0-A5BB-4EDA1134E59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345692" y="4460426"/>
                  <a:ext cx="376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66498D31-FA6B-4470-8D15-354141A68255}"/>
                    </a:ext>
                  </a:extLst>
                </p14:cNvPr>
                <p14:cNvContentPartPr/>
                <p14:nvPr/>
              </p14:nvContentPartPr>
              <p14:xfrm>
                <a:off x="5166412" y="4408226"/>
                <a:ext cx="893520" cy="27144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66498D31-FA6B-4470-8D15-354141A6825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157412" y="4399226"/>
                  <a:ext cx="9111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20C16E64-D7D1-44F0-8B47-5D2B136B8767}"/>
                    </a:ext>
                  </a:extLst>
                </p14:cNvPr>
                <p14:cNvContentPartPr/>
                <p14:nvPr/>
              </p14:nvContentPartPr>
              <p14:xfrm>
                <a:off x="5170012" y="4512986"/>
                <a:ext cx="352800" cy="4104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20C16E64-D7D1-44F0-8B47-5D2B136B876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161012" y="4504346"/>
                  <a:ext cx="37044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upo 186">
            <a:extLst>
              <a:ext uri="{FF2B5EF4-FFF2-40B4-BE49-F238E27FC236}">
                <a16:creationId xmlns:a16="http://schemas.microsoft.com/office/drawing/2014/main" id="{FDADF2EF-4DC4-4227-A9E9-73C39054DBCD}"/>
              </a:ext>
            </a:extLst>
          </p:cNvPr>
          <p:cNvGrpSpPr/>
          <p:nvPr/>
        </p:nvGrpSpPr>
        <p:grpSpPr>
          <a:xfrm>
            <a:off x="6559612" y="4319306"/>
            <a:ext cx="529200" cy="242280"/>
            <a:chOff x="6559612" y="4319306"/>
            <a:chExt cx="52920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DDAA3B65-928E-4943-AEE3-611028DEB315}"/>
                    </a:ext>
                  </a:extLst>
                </p14:cNvPr>
                <p14:cNvContentPartPr/>
                <p14:nvPr/>
              </p14:nvContentPartPr>
              <p14:xfrm>
                <a:off x="6559612" y="4319306"/>
                <a:ext cx="289800" cy="24228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DDAA3B65-928E-4943-AEE3-611028DEB31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550972" y="4310306"/>
                  <a:ext cx="3074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917FAA2A-FE57-4790-9C1B-6A8B6B382917}"/>
                    </a:ext>
                  </a:extLst>
                </p14:cNvPr>
                <p14:cNvContentPartPr/>
                <p14:nvPr/>
              </p14:nvContentPartPr>
              <p14:xfrm>
                <a:off x="6882532" y="4458266"/>
                <a:ext cx="206280" cy="2592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917FAA2A-FE57-4790-9C1B-6A8B6B38291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873532" y="4449626"/>
                  <a:ext cx="2239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C0A11858-285D-422A-8F17-15767F0CE9EB}"/>
              </a:ext>
            </a:extLst>
          </p:cNvPr>
          <p:cNvGrpSpPr/>
          <p:nvPr/>
        </p:nvGrpSpPr>
        <p:grpSpPr>
          <a:xfrm>
            <a:off x="7274212" y="4291226"/>
            <a:ext cx="781560" cy="391320"/>
            <a:chOff x="7274212" y="4291226"/>
            <a:chExt cx="78156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C96E428A-E84C-4B3E-882F-A44CDB9C6B3F}"/>
                    </a:ext>
                  </a:extLst>
                </p14:cNvPr>
                <p14:cNvContentPartPr/>
                <p14:nvPr/>
              </p14:nvContentPartPr>
              <p14:xfrm>
                <a:off x="7277812" y="4307426"/>
                <a:ext cx="38520" cy="37512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C96E428A-E84C-4B3E-882F-A44CDB9C6B3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268812" y="4298426"/>
                  <a:ext cx="561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2374F314-F9A9-4896-885A-E9EDA900131A}"/>
                    </a:ext>
                  </a:extLst>
                </p14:cNvPr>
                <p14:cNvContentPartPr/>
                <p14:nvPr/>
              </p14:nvContentPartPr>
              <p14:xfrm>
                <a:off x="7274212" y="4291226"/>
                <a:ext cx="465840" cy="28188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2374F314-F9A9-4896-885A-E9EDA900131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265212" y="4282586"/>
                  <a:ext cx="4834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7201F338-24D0-4C12-9844-87E92050E440}"/>
                    </a:ext>
                  </a:extLst>
                </p14:cNvPr>
                <p14:cNvContentPartPr/>
                <p14:nvPr/>
              </p14:nvContentPartPr>
              <p14:xfrm>
                <a:off x="7899532" y="4310666"/>
                <a:ext cx="156240" cy="23940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7201F338-24D0-4C12-9844-87E92050E44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890532" y="4301666"/>
                  <a:ext cx="17388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6A7F9136-A577-417F-96AA-0828DA0B3BF8}"/>
              </a:ext>
            </a:extLst>
          </p:cNvPr>
          <p:cNvGrpSpPr/>
          <p:nvPr/>
        </p:nvGrpSpPr>
        <p:grpSpPr>
          <a:xfrm>
            <a:off x="8241172" y="4157306"/>
            <a:ext cx="691200" cy="403200"/>
            <a:chOff x="8241172" y="4157306"/>
            <a:chExt cx="69120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24846413-CB36-4919-856D-69F36AD132AD}"/>
                    </a:ext>
                  </a:extLst>
                </p14:cNvPr>
                <p14:cNvContentPartPr/>
                <p14:nvPr/>
              </p14:nvContentPartPr>
              <p14:xfrm>
                <a:off x="8241172" y="4337306"/>
                <a:ext cx="185040" cy="11916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24846413-CB36-4919-856D-69F36AD132A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232172" y="4328666"/>
                  <a:ext cx="202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755906FB-8BD6-414A-A451-AF98907858EF}"/>
                    </a:ext>
                  </a:extLst>
                </p14:cNvPr>
                <p14:cNvContentPartPr/>
                <p14:nvPr/>
              </p14:nvContentPartPr>
              <p14:xfrm>
                <a:off x="8510452" y="4273226"/>
                <a:ext cx="181080" cy="23940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755906FB-8BD6-414A-A451-AF98907858E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501452" y="4264226"/>
                  <a:ext cx="198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4F786168-FA36-43A7-9608-C1F8AE69ECDE}"/>
                    </a:ext>
                  </a:extLst>
                </p14:cNvPr>
                <p14:cNvContentPartPr/>
                <p14:nvPr/>
              </p14:nvContentPartPr>
              <p14:xfrm>
                <a:off x="8743732" y="4157306"/>
                <a:ext cx="188640" cy="40320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4F786168-FA36-43A7-9608-C1F8AE69ECD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734732" y="4148666"/>
                  <a:ext cx="206280" cy="42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E2F84695-7864-4BCA-A096-A4AD901EAB1F}"/>
              </a:ext>
            </a:extLst>
          </p:cNvPr>
          <p:cNvGrpSpPr/>
          <p:nvPr/>
        </p:nvGrpSpPr>
        <p:grpSpPr>
          <a:xfrm>
            <a:off x="2425012" y="5253146"/>
            <a:ext cx="2027160" cy="511560"/>
            <a:chOff x="2425012" y="5253146"/>
            <a:chExt cx="202716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DE6E2648-7598-479B-A913-E841E081DB90}"/>
                    </a:ext>
                  </a:extLst>
                </p14:cNvPr>
                <p14:cNvContentPartPr/>
                <p14:nvPr/>
              </p14:nvContentPartPr>
              <p14:xfrm>
                <a:off x="2425012" y="5303546"/>
                <a:ext cx="289800" cy="40068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DE6E2648-7598-479B-A913-E841E081DB9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416012" y="5294906"/>
                  <a:ext cx="30744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CEC8454E-8311-4443-9744-E36DF11DB023}"/>
                    </a:ext>
                  </a:extLst>
                </p14:cNvPr>
                <p14:cNvContentPartPr/>
                <p14:nvPr/>
              </p14:nvContentPartPr>
              <p14:xfrm>
                <a:off x="2776372" y="5459066"/>
                <a:ext cx="266040" cy="6876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CEC8454E-8311-4443-9744-E36DF11DB02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767372" y="5450066"/>
                  <a:ext cx="283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739D175C-B297-4B0E-B0E6-941F3DA7DCCA}"/>
                    </a:ext>
                  </a:extLst>
                </p14:cNvPr>
                <p14:cNvContentPartPr/>
                <p14:nvPr/>
              </p14:nvContentPartPr>
              <p14:xfrm>
                <a:off x="3181012" y="5274746"/>
                <a:ext cx="104040" cy="48996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739D175C-B297-4B0E-B0E6-941F3DA7DCC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172372" y="5265746"/>
                  <a:ext cx="12168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D1F169DD-E95A-47CA-9636-D21EE6562678}"/>
                    </a:ext>
                  </a:extLst>
                </p14:cNvPr>
                <p14:cNvContentPartPr/>
                <p14:nvPr/>
              </p14:nvContentPartPr>
              <p14:xfrm>
                <a:off x="3170572" y="5359346"/>
                <a:ext cx="225360" cy="18972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D1F169DD-E95A-47CA-9636-D21EE656267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161572" y="5350706"/>
                  <a:ext cx="2430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2B9673CF-B700-495A-9662-ADDACDFBF782}"/>
                    </a:ext>
                  </a:extLst>
                </p14:cNvPr>
                <p14:cNvContentPartPr/>
                <p14:nvPr/>
              </p14:nvContentPartPr>
              <p14:xfrm>
                <a:off x="3460732" y="5406506"/>
                <a:ext cx="201600" cy="35820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2B9673CF-B700-495A-9662-ADDACDFBF78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452092" y="5397866"/>
                  <a:ext cx="2192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331C5B32-187D-491B-A5B5-B3EBB9EBCA53}"/>
                    </a:ext>
                  </a:extLst>
                </p14:cNvPr>
                <p14:cNvContentPartPr/>
                <p14:nvPr/>
              </p14:nvContentPartPr>
              <p14:xfrm>
                <a:off x="3694372" y="5363666"/>
                <a:ext cx="146160" cy="18432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331C5B32-187D-491B-A5B5-B3EBB9EBCA5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685732" y="5354666"/>
                  <a:ext cx="1638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4B15ADB1-0968-4F27-923E-36BC92B4C121}"/>
                    </a:ext>
                  </a:extLst>
                </p14:cNvPr>
                <p14:cNvContentPartPr/>
                <p14:nvPr/>
              </p14:nvContentPartPr>
              <p14:xfrm>
                <a:off x="3927652" y="5389226"/>
                <a:ext cx="37440" cy="11052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4B15ADB1-0968-4F27-923E-36BC92B4C12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919012" y="5380586"/>
                  <a:ext cx="550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7EE9C6B9-0D04-4454-A7FE-8E9F620D7907}"/>
                    </a:ext>
                  </a:extLst>
                </p14:cNvPr>
                <p14:cNvContentPartPr/>
                <p14:nvPr/>
              </p14:nvContentPartPr>
              <p14:xfrm>
                <a:off x="3927652" y="5332706"/>
                <a:ext cx="297000" cy="21996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7EE9C6B9-0D04-4454-A7FE-8E9F620D790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919012" y="5323706"/>
                  <a:ext cx="3146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573E7415-F7E7-494B-915B-3BEA1D4F2CD3}"/>
                    </a:ext>
                  </a:extLst>
                </p14:cNvPr>
                <p14:cNvContentPartPr/>
                <p14:nvPr/>
              </p14:nvContentPartPr>
              <p14:xfrm>
                <a:off x="4400692" y="5253146"/>
                <a:ext cx="51480" cy="32724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573E7415-F7E7-494B-915B-3BEA1D4F2CD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391692" y="5244506"/>
                  <a:ext cx="69120" cy="34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200" name="Entrada de lápiz 199">
                <a:extLst>
                  <a:ext uri="{FF2B5EF4-FFF2-40B4-BE49-F238E27FC236}">
                    <a16:creationId xmlns:a16="http://schemas.microsoft.com/office/drawing/2014/main" id="{216E2149-7F0B-43F1-8F02-19A1254E0716}"/>
                  </a:ext>
                </a:extLst>
              </p14:cNvPr>
              <p14:cNvContentPartPr/>
              <p14:nvPr/>
            </p14:nvContentPartPr>
            <p14:xfrm>
              <a:off x="4694812" y="5370146"/>
              <a:ext cx="144360" cy="137520"/>
            </p14:xfrm>
          </p:contentPart>
        </mc:Choice>
        <mc:Fallback>
          <p:pic>
            <p:nvPicPr>
              <p:cNvPr id="200" name="Entrada de lápiz 199">
                <a:extLst>
                  <a:ext uri="{FF2B5EF4-FFF2-40B4-BE49-F238E27FC236}">
                    <a16:creationId xmlns:a16="http://schemas.microsoft.com/office/drawing/2014/main" id="{216E2149-7F0B-43F1-8F02-19A1254E0716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4685812" y="5361146"/>
                <a:ext cx="162000" cy="15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upo 225">
            <a:extLst>
              <a:ext uri="{FF2B5EF4-FFF2-40B4-BE49-F238E27FC236}">
                <a16:creationId xmlns:a16="http://schemas.microsoft.com/office/drawing/2014/main" id="{3D70259F-E25D-4AE5-BBB3-76C4CE4F50B6}"/>
              </a:ext>
            </a:extLst>
          </p:cNvPr>
          <p:cNvGrpSpPr/>
          <p:nvPr/>
        </p:nvGrpSpPr>
        <p:grpSpPr>
          <a:xfrm>
            <a:off x="8956852" y="5058386"/>
            <a:ext cx="1389240" cy="488880"/>
            <a:chOff x="8956852" y="5058386"/>
            <a:chExt cx="1389240" cy="48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35C18110-8845-488D-B706-3E0FC2CE220A}"/>
                    </a:ext>
                  </a:extLst>
                </p14:cNvPr>
                <p14:cNvContentPartPr/>
                <p14:nvPr/>
              </p14:nvContentPartPr>
              <p14:xfrm>
                <a:off x="8956852" y="5244866"/>
                <a:ext cx="21960" cy="30240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35C18110-8845-488D-B706-3E0FC2CE220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948212" y="5235866"/>
                  <a:ext cx="396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550415CC-7200-40BB-9C1B-EADA22DDFFDF}"/>
                    </a:ext>
                  </a:extLst>
                </p14:cNvPr>
                <p14:cNvContentPartPr/>
                <p14:nvPr/>
              </p14:nvContentPartPr>
              <p14:xfrm>
                <a:off x="8991412" y="5185466"/>
                <a:ext cx="178200" cy="17064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550415CC-7200-40BB-9C1B-EADA22DDFFD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982412" y="5176826"/>
                  <a:ext cx="1958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57649C06-D754-43AC-8953-4F3360E119ED}"/>
                    </a:ext>
                  </a:extLst>
                </p14:cNvPr>
                <p14:cNvContentPartPr/>
                <p14:nvPr/>
              </p14:nvContentPartPr>
              <p14:xfrm>
                <a:off x="9222532" y="5176106"/>
                <a:ext cx="399240" cy="22104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57649C06-D754-43AC-8953-4F3360E119E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213532" y="5167466"/>
                  <a:ext cx="416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A3568A6C-D7F1-4FE6-B0EC-FAD2E6840C89}"/>
                    </a:ext>
                  </a:extLst>
                </p14:cNvPr>
                <p14:cNvContentPartPr/>
                <p14:nvPr/>
              </p14:nvContentPartPr>
              <p14:xfrm>
                <a:off x="9467692" y="5171786"/>
                <a:ext cx="146880" cy="22968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A3568A6C-D7F1-4FE6-B0EC-FAD2E6840C8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459052" y="5163146"/>
                  <a:ext cx="1645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B40F2DE3-219F-4E89-AC8B-ACF6EB5FABAF}"/>
                    </a:ext>
                  </a:extLst>
                </p14:cNvPr>
                <p14:cNvContentPartPr/>
                <p14:nvPr/>
              </p14:nvContentPartPr>
              <p14:xfrm>
                <a:off x="9752452" y="5218946"/>
                <a:ext cx="158760" cy="10548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B40F2DE3-219F-4E89-AC8B-ACF6EB5FABA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743452" y="5210306"/>
                  <a:ext cx="176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90991DE4-B9AA-4989-AAA7-BA015F070503}"/>
                    </a:ext>
                  </a:extLst>
                </p14:cNvPr>
                <p14:cNvContentPartPr/>
                <p14:nvPr/>
              </p14:nvContentPartPr>
              <p14:xfrm>
                <a:off x="10012732" y="5117426"/>
                <a:ext cx="174600" cy="22140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90991DE4-B9AA-4989-AAA7-BA015F07050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003732" y="5108426"/>
                  <a:ext cx="1922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8CF39923-D5FD-47A7-B81E-7E3AB18FEAED}"/>
                    </a:ext>
                  </a:extLst>
                </p14:cNvPr>
                <p14:cNvContentPartPr/>
                <p14:nvPr/>
              </p14:nvContentPartPr>
              <p14:xfrm>
                <a:off x="10184812" y="5058386"/>
                <a:ext cx="161280" cy="43092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8CF39923-D5FD-47A7-B81E-7E3AB18FEAE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175812" y="5049386"/>
                  <a:ext cx="178920" cy="44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upo 224">
            <a:extLst>
              <a:ext uri="{FF2B5EF4-FFF2-40B4-BE49-F238E27FC236}">
                <a16:creationId xmlns:a16="http://schemas.microsoft.com/office/drawing/2014/main" id="{5BCE2876-CC98-4069-95B4-7024130C22F8}"/>
              </a:ext>
            </a:extLst>
          </p:cNvPr>
          <p:cNvGrpSpPr/>
          <p:nvPr/>
        </p:nvGrpSpPr>
        <p:grpSpPr>
          <a:xfrm>
            <a:off x="398212" y="293426"/>
            <a:ext cx="1958040" cy="901800"/>
            <a:chOff x="398212" y="293426"/>
            <a:chExt cx="1958040" cy="90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8111E4B0-2C2A-415E-8B66-02226E715D3D}"/>
                    </a:ext>
                  </a:extLst>
                </p14:cNvPr>
                <p14:cNvContentPartPr/>
                <p14:nvPr/>
              </p14:nvContentPartPr>
              <p14:xfrm>
                <a:off x="499372" y="381266"/>
                <a:ext cx="99360" cy="8139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8111E4B0-2C2A-415E-8B66-02226E715D3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90372" y="372626"/>
                  <a:ext cx="11700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B271F987-5BF4-43D2-9B1D-2F6B46477774}"/>
                    </a:ext>
                  </a:extLst>
                </p14:cNvPr>
                <p14:cNvContentPartPr/>
                <p14:nvPr/>
              </p14:nvContentPartPr>
              <p14:xfrm>
                <a:off x="398212" y="335186"/>
                <a:ext cx="336600" cy="35532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B271F987-5BF4-43D2-9B1D-2F6B4647777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89212" y="326546"/>
                  <a:ext cx="3542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E75A7826-4B0D-4562-B600-8A158C50B0BE}"/>
                    </a:ext>
                  </a:extLst>
                </p14:cNvPr>
                <p14:cNvContentPartPr/>
                <p14:nvPr/>
              </p14:nvContentPartPr>
              <p14:xfrm>
                <a:off x="918412" y="296666"/>
                <a:ext cx="150480" cy="4546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E75A7826-4B0D-4562-B600-8A158C50B0B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09772" y="288026"/>
                  <a:ext cx="16812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6649EF83-7209-4D0B-804E-F6F10FD120C8}"/>
                    </a:ext>
                  </a:extLst>
                </p14:cNvPr>
                <p14:cNvContentPartPr/>
                <p14:nvPr/>
              </p14:nvContentPartPr>
              <p14:xfrm>
                <a:off x="1195972" y="358946"/>
                <a:ext cx="259920" cy="34848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6649EF83-7209-4D0B-804E-F6F10FD120C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86972" y="349946"/>
                  <a:ext cx="2775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BCCF37BD-76D8-43B6-865F-228E48972E5A}"/>
                    </a:ext>
                  </a:extLst>
                </p14:cNvPr>
                <p14:cNvContentPartPr/>
                <p14:nvPr/>
              </p14:nvContentPartPr>
              <p14:xfrm>
                <a:off x="1224772" y="364346"/>
                <a:ext cx="166680" cy="3571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BCCF37BD-76D8-43B6-865F-228E48972E5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216132" y="355346"/>
                  <a:ext cx="1843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AFEFC8A9-2E85-4E28-8C29-590A76E6FDFD}"/>
                    </a:ext>
                  </a:extLst>
                </p14:cNvPr>
                <p14:cNvContentPartPr/>
                <p14:nvPr/>
              </p14:nvContentPartPr>
              <p14:xfrm>
                <a:off x="1570012" y="372626"/>
                <a:ext cx="193320" cy="2854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AFEFC8A9-2E85-4E28-8C29-590A76E6FDF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561012" y="363986"/>
                  <a:ext cx="2109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D0F1BAD1-DE00-4C8B-97D8-74612AB5BFD9}"/>
                    </a:ext>
                  </a:extLst>
                </p14:cNvPr>
                <p14:cNvContentPartPr/>
                <p14:nvPr/>
              </p14:nvContentPartPr>
              <p14:xfrm>
                <a:off x="1893652" y="353546"/>
                <a:ext cx="201600" cy="187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D0F1BAD1-DE00-4C8B-97D8-74612AB5BFD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885012" y="344546"/>
                  <a:ext cx="219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511F4D3-D9C9-4E2D-80A1-0D022EF4B5CF}"/>
                    </a:ext>
                  </a:extLst>
                </p14:cNvPr>
                <p14:cNvContentPartPr/>
                <p14:nvPr/>
              </p14:nvContentPartPr>
              <p14:xfrm>
                <a:off x="1911292" y="349226"/>
                <a:ext cx="221760" cy="2667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511F4D3-D9C9-4E2D-80A1-0D022EF4B5C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902652" y="340226"/>
                  <a:ext cx="2394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22F37C8E-34CE-4038-84DD-BB56573376E0}"/>
                    </a:ext>
                  </a:extLst>
                </p14:cNvPr>
                <p14:cNvContentPartPr/>
                <p14:nvPr/>
              </p14:nvContentPartPr>
              <p14:xfrm>
                <a:off x="2248612" y="293426"/>
                <a:ext cx="107640" cy="4428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22F37C8E-34CE-4038-84DD-BB56573376E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239972" y="284786"/>
                  <a:ext cx="12528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FFB72A6F-B6BD-419E-A6CB-B87C7754D047}"/>
                    </a:ext>
                  </a:extLst>
                </p14:cNvPr>
                <p14:cNvContentPartPr/>
                <p14:nvPr/>
              </p14:nvContentPartPr>
              <p14:xfrm>
                <a:off x="1743892" y="339506"/>
                <a:ext cx="73080" cy="21672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FFB72A6F-B6BD-419E-A6CB-B87C7754D04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734892" y="330866"/>
                  <a:ext cx="90720" cy="234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7" name="Rectángulo 226">
            <a:extLst>
              <a:ext uri="{FF2B5EF4-FFF2-40B4-BE49-F238E27FC236}">
                <a16:creationId xmlns:a16="http://schemas.microsoft.com/office/drawing/2014/main" id="{248DC571-3DA5-4708-AABD-2A14F1328206}"/>
              </a:ext>
            </a:extLst>
          </p:cNvPr>
          <p:cNvSpPr/>
          <p:nvPr/>
        </p:nvSpPr>
        <p:spPr>
          <a:xfrm>
            <a:off x="3578577" y="222880"/>
            <a:ext cx="2415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err="1"/>
              <a:t>ppois</a:t>
            </a:r>
            <a:r>
              <a:rPr lang="es-ES" dirty="0"/>
              <a:t>(4,9,lower.tail = F) </a:t>
            </a:r>
          </a:p>
        </p:txBody>
      </p: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F99A91CC-0123-45CD-AF85-3853347D04C0}"/>
              </a:ext>
            </a:extLst>
          </p:cNvPr>
          <p:cNvGrpSpPr/>
          <p:nvPr/>
        </p:nvGrpSpPr>
        <p:grpSpPr>
          <a:xfrm>
            <a:off x="5087572" y="5305706"/>
            <a:ext cx="2040480" cy="516600"/>
            <a:chOff x="5087572" y="5305706"/>
            <a:chExt cx="2040480" cy="51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D3EE7E92-04E2-4D1B-A17B-138196F7D237}"/>
                    </a:ext>
                  </a:extLst>
                </p14:cNvPr>
                <p14:cNvContentPartPr/>
                <p14:nvPr/>
              </p14:nvContentPartPr>
              <p14:xfrm>
                <a:off x="5099092" y="5375546"/>
                <a:ext cx="48600" cy="44676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D3EE7E92-04E2-4D1B-A17B-138196F7D23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090092" y="5366546"/>
                  <a:ext cx="6624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FBE65850-9032-465E-8785-0456F70C4AB8}"/>
                    </a:ext>
                  </a:extLst>
                </p14:cNvPr>
                <p14:cNvContentPartPr/>
                <p14:nvPr/>
              </p14:nvContentPartPr>
              <p14:xfrm>
                <a:off x="5087572" y="5374466"/>
                <a:ext cx="250560" cy="24336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FBE65850-9032-465E-8785-0456F70C4AB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078932" y="5365826"/>
                  <a:ext cx="2682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298536AD-8C00-4E1B-B122-F33887454947}"/>
                    </a:ext>
                  </a:extLst>
                </p14:cNvPr>
                <p14:cNvContentPartPr/>
                <p14:nvPr/>
              </p14:nvContentPartPr>
              <p14:xfrm>
                <a:off x="5406892" y="5403266"/>
                <a:ext cx="393480" cy="16848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298536AD-8C00-4E1B-B122-F3388745494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397892" y="5394266"/>
                  <a:ext cx="4111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9618990A-535C-476E-A952-66A70FD2A08E}"/>
                    </a:ext>
                  </a:extLst>
                </p14:cNvPr>
                <p14:cNvContentPartPr/>
                <p14:nvPr/>
              </p14:nvContentPartPr>
              <p14:xfrm>
                <a:off x="5658172" y="5417306"/>
                <a:ext cx="443520" cy="2253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9618990A-535C-476E-A952-66A70FD2A08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649172" y="5408306"/>
                  <a:ext cx="461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8BA133E9-C340-404F-A3C7-C78C0E60FFA2}"/>
                    </a:ext>
                  </a:extLst>
                </p14:cNvPr>
                <p14:cNvContentPartPr/>
                <p14:nvPr/>
              </p14:nvContentPartPr>
              <p14:xfrm>
                <a:off x="6025012" y="5478146"/>
                <a:ext cx="152640" cy="5940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8BA133E9-C340-404F-A3C7-C78C0E60FFA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016012" y="5469506"/>
                  <a:ext cx="170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256802AA-E03E-4E8D-9B15-4080C7BC61F4}"/>
                    </a:ext>
                  </a:extLst>
                </p14:cNvPr>
                <p14:cNvContentPartPr/>
                <p14:nvPr/>
              </p14:nvContentPartPr>
              <p14:xfrm>
                <a:off x="6340372" y="5375546"/>
                <a:ext cx="158760" cy="21888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256802AA-E03E-4E8D-9B15-4080C7BC61F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331732" y="5366546"/>
                  <a:ext cx="1764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1D09999E-6653-4215-9581-149B6ACEC2DE}"/>
                    </a:ext>
                  </a:extLst>
                </p14:cNvPr>
                <p14:cNvContentPartPr/>
                <p14:nvPr/>
              </p14:nvContentPartPr>
              <p14:xfrm>
                <a:off x="6643132" y="5305706"/>
                <a:ext cx="173160" cy="34848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1D09999E-6653-4215-9581-149B6ACEC2D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634132" y="5297066"/>
                  <a:ext cx="1908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AE794A0F-A11B-4F49-B428-83EA72772F13}"/>
                    </a:ext>
                  </a:extLst>
                </p14:cNvPr>
                <p14:cNvContentPartPr/>
                <p14:nvPr/>
              </p14:nvContentPartPr>
              <p14:xfrm>
                <a:off x="6937972" y="5382746"/>
                <a:ext cx="30240" cy="33876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AE794A0F-A11B-4F49-B428-83EA72772F1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929332" y="5374106"/>
                  <a:ext cx="478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471C1D9E-C1C0-4877-BB9C-E1285145DF6D}"/>
                    </a:ext>
                  </a:extLst>
                </p14:cNvPr>
                <p14:cNvContentPartPr/>
                <p14:nvPr/>
              </p14:nvContentPartPr>
              <p14:xfrm>
                <a:off x="6809812" y="5573546"/>
                <a:ext cx="318240" cy="7308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471C1D9E-C1C0-4877-BB9C-E1285145DF6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800812" y="5564906"/>
                  <a:ext cx="335880" cy="9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230" name="Entrada de lápiz 229">
                <a:extLst>
                  <a:ext uri="{FF2B5EF4-FFF2-40B4-BE49-F238E27FC236}">
                    <a16:creationId xmlns:a16="http://schemas.microsoft.com/office/drawing/2014/main" id="{3601D9A0-5629-4271-82FC-6793BC14E605}"/>
                  </a:ext>
                </a:extLst>
              </p14:cNvPr>
              <p14:cNvContentPartPr/>
              <p14:nvPr/>
            </p14:nvContentPartPr>
            <p14:xfrm>
              <a:off x="7303012" y="5514866"/>
              <a:ext cx="61920" cy="66600"/>
            </p14:xfrm>
          </p:contentPart>
        </mc:Choice>
        <mc:Fallback>
          <p:pic>
            <p:nvPicPr>
              <p:cNvPr id="230" name="Entrada de lápiz 229">
                <a:extLst>
                  <a:ext uri="{FF2B5EF4-FFF2-40B4-BE49-F238E27FC236}">
                    <a16:creationId xmlns:a16="http://schemas.microsoft.com/office/drawing/2014/main" id="{3601D9A0-5629-4271-82FC-6793BC14E605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7294372" y="5505866"/>
                <a:ext cx="7956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upo 234">
            <a:extLst>
              <a:ext uri="{FF2B5EF4-FFF2-40B4-BE49-F238E27FC236}">
                <a16:creationId xmlns:a16="http://schemas.microsoft.com/office/drawing/2014/main" id="{B447FD68-13A1-47AC-B181-78FA0314ED50}"/>
              </a:ext>
            </a:extLst>
          </p:cNvPr>
          <p:cNvGrpSpPr/>
          <p:nvPr/>
        </p:nvGrpSpPr>
        <p:grpSpPr>
          <a:xfrm>
            <a:off x="7598212" y="5210306"/>
            <a:ext cx="1054080" cy="338760"/>
            <a:chOff x="7598212" y="5210306"/>
            <a:chExt cx="105408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1835EF8D-0E9C-4106-85C8-9AA285502DA9}"/>
                    </a:ext>
                  </a:extLst>
                </p14:cNvPr>
                <p14:cNvContentPartPr/>
                <p14:nvPr/>
              </p14:nvContentPartPr>
              <p14:xfrm>
                <a:off x="7834012" y="5463386"/>
                <a:ext cx="448200" cy="4320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1835EF8D-0E9C-4106-85C8-9AA285502DA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825012" y="5454386"/>
                  <a:ext cx="4658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3DB0313A-ED21-43EA-8CD6-6DB975240DD2}"/>
                    </a:ext>
                  </a:extLst>
                </p14:cNvPr>
                <p14:cNvContentPartPr/>
                <p14:nvPr/>
              </p14:nvContentPartPr>
              <p14:xfrm>
                <a:off x="8438812" y="5210306"/>
                <a:ext cx="213480" cy="31536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3DB0313A-ED21-43EA-8CD6-6DB975240DD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430172" y="5201666"/>
                  <a:ext cx="2311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BF67B3CB-A33D-4FAA-BCEB-F40C703C5A71}"/>
                    </a:ext>
                  </a:extLst>
                </p14:cNvPr>
                <p14:cNvContentPartPr/>
                <p14:nvPr/>
              </p14:nvContentPartPr>
              <p14:xfrm>
                <a:off x="7899532" y="5492186"/>
                <a:ext cx="29880" cy="2628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BF67B3CB-A33D-4FAA-BCEB-F40C703C5A7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890532" y="5483186"/>
                  <a:ext cx="47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97F00121-03EF-4516-B326-3C2A32B03CEA}"/>
                    </a:ext>
                  </a:extLst>
                </p14:cNvPr>
                <p14:cNvContentPartPr/>
                <p14:nvPr/>
              </p14:nvContentPartPr>
              <p14:xfrm>
                <a:off x="7634932" y="5522066"/>
                <a:ext cx="74160" cy="2700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97F00121-03EF-4516-B326-3C2A32B03CE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626292" y="5513426"/>
                  <a:ext cx="91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B88687CE-147B-4663-B349-85D51D4C46F8}"/>
                    </a:ext>
                  </a:extLst>
                </p14:cNvPr>
                <p14:cNvContentPartPr/>
                <p14:nvPr/>
              </p14:nvContentPartPr>
              <p14:xfrm>
                <a:off x="7598212" y="5505866"/>
                <a:ext cx="64800" cy="3960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B88687CE-147B-4663-B349-85D51D4C46F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589212" y="5496866"/>
                  <a:ext cx="8244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upo 260">
            <a:extLst>
              <a:ext uri="{FF2B5EF4-FFF2-40B4-BE49-F238E27FC236}">
                <a16:creationId xmlns:a16="http://schemas.microsoft.com/office/drawing/2014/main" id="{D0C757D3-A8DE-442B-91DE-0AB71D65F972}"/>
              </a:ext>
            </a:extLst>
          </p:cNvPr>
          <p:cNvGrpSpPr/>
          <p:nvPr/>
        </p:nvGrpSpPr>
        <p:grpSpPr>
          <a:xfrm>
            <a:off x="6080812" y="395306"/>
            <a:ext cx="198360" cy="97920"/>
            <a:chOff x="6080812" y="395306"/>
            <a:chExt cx="198360" cy="9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F745C9BF-E552-4099-8192-932818FE8022}"/>
                    </a:ext>
                  </a:extLst>
                </p14:cNvPr>
                <p14:cNvContentPartPr/>
                <p14:nvPr/>
              </p14:nvContentPartPr>
              <p14:xfrm>
                <a:off x="6080812" y="395306"/>
                <a:ext cx="127800" cy="576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F745C9BF-E552-4099-8192-932818FE802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072172" y="386306"/>
                  <a:ext cx="145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62E899EB-170B-472F-8FB0-B63C7F888DE5}"/>
                    </a:ext>
                  </a:extLst>
                </p14:cNvPr>
                <p14:cNvContentPartPr/>
                <p14:nvPr/>
              </p14:nvContentPartPr>
              <p14:xfrm>
                <a:off x="6085852" y="482066"/>
                <a:ext cx="193320" cy="1116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62E899EB-170B-472F-8FB0-B63C7F888DE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076852" y="473066"/>
                  <a:ext cx="21096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6B3B010B-B9C1-4938-8F04-81FFFFBC6241}"/>
              </a:ext>
            </a:extLst>
          </p:cNvPr>
          <p:cNvGrpSpPr/>
          <p:nvPr/>
        </p:nvGrpSpPr>
        <p:grpSpPr>
          <a:xfrm>
            <a:off x="6569332" y="144746"/>
            <a:ext cx="2191320" cy="609120"/>
            <a:chOff x="6569332" y="144746"/>
            <a:chExt cx="2191320" cy="60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1A1E80CA-7335-4EE8-898C-A61F1CEB3980}"/>
                    </a:ext>
                  </a:extLst>
                </p14:cNvPr>
                <p14:cNvContentPartPr/>
                <p14:nvPr/>
              </p14:nvContentPartPr>
              <p14:xfrm>
                <a:off x="6569332" y="252746"/>
                <a:ext cx="78840" cy="31320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1A1E80CA-7335-4EE8-898C-A61F1CEB398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560332" y="243746"/>
                  <a:ext cx="964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A5064060-4BD6-430D-8211-CEBF323A05FC}"/>
                    </a:ext>
                  </a:extLst>
                </p14:cNvPr>
                <p14:cNvContentPartPr/>
                <p14:nvPr/>
              </p14:nvContentPartPr>
              <p14:xfrm>
                <a:off x="6764452" y="409346"/>
                <a:ext cx="183240" cy="36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A5064060-4BD6-430D-8211-CEBF323A05F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755812" y="400346"/>
                  <a:ext cx="200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596AF68E-96D5-495F-A73A-862C7706C1E5}"/>
                    </a:ext>
                  </a:extLst>
                </p14:cNvPr>
                <p14:cNvContentPartPr/>
                <p14:nvPr/>
              </p14:nvContentPartPr>
              <p14:xfrm>
                <a:off x="7142092" y="327626"/>
                <a:ext cx="60840" cy="42624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596AF68E-96D5-495F-A73A-862C7706C1E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133092" y="318986"/>
                  <a:ext cx="7848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CB176CF8-3ABA-41CD-9FCE-B7F7DD3D17E3}"/>
                    </a:ext>
                  </a:extLst>
                </p14:cNvPr>
                <p14:cNvContentPartPr/>
                <p14:nvPr/>
              </p14:nvContentPartPr>
              <p14:xfrm>
                <a:off x="7115812" y="274346"/>
                <a:ext cx="226800" cy="20160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CB176CF8-3ABA-41CD-9FCE-B7F7DD3D17E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106812" y="265706"/>
                  <a:ext cx="2444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1B74D0D7-720E-4413-83F4-E25586331B83}"/>
                    </a:ext>
                  </a:extLst>
                </p14:cNvPr>
                <p14:cNvContentPartPr/>
                <p14:nvPr/>
              </p14:nvContentPartPr>
              <p14:xfrm>
                <a:off x="7391212" y="250586"/>
                <a:ext cx="203760" cy="30456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1B74D0D7-720E-4413-83F4-E25586331B8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382212" y="241946"/>
                  <a:ext cx="221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97BCD15A-4726-427F-BA7B-EE6924E54D89}"/>
                    </a:ext>
                  </a:extLst>
                </p14:cNvPr>
                <p14:cNvContentPartPr/>
                <p14:nvPr/>
              </p14:nvContentPartPr>
              <p14:xfrm>
                <a:off x="7619452" y="315746"/>
                <a:ext cx="229320" cy="19224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97BCD15A-4726-427F-BA7B-EE6924E54D8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610812" y="307106"/>
                  <a:ext cx="2469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00ED54EE-6AE5-4EF3-B85A-2A2B12886597}"/>
                    </a:ext>
                  </a:extLst>
                </p14:cNvPr>
                <p14:cNvContentPartPr/>
                <p14:nvPr/>
              </p14:nvContentPartPr>
              <p14:xfrm>
                <a:off x="7667332" y="297746"/>
                <a:ext cx="132480" cy="21996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00ED54EE-6AE5-4EF3-B85A-2A2B1288659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658332" y="289106"/>
                  <a:ext cx="150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DDCDD916-434F-4E8C-ABD1-0345154A4C5F}"/>
                    </a:ext>
                  </a:extLst>
                </p14:cNvPr>
                <p14:cNvContentPartPr/>
                <p14:nvPr/>
              </p14:nvContentPartPr>
              <p14:xfrm>
                <a:off x="7927252" y="291266"/>
                <a:ext cx="161640" cy="15156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DDCDD916-434F-4E8C-ABD1-0345154A4C5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918612" y="282626"/>
                  <a:ext cx="179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D96EF4CE-550E-4145-9994-5A14D78373D9}"/>
                    </a:ext>
                  </a:extLst>
                </p14:cNvPr>
                <p14:cNvContentPartPr/>
                <p14:nvPr/>
              </p14:nvContentPartPr>
              <p14:xfrm>
                <a:off x="7975492" y="528146"/>
                <a:ext cx="220680" cy="900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D96EF4CE-550E-4145-9994-5A14D78373D9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966852" y="519146"/>
                  <a:ext cx="238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A6BFA3E3-BE1B-4E38-9791-71906C4FE1A7}"/>
                    </a:ext>
                  </a:extLst>
                </p14:cNvPr>
                <p14:cNvContentPartPr/>
                <p14:nvPr/>
              </p14:nvContentPartPr>
              <p14:xfrm>
                <a:off x="8336572" y="258146"/>
                <a:ext cx="170640" cy="16956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A6BFA3E3-BE1B-4E38-9791-71906C4FE1A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327572" y="249506"/>
                  <a:ext cx="188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53AC9590-579E-44F9-9910-C671EFD5FD2F}"/>
                    </a:ext>
                  </a:extLst>
                </p14:cNvPr>
                <p14:cNvContentPartPr/>
                <p14:nvPr/>
              </p14:nvContentPartPr>
              <p14:xfrm>
                <a:off x="8505052" y="281906"/>
                <a:ext cx="49680" cy="26604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53AC9590-579E-44F9-9910-C671EFD5FD2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496412" y="272906"/>
                  <a:ext cx="673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FA07038C-9F48-4CEE-867C-36EC3B378C43}"/>
                    </a:ext>
                  </a:extLst>
                </p14:cNvPr>
                <p14:cNvContentPartPr/>
                <p14:nvPr/>
              </p14:nvContentPartPr>
              <p14:xfrm>
                <a:off x="8651932" y="144746"/>
                <a:ext cx="108720" cy="50904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FA07038C-9F48-4CEE-867C-36EC3B378C4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643292" y="135746"/>
                  <a:ext cx="126360" cy="52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upo 278">
            <a:extLst>
              <a:ext uri="{FF2B5EF4-FFF2-40B4-BE49-F238E27FC236}">
                <a16:creationId xmlns:a16="http://schemas.microsoft.com/office/drawing/2014/main" id="{A1BC42D3-BE9A-45A9-B8AA-0FBFF903B430}"/>
              </a:ext>
            </a:extLst>
          </p:cNvPr>
          <p:cNvGrpSpPr/>
          <p:nvPr/>
        </p:nvGrpSpPr>
        <p:grpSpPr>
          <a:xfrm>
            <a:off x="6107092" y="1116386"/>
            <a:ext cx="297000" cy="110520"/>
            <a:chOff x="6107092" y="1116386"/>
            <a:chExt cx="297000" cy="11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0484903F-CA59-42E5-81BB-36FE8549ADF9}"/>
                    </a:ext>
                  </a:extLst>
                </p14:cNvPr>
                <p14:cNvContentPartPr/>
                <p14:nvPr/>
              </p14:nvContentPartPr>
              <p14:xfrm>
                <a:off x="6107092" y="1116386"/>
                <a:ext cx="181440" cy="1224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0484903F-CA59-42E5-81BB-36FE8549ADF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098452" y="1107386"/>
                  <a:ext cx="199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01DC009B-195E-49EB-A956-333B6A3D8445}"/>
                    </a:ext>
                  </a:extLst>
                </p14:cNvPr>
                <p14:cNvContentPartPr/>
                <p14:nvPr/>
              </p14:nvContentPartPr>
              <p14:xfrm>
                <a:off x="6196372" y="1190186"/>
                <a:ext cx="207720" cy="3672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01DC009B-195E-49EB-A956-333B6A3D844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187732" y="1181186"/>
                  <a:ext cx="22536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upo 283">
            <a:extLst>
              <a:ext uri="{FF2B5EF4-FFF2-40B4-BE49-F238E27FC236}">
                <a16:creationId xmlns:a16="http://schemas.microsoft.com/office/drawing/2014/main" id="{FE594921-0B70-49E9-9957-7237B3BFC25D}"/>
              </a:ext>
            </a:extLst>
          </p:cNvPr>
          <p:cNvGrpSpPr/>
          <p:nvPr/>
        </p:nvGrpSpPr>
        <p:grpSpPr>
          <a:xfrm>
            <a:off x="6616852" y="952226"/>
            <a:ext cx="1519200" cy="419400"/>
            <a:chOff x="6616852" y="952226"/>
            <a:chExt cx="1519200" cy="41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1BF11A26-77E7-44F8-98FD-D962E16AFE2F}"/>
                    </a:ext>
                  </a:extLst>
                </p14:cNvPr>
                <p14:cNvContentPartPr/>
                <p14:nvPr/>
              </p14:nvContentPartPr>
              <p14:xfrm>
                <a:off x="6616852" y="964106"/>
                <a:ext cx="124200" cy="29592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1BF11A26-77E7-44F8-98FD-D962E16AFE2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607852" y="955106"/>
                  <a:ext cx="141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7E6A95E1-EDFC-4EC0-918E-2A02A5C16113}"/>
                    </a:ext>
                  </a:extLst>
                </p14:cNvPr>
                <p14:cNvContentPartPr/>
                <p14:nvPr/>
              </p14:nvContentPartPr>
              <p14:xfrm>
                <a:off x="6810892" y="1017746"/>
                <a:ext cx="438480" cy="353880"/>
              </p14:xfrm>
            </p:contentPart>
          </mc:Choice>
          <mc:Fallback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7E6A95E1-EDFC-4EC0-918E-2A02A5C1611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802252" y="1008746"/>
                  <a:ext cx="4561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03C3DFBA-4FCA-488D-A832-68F9A59506E4}"/>
                    </a:ext>
                  </a:extLst>
                </p14:cNvPr>
                <p14:cNvContentPartPr/>
                <p14:nvPr/>
              </p14:nvContentPartPr>
              <p14:xfrm>
                <a:off x="7143172" y="969146"/>
                <a:ext cx="164160" cy="17100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03C3DFBA-4FCA-488D-A832-68F9A59506E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134172" y="960146"/>
                  <a:ext cx="1818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4CCE9FA0-1331-4EA9-ADE2-3BCEC0BCB83A}"/>
                    </a:ext>
                  </a:extLst>
                </p14:cNvPr>
                <p14:cNvContentPartPr/>
                <p14:nvPr/>
              </p14:nvContentPartPr>
              <p14:xfrm>
                <a:off x="7433692" y="952226"/>
                <a:ext cx="94320" cy="29484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4CCE9FA0-1331-4EA9-ADE2-3BCEC0BCB83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425052" y="943586"/>
                  <a:ext cx="1119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2865656A-F6D8-4EA5-BF05-6F0AFADEBE56}"/>
                    </a:ext>
                  </a:extLst>
                </p14:cNvPr>
                <p14:cNvContentPartPr/>
                <p14:nvPr/>
              </p14:nvContentPartPr>
              <p14:xfrm>
                <a:off x="7492012" y="953666"/>
                <a:ext cx="171000" cy="15660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2865656A-F6D8-4EA5-BF05-6F0AFADEBE56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483372" y="945026"/>
                  <a:ext cx="188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095819F0-B26E-4223-998B-1600B9ACB4BB}"/>
                    </a:ext>
                  </a:extLst>
                </p14:cNvPr>
                <p14:cNvContentPartPr/>
                <p14:nvPr/>
              </p14:nvContentPartPr>
              <p14:xfrm>
                <a:off x="7735012" y="992906"/>
                <a:ext cx="243360" cy="13536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095819F0-B26E-4223-998B-1600B9ACB4B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726372" y="984266"/>
                  <a:ext cx="261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E858E7F4-1443-4F40-812D-9E9A71EE8B79}"/>
                    </a:ext>
                  </a:extLst>
                </p14:cNvPr>
                <p14:cNvContentPartPr/>
                <p14:nvPr/>
              </p14:nvContentPartPr>
              <p14:xfrm>
                <a:off x="7950652" y="961946"/>
                <a:ext cx="185400" cy="26388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E858E7F4-1443-4F40-812D-9E9A71EE8B7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941652" y="953306"/>
                  <a:ext cx="20304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upo 290">
            <a:extLst>
              <a:ext uri="{FF2B5EF4-FFF2-40B4-BE49-F238E27FC236}">
                <a16:creationId xmlns:a16="http://schemas.microsoft.com/office/drawing/2014/main" id="{25DC4AB0-13E7-4DD5-83F2-5FA499E6B462}"/>
              </a:ext>
            </a:extLst>
          </p:cNvPr>
          <p:cNvGrpSpPr/>
          <p:nvPr/>
        </p:nvGrpSpPr>
        <p:grpSpPr>
          <a:xfrm>
            <a:off x="8425852" y="744506"/>
            <a:ext cx="787320" cy="504000"/>
            <a:chOff x="8425852" y="744506"/>
            <a:chExt cx="787320" cy="50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E605F78C-FA63-4A79-9BA8-9A146779461D}"/>
                    </a:ext>
                  </a:extLst>
                </p14:cNvPr>
                <p14:cNvContentPartPr/>
                <p14:nvPr/>
              </p14:nvContentPartPr>
              <p14:xfrm>
                <a:off x="8425852" y="856466"/>
                <a:ext cx="194400" cy="23328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E605F78C-FA63-4A79-9BA8-9A146779461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416852" y="847466"/>
                  <a:ext cx="2120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A311C5FA-2C54-4B75-9228-20E459D8093E}"/>
                    </a:ext>
                  </a:extLst>
                </p14:cNvPr>
                <p14:cNvContentPartPr/>
                <p14:nvPr/>
              </p14:nvContentPartPr>
              <p14:xfrm>
                <a:off x="8731852" y="1012346"/>
                <a:ext cx="23040" cy="16632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A311C5FA-2C54-4B75-9228-20E459D8093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722852" y="1003346"/>
                  <a:ext cx="40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510B2B44-3F68-45DA-9C2F-C8921EA7CCB6}"/>
                    </a:ext>
                  </a:extLst>
                </p14:cNvPr>
                <p14:cNvContentPartPr/>
                <p14:nvPr/>
              </p14:nvContentPartPr>
              <p14:xfrm>
                <a:off x="8824732" y="869786"/>
                <a:ext cx="222840" cy="26748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510B2B44-3F68-45DA-9C2F-C8921EA7CCB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816092" y="861146"/>
                  <a:ext cx="2404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E2C2970B-654A-4F45-8038-325E7998E32F}"/>
                    </a:ext>
                  </a:extLst>
                </p14:cNvPr>
                <p14:cNvContentPartPr/>
                <p14:nvPr/>
              </p14:nvContentPartPr>
              <p14:xfrm>
                <a:off x="9166372" y="744506"/>
                <a:ext cx="46800" cy="50400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E2C2970B-654A-4F45-8038-325E7998E32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157732" y="735506"/>
                  <a:ext cx="64440" cy="52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292" name="Entrada de lápiz 291">
                <a:extLst>
                  <a:ext uri="{FF2B5EF4-FFF2-40B4-BE49-F238E27FC236}">
                    <a16:creationId xmlns:a16="http://schemas.microsoft.com/office/drawing/2014/main" id="{2FC9A187-6A26-4B7A-B963-929161EF3847}"/>
                  </a:ext>
                </a:extLst>
              </p14:cNvPr>
              <p14:cNvContentPartPr/>
              <p14:nvPr/>
            </p14:nvContentPartPr>
            <p14:xfrm>
              <a:off x="8294812" y="807506"/>
              <a:ext cx="112320" cy="422280"/>
            </p14:xfrm>
          </p:contentPart>
        </mc:Choice>
        <mc:Fallback>
          <p:pic>
            <p:nvPicPr>
              <p:cNvPr id="292" name="Entrada de lápiz 291">
                <a:extLst>
                  <a:ext uri="{FF2B5EF4-FFF2-40B4-BE49-F238E27FC236}">
                    <a16:creationId xmlns:a16="http://schemas.microsoft.com/office/drawing/2014/main" id="{2FC9A187-6A26-4B7A-B963-929161EF3847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8285812" y="798866"/>
                <a:ext cx="12996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308" name="Entrada de lápiz 307">
                <a:extLst>
                  <a:ext uri="{FF2B5EF4-FFF2-40B4-BE49-F238E27FC236}">
                    <a16:creationId xmlns:a16="http://schemas.microsoft.com/office/drawing/2014/main" id="{0CA2BC16-53CB-418E-9674-1A3325A636D1}"/>
                  </a:ext>
                </a:extLst>
              </p14:cNvPr>
              <p14:cNvContentPartPr/>
              <p14:nvPr/>
            </p14:nvContentPartPr>
            <p14:xfrm>
              <a:off x="2724892" y="6139106"/>
              <a:ext cx="73080" cy="519840"/>
            </p14:xfrm>
          </p:contentPart>
        </mc:Choice>
        <mc:Fallback>
          <p:pic>
            <p:nvPicPr>
              <p:cNvPr id="308" name="Entrada de lápiz 307">
                <a:extLst>
                  <a:ext uri="{FF2B5EF4-FFF2-40B4-BE49-F238E27FC236}">
                    <a16:creationId xmlns:a16="http://schemas.microsoft.com/office/drawing/2014/main" id="{0CA2BC16-53CB-418E-9674-1A3325A636D1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2716252" y="6130466"/>
                <a:ext cx="90720" cy="53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3" name="Grupo 312">
            <a:extLst>
              <a:ext uri="{FF2B5EF4-FFF2-40B4-BE49-F238E27FC236}">
                <a16:creationId xmlns:a16="http://schemas.microsoft.com/office/drawing/2014/main" id="{62001D7C-2DB3-4810-9C24-4ABCC67AE2A1}"/>
              </a:ext>
            </a:extLst>
          </p:cNvPr>
          <p:cNvGrpSpPr/>
          <p:nvPr/>
        </p:nvGrpSpPr>
        <p:grpSpPr>
          <a:xfrm>
            <a:off x="2997772" y="6283826"/>
            <a:ext cx="261360" cy="349560"/>
            <a:chOff x="2997772" y="6283826"/>
            <a:chExt cx="26136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CB0358EB-FC24-4DE6-96CA-8A2EC6657DCB}"/>
                    </a:ext>
                  </a:extLst>
                </p14:cNvPr>
                <p14:cNvContentPartPr/>
                <p14:nvPr/>
              </p14:nvContentPartPr>
              <p14:xfrm>
                <a:off x="2997772" y="6359786"/>
                <a:ext cx="174240" cy="17640"/>
              </p14:xfrm>
            </p:contentPart>
          </mc:Choice>
          <mc:Fallback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CB0358EB-FC24-4DE6-96CA-8A2EC6657DC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988772" y="6351146"/>
                  <a:ext cx="191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E0898342-5FB4-4F20-89F4-86F333896BC2}"/>
                    </a:ext>
                  </a:extLst>
                </p14:cNvPr>
                <p14:cNvContentPartPr/>
                <p14:nvPr/>
              </p14:nvContentPartPr>
              <p14:xfrm>
                <a:off x="3046732" y="6472466"/>
                <a:ext cx="136080" cy="10080"/>
              </p14:xfrm>
            </p:contentPart>
          </mc:Choice>
          <mc:Fallback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E0898342-5FB4-4F20-89F4-86F333896BC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037732" y="6463466"/>
                  <a:ext cx="153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E3C096ED-A274-4D96-B091-52A350686810}"/>
                    </a:ext>
                  </a:extLst>
                </p14:cNvPr>
                <p14:cNvContentPartPr/>
                <p14:nvPr/>
              </p14:nvContentPartPr>
              <p14:xfrm>
                <a:off x="3124852" y="6283826"/>
                <a:ext cx="134280" cy="349560"/>
              </p14:xfrm>
            </p:contentPart>
          </mc:Choice>
          <mc:Fallback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E3C096ED-A274-4D96-B091-52A35068681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116212" y="6274826"/>
                  <a:ext cx="151920" cy="36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314" name="Entrada de lápiz 313">
                <a:extLst>
                  <a:ext uri="{FF2B5EF4-FFF2-40B4-BE49-F238E27FC236}">
                    <a16:creationId xmlns:a16="http://schemas.microsoft.com/office/drawing/2014/main" id="{6A53E044-ECC0-4914-9738-E0554478CC4C}"/>
                  </a:ext>
                </a:extLst>
              </p14:cNvPr>
              <p14:cNvContentPartPr/>
              <p14:nvPr/>
            </p14:nvContentPartPr>
            <p14:xfrm>
              <a:off x="3434812" y="6249986"/>
              <a:ext cx="266760" cy="230760"/>
            </p14:xfrm>
          </p:contentPart>
        </mc:Choice>
        <mc:Fallback>
          <p:pic>
            <p:nvPicPr>
              <p:cNvPr id="314" name="Entrada de lápiz 313">
                <a:extLst>
                  <a:ext uri="{FF2B5EF4-FFF2-40B4-BE49-F238E27FC236}">
                    <a16:creationId xmlns:a16="http://schemas.microsoft.com/office/drawing/2014/main" id="{6A53E044-ECC0-4914-9738-E0554478CC4C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3426172" y="6241346"/>
                <a:ext cx="2844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315" name="Entrada de lápiz 314">
                <a:extLst>
                  <a:ext uri="{FF2B5EF4-FFF2-40B4-BE49-F238E27FC236}">
                    <a16:creationId xmlns:a16="http://schemas.microsoft.com/office/drawing/2014/main" id="{49996289-BC38-4DCF-A890-49CCA2B10E9D}"/>
                  </a:ext>
                </a:extLst>
              </p14:cNvPr>
              <p14:cNvContentPartPr/>
              <p14:nvPr/>
            </p14:nvContentPartPr>
            <p14:xfrm>
              <a:off x="3777892" y="6429626"/>
              <a:ext cx="23040" cy="210240"/>
            </p14:xfrm>
          </p:contentPart>
        </mc:Choice>
        <mc:Fallback>
          <p:pic>
            <p:nvPicPr>
              <p:cNvPr id="315" name="Entrada de lápiz 314">
                <a:extLst>
                  <a:ext uri="{FF2B5EF4-FFF2-40B4-BE49-F238E27FC236}">
                    <a16:creationId xmlns:a16="http://schemas.microsoft.com/office/drawing/2014/main" id="{49996289-BC38-4DCF-A890-49CCA2B10E9D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3768892" y="6420626"/>
                <a:ext cx="406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316" name="Entrada de lápiz 315">
                <a:extLst>
                  <a:ext uri="{FF2B5EF4-FFF2-40B4-BE49-F238E27FC236}">
                    <a16:creationId xmlns:a16="http://schemas.microsoft.com/office/drawing/2014/main" id="{18D5CA76-3594-4B87-A3C6-687B7A2BC059}"/>
                  </a:ext>
                </a:extLst>
              </p14:cNvPr>
              <p14:cNvContentPartPr/>
              <p14:nvPr/>
            </p14:nvContentPartPr>
            <p14:xfrm>
              <a:off x="3932692" y="6279146"/>
              <a:ext cx="214920" cy="206280"/>
            </p14:xfrm>
          </p:contentPart>
        </mc:Choice>
        <mc:Fallback>
          <p:pic>
            <p:nvPicPr>
              <p:cNvPr id="316" name="Entrada de lápiz 315">
                <a:extLst>
                  <a:ext uri="{FF2B5EF4-FFF2-40B4-BE49-F238E27FC236}">
                    <a16:creationId xmlns:a16="http://schemas.microsoft.com/office/drawing/2014/main" id="{18D5CA76-3594-4B87-A3C6-687B7A2BC059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3923692" y="6270506"/>
                <a:ext cx="2325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317" name="Entrada de lápiz 316">
                <a:extLst>
                  <a:ext uri="{FF2B5EF4-FFF2-40B4-BE49-F238E27FC236}">
                    <a16:creationId xmlns:a16="http://schemas.microsoft.com/office/drawing/2014/main" id="{2BED7F4B-A379-4210-A681-ECBE07D092BD}"/>
                  </a:ext>
                </a:extLst>
              </p14:cNvPr>
              <p14:cNvContentPartPr/>
              <p14:nvPr/>
            </p14:nvContentPartPr>
            <p14:xfrm>
              <a:off x="4250572" y="6235586"/>
              <a:ext cx="71640" cy="219960"/>
            </p14:xfrm>
          </p:contentPart>
        </mc:Choice>
        <mc:Fallback>
          <p:pic>
            <p:nvPicPr>
              <p:cNvPr id="317" name="Entrada de lápiz 316">
                <a:extLst>
                  <a:ext uri="{FF2B5EF4-FFF2-40B4-BE49-F238E27FC236}">
                    <a16:creationId xmlns:a16="http://schemas.microsoft.com/office/drawing/2014/main" id="{2BED7F4B-A379-4210-A681-ECBE07D092BD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4241572" y="6226586"/>
                <a:ext cx="89280" cy="2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2" name="Grupo 321">
            <a:extLst>
              <a:ext uri="{FF2B5EF4-FFF2-40B4-BE49-F238E27FC236}">
                <a16:creationId xmlns:a16="http://schemas.microsoft.com/office/drawing/2014/main" id="{42B24B34-37BF-48A9-AB11-0E15047A605E}"/>
              </a:ext>
            </a:extLst>
          </p:cNvPr>
          <p:cNvGrpSpPr/>
          <p:nvPr/>
        </p:nvGrpSpPr>
        <p:grpSpPr>
          <a:xfrm>
            <a:off x="4499332" y="6222626"/>
            <a:ext cx="973080" cy="326160"/>
            <a:chOff x="4499332" y="6222626"/>
            <a:chExt cx="973080" cy="32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54EF6980-599C-4E39-8A8C-964B92C73E3C}"/>
                    </a:ext>
                  </a:extLst>
                </p14:cNvPr>
                <p14:cNvContentPartPr/>
                <p14:nvPr/>
              </p14:nvContentPartPr>
              <p14:xfrm>
                <a:off x="4499332" y="6222626"/>
                <a:ext cx="203400" cy="271440"/>
              </p14:xfrm>
            </p:contentPart>
          </mc:Choice>
          <mc:Fallback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54EF6980-599C-4E39-8A8C-964B92C73E3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490332" y="6213986"/>
                  <a:ext cx="2210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F3AADB8B-0282-4052-A9DB-5096A25928F3}"/>
                    </a:ext>
                  </a:extLst>
                </p14:cNvPr>
                <p14:cNvContentPartPr/>
                <p14:nvPr/>
              </p14:nvContentPartPr>
              <p14:xfrm>
                <a:off x="4865092" y="6250706"/>
                <a:ext cx="233640" cy="298080"/>
              </p14:xfrm>
            </p:contentPart>
          </mc:Choice>
          <mc:Fallback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F3AADB8B-0282-4052-A9DB-5096A25928F3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856092" y="6241706"/>
                  <a:ext cx="251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30DD9E2F-4B30-482F-9E22-37A9DEB5B1CC}"/>
                    </a:ext>
                  </a:extLst>
                </p14:cNvPr>
                <p14:cNvContentPartPr/>
                <p14:nvPr/>
              </p14:nvContentPartPr>
              <p14:xfrm>
                <a:off x="5187652" y="6226586"/>
                <a:ext cx="284760" cy="308160"/>
              </p14:xfrm>
            </p:contentPart>
          </mc:Choice>
          <mc:Fallback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30DD9E2F-4B30-482F-9E22-37A9DEB5B1CC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179012" y="6217946"/>
                  <a:ext cx="302400" cy="32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upo 329">
            <a:extLst>
              <a:ext uri="{FF2B5EF4-FFF2-40B4-BE49-F238E27FC236}">
                <a16:creationId xmlns:a16="http://schemas.microsoft.com/office/drawing/2014/main" id="{D14A2D81-F9CD-48FC-954A-F9EE50533B4C}"/>
              </a:ext>
            </a:extLst>
          </p:cNvPr>
          <p:cNvGrpSpPr/>
          <p:nvPr/>
        </p:nvGrpSpPr>
        <p:grpSpPr>
          <a:xfrm>
            <a:off x="748132" y="6205706"/>
            <a:ext cx="1765440" cy="457200"/>
            <a:chOff x="748132" y="6205706"/>
            <a:chExt cx="1765440" cy="45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50B46398-7D24-4EE8-9A1C-C79EA6800694}"/>
                    </a:ext>
                  </a:extLst>
                </p14:cNvPr>
                <p14:cNvContentPartPr/>
                <p14:nvPr/>
              </p14:nvContentPartPr>
              <p14:xfrm>
                <a:off x="761452" y="6264386"/>
                <a:ext cx="182520" cy="39852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50B46398-7D24-4EE8-9A1C-C79EA6800694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52452" y="6255746"/>
                  <a:ext cx="2001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F7CFC9A2-1CD6-43BA-9D8C-E119B6960B37}"/>
                    </a:ext>
                  </a:extLst>
                </p14:cNvPr>
                <p14:cNvContentPartPr/>
                <p14:nvPr/>
              </p14:nvContentPartPr>
              <p14:xfrm>
                <a:off x="748132" y="6209666"/>
                <a:ext cx="255240" cy="29520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F7CFC9A2-1CD6-43BA-9D8C-E119B6960B3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39132" y="6200666"/>
                  <a:ext cx="2728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2F34681C-D9D1-480C-BF86-A3C985BEF224}"/>
                    </a:ext>
                  </a:extLst>
                </p14:cNvPr>
                <p14:cNvContentPartPr/>
                <p14:nvPr/>
              </p14:nvContentPartPr>
              <p14:xfrm>
                <a:off x="1136572" y="6205706"/>
                <a:ext cx="245520" cy="42012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2F34681C-D9D1-480C-BF86-A3C985BEF22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27572" y="6196706"/>
                  <a:ext cx="26316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D9D07543-909D-4B0C-98BC-BF02D68E92F9}"/>
                    </a:ext>
                  </a:extLst>
                </p14:cNvPr>
                <p14:cNvContentPartPr/>
                <p14:nvPr/>
              </p14:nvContentPartPr>
              <p14:xfrm>
                <a:off x="1398292" y="6259346"/>
                <a:ext cx="285120" cy="24624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D9D07543-909D-4B0C-98BC-BF02D68E92F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389652" y="6250706"/>
                  <a:ext cx="3027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E7CB1597-FA83-4AA2-91A1-069EF3678384}"/>
                    </a:ext>
                  </a:extLst>
                </p14:cNvPr>
                <p14:cNvContentPartPr/>
                <p14:nvPr/>
              </p14:nvContentPartPr>
              <p14:xfrm>
                <a:off x="1456612" y="6274106"/>
                <a:ext cx="105120" cy="28224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E7CB1597-FA83-4AA2-91A1-069EF3678384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447972" y="6265466"/>
                  <a:ext cx="122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CCBFB995-EB54-4AC5-9B48-5914B03BD0D5}"/>
                    </a:ext>
                  </a:extLst>
                </p14:cNvPr>
                <p14:cNvContentPartPr/>
                <p14:nvPr/>
              </p14:nvContentPartPr>
              <p14:xfrm>
                <a:off x="1818772" y="6322346"/>
                <a:ext cx="150480" cy="55080"/>
              </p14:xfrm>
            </p:contentPart>
          </mc:Choice>
          <mc:Fallback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CCBFB995-EB54-4AC5-9B48-5914B03BD0D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810132" y="6313706"/>
                  <a:ext cx="168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FF82C3BE-6606-4CB3-81E6-97AAD1624F62}"/>
                    </a:ext>
                  </a:extLst>
                </p14:cNvPr>
                <p14:cNvContentPartPr/>
                <p14:nvPr/>
              </p14:nvContentPartPr>
              <p14:xfrm>
                <a:off x="1896172" y="6422066"/>
                <a:ext cx="135000" cy="6480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FF82C3BE-6606-4CB3-81E6-97AAD1624F6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887532" y="6413066"/>
                  <a:ext cx="152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7EF0846D-9D8F-4FB6-85F7-E3528B0E3C6E}"/>
                    </a:ext>
                  </a:extLst>
                </p14:cNvPr>
                <p14:cNvContentPartPr/>
                <p14:nvPr/>
              </p14:nvContentPartPr>
              <p14:xfrm>
                <a:off x="2187772" y="6257906"/>
                <a:ext cx="64800" cy="28296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7EF0846D-9D8F-4FB6-85F7-E3528B0E3C6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179132" y="6249266"/>
                  <a:ext cx="824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169BC9F9-C618-43BB-8A69-08F9764AC0DF}"/>
                    </a:ext>
                  </a:extLst>
                </p14:cNvPr>
                <p14:cNvContentPartPr/>
                <p14:nvPr/>
              </p14:nvContentPartPr>
              <p14:xfrm>
                <a:off x="2316652" y="6230906"/>
                <a:ext cx="196920" cy="296640"/>
              </p14:xfrm>
            </p:contentPart>
          </mc:Choice>
          <mc:Fallback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169BC9F9-C618-43BB-8A69-08F9764AC0D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307652" y="6222266"/>
                  <a:ext cx="214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E676DE34-A8D0-4BE6-9E7B-AFF7985C216E}"/>
                    </a:ext>
                  </a:extLst>
                </p14:cNvPr>
                <p14:cNvContentPartPr/>
                <p14:nvPr/>
              </p14:nvContentPartPr>
              <p14:xfrm>
                <a:off x="1541212" y="6212186"/>
                <a:ext cx="37440" cy="67680"/>
              </p14:xfrm>
            </p:contentPart>
          </mc:Choice>
          <mc:Fallback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E676DE34-A8D0-4BE6-9E7B-AFF7985C216E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532572" y="6203186"/>
                  <a:ext cx="550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328" name="Entrada de lápiz 327">
                  <a:extLst>
                    <a:ext uri="{FF2B5EF4-FFF2-40B4-BE49-F238E27FC236}">
                      <a16:creationId xmlns:a16="http://schemas.microsoft.com/office/drawing/2014/main" id="{FEB3723E-E4F0-420F-8B8B-360E20E879B1}"/>
                    </a:ext>
                  </a:extLst>
                </p14:cNvPr>
                <p14:cNvContentPartPr/>
                <p14:nvPr/>
              </p14:nvContentPartPr>
              <p14:xfrm>
                <a:off x="1560292" y="6212186"/>
                <a:ext cx="27720" cy="95760"/>
              </p14:xfrm>
            </p:contentPart>
          </mc:Choice>
          <mc:Fallback>
            <p:pic>
              <p:nvPicPr>
                <p:cNvPr id="328" name="Entrada de lápiz 327">
                  <a:extLst>
                    <a:ext uri="{FF2B5EF4-FFF2-40B4-BE49-F238E27FC236}">
                      <a16:creationId xmlns:a16="http://schemas.microsoft.com/office/drawing/2014/main" id="{FEB3723E-E4F0-420F-8B8B-360E20E879B1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551652" y="6203186"/>
                  <a:ext cx="45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329" name="Entrada de lápiz 328">
                  <a:extLst>
                    <a:ext uri="{FF2B5EF4-FFF2-40B4-BE49-F238E27FC236}">
                      <a16:creationId xmlns:a16="http://schemas.microsoft.com/office/drawing/2014/main" id="{603B64CF-646A-46C4-A974-188B4C20B868}"/>
                    </a:ext>
                  </a:extLst>
                </p14:cNvPr>
                <p14:cNvContentPartPr/>
                <p14:nvPr/>
              </p14:nvContentPartPr>
              <p14:xfrm>
                <a:off x="1535452" y="6265466"/>
                <a:ext cx="45720" cy="105480"/>
              </p14:xfrm>
            </p:contentPart>
          </mc:Choice>
          <mc:Fallback>
            <p:pic>
              <p:nvPicPr>
                <p:cNvPr id="329" name="Entrada de lápiz 328">
                  <a:extLst>
                    <a:ext uri="{FF2B5EF4-FFF2-40B4-BE49-F238E27FC236}">
                      <a16:creationId xmlns:a16="http://schemas.microsoft.com/office/drawing/2014/main" id="{603B64CF-646A-46C4-A974-188B4C20B86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526452" y="6256826"/>
                  <a:ext cx="633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upo 340">
            <a:extLst>
              <a:ext uri="{FF2B5EF4-FFF2-40B4-BE49-F238E27FC236}">
                <a16:creationId xmlns:a16="http://schemas.microsoft.com/office/drawing/2014/main" id="{01642E2D-BFAC-4D59-824C-9B8BCB0349C2}"/>
              </a:ext>
            </a:extLst>
          </p:cNvPr>
          <p:cNvGrpSpPr/>
          <p:nvPr/>
        </p:nvGrpSpPr>
        <p:grpSpPr>
          <a:xfrm>
            <a:off x="5546212" y="6262226"/>
            <a:ext cx="283680" cy="168120"/>
            <a:chOff x="5546212" y="6262226"/>
            <a:chExt cx="283680" cy="16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339" name="Entrada de lápiz 338">
                  <a:extLst>
                    <a:ext uri="{FF2B5EF4-FFF2-40B4-BE49-F238E27FC236}">
                      <a16:creationId xmlns:a16="http://schemas.microsoft.com/office/drawing/2014/main" id="{92F3996E-9387-434D-B2AF-9F5D2AA1620E}"/>
                    </a:ext>
                  </a:extLst>
                </p14:cNvPr>
                <p14:cNvContentPartPr/>
                <p14:nvPr/>
              </p14:nvContentPartPr>
              <p14:xfrm>
                <a:off x="5546212" y="6262226"/>
                <a:ext cx="283680" cy="168120"/>
              </p14:xfrm>
            </p:contentPart>
          </mc:Choice>
          <mc:Fallback>
            <p:pic>
              <p:nvPicPr>
                <p:cNvPr id="339" name="Entrada de lápiz 338">
                  <a:extLst>
                    <a:ext uri="{FF2B5EF4-FFF2-40B4-BE49-F238E27FC236}">
                      <a16:creationId xmlns:a16="http://schemas.microsoft.com/office/drawing/2014/main" id="{92F3996E-9387-434D-B2AF-9F5D2AA1620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537212" y="6253586"/>
                  <a:ext cx="3013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340" name="Entrada de lápiz 339">
                  <a:extLst>
                    <a:ext uri="{FF2B5EF4-FFF2-40B4-BE49-F238E27FC236}">
                      <a16:creationId xmlns:a16="http://schemas.microsoft.com/office/drawing/2014/main" id="{C6B94CD4-F3BB-4EFE-BDD3-39A165E74B5C}"/>
                    </a:ext>
                  </a:extLst>
                </p14:cNvPr>
                <p14:cNvContentPartPr/>
                <p14:nvPr/>
              </p14:nvContentPartPr>
              <p14:xfrm>
                <a:off x="5558092" y="6314786"/>
                <a:ext cx="114840" cy="89280"/>
              </p14:xfrm>
            </p:contentPart>
          </mc:Choice>
          <mc:Fallback>
            <p:pic>
              <p:nvPicPr>
                <p:cNvPr id="340" name="Entrada de lápiz 339">
                  <a:extLst>
                    <a:ext uri="{FF2B5EF4-FFF2-40B4-BE49-F238E27FC236}">
                      <a16:creationId xmlns:a16="http://schemas.microsoft.com/office/drawing/2014/main" id="{C6B94CD4-F3BB-4EFE-BDD3-39A165E74B5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549452" y="6306146"/>
                  <a:ext cx="13248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345" name="Entrada de lápiz 344">
                <a:extLst>
                  <a:ext uri="{FF2B5EF4-FFF2-40B4-BE49-F238E27FC236}">
                    <a16:creationId xmlns:a16="http://schemas.microsoft.com/office/drawing/2014/main" id="{28A082E4-C6BD-4573-A25A-BDA0D5820FDB}"/>
                  </a:ext>
                </a:extLst>
              </p14:cNvPr>
              <p14:cNvContentPartPr/>
              <p14:nvPr/>
            </p14:nvContentPartPr>
            <p14:xfrm>
              <a:off x="6512092" y="6092666"/>
              <a:ext cx="260280" cy="413640"/>
            </p14:xfrm>
          </p:contentPart>
        </mc:Choice>
        <mc:Fallback>
          <p:pic>
            <p:nvPicPr>
              <p:cNvPr id="345" name="Entrada de lápiz 344">
                <a:extLst>
                  <a:ext uri="{FF2B5EF4-FFF2-40B4-BE49-F238E27FC236}">
                    <a16:creationId xmlns:a16="http://schemas.microsoft.com/office/drawing/2014/main" id="{28A082E4-C6BD-4573-A25A-BDA0D5820FDB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6503092" y="6083666"/>
                <a:ext cx="277920" cy="43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2" name="Grupo 351">
            <a:extLst>
              <a:ext uri="{FF2B5EF4-FFF2-40B4-BE49-F238E27FC236}">
                <a16:creationId xmlns:a16="http://schemas.microsoft.com/office/drawing/2014/main" id="{347868E7-E54A-4F43-BEAD-D07295A7825A}"/>
              </a:ext>
            </a:extLst>
          </p:cNvPr>
          <p:cNvGrpSpPr/>
          <p:nvPr/>
        </p:nvGrpSpPr>
        <p:grpSpPr>
          <a:xfrm>
            <a:off x="6978652" y="6219386"/>
            <a:ext cx="1017360" cy="446040"/>
            <a:chOff x="6978652" y="6219386"/>
            <a:chExt cx="1017360" cy="44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346" name="Entrada de lápiz 345">
                  <a:extLst>
                    <a:ext uri="{FF2B5EF4-FFF2-40B4-BE49-F238E27FC236}">
                      <a16:creationId xmlns:a16="http://schemas.microsoft.com/office/drawing/2014/main" id="{379CC18F-9110-449B-9E0E-9E151B499C1E}"/>
                    </a:ext>
                  </a:extLst>
                </p14:cNvPr>
                <p14:cNvContentPartPr/>
                <p14:nvPr/>
              </p14:nvContentPartPr>
              <p14:xfrm>
                <a:off x="7016812" y="6295706"/>
                <a:ext cx="24480" cy="363600"/>
              </p14:xfrm>
            </p:contentPart>
          </mc:Choice>
          <mc:Fallback>
            <p:pic>
              <p:nvPicPr>
                <p:cNvPr id="346" name="Entrada de lápiz 345">
                  <a:extLst>
                    <a:ext uri="{FF2B5EF4-FFF2-40B4-BE49-F238E27FC236}">
                      <a16:creationId xmlns:a16="http://schemas.microsoft.com/office/drawing/2014/main" id="{379CC18F-9110-449B-9E0E-9E151B499C1E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008172" y="6286706"/>
                  <a:ext cx="421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347" name="Entrada de lápiz 346">
                  <a:extLst>
                    <a:ext uri="{FF2B5EF4-FFF2-40B4-BE49-F238E27FC236}">
                      <a16:creationId xmlns:a16="http://schemas.microsoft.com/office/drawing/2014/main" id="{4D81F0B7-5F16-491A-AEA9-59DE6A15C250}"/>
                    </a:ext>
                  </a:extLst>
                </p14:cNvPr>
                <p14:cNvContentPartPr/>
                <p14:nvPr/>
              </p14:nvContentPartPr>
              <p14:xfrm>
                <a:off x="6978652" y="6277706"/>
                <a:ext cx="190800" cy="181080"/>
              </p14:xfrm>
            </p:contentPart>
          </mc:Choice>
          <mc:Fallback>
            <p:pic>
              <p:nvPicPr>
                <p:cNvPr id="347" name="Entrada de lápiz 346">
                  <a:extLst>
                    <a:ext uri="{FF2B5EF4-FFF2-40B4-BE49-F238E27FC236}">
                      <a16:creationId xmlns:a16="http://schemas.microsoft.com/office/drawing/2014/main" id="{4D81F0B7-5F16-491A-AEA9-59DE6A15C25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970012" y="6268706"/>
                  <a:ext cx="208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348" name="Entrada de lápiz 347">
                  <a:extLst>
                    <a:ext uri="{FF2B5EF4-FFF2-40B4-BE49-F238E27FC236}">
                      <a16:creationId xmlns:a16="http://schemas.microsoft.com/office/drawing/2014/main" id="{49412462-8324-46CA-BD9F-14406FF7B7A9}"/>
                    </a:ext>
                  </a:extLst>
                </p14:cNvPr>
                <p14:cNvContentPartPr/>
                <p14:nvPr/>
              </p14:nvContentPartPr>
              <p14:xfrm>
                <a:off x="7205812" y="6293546"/>
                <a:ext cx="161640" cy="243360"/>
              </p14:xfrm>
            </p:contentPart>
          </mc:Choice>
          <mc:Fallback>
            <p:pic>
              <p:nvPicPr>
                <p:cNvPr id="348" name="Entrada de lápiz 347">
                  <a:extLst>
                    <a:ext uri="{FF2B5EF4-FFF2-40B4-BE49-F238E27FC236}">
                      <a16:creationId xmlns:a16="http://schemas.microsoft.com/office/drawing/2014/main" id="{49412462-8324-46CA-BD9F-14406FF7B7A9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196812" y="6284546"/>
                  <a:ext cx="179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349" name="Entrada de lápiz 348">
                  <a:extLst>
                    <a:ext uri="{FF2B5EF4-FFF2-40B4-BE49-F238E27FC236}">
                      <a16:creationId xmlns:a16="http://schemas.microsoft.com/office/drawing/2014/main" id="{B66D931B-AAD7-43E1-A74B-09860CE0CD3A}"/>
                    </a:ext>
                  </a:extLst>
                </p14:cNvPr>
                <p14:cNvContentPartPr/>
                <p14:nvPr/>
              </p14:nvContentPartPr>
              <p14:xfrm>
                <a:off x="7517212" y="6322346"/>
                <a:ext cx="20520" cy="171720"/>
              </p14:xfrm>
            </p:contentPart>
          </mc:Choice>
          <mc:Fallback>
            <p:pic>
              <p:nvPicPr>
                <p:cNvPr id="349" name="Entrada de lápiz 348">
                  <a:extLst>
                    <a:ext uri="{FF2B5EF4-FFF2-40B4-BE49-F238E27FC236}">
                      <a16:creationId xmlns:a16="http://schemas.microsoft.com/office/drawing/2014/main" id="{B66D931B-AAD7-43E1-A74B-09860CE0CD3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508212" y="6313706"/>
                  <a:ext cx="38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350" name="Entrada de lápiz 349">
                  <a:extLst>
                    <a:ext uri="{FF2B5EF4-FFF2-40B4-BE49-F238E27FC236}">
                      <a16:creationId xmlns:a16="http://schemas.microsoft.com/office/drawing/2014/main" id="{290CC4F6-F996-4688-8C14-BC9D9C1990FA}"/>
                    </a:ext>
                  </a:extLst>
                </p14:cNvPr>
                <p14:cNvContentPartPr/>
                <p14:nvPr/>
              </p14:nvContentPartPr>
              <p14:xfrm>
                <a:off x="7646812" y="6291386"/>
                <a:ext cx="111240" cy="282240"/>
              </p14:xfrm>
            </p:contentPart>
          </mc:Choice>
          <mc:Fallback>
            <p:pic>
              <p:nvPicPr>
                <p:cNvPr id="350" name="Entrada de lápiz 349">
                  <a:extLst>
                    <a:ext uri="{FF2B5EF4-FFF2-40B4-BE49-F238E27FC236}">
                      <a16:creationId xmlns:a16="http://schemas.microsoft.com/office/drawing/2014/main" id="{290CC4F6-F996-4688-8C14-BC9D9C1990F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638172" y="6282386"/>
                  <a:ext cx="1288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51" name="Entrada de lápiz 350">
                  <a:extLst>
                    <a:ext uri="{FF2B5EF4-FFF2-40B4-BE49-F238E27FC236}">
                      <a16:creationId xmlns:a16="http://schemas.microsoft.com/office/drawing/2014/main" id="{3FC34905-C6BC-45E8-BC9A-949D1B7B0A59}"/>
                    </a:ext>
                  </a:extLst>
                </p14:cNvPr>
                <p14:cNvContentPartPr/>
                <p14:nvPr/>
              </p14:nvContentPartPr>
              <p14:xfrm>
                <a:off x="7894132" y="6219386"/>
                <a:ext cx="101880" cy="446040"/>
              </p14:xfrm>
            </p:contentPart>
          </mc:Choice>
          <mc:Fallback>
            <p:pic>
              <p:nvPicPr>
                <p:cNvPr id="351" name="Entrada de lápiz 350">
                  <a:extLst>
                    <a:ext uri="{FF2B5EF4-FFF2-40B4-BE49-F238E27FC236}">
                      <a16:creationId xmlns:a16="http://schemas.microsoft.com/office/drawing/2014/main" id="{3FC34905-C6BC-45E8-BC9A-949D1B7B0A59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885492" y="6210746"/>
                  <a:ext cx="119520" cy="46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upo 360">
            <a:extLst>
              <a:ext uri="{FF2B5EF4-FFF2-40B4-BE49-F238E27FC236}">
                <a16:creationId xmlns:a16="http://schemas.microsoft.com/office/drawing/2014/main" id="{F4386DF6-0F8C-4456-A156-37CB513E9A08}"/>
              </a:ext>
            </a:extLst>
          </p:cNvPr>
          <p:cNvGrpSpPr/>
          <p:nvPr/>
        </p:nvGrpSpPr>
        <p:grpSpPr>
          <a:xfrm>
            <a:off x="8047132" y="6221546"/>
            <a:ext cx="863640" cy="449280"/>
            <a:chOff x="8047132" y="6221546"/>
            <a:chExt cx="863640" cy="44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56" name="Entrada de lápiz 355">
                  <a:extLst>
                    <a:ext uri="{FF2B5EF4-FFF2-40B4-BE49-F238E27FC236}">
                      <a16:creationId xmlns:a16="http://schemas.microsoft.com/office/drawing/2014/main" id="{96F92FD9-FFE8-48B5-B23D-6CACD0E8A32C}"/>
                    </a:ext>
                  </a:extLst>
                </p14:cNvPr>
                <p14:cNvContentPartPr/>
                <p14:nvPr/>
              </p14:nvContentPartPr>
              <p14:xfrm>
                <a:off x="8047132" y="6377066"/>
                <a:ext cx="30240" cy="211320"/>
              </p14:xfrm>
            </p:contentPart>
          </mc:Choice>
          <mc:Fallback>
            <p:pic>
              <p:nvPicPr>
                <p:cNvPr id="356" name="Entrada de lápiz 355">
                  <a:extLst>
                    <a:ext uri="{FF2B5EF4-FFF2-40B4-BE49-F238E27FC236}">
                      <a16:creationId xmlns:a16="http://schemas.microsoft.com/office/drawing/2014/main" id="{96F92FD9-FFE8-48B5-B23D-6CACD0E8A32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038132" y="6368066"/>
                  <a:ext cx="478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57" name="Entrada de lápiz 356">
                  <a:extLst>
                    <a:ext uri="{FF2B5EF4-FFF2-40B4-BE49-F238E27FC236}">
                      <a16:creationId xmlns:a16="http://schemas.microsoft.com/office/drawing/2014/main" id="{10E43F70-7F0A-43FF-8A87-8C747E3121CC}"/>
                    </a:ext>
                  </a:extLst>
                </p14:cNvPr>
                <p14:cNvContentPartPr/>
                <p14:nvPr/>
              </p14:nvContentPartPr>
              <p14:xfrm>
                <a:off x="8161252" y="6344666"/>
                <a:ext cx="173160" cy="283680"/>
              </p14:xfrm>
            </p:contentPart>
          </mc:Choice>
          <mc:Fallback>
            <p:pic>
              <p:nvPicPr>
                <p:cNvPr id="357" name="Entrada de lápiz 356">
                  <a:extLst>
                    <a:ext uri="{FF2B5EF4-FFF2-40B4-BE49-F238E27FC236}">
                      <a16:creationId xmlns:a16="http://schemas.microsoft.com/office/drawing/2014/main" id="{10E43F70-7F0A-43FF-8A87-8C747E3121C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152612" y="6336026"/>
                  <a:ext cx="1908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58" name="Entrada de lápiz 357">
                  <a:extLst>
                    <a:ext uri="{FF2B5EF4-FFF2-40B4-BE49-F238E27FC236}">
                      <a16:creationId xmlns:a16="http://schemas.microsoft.com/office/drawing/2014/main" id="{E1AEF0C5-8C36-4B53-8C8A-3A3D102DBD87}"/>
                    </a:ext>
                  </a:extLst>
                </p14:cNvPr>
                <p14:cNvContentPartPr/>
                <p14:nvPr/>
              </p14:nvContentPartPr>
              <p14:xfrm>
                <a:off x="8423332" y="6495866"/>
                <a:ext cx="36000" cy="148320"/>
              </p14:xfrm>
            </p:contentPart>
          </mc:Choice>
          <mc:Fallback>
            <p:pic>
              <p:nvPicPr>
                <p:cNvPr id="358" name="Entrada de lápiz 357">
                  <a:extLst>
                    <a:ext uri="{FF2B5EF4-FFF2-40B4-BE49-F238E27FC236}">
                      <a16:creationId xmlns:a16="http://schemas.microsoft.com/office/drawing/2014/main" id="{E1AEF0C5-8C36-4B53-8C8A-3A3D102DBD8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414692" y="6487226"/>
                  <a:ext cx="53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59" name="Entrada de lápiz 358">
                  <a:extLst>
                    <a:ext uri="{FF2B5EF4-FFF2-40B4-BE49-F238E27FC236}">
                      <a16:creationId xmlns:a16="http://schemas.microsoft.com/office/drawing/2014/main" id="{1ABB0EB4-61DA-4CA7-B2B7-DAEBC6B70199}"/>
                    </a:ext>
                  </a:extLst>
                </p14:cNvPr>
                <p14:cNvContentPartPr/>
                <p14:nvPr/>
              </p14:nvContentPartPr>
              <p14:xfrm>
                <a:off x="8513692" y="6332786"/>
                <a:ext cx="173160" cy="271800"/>
              </p14:xfrm>
            </p:contentPart>
          </mc:Choice>
          <mc:Fallback>
            <p:pic>
              <p:nvPicPr>
                <p:cNvPr id="359" name="Entrada de lápiz 358">
                  <a:extLst>
                    <a:ext uri="{FF2B5EF4-FFF2-40B4-BE49-F238E27FC236}">
                      <a16:creationId xmlns:a16="http://schemas.microsoft.com/office/drawing/2014/main" id="{1ABB0EB4-61DA-4CA7-B2B7-DAEBC6B70199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505052" y="6323786"/>
                  <a:ext cx="1908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60" name="Entrada de lápiz 359">
                  <a:extLst>
                    <a:ext uri="{FF2B5EF4-FFF2-40B4-BE49-F238E27FC236}">
                      <a16:creationId xmlns:a16="http://schemas.microsoft.com/office/drawing/2014/main" id="{3C29CEAD-9E4D-4BDC-9B7D-611465AC270B}"/>
                    </a:ext>
                  </a:extLst>
                </p14:cNvPr>
                <p14:cNvContentPartPr/>
                <p14:nvPr/>
              </p14:nvContentPartPr>
              <p14:xfrm>
                <a:off x="8744812" y="6221546"/>
                <a:ext cx="165960" cy="449280"/>
              </p14:xfrm>
            </p:contentPart>
          </mc:Choice>
          <mc:Fallback>
            <p:pic>
              <p:nvPicPr>
                <p:cNvPr id="360" name="Entrada de lápiz 359">
                  <a:extLst>
                    <a:ext uri="{FF2B5EF4-FFF2-40B4-BE49-F238E27FC236}">
                      <a16:creationId xmlns:a16="http://schemas.microsoft.com/office/drawing/2014/main" id="{3C29CEAD-9E4D-4BDC-9B7D-611465AC270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736172" y="6212906"/>
                  <a:ext cx="183600" cy="46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362" name="Entrada de lápiz 361">
                <a:extLst>
                  <a:ext uri="{FF2B5EF4-FFF2-40B4-BE49-F238E27FC236}">
                    <a16:creationId xmlns:a16="http://schemas.microsoft.com/office/drawing/2014/main" id="{85A33064-9997-4CAC-B26B-18200202472E}"/>
                  </a:ext>
                </a:extLst>
              </p14:cNvPr>
              <p14:cNvContentPartPr/>
              <p14:nvPr/>
            </p14:nvContentPartPr>
            <p14:xfrm>
              <a:off x="7487332" y="6127586"/>
              <a:ext cx="13320" cy="11880"/>
            </p14:xfrm>
          </p:contentPart>
        </mc:Choice>
        <mc:Fallback>
          <p:pic>
            <p:nvPicPr>
              <p:cNvPr id="362" name="Entrada de lápiz 361">
                <a:extLst>
                  <a:ext uri="{FF2B5EF4-FFF2-40B4-BE49-F238E27FC236}">
                    <a16:creationId xmlns:a16="http://schemas.microsoft.com/office/drawing/2014/main" id="{85A33064-9997-4CAC-B26B-18200202472E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7478332" y="6118586"/>
                <a:ext cx="3096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4" name="Grupo 363">
            <a:extLst>
              <a:ext uri="{FF2B5EF4-FFF2-40B4-BE49-F238E27FC236}">
                <a16:creationId xmlns:a16="http://schemas.microsoft.com/office/drawing/2014/main" id="{AE74CA50-2C35-4A41-B791-B6B296D71F6C}"/>
              </a:ext>
            </a:extLst>
          </p:cNvPr>
          <p:cNvGrpSpPr/>
          <p:nvPr/>
        </p:nvGrpSpPr>
        <p:grpSpPr>
          <a:xfrm>
            <a:off x="10494412" y="5179346"/>
            <a:ext cx="1039680" cy="303480"/>
            <a:chOff x="10494412" y="5179346"/>
            <a:chExt cx="1039680" cy="30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9AC784C8-D421-4538-90EC-2EE0A03DE3A2}"/>
                    </a:ext>
                  </a:extLst>
                </p14:cNvPr>
                <p14:cNvContentPartPr/>
                <p14:nvPr/>
              </p14:nvContentPartPr>
              <p14:xfrm>
                <a:off x="11509972" y="5328386"/>
                <a:ext cx="360" cy="36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9AC784C8-D421-4538-90EC-2EE0A03DE3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501332" y="53193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A7800E17-3A67-4C92-B488-F7B96C402251}"/>
                    </a:ext>
                  </a:extLst>
                </p14:cNvPr>
                <p14:cNvContentPartPr/>
                <p14:nvPr/>
              </p14:nvContentPartPr>
              <p14:xfrm>
                <a:off x="10494412" y="5293826"/>
                <a:ext cx="351720" cy="4860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A7800E17-3A67-4C92-B488-F7B96C40225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485412" y="5285186"/>
                  <a:ext cx="369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EACC982B-2978-493E-8F2F-EF7D24BF849C}"/>
                    </a:ext>
                  </a:extLst>
                </p14:cNvPr>
                <p14:cNvContentPartPr/>
                <p14:nvPr/>
              </p14:nvContentPartPr>
              <p14:xfrm>
                <a:off x="10967092" y="5294906"/>
                <a:ext cx="345600" cy="5400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EACC982B-2978-493E-8F2F-EF7D24BF849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958092" y="5286266"/>
                  <a:ext cx="3632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F8A652A0-8441-47D9-9723-A8E7C89FF6DD}"/>
                    </a:ext>
                  </a:extLst>
                </p14:cNvPr>
                <p14:cNvContentPartPr/>
                <p14:nvPr/>
              </p14:nvContentPartPr>
              <p14:xfrm>
                <a:off x="10913812" y="5281226"/>
                <a:ext cx="105840" cy="57240"/>
              </p14:xfrm>
            </p:contentPart>
          </mc:Choice>
          <mc:Fallback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F8A652A0-8441-47D9-9723-A8E7C89FF6D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905172" y="5272226"/>
                  <a:ext cx="123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DDEF57A7-AA08-4E92-8C31-38532BE2F15F}"/>
                    </a:ext>
                  </a:extLst>
                </p14:cNvPr>
                <p14:cNvContentPartPr/>
                <p14:nvPr/>
              </p14:nvContentPartPr>
              <p14:xfrm>
                <a:off x="11172292" y="5298146"/>
                <a:ext cx="69120" cy="52920"/>
              </p14:xfrm>
            </p:contentPart>
          </mc:Choice>
          <mc:Fallback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DDEF57A7-AA08-4E92-8C31-38532BE2F15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163292" y="5289506"/>
                  <a:ext cx="867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25" name="Entrada de lápiz 324">
                  <a:extLst>
                    <a:ext uri="{FF2B5EF4-FFF2-40B4-BE49-F238E27FC236}">
                      <a16:creationId xmlns:a16="http://schemas.microsoft.com/office/drawing/2014/main" id="{4050F4F6-8215-4A02-A7DE-0B2300BF07B2}"/>
                    </a:ext>
                  </a:extLst>
                </p14:cNvPr>
                <p14:cNvContentPartPr/>
                <p14:nvPr/>
              </p14:nvContentPartPr>
              <p14:xfrm>
                <a:off x="11468572" y="5293466"/>
                <a:ext cx="18720" cy="23040"/>
              </p14:xfrm>
            </p:contentPart>
          </mc:Choice>
          <mc:Fallback>
            <p:pic>
              <p:nvPicPr>
                <p:cNvPr id="325" name="Entrada de lápiz 324">
                  <a:extLst>
                    <a:ext uri="{FF2B5EF4-FFF2-40B4-BE49-F238E27FC236}">
                      <a16:creationId xmlns:a16="http://schemas.microsoft.com/office/drawing/2014/main" id="{4050F4F6-8215-4A02-A7DE-0B2300BF07B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459572" y="5284826"/>
                  <a:ext cx="36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31" name="Entrada de lápiz 330">
                  <a:extLst>
                    <a:ext uri="{FF2B5EF4-FFF2-40B4-BE49-F238E27FC236}">
                      <a16:creationId xmlns:a16="http://schemas.microsoft.com/office/drawing/2014/main" id="{E3EB05D4-74C8-4492-9C11-AD7EEE12FF6C}"/>
                    </a:ext>
                  </a:extLst>
                </p14:cNvPr>
                <p14:cNvContentPartPr/>
                <p14:nvPr/>
              </p14:nvContentPartPr>
              <p14:xfrm>
                <a:off x="10889692" y="5293826"/>
                <a:ext cx="74160" cy="15480"/>
              </p14:xfrm>
            </p:contentPart>
          </mc:Choice>
          <mc:Fallback>
            <p:pic>
              <p:nvPicPr>
                <p:cNvPr id="331" name="Entrada de lápiz 330">
                  <a:extLst>
                    <a:ext uri="{FF2B5EF4-FFF2-40B4-BE49-F238E27FC236}">
                      <a16:creationId xmlns:a16="http://schemas.microsoft.com/office/drawing/2014/main" id="{E3EB05D4-74C8-4492-9C11-AD7EEE12FF6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880692" y="5285186"/>
                  <a:ext cx="91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32" name="Entrada de lápiz 331">
                  <a:extLst>
                    <a:ext uri="{FF2B5EF4-FFF2-40B4-BE49-F238E27FC236}">
                      <a16:creationId xmlns:a16="http://schemas.microsoft.com/office/drawing/2014/main" id="{641DA391-C9D7-422E-B27C-EEADDB0F05F2}"/>
                    </a:ext>
                  </a:extLst>
                </p14:cNvPr>
                <p14:cNvContentPartPr/>
                <p14:nvPr/>
              </p14:nvContentPartPr>
              <p14:xfrm>
                <a:off x="11158972" y="5307866"/>
                <a:ext cx="66960" cy="31320"/>
              </p14:xfrm>
            </p:contentPart>
          </mc:Choice>
          <mc:Fallback>
            <p:pic>
              <p:nvPicPr>
                <p:cNvPr id="332" name="Entrada de lápiz 331">
                  <a:extLst>
                    <a:ext uri="{FF2B5EF4-FFF2-40B4-BE49-F238E27FC236}">
                      <a16:creationId xmlns:a16="http://schemas.microsoft.com/office/drawing/2014/main" id="{641DA391-C9D7-422E-B27C-EEADDB0F05F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149972" y="5299226"/>
                  <a:ext cx="84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8EDF0C70-B95D-42D2-B7AF-F5EC037779FE}"/>
                    </a:ext>
                  </a:extLst>
                </p14:cNvPr>
                <p14:cNvContentPartPr/>
                <p14:nvPr/>
              </p14:nvContentPartPr>
              <p14:xfrm>
                <a:off x="11463532" y="5247746"/>
                <a:ext cx="70560" cy="83880"/>
              </p14:xfrm>
            </p:contentPart>
          </mc:Choice>
          <mc:Fallback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8EDF0C70-B95D-42D2-B7AF-F5EC037779F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454892" y="5239106"/>
                  <a:ext cx="882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63" name="Entrada de lápiz 362">
                  <a:extLst>
                    <a:ext uri="{FF2B5EF4-FFF2-40B4-BE49-F238E27FC236}">
                      <a16:creationId xmlns:a16="http://schemas.microsoft.com/office/drawing/2014/main" id="{9573AC6C-027E-4841-A8CC-86625AC3F889}"/>
                    </a:ext>
                  </a:extLst>
                </p14:cNvPr>
                <p14:cNvContentPartPr/>
                <p14:nvPr/>
              </p14:nvContentPartPr>
              <p14:xfrm>
                <a:off x="10628692" y="5179346"/>
                <a:ext cx="2880" cy="303480"/>
              </p14:xfrm>
            </p:contentPart>
          </mc:Choice>
          <mc:Fallback>
            <p:pic>
              <p:nvPicPr>
                <p:cNvPr id="363" name="Entrada de lápiz 362">
                  <a:extLst>
                    <a:ext uri="{FF2B5EF4-FFF2-40B4-BE49-F238E27FC236}">
                      <a16:creationId xmlns:a16="http://schemas.microsoft.com/office/drawing/2014/main" id="{9573AC6C-027E-4841-A8CC-86625AC3F88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620052" y="5170706"/>
                  <a:ext cx="20520" cy="321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33782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CEBB3058-D34E-44AB-9FFE-70E140DF8E82}"/>
              </a:ext>
            </a:extLst>
          </p:cNvPr>
          <p:cNvGrpSpPr/>
          <p:nvPr/>
        </p:nvGrpSpPr>
        <p:grpSpPr>
          <a:xfrm>
            <a:off x="402532" y="143666"/>
            <a:ext cx="389160" cy="610560"/>
            <a:chOff x="402532" y="143666"/>
            <a:chExt cx="389160" cy="61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A2F3C5B6-69C4-4260-9B54-1187D8D00F27}"/>
                    </a:ext>
                  </a:extLst>
                </p14:cNvPr>
                <p14:cNvContentPartPr/>
                <p14:nvPr/>
              </p14:nvContentPartPr>
              <p14:xfrm>
                <a:off x="402532" y="143666"/>
                <a:ext cx="226800" cy="46296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A2F3C5B6-69C4-4260-9B54-1187D8D00F2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3532" y="134666"/>
                  <a:ext cx="24444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8AE51E40-4825-41C8-9DBC-17FF0470152B}"/>
                    </a:ext>
                  </a:extLst>
                </p14:cNvPr>
                <p14:cNvContentPartPr/>
                <p14:nvPr/>
              </p14:nvContentPartPr>
              <p14:xfrm>
                <a:off x="639772" y="159506"/>
                <a:ext cx="151920" cy="59472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8AE51E40-4825-41C8-9DBC-17FF0470152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1132" y="150866"/>
                  <a:ext cx="169560" cy="61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0960B2DB-98F1-40CC-89A0-391A21A8784D}"/>
              </a:ext>
            </a:extLst>
          </p:cNvPr>
          <p:cNvGrpSpPr/>
          <p:nvPr/>
        </p:nvGrpSpPr>
        <p:grpSpPr>
          <a:xfrm>
            <a:off x="1202452" y="284066"/>
            <a:ext cx="621360" cy="529200"/>
            <a:chOff x="1202452" y="284066"/>
            <a:chExt cx="621360" cy="52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0F575F56-548B-4791-890D-B653557EB1D3}"/>
                    </a:ext>
                  </a:extLst>
                </p14:cNvPr>
                <p14:cNvContentPartPr/>
                <p14:nvPr/>
              </p14:nvContentPartPr>
              <p14:xfrm>
                <a:off x="1202452" y="284066"/>
                <a:ext cx="282240" cy="52920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0F575F56-548B-4791-890D-B653557EB1D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3452" y="275066"/>
                  <a:ext cx="29988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27F0A88A-379F-4593-8436-BB8106C722DC}"/>
                    </a:ext>
                  </a:extLst>
                </p14:cNvPr>
                <p14:cNvContentPartPr/>
                <p14:nvPr/>
              </p14:nvContentPartPr>
              <p14:xfrm>
                <a:off x="1660372" y="319346"/>
                <a:ext cx="163440" cy="4622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27F0A88A-379F-4593-8436-BB8106C722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51372" y="310346"/>
                  <a:ext cx="18108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23E20EDF-166E-4EF3-9A42-352363F3AB5D}"/>
                    </a:ext>
                  </a:extLst>
                </p14:cNvPr>
                <p14:cNvContentPartPr/>
                <p14:nvPr/>
              </p14:nvContentPartPr>
              <p14:xfrm>
                <a:off x="1643812" y="533546"/>
                <a:ext cx="142200" cy="1512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23E20EDF-166E-4EF3-9A42-352363F3AB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34812" y="524546"/>
                  <a:ext cx="15984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1E9454F-38A4-48AA-9328-A2FD03C6D85F}"/>
              </a:ext>
            </a:extLst>
          </p:cNvPr>
          <p:cNvGrpSpPr/>
          <p:nvPr/>
        </p:nvGrpSpPr>
        <p:grpSpPr>
          <a:xfrm>
            <a:off x="2170132" y="572786"/>
            <a:ext cx="191160" cy="145080"/>
            <a:chOff x="2170132" y="572786"/>
            <a:chExt cx="191160" cy="14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1CE5B428-4564-412C-8243-0891586E4B17}"/>
                    </a:ext>
                  </a:extLst>
                </p14:cNvPr>
                <p14:cNvContentPartPr/>
                <p14:nvPr/>
              </p14:nvContentPartPr>
              <p14:xfrm>
                <a:off x="2196412" y="572786"/>
                <a:ext cx="164880" cy="468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1CE5B428-4564-412C-8243-0891586E4B1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412" y="564146"/>
                  <a:ext cx="1825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4B4F5A9D-3AEF-4BB7-AF8B-848FEE2A31E7}"/>
                    </a:ext>
                  </a:extLst>
                </p14:cNvPr>
                <p14:cNvContentPartPr/>
                <p14:nvPr/>
              </p14:nvContentPartPr>
              <p14:xfrm>
                <a:off x="2170132" y="684386"/>
                <a:ext cx="187200" cy="334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4B4F5A9D-3AEF-4BB7-AF8B-848FEE2A31E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61132" y="675746"/>
                  <a:ext cx="20484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05DAAE4B-C60D-4618-AD49-FA98EABFD58A}"/>
              </a:ext>
            </a:extLst>
          </p:cNvPr>
          <p:cNvGrpSpPr/>
          <p:nvPr/>
        </p:nvGrpSpPr>
        <p:grpSpPr>
          <a:xfrm>
            <a:off x="2718052" y="363266"/>
            <a:ext cx="627840" cy="403200"/>
            <a:chOff x="2718052" y="363266"/>
            <a:chExt cx="62784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7E36C9BC-6117-472B-A907-13409DB939C6}"/>
                    </a:ext>
                  </a:extLst>
                </p14:cNvPr>
                <p14:cNvContentPartPr/>
                <p14:nvPr/>
              </p14:nvContentPartPr>
              <p14:xfrm>
                <a:off x="2718052" y="363266"/>
                <a:ext cx="213480" cy="40320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7E36C9BC-6117-472B-A907-13409DB939C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09052" y="354266"/>
                  <a:ext cx="2311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21189B85-FFD0-42C2-B6A5-BA2D6304AA22}"/>
                    </a:ext>
                  </a:extLst>
                </p14:cNvPr>
                <p14:cNvContentPartPr/>
                <p14:nvPr/>
              </p14:nvContentPartPr>
              <p14:xfrm>
                <a:off x="3009292" y="615986"/>
                <a:ext cx="42120" cy="4176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21189B85-FFD0-42C2-B6A5-BA2D6304AA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00652" y="607346"/>
                  <a:ext cx="59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E1C49B8-B78D-4D83-AAD5-0E50DFDC943C}"/>
                    </a:ext>
                  </a:extLst>
                </p14:cNvPr>
                <p14:cNvContentPartPr/>
                <p14:nvPr/>
              </p14:nvContentPartPr>
              <p14:xfrm>
                <a:off x="3130972" y="397466"/>
                <a:ext cx="214920" cy="3132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E1C49B8-B78D-4D83-AAD5-0E50DFDC943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22332" y="388466"/>
                  <a:ext cx="232560" cy="33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51C906E7-D96F-486D-947A-9F0D25DCB74E}"/>
                  </a:ext>
                </a:extLst>
              </p14:cNvPr>
              <p14:cNvContentPartPr/>
              <p14:nvPr/>
            </p14:nvContentPartPr>
            <p14:xfrm>
              <a:off x="3552532" y="548306"/>
              <a:ext cx="92160" cy="5616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51C906E7-D96F-486D-947A-9F0D25DCB74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43892" y="539666"/>
                <a:ext cx="10980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o 29">
            <a:extLst>
              <a:ext uri="{FF2B5EF4-FFF2-40B4-BE49-F238E27FC236}">
                <a16:creationId xmlns:a16="http://schemas.microsoft.com/office/drawing/2014/main" id="{55DCA43D-1BA6-4E22-B255-46C358A8BA03}"/>
              </a:ext>
            </a:extLst>
          </p:cNvPr>
          <p:cNvGrpSpPr/>
          <p:nvPr/>
        </p:nvGrpSpPr>
        <p:grpSpPr>
          <a:xfrm>
            <a:off x="3529852" y="351746"/>
            <a:ext cx="797400" cy="393480"/>
            <a:chOff x="3529852" y="351746"/>
            <a:chExt cx="79740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9AEB3C78-105A-44C3-A330-E3BE8F8E5A2B}"/>
                    </a:ext>
                  </a:extLst>
                </p14:cNvPr>
                <p14:cNvContentPartPr/>
                <p14:nvPr/>
              </p14:nvContentPartPr>
              <p14:xfrm>
                <a:off x="3771772" y="351746"/>
                <a:ext cx="228240" cy="3934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9AEB3C78-105A-44C3-A330-E3BE8F8E5A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63132" y="343106"/>
                  <a:ext cx="2458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8383882C-F879-4338-B630-95DBC692B36C}"/>
                    </a:ext>
                  </a:extLst>
                </p14:cNvPr>
                <p14:cNvContentPartPr/>
                <p14:nvPr/>
              </p14:nvContentPartPr>
              <p14:xfrm>
                <a:off x="3529852" y="472346"/>
                <a:ext cx="154080" cy="26640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8383882C-F879-4338-B630-95DBC692B3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21212" y="463706"/>
                  <a:ext cx="1717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012C47D8-4613-4468-A432-5AFA52059BB2}"/>
                    </a:ext>
                  </a:extLst>
                </p14:cNvPr>
                <p14:cNvContentPartPr/>
                <p14:nvPr/>
              </p14:nvContentPartPr>
              <p14:xfrm>
                <a:off x="3546772" y="513026"/>
                <a:ext cx="149040" cy="2059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012C47D8-4613-4468-A432-5AFA52059BB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37772" y="504386"/>
                  <a:ext cx="1666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770FABCF-6372-4F41-893D-53BF99BB3590}"/>
                    </a:ext>
                  </a:extLst>
                </p14:cNvPr>
                <p14:cNvContentPartPr/>
                <p14:nvPr/>
              </p14:nvContentPartPr>
              <p14:xfrm>
                <a:off x="4174252" y="498266"/>
                <a:ext cx="133560" cy="111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770FABCF-6372-4F41-893D-53BF99BB359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65612" y="489266"/>
                  <a:ext cx="151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DF4E3AB8-7ABD-48F6-A74D-0D42C004E67A}"/>
                    </a:ext>
                  </a:extLst>
                </p14:cNvPr>
                <p14:cNvContentPartPr/>
                <p14:nvPr/>
              </p14:nvContentPartPr>
              <p14:xfrm>
                <a:off x="4150492" y="621386"/>
                <a:ext cx="176760" cy="208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DF4E3AB8-7ABD-48F6-A74D-0D42C004E67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41852" y="612386"/>
                  <a:ext cx="19440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24573F2-EF78-48E8-A50F-5697D88CEA2F}"/>
              </a:ext>
            </a:extLst>
          </p:cNvPr>
          <p:cNvGrpSpPr/>
          <p:nvPr/>
        </p:nvGrpSpPr>
        <p:grpSpPr>
          <a:xfrm>
            <a:off x="4560172" y="388826"/>
            <a:ext cx="815400" cy="442440"/>
            <a:chOff x="4560172" y="388826"/>
            <a:chExt cx="81540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1A7F0075-EE90-414C-B16C-FF48D421A0D0}"/>
                    </a:ext>
                  </a:extLst>
                </p14:cNvPr>
                <p14:cNvContentPartPr/>
                <p14:nvPr/>
              </p14:nvContentPartPr>
              <p14:xfrm>
                <a:off x="4560172" y="444626"/>
                <a:ext cx="119520" cy="2721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1A7F0075-EE90-414C-B16C-FF48D421A0D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51172" y="435986"/>
                  <a:ext cx="1371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E9E84272-1943-4461-9A50-DAC402EFBC4C}"/>
                    </a:ext>
                  </a:extLst>
                </p14:cNvPr>
                <p14:cNvContentPartPr/>
                <p14:nvPr/>
              </p14:nvContentPartPr>
              <p14:xfrm>
                <a:off x="4777972" y="410426"/>
                <a:ext cx="150480" cy="291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E9E84272-1943-4461-9A50-DAC402EFBC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69332" y="401426"/>
                  <a:ext cx="1681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0896E980-753A-458D-B6B4-7E0304B9F7BC}"/>
                    </a:ext>
                  </a:extLst>
                </p14:cNvPr>
                <p14:cNvContentPartPr/>
                <p14:nvPr/>
              </p14:nvContentPartPr>
              <p14:xfrm>
                <a:off x="4783012" y="437066"/>
                <a:ext cx="12240" cy="1008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0896E980-753A-458D-B6B4-7E0304B9F7B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74012" y="428066"/>
                  <a:ext cx="29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4FA1AA32-ADA9-485D-905D-4C5AE37E825D}"/>
                    </a:ext>
                  </a:extLst>
                </p14:cNvPr>
                <p14:cNvContentPartPr/>
                <p14:nvPr/>
              </p14:nvContentPartPr>
              <p14:xfrm>
                <a:off x="4781572" y="415826"/>
                <a:ext cx="205200" cy="31680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4FA1AA32-ADA9-485D-905D-4C5AE37E82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932" y="406826"/>
                  <a:ext cx="2228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F6E48B1B-5A10-4709-8D19-D18CA0CE4510}"/>
                    </a:ext>
                  </a:extLst>
                </p14:cNvPr>
                <p14:cNvContentPartPr/>
                <p14:nvPr/>
              </p14:nvContentPartPr>
              <p14:xfrm>
                <a:off x="5044732" y="648026"/>
                <a:ext cx="39600" cy="1832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F6E48B1B-5A10-4709-8D19-D18CA0CE45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36092" y="639386"/>
                  <a:ext cx="57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895EB77E-A82A-4DA8-A0EB-E828FA15AE48}"/>
                    </a:ext>
                  </a:extLst>
                </p14:cNvPr>
                <p14:cNvContentPartPr/>
                <p14:nvPr/>
              </p14:nvContentPartPr>
              <p14:xfrm>
                <a:off x="5189092" y="388826"/>
                <a:ext cx="156240" cy="1008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895EB77E-A82A-4DA8-A0EB-E828FA15AE4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80092" y="380186"/>
                  <a:ext cx="173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F172AFA2-268B-4812-88F8-1AFFC033CA3A}"/>
                    </a:ext>
                  </a:extLst>
                </p14:cNvPr>
                <p14:cNvContentPartPr/>
                <p14:nvPr/>
              </p14:nvContentPartPr>
              <p14:xfrm>
                <a:off x="5173612" y="399626"/>
                <a:ext cx="201960" cy="2718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F172AFA2-268B-4812-88F8-1AFFC033CA3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64612" y="390626"/>
                  <a:ext cx="21960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CDA8860F-CDF1-43B1-8EDB-9692D73174B1}"/>
                  </a:ext>
                </a:extLst>
              </p14:cNvPr>
              <p14:cNvContentPartPr/>
              <p14:nvPr/>
            </p14:nvContentPartPr>
            <p14:xfrm>
              <a:off x="4609852" y="385586"/>
              <a:ext cx="696960" cy="44856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CDA8860F-CDF1-43B1-8EDB-9692D73174B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556212" y="277946"/>
                <a:ext cx="804600" cy="66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upo 40">
            <a:extLst>
              <a:ext uri="{FF2B5EF4-FFF2-40B4-BE49-F238E27FC236}">
                <a16:creationId xmlns:a16="http://schemas.microsoft.com/office/drawing/2014/main" id="{707FBBD6-737A-4D9F-8488-76694AB2F26A}"/>
              </a:ext>
            </a:extLst>
          </p:cNvPr>
          <p:cNvGrpSpPr/>
          <p:nvPr/>
        </p:nvGrpSpPr>
        <p:grpSpPr>
          <a:xfrm>
            <a:off x="601612" y="1589786"/>
            <a:ext cx="1971000" cy="827280"/>
            <a:chOff x="601612" y="1589786"/>
            <a:chExt cx="1971000" cy="82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817472D4-2E4F-4867-9141-D0AEAC4C9999}"/>
                    </a:ext>
                  </a:extLst>
                </p14:cNvPr>
                <p14:cNvContentPartPr/>
                <p14:nvPr/>
              </p14:nvContentPartPr>
              <p14:xfrm>
                <a:off x="675772" y="1736306"/>
                <a:ext cx="35640" cy="6807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817472D4-2E4F-4867-9141-D0AEAC4C99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7132" y="1727666"/>
                  <a:ext cx="5328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2326033D-5798-41C9-8F51-2A7CC423B4B0}"/>
                    </a:ext>
                  </a:extLst>
                </p14:cNvPr>
                <p14:cNvContentPartPr/>
                <p14:nvPr/>
              </p14:nvContentPartPr>
              <p14:xfrm>
                <a:off x="601612" y="1704626"/>
                <a:ext cx="298440" cy="3952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2326033D-5798-41C9-8F51-2A7CC423B4B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2972" y="1695986"/>
                  <a:ext cx="3160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8E181B4C-7B70-4D80-B89C-0DC978CB6A6C}"/>
                    </a:ext>
                  </a:extLst>
                </p14:cNvPr>
                <p14:cNvContentPartPr/>
                <p14:nvPr/>
              </p14:nvContentPartPr>
              <p14:xfrm>
                <a:off x="998692" y="1698866"/>
                <a:ext cx="288000" cy="4266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8E181B4C-7B70-4D80-B89C-0DC978CB6A6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90052" y="1690226"/>
                  <a:ext cx="30564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5FC6AA8D-AF48-4E62-B735-6F6A75C689F4}"/>
                    </a:ext>
                  </a:extLst>
                </p14:cNvPr>
                <p14:cNvContentPartPr/>
                <p14:nvPr/>
              </p14:nvContentPartPr>
              <p14:xfrm>
                <a:off x="1224412" y="1743866"/>
                <a:ext cx="266040" cy="30564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5FC6AA8D-AF48-4E62-B735-6F6A75C689F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15772" y="1735226"/>
                  <a:ext cx="2836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F24DC0AB-7513-4373-8E78-7CACBF3475D7}"/>
                    </a:ext>
                  </a:extLst>
                </p14:cNvPr>
                <p14:cNvContentPartPr/>
                <p14:nvPr/>
              </p14:nvContentPartPr>
              <p14:xfrm>
                <a:off x="1272292" y="1736306"/>
                <a:ext cx="177840" cy="3128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F24DC0AB-7513-4373-8E78-7CACBF3475D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63292" y="1727666"/>
                  <a:ext cx="1954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C501F25D-F1D8-41C6-B95C-C020F7FC6F1E}"/>
                    </a:ext>
                  </a:extLst>
                </p14:cNvPr>
                <p14:cNvContentPartPr/>
                <p14:nvPr/>
              </p14:nvContentPartPr>
              <p14:xfrm>
                <a:off x="1630492" y="1820186"/>
                <a:ext cx="190440" cy="24012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C501F25D-F1D8-41C6-B95C-C020F7FC6F1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21852" y="1811186"/>
                  <a:ext cx="2080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2AA6FDD4-01BD-4113-B4CD-18ACADAB1F10}"/>
                    </a:ext>
                  </a:extLst>
                </p14:cNvPr>
                <p14:cNvContentPartPr/>
                <p14:nvPr/>
              </p14:nvContentPartPr>
              <p14:xfrm>
                <a:off x="1926052" y="1777706"/>
                <a:ext cx="220680" cy="26532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2AA6FDD4-01BD-4113-B4CD-18ACADAB1F1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17052" y="1768706"/>
                  <a:ext cx="2383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73E5435E-491F-419F-BC89-1619760E55C9}"/>
                    </a:ext>
                  </a:extLst>
                </p14:cNvPr>
                <p14:cNvContentPartPr/>
                <p14:nvPr/>
              </p14:nvContentPartPr>
              <p14:xfrm>
                <a:off x="2142772" y="1780226"/>
                <a:ext cx="193320" cy="24588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73E5435E-491F-419F-BC89-1619760E55C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33772" y="1771586"/>
                  <a:ext cx="2109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4AA6DC07-290F-492A-ADB6-2203D4BA6B00}"/>
                    </a:ext>
                  </a:extLst>
                </p14:cNvPr>
                <p14:cNvContentPartPr/>
                <p14:nvPr/>
              </p14:nvContentPartPr>
              <p14:xfrm>
                <a:off x="2405932" y="1589786"/>
                <a:ext cx="166680" cy="45900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4AA6DC07-290F-492A-ADB6-2203D4BA6B0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96932" y="1580786"/>
                  <a:ext cx="184320" cy="47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EAABF4B8-7796-4D0C-BEAA-33F44D52FC66}"/>
              </a:ext>
            </a:extLst>
          </p:cNvPr>
          <p:cNvGrpSpPr/>
          <p:nvPr/>
        </p:nvGrpSpPr>
        <p:grpSpPr>
          <a:xfrm>
            <a:off x="2877532" y="1788866"/>
            <a:ext cx="176400" cy="172800"/>
            <a:chOff x="2877532" y="1788866"/>
            <a:chExt cx="17640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7815821B-0E6D-4DCD-817E-B060E26E96CF}"/>
                    </a:ext>
                  </a:extLst>
                </p14:cNvPr>
                <p14:cNvContentPartPr/>
                <p14:nvPr/>
              </p14:nvContentPartPr>
              <p14:xfrm>
                <a:off x="2886892" y="1788866"/>
                <a:ext cx="167040" cy="226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7815821B-0E6D-4DCD-817E-B060E26E96C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78252" y="1780226"/>
                  <a:ext cx="184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B7DE8DA7-C7C9-4F89-81FE-9A21D48C2994}"/>
                    </a:ext>
                  </a:extLst>
                </p14:cNvPr>
                <p14:cNvContentPartPr/>
                <p14:nvPr/>
              </p14:nvContentPartPr>
              <p14:xfrm>
                <a:off x="2877532" y="1933586"/>
                <a:ext cx="163440" cy="2808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B7DE8DA7-C7C9-4F89-81FE-9A21D48C299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68532" y="1924586"/>
                  <a:ext cx="1810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9CF85A4B-6EEF-478B-BCE1-1A2BA7D1B88E}"/>
              </a:ext>
            </a:extLst>
          </p:cNvPr>
          <p:cNvGrpSpPr/>
          <p:nvPr/>
        </p:nvGrpSpPr>
        <p:grpSpPr>
          <a:xfrm>
            <a:off x="3422932" y="1705346"/>
            <a:ext cx="1302120" cy="596520"/>
            <a:chOff x="3422932" y="1705346"/>
            <a:chExt cx="1302120" cy="59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6016B846-920E-4865-9F5C-7BCDF00D5B3B}"/>
                    </a:ext>
                  </a:extLst>
                </p14:cNvPr>
                <p14:cNvContentPartPr/>
                <p14:nvPr/>
              </p14:nvContentPartPr>
              <p14:xfrm>
                <a:off x="3469372" y="1768706"/>
                <a:ext cx="68040" cy="53316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6016B846-920E-4865-9F5C-7BCDF00D5B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60372" y="1759706"/>
                  <a:ext cx="8568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728D6220-295A-4F4E-A86D-BD956A83A4A7}"/>
                    </a:ext>
                  </a:extLst>
                </p14:cNvPr>
                <p14:cNvContentPartPr/>
                <p14:nvPr/>
              </p14:nvContentPartPr>
              <p14:xfrm>
                <a:off x="3422932" y="1747826"/>
                <a:ext cx="300240" cy="22824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728D6220-295A-4F4E-A86D-BD956A83A4A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413932" y="1739186"/>
                  <a:ext cx="3178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D1B73B34-20D6-4E23-8311-02F0837BAC28}"/>
                    </a:ext>
                  </a:extLst>
                </p14:cNvPr>
                <p14:cNvContentPartPr/>
                <p14:nvPr/>
              </p14:nvContentPartPr>
              <p14:xfrm>
                <a:off x="3844492" y="1795346"/>
                <a:ext cx="12240" cy="37404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D1B73B34-20D6-4E23-8311-02F0837BAC2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35492" y="1786706"/>
                  <a:ext cx="298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2108AA01-BB25-4849-83F3-74BF97207BF7}"/>
                    </a:ext>
                  </a:extLst>
                </p14:cNvPr>
                <p14:cNvContentPartPr/>
                <p14:nvPr/>
              </p14:nvContentPartPr>
              <p14:xfrm>
                <a:off x="3829012" y="1760786"/>
                <a:ext cx="218520" cy="1998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2108AA01-BB25-4849-83F3-74BF97207BF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20012" y="1752146"/>
                  <a:ext cx="236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739CDC7B-51FC-40CB-87B0-8F68DF6C483E}"/>
                    </a:ext>
                  </a:extLst>
                </p14:cNvPr>
                <p14:cNvContentPartPr/>
                <p14:nvPr/>
              </p14:nvContentPartPr>
              <p14:xfrm>
                <a:off x="4157692" y="1768706"/>
                <a:ext cx="210600" cy="1692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739CDC7B-51FC-40CB-87B0-8F68DF6C483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48692" y="1759706"/>
                  <a:ext cx="228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F0404B61-4864-49CD-9D77-44756D2DBC5E}"/>
                    </a:ext>
                  </a:extLst>
                </p14:cNvPr>
                <p14:cNvContentPartPr/>
                <p14:nvPr/>
              </p14:nvContentPartPr>
              <p14:xfrm>
                <a:off x="4418332" y="1755746"/>
                <a:ext cx="132480" cy="1598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F0404B61-4864-49CD-9D77-44756D2DBC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09692" y="1746746"/>
                  <a:ext cx="150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1554145F-C6F9-495B-8929-CFD977BFE5C1}"/>
                    </a:ext>
                  </a:extLst>
                </p14:cNvPr>
                <p14:cNvContentPartPr/>
                <p14:nvPr/>
              </p14:nvContentPartPr>
              <p14:xfrm>
                <a:off x="4547212" y="1705346"/>
                <a:ext cx="177840" cy="2757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1554145F-C6F9-495B-8929-CFD977BFE5C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38212" y="1696706"/>
                  <a:ext cx="195480" cy="29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C3E5B0A1-603B-48E5-A4CB-5BAA2C61F953}"/>
                  </a:ext>
                </a:extLst>
              </p14:cNvPr>
              <p14:cNvContentPartPr/>
              <p14:nvPr/>
            </p14:nvContentPartPr>
            <p14:xfrm>
              <a:off x="7050292" y="1575746"/>
              <a:ext cx="107640" cy="32724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C3E5B0A1-603B-48E5-A4CB-5BAA2C61F95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041292" y="1567106"/>
                <a:ext cx="12528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3ABCAC29-ECDF-48E5-B998-9D173FD1B534}"/>
                  </a:ext>
                </a:extLst>
              </p14:cNvPr>
              <p14:cNvContentPartPr/>
              <p14:nvPr/>
            </p14:nvContentPartPr>
            <p14:xfrm>
              <a:off x="7220572" y="1740626"/>
              <a:ext cx="162720" cy="169920"/>
            </p14:xfrm>
          </p:contentPart>
        </mc:Choice>
        <mc:Fallback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3ABCAC29-ECDF-48E5-B998-9D173FD1B53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211572" y="1731986"/>
                <a:ext cx="18036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F8B5CF31-603C-4FC3-BDC9-1D9322F57114}"/>
                  </a:ext>
                </a:extLst>
              </p14:cNvPr>
              <p14:cNvContentPartPr/>
              <p14:nvPr/>
            </p14:nvContentPartPr>
            <p14:xfrm>
              <a:off x="7396972" y="1674386"/>
              <a:ext cx="333000" cy="19224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F8B5CF31-603C-4FC3-BDC9-1D9322F5711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387972" y="1665386"/>
                <a:ext cx="350640" cy="20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upo 90">
            <a:extLst>
              <a:ext uri="{FF2B5EF4-FFF2-40B4-BE49-F238E27FC236}">
                <a16:creationId xmlns:a16="http://schemas.microsoft.com/office/drawing/2014/main" id="{EC15A395-C011-449F-AB84-7A76BAF228EC}"/>
              </a:ext>
            </a:extLst>
          </p:cNvPr>
          <p:cNvGrpSpPr/>
          <p:nvPr/>
        </p:nvGrpSpPr>
        <p:grpSpPr>
          <a:xfrm>
            <a:off x="7915012" y="1351826"/>
            <a:ext cx="2122200" cy="651600"/>
            <a:chOff x="7915012" y="1351826"/>
            <a:chExt cx="2122200" cy="65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75456D82-B7F7-466C-A68D-F959A9B174DB}"/>
                    </a:ext>
                  </a:extLst>
                </p14:cNvPr>
                <p14:cNvContentPartPr/>
                <p14:nvPr/>
              </p14:nvContentPartPr>
              <p14:xfrm>
                <a:off x="7915012" y="1645226"/>
                <a:ext cx="281520" cy="20124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75456D82-B7F7-466C-A68D-F959A9B174D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06012" y="1636586"/>
                  <a:ext cx="299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2EEF8031-A4E2-44AD-A8A5-D262E2E34333}"/>
                    </a:ext>
                  </a:extLst>
                </p14:cNvPr>
                <p14:cNvContentPartPr/>
                <p14:nvPr/>
              </p14:nvContentPartPr>
              <p14:xfrm>
                <a:off x="8373292" y="1789946"/>
                <a:ext cx="16920" cy="5832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2EEF8031-A4E2-44AD-A8A5-D262E2E3433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64652" y="1781306"/>
                  <a:ext cx="34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DF7A0DB9-6141-463E-BF13-707A294447C6}"/>
                    </a:ext>
                  </a:extLst>
                </p14:cNvPr>
                <p14:cNvContentPartPr/>
                <p14:nvPr/>
              </p14:nvContentPartPr>
              <p14:xfrm>
                <a:off x="8433052" y="1519946"/>
                <a:ext cx="181440" cy="35280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DF7A0DB9-6141-463E-BF13-707A294447C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24052" y="1511306"/>
                  <a:ext cx="1990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83454959-DC62-46E3-96C1-8A6AC34F683B}"/>
                    </a:ext>
                  </a:extLst>
                </p14:cNvPr>
                <p14:cNvContentPartPr/>
                <p14:nvPr/>
              </p14:nvContentPartPr>
              <p14:xfrm>
                <a:off x="8647972" y="1652786"/>
                <a:ext cx="182160" cy="13212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83454959-DC62-46E3-96C1-8A6AC34F683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638972" y="1644146"/>
                  <a:ext cx="199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58A13C49-30BB-4362-A220-B5E0D9360ED1}"/>
                    </a:ext>
                  </a:extLst>
                </p14:cNvPr>
                <p14:cNvContentPartPr/>
                <p14:nvPr/>
              </p14:nvContentPartPr>
              <p14:xfrm>
                <a:off x="8925892" y="1626146"/>
                <a:ext cx="65880" cy="15984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58A13C49-30BB-4362-A220-B5E0D9360ED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17252" y="1617146"/>
                  <a:ext cx="83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35874CFB-5207-44FB-AB7E-065238041F34}"/>
                    </a:ext>
                  </a:extLst>
                </p14:cNvPr>
                <p14:cNvContentPartPr/>
                <p14:nvPr/>
              </p14:nvContentPartPr>
              <p14:xfrm>
                <a:off x="8904292" y="1530746"/>
                <a:ext cx="360" cy="36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35874CFB-5207-44FB-AB7E-065238041F3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95652" y="15221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36A7334C-F2BF-4BAF-A8A1-F8901C0AC36F}"/>
                    </a:ext>
                  </a:extLst>
                </p14:cNvPr>
                <p14:cNvContentPartPr/>
                <p14:nvPr/>
              </p14:nvContentPartPr>
              <p14:xfrm>
                <a:off x="8314972" y="1792106"/>
                <a:ext cx="86040" cy="5616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36A7334C-F2BF-4BAF-A8A1-F8901C0AC36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06332" y="1783106"/>
                  <a:ext cx="1036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AD65FCCD-4E64-405B-9BD6-1E514E20AC20}"/>
                    </a:ext>
                  </a:extLst>
                </p14:cNvPr>
                <p14:cNvContentPartPr/>
                <p14:nvPr/>
              </p14:nvContentPartPr>
              <p14:xfrm>
                <a:off x="9017692" y="1464506"/>
                <a:ext cx="80280" cy="31428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AD65FCCD-4E64-405B-9BD6-1E514E20AC2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08692" y="1455506"/>
                  <a:ext cx="979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9A5B016F-4BE5-46F7-B49F-6511373948A5}"/>
                    </a:ext>
                  </a:extLst>
                </p14:cNvPr>
                <p14:cNvContentPartPr/>
                <p14:nvPr/>
              </p14:nvContentPartPr>
              <p14:xfrm>
                <a:off x="9235492" y="1645226"/>
                <a:ext cx="132480" cy="900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9A5B016F-4BE5-46F7-B49F-6511373948A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226852" y="1636586"/>
                  <a:ext cx="150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23E770EA-A1BC-4295-BCAA-A8D76159D340}"/>
                    </a:ext>
                  </a:extLst>
                </p14:cNvPr>
                <p14:cNvContentPartPr/>
                <p14:nvPr/>
              </p14:nvContentPartPr>
              <p14:xfrm>
                <a:off x="9250972" y="1569266"/>
                <a:ext cx="400320" cy="26928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23E770EA-A1BC-4295-BCAA-A8D76159D34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242332" y="1560626"/>
                  <a:ext cx="4179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0D765F83-7AFD-436E-AA86-4342CFFC9914}"/>
                    </a:ext>
                  </a:extLst>
                </p14:cNvPr>
                <p14:cNvContentPartPr/>
                <p14:nvPr/>
              </p14:nvContentPartPr>
              <p14:xfrm>
                <a:off x="9498652" y="1537226"/>
                <a:ext cx="196920" cy="1332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0D765F83-7AFD-436E-AA86-4342CFFC991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490012" y="1528226"/>
                  <a:ext cx="2145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2B2DC2BE-3DB3-4DC3-B127-D450B85ED243}"/>
                    </a:ext>
                  </a:extLst>
                </p14:cNvPr>
                <p14:cNvContentPartPr/>
                <p14:nvPr/>
              </p14:nvContentPartPr>
              <p14:xfrm>
                <a:off x="9579652" y="1667906"/>
                <a:ext cx="237240" cy="792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2B2DC2BE-3DB3-4DC3-B127-D450B85ED24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71012" y="1658906"/>
                  <a:ext cx="2548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AD369809-AC94-4398-BF5C-C81596DA021C}"/>
                    </a:ext>
                  </a:extLst>
                </p14:cNvPr>
                <p14:cNvContentPartPr/>
                <p14:nvPr/>
              </p14:nvContentPartPr>
              <p14:xfrm>
                <a:off x="9822652" y="1351826"/>
                <a:ext cx="214560" cy="65160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AD369809-AC94-4398-BF5C-C81596DA021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13652" y="1343186"/>
                  <a:ext cx="232200" cy="66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ADF307C2-2BDC-46C0-9645-329CA99CFB4B}"/>
              </a:ext>
            </a:extLst>
          </p:cNvPr>
          <p:cNvGrpSpPr/>
          <p:nvPr/>
        </p:nvGrpSpPr>
        <p:grpSpPr>
          <a:xfrm>
            <a:off x="5168572" y="1690226"/>
            <a:ext cx="1690200" cy="435240"/>
            <a:chOff x="5168572" y="1690226"/>
            <a:chExt cx="169020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0A375052-041C-473D-B6BB-A3C364334A41}"/>
                    </a:ext>
                  </a:extLst>
                </p14:cNvPr>
                <p14:cNvContentPartPr/>
                <p14:nvPr/>
              </p14:nvContentPartPr>
              <p14:xfrm>
                <a:off x="5168572" y="1698866"/>
                <a:ext cx="145800" cy="3956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0A375052-041C-473D-B6BB-A3C364334A4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159932" y="1690226"/>
                  <a:ext cx="16344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0A3828FF-9305-44CD-9006-B204CF68C220}"/>
                    </a:ext>
                  </a:extLst>
                </p14:cNvPr>
                <p14:cNvContentPartPr/>
                <p14:nvPr/>
              </p14:nvContentPartPr>
              <p14:xfrm>
                <a:off x="5415172" y="1740266"/>
                <a:ext cx="237240" cy="23544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0A3828FF-9305-44CD-9006-B204CF68C22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406532" y="1731266"/>
                  <a:ext cx="254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BF0561B7-7EC7-4BB6-B78F-A59EB0AC0C2C}"/>
                    </a:ext>
                  </a:extLst>
                </p14:cNvPr>
                <p14:cNvContentPartPr/>
                <p14:nvPr/>
              </p14:nvContentPartPr>
              <p14:xfrm>
                <a:off x="5677252" y="1756826"/>
                <a:ext cx="169200" cy="19764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BF0561B7-7EC7-4BB6-B78F-A59EB0AC0C2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668252" y="1747826"/>
                  <a:ext cx="1868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DBB116F0-4630-484E-870B-EC1DC50DC411}"/>
                    </a:ext>
                  </a:extLst>
                </p14:cNvPr>
                <p14:cNvContentPartPr/>
                <p14:nvPr/>
              </p14:nvContentPartPr>
              <p14:xfrm>
                <a:off x="5946172" y="1874546"/>
                <a:ext cx="37440" cy="25092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DBB116F0-4630-484E-870B-EC1DC50DC4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37532" y="1865906"/>
                  <a:ext cx="550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748B3BA0-C7AA-4B4E-87D7-79F05D858D96}"/>
                    </a:ext>
                  </a:extLst>
                </p14:cNvPr>
                <p14:cNvContentPartPr/>
                <p14:nvPr/>
              </p14:nvContentPartPr>
              <p14:xfrm>
                <a:off x="6126172" y="1730186"/>
                <a:ext cx="57600" cy="2192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748B3BA0-C7AA-4B4E-87D7-79F05D858D9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117172" y="1721186"/>
                  <a:ext cx="75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0AEC44F8-432F-465E-A210-22CBEF4B30C4}"/>
                    </a:ext>
                  </a:extLst>
                </p14:cNvPr>
                <p14:cNvContentPartPr/>
                <p14:nvPr/>
              </p14:nvContentPartPr>
              <p14:xfrm>
                <a:off x="6253612" y="1690226"/>
                <a:ext cx="176760" cy="2541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0AEC44F8-432F-465E-A210-22CBEF4B30C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44612" y="1681226"/>
                  <a:ext cx="1944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8FD52C1B-41D1-4119-9652-CB0127EEE462}"/>
                    </a:ext>
                  </a:extLst>
                </p14:cNvPr>
                <p14:cNvContentPartPr/>
                <p14:nvPr/>
              </p14:nvContentPartPr>
              <p14:xfrm>
                <a:off x="6494092" y="1909826"/>
                <a:ext cx="360" cy="36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8FD52C1B-41D1-4119-9652-CB0127EEE46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85452" y="19011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CB7F291A-BD22-41A4-9BD5-AFE921A20F16}"/>
                    </a:ext>
                  </a:extLst>
                </p14:cNvPr>
                <p14:cNvContentPartPr/>
                <p14:nvPr/>
              </p14:nvContentPartPr>
              <p14:xfrm>
                <a:off x="6550612" y="1692746"/>
                <a:ext cx="144000" cy="24552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CB7F291A-BD22-41A4-9BD5-AFE921A20F1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541972" y="1683746"/>
                  <a:ext cx="161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AD7095B6-869E-4FB6-8A93-F5DDB7077BE4}"/>
                    </a:ext>
                  </a:extLst>
                </p14:cNvPr>
                <p14:cNvContentPartPr/>
                <p14:nvPr/>
              </p14:nvContentPartPr>
              <p14:xfrm>
                <a:off x="6787132" y="1904786"/>
                <a:ext cx="71640" cy="16956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AD7095B6-869E-4FB6-8A93-F5DDB7077BE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778132" y="1895786"/>
                  <a:ext cx="89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73BC2E26-47A7-41FC-B51A-3D4A868C67A7}"/>
                    </a:ext>
                  </a:extLst>
                </p14:cNvPr>
                <p14:cNvContentPartPr/>
                <p14:nvPr/>
              </p14:nvContentPartPr>
              <p14:xfrm>
                <a:off x="6471412" y="1876706"/>
                <a:ext cx="55440" cy="5904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73BC2E26-47A7-41FC-B51A-3D4A868C67A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462412" y="1868066"/>
                  <a:ext cx="7308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81EC7869-7EAE-4CF5-9FA3-654710B23475}"/>
                  </a:ext>
                </a:extLst>
              </p14:cNvPr>
              <p14:cNvContentPartPr/>
              <p14:nvPr/>
            </p14:nvContentPartPr>
            <p14:xfrm>
              <a:off x="4330492" y="1589426"/>
              <a:ext cx="26640" cy="2232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81EC7869-7EAE-4CF5-9FA3-654710B2347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321492" y="1580426"/>
                <a:ext cx="4428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upo 96">
            <a:extLst>
              <a:ext uri="{FF2B5EF4-FFF2-40B4-BE49-F238E27FC236}">
                <a16:creationId xmlns:a16="http://schemas.microsoft.com/office/drawing/2014/main" id="{D776ACB3-1E82-4855-910C-3CBAD9715EF8}"/>
              </a:ext>
            </a:extLst>
          </p:cNvPr>
          <p:cNvGrpSpPr/>
          <p:nvPr/>
        </p:nvGrpSpPr>
        <p:grpSpPr>
          <a:xfrm>
            <a:off x="2956012" y="2666186"/>
            <a:ext cx="122040" cy="168480"/>
            <a:chOff x="2956012" y="2666186"/>
            <a:chExt cx="122040" cy="1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5F755355-F7B1-49AD-B77B-A53AF0FBB9AA}"/>
                    </a:ext>
                  </a:extLst>
                </p14:cNvPr>
                <p14:cNvContentPartPr/>
                <p14:nvPr/>
              </p14:nvContentPartPr>
              <p14:xfrm>
                <a:off x="2997772" y="2666186"/>
                <a:ext cx="80280" cy="2592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5F755355-F7B1-49AD-B77B-A53AF0FBB9A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988772" y="2657546"/>
                  <a:ext cx="97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A366B730-EBC3-45FB-9E2D-FDC15055234C}"/>
                    </a:ext>
                  </a:extLst>
                </p14:cNvPr>
                <p14:cNvContentPartPr/>
                <p14:nvPr/>
              </p14:nvContentPartPr>
              <p14:xfrm>
                <a:off x="2956012" y="2806586"/>
                <a:ext cx="92160" cy="2808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A366B730-EBC3-45FB-9E2D-FDC15055234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947372" y="2797946"/>
                  <a:ext cx="1098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54D5BF0B-8315-412C-B358-8724E7CB39DC}"/>
              </a:ext>
            </a:extLst>
          </p:cNvPr>
          <p:cNvGrpSpPr/>
          <p:nvPr/>
        </p:nvGrpSpPr>
        <p:grpSpPr>
          <a:xfrm>
            <a:off x="3444172" y="2615786"/>
            <a:ext cx="1236600" cy="489960"/>
            <a:chOff x="3444172" y="2615786"/>
            <a:chExt cx="1236600" cy="48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62635020-B01D-4C06-A9BD-0F650BD09D82}"/>
                    </a:ext>
                  </a:extLst>
                </p14:cNvPr>
                <p14:cNvContentPartPr/>
                <p14:nvPr/>
              </p14:nvContentPartPr>
              <p14:xfrm>
                <a:off x="3444172" y="2653946"/>
                <a:ext cx="211320" cy="3175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62635020-B01D-4C06-A9BD-0F650BD09D8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435532" y="2644946"/>
                  <a:ext cx="2289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FC66989D-C0F4-47E2-B089-3C673CDF4BCE}"/>
                    </a:ext>
                  </a:extLst>
                </p14:cNvPr>
                <p14:cNvContentPartPr/>
                <p14:nvPr/>
              </p14:nvContentPartPr>
              <p14:xfrm>
                <a:off x="3755212" y="2849426"/>
                <a:ext cx="245520" cy="792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FC66989D-C0F4-47E2-B089-3C673CDF4BC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746212" y="2840786"/>
                  <a:ext cx="263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3AD22279-0E65-4CEA-90DC-7434675CCA3F}"/>
                    </a:ext>
                  </a:extLst>
                </p14:cNvPr>
                <p14:cNvContentPartPr/>
                <p14:nvPr/>
              </p14:nvContentPartPr>
              <p14:xfrm>
                <a:off x="4213132" y="2735666"/>
                <a:ext cx="93240" cy="37008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3AD22279-0E65-4CEA-90DC-7434675CCA3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204492" y="2727026"/>
                  <a:ext cx="1108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C761FB98-4CCE-4153-8A31-61B5750BA771}"/>
                    </a:ext>
                  </a:extLst>
                </p14:cNvPr>
                <p14:cNvContentPartPr/>
                <p14:nvPr/>
              </p14:nvContentPartPr>
              <p14:xfrm>
                <a:off x="4183972" y="2706866"/>
                <a:ext cx="227520" cy="20196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C761FB98-4CCE-4153-8A31-61B5750BA77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174972" y="2698226"/>
                  <a:ext cx="245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E1506B64-4F03-4A84-BE01-B4056F652FAA}"/>
                    </a:ext>
                  </a:extLst>
                </p14:cNvPr>
                <p14:cNvContentPartPr/>
                <p14:nvPr/>
              </p14:nvContentPartPr>
              <p14:xfrm>
                <a:off x="4546492" y="2615786"/>
                <a:ext cx="134280" cy="24984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E1506B64-4F03-4A84-BE01-B4056F652FA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537852" y="2607146"/>
                  <a:ext cx="15192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7A6D0AF8-4B98-478A-9F71-F4F8C6E2E805}"/>
              </a:ext>
            </a:extLst>
          </p:cNvPr>
          <p:cNvGrpSpPr/>
          <p:nvPr/>
        </p:nvGrpSpPr>
        <p:grpSpPr>
          <a:xfrm>
            <a:off x="4830532" y="2480786"/>
            <a:ext cx="1373400" cy="438480"/>
            <a:chOff x="4830532" y="2480786"/>
            <a:chExt cx="137340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7481B046-41A4-4F7A-B984-6C286DE41C32}"/>
                    </a:ext>
                  </a:extLst>
                </p14:cNvPr>
                <p14:cNvContentPartPr/>
                <p14:nvPr/>
              </p14:nvContentPartPr>
              <p14:xfrm>
                <a:off x="4830532" y="2632346"/>
                <a:ext cx="219600" cy="25488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7481B046-41A4-4F7A-B984-6C286DE41C3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821532" y="2623346"/>
                  <a:ext cx="2372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6B692D2D-692A-4994-B0F1-0DE8CE0669C0}"/>
                    </a:ext>
                  </a:extLst>
                </p14:cNvPr>
                <p14:cNvContentPartPr/>
                <p14:nvPr/>
              </p14:nvContentPartPr>
              <p14:xfrm>
                <a:off x="4843852" y="2634146"/>
                <a:ext cx="190440" cy="2523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6B692D2D-692A-4994-B0F1-0DE8CE0669C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835212" y="2625146"/>
                  <a:ext cx="2080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6261FDA9-D01D-4F22-BDFC-C40E622C5290}"/>
                    </a:ext>
                  </a:extLst>
                </p14:cNvPr>
                <p14:cNvContentPartPr/>
                <p14:nvPr/>
              </p14:nvContentPartPr>
              <p14:xfrm>
                <a:off x="5215732" y="2585906"/>
                <a:ext cx="209160" cy="1555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6261FDA9-D01D-4F22-BDFC-C40E622C529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207092" y="2577266"/>
                  <a:ext cx="2268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595A3559-40CC-4AFD-B5C9-58D91CE2CED4}"/>
                    </a:ext>
                  </a:extLst>
                </p14:cNvPr>
                <p14:cNvContentPartPr/>
                <p14:nvPr/>
              </p14:nvContentPartPr>
              <p14:xfrm>
                <a:off x="5240212" y="2816306"/>
                <a:ext cx="208440" cy="2916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595A3559-40CC-4AFD-B5C9-58D91CE2CED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231572" y="2807306"/>
                  <a:ext cx="2260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390F8D09-B4D4-4AB5-8956-6740277B3D7C}"/>
                    </a:ext>
                  </a:extLst>
                </p14:cNvPr>
                <p14:cNvContentPartPr/>
                <p14:nvPr/>
              </p14:nvContentPartPr>
              <p14:xfrm>
                <a:off x="5586532" y="2612186"/>
                <a:ext cx="218160" cy="23580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390F8D09-B4D4-4AB5-8956-6740277B3D7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577892" y="2603186"/>
                  <a:ext cx="2358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8A4BF034-BE4F-47B3-B46D-ACBC251A85FE}"/>
                    </a:ext>
                  </a:extLst>
                </p14:cNvPr>
                <p14:cNvContentPartPr/>
                <p14:nvPr/>
              </p14:nvContentPartPr>
              <p14:xfrm>
                <a:off x="5810452" y="2620826"/>
                <a:ext cx="217080" cy="23508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8A4BF034-BE4F-47B3-B46D-ACBC251A85F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801452" y="2611826"/>
                  <a:ext cx="2347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37582D41-4038-4638-9FE7-6E9FDC86091C}"/>
                    </a:ext>
                  </a:extLst>
                </p14:cNvPr>
                <p14:cNvContentPartPr/>
                <p14:nvPr/>
              </p14:nvContentPartPr>
              <p14:xfrm>
                <a:off x="6015292" y="2480786"/>
                <a:ext cx="188640" cy="43848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37582D41-4038-4638-9FE7-6E9FDC86091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006652" y="2472146"/>
                  <a:ext cx="206280" cy="45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1CBF1D2-79D9-421D-89D5-638CE0756881}"/>
              </a:ext>
            </a:extLst>
          </p:cNvPr>
          <p:cNvGrpSpPr/>
          <p:nvPr/>
        </p:nvGrpSpPr>
        <p:grpSpPr>
          <a:xfrm>
            <a:off x="3097852" y="3482666"/>
            <a:ext cx="225360" cy="132120"/>
            <a:chOff x="3097852" y="3482666"/>
            <a:chExt cx="225360" cy="1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548A2BF9-DCF8-4388-9FD9-D9A4DFEE7B10}"/>
                    </a:ext>
                  </a:extLst>
                </p14:cNvPr>
                <p14:cNvContentPartPr/>
                <p14:nvPr/>
              </p14:nvContentPartPr>
              <p14:xfrm>
                <a:off x="3097852" y="3482666"/>
                <a:ext cx="144360" cy="468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548A2BF9-DCF8-4388-9FD9-D9A4DFEE7B1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088852" y="3473666"/>
                  <a:ext cx="162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117CC1CE-24E2-4A02-85EE-62227D190CEA}"/>
                    </a:ext>
                  </a:extLst>
                </p14:cNvPr>
                <p14:cNvContentPartPr/>
                <p14:nvPr/>
              </p14:nvContentPartPr>
              <p14:xfrm>
                <a:off x="3121612" y="3565106"/>
                <a:ext cx="201600" cy="4968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117CC1CE-24E2-4A02-85EE-62227D190CE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112612" y="3556106"/>
                  <a:ext cx="21924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03DD2B89-1512-44AA-9AD7-78CA204C9E6E}"/>
                  </a:ext>
                </a:extLst>
              </p14:cNvPr>
              <p14:cNvContentPartPr/>
              <p14:nvPr/>
            </p14:nvContentPartPr>
            <p14:xfrm>
              <a:off x="3547852" y="3345146"/>
              <a:ext cx="68400" cy="30240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03DD2B89-1512-44AA-9AD7-78CA204C9E6E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539212" y="3336146"/>
                <a:ext cx="8604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A5FB98BE-B952-486E-89F3-E223B91A4002}"/>
                  </a:ext>
                </a:extLst>
              </p14:cNvPr>
              <p14:cNvContentPartPr/>
              <p14:nvPr/>
            </p14:nvContentPartPr>
            <p14:xfrm>
              <a:off x="3839812" y="3493106"/>
              <a:ext cx="268200" cy="19800"/>
            </p14:xfrm>
          </p:contentPart>
        </mc:Choice>
        <mc:Fallback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A5FB98BE-B952-486E-89F3-E223B91A4002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830812" y="3484466"/>
                <a:ext cx="28584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upo 127">
            <a:extLst>
              <a:ext uri="{FF2B5EF4-FFF2-40B4-BE49-F238E27FC236}">
                <a16:creationId xmlns:a16="http://schemas.microsoft.com/office/drawing/2014/main" id="{8FEF76F5-7DC5-4A7E-B3EF-A5BE2A51A19D}"/>
              </a:ext>
            </a:extLst>
          </p:cNvPr>
          <p:cNvGrpSpPr/>
          <p:nvPr/>
        </p:nvGrpSpPr>
        <p:grpSpPr>
          <a:xfrm>
            <a:off x="4256332" y="3278906"/>
            <a:ext cx="1299600" cy="532800"/>
            <a:chOff x="4256332" y="3278906"/>
            <a:chExt cx="1299600" cy="53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4D10F9AE-EAAA-48CF-A7DB-FF3ACA29DC59}"/>
                    </a:ext>
                  </a:extLst>
                </p14:cNvPr>
                <p14:cNvContentPartPr/>
                <p14:nvPr/>
              </p14:nvContentPartPr>
              <p14:xfrm>
                <a:off x="4306372" y="3416066"/>
                <a:ext cx="42120" cy="39564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4D10F9AE-EAAA-48CF-A7DB-FF3ACA29DC5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297732" y="3407426"/>
                  <a:ext cx="597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DAF752B9-7A11-44DE-806A-B28447D02FCB}"/>
                    </a:ext>
                  </a:extLst>
                </p14:cNvPr>
                <p14:cNvContentPartPr/>
                <p14:nvPr/>
              </p14:nvContentPartPr>
              <p14:xfrm>
                <a:off x="4256332" y="3423626"/>
                <a:ext cx="226080" cy="1911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DAF752B9-7A11-44DE-806A-B28447D02FC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247692" y="3414626"/>
                  <a:ext cx="243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12B72FBA-BBE8-4099-8120-970B9629CB16}"/>
                    </a:ext>
                  </a:extLst>
                </p14:cNvPr>
                <p14:cNvContentPartPr/>
                <p14:nvPr/>
              </p14:nvContentPartPr>
              <p14:xfrm>
                <a:off x="4628212" y="3445226"/>
                <a:ext cx="21960" cy="28440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12B72FBA-BBE8-4099-8120-970B9629CB1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619212" y="3436226"/>
                  <a:ext cx="396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3257C02E-3D6C-4329-A0C7-1FE3077F342F}"/>
                    </a:ext>
                  </a:extLst>
                </p14:cNvPr>
                <p14:cNvContentPartPr/>
                <p14:nvPr/>
              </p14:nvContentPartPr>
              <p14:xfrm>
                <a:off x="4579252" y="3408866"/>
                <a:ext cx="218880" cy="15984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3257C02E-3D6C-4329-A0C7-1FE3077F342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570252" y="3400226"/>
                  <a:ext cx="236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D15C203C-CFC6-4AF1-AF5C-742B15C664EE}"/>
                    </a:ext>
                  </a:extLst>
                </p14:cNvPr>
                <p14:cNvContentPartPr/>
                <p14:nvPr/>
              </p14:nvContentPartPr>
              <p14:xfrm>
                <a:off x="4831252" y="3425786"/>
                <a:ext cx="259200" cy="13284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D15C203C-CFC6-4AF1-AF5C-742B15C664E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822612" y="3416786"/>
                  <a:ext cx="2768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2FC45350-C487-49DC-876D-16D07B6F9968}"/>
                    </a:ext>
                  </a:extLst>
                </p14:cNvPr>
                <p14:cNvContentPartPr/>
                <p14:nvPr/>
              </p14:nvContentPartPr>
              <p14:xfrm>
                <a:off x="5220412" y="3403106"/>
                <a:ext cx="105840" cy="16524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2FC45350-C487-49DC-876D-16D07B6F996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211412" y="3394466"/>
                  <a:ext cx="123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EE5B3889-B9FD-46BB-86CB-52D5DD48263E}"/>
                    </a:ext>
                  </a:extLst>
                </p14:cNvPr>
                <p14:cNvContentPartPr/>
                <p14:nvPr/>
              </p14:nvContentPartPr>
              <p14:xfrm>
                <a:off x="5497252" y="3278906"/>
                <a:ext cx="58680" cy="33984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EE5B3889-B9FD-46BB-86CB-52D5DD48263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488612" y="3270266"/>
                  <a:ext cx="76320" cy="35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DD0730BD-DD93-44A9-B703-1C0343343E00}"/>
              </a:ext>
            </a:extLst>
          </p:cNvPr>
          <p:cNvGrpSpPr/>
          <p:nvPr/>
        </p:nvGrpSpPr>
        <p:grpSpPr>
          <a:xfrm>
            <a:off x="5748532" y="3253346"/>
            <a:ext cx="1429560" cy="395640"/>
            <a:chOff x="5748532" y="3253346"/>
            <a:chExt cx="142956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9FEB52CA-6F5C-4BE9-8F3B-3FB4AB45E0C7}"/>
                    </a:ext>
                  </a:extLst>
                </p14:cNvPr>
                <p14:cNvContentPartPr/>
                <p14:nvPr/>
              </p14:nvContentPartPr>
              <p14:xfrm>
                <a:off x="5748532" y="3347666"/>
                <a:ext cx="192240" cy="19296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9FEB52CA-6F5C-4BE9-8F3B-3FB4AB45E0C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739892" y="3339026"/>
                  <a:ext cx="209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ADD1724A-EEAE-42D9-B4D4-257B77D53F82}"/>
                    </a:ext>
                  </a:extLst>
                </p14:cNvPr>
                <p14:cNvContentPartPr/>
                <p14:nvPr/>
              </p14:nvContentPartPr>
              <p14:xfrm>
                <a:off x="5976412" y="3382946"/>
                <a:ext cx="178560" cy="14256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ADD1724A-EEAE-42D9-B4D4-257B77D53F8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967772" y="3373946"/>
                  <a:ext cx="1962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A383A863-B47F-40EF-8728-0E0685E0E329}"/>
                    </a:ext>
                  </a:extLst>
                </p14:cNvPr>
                <p14:cNvContentPartPr/>
                <p14:nvPr/>
              </p14:nvContentPartPr>
              <p14:xfrm>
                <a:off x="6165412" y="3512546"/>
                <a:ext cx="39600" cy="13644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A383A863-B47F-40EF-8728-0E0685E0E32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156772" y="3503546"/>
                  <a:ext cx="572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9F08BB48-6511-4289-9D35-F4D0649F43E7}"/>
                    </a:ext>
                  </a:extLst>
                </p14:cNvPr>
                <p14:cNvContentPartPr/>
                <p14:nvPr/>
              </p14:nvContentPartPr>
              <p14:xfrm>
                <a:off x="6311932" y="3350906"/>
                <a:ext cx="101880" cy="20232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9F08BB48-6511-4289-9D35-F4D0649F43E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303292" y="3341906"/>
                  <a:ext cx="1195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8482F5F9-4E17-4BC3-86E5-810055B1026B}"/>
                    </a:ext>
                  </a:extLst>
                </p14:cNvPr>
                <p14:cNvContentPartPr/>
                <p14:nvPr/>
              </p14:nvContentPartPr>
              <p14:xfrm>
                <a:off x="6507412" y="3334706"/>
                <a:ext cx="168120" cy="21528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8482F5F9-4E17-4BC3-86E5-810055B1026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498412" y="3325706"/>
                  <a:ext cx="185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72675CE4-1401-4D69-8CEA-0B6DB0A32D09}"/>
                    </a:ext>
                  </a:extLst>
                </p14:cNvPr>
                <p14:cNvContentPartPr/>
                <p14:nvPr/>
              </p14:nvContentPartPr>
              <p14:xfrm>
                <a:off x="6751492" y="3533066"/>
                <a:ext cx="360" cy="36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72675CE4-1401-4D69-8CEA-0B6DB0A32D0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42492" y="35240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B33B1287-EF13-43D2-A156-2D370628E692}"/>
                    </a:ext>
                  </a:extLst>
                </p14:cNvPr>
                <p14:cNvContentPartPr/>
                <p14:nvPr/>
              </p14:nvContentPartPr>
              <p14:xfrm>
                <a:off x="6839692" y="3346226"/>
                <a:ext cx="128880" cy="17640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B33B1287-EF13-43D2-A156-2D370628E69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30692" y="3337586"/>
                  <a:ext cx="146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15D2AB91-A207-49BC-848B-C94B77B4F46A}"/>
                    </a:ext>
                  </a:extLst>
                </p14:cNvPr>
                <p14:cNvContentPartPr/>
                <p14:nvPr/>
              </p14:nvContentPartPr>
              <p14:xfrm>
                <a:off x="7061092" y="3253346"/>
                <a:ext cx="117000" cy="39132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15D2AB91-A207-49BC-848B-C94B77B4F46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052092" y="3244346"/>
                  <a:ext cx="134640" cy="40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C4C4EB77-6AEF-460F-854E-CECA1C49C7FE}"/>
              </a:ext>
            </a:extLst>
          </p:cNvPr>
          <p:cNvGrpSpPr/>
          <p:nvPr/>
        </p:nvGrpSpPr>
        <p:grpSpPr>
          <a:xfrm>
            <a:off x="10334572" y="1517066"/>
            <a:ext cx="1113840" cy="353520"/>
            <a:chOff x="10334572" y="1517066"/>
            <a:chExt cx="1113840" cy="35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23D5D280-69BE-4548-89F6-7F0D0D3E561E}"/>
                    </a:ext>
                  </a:extLst>
                </p14:cNvPr>
                <p14:cNvContentPartPr/>
                <p14:nvPr/>
              </p14:nvContentPartPr>
              <p14:xfrm>
                <a:off x="10395412" y="1596266"/>
                <a:ext cx="95760" cy="1764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23D5D280-69BE-4548-89F6-7F0D0D3E561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386772" y="1587266"/>
                  <a:ext cx="113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5066D34C-4D85-4D42-8670-98D6DA4D3934}"/>
                    </a:ext>
                  </a:extLst>
                </p14:cNvPr>
                <p14:cNvContentPartPr/>
                <p14:nvPr/>
              </p14:nvContentPartPr>
              <p14:xfrm>
                <a:off x="10334572" y="1691306"/>
                <a:ext cx="143280" cy="3240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5066D34C-4D85-4D42-8670-98D6DA4D393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325932" y="1682666"/>
                  <a:ext cx="160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7A0CE2B0-BBCC-445E-A94F-9ED9D6DB4733}"/>
                    </a:ext>
                  </a:extLst>
                </p14:cNvPr>
                <p14:cNvContentPartPr/>
                <p14:nvPr/>
              </p14:nvContentPartPr>
              <p14:xfrm>
                <a:off x="10601332" y="1568186"/>
                <a:ext cx="196200" cy="17532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7A0CE2B0-BBCC-445E-A94F-9ED9D6DB473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592692" y="1559546"/>
                  <a:ext cx="213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B5B8381B-B483-4E4B-8EFF-AD50F60A406E}"/>
                    </a:ext>
                  </a:extLst>
                </p14:cNvPr>
                <p14:cNvContentPartPr/>
                <p14:nvPr/>
              </p14:nvContentPartPr>
              <p14:xfrm>
                <a:off x="10811212" y="1736306"/>
                <a:ext cx="65880" cy="13428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B5B8381B-B483-4E4B-8EFF-AD50F60A406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802212" y="1727666"/>
                  <a:ext cx="83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C8511D66-F1C3-40AF-90FE-F906AE7A3424}"/>
                    </a:ext>
                  </a:extLst>
                </p14:cNvPr>
                <p14:cNvContentPartPr/>
                <p14:nvPr/>
              </p14:nvContentPartPr>
              <p14:xfrm>
                <a:off x="10886812" y="1599506"/>
                <a:ext cx="187920" cy="17460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C8511D66-F1C3-40AF-90FE-F906AE7A342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878172" y="1590506"/>
                  <a:ext cx="2055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4B9C438A-17D3-435B-90B4-3F19B9B5C784}"/>
                    </a:ext>
                  </a:extLst>
                </p14:cNvPr>
                <p14:cNvContentPartPr/>
                <p14:nvPr/>
              </p14:nvContentPartPr>
              <p14:xfrm>
                <a:off x="11067172" y="1526786"/>
                <a:ext cx="235800" cy="26676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4B9C438A-17D3-435B-90B4-3F19B9B5C78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058172" y="1518146"/>
                  <a:ext cx="2534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6B95F9BA-6F57-41C3-9585-7F0537BB2DFC}"/>
                    </a:ext>
                  </a:extLst>
                </p14:cNvPr>
                <p14:cNvContentPartPr/>
                <p14:nvPr/>
              </p14:nvContentPartPr>
              <p14:xfrm>
                <a:off x="11250412" y="1517066"/>
                <a:ext cx="198000" cy="26748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6B95F9BA-6F57-41C3-9585-7F0537BB2DF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41772" y="1508426"/>
                  <a:ext cx="21564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upo 147">
            <a:extLst>
              <a:ext uri="{FF2B5EF4-FFF2-40B4-BE49-F238E27FC236}">
                <a16:creationId xmlns:a16="http://schemas.microsoft.com/office/drawing/2014/main" id="{F22A959B-3630-4A05-A786-F5B6F18F080C}"/>
              </a:ext>
            </a:extLst>
          </p:cNvPr>
          <p:cNvGrpSpPr/>
          <p:nvPr/>
        </p:nvGrpSpPr>
        <p:grpSpPr>
          <a:xfrm>
            <a:off x="3356332" y="4276466"/>
            <a:ext cx="241920" cy="137520"/>
            <a:chOff x="3356332" y="4276466"/>
            <a:chExt cx="241920" cy="1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22ECF4E7-FACC-4D7D-9B45-B563A78022DC}"/>
                    </a:ext>
                  </a:extLst>
                </p14:cNvPr>
                <p14:cNvContentPartPr/>
                <p14:nvPr/>
              </p14:nvContentPartPr>
              <p14:xfrm>
                <a:off x="3356332" y="4276466"/>
                <a:ext cx="165960" cy="2916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22ECF4E7-FACC-4D7D-9B45-B563A78022D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347332" y="4267466"/>
                  <a:ext cx="183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6D400440-8AC1-44A4-92F5-D7642B73B2D6}"/>
                    </a:ext>
                  </a:extLst>
                </p14:cNvPr>
                <p14:cNvContentPartPr/>
                <p14:nvPr/>
              </p14:nvContentPartPr>
              <p14:xfrm>
                <a:off x="3426532" y="4362146"/>
                <a:ext cx="171720" cy="518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6D400440-8AC1-44A4-92F5-D7642B73B2D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417532" y="4353146"/>
                  <a:ext cx="18936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upo 152">
            <a:extLst>
              <a:ext uri="{FF2B5EF4-FFF2-40B4-BE49-F238E27FC236}">
                <a16:creationId xmlns:a16="http://schemas.microsoft.com/office/drawing/2014/main" id="{B45C5EC2-ADAB-42A3-B05F-39C1364083F3}"/>
              </a:ext>
            </a:extLst>
          </p:cNvPr>
          <p:cNvGrpSpPr/>
          <p:nvPr/>
        </p:nvGrpSpPr>
        <p:grpSpPr>
          <a:xfrm>
            <a:off x="3792652" y="4017266"/>
            <a:ext cx="1371600" cy="364320"/>
            <a:chOff x="3792652" y="4017266"/>
            <a:chExt cx="137160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2AEC2B1F-FBA4-4EFB-9959-BFDB98A00D48}"/>
                    </a:ext>
                  </a:extLst>
                </p14:cNvPr>
                <p14:cNvContentPartPr/>
                <p14:nvPr/>
              </p14:nvContentPartPr>
              <p14:xfrm>
                <a:off x="3792652" y="4156226"/>
                <a:ext cx="220320" cy="21960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2AEC2B1F-FBA4-4EFB-9959-BFDB98A00D4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783652" y="4147226"/>
                  <a:ext cx="237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E0C16A04-83EE-49BA-A2D3-4D853A1D70BD}"/>
                    </a:ext>
                  </a:extLst>
                </p14:cNvPr>
                <p14:cNvContentPartPr/>
                <p14:nvPr/>
              </p14:nvContentPartPr>
              <p14:xfrm>
                <a:off x="4075612" y="4296626"/>
                <a:ext cx="82440" cy="8496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E0C16A04-83EE-49BA-A2D3-4D853A1D70B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66612" y="4287986"/>
                  <a:ext cx="100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F1AC19AD-470F-4EAA-AC09-DA007DC4D230}"/>
                    </a:ext>
                  </a:extLst>
                </p14:cNvPr>
                <p14:cNvContentPartPr/>
                <p14:nvPr/>
              </p14:nvContentPartPr>
              <p14:xfrm>
                <a:off x="4326172" y="4057946"/>
                <a:ext cx="173520" cy="22356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F1AC19AD-470F-4EAA-AC09-DA007DC4D23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317532" y="4048946"/>
                  <a:ext cx="1911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ABBE8705-F22A-42F2-A3A5-2AB8B51B5F39}"/>
                    </a:ext>
                  </a:extLst>
                </p14:cNvPr>
                <p14:cNvContentPartPr/>
                <p14:nvPr/>
              </p14:nvContentPartPr>
              <p14:xfrm>
                <a:off x="4581772" y="4017266"/>
                <a:ext cx="172080" cy="25416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ABBE8705-F22A-42F2-A3A5-2AB8B51B5F3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572772" y="4008266"/>
                  <a:ext cx="189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02286A0D-269B-4BF0-A1B4-AA3A8FDA0827}"/>
                    </a:ext>
                  </a:extLst>
                </p14:cNvPr>
                <p14:cNvContentPartPr/>
                <p14:nvPr/>
              </p14:nvContentPartPr>
              <p14:xfrm>
                <a:off x="4887772" y="4056866"/>
                <a:ext cx="153720" cy="22608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02286A0D-269B-4BF0-A1B4-AA3A8FDA082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878772" y="4048226"/>
                  <a:ext cx="171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BCB1E85F-84BC-4835-93EC-9094574E4A67}"/>
                    </a:ext>
                  </a:extLst>
                </p14:cNvPr>
                <p14:cNvContentPartPr/>
                <p14:nvPr/>
              </p14:nvContentPartPr>
              <p14:xfrm>
                <a:off x="5163892" y="4259186"/>
                <a:ext cx="360" cy="36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BCB1E85F-84BC-4835-93EC-9094574E4A6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55252" y="42501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upo 155">
            <a:extLst>
              <a:ext uri="{FF2B5EF4-FFF2-40B4-BE49-F238E27FC236}">
                <a16:creationId xmlns:a16="http://schemas.microsoft.com/office/drawing/2014/main" id="{2DB04F26-EB95-4DAD-8088-AE7CB15DD3E2}"/>
              </a:ext>
            </a:extLst>
          </p:cNvPr>
          <p:cNvGrpSpPr/>
          <p:nvPr/>
        </p:nvGrpSpPr>
        <p:grpSpPr>
          <a:xfrm>
            <a:off x="6847972" y="2565386"/>
            <a:ext cx="1147680" cy="265320"/>
            <a:chOff x="6847972" y="2565386"/>
            <a:chExt cx="114768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9E0A70E6-B500-4F7F-9E85-6E54AF77D5B1}"/>
                    </a:ext>
                  </a:extLst>
                </p14:cNvPr>
                <p14:cNvContentPartPr/>
                <p14:nvPr/>
              </p14:nvContentPartPr>
              <p14:xfrm>
                <a:off x="6847972" y="2687786"/>
                <a:ext cx="1074600" cy="3564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9E0A70E6-B500-4F7F-9E85-6E54AF77D5B1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838972" y="2678786"/>
                  <a:ext cx="10922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F301CAE2-4E45-41C3-BD91-AD406F0B7F0D}"/>
                    </a:ext>
                  </a:extLst>
                </p14:cNvPr>
                <p14:cNvContentPartPr/>
                <p14:nvPr/>
              </p14:nvContentPartPr>
              <p14:xfrm>
                <a:off x="7806652" y="2565386"/>
                <a:ext cx="189000" cy="26532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F301CAE2-4E45-41C3-BD91-AD406F0B7F0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797652" y="2556746"/>
                  <a:ext cx="20664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46F2D5E2-23BE-4AA7-9FD9-F6E7FE493DF8}"/>
              </a:ext>
            </a:extLst>
          </p:cNvPr>
          <p:cNvGrpSpPr/>
          <p:nvPr/>
        </p:nvGrpSpPr>
        <p:grpSpPr>
          <a:xfrm>
            <a:off x="8281492" y="2505266"/>
            <a:ext cx="461520" cy="325080"/>
            <a:chOff x="8281492" y="2505266"/>
            <a:chExt cx="46152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0C5FF95C-E6FC-410A-BC42-064FE07E26E6}"/>
                    </a:ext>
                  </a:extLst>
                </p14:cNvPr>
                <p14:cNvContentPartPr/>
                <p14:nvPr/>
              </p14:nvContentPartPr>
              <p14:xfrm>
                <a:off x="8281492" y="2505266"/>
                <a:ext cx="189720" cy="32508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0C5FF95C-E6FC-410A-BC42-064FE07E26E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272852" y="2496626"/>
                  <a:ext cx="2073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2FAF54C8-5B89-4654-BD93-1768E043FA9E}"/>
                    </a:ext>
                  </a:extLst>
                </p14:cNvPr>
                <p14:cNvContentPartPr/>
                <p14:nvPr/>
              </p14:nvContentPartPr>
              <p14:xfrm>
                <a:off x="8568772" y="2654666"/>
                <a:ext cx="174240" cy="2700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2FAF54C8-5B89-4654-BD93-1768E043FA9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559772" y="2645666"/>
                  <a:ext cx="1918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upo 166">
            <a:extLst>
              <a:ext uri="{FF2B5EF4-FFF2-40B4-BE49-F238E27FC236}">
                <a16:creationId xmlns:a16="http://schemas.microsoft.com/office/drawing/2014/main" id="{7CC152DA-666D-43BD-96A9-13B8A0D6473D}"/>
              </a:ext>
            </a:extLst>
          </p:cNvPr>
          <p:cNvGrpSpPr/>
          <p:nvPr/>
        </p:nvGrpSpPr>
        <p:grpSpPr>
          <a:xfrm>
            <a:off x="8962972" y="3141746"/>
            <a:ext cx="668520" cy="225360"/>
            <a:chOff x="8962972" y="3141746"/>
            <a:chExt cx="668520" cy="22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0D78CFD0-729A-4B2E-BDC9-C622EE7B1F71}"/>
                    </a:ext>
                  </a:extLst>
                </p14:cNvPr>
                <p14:cNvContentPartPr/>
                <p14:nvPr/>
              </p14:nvContentPartPr>
              <p14:xfrm>
                <a:off x="8962972" y="3155426"/>
                <a:ext cx="217440" cy="21168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0D78CFD0-729A-4B2E-BDC9-C622EE7B1F7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953972" y="3146786"/>
                  <a:ext cx="2350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D37D8BB5-184C-4EF3-A289-F099FD799591}"/>
                    </a:ext>
                  </a:extLst>
                </p14:cNvPr>
                <p14:cNvContentPartPr/>
                <p14:nvPr/>
              </p14:nvContentPartPr>
              <p14:xfrm>
                <a:off x="9027052" y="3141746"/>
                <a:ext cx="138600" cy="18792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D37D8BB5-184C-4EF3-A289-F099FD79959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018412" y="3133106"/>
                  <a:ext cx="156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F29E3E0F-D4A3-4156-950F-EC838D75D851}"/>
                    </a:ext>
                  </a:extLst>
                </p14:cNvPr>
                <p14:cNvContentPartPr/>
                <p14:nvPr/>
              </p14:nvContentPartPr>
              <p14:xfrm>
                <a:off x="9250972" y="3160106"/>
                <a:ext cx="183600" cy="9252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F29E3E0F-D4A3-4156-950F-EC838D75D85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242332" y="3151106"/>
                  <a:ext cx="201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C99AF502-8245-42D2-835D-2129B1028732}"/>
                    </a:ext>
                  </a:extLst>
                </p14:cNvPr>
                <p14:cNvContentPartPr/>
                <p14:nvPr/>
              </p14:nvContentPartPr>
              <p14:xfrm>
                <a:off x="9489292" y="3163706"/>
                <a:ext cx="142200" cy="9144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C99AF502-8245-42D2-835D-2129B102873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480292" y="3155066"/>
                  <a:ext cx="15984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E954F64C-772C-4824-A368-C59667C627DD}"/>
              </a:ext>
            </a:extLst>
          </p:cNvPr>
          <p:cNvGrpSpPr/>
          <p:nvPr/>
        </p:nvGrpSpPr>
        <p:grpSpPr>
          <a:xfrm>
            <a:off x="9046852" y="2243186"/>
            <a:ext cx="447120" cy="698400"/>
            <a:chOff x="9046852" y="2243186"/>
            <a:chExt cx="447120" cy="69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5B5E776A-DBAC-4FB1-9D59-F560DDA92DCB}"/>
                    </a:ext>
                  </a:extLst>
                </p14:cNvPr>
                <p14:cNvContentPartPr/>
                <p14:nvPr/>
              </p14:nvContentPartPr>
              <p14:xfrm>
                <a:off x="9098692" y="2493746"/>
                <a:ext cx="342000" cy="1656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5B5E776A-DBAC-4FB1-9D59-F560DDA92DC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089692" y="2485106"/>
                  <a:ext cx="359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FFB20C8B-D76A-4E8D-BBFE-D12EE9025F4D}"/>
                    </a:ext>
                  </a:extLst>
                </p14:cNvPr>
                <p14:cNvContentPartPr/>
                <p14:nvPr/>
              </p14:nvContentPartPr>
              <p14:xfrm>
                <a:off x="9046852" y="2508866"/>
                <a:ext cx="447120" cy="43272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FFB20C8B-D76A-4E8D-BBFE-D12EE9025F4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037852" y="2499866"/>
                  <a:ext cx="46476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90F77967-D632-4632-9130-8223122879E2}"/>
                    </a:ext>
                  </a:extLst>
                </p14:cNvPr>
                <p14:cNvContentPartPr/>
                <p14:nvPr/>
              </p14:nvContentPartPr>
              <p14:xfrm>
                <a:off x="9053332" y="2243186"/>
                <a:ext cx="194400" cy="14292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90F77967-D632-4632-9130-8223122879E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044332" y="2234546"/>
                  <a:ext cx="212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0641CBD1-2121-46D2-A53A-82C8E426E9F0}"/>
                    </a:ext>
                  </a:extLst>
                </p14:cNvPr>
                <p14:cNvContentPartPr/>
                <p14:nvPr/>
              </p14:nvContentPartPr>
              <p14:xfrm>
                <a:off x="9208132" y="2256146"/>
                <a:ext cx="176040" cy="15372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0641CBD1-2121-46D2-A53A-82C8E426E9F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199492" y="2247146"/>
                  <a:ext cx="19368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F27C4D87-3F48-413F-8126-E161F8A8E684}"/>
              </a:ext>
            </a:extLst>
          </p:cNvPr>
          <p:cNvGrpSpPr/>
          <p:nvPr/>
        </p:nvGrpSpPr>
        <p:grpSpPr>
          <a:xfrm>
            <a:off x="9751012" y="2145986"/>
            <a:ext cx="1854000" cy="1168560"/>
            <a:chOff x="9751012" y="2145986"/>
            <a:chExt cx="1854000" cy="116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1880F2DF-2E2A-4DD2-B796-ECFD5007B73C}"/>
                    </a:ext>
                  </a:extLst>
                </p14:cNvPr>
                <p14:cNvContentPartPr/>
                <p14:nvPr/>
              </p14:nvContentPartPr>
              <p14:xfrm>
                <a:off x="9751012" y="2551706"/>
                <a:ext cx="45720" cy="21132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1880F2DF-2E2A-4DD2-B796-ECFD5007B73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742372" y="2542706"/>
                  <a:ext cx="633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E572310E-33C5-4383-B73E-A009B326C011}"/>
                    </a:ext>
                  </a:extLst>
                </p14:cNvPr>
                <p14:cNvContentPartPr/>
                <p14:nvPr/>
              </p14:nvContentPartPr>
              <p14:xfrm>
                <a:off x="9913012" y="2549906"/>
                <a:ext cx="126720" cy="17172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E572310E-33C5-4383-B73E-A009B326C01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904372" y="2540906"/>
                  <a:ext cx="1443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B4FD2E97-60CA-4102-95AC-43432CD99916}"/>
                    </a:ext>
                  </a:extLst>
                </p14:cNvPr>
                <p14:cNvContentPartPr/>
                <p14:nvPr/>
              </p14:nvContentPartPr>
              <p14:xfrm>
                <a:off x="10116772" y="2684546"/>
                <a:ext cx="18360" cy="1008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B4FD2E97-60CA-4102-95AC-43432CD9991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108132" y="2675546"/>
                  <a:ext cx="36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DD7148B5-E2DA-4175-B4D3-2CEF9FD2E7BD}"/>
                    </a:ext>
                  </a:extLst>
                </p14:cNvPr>
                <p14:cNvContentPartPr/>
                <p14:nvPr/>
              </p14:nvContentPartPr>
              <p14:xfrm>
                <a:off x="10186252" y="2557826"/>
                <a:ext cx="121320" cy="18180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DD7148B5-E2DA-4175-B4D3-2CEF9FD2E7B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177252" y="2548826"/>
                  <a:ext cx="138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7F1ED3B7-D25F-4792-9DCA-7F66F8E8E7C4}"/>
                    </a:ext>
                  </a:extLst>
                </p14:cNvPr>
                <p14:cNvContentPartPr/>
                <p14:nvPr/>
              </p14:nvContentPartPr>
              <p14:xfrm>
                <a:off x="10381012" y="2363786"/>
                <a:ext cx="178920" cy="1191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7F1ED3B7-D25F-4792-9DCA-7F66F8E8E7C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372372" y="2354786"/>
                  <a:ext cx="196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3E69DE7A-DDBB-4DED-BC1E-5976CEE5DC06}"/>
                    </a:ext>
                  </a:extLst>
                </p14:cNvPr>
                <p14:cNvContentPartPr/>
                <p14:nvPr/>
              </p14:nvContentPartPr>
              <p14:xfrm>
                <a:off x="10439332" y="2338586"/>
                <a:ext cx="127800" cy="16092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3E69DE7A-DDBB-4DED-BC1E-5976CEE5DC0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430692" y="2329586"/>
                  <a:ext cx="145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94FDBB35-12F8-444C-83CD-869441EEF843}"/>
                    </a:ext>
                  </a:extLst>
                </p14:cNvPr>
                <p14:cNvContentPartPr/>
                <p14:nvPr/>
              </p14:nvContentPartPr>
              <p14:xfrm>
                <a:off x="10694212" y="2491226"/>
                <a:ext cx="232920" cy="21960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94FDBB35-12F8-444C-83CD-869441EEF84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685212" y="2482586"/>
                  <a:ext cx="2505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27506C46-F7C5-4F4D-891A-6B2E8506103A}"/>
                    </a:ext>
                  </a:extLst>
                </p14:cNvPr>
                <p14:cNvContentPartPr/>
                <p14:nvPr/>
              </p14:nvContentPartPr>
              <p14:xfrm>
                <a:off x="10843252" y="2312306"/>
                <a:ext cx="95400" cy="1368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27506C46-F7C5-4F4D-891A-6B2E8506103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834252" y="2303306"/>
                  <a:ext cx="113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0F9ADB8B-BEE7-4BC3-ABB4-E529F06F45A8}"/>
                    </a:ext>
                  </a:extLst>
                </p14:cNvPr>
                <p14:cNvContentPartPr/>
                <p14:nvPr/>
              </p14:nvContentPartPr>
              <p14:xfrm>
                <a:off x="11101732" y="2210066"/>
                <a:ext cx="38520" cy="15552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0F9ADB8B-BEE7-4BC3-ABB4-E529F06F45A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092732" y="2201066"/>
                  <a:ext cx="56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A79CB399-EB53-4FF7-B2B6-59ED6CBFC867}"/>
                    </a:ext>
                  </a:extLst>
                </p14:cNvPr>
                <p14:cNvContentPartPr/>
                <p14:nvPr/>
              </p14:nvContentPartPr>
              <p14:xfrm>
                <a:off x="11219452" y="2185586"/>
                <a:ext cx="141120" cy="14760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A79CB399-EB53-4FF7-B2B6-59ED6CBFC86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210812" y="2176946"/>
                  <a:ext cx="158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95DC5AF0-0494-4863-934A-3FC93A67A0BB}"/>
                    </a:ext>
                  </a:extLst>
                </p14:cNvPr>
                <p14:cNvContentPartPr/>
                <p14:nvPr/>
              </p14:nvContentPartPr>
              <p14:xfrm>
                <a:off x="11423212" y="2307266"/>
                <a:ext cx="360" cy="684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95DC5AF0-0494-4863-934A-3FC93A67A0B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414212" y="2298626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90A60994-F41B-461C-A135-F07C2DF859BD}"/>
                    </a:ext>
                  </a:extLst>
                </p14:cNvPr>
                <p14:cNvContentPartPr/>
                <p14:nvPr/>
              </p14:nvContentPartPr>
              <p14:xfrm>
                <a:off x="11498092" y="2145986"/>
                <a:ext cx="106920" cy="16920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90A60994-F41B-461C-A135-F07C2DF859B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489452" y="2137346"/>
                  <a:ext cx="1245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0A1F337F-5360-464F-B633-A7605964115E}"/>
                    </a:ext>
                  </a:extLst>
                </p14:cNvPr>
                <p14:cNvContentPartPr/>
                <p14:nvPr/>
              </p14:nvContentPartPr>
              <p14:xfrm>
                <a:off x="9847492" y="2779586"/>
                <a:ext cx="1674720" cy="9288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0A1F337F-5360-464F-B633-A7605964115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838852" y="2770946"/>
                  <a:ext cx="16923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1B864441-BC69-49B5-A422-C4F439D55F53}"/>
                    </a:ext>
                  </a:extLst>
                </p14:cNvPr>
                <p14:cNvContentPartPr/>
                <p14:nvPr/>
              </p14:nvContentPartPr>
              <p14:xfrm>
                <a:off x="10553812" y="2991626"/>
                <a:ext cx="210240" cy="22536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1B864441-BC69-49B5-A422-C4F439D55F5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545172" y="2982626"/>
                  <a:ext cx="227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7EB6C87F-F1F3-43DF-91C1-DE511E41C8B3}"/>
                    </a:ext>
                  </a:extLst>
                </p14:cNvPr>
                <p14:cNvContentPartPr/>
                <p14:nvPr/>
              </p14:nvContentPartPr>
              <p14:xfrm>
                <a:off x="10613932" y="2979026"/>
                <a:ext cx="157320" cy="23796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7EB6C87F-F1F3-43DF-91C1-DE511E41C8B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604932" y="2970386"/>
                  <a:ext cx="1749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EF7FAFDE-36A7-4007-AF40-8038E098E46A}"/>
                    </a:ext>
                  </a:extLst>
                </p14:cNvPr>
                <p14:cNvContentPartPr/>
                <p14:nvPr/>
              </p14:nvContentPartPr>
              <p14:xfrm>
                <a:off x="10909852" y="2961026"/>
                <a:ext cx="26640" cy="20808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EF7FAFDE-36A7-4007-AF40-8038E098E46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901212" y="2952026"/>
                  <a:ext cx="442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28F88D9A-832D-4C4A-89F8-D8A9DC4BF344}"/>
                    </a:ext>
                  </a:extLst>
                </p14:cNvPr>
                <p14:cNvContentPartPr/>
                <p14:nvPr/>
              </p14:nvContentPartPr>
              <p14:xfrm>
                <a:off x="10990852" y="3272426"/>
                <a:ext cx="51480" cy="4212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28F88D9A-832D-4C4A-89F8-D8A9DC4BF34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982212" y="3263786"/>
                  <a:ext cx="69120" cy="5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30071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63AA71C0-DCFE-4493-A584-5AF8B9DB84F4}"/>
              </a:ext>
            </a:extLst>
          </p:cNvPr>
          <p:cNvGrpSpPr/>
          <p:nvPr/>
        </p:nvGrpSpPr>
        <p:grpSpPr>
          <a:xfrm>
            <a:off x="370492" y="446786"/>
            <a:ext cx="5098680" cy="582120"/>
            <a:chOff x="370492" y="446786"/>
            <a:chExt cx="5098680" cy="58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FCF0DABF-55C7-4FAB-9AEF-3293C95AB1EA}"/>
                    </a:ext>
                  </a:extLst>
                </p14:cNvPr>
                <p14:cNvContentPartPr/>
                <p14:nvPr/>
              </p14:nvContentPartPr>
              <p14:xfrm>
                <a:off x="497932" y="446786"/>
                <a:ext cx="28080" cy="43956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FCF0DABF-55C7-4FAB-9AEF-3293C95AB1E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9292" y="437786"/>
                  <a:ext cx="457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5C07EA0C-85BF-410B-830D-1E1679CEB601}"/>
                    </a:ext>
                  </a:extLst>
                </p14:cNvPr>
                <p14:cNvContentPartPr/>
                <p14:nvPr/>
              </p14:nvContentPartPr>
              <p14:xfrm>
                <a:off x="370492" y="479906"/>
                <a:ext cx="329040" cy="6156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5C07EA0C-85BF-410B-830D-1E1679CEB6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1852" y="471266"/>
                  <a:ext cx="3466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250A5B0A-F03A-41EF-9882-D30DC0A9FEAF}"/>
                    </a:ext>
                  </a:extLst>
                </p14:cNvPr>
                <p14:cNvContentPartPr/>
                <p14:nvPr/>
              </p14:nvContentPartPr>
              <p14:xfrm>
                <a:off x="421972" y="634346"/>
                <a:ext cx="207720" cy="849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250A5B0A-F03A-41EF-9882-D30DC0A9FE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2972" y="625346"/>
                  <a:ext cx="2253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BB070FC4-FFAC-4A4D-8D54-E3C98402799C}"/>
                    </a:ext>
                  </a:extLst>
                </p14:cNvPr>
                <p14:cNvContentPartPr/>
                <p14:nvPr/>
              </p14:nvContentPartPr>
              <p14:xfrm>
                <a:off x="650932" y="690866"/>
                <a:ext cx="433440" cy="22392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BB070FC4-FFAC-4A4D-8D54-E3C9840279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1932" y="682226"/>
                  <a:ext cx="451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2E890C8E-4915-40ED-B358-051C85108A9F}"/>
                    </a:ext>
                  </a:extLst>
                </p14:cNvPr>
                <p14:cNvContentPartPr/>
                <p14:nvPr/>
              </p14:nvContentPartPr>
              <p14:xfrm>
                <a:off x="1093372" y="739466"/>
                <a:ext cx="286560" cy="16092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2E890C8E-4915-40ED-B358-051C85108A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84372" y="730826"/>
                  <a:ext cx="304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1BC158BA-2B8B-4BE9-879C-6EB5BC9380DA}"/>
                    </a:ext>
                  </a:extLst>
                </p14:cNvPr>
                <p14:cNvContentPartPr/>
                <p14:nvPr/>
              </p14:nvContentPartPr>
              <p14:xfrm>
                <a:off x="1312612" y="702026"/>
                <a:ext cx="328320" cy="1832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1BC158BA-2B8B-4BE9-879C-6EB5BC9380D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03612" y="693026"/>
                  <a:ext cx="3459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B014BE58-EBE7-4542-9A33-975BADD38EB8}"/>
                    </a:ext>
                  </a:extLst>
                </p14:cNvPr>
                <p14:cNvContentPartPr/>
                <p14:nvPr/>
              </p14:nvContentPartPr>
              <p14:xfrm>
                <a:off x="1428172" y="546506"/>
                <a:ext cx="124200" cy="1418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B014BE58-EBE7-4542-9A33-975BADD38EB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19172" y="537506"/>
                  <a:ext cx="1418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EEC93C4-6324-4C67-85FD-90418D412597}"/>
                    </a:ext>
                  </a:extLst>
                </p14:cNvPr>
                <p14:cNvContentPartPr/>
                <p14:nvPr/>
              </p14:nvContentPartPr>
              <p14:xfrm>
                <a:off x="1934332" y="653426"/>
                <a:ext cx="149400" cy="3754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EEC93C4-6324-4C67-85FD-90418D41259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25332" y="644786"/>
                  <a:ext cx="16704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832EE889-1A71-4EBE-B3B7-CDD969E4B643}"/>
                    </a:ext>
                  </a:extLst>
                </p14:cNvPr>
                <p14:cNvContentPartPr/>
                <p14:nvPr/>
              </p14:nvContentPartPr>
              <p14:xfrm>
                <a:off x="2057092" y="665306"/>
                <a:ext cx="469440" cy="2563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832EE889-1A71-4EBE-B3B7-CDD969E4B6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48092" y="656306"/>
                  <a:ext cx="4870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5CAF6270-0564-4E2B-B816-2E1DB937C186}"/>
                    </a:ext>
                  </a:extLst>
                </p14:cNvPr>
                <p14:cNvContentPartPr/>
                <p14:nvPr/>
              </p14:nvContentPartPr>
              <p14:xfrm>
                <a:off x="2502412" y="707066"/>
                <a:ext cx="181440" cy="1630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5CAF6270-0564-4E2B-B816-2E1DB937C18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93412" y="698066"/>
                  <a:ext cx="199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438808A4-E34B-4887-858A-9046E911B745}"/>
                    </a:ext>
                  </a:extLst>
                </p14:cNvPr>
                <p14:cNvContentPartPr/>
                <p14:nvPr/>
              </p14:nvContentPartPr>
              <p14:xfrm>
                <a:off x="2789692" y="648026"/>
                <a:ext cx="75960" cy="19728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438808A4-E34B-4887-858A-9046E911B7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81052" y="639386"/>
                  <a:ext cx="93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E5267CFB-9948-4B30-B814-372C4774BAB1}"/>
                    </a:ext>
                  </a:extLst>
                </p14:cNvPr>
                <p14:cNvContentPartPr/>
                <p14:nvPr/>
              </p14:nvContentPartPr>
              <p14:xfrm>
                <a:off x="2885092" y="660986"/>
                <a:ext cx="178560" cy="1630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E5267CFB-9948-4B30-B814-372C4774BA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76452" y="651986"/>
                  <a:ext cx="196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F43B19CC-51C1-44EE-92DC-72F12F673879}"/>
                    </a:ext>
                  </a:extLst>
                </p14:cNvPr>
                <p14:cNvContentPartPr/>
                <p14:nvPr/>
              </p14:nvContentPartPr>
              <p14:xfrm>
                <a:off x="3112252" y="552626"/>
                <a:ext cx="531360" cy="2426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F43B19CC-51C1-44EE-92DC-72F12F67387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03612" y="543986"/>
                  <a:ext cx="5490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6F3337EE-717A-4373-A308-22F47C4CB2B0}"/>
                    </a:ext>
                  </a:extLst>
                </p14:cNvPr>
                <p14:cNvContentPartPr/>
                <p14:nvPr/>
              </p14:nvContentPartPr>
              <p14:xfrm>
                <a:off x="3771772" y="630386"/>
                <a:ext cx="400320" cy="14328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6F3337EE-717A-4373-A308-22F47C4CB2B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63132" y="621746"/>
                  <a:ext cx="4179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0AADDCBA-FCC7-4B51-98C2-7444377F7052}"/>
                    </a:ext>
                  </a:extLst>
                </p14:cNvPr>
                <p14:cNvContentPartPr/>
                <p14:nvPr/>
              </p14:nvContentPartPr>
              <p14:xfrm>
                <a:off x="4363972" y="471626"/>
                <a:ext cx="469080" cy="2829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0AADDCBA-FCC7-4B51-98C2-7444377F705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55332" y="462626"/>
                  <a:ext cx="4867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80393A96-9972-4F8F-88D7-8606828E200C}"/>
                    </a:ext>
                  </a:extLst>
                </p14:cNvPr>
                <p14:cNvContentPartPr/>
                <p14:nvPr/>
              </p14:nvContentPartPr>
              <p14:xfrm>
                <a:off x="4988932" y="572426"/>
                <a:ext cx="480240" cy="20124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80393A96-9972-4F8F-88D7-8606828E200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79932" y="563786"/>
                  <a:ext cx="49788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D0B03DB3-6B5D-4598-9D68-5C141AC43972}"/>
              </a:ext>
            </a:extLst>
          </p:cNvPr>
          <p:cNvGrpSpPr/>
          <p:nvPr/>
        </p:nvGrpSpPr>
        <p:grpSpPr>
          <a:xfrm>
            <a:off x="5393932" y="518426"/>
            <a:ext cx="1628280" cy="269280"/>
            <a:chOff x="5393932" y="518426"/>
            <a:chExt cx="162828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548B8C26-8E8C-4784-BD93-EC9F2EB1A028}"/>
                    </a:ext>
                  </a:extLst>
                </p14:cNvPr>
                <p14:cNvContentPartPr/>
                <p14:nvPr/>
              </p14:nvContentPartPr>
              <p14:xfrm>
                <a:off x="5393932" y="580706"/>
                <a:ext cx="128880" cy="16020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548B8C26-8E8C-4784-BD93-EC9F2EB1A02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84932" y="571706"/>
                  <a:ext cx="146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D37C23B1-5640-4771-87BC-FD70A59F5A1F}"/>
                    </a:ext>
                  </a:extLst>
                </p14:cNvPr>
                <p14:cNvContentPartPr/>
                <p14:nvPr/>
              </p14:nvContentPartPr>
              <p14:xfrm>
                <a:off x="5657092" y="578906"/>
                <a:ext cx="827640" cy="1958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D37C23B1-5640-4771-87BC-FD70A59F5A1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48092" y="570266"/>
                  <a:ext cx="845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F87C2CE9-CCBB-4AA6-88F4-0A4518A1EB7C}"/>
                    </a:ext>
                  </a:extLst>
                </p14:cNvPr>
                <p14:cNvContentPartPr/>
                <p14:nvPr/>
              </p14:nvContentPartPr>
              <p14:xfrm>
                <a:off x="6644212" y="518426"/>
                <a:ext cx="13320" cy="2487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F87C2CE9-CCBB-4AA6-88F4-0A4518A1EB7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35212" y="509786"/>
                  <a:ext cx="309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3E2232C4-8A00-4D1F-8DF9-DFD55A68C021}"/>
                    </a:ext>
                  </a:extLst>
                </p14:cNvPr>
                <p14:cNvContentPartPr/>
                <p14:nvPr/>
              </p14:nvContentPartPr>
              <p14:xfrm>
                <a:off x="6588052" y="638306"/>
                <a:ext cx="281160" cy="9576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3E2232C4-8A00-4D1F-8DF9-DFD55A68C02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79412" y="629666"/>
                  <a:ext cx="298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0D22E54E-6508-43D4-A349-470501283F6E}"/>
                    </a:ext>
                  </a:extLst>
                </p14:cNvPr>
                <p14:cNvContentPartPr/>
                <p14:nvPr/>
              </p14:nvContentPartPr>
              <p14:xfrm>
                <a:off x="6891892" y="606266"/>
                <a:ext cx="130320" cy="1814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0D22E54E-6508-43D4-A349-470501283F6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83252" y="597626"/>
                  <a:ext cx="14796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D6EBE18A-81C3-435D-9625-1A3662ECBF42}"/>
              </a:ext>
            </a:extLst>
          </p:cNvPr>
          <p:cNvGrpSpPr/>
          <p:nvPr/>
        </p:nvGrpSpPr>
        <p:grpSpPr>
          <a:xfrm>
            <a:off x="7508932" y="398546"/>
            <a:ext cx="2668320" cy="478800"/>
            <a:chOff x="7508932" y="398546"/>
            <a:chExt cx="2668320" cy="47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D2716625-B4AE-44D2-A563-9D7114F1665A}"/>
                    </a:ext>
                  </a:extLst>
                </p14:cNvPr>
                <p14:cNvContentPartPr/>
                <p14:nvPr/>
              </p14:nvContentPartPr>
              <p14:xfrm>
                <a:off x="7508932" y="465506"/>
                <a:ext cx="390960" cy="28368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D2716625-B4AE-44D2-A563-9D7114F1665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99932" y="456506"/>
                  <a:ext cx="4086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865F734C-C101-4663-AF15-4B9F4F8D26BB}"/>
                    </a:ext>
                  </a:extLst>
                </p14:cNvPr>
                <p14:cNvContentPartPr/>
                <p14:nvPr/>
              </p14:nvContentPartPr>
              <p14:xfrm>
                <a:off x="7639612" y="428426"/>
                <a:ext cx="223200" cy="3560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865F734C-C101-4663-AF15-4B9F4F8D26B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30972" y="419786"/>
                  <a:ext cx="2408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DA1C2435-07F8-4A02-AAAE-EDD9E614215A}"/>
                    </a:ext>
                  </a:extLst>
                </p14:cNvPr>
                <p14:cNvContentPartPr/>
                <p14:nvPr/>
              </p14:nvContentPartPr>
              <p14:xfrm>
                <a:off x="8099332" y="546506"/>
                <a:ext cx="386280" cy="2214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DA1C2435-07F8-4A02-AAAE-EDD9E614215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90692" y="537506"/>
                  <a:ext cx="4039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DD6AD4A3-D18D-45B3-8DE8-5D72134AFF80}"/>
                    </a:ext>
                  </a:extLst>
                </p14:cNvPr>
                <p14:cNvContentPartPr/>
                <p14:nvPr/>
              </p14:nvContentPartPr>
              <p14:xfrm>
                <a:off x="8618812" y="428426"/>
                <a:ext cx="265680" cy="4489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DD6AD4A3-D18D-45B3-8DE8-5D72134AFF8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09812" y="419426"/>
                  <a:ext cx="28332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0CAA379E-E21E-4D61-B075-9AA361B3B622}"/>
                    </a:ext>
                  </a:extLst>
                </p14:cNvPr>
                <p14:cNvContentPartPr/>
                <p14:nvPr/>
              </p14:nvContentPartPr>
              <p14:xfrm>
                <a:off x="8933092" y="585026"/>
                <a:ext cx="147240" cy="1771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0CAA379E-E21E-4D61-B075-9AA361B3B6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24092" y="576026"/>
                  <a:ext cx="1648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D53808D7-2C15-4E0B-BD09-8BEA5FB578AD}"/>
                    </a:ext>
                  </a:extLst>
                </p14:cNvPr>
                <p14:cNvContentPartPr/>
                <p14:nvPr/>
              </p14:nvContentPartPr>
              <p14:xfrm>
                <a:off x="9150892" y="582866"/>
                <a:ext cx="76680" cy="1450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D53808D7-2C15-4E0B-BD09-8BEA5FB578A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42252" y="573866"/>
                  <a:ext cx="943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15CE7F10-4679-4E65-9E79-C02FD2588283}"/>
                    </a:ext>
                  </a:extLst>
                </p14:cNvPr>
                <p14:cNvContentPartPr/>
                <p14:nvPr/>
              </p14:nvContentPartPr>
              <p14:xfrm>
                <a:off x="9235492" y="578546"/>
                <a:ext cx="148320" cy="1785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15CE7F10-4679-4E65-9E79-C02FD258828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26852" y="569546"/>
                  <a:ext cx="165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65D4CEEE-2D28-417B-94CC-7E218B9BAC90}"/>
                    </a:ext>
                  </a:extLst>
                </p14:cNvPr>
                <p14:cNvContentPartPr/>
                <p14:nvPr/>
              </p14:nvContentPartPr>
              <p14:xfrm>
                <a:off x="9552292" y="456506"/>
                <a:ext cx="80280" cy="37512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65D4CEEE-2D28-417B-94CC-7E218B9BAC9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43652" y="447506"/>
                  <a:ext cx="9792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CED515D1-46C1-477F-8D54-C23EB86D8F88}"/>
                    </a:ext>
                  </a:extLst>
                </p14:cNvPr>
                <p14:cNvContentPartPr/>
                <p14:nvPr/>
              </p14:nvContentPartPr>
              <p14:xfrm>
                <a:off x="9768292" y="555866"/>
                <a:ext cx="203400" cy="22788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CED515D1-46C1-477F-8D54-C23EB86D8F8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9292" y="547226"/>
                  <a:ext cx="2210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5E8C71A1-197D-4C91-8F84-30680737720F}"/>
                    </a:ext>
                  </a:extLst>
                </p14:cNvPr>
                <p14:cNvContentPartPr/>
                <p14:nvPr/>
              </p14:nvContentPartPr>
              <p14:xfrm>
                <a:off x="10077532" y="398546"/>
                <a:ext cx="99720" cy="46620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5E8C71A1-197D-4C91-8F84-30680737720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68532" y="389546"/>
                  <a:ext cx="117360" cy="48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AA05BB8E-6C96-4961-8438-53DB16ECCC9B}"/>
                  </a:ext>
                </a:extLst>
              </p14:cNvPr>
              <p14:cNvContentPartPr/>
              <p14:nvPr/>
            </p14:nvContentPartPr>
            <p14:xfrm>
              <a:off x="9041092" y="360026"/>
              <a:ext cx="47160" cy="5292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AA05BB8E-6C96-4961-8438-53DB16ECCC9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032452" y="351026"/>
                <a:ext cx="6480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upo 53">
            <a:extLst>
              <a:ext uri="{FF2B5EF4-FFF2-40B4-BE49-F238E27FC236}">
                <a16:creationId xmlns:a16="http://schemas.microsoft.com/office/drawing/2014/main" id="{FF53BD47-2A93-443D-B0E5-313DF80E7D56}"/>
              </a:ext>
            </a:extLst>
          </p:cNvPr>
          <p:cNvGrpSpPr/>
          <p:nvPr/>
        </p:nvGrpSpPr>
        <p:grpSpPr>
          <a:xfrm>
            <a:off x="564892" y="1466666"/>
            <a:ext cx="1891440" cy="504720"/>
            <a:chOff x="564892" y="1466666"/>
            <a:chExt cx="1891440" cy="50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4BDCC640-1AAF-442E-A132-6D455512A76F}"/>
                    </a:ext>
                  </a:extLst>
                </p14:cNvPr>
                <p14:cNvContentPartPr/>
                <p14:nvPr/>
              </p14:nvContentPartPr>
              <p14:xfrm>
                <a:off x="564892" y="1516706"/>
                <a:ext cx="211320" cy="4546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4BDCC640-1AAF-442E-A132-6D455512A76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5892" y="1508066"/>
                  <a:ext cx="22896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CE212D3C-CB65-44E6-B5D6-91A1A4FABFB7}"/>
                    </a:ext>
                  </a:extLst>
                </p14:cNvPr>
                <p14:cNvContentPartPr/>
                <p14:nvPr/>
              </p14:nvContentPartPr>
              <p14:xfrm>
                <a:off x="765052" y="1543706"/>
                <a:ext cx="233640" cy="28656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CE212D3C-CB65-44E6-B5D6-91A1A4FABFB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6412" y="1534706"/>
                  <a:ext cx="2512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A4125787-8D37-4A78-9B67-F33C09C4F812}"/>
                    </a:ext>
                  </a:extLst>
                </p14:cNvPr>
                <p14:cNvContentPartPr/>
                <p14:nvPr/>
              </p14:nvContentPartPr>
              <p14:xfrm>
                <a:off x="1057732" y="1694546"/>
                <a:ext cx="156240" cy="20160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A4125787-8D37-4A78-9B67-F33C09C4F81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9092" y="1685906"/>
                  <a:ext cx="173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ED231892-297E-4159-845F-C43507444232}"/>
                    </a:ext>
                  </a:extLst>
                </p14:cNvPr>
                <p14:cNvContentPartPr/>
                <p14:nvPr/>
              </p14:nvContentPartPr>
              <p14:xfrm>
                <a:off x="1071052" y="1732346"/>
                <a:ext cx="187200" cy="18792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ED231892-297E-4159-845F-C4350744423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2052" y="1723346"/>
                  <a:ext cx="2048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65C8BF29-31EE-44E9-8C2A-478B4AF39A58}"/>
                    </a:ext>
                  </a:extLst>
                </p14:cNvPr>
                <p14:cNvContentPartPr/>
                <p14:nvPr/>
              </p14:nvContentPartPr>
              <p14:xfrm>
                <a:off x="1409092" y="1533986"/>
                <a:ext cx="107640" cy="3956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65C8BF29-31EE-44E9-8C2A-478B4AF39A5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00092" y="1525346"/>
                  <a:ext cx="12528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B5A71E0D-9472-478B-BADD-48EA0AA99540}"/>
                    </a:ext>
                  </a:extLst>
                </p14:cNvPr>
                <p14:cNvContentPartPr/>
                <p14:nvPr/>
              </p14:nvContentPartPr>
              <p14:xfrm>
                <a:off x="1652452" y="1571426"/>
                <a:ext cx="146520" cy="33696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B5A71E0D-9472-478B-BADD-48EA0AA9954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43812" y="1562786"/>
                  <a:ext cx="1641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E807C38E-486C-423E-A229-938B722C8FBA}"/>
                    </a:ext>
                  </a:extLst>
                </p14:cNvPr>
                <p14:cNvContentPartPr/>
                <p14:nvPr/>
              </p14:nvContentPartPr>
              <p14:xfrm>
                <a:off x="1559212" y="1779146"/>
                <a:ext cx="245520" cy="3348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E807C38E-486C-423E-A229-938B722C8FB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50212" y="1770506"/>
                  <a:ext cx="263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5F8C8B6C-1AD8-4E91-99F9-74C2F977537E}"/>
                    </a:ext>
                  </a:extLst>
                </p14:cNvPr>
                <p14:cNvContentPartPr/>
                <p14:nvPr/>
              </p14:nvContentPartPr>
              <p14:xfrm>
                <a:off x="1919932" y="1466666"/>
                <a:ext cx="110160" cy="44604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5F8C8B6C-1AD8-4E91-99F9-74C2F977537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11292" y="1457666"/>
                  <a:ext cx="12780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4275102C-72E6-4611-9BD3-96E7EB847165}"/>
                    </a:ext>
                  </a:extLst>
                </p14:cNvPr>
                <p14:cNvContentPartPr/>
                <p14:nvPr/>
              </p14:nvContentPartPr>
              <p14:xfrm>
                <a:off x="2236732" y="1646306"/>
                <a:ext cx="175320" cy="1332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4275102C-72E6-4611-9BD3-96E7EB84716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28092" y="1637666"/>
                  <a:ext cx="192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EB0F0106-EEDA-4688-B239-7B5C386D5545}"/>
                    </a:ext>
                  </a:extLst>
                </p14:cNvPr>
                <p14:cNvContentPartPr/>
                <p14:nvPr/>
              </p14:nvContentPartPr>
              <p14:xfrm>
                <a:off x="2264092" y="1755746"/>
                <a:ext cx="192240" cy="57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EB0F0106-EEDA-4688-B239-7B5C386D554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55452" y="1746746"/>
                  <a:ext cx="20988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86CA5D2E-7617-4C50-B0B8-C19ACF5767BD}"/>
              </a:ext>
            </a:extLst>
          </p:cNvPr>
          <p:cNvGrpSpPr/>
          <p:nvPr/>
        </p:nvGrpSpPr>
        <p:grpSpPr>
          <a:xfrm>
            <a:off x="2831092" y="1446146"/>
            <a:ext cx="289440" cy="384840"/>
            <a:chOff x="2831092" y="1446146"/>
            <a:chExt cx="28944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1EFB976E-42AB-4CE4-8D33-494577569FBC}"/>
                    </a:ext>
                  </a:extLst>
                </p14:cNvPr>
                <p14:cNvContentPartPr/>
                <p14:nvPr/>
              </p14:nvContentPartPr>
              <p14:xfrm>
                <a:off x="2883292" y="1446146"/>
                <a:ext cx="237240" cy="248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1EFB976E-42AB-4CE4-8D33-494577569FB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74652" y="1437506"/>
                  <a:ext cx="2548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4848B241-C9E2-47E3-8218-4DECD56BF7D2}"/>
                    </a:ext>
                  </a:extLst>
                </p14:cNvPr>
                <p14:cNvContentPartPr/>
                <p14:nvPr/>
              </p14:nvContentPartPr>
              <p14:xfrm>
                <a:off x="2863852" y="1446146"/>
                <a:ext cx="224640" cy="3848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4848B241-C9E2-47E3-8218-4DECD56BF7D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55212" y="1437506"/>
                  <a:ext cx="2422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7721BC3E-B82C-4FCB-8CBD-D438CE897298}"/>
                    </a:ext>
                  </a:extLst>
                </p14:cNvPr>
                <p14:cNvContentPartPr/>
                <p14:nvPr/>
              </p14:nvContentPartPr>
              <p14:xfrm>
                <a:off x="2831092" y="1626146"/>
                <a:ext cx="281520" cy="2592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7721BC3E-B82C-4FCB-8CBD-D438CE89729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22092" y="1617146"/>
                  <a:ext cx="29916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3D55965B-4D8D-49B0-8293-8F9BA129A0EC}"/>
              </a:ext>
            </a:extLst>
          </p:cNvPr>
          <p:cNvGrpSpPr/>
          <p:nvPr/>
        </p:nvGrpSpPr>
        <p:grpSpPr>
          <a:xfrm>
            <a:off x="3380092" y="1112066"/>
            <a:ext cx="1175760" cy="722160"/>
            <a:chOff x="3380092" y="1112066"/>
            <a:chExt cx="1175760" cy="72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853CC897-2D08-43F7-8D7A-304C7AB8E6A1}"/>
                    </a:ext>
                  </a:extLst>
                </p14:cNvPr>
                <p14:cNvContentPartPr/>
                <p14:nvPr/>
              </p14:nvContentPartPr>
              <p14:xfrm>
                <a:off x="3380092" y="1331666"/>
                <a:ext cx="95400" cy="50256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853CC897-2D08-43F7-8D7A-304C7AB8E6A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71452" y="1322666"/>
                  <a:ext cx="1130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14253C94-49C2-4891-9569-C703E32845D9}"/>
                    </a:ext>
                  </a:extLst>
                </p14:cNvPr>
                <p14:cNvContentPartPr/>
                <p14:nvPr/>
              </p14:nvContentPartPr>
              <p14:xfrm>
                <a:off x="3592492" y="1437506"/>
                <a:ext cx="352080" cy="3632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14253C94-49C2-4891-9569-C703E32845D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583852" y="1428866"/>
                  <a:ext cx="3697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1C606CC4-E1B6-411D-BBBC-17042B76D6D5}"/>
                    </a:ext>
                  </a:extLst>
                </p14:cNvPr>
                <p14:cNvContentPartPr/>
                <p14:nvPr/>
              </p14:nvContentPartPr>
              <p14:xfrm>
                <a:off x="3942052" y="1112066"/>
                <a:ext cx="117360" cy="24156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1C606CC4-E1B6-411D-BBBC-17042B76D6D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33052" y="1103066"/>
                  <a:ext cx="135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7F4ECC74-6096-44B0-9D30-372CCEFBDFAA}"/>
                    </a:ext>
                  </a:extLst>
                </p14:cNvPr>
                <p14:cNvContentPartPr/>
                <p14:nvPr/>
              </p14:nvContentPartPr>
              <p14:xfrm>
                <a:off x="3913612" y="1199906"/>
                <a:ext cx="140760" cy="100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7F4ECC74-6096-44B0-9D30-372CCEFBDFA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04612" y="1190906"/>
                  <a:ext cx="158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4CD2823E-2175-4FBE-A210-92C4CEA5643D}"/>
                    </a:ext>
                  </a:extLst>
                </p14:cNvPr>
                <p14:cNvContentPartPr/>
                <p14:nvPr/>
              </p14:nvContentPartPr>
              <p14:xfrm>
                <a:off x="4133932" y="1193426"/>
                <a:ext cx="155160" cy="15300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4CD2823E-2175-4FBE-A210-92C4CEA5643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24932" y="1184426"/>
                  <a:ext cx="1728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B00B9323-0AE1-4131-B7DE-1662E1BAC896}"/>
                    </a:ext>
                  </a:extLst>
                </p14:cNvPr>
                <p14:cNvContentPartPr/>
                <p14:nvPr/>
              </p14:nvContentPartPr>
              <p14:xfrm>
                <a:off x="4119532" y="1166426"/>
                <a:ext cx="119520" cy="1364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B00B9323-0AE1-4131-B7DE-1662E1BAC89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10892" y="1157786"/>
                  <a:ext cx="1371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5F09D63A-6488-4FF5-BAF2-A1AB73286C73}"/>
                    </a:ext>
                  </a:extLst>
                </p14:cNvPr>
                <p14:cNvContentPartPr/>
                <p14:nvPr/>
              </p14:nvContentPartPr>
              <p14:xfrm>
                <a:off x="4378012" y="1128986"/>
                <a:ext cx="177840" cy="67212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5F09D63A-6488-4FF5-BAF2-A1AB73286C7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69012" y="1120346"/>
                  <a:ext cx="195480" cy="68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54FBD172-5829-4460-AEE5-2DB9EE08B17C}"/>
              </a:ext>
            </a:extLst>
          </p:cNvPr>
          <p:cNvGrpSpPr/>
          <p:nvPr/>
        </p:nvGrpSpPr>
        <p:grpSpPr>
          <a:xfrm>
            <a:off x="4993612" y="1230866"/>
            <a:ext cx="3238200" cy="534600"/>
            <a:chOff x="4993612" y="1230866"/>
            <a:chExt cx="3238200" cy="53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098DE22A-ACEA-49C0-A0C8-4578FA0CE6AE}"/>
                    </a:ext>
                  </a:extLst>
                </p14:cNvPr>
                <p14:cNvContentPartPr/>
                <p14:nvPr/>
              </p14:nvContentPartPr>
              <p14:xfrm>
                <a:off x="4993612" y="1494386"/>
                <a:ext cx="771480" cy="763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098DE22A-ACEA-49C0-A0C8-4578FA0CE6A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84972" y="1485386"/>
                  <a:ext cx="789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F2C636D8-1BA7-46DF-A57E-F2B6F1D8F50F}"/>
                    </a:ext>
                  </a:extLst>
                </p14:cNvPr>
                <p14:cNvContentPartPr/>
                <p14:nvPr/>
              </p14:nvContentPartPr>
              <p14:xfrm>
                <a:off x="5362972" y="1390346"/>
                <a:ext cx="362520" cy="37512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F2C636D8-1BA7-46DF-A57E-F2B6F1D8F50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53972" y="1381706"/>
                  <a:ext cx="3801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B28B0350-C06F-4A24-BD74-48CCE69A2026}"/>
                    </a:ext>
                  </a:extLst>
                </p14:cNvPr>
                <p14:cNvContentPartPr/>
                <p14:nvPr/>
              </p14:nvContentPartPr>
              <p14:xfrm>
                <a:off x="5949772" y="1290986"/>
                <a:ext cx="155160" cy="41472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B28B0350-C06F-4A24-BD74-48CCE69A202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41132" y="1281986"/>
                  <a:ext cx="17280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A19A3654-2D01-4D3C-8E97-D00EC4FA8232}"/>
                    </a:ext>
                  </a:extLst>
                </p14:cNvPr>
                <p14:cNvContentPartPr/>
                <p14:nvPr/>
              </p14:nvContentPartPr>
              <p14:xfrm>
                <a:off x="5956972" y="1281266"/>
                <a:ext cx="417960" cy="35064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A19A3654-2D01-4D3C-8E97-D00EC4FA823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48332" y="1272266"/>
                  <a:ext cx="4356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7E9ECD3B-BC6C-489F-9450-1207BA55CC28}"/>
                    </a:ext>
                  </a:extLst>
                </p14:cNvPr>
                <p14:cNvContentPartPr/>
                <p14:nvPr/>
              </p14:nvContentPartPr>
              <p14:xfrm>
                <a:off x="6469252" y="1456586"/>
                <a:ext cx="231480" cy="22824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7E9ECD3B-BC6C-489F-9450-1207BA55CC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460252" y="1447586"/>
                  <a:ext cx="2491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EEE61F5F-54FF-4318-ADD9-69F0CD0EB384}"/>
                    </a:ext>
                  </a:extLst>
                </p14:cNvPr>
                <p14:cNvContentPartPr/>
                <p14:nvPr/>
              </p14:nvContentPartPr>
              <p14:xfrm>
                <a:off x="6795772" y="1230866"/>
                <a:ext cx="96480" cy="46512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EEE61F5F-54FF-4318-ADD9-69F0CD0EB38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787132" y="1221866"/>
                  <a:ext cx="11412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87F45C57-5BE1-404A-B237-9FA4089C9E29}"/>
                    </a:ext>
                  </a:extLst>
                </p14:cNvPr>
                <p14:cNvContentPartPr/>
                <p14:nvPr/>
              </p14:nvContentPartPr>
              <p14:xfrm>
                <a:off x="6729892" y="1499066"/>
                <a:ext cx="313560" cy="18216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87F45C57-5BE1-404A-B237-9FA4089C9E2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21252" y="1490426"/>
                  <a:ext cx="3312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C9C76FBB-06F0-403F-BED1-9D89F5DCA6DE}"/>
                    </a:ext>
                  </a:extLst>
                </p14:cNvPr>
                <p14:cNvContentPartPr/>
                <p14:nvPr/>
              </p14:nvContentPartPr>
              <p14:xfrm>
                <a:off x="7058572" y="1521026"/>
                <a:ext cx="370800" cy="1944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C9C76FBB-06F0-403F-BED1-9D89F5DCA6D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49932" y="1512386"/>
                  <a:ext cx="388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C8137438-8D1E-44D8-8A73-F7EACCCBB8D7}"/>
                    </a:ext>
                  </a:extLst>
                </p14:cNvPr>
                <p14:cNvContentPartPr/>
                <p14:nvPr/>
              </p14:nvContentPartPr>
              <p14:xfrm>
                <a:off x="7308772" y="1500866"/>
                <a:ext cx="144360" cy="176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C8137438-8D1E-44D8-8A73-F7EACCCBB8D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99772" y="1491866"/>
                  <a:ext cx="162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994EFC6B-90A4-47D3-8CD9-3E5238175FEC}"/>
                    </a:ext>
                  </a:extLst>
                </p14:cNvPr>
                <p14:cNvContentPartPr/>
                <p14:nvPr/>
              </p14:nvContentPartPr>
              <p14:xfrm>
                <a:off x="7559692" y="1542626"/>
                <a:ext cx="263880" cy="15480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994EFC6B-90A4-47D3-8CD9-3E5238175FE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550692" y="1533626"/>
                  <a:ext cx="281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68E2E6DC-1304-49DC-A86C-9EA712C94465}"/>
                    </a:ext>
                  </a:extLst>
                </p14:cNvPr>
                <p14:cNvContentPartPr/>
                <p14:nvPr/>
              </p14:nvContentPartPr>
              <p14:xfrm>
                <a:off x="7915012" y="1446866"/>
                <a:ext cx="316800" cy="27468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68E2E6DC-1304-49DC-A86C-9EA712C9446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06012" y="1438226"/>
                  <a:ext cx="3344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091F3A53-8AC6-441F-80E8-7671DC9424EC}"/>
                    </a:ext>
                  </a:extLst>
                </p14:cNvPr>
                <p14:cNvContentPartPr/>
                <p14:nvPr/>
              </p14:nvContentPartPr>
              <p14:xfrm>
                <a:off x="7985212" y="1319786"/>
                <a:ext cx="15840" cy="18468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091F3A53-8AC6-441F-80E8-7671DC9424E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976212" y="1310786"/>
                  <a:ext cx="3348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433958D6-68D2-440A-8E9C-6AE486FD91C3}"/>
              </a:ext>
            </a:extLst>
          </p:cNvPr>
          <p:cNvGrpSpPr/>
          <p:nvPr/>
        </p:nvGrpSpPr>
        <p:grpSpPr>
          <a:xfrm>
            <a:off x="2291452" y="2460626"/>
            <a:ext cx="133560" cy="89280"/>
            <a:chOff x="2291452" y="2460626"/>
            <a:chExt cx="133560" cy="8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E10D801C-EB4A-4340-9D46-2CFD543CC0FD}"/>
                    </a:ext>
                  </a:extLst>
                </p14:cNvPr>
                <p14:cNvContentPartPr/>
                <p14:nvPr/>
              </p14:nvContentPartPr>
              <p14:xfrm>
                <a:off x="2299732" y="2460626"/>
                <a:ext cx="125280" cy="1656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E10D801C-EB4A-4340-9D46-2CFD543CC0F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91092" y="2451626"/>
                  <a:ext cx="142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3B940E93-3F6F-4949-B0DB-0E4AB1255553}"/>
                    </a:ext>
                  </a:extLst>
                </p14:cNvPr>
                <p14:cNvContentPartPr/>
                <p14:nvPr/>
              </p14:nvContentPartPr>
              <p14:xfrm>
                <a:off x="2291452" y="2547386"/>
                <a:ext cx="127800" cy="252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3B940E93-3F6F-4949-B0DB-0E4AB125555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82812" y="2538386"/>
                  <a:ext cx="14544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87489D7B-3B67-4400-9272-4464CB5F4537}"/>
              </a:ext>
            </a:extLst>
          </p:cNvPr>
          <p:cNvGrpSpPr/>
          <p:nvPr/>
        </p:nvGrpSpPr>
        <p:grpSpPr>
          <a:xfrm>
            <a:off x="2839012" y="2101706"/>
            <a:ext cx="3093840" cy="1193760"/>
            <a:chOff x="2839012" y="2101706"/>
            <a:chExt cx="3093840" cy="11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54D2F1B7-6870-4064-A861-C991F2E4ABAB}"/>
                    </a:ext>
                  </a:extLst>
                </p14:cNvPr>
                <p14:cNvContentPartPr/>
                <p14:nvPr/>
              </p14:nvContentPartPr>
              <p14:xfrm>
                <a:off x="2884732" y="3110786"/>
                <a:ext cx="187200" cy="17496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54D2F1B7-6870-4064-A861-C991F2E4ABA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875732" y="3102146"/>
                  <a:ext cx="204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D72C748C-B086-48AD-9375-AFBEA54BC83B}"/>
                    </a:ext>
                  </a:extLst>
                </p14:cNvPr>
                <p14:cNvContentPartPr/>
                <p14:nvPr/>
              </p14:nvContentPartPr>
              <p14:xfrm>
                <a:off x="2879692" y="3101066"/>
                <a:ext cx="180360" cy="1944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D72C748C-B086-48AD-9375-AFBEA54BC83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871052" y="3092426"/>
                  <a:ext cx="198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075F65EB-7A90-48A8-8CBB-97214F74C9FA}"/>
                    </a:ext>
                  </a:extLst>
                </p14:cNvPr>
                <p14:cNvContentPartPr/>
                <p14:nvPr/>
              </p14:nvContentPartPr>
              <p14:xfrm>
                <a:off x="3066892" y="3174146"/>
                <a:ext cx="186120" cy="9252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075F65EB-7A90-48A8-8CBB-97214F74C9F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57892" y="3165146"/>
                  <a:ext cx="2037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8AF07174-3F85-4BA3-8A68-7D8ACFAF8678}"/>
                    </a:ext>
                  </a:extLst>
                </p14:cNvPr>
                <p14:cNvContentPartPr/>
                <p14:nvPr/>
              </p14:nvContentPartPr>
              <p14:xfrm>
                <a:off x="3208372" y="3169466"/>
                <a:ext cx="239040" cy="11376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8AF07174-3F85-4BA3-8A68-7D8ACFAF867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199732" y="3160466"/>
                  <a:ext cx="256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1105CC00-9D13-4F28-BF09-40A714471121}"/>
                    </a:ext>
                  </a:extLst>
                </p14:cNvPr>
                <p14:cNvContentPartPr/>
                <p14:nvPr/>
              </p14:nvContentPartPr>
              <p14:xfrm>
                <a:off x="2839012" y="2458466"/>
                <a:ext cx="653400" cy="45324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1105CC00-9D13-4F28-BF09-40A71447112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30012" y="2449466"/>
                  <a:ext cx="67104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B6D80DBD-BC40-44D5-BB7F-CA66B77320DD}"/>
                    </a:ext>
                  </a:extLst>
                </p14:cNvPr>
                <p14:cNvContentPartPr/>
                <p14:nvPr/>
              </p14:nvContentPartPr>
              <p14:xfrm>
                <a:off x="3045652" y="2194946"/>
                <a:ext cx="148320" cy="14040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B6D80DBD-BC40-44D5-BB7F-CA66B77320D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37012" y="2185946"/>
                  <a:ext cx="1659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F9AC818E-C45B-42F3-99F9-C736E5148D8F}"/>
                    </a:ext>
                  </a:extLst>
                </p14:cNvPr>
                <p14:cNvContentPartPr/>
                <p14:nvPr/>
              </p14:nvContentPartPr>
              <p14:xfrm>
                <a:off x="3196492" y="2185586"/>
                <a:ext cx="137520" cy="12564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F9AC818E-C45B-42F3-99F9-C736E5148D8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187852" y="2176946"/>
                  <a:ext cx="155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EC4090BA-06DF-4235-9FBC-E53F9BF6B1C9}"/>
                    </a:ext>
                  </a:extLst>
                </p14:cNvPr>
                <p14:cNvContentPartPr/>
                <p14:nvPr/>
              </p14:nvContentPartPr>
              <p14:xfrm>
                <a:off x="3639652" y="2454146"/>
                <a:ext cx="254160" cy="27504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EC4090BA-06DF-4235-9FBC-E53F9BF6B1C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630652" y="2445146"/>
                  <a:ext cx="2718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83E9CC88-9098-4E5F-80BD-2B5CF1EA9617}"/>
                    </a:ext>
                  </a:extLst>
                </p14:cNvPr>
                <p14:cNvContentPartPr/>
                <p14:nvPr/>
              </p14:nvContentPartPr>
              <p14:xfrm>
                <a:off x="3944572" y="2110346"/>
                <a:ext cx="88200" cy="26820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83E9CC88-9098-4E5F-80BD-2B5CF1EA961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35932" y="2101346"/>
                  <a:ext cx="1058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013901CC-B5AD-44AA-AA4C-70DDA5E62DD1}"/>
                    </a:ext>
                  </a:extLst>
                </p14:cNvPr>
                <p14:cNvContentPartPr/>
                <p14:nvPr/>
              </p14:nvContentPartPr>
              <p14:xfrm>
                <a:off x="3880132" y="2265506"/>
                <a:ext cx="156240" cy="1872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013901CC-B5AD-44AA-AA4C-70DDA5E62DD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871492" y="2256866"/>
                  <a:ext cx="173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36CE2A56-CE1B-401F-9E84-66B004A93F59}"/>
                    </a:ext>
                  </a:extLst>
                </p14:cNvPr>
                <p14:cNvContentPartPr/>
                <p14:nvPr/>
              </p14:nvContentPartPr>
              <p14:xfrm>
                <a:off x="4120612" y="2187386"/>
                <a:ext cx="133560" cy="19116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36CE2A56-CE1B-401F-9E84-66B004A93F5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111972" y="2178746"/>
                  <a:ext cx="1512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77E4C933-8065-41EC-BBC6-2D9AAF0EB666}"/>
                    </a:ext>
                  </a:extLst>
                </p14:cNvPr>
                <p14:cNvContentPartPr/>
                <p14:nvPr/>
              </p14:nvContentPartPr>
              <p14:xfrm>
                <a:off x="4424812" y="2519666"/>
                <a:ext cx="65520" cy="4212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77E4C933-8065-41EC-BBC6-2D9AAF0EB66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415812" y="2510666"/>
                  <a:ext cx="83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148F3D0C-FFBE-4415-9B2E-D558978B9FA8}"/>
                    </a:ext>
                  </a:extLst>
                </p14:cNvPr>
                <p14:cNvContentPartPr/>
                <p14:nvPr/>
              </p14:nvContentPartPr>
              <p14:xfrm>
                <a:off x="4734052" y="2368826"/>
                <a:ext cx="318240" cy="2581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148F3D0C-FFBE-4415-9B2E-D558978B9FA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25052" y="2359826"/>
                  <a:ext cx="3358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32D8B288-F560-43A9-9615-B4C4618702A7}"/>
                    </a:ext>
                  </a:extLst>
                </p14:cNvPr>
                <p14:cNvContentPartPr/>
                <p14:nvPr/>
              </p14:nvContentPartPr>
              <p14:xfrm>
                <a:off x="5015212" y="2111066"/>
                <a:ext cx="208080" cy="21060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32D8B288-F560-43A9-9615-B4C4618702A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06212" y="2102426"/>
                  <a:ext cx="225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0575C8C3-31AB-40E9-BEDE-E99F303F54A9}"/>
                    </a:ext>
                  </a:extLst>
                </p14:cNvPr>
                <p14:cNvContentPartPr/>
                <p14:nvPr/>
              </p14:nvContentPartPr>
              <p14:xfrm>
                <a:off x="5449732" y="2289266"/>
                <a:ext cx="219600" cy="25812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0575C8C3-31AB-40E9-BEDE-E99F303F54A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41092" y="2280626"/>
                  <a:ext cx="2372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8A002B5F-4FC1-45A7-935D-F2E431040F5F}"/>
                    </a:ext>
                  </a:extLst>
                </p14:cNvPr>
                <p14:cNvContentPartPr/>
                <p14:nvPr/>
              </p14:nvContentPartPr>
              <p14:xfrm>
                <a:off x="5678332" y="2125466"/>
                <a:ext cx="140760" cy="15228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8A002B5F-4FC1-45A7-935D-F2E431040F5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669692" y="2116466"/>
                  <a:ext cx="1584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5B886BE0-58FF-48D4-8081-BFE8F0049011}"/>
                    </a:ext>
                  </a:extLst>
                </p14:cNvPr>
                <p14:cNvContentPartPr/>
                <p14:nvPr/>
              </p14:nvContentPartPr>
              <p14:xfrm>
                <a:off x="5678332" y="2101706"/>
                <a:ext cx="128880" cy="20376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5B886BE0-58FF-48D4-8081-BFE8F004901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669692" y="2093066"/>
                  <a:ext cx="1465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81BA9527-D931-4D9A-9E6B-DC13F56E6247}"/>
                    </a:ext>
                  </a:extLst>
                </p14:cNvPr>
                <p14:cNvContentPartPr/>
                <p14:nvPr/>
              </p14:nvContentPartPr>
              <p14:xfrm>
                <a:off x="4698412" y="2674106"/>
                <a:ext cx="1234440" cy="6084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81BA9527-D931-4D9A-9E6B-DC13F56E624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689412" y="2665106"/>
                  <a:ext cx="1252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4CF1D1E4-B5D0-4E9C-86BB-43819299E7CE}"/>
                    </a:ext>
                  </a:extLst>
                </p14:cNvPr>
                <p14:cNvContentPartPr/>
                <p14:nvPr/>
              </p14:nvContentPartPr>
              <p14:xfrm>
                <a:off x="5137612" y="2892266"/>
                <a:ext cx="214560" cy="14652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4CF1D1E4-B5D0-4E9C-86BB-43819299E7C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128972" y="2883626"/>
                  <a:ext cx="2322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2B5A62E0-00B7-472F-AC94-9ABCCA53C604}"/>
                    </a:ext>
                  </a:extLst>
                </p14:cNvPr>
                <p14:cNvContentPartPr/>
                <p14:nvPr/>
              </p14:nvContentPartPr>
              <p14:xfrm>
                <a:off x="5193412" y="2810906"/>
                <a:ext cx="179280" cy="18144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2B5A62E0-00B7-472F-AC94-9ABCCA53C60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84412" y="2801906"/>
                  <a:ext cx="1969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C773B6AF-E52B-472C-B856-E10F43F8E273}"/>
                    </a:ext>
                  </a:extLst>
                </p14:cNvPr>
                <p14:cNvContentPartPr/>
                <p14:nvPr/>
              </p14:nvContentPartPr>
              <p14:xfrm>
                <a:off x="5487892" y="2835386"/>
                <a:ext cx="9720" cy="17064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C773B6AF-E52B-472C-B856-E10F43F8E27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78892" y="2826746"/>
                  <a:ext cx="273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CB74BAAF-EB36-418F-AD84-152C38728FD5}"/>
                    </a:ext>
                  </a:extLst>
                </p14:cNvPr>
                <p14:cNvContentPartPr/>
                <p14:nvPr/>
              </p14:nvContentPartPr>
              <p14:xfrm>
                <a:off x="5495092" y="3108626"/>
                <a:ext cx="1440" cy="36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CB74BAAF-EB36-418F-AD84-152C38728FD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86092" y="309998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617C1C8F-5B55-4732-BC5E-9F50C6460184}"/>
              </a:ext>
            </a:extLst>
          </p:cNvPr>
          <p:cNvGrpSpPr/>
          <p:nvPr/>
        </p:nvGrpSpPr>
        <p:grpSpPr>
          <a:xfrm>
            <a:off x="7836172" y="2097386"/>
            <a:ext cx="1530360" cy="456840"/>
            <a:chOff x="7836172" y="2097386"/>
            <a:chExt cx="1530360" cy="45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8ECBED18-7394-411A-8CFE-9B42F6D7C178}"/>
                    </a:ext>
                  </a:extLst>
                </p14:cNvPr>
                <p14:cNvContentPartPr/>
                <p14:nvPr/>
              </p14:nvContentPartPr>
              <p14:xfrm>
                <a:off x="7871812" y="2140226"/>
                <a:ext cx="164880" cy="165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8ECBED18-7394-411A-8CFE-9B42F6D7C17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63172" y="2131586"/>
                  <a:ext cx="182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8B4C01C0-53F2-4A40-8C41-2302336A87A1}"/>
                    </a:ext>
                  </a:extLst>
                </p14:cNvPr>
                <p14:cNvContentPartPr/>
                <p14:nvPr/>
              </p14:nvContentPartPr>
              <p14:xfrm>
                <a:off x="7843012" y="2188466"/>
                <a:ext cx="183960" cy="28692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8B4C01C0-53F2-4A40-8C41-2302336A87A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834372" y="2179826"/>
                  <a:ext cx="2016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1CA0ECAF-4C75-4638-8E1F-17E480ADFD90}"/>
                    </a:ext>
                  </a:extLst>
                </p14:cNvPr>
                <p14:cNvContentPartPr/>
                <p14:nvPr/>
              </p14:nvContentPartPr>
              <p14:xfrm>
                <a:off x="7836172" y="2161826"/>
                <a:ext cx="423000" cy="21456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1CA0ECAF-4C75-4638-8E1F-17E480ADFD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27532" y="2152826"/>
                  <a:ext cx="440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8D4EE7D9-1494-4040-B983-0D8B46CAF5A8}"/>
                    </a:ext>
                  </a:extLst>
                </p14:cNvPr>
                <p14:cNvContentPartPr/>
                <p14:nvPr/>
              </p14:nvContentPartPr>
              <p14:xfrm>
                <a:off x="8266012" y="2191706"/>
                <a:ext cx="228960" cy="16092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8D4EE7D9-1494-4040-B983-0D8B46CAF5A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257372" y="2183066"/>
                  <a:ext cx="246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9BB4D000-C43B-495E-AF0A-B6209A3D98E8}"/>
                    </a:ext>
                  </a:extLst>
                </p14:cNvPr>
                <p14:cNvContentPartPr/>
                <p14:nvPr/>
              </p14:nvContentPartPr>
              <p14:xfrm>
                <a:off x="8465092" y="2097386"/>
                <a:ext cx="78840" cy="28728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9BB4D000-C43B-495E-AF0A-B6209A3D98E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56092" y="2088746"/>
                  <a:ext cx="96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810ACFB5-8A54-45EC-B892-77A283A71B6A}"/>
                    </a:ext>
                  </a:extLst>
                </p14:cNvPr>
                <p14:cNvContentPartPr/>
                <p14:nvPr/>
              </p14:nvContentPartPr>
              <p14:xfrm>
                <a:off x="8623492" y="2193866"/>
                <a:ext cx="142200" cy="13320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810ACFB5-8A54-45EC-B892-77A283A71B6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14492" y="2184866"/>
                  <a:ext cx="159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7C85B6B0-282A-45FA-9F8E-740A5B9FBEC9}"/>
                    </a:ext>
                  </a:extLst>
                </p14:cNvPr>
                <p14:cNvContentPartPr/>
                <p14:nvPr/>
              </p14:nvContentPartPr>
              <p14:xfrm>
                <a:off x="9031732" y="2099546"/>
                <a:ext cx="334800" cy="45468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7C85B6B0-282A-45FA-9F8E-740A5B9FBEC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022732" y="2090906"/>
                  <a:ext cx="352440" cy="47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upo 138">
            <a:extLst>
              <a:ext uri="{FF2B5EF4-FFF2-40B4-BE49-F238E27FC236}">
                <a16:creationId xmlns:a16="http://schemas.microsoft.com/office/drawing/2014/main" id="{05287938-7CF9-4497-BCA1-BBDC0C4ADD36}"/>
              </a:ext>
            </a:extLst>
          </p:cNvPr>
          <p:cNvGrpSpPr/>
          <p:nvPr/>
        </p:nvGrpSpPr>
        <p:grpSpPr>
          <a:xfrm>
            <a:off x="9002212" y="2699306"/>
            <a:ext cx="498600" cy="217800"/>
            <a:chOff x="9002212" y="2699306"/>
            <a:chExt cx="49860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AE3D5058-344C-49A6-B365-A9E79E04E8CC}"/>
                    </a:ext>
                  </a:extLst>
                </p14:cNvPr>
                <p14:cNvContentPartPr/>
                <p14:nvPr/>
              </p14:nvContentPartPr>
              <p14:xfrm>
                <a:off x="9002212" y="2792546"/>
                <a:ext cx="125280" cy="12456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AE3D5058-344C-49A6-B365-A9E79E04E8C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993212" y="2783906"/>
                  <a:ext cx="142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A17CDF98-7269-4683-9884-176F03B51DAD}"/>
                    </a:ext>
                  </a:extLst>
                </p14:cNvPr>
                <p14:cNvContentPartPr/>
                <p14:nvPr/>
              </p14:nvContentPartPr>
              <p14:xfrm>
                <a:off x="9067732" y="2716586"/>
                <a:ext cx="221760" cy="15876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A17CDF98-7269-4683-9884-176F03B51DA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58732" y="2707946"/>
                  <a:ext cx="2394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E66EFDDC-56B4-4A12-91EF-5C597AB48E6B}"/>
                    </a:ext>
                  </a:extLst>
                </p14:cNvPr>
                <p14:cNvContentPartPr/>
                <p14:nvPr/>
              </p14:nvContentPartPr>
              <p14:xfrm>
                <a:off x="9209212" y="2699306"/>
                <a:ext cx="291600" cy="15732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E66EFDDC-56B4-4A12-91EF-5C597AB48E6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200572" y="2690666"/>
                  <a:ext cx="30924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86FF6CB5-EA54-4395-B572-9E2746971900}"/>
                  </a:ext>
                </a:extLst>
              </p14:cNvPr>
              <p14:cNvContentPartPr/>
              <p14:nvPr/>
            </p14:nvContentPartPr>
            <p14:xfrm>
              <a:off x="8977012" y="1810466"/>
              <a:ext cx="271800" cy="16812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86FF6CB5-EA54-4395-B572-9E274697190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968372" y="1801826"/>
                <a:ext cx="289440" cy="18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upo 148">
            <a:extLst>
              <a:ext uri="{FF2B5EF4-FFF2-40B4-BE49-F238E27FC236}">
                <a16:creationId xmlns:a16="http://schemas.microsoft.com/office/drawing/2014/main" id="{C2EAADC2-E9DA-4092-8E1D-DE27CA26C762}"/>
              </a:ext>
            </a:extLst>
          </p:cNvPr>
          <p:cNvGrpSpPr/>
          <p:nvPr/>
        </p:nvGrpSpPr>
        <p:grpSpPr>
          <a:xfrm>
            <a:off x="9563092" y="2050226"/>
            <a:ext cx="1780560" cy="436680"/>
            <a:chOff x="9563092" y="2050226"/>
            <a:chExt cx="1780560" cy="43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A436ACD9-F335-4201-978E-FCA69BF01CDF}"/>
                    </a:ext>
                  </a:extLst>
                </p14:cNvPr>
                <p14:cNvContentPartPr/>
                <p14:nvPr/>
              </p14:nvContentPartPr>
              <p14:xfrm>
                <a:off x="9563092" y="2185226"/>
                <a:ext cx="261000" cy="18576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A436ACD9-F335-4201-978E-FCA69BF01CD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554092" y="2176586"/>
                  <a:ext cx="2786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D98501A6-8BCB-40B6-A292-AE420B8ECD01}"/>
                    </a:ext>
                  </a:extLst>
                </p14:cNvPr>
                <p14:cNvContentPartPr/>
                <p14:nvPr/>
              </p14:nvContentPartPr>
              <p14:xfrm>
                <a:off x="9632212" y="2176586"/>
                <a:ext cx="180360" cy="21564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D98501A6-8BCB-40B6-A292-AE420B8ECD0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623212" y="2167946"/>
                  <a:ext cx="1980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09C33FAB-F3D0-4BF3-B187-10C293620B9E}"/>
                    </a:ext>
                  </a:extLst>
                </p14:cNvPr>
                <p14:cNvContentPartPr/>
                <p14:nvPr/>
              </p14:nvContentPartPr>
              <p14:xfrm>
                <a:off x="9958372" y="2284946"/>
                <a:ext cx="360" cy="36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09C33FAB-F3D0-4BF3-B187-10C293620B9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949732" y="22759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404A86E1-079F-462D-A662-4FBF43C91AB8}"/>
                    </a:ext>
                  </a:extLst>
                </p14:cNvPr>
                <p14:cNvContentPartPr/>
                <p14:nvPr/>
              </p14:nvContentPartPr>
              <p14:xfrm>
                <a:off x="10108492" y="2159666"/>
                <a:ext cx="54000" cy="32724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404A86E1-079F-462D-A662-4FBF43C91AB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099492" y="2150666"/>
                  <a:ext cx="716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FAD5FAFB-AAA5-4E07-991C-C57CC81CFD2F}"/>
                    </a:ext>
                  </a:extLst>
                </p14:cNvPr>
                <p14:cNvContentPartPr/>
                <p14:nvPr/>
              </p14:nvContentPartPr>
              <p14:xfrm>
                <a:off x="10114252" y="2141306"/>
                <a:ext cx="339840" cy="21276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FAD5FAFB-AAA5-4E07-991C-C57CC81CFD2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105612" y="2132666"/>
                  <a:ext cx="357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7A7FE057-BE20-4042-90CC-488066AC4564}"/>
                    </a:ext>
                  </a:extLst>
                </p14:cNvPr>
                <p14:cNvContentPartPr/>
                <p14:nvPr/>
              </p14:nvContentPartPr>
              <p14:xfrm>
                <a:off x="10480012" y="2136986"/>
                <a:ext cx="189720" cy="21240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7A7FE057-BE20-4042-90CC-488066AC456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471012" y="2128346"/>
                  <a:ext cx="207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30D271A4-D050-45D4-9AFD-7D8C74899C8D}"/>
                    </a:ext>
                  </a:extLst>
                </p14:cNvPr>
                <p14:cNvContentPartPr/>
                <p14:nvPr/>
              </p14:nvContentPartPr>
              <p14:xfrm>
                <a:off x="10711132" y="2204666"/>
                <a:ext cx="128880" cy="10332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30D271A4-D050-45D4-9AFD-7D8C74899C8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702132" y="2195666"/>
                  <a:ext cx="146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3B78D508-9490-4A32-AF99-0D17A1211BA5}"/>
                    </a:ext>
                  </a:extLst>
                </p14:cNvPr>
                <p14:cNvContentPartPr/>
                <p14:nvPr/>
              </p14:nvContentPartPr>
              <p14:xfrm>
                <a:off x="10927852" y="2194946"/>
                <a:ext cx="267120" cy="15660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3B78D508-9490-4A32-AF99-0D17A1211BA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918852" y="2185946"/>
                  <a:ext cx="2847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1BC76B9B-8190-4E7D-A6F5-10C12124D45B}"/>
                    </a:ext>
                  </a:extLst>
                </p14:cNvPr>
                <p14:cNvContentPartPr/>
                <p14:nvPr/>
              </p14:nvContentPartPr>
              <p14:xfrm>
                <a:off x="11227732" y="2050226"/>
                <a:ext cx="115920" cy="38268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1BC76B9B-8190-4E7D-A6F5-10C12124D45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219092" y="2041586"/>
                  <a:ext cx="133560" cy="40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DC8C6616-9342-4FCB-99E6-6642C6B81F58}"/>
                  </a:ext>
                </a:extLst>
              </p14:cNvPr>
              <p14:cNvContentPartPr/>
              <p14:nvPr/>
            </p14:nvContentPartPr>
            <p14:xfrm>
              <a:off x="3517972" y="2706866"/>
              <a:ext cx="636480" cy="19296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DC8C6616-9342-4FCB-99E6-6642C6B81F58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3509332" y="2698226"/>
                <a:ext cx="6541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FA27EA1F-EEA7-4709-BBD6-D0ABA7BC1F23}"/>
                  </a:ext>
                </a:extLst>
              </p14:cNvPr>
              <p14:cNvContentPartPr/>
              <p14:nvPr/>
            </p14:nvContentPartPr>
            <p14:xfrm>
              <a:off x="3533452" y="1716146"/>
              <a:ext cx="815400" cy="17604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FA27EA1F-EEA7-4709-BBD6-D0ABA7BC1F23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3524812" y="1707146"/>
                <a:ext cx="8330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21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D8A5F07A-43FE-44BC-BD6D-00AAB14264FC}"/>
                  </a:ext>
                </a:extLst>
              </p14:cNvPr>
              <p14:cNvContentPartPr/>
              <p14:nvPr/>
            </p14:nvContentPartPr>
            <p14:xfrm>
              <a:off x="4674652" y="2927546"/>
              <a:ext cx="1218600" cy="414000"/>
            </p14:xfrm>
          </p:contentPart>
        </mc:Choice>
        <mc:Fallback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D8A5F07A-43FE-44BC-BD6D-00AAB14264FC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4656652" y="2909906"/>
                <a:ext cx="125424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23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CCDAE329-FDA9-4A81-8436-BD8AE9BC056D}"/>
                  </a:ext>
                </a:extLst>
              </p14:cNvPr>
              <p14:cNvContentPartPr/>
              <p14:nvPr/>
            </p14:nvContentPartPr>
            <p14:xfrm>
              <a:off x="10071052" y="2331746"/>
              <a:ext cx="1365120" cy="230400"/>
            </p14:xfrm>
          </p:contentPart>
        </mc:Choice>
        <mc:Fallback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CCDAE329-FDA9-4A81-8436-BD8AE9BC056D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10053412" y="2314106"/>
                <a:ext cx="140076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37475677-C929-46C4-8254-86C323EADCF4}"/>
                  </a:ext>
                </a:extLst>
              </p14:cNvPr>
              <p14:cNvContentPartPr/>
              <p14:nvPr/>
            </p14:nvContentPartPr>
            <p14:xfrm>
              <a:off x="9560572" y="2378186"/>
              <a:ext cx="423000" cy="159480"/>
            </p14:xfrm>
          </p:contentPart>
        </mc:Choice>
        <mc:Fallback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37475677-C929-46C4-8254-86C323EADCF4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9551932" y="2369186"/>
                <a:ext cx="4406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FAAC42F0-EEFB-45B7-884D-052F79CB2ACA}"/>
                  </a:ext>
                </a:extLst>
              </p14:cNvPr>
              <p14:cNvContentPartPr/>
              <p14:nvPr/>
            </p14:nvContentPartPr>
            <p14:xfrm>
              <a:off x="4862572" y="2211146"/>
              <a:ext cx="96120" cy="1440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FAAC42F0-EEFB-45B7-884D-052F79CB2ACA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4853572" y="2202146"/>
                <a:ext cx="113760" cy="3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" name="Grupo 214">
            <a:extLst>
              <a:ext uri="{FF2B5EF4-FFF2-40B4-BE49-F238E27FC236}">
                <a16:creationId xmlns:a16="http://schemas.microsoft.com/office/drawing/2014/main" id="{E2557928-2708-4098-8490-CC637D7E1F3C}"/>
              </a:ext>
            </a:extLst>
          </p:cNvPr>
          <p:cNvGrpSpPr/>
          <p:nvPr/>
        </p:nvGrpSpPr>
        <p:grpSpPr>
          <a:xfrm>
            <a:off x="2314132" y="4164730"/>
            <a:ext cx="290880" cy="98640"/>
            <a:chOff x="2314132" y="4164730"/>
            <a:chExt cx="290880" cy="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6A838B79-B9C3-4BB8-9A66-D7CBB378A5A3}"/>
                    </a:ext>
                  </a:extLst>
                </p14:cNvPr>
                <p14:cNvContentPartPr/>
                <p14:nvPr/>
              </p14:nvContentPartPr>
              <p14:xfrm>
                <a:off x="2314132" y="4164730"/>
                <a:ext cx="165960" cy="1548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6A838B79-B9C3-4BB8-9A66-D7CBB378A5A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305492" y="4155730"/>
                  <a:ext cx="183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06D24AC9-A057-4593-A7E5-5E0BBC718063}"/>
                    </a:ext>
                  </a:extLst>
                </p14:cNvPr>
                <p14:cNvContentPartPr/>
                <p14:nvPr/>
              </p14:nvContentPartPr>
              <p14:xfrm>
                <a:off x="2379652" y="4228810"/>
                <a:ext cx="225360" cy="3456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06D24AC9-A057-4593-A7E5-5E0BBC71806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371012" y="4220170"/>
                  <a:ext cx="24300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33">
            <p14:nvContentPartPr>
              <p14:cNvPr id="217" name="Entrada de lápiz 216">
                <a:extLst>
                  <a:ext uri="{FF2B5EF4-FFF2-40B4-BE49-F238E27FC236}">
                    <a16:creationId xmlns:a16="http://schemas.microsoft.com/office/drawing/2014/main" id="{604E1CE2-2E6D-422C-8C2B-896312A8249D}"/>
                  </a:ext>
                </a:extLst>
              </p14:cNvPr>
              <p14:cNvContentPartPr/>
              <p14:nvPr/>
            </p14:nvContentPartPr>
            <p14:xfrm>
              <a:off x="5362612" y="2020570"/>
              <a:ext cx="612720" cy="629640"/>
            </p14:xfrm>
          </p:contentPart>
        </mc:Choice>
        <mc:Fallback>
          <p:pic>
            <p:nvPicPr>
              <p:cNvPr id="217" name="Entrada de lápiz 216">
                <a:extLst>
                  <a:ext uri="{FF2B5EF4-FFF2-40B4-BE49-F238E27FC236}">
                    <a16:creationId xmlns:a16="http://schemas.microsoft.com/office/drawing/2014/main" id="{604E1CE2-2E6D-422C-8C2B-896312A8249D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5344972" y="2002930"/>
                <a:ext cx="648360" cy="66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35">
            <p14:nvContentPartPr>
              <p14:cNvPr id="218" name="Entrada de lápiz 217">
                <a:extLst>
                  <a:ext uri="{FF2B5EF4-FFF2-40B4-BE49-F238E27FC236}">
                    <a16:creationId xmlns:a16="http://schemas.microsoft.com/office/drawing/2014/main" id="{F07B2CC8-1D13-46E4-80E4-C752E2E96A3C}"/>
                  </a:ext>
                </a:extLst>
              </p14:cNvPr>
              <p14:cNvContentPartPr/>
              <p14:nvPr/>
            </p14:nvContentPartPr>
            <p14:xfrm>
              <a:off x="3427252" y="2069170"/>
              <a:ext cx="878760" cy="846000"/>
            </p14:xfrm>
          </p:contentPart>
        </mc:Choice>
        <mc:Fallback>
          <p:pic>
            <p:nvPicPr>
              <p:cNvPr id="218" name="Entrada de lápiz 217">
                <a:extLst>
                  <a:ext uri="{FF2B5EF4-FFF2-40B4-BE49-F238E27FC236}">
                    <a16:creationId xmlns:a16="http://schemas.microsoft.com/office/drawing/2014/main" id="{F07B2CC8-1D13-46E4-80E4-C752E2E96A3C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3409252" y="2051530"/>
                <a:ext cx="914400" cy="88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240" name="Entrada de lápiz 239">
                <a:extLst>
                  <a:ext uri="{FF2B5EF4-FFF2-40B4-BE49-F238E27FC236}">
                    <a16:creationId xmlns:a16="http://schemas.microsoft.com/office/drawing/2014/main" id="{411294F1-AEEB-423D-8E09-701F29634B91}"/>
                  </a:ext>
                </a:extLst>
              </p14:cNvPr>
              <p14:cNvContentPartPr/>
              <p14:nvPr/>
            </p14:nvContentPartPr>
            <p14:xfrm>
              <a:off x="5434252" y="2127490"/>
              <a:ext cx="414720" cy="396000"/>
            </p14:xfrm>
          </p:contentPart>
        </mc:Choice>
        <mc:Fallback>
          <p:pic>
            <p:nvPicPr>
              <p:cNvPr id="240" name="Entrada de lápiz 239">
                <a:extLst>
                  <a:ext uri="{FF2B5EF4-FFF2-40B4-BE49-F238E27FC236}">
                    <a16:creationId xmlns:a16="http://schemas.microsoft.com/office/drawing/2014/main" id="{411294F1-AEEB-423D-8E09-701F29634B91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5380612" y="2019850"/>
                <a:ext cx="522360" cy="6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241" name="Entrada de lápiz 240">
                <a:extLst>
                  <a:ext uri="{FF2B5EF4-FFF2-40B4-BE49-F238E27FC236}">
                    <a16:creationId xmlns:a16="http://schemas.microsoft.com/office/drawing/2014/main" id="{87A52D50-9AF6-4340-92DC-503BEB177BF4}"/>
                  </a:ext>
                </a:extLst>
              </p14:cNvPr>
              <p14:cNvContentPartPr/>
              <p14:nvPr/>
            </p14:nvContentPartPr>
            <p14:xfrm>
              <a:off x="3515812" y="2196610"/>
              <a:ext cx="741240" cy="482400"/>
            </p14:xfrm>
          </p:contentPart>
        </mc:Choice>
        <mc:Fallback>
          <p:pic>
            <p:nvPicPr>
              <p:cNvPr id="241" name="Entrada de lápiz 240">
                <a:extLst>
                  <a:ext uri="{FF2B5EF4-FFF2-40B4-BE49-F238E27FC236}">
                    <a16:creationId xmlns:a16="http://schemas.microsoft.com/office/drawing/2014/main" id="{87A52D50-9AF6-4340-92DC-503BEB177BF4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3462172" y="2088610"/>
                <a:ext cx="848880" cy="69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242" name="Entrada de lápiz 241">
                <a:extLst>
                  <a:ext uri="{FF2B5EF4-FFF2-40B4-BE49-F238E27FC236}">
                    <a16:creationId xmlns:a16="http://schemas.microsoft.com/office/drawing/2014/main" id="{F1D387CA-C42A-4E76-B5AF-54719EF98C2B}"/>
                  </a:ext>
                </a:extLst>
              </p14:cNvPr>
              <p14:cNvContentPartPr/>
              <p14:nvPr/>
            </p14:nvContentPartPr>
            <p14:xfrm>
              <a:off x="4861492" y="3953410"/>
              <a:ext cx="769680" cy="499680"/>
            </p14:xfrm>
          </p:contentPart>
        </mc:Choice>
        <mc:Fallback>
          <p:pic>
            <p:nvPicPr>
              <p:cNvPr id="242" name="Entrada de lápiz 241">
                <a:extLst>
                  <a:ext uri="{FF2B5EF4-FFF2-40B4-BE49-F238E27FC236}">
                    <a16:creationId xmlns:a16="http://schemas.microsoft.com/office/drawing/2014/main" id="{F1D387CA-C42A-4E76-B5AF-54719EF98C2B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4807492" y="3845770"/>
                <a:ext cx="877320" cy="71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243" name="Entrada de lápiz 242">
                <a:extLst>
                  <a:ext uri="{FF2B5EF4-FFF2-40B4-BE49-F238E27FC236}">
                    <a16:creationId xmlns:a16="http://schemas.microsoft.com/office/drawing/2014/main" id="{FA2FA773-CA18-4DF0-8DBC-12074C6FDE94}"/>
                  </a:ext>
                </a:extLst>
              </p14:cNvPr>
              <p14:cNvContentPartPr/>
              <p14:nvPr/>
            </p14:nvContentPartPr>
            <p14:xfrm>
              <a:off x="2480812" y="5518690"/>
              <a:ext cx="161280" cy="25920"/>
            </p14:xfrm>
          </p:contentPart>
        </mc:Choice>
        <mc:Fallback>
          <p:pic>
            <p:nvPicPr>
              <p:cNvPr id="243" name="Entrada de lápiz 242">
                <a:extLst>
                  <a:ext uri="{FF2B5EF4-FFF2-40B4-BE49-F238E27FC236}">
                    <a16:creationId xmlns:a16="http://schemas.microsoft.com/office/drawing/2014/main" id="{FA2FA773-CA18-4DF0-8DBC-12074C6FDE94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2472172" y="5509690"/>
                <a:ext cx="1789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244" name="Entrada de lápiz 243">
                <a:extLst>
                  <a:ext uri="{FF2B5EF4-FFF2-40B4-BE49-F238E27FC236}">
                    <a16:creationId xmlns:a16="http://schemas.microsoft.com/office/drawing/2014/main" id="{92299670-069A-40D3-90DB-3FAD04BD584E}"/>
                  </a:ext>
                </a:extLst>
              </p14:cNvPr>
              <p14:cNvContentPartPr/>
              <p14:nvPr/>
            </p14:nvContentPartPr>
            <p14:xfrm>
              <a:off x="2495212" y="5659090"/>
              <a:ext cx="187200" cy="32400"/>
            </p14:xfrm>
          </p:contentPart>
        </mc:Choice>
        <mc:Fallback>
          <p:pic>
            <p:nvPicPr>
              <p:cNvPr id="244" name="Entrada de lápiz 243">
                <a:extLst>
                  <a:ext uri="{FF2B5EF4-FFF2-40B4-BE49-F238E27FC236}">
                    <a16:creationId xmlns:a16="http://schemas.microsoft.com/office/drawing/2014/main" id="{92299670-069A-40D3-90DB-3FAD04BD584E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2486212" y="5650090"/>
                <a:ext cx="20484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upo 277">
            <a:extLst>
              <a:ext uri="{FF2B5EF4-FFF2-40B4-BE49-F238E27FC236}">
                <a16:creationId xmlns:a16="http://schemas.microsoft.com/office/drawing/2014/main" id="{7BEF8D10-F360-4407-9282-BB451E763DB4}"/>
              </a:ext>
            </a:extLst>
          </p:cNvPr>
          <p:cNvGrpSpPr/>
          <p:nvPr/>
        </p:nvGrpSpPr>
        <p:grpSpPr>
          <a:xfrm>
            <a:off x="2963212" y="3435730"/>
            <a:ext cx="3035520" cy="2660760"/>
            <a:chOff x="2963212" y="3435730"/>
            <a:chExt cx="3035520" cy="266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B1E5891B-87F6-4FF0-98B9-88D26B70A425}"/>
                    </a:ext>
                  </a:extLst>
                </p14:cNvPr>
                <p14:cNvContentPartPr/>
                <p14:nvPr/>
              </p14:nvContentPartPr>
              <p14:xfrm>
                <a:off x="2984812" y="4040530"/>
                <a:ext cx="613080" cy="7560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B1E5891B-87F6-4FF0-98B9-88D26B70A42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975812" y="4031530"/>
                  <a:ext cx="630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2D44A9C9-EBDB-484B-B58D-817809BE1461}"/>
                    </a:ext>
                  </a:extLst>
                </p14:cNvPr>
                <p14:cNvContentPartPr/>
                <p14:nvPr/>
              </p14:nvContentPartPr>
              <p14:xfrm>
                <a:off x="2963212" y="4137730"/>
                <a:ext cx="614160" cy="49212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2D44A9C9-EBDB-484B-B58D-817809BE146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954212" y="4129090"/>
                  <a:ext cx="63180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223309FF-0819-49FD-9F2D-8A535C7B148D}"/>
                    </a:ext>
                  </a:extLst>
                </p14:cNvPr>
                <p14:cNvContentPartPr/>
                <p14:nvPr/>
              </p14:nvContentPartPr>
              <p14:xfrm>
                <a:off x="3039532" y="4763410"/>
                <a:ext cx="126720" cy="20700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223309FF-0819-49FD-9F2D-8A535C7B148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030532" y="4754770"/>
                  <a:ext cx="1443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1EB508BD-70C0-4774-A05F-F846710E3071}"/>
                    </a:ext>
                  </a:extLst>
                </p14:cNvPr>
                <p14:cNvContentPartPr/>
                <p14:nvPr/>
              </p14:nvContentPartPr>
              <p14:xfrm>
                <a:off x="3049972" y="4744330"/>
                <a:ext cx="138960" cy="21384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1EB508BD-70C0-4774-A05F-F846710E307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040972" y="4735330"/>
                  <a:ext cx="156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D257FF33-4C8F-4C49-97FA-56C791A0386F}"/>
                    </a:ext>
                  </a:extLst>
                </p14:cNvPr>
                <p14:cNvContentPartPr/>
                <p14:nvPr/>
              </p14:nvContentPartPr>
              <p14:xfrm>
                <a:off x="3249052" y="4840450"/>
                <a:ext cx="183600" cy="5400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D257FF33-4C8F-4C49-97FA-56C791A0386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240052" y="4831810"/>
                  <a:ext cx="2012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3612B856-2172-4B1E-8E50-60A72EB3B23F}"/>
                    </a:ext>
                  </a:extLst>
                </p14:cNvPr>
                <p14:cNvContentPartPr/>
                <p14:nvPr/>
              </p14:nvContentPartPr>
              <p14:xfrm>
                <a:off x="3476572" y="4670170"/>
                <a:ext cx="125280" cy="22032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3612B856-2172-4B1E-8E50-60A72EB3B23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467572" y="4661530"/>
                  <a:ext cx="1429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FE6FA91B-1C4F-47FF-95C0-A7D7F87C43CF}"/>
                    </a:ext>
                  </a:extLst>
                </p14:cNvPr>
                <p14:cNvContentPartPr/>
                <p14:nvPr/>
              </p14:nvContentPartPr>
              <p14:xfrm>
                <a:off x="3186772" y="3783130"/>
                <a:ext cx="225360" cy="17604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FE6FA91B-1C4F-47FF-95C0-A7D7F87C43C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178132" y="3774490"/>
                  <a:ext cx="243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8D5C9F75-E510-462D-94C2-94AD4AC163BC}"/>
                    </a:ext>
                  </a:extLst>
                </p14:cNvPr>
                <p14:cNvContentPartPr/>
                <p14:nvPr/>
              </p14:nvContentPartPr>
              <p14:xfrm>
                <a:off x="4860412" y="4105330"/>
                <a:ext cx="209520" cy="33840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8D5C9F75-E510-462D-94C2-94AD4AC163B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851772" y="4096690"/>
                  <a:ext cx="2271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5FB21874-B9F5-419C-AAE3-D493DB6404B3}"/>
                    </a:ext>
                  </a:extLst>
                </p14:cNvPr>
                <p14:cNvContentPartPr/>
                <p14:nvPr/>
              </p14:nvContentPartPr>
              <p14:xfrm>
                <a:off x="5203132" y="4114330"/>
                <a:ext cx="342360" cy="29448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5FB21874-B9F5-419C-AAE3-D493DB6404B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194492" y="4105330"/>
                  <a:ext cx="3600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976101D0-85F9-4673-9ECB-2C8436440179}"/>
                    </a:ext>
                  </a:extLst>
                </p14:cNvPr>
                <p14:cNvContentPartPr/>
                <p14:nvPr/>
              </p14:nvContentPartPr>
              <p14:xfrm>
                <a:off x="5535412" y="3833170"/>
                <a:ext cx="114840" cy="23148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976101D0-85F9-4673-9ECB-2C843644017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526772" y="3824530"/>
                  <a:ext cx="1324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5BED3A8F-9515-42BA-A32A-04AF780AC901}"/>
                    </a:ext>
                  </a:extLst>
                </p14:cNvPr>
                <p14:cNvContentPartPr/>
                <p14:nvPr/>
              </p14:nvContentPartPr>
              <p14:xfrm>
                <a:off x="5518852" y="3913810"/>
                <a:ext cx="95760" cy="2268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5BED3A8F-9515-42BA-A32A-04AF780AC90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509852" y="3905170"/>
                  <a:ext cx="113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EAF60A2C-BDED-45FE-9111-8BE2537A610C}"/>
                    </a:ext>
                  </a:extLst>
                </p14:cNvPr>
                <p14:cNvContentPartPr/>
                <p14:nvPr/>
              </p14:nvContentPartPr>
              <p14:xfrm>
                <a:off x="4713892" y="3973570"/>
                <a:ext cx="206280" cy="55440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EAF60A2C-BDED-45FE-9111-8BE2537A610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704892" y="3964930"/>
                  <a:ext cx="22392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82860B91-3EEA-4241-8C63-EE186B62CFDB}"/>
                    </a:ext>
                  </a:extLst>
                </p14:cNvPr>
                <p14:cNvContentPartPr/>
                <p14:nvPr/>
              </p14:nvContentPartPr>
              <p14:xfrm>
                <a:off x="5707132" y="3832450"/>
                <a:ext cx="74520" cy="53244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82860B91-3EEA-4241-8C63-EE186B62CFD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698132" y="3823810"/>
                  <a:ext cx="9216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609E4ABC-943E-46F6-A096-071419D53965}"/>
                    </a:ext>
                  </a:extLst>
                </p14:cNvPr>
                <p14:cNvContentPartPr/>
                <p14:nvPr/>
              </p14:nvContentPartPr>
              <p14:xfrm>
                <a:off x="5715412" y="3728410"/>
                <a:ext cx="209880" cy="10584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609E4ABC-943E-46F6-A096-071419D5396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706412" y="3719770"/>
                  <a:ext cx="2275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DCAB5B28-6DC7-4F19-8DED-2CAE4568F722}"/>
                    </a:ext>
                  </a:extLst>
                </p14:cNvPr>
                <p14:cNvContentPartPr/>
                <p14:nvPr/>
              </p14:nvContentPartPr>
              <p14:xfrm>
                <a:off x="5793532" y="3629050"/>
                <a:ext cx="101880" cy="19116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DCAB5B28-6DC7-4F19-8DED-2CAE4568F72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784892" y="3620050"/>
                  <a:ext cx="1195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586B246B-8516-412E-A7AC-88E181F6C8BD}"/>
                    </a:ext>
                  </a:extLst>
                </p14:cNvPr>
                <p14:cNvContentPartPr/>
                <p14:nvPr/>
              </p14:nvContentPartPr>
              <p14:xfrm>
                <a:off x="5455132" y="3909850"/>
                <a:ext cx="86760" cy="2160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586B246B-8516-412E-A7AC-88E181F6C8B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446132" y="3901210"/>
                  <a:ext cx="104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1616ADF8-6BF9-4118-9BDE-5A9832D4CEED}"/>
                    </a:ext>
                  </a:extLst>
                </p14:cNvPr>
                <p14:cNvContentPartPr/>
                <p14:nvPr/>
              </p14:nvContentPartPr>
              <p14:xfrm>
                <a:off x="4076692" y="4146730"/>
                <a:ext cx="317880" cy="23076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1616ADF8-6BF9-4118-9BDE-5A9832D4CEE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067692" y="4138090"/>
                  <a:ext cx="3355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42B93A89-70E5-4C00-B267-72C03A5016AF}"/>
                    </a:ext>
                  </a:extLst>
                </p14:cNvPr>
                <p14:cNvContentPartPr/>
                <p14:nvPr/>
              </p14:nvContentPartPr>
              <p14:xfrm>
                <a:off x="4195492" y="3947290"/>
                <a:ext cx="196920" cy="4356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42B93A89-70E5-4C00-B267-72C03A5016A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186852" y="3938290"/>
                  <a:ext cx="2145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12F816F9-1321-44A6-BB6C-BAD25051FD02}"/>
                    </a:ext>
                  </a:extLst>
                </p14:cNvPr>
                <p14:cNvContentPartPr/>
                <p14:nvPr/>
              </p14:nvContentPartPr>
              <p14:xfrm>
                <a:off x="4399252" y="3778810"/>
                <a:ext cx="162000" cy="25776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12F816F9-1321-44A6-BB6C-BAD25051FD0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390612" y="3769810"/>
                  <a:ext cx="1796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21BDE5E4-5B74-4CF4-8C4C-C211EDFA0922}"/>
                    </a:ext>
                  </a:extLst>
                </p14:cNvPr>
                <p14:cNvContentPartPr/>
                <p14:nvPr/>
              </p14:nvContentPartPr>
              <p14:xfrm>
                <a:off x="3993172" y="4479730"/>
                <a:ext cx="2005560" cy="13284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21BDE5E4-5B74-4CF4-8C4C-C211EDFA092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984532" y="4471090"/>
                  <a:ext cx="20232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9351458E-415A-4228-BCB2-4969AC8DA160}"/>
                    </a:ext>
                  </a:extLst>
                </p14:cNvPr>
                <p14:cNvContentPartPr/>
                <p14:nvPr/>
              </p14:nvContentPartPr>
              <p14:xfrm>
                <a:off x="4838812" y="4762330"/>
                <a:ext cx="239400" cy="21960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9351458E-415A-4228-BCB2-4969AC8DA16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830172" y="4753690"/>
                  <a:ext cx="2570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9D09B789-E465-4D17-BCBC-202DBAA9FA3D}"/>
                    </a:ext>
                  </a:extLst>
                </p14:cNvPr>
                <p14:cNvContentPartPr/>
                <p14:nvPr/>
              </p14:nvContentPartPr>
              <p14:xfrm>
                <a:off x="4904332" y="4720570"/>
                <a:ext cx="178920" cy="27360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9D09B789-E465-4D17-BCBC-202DBAA9FA3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895332" y="4711930"/>
                  <a:ext cx="1965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9AA86C15-EB32-4A60-95FE-71E05554AC27}"/>
                    </a:ext>
                  </a:extLst>
                </p14:cNvPr>
                <p14:cNvContentPartPr/>
                <p14:nvPr/>
              </p14:nvContentPartPr>
              <p14:xfrm>
                <a:off x="5213932" y="4675570"/>
                <a:ext cx="3960" cy="27144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9AA86C15-EB32-4A60-95FE-71E05554AC2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205292" y="4666930"/>
                  <a:ext cx="21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DE5B07EB-FDB8-4F97-BE28-D8573035A1C2}"/>
                    </a:ext>
                  </a:extLst>
                </p14:cNvPr>
                <p14:cNvContentPartPr/>
                <p14:nvPr/>
              </p14:nvContentPartPr>
              <p14:xfrm>
                <a:off x="5198452" y="5031250"/>
                <a:ext cx="50400" cy="5292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DE5B07EB-FDB8-4F97-BE28-D8573035A1C2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189812" y="5022610"/>
                  <a:ext cx="680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6CAE0206-CC4C-41A3-994A-F4BACA842819}"/>
                    </a:ext>
                  </a:extLst>
                </p14:cNvPr>
                <p14:cNvContentPartPr/>
                <p14:nvPr/>
              </p14:nvContentPartPr>
              <p14:xfrm>
                <a:off x="4242292" y="3435730"/>
                <a:ext cx="34920" cy="17136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6CAE0206-CC4C-41A3-994A-F4BACA84281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233292" y="3426730"/>
                  <a:ext cx="52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11A811BE-33F7-4675-9594-D13D2A8301D3}"/>
                    </a:ext>
                  </a:extLst>
                </p14:cNvPr>
                <p14:cNvContentPartPr/>
                <p14:nvPr/>
              </p14:nvContentPartPr>
              <p14:xfrm>
                <a:off x="4184332" y="3565690"/>
                <a:ext cx="135720" cy="11844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11A811BE-33F7-4675-9594-D13D2A8301D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175332" y="3557050"/>
                  <a:ext cx="1533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A7EA58B4-4F1E-4D22-85C2-885EFA03536A}"/>
                    </a:ext>
                  </a:extLst>
                </p14:cNvPr>
                <p14:cNvContentPartPr/>
                <p14:nvPr/>
              </p14:nvContentPartPr>
              <p14:xfrm>
                <a:off x="3073732" y="5422570"/>
                <a:ext cx="253080" cy="24768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A7EA58B4-4F1E-4D22-85C2-885EFA03536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065092" y="5413930"/>
                  <a:ext cx="270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680ACC1E-D94C-431A-B2A4-357ECC340D49}"/>
                    </a:ext>
                  </a:extLst>
                </p14:cNvPr>
                <p14:cNvContentPartPr/>
                <p14:nvPr/>
              </p14:nvContentPartPr>
              <p14:xfrm>
                <a:off x="3296572" y="5307730"/>
                <a:ext cx="125280" cy="2592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680ACC1E-D94C-431A-B2A4-357ECC340D4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287932" y="5298730"/>
                  <a:ext cx="142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108DBEBE-D79C-4AF2-8499-B8975713A652}"/>
                    </a:ext>
                  </a:extLst>
                </p14:cNvPr>
                <p14:cNvContentPartPr/>
                <p14:nvPr/>
              </p14:nvContentPartPr>
              <p14:xfrm>
                <a:off x="3546772" y="5159050"/>
                <a:ext cx="169200" cy="18972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108DBEBE-D79C-4AF2-8499-B8975713A65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537772" y="5150050"/>
                  <a:ext cx="1868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0EF99D74-CDEA-4F7D-A3A5-B97DAC00318E}"/>
                    </a:ext>
                  </a:extLst>
                </p14:cNvPr>
                <p14:cNvContentPartPr/>
                <p14:nvPr/>
              </p14:nvContentPartPr>
              <p14:xfrm>
                <a:off x="4063732" y="5409250"/>
                <a:ext cx="378000" cy="1656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0EF99D74-CDEA-4F7D-A3A5-B97DAC00318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054732" y="5400610"/>
                  <a:ext cx="395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1F0D7AFA-454C-46D9-8D63-B62016A771B6}"/>
                    </a:ext>
                  </a:extLst>
                </p14:cNvPr>
                <p14:cNvContentPartPr/>
                <p14:nvPr/>
              </p14:nvContentPartPr>
              <p14:xfrm>
                <a:off x="4087492" y="5428690"/>
                <a:ext cx="265680" cy="35712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1F0D7AFA-454C-46D9-8D63-B62016A771B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078492" y="5419690"/>
                  <a:ext cx="2833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CFED94BE-3DB0-4D6F-A918-A7EF286A8F07}"/>
                    </a:ext>
                  </a:extLst>
                </p14:cNvPr>
                <p14:cNvContentPartPr/>
                <p14:nvPr/>
              </p14:nvContentPartPr>
              <p14:xfrm>
                <a:off x="4011172" y="5955730"/>
                <a:ext cx="25200" cy="14076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CFED94BE-3DB0-4D6F-A918-A7EF286A8F0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002172" y="5946730"/>
                  <a:ext cx="42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005BB5A1-29AB-49E3-8C40-28205A6546E5}"/>
                    </a:ext>
                  </a:extLst>
                </p14:cNvPr>
                <p14:cNvContentPartPr/>
                <p14:nvPr/>
              </p14:nvContentPartPr>
              <p14:xfrm>
                <a:off x="3957532" y="5929090"/>
                <a:ext cx="140760" cy="16740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005BB5A1-29AB-49E3-8C40-28205A6546E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948892" y="5920090"/>
                  <a:ext cx="158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F7060252-DB7E-46B1-82D7-0EC0DE7EF318}"/>
                    </a:ext>
                  </a:extLst>
                </p14:cNvPr>
                <p14:cNvContentPartPr/>
                <p14:nvPr/>
              </p14:nvContentPartPr>
              <p14:xfrm>
                <a:off x="4182532" y="5974090"/>
                <a:ext cx="121680" cy="1440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F7060252-DB7E-46B1-82D7-0EC0DE7EF31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173892" y="5965090"/>
                  <a:ext cx="1393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243FF154-0BAF-4FBA-A5AE-5DC09CE7FE5B}"/>
                    </a:ext>
                  </a:extLst>
                </p14:cNvPr>
                <p14:cNvContentPartPr/>
                <p14:nvPr/>
              </p14:nvContentPartPr>
              <p14:xfrm>
                <a:off x="4200532" y="5999650"/>
                <a:ext cx="142200" cy="3456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243FF154-0BAF-4FBA-A5AE-5DC09CE7FE5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191532" y="5990650"/>
                  <a:ext cx="159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5AF9A4AD-A243-4986-8134-D7FAC43063E9}"/>
                    </a:ext>
                  </a:extLst>
                </p14:cNvPr>
                <p14:cNvContentPartPr/>
                <p14:nvPr/>
              </p14:nvContentPartPr>
              <p14:xfrm>
                <a:off x="4395652" y="5870050"/>
                <a:ext cx="150480" cy="15948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5AF9A4AD-A243-4986-8134-D7FAC43063E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387012" y="5861050"/>
                  <a:ext cx="168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C35854C6-10C6-40E9-9664-4805A3F9801B}"/>
                    </a:ext>
                  </a:extLst>
                </p14:cNvPr>
                <p14:cNvContentPartPr/>
                <p14:nvPr/>
              </p14:nvContentPartPr>
              <p14:xfrm>
                <a:off x="4195852" y="5196130"/>
                <a:ext cx="122760" cy="10764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C35854C6-10C6-40E9-9664-4805A3F9801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187212" y="5187490"/>
                  <a:ext cx="140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3EAA1E7E-431E-4ABB-BDC0-5968E5406365}"/>
                    </a:ext>
                  </a:extLst>
                </p14:cNvPr>
                <p14:cNvContentPartPr/>
                <p14:nvPr/>
              </p14:nvContentPartPr>
              <p14:xfrm>
                <a:off x="4305292" y="5185330"/>
                <a:ext cx="167040" cy="10908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3EAA1E7E-431E-4ABB-BDC0-5968E540636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296652" y="5176690"/>
                  <a:ext cx="184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EBB8C840-79A0-4831-9631-3D0B0ACEF4E1}"/>
                    </a:ext>
                  </a:extLst>
                </p14:cNvPr>
                <p14:cNvContentPartPr/>
                <p14:nvPr/>
              </p14:nvContentPartPr>
              <p14:xfrm>
                <a:off x="4937812" y="5286130"/>
                <a:ext cx="178200" cy="22500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EBB8C840-79A0-4831-9631-3D0B0ACEF4E1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928812" y="5277490"/>
                  <a:ext cx="1958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D647A234-F924-471E-B654-B06F039B3985}"/>
                    </a:ext>
                  </a:extLst>
                </p14:cNvPr>
                <p14:cNvContentPartPr/>
                <p14:nvPr/>
              </p14:nvContentPartPr>
              <p14:xfrm>
                <a:off x="5225812" y="5274610"/>
                <a:ext cx="239760" cy="19620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D647A234-F924-471E-B654-B06F039B398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217172" y="5265610"/>
                  <a:ext cx="2574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392459DF-0DB7-4A5A-B680-4D81F9E2409A}"/>
                    </a:ext>
                  </a:extLst>
                </p14:cNvPr>
                <p14:cNvContentPartPr/>
                <p14:nvPr/>
              </p14:nvContentPartPr>
              <p14:xfrm>
                <a:off x="5510572" y="5081650"/>
                <a:ext cx="120600" cy="16740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392459DF-0DB7-4A5A-B680-4D81F9E2409A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501572" y="5072650"/>
                  <a:ext cx="138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73E2DFB8-E3AA-449E-B989-FA16DFE2F8BA}"/>
                    </a:ext>
                  </a:extLst>
                </p14:cNvPr>
                <p14:cNvContentPartPr/>
                <p14:nvPr/>
              </p14:nvContentPartPr>
              <p14:xfrm>
                <a:off x="5505892" y="5143570"/>
                <a:ext cx="113400" cy="2268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73E2DFB8-E3AA-449E-B989-FA16DFE2F8B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496892" y="5134930"/>
                  <a:ext cx="131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2470AC81-D732-4624-875F-27FF0E7D47A4}"/>
                    </a:ext>
                  </a:extLst>
                </p14:cNvPr>
                <p14:cNvContentPartPr/>
                <p14:nvPr/>
              </p14:nvContentPartPr>
              <p14:xfrm>
                <a:off x="5106652" y="5406010"/>
                <a:ext cx="47880" cy="8208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2470AC81-D732-4624-875F-27FF0E7D47A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098012" y="5397370"/>
                  <a:ext cx="65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BFF47EE1-5091-44E0-952B-F34CE27A7673}"/>
                    </a:ext>
                  </a:extLst>
                </p14:cNvPr>
                <p14:cNvContentPartPr/>
                <p14:nvPr/>
              </p14:nvContentPartPr>
              <p14:xfrm>
                <a:off x="4741252" y="5338690"/>
                <a:ext cx="209880" cy="26280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BFF47EE1-5091-44E0-952B-F34CE27A767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732252" y="5330050"/>
                  <a:ext cx="2275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19BD5826-AFFB-4A6A-9E3B-AB7263158A38}"/>
                    </a:ext>
                  </a:extLst>
                </p14:cNvPr>
                <p14:cNvContentPartPr/>
                <p14:nvPr/>
              </p14:nvContentPartPr>
              <p14:xfrm>
                <a:off x="5723692" y="5127730"/>
                <a:ext cx="78840" cy="27792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19BD5826-AFFB-4A6A-9E3B-AB7263158A3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714692" y="5118730"/>
                  <a:ext cx="964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C90B28AC-24FA-4DC5-A5C4-77E2F4B359D1}"/>
                    </a:ext>
                  </a:extLst>
                </p14:cNvPr>
                <p14:cNvContentPartPr/>
                <p14:nvPr/>
              </p14:nvContentPartPr>
              <p14:xfrm>
                <a:off x="5821252" y="5075170"/>
                <a:ext cx="143280" cy="10980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C90B28AC-24FA-4DC5-A5C4-77E2F4B359D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812612" y="5066530"/>
                  <a:ext cx="1609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DDD3D8C2-62C5-4D9A-A092-2DF8935B9802}"/>
                    </a:ext>
                  </a:extLst>
                </p14:cNvPr>
                <p14:cNvContentPartPr/>
                <p14:nvPr/>
              </p14:nvContentPartPr>
              <p14:xfrm>
                <a:off x="5865532" y="5021530"/>
                <a:ext cx="70560" cy="14616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DDD3D8C2-62C5-4D9A-A092-2DF8935B980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856532" y="5012890"/>
                  <a:ext cx="882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AA014E22-C965-4838-A810-1F51C4B0C1A4}"/>
                    </a:ext>
                  </a:extLst>
                </p14:cNvPr>
                <p14:cNvContentPartPr/>
                <p14:nvPr/>
              </p14:nvContentPartPr>
              <p14:xfrm>
                <a:off x="4906852" y="5565850"/>
                <a:ext cx="984600" cy="9468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AA014E22-C965-4838-A810-1F51C4B0C1A4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897852" y="5556850"/>
                  <a:ext cx="1002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40106D2A-BB9E-4C93-80FF-6782767D1F99}"/>
                    </a:ext>
                  </a:extLst>
                </p14:cNvPr>
                <p14:cNvContentPartPr/>
                <p14:nvPr/>
              </p14:nvContentPartPr>
              <p14:xfrm>
                <a:off x="5202052" y="5785450"/>
                <a:ext cx="139680" cy="13428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40106D2A-BB9E-4C93-80FF-6782767D1F9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193052" y="5776450"/>
                  <a:ext cx="157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193220C8-FC5B-4E7E-8E0A-F9A9E6C85B58}"/>
                    </a:ext>
                  </a:extLst>
                </p14:cNvPr>
                <p14:cNvContentPartPr/>
                <p14:nvPr/>
              </p14:nvContentPartPr>
              <p14:xfrm>
                <a:off x="5199532" y="5795170"/>
                <a:ext cx="149040" cy="14616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193220C8-FC5B-4E7E-8E0A-F9A9E6C85B5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190892" y="5786170"/>
                  <a:ext cx="1666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D4180C2C-1142-43F2-B06E-589631457C1F}"/>
                    </a:ext>
                  </a:extLst>
                </p14:cNvPr>
                <p14:cNvContentPartPr/>
                <p14:nvPr/>
              </p14:nvContentPartPr>
              <p14:xfrm>
                <a:off x="5497252" y="5680330"/>
                <a:ext cx="13320" cy="165240"/>
              </p14:xfrm>
            </p:contentPart>
          </mc:Choice>
          <mc:Fallback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D4180C2C-1142-43F2-B06E-589631457C1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488612" y="5671690"/>
                  <a:ext cx="30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A8EB8393-9708-4577-823D-7BDBC814378F}"/>
                    </a:ext>
                  </a:extLst>
                </p14:cNvPr>
                <p14:cNvContentPartPr/>
                <p14:nvPr/>
              </p14:nvContentPartPr>
              <p14:xfrm>
                <a:off x="5509132" y="5944930"/>
                <a:ext cx="12600" cy="2916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A8EB8393-9708-4577-823D-7BDBC814378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500132" y="5936290"/>
                  <a:ext cx="3024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79" name="Entrada de lápiz 278">
                <a:extLst>
                  <a:ext uri="{FF2B5EF4-FFF2-40B4-BE49-F238E27FC236}">
                    <a16:creationId xmlns:a16="http://schemas.microsoft.com/office/drawing/2014/main" id="{88D3BF74-4860-4D8E-96AF-53742FBC9310}"/>
                  </a:ext>
                </a:extLst>
              </p14:cNvPr>
              <p14:cNvContentPartPr/>
              <p14:nvPr/>
            </p14:nvContentPartPr>
            <p14:xfrm>
              <a:off x="9725812" y="4405570"/>
              <a:ext cx="138600" cy="144720"/>
            </p14:xfrm>
          </p:contentPart>
        </mc:Choice>
        <mc:Fallback>
          <p:pic>
            <p:nvPicPr>
              <p:cNvPr id="279" name="Entrada de lápiz 278">
                <a:extLst>
                  <a:ext uri="{FF2B5EF4-FFF2-40B4-BE49-F238E27FC236}">
                    <a16:creationId xmlns:a16="http://schemas.microsoft.com/office/drawing/2014/main" id="{88D3BF74-4860-4D8E-96AF-53742FBC9310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9672172" y="4297570"/>
                <a:ext cx="24624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80" name="Entrada de lápiz 279">
                <a:extLst>
                  <a:ext uri="{FF2B5EF4-FFF2-40B4-BE49-F238E27FC236}">
                    <a16:creationId xmlns:a16="http://schemas.microsoft.com/office/drawing/2014/main" id="{6303D4A0-ECB2-4C79-A30B-193FE9B16059}"/>
                  </a:ext>
                </a:extLst>
              </p14:cNvPr>
              <p14:cNvContentPartPr/>
              <p14:nvPr/>
            </p14:nvContentPartPr>
            <p14:xfrm>
              <a:off x="5101972" y="5400970"/>
              <a:ext cx="360" cy="360"/>
            </p14:xfrm>
          </p:contentPart>
        </mc:Choice>
        <mc:Fallback>
          <p:pic>
            <p:nvPicPr>
              <p:cNvPr id="280" name="Entrada de lápiz 279">
                <a:extLst>
                  <a:ext uri="{FF2B5EF4-FFF2-40B4-BE49-F238E27FC236}">
                    <a16:creationId xmlns:a16="http://schemas.microsoft.com/office/drawing/2014/main" id="{6303D4A0-ECB2-4C79-A30B-193FE9B16059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5048332" y="529297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81" name="Entrada de lápiz 280">
                <a:extLst>
                  <a:ext uri="{FF2B5EF4-FFF2-40B4-BE49-F238E27FC236}">
                    <a16:creationId xmlns:a16="http://schemas.microsoft.com/office/drawing/2014/main" id="{4ACECD79-3F0F-420B-AC25-7204D574F9A1}"/>
                  </a:ext>
                </a:extLst>
              </p14:cNvPr>
              <p14:cNvContentPartPr/>
              <p14:nvPr/>
            </p14:nvContentPartPr>
            <p14:xfrm>
              <a:off x="4982092" y="5206210"/>
              <a:ext cx="662040" cy="292320"/>
            </p14:xfrm>
          </p:contentPart>
        </mc:Choice>
        <mc:Fallback>
          <p:pic>
            <p:nvPicPr>
              <p:cNvPr id="281" name="Entrada de lápiz 280">
                <a:extLst>
                  <a:ext uri="{FF2B5EF4-FFF2-40B4-BE49-F238E27FC236}">
                    <a16:creationId xmlns:a16="http://schemas.microsoft.com/office/drawing/2014/main" id="{4ACECD79-3F0F-420B-AC25-7204D574F9A1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4928452" y="5098210"/>
                <a:ext cx="769680" cy="50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282" name="Entrada de lápiz 281">
                <a:extLst>
                  <a:ext uri="{FF2B5EF4-FFF2-40B4-BE49-F238E27FC236}">
                    <a16:creationId xmlns:a16="http://schemas.microsoft.com/office/drawing/2014/main" id="{4CAD387C-68C7-49EA-B540-19CEEA1180EC}"/>
                  </a:ext>
                </a:extLst>
              </p14:cNvPr>
              <p14:cNvContentPartPr/>
              <p14:nvPr/>
            </p14:nvContentPartPr>
            <p14:xfrm>
              <a:off x="10941892" y="4429330"/>
              <a:ext cx="151560" cy="145800"/>
            </p14:xfrm>
          </p:contentPart>
        </mc:Choice>
        <mc:Fallback>
          <p:pic>
            <p:nvPicPr>
              <p:cNvPr id="282" name="Entrada de lápiz 281">
                <a:extLst>
                  <a:ext uri="{FF2B5EF4-FFF2-40B4-BE49-F238E27FC236}">
                    <a16:creationId xmlns:a16="http://schemas.microsoft.com/office/drawing/2014/main" id="{4CAD387C-68C7-49EA-B540-19CEEA1180EC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10887892" y="4321330"/>
                <a:ext cx="259200" cy="36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8" name="Grupo 287">
            <a:extLst>
              <a:ext uri="{FF2B5EF4-FFF2-40B4-BE49-F238E27FC236}">
                <a16:creationId xmlns:a16="http://schemas.microsoft.com/office/drawing/2014/main" id="{2ABE0679-5FB1-49B9-9AF5-6EC3E177E718}"/>
              </a:ext>
            </a:extLst>
          </p:cNvPr>
          <p:cNvGrpSpPr/>
          <p:nvPr/>
        </p:nvGrpSpPr>
        <p:grpSpPr>
          <a:xfrm>
            <a:off x="6540892" y="5005690"/>
            <a:ext cx="366480" cy="180360"/>
            <a:chOff x="6540892" y="5005690"/>
            <a:chExt cx="36648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9341C02A-3C66-41F3-8DA1-99000EFE19A0}"/>
                    </a:ext>
                  </a:extLst>
                </p14:cNvPr>
                <p14:cNvContentPartPr/>
                <p14:nvPr/>
              </p14:nvContentPartPr>
              <p14:xfrm>
                <a:off x="6540892" y="5165170"/>
                <a:ext cx="101160" cy="2088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9341C02A-3C66-41F3-8DA1-99000EFE19A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531892" y="5156170"/>
                  <a:ext cx="118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AD00D4CC-4FEB-4E80-BC3C-9D8A0CB22D69}"/>
                    </a:ext>
                  </a:extLst>
                </p14:cNvPr>
                <p14:cNvContentPartPr/>
                <p14:nvPr/>
              </p14:nvContentPartPr>
              <p14:xfrm>
                <a:off x="6761932" y="5005690"/>
                <a:ext cx="145440" cy="16560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AD00D4CC-4FEB-4E80-BC3C-9D8A0CB22D6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753292" y="4997050"/>
                  <a:ext cx="163080" cy="18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92" name="Entrada de lápiz 291">
                <a:extLst>
                  <a:ext uri="{FF2B5EF4-FFF2-40B4-BE49-F238E27FC236}">
                    <a16:creationId xmlns:a16="http://schemas.microsoft.com/office/drawing/2014/main" id="{B75FB109-ECE0-47D9-960A-AADD863D8C6E}"/>
                  </a:ext>
                </a:extLst>
              </p14:cNvPr>
              <p14:cNvContentPartPr/>
              <p14:nvPr/>
            </p14:nvContentPartPr>
            <p14:xfrm>
              <a:off x="7180972" y="5234290"/>
              <a:ext cx="325800" cy="338040"/>
            </p14:xfrm>
          </p:contentPart>
        </mc:Choice>
        <mc:Fallback>
          <p:pic>
            <p:nvPicPr>
              <p:cNvPr id="292" name="Entrada de lápiz 291">
                <a:extLst>
                  <a:ext uri="{FF2B5EF4-FFF2-40B4-BE49-F238E27FC236}">
                    <a16:creationId xmlns:a16="http://schemas.microsoft.com/office/drawing/2014/main" id="{B75FB109-ECE0-47D9-960A-AADD863D8C6E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7171972" y="5225290"/>
                <a:ext cx="343440" cy="35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8" name="Grupo 297">
            <a:extLst>
              <a:ext uri="{FF2B5EF4-FFF2-40B4-BE49-F238E27FC236}">
                <a16:creationId xmlns:a16="http://schemas.microsoft.com/office/drawing/2014/main" id="{35F53215-8938-41AD-94B5-04F10DBEF14D}"/>
              </a:ext>
            </a:extLst>
          </p:cNvPr>
          <p:cNvGrpSpPr/>
          <p:nvPr/>
        </p:nvGrpSpPr>
        <p:grpSpPr>
          <a:xfrm>
            <a:off x="7512172" y="4653250"/>
            <a:ext cx="656640" cy="506880"/>
            <a:chOff x="7512172" y="4653250"/>
            <a:chExt cx="656640" cy="5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FADA65A5-8023-4E3A-9BEE-5857D5C6F752}"/>
                    </a:ext>
                  </a:extLst>
                </p14:cNvPr>
                <p14:cNvContentPartPr/>
                <p14:nvPr/>
              </p14:nvContentPartPr>
              <p14:xfrm>
                <a:off x="7512172" y="4977610"/>
                <a:ext cx="146160" cy="182520"/>
              </p14:xfrm>
            </p:contentPart>
          </mc:Choice>
          <mc:Fallback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FADA65A5-8023-4E3A-9BEE-5857D5C6F75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503172" y="4968610"/>
                  <a:ext cx="163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F7D13843-33CA-4213-B357-F5C05C11C24C}"/>
                    </a:ext>
                  </a:extLst>
                </p14:cNvPr>
                <p14:cNvContentPartPr/>
                <p14:nvPr/>
              </p14:nvContentPartPr>
              <p14:xfrm>
                <a:off x="7760212" y="4910290"/>
                <a:ext cx="232560" cy="18216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F7D13843-33CA-4213-B357-F5C05C11C24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751212" y="4901290"/>
                  <a:ext cx="2502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40AE127C-7424-4A03-B120-8336F1F30280}"/>
                    </a:ext>
                  </a:extLst>
                </p14:cNvPr>
                <p14:cNvContentPartPr/>
                <p14:nvPr/>
              </p14:nvContentPartPr>
              <p14:xfrm>
                <a:off x="8036332" y="4653250"/>
                <a:ext cx="108720" cy="17820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40AE127C-7424-4A03-B120-8336F1F3028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027332" y="4644250"/>
                  <a:ext cx="126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4A75DB25-2CA3-4511-9A94-F73D93059471}"/>
                    </a:ext>
                  </a:extLst>
                </p14:cNvPr>
                <p14:cNvContentPartPr/>
                <p14:nvPr/>
              </p14:nvContentPartPr>
              <p14:xfrm>
                <a:off x="7983772" y="4760170"/>
                <a:ext cx="185040" cy="2592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4A75DB25-2CA3-4511-9A94-F73D9305947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975132" y="4751530"/>
                  <a:ext cx="20268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301" name="Entrada de lápiz 300">
                <a:extLst>
                  <a:ext uri="{FF2B5EF4-FFF2-40B4-BE49-F238E27FC236}">
                    <a16:creationId xmlns:a16="http://schemas.microsoft.com/office/drawing/2014/main" id="{B26FC784-53FE-4412-B9B1-0CA9CA1770D7}"/>
                  </a:ext>
                </a:extLst>
              </p14:cNvPr>
              <p14:cNvContentPartPr/>
              <p14:nvPr/>
            </p14:nvContentPartPr>
            <p14:xfrm>
              <a:off x="7491652" y="4745410"/>
              <a:ext cx="599760" cy="408600"/>
            </p14:xfrm>
          </p:contentPart>
        </mc:Choice>
        <mc:Fallback>
          <p:pic>
            <p:nvPicPr>
              <p:cNvPr id="301" name="Entrada de lápiz 300">
                <a:extLst>
                  <a:ext uri="{FF2B5EF4-FFF2-40B4-BE49-F238E27FC236}">
                    <a16:creationId xmlns:a16="http://schemas.microsoft.com/office/drawing/2014/main" id="{B26FC784-53FE-4412-B9B1-0CA9CA1770D7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7438012" y="4637410"/>
                <a:ext cx="707400" cy="62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4" name="Grupo 303">
            <a:extLst>
              <a:ext uri="{FF2B5EF4-FFF2-40B4-BE49-F238E27FC236}">
                <a16:creationId xmlns:a16="http://schemas.microsoft.com/office/drawing/2014/main" id="{8C58AD42-893C-4051-BC2B-A8CAF9762778}"/>
              </a:ext>
            </a:extLst>
          </p:cNvPr>
          <p:cNvGrpSpPr/>
          <p:nvPr/>
        </p:nvGrpSpPr>
        <p:grpSpPr>
          <a:xfrm>
            <a:off x="6222652" y="6300610"/>
            <a:ext cx="292320" cy="141840"/>
            <a:chOff x="6222652" y="6300610"/>
            <a:chExt cx="292320" cy="14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68B50F86-D091-4460-A5BA-0AB5D0D7CB85}"/>
                    </a:ext>
                  </a:extLst>
                </p14:cNvPr>
                <p14:cNvContentPartPr/>
                <p14:nvPr/>
              </p14:nvContentPartPr>
              <p14:xfrm>
                <a:off x="6222652" y="6300610"/>
                <a:ext cx="175320" cy="2916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68B50F86-D091-4460-A5BA-0AB5D0D7CB85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213652" y="6291970"/>
                  <a:ext cx="192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5CCDD3B7-FC6E-43C1-924A-39A229776C43}"/>
                    </a:ext>
                  </a:extLst>
                </p14:cNvPr>
                <p14:cNvContentPartPr/>
                <p14:nvPr/>
              </p14:nvContentPartPr>
              <p14:xfrm>
                <a:off x="6264412" y="6388450"/>
                <a:ext cx="250560" cy="5400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5CCDD3B7-FC6E-43C1-924A-39A229776C43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255412" y="6379810"/>
                  <a:ext cx="26820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305" name="Entrada de lápiz 304">
                <a:extLst>
                  <a:ext uri="{FF2B5EF4-FFF2-40B4-BE49-F238E27FC236}">
                    <a16:creationId xmlns:a16="http://schemas.microsoft.com/office/drawing/2014/main" id="{B079FA49-2D74-4200-A1B0-86B5E6E40AF6}"/>
                  </a:ext>
                </a:extLst>
              </p14:cNvPr>
              <p14:cNvContentPartPr/>
              <p14:nvPr/>
            </p14:nvContentPartPr>
            <p14:xfrm>
              <a:off x="6675172" y="6107650"/>
              <a:ext cx="345600" cy="311040"/>
            </p14:xfrm>
          </p:contentPart>
        </mc:Choice>
        <mc:Fallback>
          <p:pic>
            <p:nvPicPr>
              <p:cNvPr id="305" name="Entrada de lápiz 304">
                <a:extLst>
                  <a:ext uri="{FF2B5EF4-FFF2-40B4-BE49-F238E27FC236}">
                    <a16:creationId xmlns:a16="http://schemas.microsoft.com/office/drawing/2014/main" id="{B079FA49-2D74-4200-A1B0-86B5E6E40AF6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6666172" y="6098650"/>
                <a:ext cx="363240" cy="32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6" name="Grupo 315">
            <a:extLst>
              <a:ext uri="{FF2B5EF4-FFF2-40B4-BE49-F238E27FC236}">
                <a16:creationId xmlns:a16="http://schemas.microsoft.com/office/drawing/2014/main" id="{4D8B24E2-C733-43E8-830F-14A07560EB5B}"/>
              </a:ext>
            </a:extLst>
          </p:cNvPr>
          <p:cNvGrpSpPr/>
          <p:nvPr/>
        </p:nvGrpSpPr>
        <p:grpSpPr>
          <a:xfrm>
            <a:off x="6203572" y="5304130"/>
            <a:ext cx="2078280" cy="654120"/>
            <a:chOff x="6203572" y="5304130"/>
            <a:chExt cx="2078280" cy="65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02A9B281-7496-4933-A672-FCD3EB3F49C4}"/>
                    </a:ext>
                  </a:extLst>
                </p14:cNvPr>
                <p14:cNvContentPartPr/>
                <p14:nvPr/>
              </p14:nvContentPartPr>
              <p14:xfrm>
                <a:off x="6222652" y="5394490"/>
                <a:ext cx="104040" cy="252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02A9B281-7496-4933-A672-FCD3EB3F49C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213652" y="5385490"/>
                  <a:ext cx="121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4746CCFF-F51A-411B-9959-34F28247C50C}"/>
                    </a:ext>
                  </a:extLst>
                </p14:cNvPr>
                <p14:cNvContentPartPr/>
                <p14:nvPr/>
              </p14:nvContentPartPr>
              <p14:xfrm>
                <a:off x="6203572" y="5475850"/>
                <a:ext cx="156240" cy="4968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4746CCFF-F51A-411B-9959-34F28247C50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194572" y="5466850"/>
                  <a:ext cx="173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233AB2E6-5162-4BD3-AF0C-6EABDFA31870}"/>
                    </a:ext>
                  </a:extLst>
                </p14:cNvPr>
                <p14:cNvContentPartPr/>
                <p14:nvPr/>
              </p14:nvContentPartPr>
              <p14:xfrm>
                <a:off x="6475012" y="5304130"/>
                <a:ext cx="259200" cy="26172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233AB2E6-5162-4BD3-AF0C-6EABDFA3187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466372" y="5295490"/>
                  <a:ext cx="2768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FD7F83EE-DB42-418E-B3CF-B559B77465DD}"/>
                    </a:ext>
                  </a:extLst>
                </p14:cNvPr>
                <p14:cNvContentPartPr/>
                <p14:nvPr/>
              </p14:nvContentPartPr>
              <p14:xfrm>
                <a:off x="6955612" y="5341930"/>
                <a:ext cx="64800" cy="6480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FD7F83EE-DB42-418E-B3CF-B559B77465D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946972" y="5332930"/>
                  <a:ext cx="82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ADB04DE6-D3A8-4294-8BC6-EA73B16B2769}"/>
                    </a:ext>
                  </a:extLst>
                </p14:cNvPr>
                <p14:cNvContentPartPr/>
                <p14:nvPr/>
              </p14:nvContentPartPr>
              <p14:xfrm>
                <a:off x="6728812" y="5855290"/>
                <a:ext cx="124200" cy="3024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ADB04DE6-D3A8-4294-8BC6-EA73B16B2769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719812" y="5846650"/>
                  <a:ext cx="141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611A409F-D5AF-4006-A15A-81870EA647AB}"/>
                    </a:ext>
                  </a:extLst>
                </p14:cNvPr>
                <p14:cNvContentPartPr/>
                <p14:nvPr/>
              </p14:nvContentPartPr>
              <p14:xfrm>
                <a:off x="6973972" y="5767810"/>
                <a:ext cx="164880" cy="190440"/>
              </p14:xfrm>
            </p:contentPart>
          </mc:Choice>
          <mc:Fallback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611A409F-D5AF-4006-A15A-81870EA647A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965332" y="5759170"/>
                  <a:ext cx="182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A0D72353-A111-469D-8FE0-AB48B136C081}"/>
                    </a:ext>
                  </a:extLst>
                </p14:cNvPr>
                <p14:cNvContentPartPr/>
                <p14:nvPr/>
              </p14:nvContentPartPr>
              <p14:xfrm>
                <a:off x="7358812" y="5706250"/>
                <a:ext cx="2880" cy="162720"/>
              </p14:xfrm>
            </p:contentPart>
          </mc:Choice>
          <mc:Fallback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A0D72353-A111-469D-8FE0-AB48B136C08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349812" y="5697250"/>
                  <a:ext cx="20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0A543C72-7AFD-4869-8AEA-B56A6CB814D5}"/>
                    </a:ext>
                  </a:extLst>
                </p14:cNvPr>
                <p14:cNvContentPartPr/>
                <p14:nvPr/>
              </p14:nvContentPartPr>
              <p14:xfrm>
                <a:off x="7279972" y="5783290"/>
                <a:ext cx="169560" cy="19800"/>
              </p14:xfrm>
            </p:contentPart>
          </mc:Choice>
          <mc:Fallback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0A543C72-7AFD-4869-8AEA-B56A6CB814D5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271332" y="5774290"/>
                  <a:ext cx="187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7268A99A-EE19-4C78-B856-3FB220B1DF00}"/>
                    </a:ext>
                  </a:extLst>
                </p14:cNvPr>
                <p14:cNvContentPartPr/>
                <p14:nvPr/>
              </p14:nvContentPartPr>
              <p14:xfrm>
                <a:off x="7552492" y="5702650"/>
                <a:ext cx="150120" cy="205200"/>
              </p14:xfrm>
            </p:contentPart>
          </mc:Choice>
          <mc:Fallback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7268A99A-EE19-4C78-B856-3FB220B1DF00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543492" y="5693650"/>
                  <a:ext cx="167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C68CC122-D487-4EC5-9A86-0F94E15A5B3B}"/>
                    </a:ext>
                  </a:extLst>
                </p14:cNvPr>
                <p14:cNvContentPartPr/>
                <p14:nvPr/>
              </p14:nvContentPartPr>
              <p14:xfrm>
                <a:off x="7888372" y="5694730"/>
                <a:ext cx="204120" cy="154800"/>
              </p14:xfrm>
            </p:contentPart>
          </mc:Choice>
          <mc:Fallback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C68CC122-D487-4EC5-9A86-0F94E15A5B3B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879732" y="5686090"/>
                  <a:ext cx="2217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14" name="Entrada de lápiz 313">
                  <a:extLst>
                    <a:ext uri="{FF2B5EF4-FFF2-40B4-BE49-F238E27FC236}">
                      <a16:creationId xmlns:a16="http://schemas.microsoft.com/office/drawing/2014/main" id="{0368FD1E-FE3D-484D-9B9B-6679CEC18EEC}"/>
                    </a:ext>
                  </a:extLst>
                </p14:cNvPr>
                <p14:cNvContentPartPr/>
                <p14:nvPr/>
              </p14:nvContentPartPr>
              <p14:xfrm>
                <a:off x="8163052" y="5397730"/>
                <a:ext cx="112680" cy="212040"/>
              </p14:xfrm>
            </p:contentPart>
          </mc:Choice>
          <mc:Fallback>
            <p:pic>
              <p:nvPicPr>
                <p:cNvPr id="314" name="Entrada de lápiz 313">
                  <a:extLst>
                    <a:ext uri="{FF2B5EF4-FFF2-40B4-BE49-F238E27FC236}">
                      <a16:creationId xmlns:a16="http://schemas.microsoft.com/office/drawing/2014/main" id="{0368FD1E-FE3D-484D-9B9B-6679CEC18EE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154412" y="5388730"/>
                  <a:ext cx="1303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D0B9AAE8-B0E2-4175-95C0-5320BC71FDB3}"/>
                    </a:ext>
                  </a:extLst>
                </p14:cNvPr>
                <p14:cNvContentPartPr/>
                <p14:nvPr/>
              </p14:nvContentPartPr>
              <p14:xfrm>
                <a:off x="8141092" y="5515450"/>
                <a:ext cx="140760" cy="19800"/>
              </p14:xfrm>
            </p:contentPart>
          </mc:Choice>
          <mc:Fallback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D0B9AAE8-B0E2-4175-95C0-5320BC71FDB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132452" y="5506450"/>
                  <a:ext cx="15840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upo 322">
            <a:extLst>
              <a:ext uri="{FF2B5EF4-FFF2-40B4-BE49-F238E27FC236}">
                <a16:creationId xmlns:a16="http://schemas.microsoft.com/office/drawing/2014/main" id="{39465BC5-CB66-4974-A72E-EB8643018F96}"/>
              </a:ext>
            </a:extLst>
          </p:cNvPr>
          <p:cNvGrpSpPr/>
          <p:nvPr/>
        </p:nvGrpSpPr>
        <p:grpSpPr>
          <a:xfrm>
            <a:off x="8444932" y="6059906"/>
            <a:ext cx="902880" cy="391680"/>
            <a:chOff x="8444932" y="6059906"/>
            <a:chExt cx="90288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BAC1455A-3940-418B-B8E8-1886259717F2}"/>
                    </a:ext>
                  </a:extLst>
                </p14:cNvPr>
                <p14:cNvContentPartPr/>
                <p14:nvPr/>
              </p14:nvContentPartPr>
              <p14:xfrm>
                <a:off x="8444932" y="6195986"/>
                <a:ext cx="100440" cy="14400"/>
              </p14:xfrm>
            </p:contentPart>
          </mc:Choice>
          <mc:Fallback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BAC1455A-3940-418B-B8E8-1886259717F2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435932" y="6186986"/>
                  <a:ext cx="118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C3931A51-9626-48BB-8B4D-2232B4F2AF02}"/>
                    </a:ext>
                  </a:extLst>
                </p14:cNvPr>
                <p14:cNvContentPartPr/>
                <p14:nvPr/>
              </p14:nvContentPartPr>
              <p14:xfrm>
                <a:off x="8470852" y="6285986"/>
                <a:ext cx="236160" cy="27000"/>
              </p14:xfrm>
            </p:contentPart>
          </mc:Choice>
          <mc:Fallback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C3931A51-9626-48BB-8B4D-2232B4F2AF02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462212" y="6276986"/>
                  <a:ext cx="253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6FF051B5-BB54-4E35-8D97-7612ADA9D308}"/>
                    </a:ext>
                  </a:extLst>
                </p14:cNvPr>
                <p14:cNvContentPartPr/>
                <p14:nvPr/>
              </p14:nvContentPartPr>
              <p14:xfrm>
                <a:off x="8948932" y="6059906"/>
                <a:ext cx="398880" cy="391680"/>
              </p14:xfrm>
            </p:contentPart>
          </mc:Choice>
          <mc:Fallback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6FF051B5-BB54-4E35-8D97-7612ADA9D30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940292" y="6050906"/>
                  <a:ext cx="416520" cy="40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upo 334">
            <a:extLst>
              <a:ext uri="{FF2B5EF4-FFF2-40B4-BE49-F238E27FC236}">
                <a16:creationId xmlns:a16="http://schemas.microsoft.com/office/drawing/2014/main" id="{84BBC559-8120-458F-AE4C-B2FA567A5C77}"/>
              </a:ext>
            </a:extLst>
          </p:cNvPr>
          <p:cNvGrpSpPr/>
          <p:nvPr/>
        </p:nvGrpSpPr>
        <p:grpSpPr>
          <a:xfrm>
            <a:off x="9236572" y="4074506"/>
            <a:ext cx="2983680" cy="1833840"/>
            <a:chOff x="9236572" y="4074506"/>
            <a:chExt cx="2983680" cy="183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01981DF4-55D5-4858-8907-F8F08EAEC65D}"/>
                    </a:ext>
                  </a:extLst>
                </p14:cNvPr>
                <p14:cNvContentPartPr/>
                <p14:nvPr/>
              </p14:nvContentPartPr>
              <p14:xfrm>
                <a:off x="9309292" y="4078106"/>
                <a:ext cx="2290680" cy="3996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01981DF4-55D5-4858-8907-F8F08EAEC65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300292" y="4069466"/>
                  <a:ext cx="2308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9CBF9950-0B00-4218-B816-B194C6BC6520}"/>
                    </a:ext>
                  </a:extLst>
                </p14:cNvPr>
                <p14:cNvContentPartPr/>
                <p14:nvPr/>
              </p14:nvContentPartPr>
              <p14:xfrm>
                <a:off x="11374252" y="4074506"/>
                <a:ext cx="846000" cy="4356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9CBF9950-0B00-4218-B816-B194C6BC6520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365612" y="4065866"/>
                  <a:ext cx="863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6CB4E2D4-FDE2-4D94-9A29-3B5A2F96EB18}"/>
                    </a:ext>
                  </a:extLst>
                </p14:cNvPr>
                <p14:cNvContentPartPr/>
                <p14:nvPr/>
              </p14:nvContentPartPr>
              <p14:xfrm>
                <a:off x="9459412" y="4550650"/>
                <a:ext cx="196920" cy="27648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6CB4E2D4-FDE2-4D94-9A29-3B5A2F96EB18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450412" y="4542010"/>
                  <a:ext cx="2145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1EB85CB0-EB5B-4882-839E-92474DABFB5A}"/>
                    </a:ext>
                  </a:extLst>
                </p14:cNvPr>
                <p14:cNvContentPartPr/>
                <p14:nvPr/>
              </p14:nvContentPartPr>
              <p14:xfrm>
                <a:off x="9713212" y="4332850"/>
                <a:ext cx="159840" cy="22356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1EB85CB0-EB5B-4882-839E-92474DABFB5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704212" y="4323850"/>
                  <a:ext cx="1774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3C194FD0-7A37-4FA2-8E1C-A152A330663E}"/>
                    </a:ext>
                  </a:extLst>
                </p14:cNvPr>
                <p14:cNvContentPartPr/>
                <p14:nvPr/>
              </p14:nvContentPartPr>
              <p14:xfrm>
                <a:off x="9756052" y="4389730"/>
                <a:ext cx="113400" cy="13752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3C194FD0-7A37-4FA2-8E1C-A152A330663E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747052" y="4380730"/>
                  <a:ext cx="131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9AE7A7FB-0776-4738-A0FF-910DB29E8F17}"/>
                    </a:ext>
                  </a:extLst>
                </p14:cNvPr>
                <p14:cNvContentPartPr/>
                <p14:nvPr/>
              </p14:nvContentPartPr>
              <p14:xfrm>
                <a:off x="9941812" y="4516090"/>
                <a:ext cx="209880" cy="9252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9AE7A7FB-0776-4738-A0FF-910DB29E8F1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932812" y="4507090"/>
                  <a:ext cx="2275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C2F5227C-D6DD-48AC-9811-5D311280CF8F}"/>
                    </a:ext>
                  </a:extLst>
                </p14:cNvPr>
                <p14:cNvContentPartPr/>
                <p14:nvPr/>
              </p14:nvContentPartPr>
              <p14:xfrm>
                <a:off x="10248172" y="4368850"/>
                <a:ext cx="373680" cy="39852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C2F5227C-D6DD-48AC-9811-5D311280CF8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239172" y="4360210"/>
                  <a:ext cx="3913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0D262465-EA45-4F23-9C0C-443D4C38F446}"/>
                    </a:ext>
                  </a:extLst>
                </p14:cNvPr>
                <p14:cNvContentPartPr/>
                <p14:nvPr/>
              </p14:nvContentPartPr>
              <p14:xfrm>
                <a:off x="10247452" y="4898410"/>
                <a:ext cx="43560" cy="17208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0D262465-EA45-4F23-9C0C-443D4C38F446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0238452" y="4889770"/>
                  <a:ext cx="61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4BFF1DDE-24F0-4226-B96C-27D20D685BEB}"/>
                    </a:ext>
                  </a:extLst>
                </p14:cNvPr>
                <p14:cNvContentPartPr/>
                <p14:nvPr/>
              </p14:nvContentPartPr>
              <p14:xfrm>
                <a:off x="10290652" y="4886530"/>
                <a:ext cx="112320" cy="12168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4BFF1DDE-24F0-4226-B96C-27D20D685BE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281652" y="4877890"/>
                  <a:ext cx="1299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7F7D92A4-F4A1-4F1E-9E5B-53F4FD144401}"/>
                    </a:ext>
                  </a:extLst>
                </p14:cNvPr>
                <p14:cNvContentPartPr/>
                <p14:nvPr/>
              </p14:nvContentPartPr>
              <p14:xfrm>
                <a:off x="10447972" y="4921090"/>
                <a:ext cx="68400" cy="1440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7F7D92A4-F4A1-4F1E-9E5B-53F4FD14440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438972" y="4912090"/>
                  <a:ext cx="86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77509013-D3DC-4DBD-B386-165BDC442348}"/>
                    </a:ext>
                  </a:extLst>
                </p14:cNvPr>
                <p14:cNvContentPartPr/>
                <p14:nvPr/>
              </p14:nvContentPartPr>
              <p14:xfrm>
                <a:off x="10447972" y="4921090"/>
                <a:ext cx="290880" cy="8280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77509013-D3DC-4DBD-B386-165BDC44234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438972" y="4912090"/>
                  <a:ext cx="3085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AAB170F1-99ED-4884-85FD-933C8D52FC6E}"/>
                    </a:ext>
                  </a:extLst>
                </p14:cNvPr>
                <p14:cNvContentPartPr/>
                <p14:nvPr/>
              </p14:nvContentPartPr>
              <p14:xfrm>
                <a:off x="10303972" y="4229890"/>
                <a:ext cx="83520" cy="7848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AAB170F1-99ED-4884-85FD-933C8D52FC6E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294972" y="4221250"/>
                  <a:ext cx="101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1029AB82-0C60-41DC-A864-753ED346D1B0}"/>
                    </a:ext>
                  </a:extLst>
                </p14:cNvPr>
                <p14:cNvContentPartPr/>
                <p14:nvPr/>
              </p14:nvContentPartPr>
              <p14:xfrm>
                <a:off x="10316932" y="4214770"/>
                <a:ext cx="193320" cy="6948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1029AB82-0C60-41DC-A864-753ED346D1B0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307932" y="4206130"/>
                  <a:ext cx="210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EC487A15-F869-4F4A-B442-47AAC74FCEE3}"/>
                    </a:ext>
                  </a:extLst>
                </p14:cNvPr>
                <p14:cNvContentPartPr/>
                <p14:nvPr/>
              </p14:nvContentPartPr>
              <p14:xfrm>
                <a:off x="11324572" y="4949890"/>
                <a:ext cx="43920" cy="3888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EC487A15-F869-4F4A-B442-47AAC74FCEE3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1315932" y="4940890"/>
                  <a:ext cx="61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D1301B4F-1F44-4F44-9589-F0F192F2E91F}"/>
                    </a:ext>
                  </a:extLst>
                </p14:cNvPr>
                <p14:cNvContentPartPr/>
                <p14:nvPr/>
              </p14:nvContentPartPr>
              <p14:xfrm>
                <a:off x="10903012" y="4440130"/>
                <a:ext cx="122760" cy="11556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D1301B4F-1F44-4F44-9589-F0F192F2E91F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894372" y="4431490"/>
                  <a:ext cx="1404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90923B40-3C37-4ACD-8099-1A90552D44E2}"/>
                    </a:ext>
                  </a:extLst>
                </p14:cNvPr>
                <p14:cNvContentPartPr/>
                <p14:nvPr/>
              </p14:nvContentPartPr>
              <p14:xfrm>
                <a:off x="11034412" y="4394050"/>
                <a:ext cx="128160" cy="1299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90923B40-3C37-4ACD-8099-1A90552D44E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025772" y="4385050"/>
                  <a:ext cx="145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A144D7A8-BE55-4DE3-86DF-2647548A7684}"/>
                    </a:ext>
                  </a:extLst>
                </p14:cNvPr>
                <p14:cNvContentPartPr/>
                <p14:nvPr/>
              </p14:nvContentPartPr>
              <p14:xfrm>
                <a:off x="11189932" y="4311250"/>
                <a:ext cx="37440" cy="11484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A144D7A8-BE55-4DE3-86DF-2647548A7684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180932" y="4302610"/>
                  <a:ext cx="55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A341C840-EF37-46DB-92E0-1CC2E2B4CF21}"/>
                    </a:ext>
                  </a:extLst>
                </p14:cNvPr>
                <p14:cNvContentPartPr/>
                <p14:nvPr/>
              </p14:nvContentPartPr>
              <p14:xfrm>
                <a:off x="11219452" y="4290010"/>
                <a:ext cx="110160" cy="10548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A341C840-EF37-46DB-92E0-1CC2E2B4CF21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210452" y="4281010"/>
                  <a:ext cx="127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8EA726B1-D8A2-4C6F-9A5D-76078A3F8C9A}"/>
                    </a:ext>
                  </a:extLst>
                </p14:cNvPr>
                <p14:cNvContentPartPr/>
                <p14:nvPr/>
              </p14:nvContentPartPr>
              <p14:xfrm>
                <a:off x="10846852" y="4569730"/>
                <a:ext cx="582480" cy="8820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8EA726B1-D8A2-4C6F-9A5D-76078A3F8C9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837852" y="4560730"/>
                  <a:ext cx="600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D742AA03-E977-4FB7-AED6-CD3F0F29BC62}"/>
                    </a:ext>
                  </a:extLst>
                </p14:cNvPr>
                <p14:cNvContentPartPr/>
                <p14:nvPr/>
              </p14:nvContentPartPr>
              <p14:xfrm>
                <a:off x="11301532" y="4630570"/>
                <a:ext cx="13320" cy="19764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D742AA03-E977-4FB7-AED6-CD3F0F29BC62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1292892" y="4621930"/>
                  <a:ext cx="309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13A20604-FD46-4BBF-AB6B-A95757FA28F2}"/>
                    </a:ext>
                  </a:extLst>
                </p14:cNvPr>
                <p14:cNvContentPartPr/>
                <p14:nvPr/>
              </p14:nvContentPartPr>
              <p14:xfrm>
                <a:off x="11037292" y="4665850"/>
                <a:ext cx="31320" cy="16632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13A20604-FD46-4BBF-AB6B-A95757FA28F2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1028652" y="4657210"/>
                  <a:ext cx="48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D3DB38BD-4DA2-488D-92FE-21A6D56DBECD}"/>
                    </a:ext>
                  </a:extLst>
                </p14:cNvPr>
                <p14:cNvContentPartPr/>
                <p14:nvPr/>
              </p14:nvContentPartPr>
              <p14:xfrm>
                <a:off x="11086252" y="4656490"/>
                <a:ext cx="86040" cy="15552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D3DB38BD-4DA2-488D-92FE-21A6D56DBECD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1077252" y="4647490"/>
                  <a:ext cx="103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0D4470D2-E4FA-4ED3-AB93-FB470F56B7CE}"/>
                    </a:ext>
                  </a:extLst>
                </p14:cNvPr>
                <p14:cNvContentPartPr/>
                <p14:nvPr/>
              </p14:nvContentPartPr>
              <p14:xfrm>
                <a:off x="9252052" y="4107986"/>
                <a:ext cx="199080" cy="1386360"/>
              </p14:xfrm>
            </p:contentPart>
          </mc:Choice>
          <mc:Fallback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0D4470D2-E4FA-4ED3-AB93-FB470F56B7CE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9243412" y="4099346"/>
                  <a:ext cx="216720" cy="14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D163574C-B873-49E9-98CD-9D87F48A3786}"/>
                    </a:ext>
                  </a:extLst>
                </p14:cNvPr>
                <p14:cNvContentPartPr/>
                <p14:nvPr/>
              </p14:nvContentPartPr>
              <p14:xfrm>
                <a:off x="9450052" y="5180426"/>
                <a:ext cx="2764440" cy="261720"/>
              </p14:xfrm>
            </p:contentPart>
          </mc:Choice>
          <mc:Fallback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D163574C-B873-49E9-98CD-9D87F48A378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9441052" y="5171786"/>
                  <a:ext cx="27820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D7AE3F14-0314-46D1-838E-70D5854B9E22}"/>
                    </a:ext>
                  </a:extLst>
                </p14:cNvPr>
                <p14:cNvContentPartPr/>
                <p14:nvPr/>
              </p14:nvContentPartPr>
              <p14:xfrm>
                <a:off x="9236572" y="5691266"/>
                <a:ext cx="152640" cy="212040"/>
              </p14:xfrm>
            </p:contentPart>
          </mc:Choice>
          <mc:Fallback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D7AE3F14-0314-46D1-838E-70D5854B9E22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227932" y="5682266"/>
                  <a:ext cx="1702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25" name="Entrada de lápiz 324">
                  <a:extLst>
                    <a:ext uri="{FF2B5EF4-FFF2-40B4-BE49-F238E27FC236}">
                      <a16:creationId xmlns:a16="http://schemas.microsoft.com/office/drawing/2014/main" id="{A93DBFEA-93DB-4C04-A00B-781378E9163F}"/>
                    </a:ext>
                  </a:extLst>
                </p14:cNvPr>
                <p14:cNvContentPartPr/>
                <p14:nvPr/>
              </p14:nvContentPartPr>
              <p14:xfrm>
                <a:off x="9517372" y="5632586"/>
                <a:ext cx="144720" cy="275760"/>
              </p14:xfrm>
            </p:contentPart>
          </mc:Choice>
          <mc:Fallback>
            <p:pic>
              <p:nvPicPr>
                <p:cNvPr id="325" name="Entrada de lápiz 324">
                  <a:extLst>
                    <a:ext uri="{FF2B5EF4-FFF2-40B4-BE49-F238E27FC236}">
                      <a16:creationId xmlns:a16="http://schemas.microsoft.com/office/drawing/2014/main" id="{A93DBFEA-93DB-4C04-A00B-781378E9163F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9508372" y="5623586"/>
                  <a:ext cx="1623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E45BA6CD-1D5B-419D-BA5B-A5403F714450}"/>
                    </a:ext>
                  </a:extLst>
                </p14:cNvPr>
                <p14:cNvContentPartPr/>
                <p14:nvPr/>
              </p14:nvContentPartPr>
              <p14:xfrm>
                <a:off x="9695212" y="5681186"/>
                <a:ext cx="220680" cy="152280"/>
              </p14:xfrm>
            </p:contentPart>
          </mc:Choice>
          <mc:Fallback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E45BA6CD-1D5B-419D-BA5B-A5403F714450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686212" y="5672186"/>
                  <a:ext cx="238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28" name="Entrada de lápiz 327">
                  <a:extLst>
                    <a:ext uri="{FF2B5EF4-FFF2-40B4-BE49-F238E27FC236}">
                      <a16:creationId xmlns:a16="http://schemas.microsoft.com/office/drawing/2014/main" id="{EC365651-3F68-4112-9989-C2DF4DEB8970}"/>
                    </a:ext>
                  </a:extLst>
                </p14:cNvPr>
                <p14:cNvContentPartPr/>
                <p14:nvPr/>
              </p14:nvContentPartPr>
              <p14:xfrm>
                <a:off x="9956932" y="5428826"/>
                <a:ext cx="107640" cy="214200"/>
              </p14:xfrm>
            </p:contentPart>
          </mc:Choice>
          <mc:Fallback>
            <p:pic>
              <p:nvPicPr>
                <p:cNvPr id="328" name="Entrada de lápiz 327">
                  <a:extLst>
                    <a:ext uri="{FF2B5EF4-FFF2-40B4-BE49-F238E27FC236}">
                      <a16:creationId xmlns:a16="http://schemas.microsoft.com/office/drawing/2014/main" id="{EC365651-3F68-4112-9989-C2DF4DEB897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9948292" y="5420186"/>
                  <a:ext cx="125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29" name="Entrada de lápiz 328">
                  <a:extLst>
                    <a:ext uri="{FF2B5EF4-FFF2-40B4-BE49-F238E27FC236}">
                      <a16:creationId xmlns:a16="http://schemas.microsoft.com/office/drawing/2014/main" id="{63DE2E15-2EB3-47B6-B0E2-2A8D9FECD31C}"/>
                    </a:ext>
                  </a:extLst>
                </p14:cNvPr>
                <p14:cNvContentPartPr/>
                <p14:nvPr/>
              </p14:nvContentPartPr>
              <p14:xfrm>
                <a:off x="9928492" y="5542586"/>
                <a:ext cx="135000" cy="22680"/>
              </p14:xfrm>
            </p:contentPart>
          </mc:Choice>
          <mc:Fallback>
            <p:pic>
              <p:nvPicPr>
                <p:cNvPr id="329" name="Entrada de lápiz 328">
                  <a:extLst>
                    <a:ext uri="{FF2B5EF4-FFF2-40B4-BE49-F238E27FC236}">
                      <a16:creationId xmlns:a16="http://schemas.microsoft.com/office/drawing/2014/main" id="{63DE2E15-2EB3-47B6-B0E2-2A8D9FECD31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919852" y="5533586"/>
                  <a:ext cx="152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31" name="Entrada de lápiz 330">
                  <a:extLst>
                    <a:ext uri="{FF2B5EF4-FFF2-40B4-BE49-F238E27FC236}">
                      <a16:creationId xmlns:a16="http://schemas.microsoft.com/office/drawing/2014/main" id="{3EF2000E-9B5F-4E45-8666-CB7E1E434037}"/>
                    </a:ext>
                  </a:extLst>
                </p14:cNvPr>
                <p14:cNvContentPartPr/>
                <p14:nvPr/>
              </p14:nvContentPartPr>
              <p14:xfrm>
                <a:off x="10185892" y="5748146"/>
                <a:ext cx="101520" cy="16560"/>
              </p14:xfrm>
            </p:contentPart>
          </mc:Choice>
          <mc:Fallback>
            <p:pic>
              <p:nvPicPr>
                <p:cNvPr id="331" name="Entrada de lápiz 330">
                  <a:extLst>
                    <a:ext uri="{FF2B5EF4-FFF2-40B4-BE49-F238E27FC236}">
                      <a16:creationId xmlns:a16="http://schemas.microsoft.com/office/drawing/2014/main" id="{3EF2000E-9B5F-4E45-8666-CB7E1E434037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0176892" y="5739506"/>
                  <a:ext cx="119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32" name="Entrada de lápiz 331">
                  <a:extLst>
                    <a:ext uri="{FF2B5EF4-FFF2-40B4-BE49-F238E27FC236}">
                      <a16:creationId xmlns:a16="http://schemas.microsoft.com/office/drawing/2014/main" id="{E9345996-935F-41D4-A5E2-9E108794686C}"/>
                    </a:ext>
                  </a:extLst>
                </p14:cNvPr>
                <p14:cNvContentPartPr/>
                <p14:nvPr/>
              </p14:nvContentPartPr>
              <p14:xfrm>
                <a:off x="10534732" y="5576066"/>
                <a:ext cx="28440" cy="188640"/>
              </p14:xfrm>
            </p:contentPart>
          </mc:Choice>
          <mc:Fallback>
            <p:pic>
              <p:nvPicPr>
                <p:cNvPr id="332" name="Entrada de lápiz 331">
                  <a:extLst>
                    <a:ext uri="{FF2B5EF4-FFF2-40B4-BE49-F238E27FC236}">
                      <a16:creationId xmlns:a16="http://schemas.microsoft.com/office/drawing/2014/main" id="{E9345996-935F-41D4-A5E2-9E108794686C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526092" y="5567066"/>
                  <a:ext cx="460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A01FFE89-D80A-4A5E-9846-F3FDAA304438}"/>
                    </a:ext>
                  </a:extLst>
                </p14:cNvPr>
                <p14:cNvContentPartPr/>
                <p14:nvPr/>
              </p14:nvContentPartPr>
              <p14:xfrm>
                <a:off x="10480012" y="5758946"/>
                <a:ext cx="193320" cy="35640"/>
              </p14:xfrm>
            </p:contentPart>
          </mc:Choice>
          <mc:Fallback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A01FFE89-D80A-4A5E-9846-F3FDAA304438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0471012" y="5749946"/>
                  <a:ext cx="210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92D2F019-3B21-4656-AEE6-1EFA7FDCB773}"/>
                    </a:ext>
                  </a:extLst>
                </p14:cNvPr>
                <p14:cNvContentPartPr/>
                <p14:nvPr/>
              </p14:nvContentPartPr>
              <p14:xfrm>
                <a:off x="10668292" y="5490026"/>
                <a:ext cx="132480" cy="374040"/>
              </p14:xfrm>
            </p:contentPart>
          </mc:Choice>
          <mc:Fallback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92D2F019-3B21-4656-AEE6-1EFA7FDCB773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0659292" y="5481026"/>
                  <a:ext cx="150120" cy="39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4490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A2C3BCA1-3EBA-4C48-8C1D-2377D037968D}"/>
                  </a:ext>
                </a:extLst>
              </p14:cNvPr>
              <p14:cNvContentPartPr/>
              <p14:nvPr/>
            </p14:nvContentPartPr>
            <p14:xfrm>
              <a:off x="5720812" y="5472746"/>
              <a:ext cx="194760" cy="33660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A2C3BCA1-3EBA-4C48-8C1D-2377D03796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2172" y="5464106"/>
                <a:ext cx="212400" cy="35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upo 145">
            <a:extLst>
              <a:ext uri="{FF2B5EF4-FFF2-40B4-BE49-F238E27FC236}">
                <a16:creationId xmlns:a16="http://schemas.microsoft.com/office/drawing/2014/main" id="{2CCE519C-6B82-4C38-92B3-1F9018F33BB5}"/>
              </a:ext>
            </a:extLst>
          </p:cNvPr>
          <p:cNvGrpSpPr/>
          <p:nvPr/>
        </p:nvGrpSpPr>
        <p:grpSpPr>
          <a:xfrm>
            <a:off x="513412" y="33146"/>
            <a:ext cx="7930800" cy="6661080"/>
            <a:chOff x="513412" y="33146"/>
            <a:chExt cx="7930800" cy="66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E89537D7-92AE-4ECB-9792-DE08F8C9890C}"/>
                    </a:ext>
                  </a:extLst>
                </p14:cNvPr>
                <p14:cNvContentPartPr/>
                <p14:nvPr/>
              </p14:nvContentPartPr>
              <p14:xfrm>
                <a:off x="697012" y="540026"/>
                <a:ext cx="343440" cy="49860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E89537D7-92AE-4ECB-9792-DE08F8C989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8012" y="531026"/>
                  <a:ext cx="36108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C9EE305B-5118-4EEF-865C-49FCDCC918C6}"/>
                    </a:ext>
                  </a:extLst>
                </p14:cNvPr>
                <p14:cNvContentPartPr/>
                <p14:nvPr/>
              </p14:nvContentPartPr>
              <p14:xfrm>
                <a:off x="889612" y="606266"/>
                <a:ext cx="275760" cy="36180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C9EE305B-5118-4EEF-865C-49FCDCC918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0972" y="597266"/>
                  <a:ext cx="2934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2328B023-7E4A-4E87-B0D5-CF57ED7BCC91}"/>
                    </a:ext>
                  </a:extLst>
                </p14:cNvPr>
                <p14:cNvContentPartPr/>
                <p14:nvPr/>
              </p14:nvContentPartPr>
              <p14:xfrm>
                <a:off x="1249612" y="776546"/>
                <a:ext cx="121680" cy="2404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2328B023-7E4A-4E87-B0D5-CF57ED7BCC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40612" y="767906"/>
                  <a:ext cx="1393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C8FA0224-C0A9-4753-9D44-91A97043B40D}"/>
                    </a:ext>
                  </a:extLst>
                </p14:cNvPr>
                <p14:cNvContentPartPr/>
                <p14:nvPr/>
              </p14:nvContentPartPr>
              <p14:xfrm>
                <a:off x="1192372" y="592226"/>
                <a:ext cx="512280" cy="37836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C8FA0224-C0A9-4753-9D44-91A97043B40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83732" y="583586"/>
                  <a:ext cx="5299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ADEB0E1C-AAA0-412E-831C-5BFA688D7A2B}"/>
                    </a:ext>
                  </a:extLst>
                </p14:cNvPr>
                <p14:cNvContentPartPr/>
                <p14:nvPr/>
              </p14:nvContentPartPr>
              <p14:xfrm>
                <a:off x="1729492" y="585026"/>
                <a:ext cx="139680" cy="33156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ADEB0E1C-AAA0-412E-831C-5BFA688D7A2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20492" y="576026"/>
                  <a:ext cx="15732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BC2342B2-3406-4C24-AC12-06897DF5A75B}"/>
                    </a:ext>
                  </a:extLst>
                </p14:cNvPr>
                <p14:cNvContentPartPr/>
                <p14:nvPr/>
              </p14:nvContentPartPr>
              <p14:xfrm>
                <a:off x="1673332" y="754226"/>
                <a:ext cx="244440" cy="637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BC2342B2-3406-4C24-AC12-06897DF5A75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64692" y="745226"/>
                  <a:ext cx="262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849157D1-A553-4347-9DF6-23F8B7EE35F5}"/>
                    </a:ext>
                  </a:extLst>
                </p14:cNvPr>
                <p14:cNvContentPartPr/>
                <p14:nvPr/>
              </p14:nvContentPartPr>
              <p14:xfrm>
                <a:off x="1986532" y="517346"/>
                <a:ext cx="549360" cy="4802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849157D1-A553-4347-9DF6-23F8B7EE35F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77892" y="508706"/>
                  <a:ext cx="56700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7A48EE41-E9EC-4127-AECD-04659464C83C}"/>
                    </a:ext>
                  </a:extLst>
                </p14:cNvPr>
                <p14:cNvContentPartPr/>
                <p14:nvPr/>
              </p14:nvContentPartPr>
              <p14:xfrm>
                <a:off x="2985892" y="714626"/>
                <a:ext cx="474480" cy="4654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7A48EE41-E9EC-4127-AECD-04659464C83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76892" y="705986"/>
                  <a:ext cx="49212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4568C33D-86B2-4EDC-B5AB-4A10929E427B}"/>
                    </a:ext>
                  </a:extLst>
                </p14:cNvPr>
                <p14:cNvContentPartPr/>
                <p14:nvPr/>
              </p14:nvContentPartPr>
              <p14:xfrm>
                <a:off x="3271012" y="243026"/>
                <a:ext cx="242640" cy="24012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4568C33D-86B2-4EDC-B5AB-4A10929E42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62372" y="234026"/>
                  <a:ext cx="2602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68C6348C-2AA8-4377-981E-43CE37BC223C}"/>
                    </a:ext>
                  </a:extLst>
                </p14:cNvPr>
                <p14:cNvContentPartPr/>
                <p14:nvPr/>
              </p14:nvContentPartPr>
              <p14:xfrm>
                <a:off x="3682492" y="213146"/>
                <a:ext cx="139680" cy="3186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68C6348C-2AA8-4377-981E-43CE37BC22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73492" y="204506"/>
                  <a:ext cx="1573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6B631E5F-0EA0-41C6-8BA5-AD46D3249689}"/>
                    </a:ext>
                  </a:extLst>
                </p14:cNvPr>
                <p14:cNvContentPartPr/>
                <p14:nvPr/>
              </p14:nvContentPartPr>
              <p14:xfrm>
                <a:off x="3817132" y="286946"/>
                <a:ext cx="311040" cy="22320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6B631E5F-0EA0-41C6-8BA5-AD46D324968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08132" y="278306"/>
                  <a:ext cx="328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F3F3F9D6-2B3C-4ED7-A3E4-2A1148B85AB1}"/>
                    </a:ext>
                  </a:extLst>
                </p14:cNvPr>
                <p14:cNvContentPartPr/>
                <p14:nvPr/>
              </p14:nvContentPartPr>
              <p14:xfrm>
                <a:off x="4208092" y="33146"/>
                <a:ext cx="127440" cy="2415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F3F3F9D6-2B3C-4ED7-A3E4-2A1148B85AB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99452" y="24506"/>
                  <a:ext cx="1450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13B2C1E9-F860-49EE-8217-C8FE3C663AC8}"/>
                    </a:ext>
                  </a:extLst>
                </p14:cNvPr>
                <p14:cNvContentPartPr/>
                <p14:nvPr/>
              </p14:nvContentPartPr>
              <p14:xfrm>
                <a:off x="4168492" y="204506"/>
                <a:ext cx="201600" cy="25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13B2C1E9-F860-49EE-8217-C8FE3C663A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59492" y="195866"/>
                  <a:ext cx="2192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2A42E3A7-994D-4B97-8003-D62AE565D7E1}"/>
                    </a:ext>
                  </a:extLst>
                </p14:cNvPr>
                <p14:cNvContentPartPr/>
                <p14:nvPr/>
              </p14:nvContentPartPr>
              <p14:xfrm>
                <a:off x="4506532" y="313946"/>
                <a:ext cx="182520" cy="3024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2A42E3A7-994D-4B97-8003-D62AE565D7E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97892" y="304946"/>
                  <a:ext cx="2001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46DBD543-2A70-4CFA-A957-5B82A48668A0}"/>
                    </a:ext>
                  </a:extLst>
                </p14:cNvPr>
                <p14:cNvContentPartPr/>
                <p14:nvPr/>
              </p14:nvContentPartPr>
              <p14:xfrm>
                <a:off x="657772" y="2133746"/>
                <a:ext cx="235440" cy="338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46DBD543-2A70-4CFA-A957-5B82A48668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48772" y="2124746"/>
                  <a:ext cx="253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CC5F92EF-B766-4711-8DCF-E45DC19FE464}"/>
                    </a:ext>
                  </a:extLst>
                </p14:cNvPr>
                <p14:cNvContentPartPr/>
                <p14:nvPr/>
              </p14:nvContentPartPr>
              <p14:xfrm>
                <a:off x="601972" y="2186306"/>
                <a:ext cx="245160" cy="34380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CC5F92EF-B766-4711-8DCF-E45DC19FE4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2972" y="2177666"/>
                  <a:ext cx="2628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5D919A4A-3439-4F10-A5F2-64841161D737}"/>
                    </a:ext>
                  </a:extLst>
                </p14:cNvPr>
                <p14:cNvContentPartPr/>
                <p14:nvPr/>
              </p14:nvContentPartPr>
              <p14:xfrm>
                <a:off x="632572" y="2321306"/>
                <a:ext cx="221760" cy="6156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5D919A4A-3439-4F10-A5F2-64841161D73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3932" y="2312666"/>
                  <a:ext cx="2394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AC4F8638-C607-430F-9318-2D07163DAEE7}"/>
                    </a:ext>
                  </a:extLst>
                </p14:cNvPr>
                <p14:cNvContentPartPr/>
                <p14:nvPr/>
              </p14:nvContentPartPr>
              <p14:xfrm>
                <a:off x="957292" y="2151026"/>
                <a:ext cx="186480" cy="35568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AC4F8638-C607-430F-9318-2D07163DAEE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8652" y="2142026"/>
                  <a:ext cx="2041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742F341A-E0CF-434D-89DB-4A7F53EE2268}"/>
                    </a:ext>
                  </a:extLst>
                </p14:cNvPr>
                <p14:cNvContentPartPr/>
                <p14:nvPr/>
              </p14:nvContentPartPr>
              <p14:xfrm>
                <a:off x="1149532" y="2222666"/>
                <a:ext cx="202680" cy="2005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742F341A-E0CF-434D-89DB-4A7F53EE22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40532" y="2214026"/>
                  <a:ext cx="2203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E191FAA8-9E22-433F-BBF7-96CAA2F2D587}"/>
                    </a:ext>
                  </a:extLst>
                </p14:cNvPr>
                <p14:cNvContentPartPr/>
                <p14:nvPr/>
              </p14:nvContentPartPr>
              <p14:xfrm>
                <a:off x="1137652" y="2187386"/>
                <a:ext cx="149040" cy="23940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E191FAA8-9E22-433F-BBF7-96CAA2F2D5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8652" y="2178746"/>
                  <a:ext cx="166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6B18ADFB-70AF-4835-921E-6C559AB68CDA}"/>
                    </a:ext>
                  </a:extLst>
                </p14:cNvPr>
                <p14:cNvContentPartPr/>
                <p14:nvPr/>
              </p14:nvContentPartPr>
              <p14:xfrm>
                <a:off x="1418812" y="2093066"/>
                <a:ext cx="376560" cy="32832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6B18ADFB-70AF-4835-921E-6C559AB68C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09812" y="2084426"/>
                  <a:ext cx="3942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B3CC0CC6-D7E6-4C23-99FB-51C474B5819E}"/>
                    </a:ext>
                  </a:extLst>
                </p14:cNvPr>
                <p14:cNvContentPartPr/>
                <p14:nvPr/>
              </p14:nvContentPartPr>
              <p14:xfrm>
                <a:off x="1666492" y="2269826"/>
                <a:ext cx="243360" cy="259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B3CC0CC6-D7E6-4C23-99FB-51C474B581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57492" y="2261186"/>
                  <a:ext cx="261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C5A21DF7-CC70-452B-9B1A-89BB919B96E2}"/>
                    </a:ext>
                  </a:extLst>
                </p14:cNvPr>
                <p14:cNvContentPartPr/>
                <p14:nvPr/>
              </p14:nvContentPartPr>
              <p14:xfrm>
                <a:off x="2285332" y="1748186"/>
                <a:ext cx="276840" cy="55548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C5A21DF7-CC70-452B-9B1A-89BB919B96E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76332" y="1739546"/>
                  <a:ext cx="29448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3811F5EA-C19F-46DF-9A1A-CE940686A876}"/>
                    </a:ext>
                  </a:extLst>
                </p14:cNvPr>
                <p14:cNvContentPartPr/>
                <p14:nvPr/>
              </p14:nvContentPartPr>
              <p14:xfrm>
                <a:off x="2146372" y="2304386"/>
                <a:ext cx="835920" cy="8784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3811F5EA-C19F-46DF-9A1A-CE940686A87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37372" y="2295386"/>
                  <a:ext cx="853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32332709-17F0-41C9-8A6B-AB282D173511}"/>
                    </a:ext>
                  </a:extLst>
                </p14:cNvPr>
                <p14:cNvContentPartPr/>
                <p14:nvPr/>
              </p14:nvContentPartPr>
              <p14:xfrm>
                <a:off x="2260492" y="2416706"/>
                <a:ext cx="338760" cy="4536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32332709-17F0-41C9-8A6B-AB282D17351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51492" y="2407706"/>
                  <a:ext cx="3564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A6B58178-FF66-4F67-9B10-D91D0E52B22F}"/>
                    </a:ext>
                  </a:extLst>
                </p14:cNvPr>
                <p14:cNvContentPartPr/>
                <p14:nvPr/>
              </p14:nvContentPartPr>
              <p14:xfrm>
                <a:off x="2732092" y="2469266"/>
                <a:ext cx="119520" cy="36720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A6B58178-FF66-4F67-9B10-D91D0E52B22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23452" y="2460266"/>
                  <a:ext cx="1371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7BE07E78-1880-49F9-BEFE-91DEDC207610}"/>
                    </a:ext>
                  </a:extLst>
                </p14:cNvPr>
                <p14:cNvContentPartPr/>
                <p14:nvPr/>
              </p14:nvContentPartPr>
              <p14:xfrm>
                <a:off x="2652532" y="2646026"/>
                <a:ext cx="283680" cy="356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7BE07E78-1880-49F9-BEFE-91DEDC20761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43532" y="2637026"/>
                  <a:ext cx="301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3CD83AB2-9DAB-4F26-B9B4-F3FB27100953}"/>
                    </a:ext>
                  </a:extLst>
                </p14:cNvPr>
                <p14:cNvContentPartPr/>
                <p14:nvPr/>
              </p14:nvContentPartPr>
              <p14:xfrm>
                <a:off x="3200812" y="1965266"/>
                <a:ext cx="262800" cy="3178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3CD83AB2-9DAB-4F26-B9B4-F3FB271009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91812" y="1956266"/>
                  <a:ext cx="2804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0A2139E4-E199-4302-9E93-18B4741BE37F}"/>
                    </a:ext>
                  </a:extLst>
                </p14:cNvPr>
                <p14:cNvContentPartPr/>
                <p14:nvPr/>
              </p14:nvContentPartPr>
              <p14:xfrm>
                <a:off x="3387652" y="1955906"/>
                <a:ext cx="235440" cy="29052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0A2139E4-E199-4302-9E93-18B4741BE37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78652" y="1947266"/>
                  <a:ext cx="2530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7F69F0D8-97F0-4485-9D63-2835146FF16F}"/>
                    </a:ext>
                  </a:extLst>
                </p14:cNvPr>
                <p14:cNvContentPartPr/>
                <p14:nvPr/>
              </p14:nvContentPartPr>
              <p14:xfrm>
                <a:off x="3718132" y="2101706"/>
                <a:ext cx="155160" cy="17712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7F69F0D8-97F0-4485-9D63-2835146FF16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709492" y="2093066"/>
                  <a:ext cx="1728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A600D24D-9A0E-4B24-B052-7C8C2B9B16F1}"/>
                    </a:ext>
                  </a:extLst>
                </p14:cNvPr>
                <p14:cNvContentPartPr/>
                <p14:nvPr/>
              </p14:nvContentPartPr>
              <p14:xfrm>
                <a:off x="3706252" y="2145626"/>
                <a:ext cx="163440" cy="10008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A600D24D-9A0E-4B24-B052-7C8C2B9B16F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97612" y="2136986"/>
                  <a:ext cx="181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B7E496BC-6ECF-46FD-8188-98CB1EB2ED72}"/>
                    </a:ext>
                  </a:extLst>
                </p14:cNvPr>
                <p14:cNvContentPartPr/>
                <p14:nvPr/>
              </p14:nvContentPartPr>
              <p14:xfrm>
                <a:off x="4041412" y="1928186"/>
                <a:ext cx="103320" cy="38376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B7E496BC-6ECF-46FD-8188-98CB1EB2ED7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32772" y="1919546"/>
                  <a:ext cx="1209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3DFB86B5-1621-4AFC-A512-305A64353BDC}"/>
                    </a:ext>
                  </a:extLst>
                </p14:cNvPr>
                <p14:cNvContentPartPr/>
                <p14:nvPr/>
              </p14:nvContentPartPr>
              <p14:xfrm>
                <a:off x="4285132" y="1873466"/>
                <a:ext cx="113400" cy="31212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3DFB86B5-1621-4AFC-A512-305A64353BD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76132" y="1864826"/>
                  <a:ext cx="1310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E15C22CA-D92A-455A-B5A7-4DFFF6A196DD}"/>
                    </a:ext>
                  </a:extLst>
                </p14:cNvPr>
                <p14:cNvContentPartPr/>
                <p14:nvPr/>
              </p14:nvContentPartPr>
              <p14:xfrm>
                <a:off x="4248052" y="2050226"/>
                <a:ext cx="175320" cy="3780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E15C22CA-D92A-455A-B5A7-4DFFF6A196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39412" y="2041586"/>
                  <a:ext cx="192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7DDBC16E-6748-4664-A481-164465EBA26C}"/>
                    </a:ext>
                  </a:extLst>
                </p14:cNvPr>
                <p14:cNvContentPartPr/>
                <p14:nvPr/>
              </p14:nvContentPartPr>
              <p14:xfrm>
                <a:off x="4538572" y="1819106"/>
                <a:ext cx="94320" cy="36252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7DDBC16E-6748-4664-A481-164465EBA26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29932" y="1810106"/>
                  <a:ext cx="1119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05ED286C-EE24-4D72-AEFB-F17BDB21C8A9}"/>
                    </a:ext>
                  </a:extLst>
                </p14:cNvPr>
                <p14:cNvContentPartPr/>
                <p14:nvPr/>
              </p14:nvContentPartPr>
              <p14:xfrm>
                <a:off x="4922332" y="1659266"/>
                <a:ext cx="182520" cy="91404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05ED286C-EE24-4D72-AEFB-F17BDB21C8A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13332" y="1650626"/>
                  <a:ext cx="200160" cy="9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3B916851-8F6D-46FF-A375-BB63D7D720ED}"/>
                    </a:ext>
                  </a:extLst>
                </p14:cNvPr>
                <p14:cNvContentPartPr/>
                <p14:nvPr/>
              </p14:nvContentPartPr>
              <p14:xfrm>
                <a:off x="5287732" y="2241026"/>
                <a:ext cx="132480" cy="39636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3B916851-8F6D-46FF-A375-BB63D7D720E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79092" y="2232026"/>
                  <a:ext cx="1501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8DC82DD1-8876-42A1-84EA-81C12CAB47F1}"/>
                    </a:ext>
                  </a:extLst>
                </p14:cNvPr>
                <p14:cNvContentPartPr/>
                <p14:nvPr/>
              </p14:nvContentPartPr>
              <p14:xfrm>
                <a:off x="5268652" y="2454146"/>
                <a:ext cx="226800" cy="3996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8DC82DD1-8876-42A1-84EA-81C12CAB47F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60012" y="2445506"/>
                  <a:ext cx="244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7CB7AE0E-F235-45B8-9B90-409FCE550898}"/>
                    </a:ext>
                  </a:extLst>
                </p14:cNvPr>
                <p14:cNvContentPartPr/>
                <p14:nvPr/>
              </p14:nvContentPartPr>
              <p14:xfrm>
                <a:off x="5533252" y="2411306"/>
                <a:ext cx="269640" cy="11700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7CB7AE0E-F235-45B8-9B90-409FCE5508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24252" y="2402666"/>
                  <a:ext cx="2872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FB02865E-2ECD-4425-B447-2AFB49E65ED9}"/>
                    </a:ext>
                  </a:extLst>
                </p14:cNvPr>
                <p14:cNvContentPartPr/>
                <p14:nvPr/>
              </p14:nvContentPartPr>
              <p14:xfrm>
                <a:off x="5870212" y="2367026"/>
                <a:ext cx="221400" cy="17856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FB02865E-2ECD-4425-B447-2AFB49E65ED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61212" y="2358386"/>
                  <a:ext cx="239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B0A73521-F394-44D9-9A95-509C4A175692}"/>
                    </a:ext>
                  </a:extLst>
                </p14:cNvPr>
                <p14:cNvContentPartPr/>
                <p14:nvPr/>
              </p14:nvContentPartPr>
              <p14:xfrm>
                <a:off x="4822252" y="178946"/>
                <a:ext cx="161280" cy="26640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B0A73521-F394-44D9-9A95-509C4A17569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13252" y="169946"/>
                  <a:ext cx="1789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9AA2E476-F2EC-45D3-A635-0EB25778F8D4}"/>
                    </a:ext>
                  </a:extLst>
                </p14:cNvPr>
                <p14:cNvContentPartPr/>
                <p14:nvPr/>
              </p14:nvContentPartPr>
              <p14:xfrm>
                <a:off x="5069932" y="93266"/>
                <a:ext cx="94680" cy="42552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9AA2E476-F2EC-45D3-A635-0EB25778F8D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60932" y="84266"/>
                  <a:ext cx="11232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BE66EF1D-ABDF-4796-8A24-D53F2106FBE1}"/>
                    </a:ext>
                  </a:extLst>
                </p14:cNvPr>
                <p14:cNvContentPartPr/>
                <p14:nvPr/>
              </p14:nvContentPartPr>
              <p14:xfrm>
                <a:off x="2717692" y="3489506"/>
                <a:ext cx="290520" cy="35532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BE66EF1D-ABDF-4796-8A24-D53F2106FBE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09052" y="3480506"/>
                  <a:ext cx="3081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9D240846-A609-4641-A1FE-E082C5292D63}"/>
                    </a:ext>
                  </a:extLst>
                </p14:cNvPr>
                <p14:cNvContentPartPr/>
                <p14:nvPr/>
              </p14:nvContentPartPr>
              <p14:xfrm>
                <a:off x="3046732" y="3112946"/>
                <a:ext cx="224280" cy="28080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9D240846-A609-4641-A1FE-E082C5292D6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38092" y="3104306"/>
                  <a:ext cx="2419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01CAE3B6-5A1A-4237-A30E-A1E42F6A44E0}"/>
                    </a:ext>
                  </a:extLst>
                </p14:cNvPr>
                <p14:cNvContentPartPr/>
                <p14:nvPr/>
              </p14:nvContentPartPr>
              <p14:xfrm>
                <a:off x="3499252" y="3094586"/>
                <a:ext cx="111240" cy="26820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01CAE3B6-5A1A-4237-A30E-A1E42F6A44E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90252" y="3085946"/>
                  <a:ext cx="1288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61F45E40-5462-4738-8071-718FF16A03DA}"/>
                    </a:ext>
                  </a:extLst>
                </p14:cNvPr>
                <p14:cNvContentPartPr/>
                <p14:nvPr/>
              </p14:nvContentPartPr>
              <p14:xfrm>
                <a:off x="3703732" y="3113666"/>
                <a:ext cx="231480" cy="1875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61F45E40-5462-4738-8071-718FF16A03D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95092" y="3104666"/>
                  <a:ext cx="249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687EFD20-1F80-4C35-8041-B0F374F7DC37}"/>
                    </a:ext>
                  </a:extLst>
                </p14:cNvPr>
                <p14:cNvContentPartPr/>
                <p14:nvPr/>
              </p14:nvContentPartPr>
              <p14:xfrm>
                <a:off x="3981292" y="2845106"/>
                <a:ext cx="105120" cy="21672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687EFD20-1F80-4C35-8041-B0F374F7DC3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72652" y="2836466"/>
                  <a:ext cx="1227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97846AC8-B656-408F-8251-8315AC9419FB}"/>
                    </a:ext>
                  </a:extLst>
                </p14:cNvPr>
                <p14:cNvContentPartPr/>
                <p14:nvPr/>
              </p14:nvContentPartPr>
              <p14:xfrm>
                <a:off x="3913612" y="3014306"/>
                <a:ext cx="402840" cy="13860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97846AC8-B656-408F-8251-8315AC9419F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04612" y="3005666"/>
                  <a:ext cx="420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25F86130-64C2-4918-BA83-F2FA6E2E03BB}"/>
                    </a:ext>
                  </a:extLst>
                </p14:cNvPr>
                <p14:cNvContentPartPr/>
                <p14:nvPr/>
              </p14:nvContentPartPr>
              <p14:xfrm>
                <a:off x="4358572" y="3042386"/>
                <a:ext cx="222120" cy="2156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25F86130-64C2-4918-BA83-F2FA6E2E03B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349572" y="3033386"/>
                  <a:ext cx="2397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5029516B-7A28-4F42-9BB2-ADB8EF4CD972}"/>
                    </a:ext>
                  </a:extLst>
                </p14:cNvPr>
                <p14:cNvContentPartPr/>
                <p14:nvPr/>
              </p14:nvContentPartPr>
              <p14:xfrm>
                <a:off x="4676812" y="2865626"/>
                <a:ext cx="121680" cy="43200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5029516B-7A28-4F42-9BB2-ADB8EF4CD97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68172" y="2856626"/>
                  <a:ext cx="13932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532BDC26-62BA-4195-87ED-825E06C009F7}"/>
                    </a:ext>
                  </a:extLst>
                </p14:cNvPr>
                <p14:cNvContentPartPr/>
                <p14:nvPr/>
              </p14:nvContentPartPr>
              <p14:xfrm>
                <a:off x="582532" y="3655106"/>
                <a:ext cx="236160" cy="1332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532BDC26-62BA-4195-87ED-825E06C009F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3892" y="3646106"/>
                  <a:ext cx="253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5CC6E950-76D0-49C7-AEF1-DF6A9F8DE903}"/>
                    </a:ext>
                  </a:extLst>
                </p14:cNvPr>
                <p14:cNvContentPartPr/>
                <p14:nvPr/>
              </p14:nvContentPartPr>
              <p14:xfrm>
                <a:off x="632572" y="3735386"/>
                <a:ext cx="220680" cy="7092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5CC6E950-76D0-49C7-AEF1-DF6A9F8DE90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3932" y="3726386"/>
                  <a:ext cx="238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148C221B-A9CD-4144-BD36-D031E6FB0B62}"/>
                    </a:ext>
                  </a:extLst>
                </p14:cNvPr>
                <p14:cNvContentPartPr/>
                <p14:nvPr/>
              </p14:nvContentPartPr>
              <p14:xfrm>
                <a:off x="1405852" y="3571226"/>
                <a:ext cx="285840" cy="3470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148C221B-A9CD-4144-BD36-D031E6FB0B6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96852" y="3562586"/>
                  <a:ext cx="3034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A3056121-28BC-4C0D-AB1C-6F27D23280CC}"/>
                    </a:ext>
                  </a:extLst>
                </p14:cNvPr>
                <p14:cNvContentPartPr/>
                <p14:nvPr/>
              </p14:nvContentPartPr>
              <p14:xfrm>
                <a:off x="1916332" y="3586346"/>
                <a:ext cx="333720" cy="2534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A3056121-28BC-4C0D-AB1C-6F27D23280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07692" y="3577346"/>
                  <a:ext cx="3513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5A1E706F-1888-467D-8194-DB9A2CF27460}"/>
                    </a:ext>
                  </a:extLst>
                </p14:cNvPr>
                <p14:cNvContentPartPr/>
                <p14:nvPr/>
              </p14:nvContentPartPr>
              <p14:xfrm>
                <a:off x="2279212" y="3219146"/>
                <a:ext cx="131760" cy="3110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5A1E706F-1888-467D-8194-DB9A2CF2746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70212" y="3210146"/>
                  <a:ext cx="1494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3FA5FA56-BB67-4C8F-AAF0-C35D7C02FB20}"/>
                    </a:ext>
                  </a:extLst>
                </p14:cNvPr>
                <p14:cNvContentPartPr/>
                <p14:nvPr/>
              </p14:nvContentPartPr>
              <p14:xfrm>
                <a:off x="2258332" y="3399146"/>
                <a:ext cx="158760" cy="3456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3FA5FA56-BB67-4C8F-AAF0-C35D7C02FB2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49332" y="3390146"/>
                  <a:ext cx="176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41B84F29-A65A-483F-A37A-B485FC3E59C3}"/>
                    </a:ext>
                  </a:extLst>
                </p14:cNvPr>
                <p14:cNvContentPartPr/>
                <p14:nvPr/>
              </p14:nvContentPartPr>
              <p14:xfrm>
                <a:off x="5229052" y="3157946"/>
                <a:ext cx="51840" cy="84924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41B84F29-A65A-483F-A37A-B485FC3E59C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20412" y="3148946"/>
                  <a:ext cx="69480" cy="86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D6D6BA34-BEC9-43BA-B708-663C0DA2072A}"/>
                    </a:ext>
                  </a:extLst>
                </p14:cNvPr>
                <p14:cNvContentPartPr/>
                <p14:nvPr/>
              </p14:nvContentPartPr>
              <p14:xfrm>
                <a:off x="5385292" y="3885146"/>
                <a:ext cx="155160" cy="38628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D6D6BA34-BEC9-43BA-B708-663C0DA2072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76652" y="3876506"/>
                  <a:ext cx="1728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22FC1896-517D-43CC-8CDD-772C00CF17DE}"/>
                    </a:ext>
                  </a:extLst>
                </p14:cNvPr>
                <p14:cNvContentPartPr/>
                <p14:nvPr/>
              </p14:nvContentPartPr>
              <p14:xfrm>
                <a:off x="5379532" y="4077026"/>
                <a:ext cx="199080" cy="6876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22FC1896-517D-43CC-8CDD-772C00CF17D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70532" y="4068386"/>
                  <a:ext cx="216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6A301019-47B0-440F-8EF8-54A5452EB565}"/>
                    </a:ext>
                  </a:extLst>
                </p14:cNvPr>
                <p14:cNvContentPartPr/>
                <p14:nvPr/>
              </p14:nvContentPartPr>
              <p14:xfrm>
                <a:off x="5574652" y="4071626"/>
                <a:ext cx="262440" cy="11052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6A301019-47B0-440F-8EF8-54A5452EB56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66012" y="4062986"/>
                  <a:ext cx="2800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8317947E-B6D7-4321-B402-3A84755E94EC}"/>
                    </a:ext>
                  </a:extLst>
                </p14:cNvPr>
                <p14:cNvContentPartPr/>
                <p14:nvPr/>
              </p14:nvContentPartPr>
              <p14:xfrm>
                <a:off x="5886772" y="4060466"/>
                <a:ext cx="162360" cy="11376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8317947E-B6D7-4321-B402-3A84755E94E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78132" y="4051826"/>
                  <a:ext cx="1800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2242A93C-91C7-4992-B975-E6AD8E82F475}"/>
                    </a:ext>
                  </a:extLst>
                </p14:cNvPr>
                <p14:cNvContentPartPr/>
                <p14:nvPr/>
              </p14:nvContentPartPr>
              <p14:xfrm>
                <a:off x="513412" y="5080706"/>
                <a:ext cx="206280" cy="1872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2242A93C-91C7-4992-B975-E6AD8E82F47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04772" y="5072066"/>
                  <a:ext cx="2239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69979556-778B-4040-AC34-28FA37465336}"/>
                    </a:ext>
                  </a:extLst>
                </p14:cNvPr>
                <p14:cNvContentPartPr/>
                <p14:nvPr/>
              </p14:nvContentPartPr>
              <p14:xfrm>
                <a:off x="557692" y="5204906"/>
                <a:ext cx="188640" cy="4428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69979556-778B-4040-AC34-28FA3746533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48692" y="5196266"/>
                  <a:ext cx="2062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70B38F9F-8F06-41DF-9F20-D2294D425D32}"/>
                    </a:ext>
                  </a:extLst>
                </p14:cNvPr>
                <p14:cNvContentPartPr/>
                <p14:nvPr/>
              </p14:nvContentPartPr>
              <p14:xfrm>
                <a:off x="1208932" y="4881626"/>
                <a:ext cx="258840" cy="33408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70B38F9F-8F06-41DF-9F20-D2294D425D3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00292" y="4872986"/>
                  <a:ext cx="2764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25839626-0F10-4C12-A3C1-813CB5E1A581}"/>
                    </a:ext>
                  </a:extLst>
                </p14:cNvPr>
                <p14:cNvContentPartPr/>
                <p14:nvPr/>
              </p14:nvContentPartPr>
              <p14:xfrm>
                <a:off x="1625812" y="4995386"/>
                <a:ext cx="250560" cy="21204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25839626-0F10-4C12-A3C1-813CB5E1A58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617172" y="4986746"/>
                  <a:ext cx="268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9E249DF8-8AFF-408A-809A-B57F6BD877AA}"/>
                    </a:ext>
                  </a:extLst>
                </p14:cNvPr>
                <p14:cNvContentPartPr/>
                <p14:nvPr/>
              </p14:nvContentPartPr>
              <p14:xfrm>
                <a:off x="1848652" y="4798826"/>
                <a:ext cx="121680" cy="9864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9E249DF8-8AFF-408A-809A-B57F6BD877A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839652" y="4789826"/>
                  <a:ext cx="139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5514F578-E27A-4F0E-85FB-06D70FFA0F87}"/>
                    </a:ext>
                  </a:extLst>
                </p14:cNvPr>
                <p14:cNvContentPartPr/>
                <p14:nvPr/>
              </p14:nvContentPartPr>
              <p14:xfrm>
                <a:off x="2278492" y="4834106"/>
                <a:ext cx="349200" cy="30456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5514F578-E27A-4F0E-85FB-06D70FFA0F8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69492" y="4825466"/>
                  <a:ext cx="3668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2C8D3F6D-A582-4291-9E54-6DA0B7F4C967}"/>
                    </a:ext>
                  </a:extLst>
                </p14:cNvPr>
                <p14:cNvContentPartPr/>
                <p14:nvPr/>
              </p14:nvContentPartPr>
              <p14:xfrm>
                <a:off x="2547412" y="4574186"/>
                <a:ext cx="161280" cy="13248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2C8D3F6D-A582-4291-9E54-6DA0B7F4C96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38772" y="4565546"/>
                  <a:ext cx="178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CE715ED0-2D34-428B-8C8E-29133E2C74C7}"/>
                    </a:ext>
                  </a:extLst>
                </p14:cNvPr>
                <p14:cNvContentPartPr/>
                <p14:nvPr/>
              </p14:nvContentPartPr>
              <p14:xfrm>
                <a:off x="2873932" y="4445666"/>
                <a:ext cx="113400" cy="26928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CE715ED0-2D34-428B-8C8E-29133E2C74C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64932" y="4436666"/>
                  <a:ext cx="1310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5AED6B26-BCCB-4759-8692-425645CB0161}"/>
                    </a:ext>
                  </a:extLst>
                </p14:cNvPr>
                <p14:cNvContentPartPr/>
                <p14:nvPr/>
              </p14:nvContentPartPr>
              <p14:xfrm>
                <a:off x="3082372" y="4451786"/>
                <a:ext cx="236160" cy="21816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5AED6B26-BCCB-4759-8692-425645CB016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073372" y="4443146"/>
                  <a:ext cx="253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F7BBC9C9-ECB6-4AED-9691-46808027D95C}"/>
                    </a:ext>
                  </a:extLst>
                </p14:cNvPr>
                <p14:cNvContentPartPr/>
                <p14:nvPr/>
              </p14:nvContentPartPr>
              <p14:xfrm>
                <a:off x="3288652" y="4223906"/>
                <a:ext cx="106200" cy="12024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F7BBC9C9-ECB6-4AED-9691-46808027D95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80012" y="4214906"/>
                  <a:ext cx="123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BF43001B-00FC-42D3-9263-EE5CCFE52038}"/>
                    </a:ext>
                  </a:extLst>
                </p14:cNvPr>
                <p14:cNvContentPartPr/>
                <p14:nvPr/>
              </p14:nvContentPartPr>
              <p14:xfrm>
                <a:off x="3452812" y="4489586"/>
                <a:ext cx="137160" cy="2268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BF43001B-00FC-42D3-9263-EE5CCFE5203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43812" y="4480586"/>
                  <a:ext cx="154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28CBF58C-887A-4307-92E6-120E3334352C}"/>
                    </a:ext>
                  </a:extLst>
                </p14:cNvPr>
                <p14:cNvContentPartPr/>
                <p14:nvPr/>
              </p14:nvContentPartPr>
              <p14:xfrm>
                <a:off x="3663412" y="4371866"/>
                <a:ext cx="140760" cy="20988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28CBF58C-887A-4307-92E6-120E3334352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654772" y="4363226"/>
                  <a:ext cx="1584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A742A257-FA6E-4BA8-B6BD-A292D87CF69C}"/>
                    </a:ext>
                  </a:extLst>
                </p14:cNvPr>
                <p14:cNvContentPartPr/>
                <p14:nvPr/>
              </p14:nvContentPartPr>
              <p14:xfrm>
                <a:off x="3919372" y="4281506"/>
                <a:ext cx="90720" cy="36576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A742A257-FA6E-4BA8-B6BD-A292D87CF69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10732" y="4272866"/>
                  <a:ext cx="1083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72E93E34-F656-4C48-9570-5705A217AE5A}"/>
                    </a:ext>
                  </a:extLst>
                </p14:cNvPr>
                <p14:cNvContentPartPr/>
                <p14:nvPr/>
              </p14:nvContentPartPr>
              <p14:xfrm>
                <a:off x="4848532" y="4953266"/>
                <a:ext cx="175320" cy="1224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72E93E34-F656-4C48-9570-5705A217AE5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39532" y="4944626"/>
                  <a:ext cx="192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9E2410D3-EED4-47F5-B573-7699728AA76E}"/>
                    </a:ext>
                  </a:extLst>
                </p14:cNvPr>
                <p14:cNvContentPartPr/>
                <p14:nvPr/>
              </p14:nvContentPartPr>
              <p14:xfrm>
                <a:off x="4913692" y="5035706"/>
                <a:ext cx="181440" cy="4212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9E2410D3-EED4-47F5-B573-7699728AA76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905052" y="5027066"/>
                  <a:ext cx="199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A540C66B-A23E-4FC7-8850-A5F89CDC0D13}"/>
                    </a:ext>
                  </a:extLst>
                </p14:cNvPr>
                <p14:cNvContentPartPr/>
                <p14:nvPr/>
              </p14:nvContentPartPr>
              <p14:xfrm>
                <a:off x="5511652" y="4733666"/>
                <a:ext cx="249840" cy="37440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A540C66B-A23E-4FC7-8850-A5F89CDC0D1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03012" y="4724666"/>
                  <a:ext cx="2674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A7FFA9F9-50B5-46F3-9B98-AD92524A039B}"/>
                    </a:ext>
                  </a:extLst>
                </p14:cNvPr>
                <p14:cNvContentPartPr/>
                <p14:nvPr/>
              </p14:nvContentPartPr>
              <p14:xfrm>
                <a:off x="6001252" y="4916186"/>
                <a:ext cx="81000" cy="3636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A7FFA9F9-50B5-46F3-9B98-AD92524A039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992612" y="4907546"/>
                  <a:ext cx="98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0FF1DDCD-A302-4AAC-966C-2C0EC00ACB36}"/>
                    </a:ext>
                  </a:extLst>
                </p14:cNvPr>
                <p14:cNvContentPartPr/>
                <p14:nvPr/>
              </p14:nvContentPartPr>
              <p14:xfrm>
                <a:off x="6195292" y="4743746"/>
                <a:ext cx="158760" cy="29124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0FF1DDCD-A302-4AAC-966C-2C0EC00ACB3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186292" y="4735106"/>
                  <a:ext cx="1764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500307C8-A8E9-485E-A03C-A8F74E7BAD26}"/>
                    </a:ext>
                  </a:extLst>
                </p14:cNvPr>
                <p14:cNvContentPartPr/>
                <p14:nvPr/>
              </p14:nvContentPartPr>
              <p14:xfrm>
                <a:off x="6529732" y="4884866"/>
                <a:ext cx="49320" cy="5292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500307C8-A8E9-485E-A03C-A8F74E7BAD2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21092" y="4875866"/>
                  <a:ext cx="66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33448DED-0AAF-40CC-8769-7D452D32501A}"/>
                    </a:ext>
                  </a:extLst>
                </p14:cNvPr>
                <p14:cNvContentPartPr/>
                <p14:nvPr/>
              </p14:nvContentPartPr>
              <p14:xfrm>
                <a:off x="6867052" y="4706666"/>
                <a:ext cx="266760" cy="2977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33448DED-0AAF-40CC-8769-7D452D32501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58412" y="4698026"/>
                  <a:ext cx="2844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31B57CB2-8600-4CC2-918A-06EBCF9C1423}"/>
                    </a:ext>
                  </a:extLst>
                </p14:cNvPr>
                <p14:cNvContentPartPr/>
                <p14:nvPr/>
              </p14:nvContentPartPr>
              <p14:xfrm>
                <a:off x="7089172" y="4325426"/>
                <a:ext cx="143640" cy="21024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31B57CB2-8600-4CC2-918A-06EBCF9C142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80532" y="4316426"/>
                  <a:ext cx="161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F6E8D71A-0ED3-4BEF-A16D-5A5C584FD4B6}"/>
                    </a:ext>
                  </a:extLst>
                </p14:cNvPr>
                <p14:cNvContentPartPr/>
                <p14:nvPr/>
              </p14:nvContentPartPr>
              <p14:xfrm>
                <a:off x="7359892" y="4277546"/>
                <a:ext cx="92160" cy="20916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F6E8D71A-0ED3-4BEF-A16D-5A5C584FD4B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351252" y="4268546"/>
                  <a:ext cx="109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85F1374F-4FBF-4849-92EA-AF59C1925C6C}"/>
                    </a:ext>
                  </a:extLst>
                </p14:cNvPr>
                <p14:cNvContentPartPr/>
                <p14:nvPr/>
              </p14:nvContentPartPr>
              <p14:xfrm>
                <a:off x="7542052" y="4285106"/>
                <a:ext cx="66960" cy="14688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85F1374F-4FBF-4849-92EA-AF59C1925C6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533412" y="4276466"/>
                  <a:ext cx="846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8700F386-9E79-4635-B6E2-67C268DC8A80}"/>
                    </a:ext>
                  </a:extLst>
                </p14:cNvPr>
                <p14:cNvContentPartPr/>
                <p14:nvPr/>
              </p14:nvContentPartPr>
              <p14:xfrm>
                <a:off x="7662292" y="4356746"/>
                <a:ext cx="81360" cy="576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8700F386-9E79-4635-B6E2-67C268DC8A8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653652" y="4347746"/>
                  <a:ext cx="99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8B08C09F-95EB-4A82-A9B6-1FDDB859DA04}"/>
                    </a:ext>
                  </a:extLst>
                </p14:cNvPr>
                <p14:cNvContentPartPr/>
                <p14:nvPr/>
              </p14:nvContentPartPr>
              <p14:xfrm>
                <a:off x="7870732" y="4266026"/>
                <a:ext cx="140760" cy="16704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8B08C09F-95EB-4A82-A9B6-1FDDB859DA0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62092" y="4257386"/>
                  <a:ext cx="1584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61D0218A-A7C6-4D02-A80A-C1CDE3F90718}"/>
                    </a:ext>
                  </a:extLst>
                </p14:cNvPr>
                <p14:cNvContentPartPr/>
                <p14:nvPr/>
              </p14:nvContentPartPr>
              <p14:xfrm>
                <a:off x="8142172" y="4164866"/>
                <a:ext cx="65880" cy="32508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61D0218A-A7C6-4D02-A80A-C1CDE3F9071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133532" y="4156226"/>
                  <a:ext cx="835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AE83061B-5026-4DC8-AA38-F1E71B8591E7}"/>
                    </a:ext>
                  </a:extLst>
                </p14:cNvPr>
                <p14:cNvContentPartPr/>
                <p14:nvPr/>
              </p14:nvContentPartPr>
              <p14:xfrm>
                <a:off x="5049772" y="5606666"/>
                <a:ext cx="147960" cy="1224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AE83061B-5026-4DC8-AA38-F1E71B8591E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040772" y="5598026"/>
                  <a:ext cx="165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DF880CC7-F172-4A6B-9D3F-A1EFE6D66F1E}"/>
                    </a:ext>
                  </a:extLst>
                </p14:cNvPr>
                <p14:cNvContentPartPr/>
                <p14:nvPr/>
              </p14:nvContentPartPr>
              <p14:xfrm>
                <a:off x="5106652" y="5657066"/>
                <a:ext cx="177840" cy="6372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DF880CC7-F172-4A6B-9D3F-A1EFE6D66F1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098012" y="5648426"/>
                  <a:ext cx="195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82D0B5F7-F195-4B75-8386-7396D3D32BBC}"/>
                    </a:ext>
                  </a:extLst>
                </p14:cNvPr>
                <p14:cNvContentPartPr/>
                <p14:nvPr/>
              </p14:nvContentPartPr>
              <p14:xfrm>
                <a:off x="6192412" y="147986"/>
                <a:ext cx="2250360" cy="654624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82D0B5F7-F195-4B75-8386-7396D3D32BB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183412" y="138986"/>
                  <a:ext cx="2268000" cy="65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80224F7B-1620-4CB9-819D-4CB4F914ED41}"/>
                    </a:ext>
                  </a:extLst>
                </p14:cNvPr>
                <p14:cNvContentPartPr/>
                <p14:nvPr/>
              </p14:nvContentPartPr>
              <p14:xfrm>
                <a:off x="7337212" y="504386"/>
                <a:ext cx="37440" cy="792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80224F7B-1620-4CB9-819D-4CB4F914ED4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28572" y="495746"/>
                  <a:ext cx="55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3FE4FF80-ED20-40BC-A3A9-8E24174F0AD4}"/>
                    </a:ext>
                  </a:extLst>
                </p14:cNvPr>
                <p14:cNvContentPartPr/>
                <p14:nvPr/>
              </p14:nvContentPartPr>
              <p14:xfrm>
                <a:off x="7340812" y="340586"/>
                <a:ext cx="171720" cy="56376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3FE4FF80-ED20-40BC-A3A9-8E24174F0AD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331812" y="331946"/>
                  <a:ext cx="18936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2D0A46E2-37D4-4B20-B327-8CB564DFF5EF}"/>
                    </a:ext>
                  </a:extLst>
                </p14:cNvPr>
                <p14:cNvContentPartPr/>
                <p14:nvPr/>
              </p14:nvContentPartPr>
              <p14:xfrm>
                <a:off x="7360972" y="683306"/>
                <a:ext cx="552960" cy="19008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2D0A46E2-37D4-4B20-B327-8CB564DFF5E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52332" y="674666"/>
                  <a:ext cx="570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65F97168-CB69-4B12-B3D9-086AB2A0F76C}"/>
                    </a:ext>
                  </a:extLst>
                </p14:cNvPr>
                <p14:cNvContentPartPr/>
                <p14:nvPr/>
              </p14:nvContentPartPr>
              <p14:xfrm>
                <a:off x="7868212" y="673946"/>
                <a:ext cx="342360" cy="15516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65F97168-CB69-4B12-B3D9-086AB2A0F76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59572" y="664946"/>
                  <a:ext cx="360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E45AA7CA-02AA-474C-8418-58C8767290E4}"/>
                    </a:ext>
                  </a:extLst>
                </p14:cNvPr>
                <p14:cNvContentPartPr/>
                <p14:nvPr/>
              </p14:nvContentPartPr>
              <p14:xfrm>
                <a:off x="8160532" y="635786"/>
                <a:ext cx="283680" cy="21672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E45AA7CA-02AA-474C-8418-58C8767290E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151892" y="626786"/>
                  <a:ext cx="3013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5CC8710A-AD84-40A5-99B2-090DFCD2B8FD}"/>
                    </a:ext>
                  </a:extLst>
                </p14:cNvPr>
                <p14:cNvContentPartPr/>
                <p14:nvPr/>
              </p14:nvContentPartPr>
              <p14:xfrm>
                <a:off x="8240092" y="460466"/>
                <a:ext cx="194400" cy="17604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5CC8710A-AD84-40A5-99B2-090DFCD2B8F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231092" y="451826"/>
                  <a:ext cx="21204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upo 144">
            <a:extLst>
              <a:ext uri="{FF2B5EF4-FFF2-40B4-BE49-F238E27FC236}">
                <a16:creationId xmlns:a16="http://schemas.microsoft.com/office/drawing/2014/main" id="{7245C07A-DC37-428F-AA05-CEBF12172107}"/>
              </a:ext>
            </a:extLst>
          </p:cNvPr>
          <p:cNvGrpSpPr/>
          <p:nvPr/>
        </p:nvGrpSpPr>
        <p:grpSpPr>
          <a:xfrm>
            <a:off x="8736532" y="363266"/>
            <a:ext cx="2237040" cy="437400"/>
            <a:chOff x="8736532" y="363266"/>
            <a:chExt cx="223704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C0DAF85A-3FF0-45CD-939D-F5E698C0CAD1}"/>
                    </a:ext>
                  </a:extLst>
                </p14:cNvPr>
                <p14:cNvContentPartPr/>
                <p14:nvPr/>
              </p14:nvContentPartPr>
              <p14:xfrm>
                <a:off x="8736532" y="611666"/>
                <a:ext cx="202680" cy="18900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C0DAF85A-3FF0-45CD-939D-F5E698C0CAD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27892" y="603026"/>
                  <a:ext cx="220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9A624F75-CB93-4676-9467-944A1E4784D1}"/>
                    </a:ext>
                  </a:extLst>
                </p14:cNvPr>
                <p14:cNvContentPartPr/>
                <p14:nvPr/>
              </p14:nvContentPartPr>
              <p14:xfrm>
                <a:off x="8882692" y="568826"/>
                <a:ext cx="497160" cy="20160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9A624F75-CB93-4676-9467-944A1E4784D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873692" y="559826"/>
                  <a:ext cx="514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589D2EC9-BF55-4761-8047-41D2DFC8F88D}"/>
                    </a:ext>
                  </a:extLst>
                </p14:cNvPr>
                <p14:cNvContentPartPr/>
                <p14:nvPr/>
              </p14:nvContentPartPr>
              <p14:xfrm>
                <a:off x="9389212" y="604106"/>
                <a:ext cx="205200" cy="13752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589D2EC9-BF55-4761-8047-41D2DFC8F88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380212" y="595466"/>
                  <a:ext cx="222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82F7E0B6-5256-46AB-8D58-6E892E5CE28B}"/>
                    </a:ext>
                  </a:extLst>
                </p14:cNvPr>
                <p14:cNvContentPartPr/>
                <p14:nvPr/>
              </p14:nvContentPartPr>
              <p14:xfrm>
                <a:off x="9595132" y="427346"/>
                <a:ext cx="379080" cy="33804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82F7E0B6-5256-46AB-8D58-6E892E5CE28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586132" y="418706"/>
                  <a:ext cx="3967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F1159042-160E-42DD-A297-A190C9A1B143}"/>
                    </a:ext>
                  </a:extLst>
                </p14:cNvPr>
                <p14:cNvContentPartPr/>
                <p14:nvPr/>
              </p14:nvContentPartPr>
              <p14:xfrm>
                <a:off x="9982132" y="560186"/>
                <a:ext cx="16920" cy="12132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F1159042-160E-42DD-A297-A190C9A1B14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973492" y="551546"/>
                  <a:ext cx="34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2177A54F-FAE8-464E-91EB-A28D6909F260}"/>
                    </a:ext>
                  </a:extLst>
                </p14:cNvPr>
                <p14:cNvContentPartPr/>
                <p14:nvPr/>
              </p14:nvContentPartPr>
              <p14:xfrm>
                <a:off x="10026412" y="499346"/>
                <a:ext cx="125280" cy="22860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2177A54F-FAE8-464E-91EB-A28D6909F26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17412" y="490346"/>
                  <a:ext cx="1429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E9FC63BD-FF2F-4FB3-ABF3-6AADF51EE4FB}"/>
                    </a:ext>
                  </a:extLst>
                </p14:cNvPr>
                <p14:cNvContentPartPr/>
                <p14:nvPr/>
              </p14:nvContentPartPr>
              <p14:xfrm>
                <a:off x="9976372" y="363266"/>
                <a:ext cx="65880" cy="9468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E9FC63BD-FF2F-4FB3-ABF3-6AADF51EE4F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67372" y="354266"/>
                  <a:ext cx="83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50BB6C83-D791-47C8-879E-1098FED277C9}"/>
                    </a:ext>
                  </a:extLst>
                </p14:cNvPr>
                <p14:cNvContentPartPr/>
                <p14:nvPr/>
              </p14:nvContentPartPr>
              <p14:xfrm>
                <a:off x="10247812" y="398546"/>
                <a:ext cx="216000" cy="32508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50BB6C83-D791-47C8-879E-1098FED277C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238812" y="389546"/>
                  <a:ext cx="2336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852A11F5-E8A2-42B7-A4D2-D36B3F28856F}"/>
                    </a:ext>
                  </a:extLst>
                </p14:cNvPr>
                <p14:cNvContentPartPr/>
                <p14:nvPr/>
              </p14:nvContentPartPr>
              <p14:xfrm>
                <a:off x="10541932" y="564506"/>
                <a:ext cx="75240" cy="10116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852A11F5-E8A2-42B7-A4D2-D36B3F28856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532932" y="555866"/>
                  <a:ext cx="92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C86CC84B-99AD-4A66-823C-38D8AB186631}"/>
                    </a:ext>
                  </a:extLst>
                </p14:cNvPr>
                <p14:cNvContentPartPr/>
                <p14:nvPr/>
              </p14:nvContentPartPr>
              <p14:xfrm>
                <a:off x="10639132" y="492146"/>
                <a:ext cx="203040" cy="14976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C86CC84B-99AD-4A66-823C-38D8AB18663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30492" y="483146"/>
                  <a:ext cx="220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D17CFB8C-0849-481B-B2F7-FE944B03FBD7}"/>
                    </a:ext>
                  </a:extLst>
                </p14:cNvPr>
                <p14:cNvContentPartPr/>
                <p14:nvPr/>
              </p14:nvContentPartPr>
              <p14:xfrm>
                <a:off x="10826332" y="493946"/>
                <a:ext cx="147240" cy="11376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D17CFB8C-0849-481B-B2F7-FE944B03FBD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817332" y="484946"/>
                  <a:ext cx="16488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upo 153">
            <a:extLst>
              <a:ext uri="{FF2B5EF4-FFF2-40B4-BE49-F238E27FC236}">
                <a16:creationId xmlns:a16="http://schemas.microsoft.com/office/drawing/2014/main" id="{9DA16C75-1DEA-41CE-8CD3-2C9C93AA081D}"/>
              </a:ext>
            </a:extLst>
          </p:cNvPr>
          <p:cNvGrpSpPr/>
          <p:nvPr/>
        </p:nvGrpSpPr>
        <p:grpSpPr>
          <a:xfrm>
            <a:off x="7331092" y="1344986"/>
            <a:ext cx="1351080" cy="605880"/>
            <a:chOff x="7331092" y="1344986"/>
            <a:chExt cx="1351080" cy="60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576D9114-52A1-4609-891D-18422B91B9A4}"/>
                    </a:ext>
                  </a:extLst>
                </p14:cNvPr>
                <p14:cNvContentPartPr/>
                <p14:nvPr/>
              </p14:nvContentPartPr>
              <p14:xfrm>
                <a:off x="7331092" y="1344986"/>
                <a:ext cx="251280" cy="60588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576D9114-52A1-4609-891D-18422B91B9A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322452" y="1335986"/>
                  <a:ext cx="26892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CE935F51-8089-4649-AA67-282166FA6C66}"/>
                    </a:ext>
                  </a:extLst>
                </p14:cNvPr>
                <p14:cNvContentPartPr/>
                <p14:nvPr/>
              </p14:nvContentPartPr>
              <p14:xfrm>
                <a:off x="7617292" y="1743866"/>
                <a:ext cx="164520" cy="20376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CE935F51-8089-4649-AA67-282166FA6C6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608652" y="1735226"/>
                  <a:ext cx="182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17BDEBB2-ED23-4F3D-AFA2-41C960DBF4D4}"/>
                    </a:ext>
                  </a:extLst>
                </p14:cNvPr>
                <p14:cNvContentPartPr/>
                <p14:nvPr/>
              </p14:nvContentPartPr>
              <p14:xfrm>
                <a:off x="7627732" y="1750346"/>
                <a:ext cx="126720" cy="17928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17BDEBB2-ED23-4F3D-AFA2-41C960DBF4D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619092" y="1741706"/>
                  <a:ext cx="1443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5B0F0AEC-F0E4-448D-932D-BBE7DBE2E0ED}"/>
                    </a:ext>
                  </a:extLst>
                </p14:cNvPr>
                <p14:cNvContentPartPr/>
                <p14:nvPr/>
              </p14:nvContentPartPr>
              <p14:xfrm>
                <a:off x="7929052" y="1466666"/>
                <a:ext cx="90000" cy="34992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5B0F0AEC-F0E4-448D-932D-BBE7DBE2E0E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920052" y="1457666"/>
                  <a:ext cx="1076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812F3F78-62C5-4AED-9A73-CA41F7A1047D}"/>
                    </a:ext>
                  </a:extLst>
                </p14:cNvPr>
                <p14:cNvContentPartPr/>
                <p14:nvPr/>
              </p14:nvContentPartPr>
              <p14:xfrm>
                <a:off x="8019772" y="1480346"/>
                <a:ext cx="221760" cy="31860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812F3F78-62C5-4AED-9A73-CA41F7A1047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010772" y="1471706"/>
                  <a:ext cx="2394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26A2AE42-3B1A-413F-9108-CEB8814E319B}"/>
                    </a:ext>
                  </a:extLst>
                </p14:cNvPr>
                <p14:cNvContentPartPr/>
                <p14:nvPr/>
              </p14:nvContentPartPr>
              <p14:xfrm>
                <a:off x="8327932" y="1419506"/>
                <a:ext cx="47880" cy="38484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26A2AE42-3B1A-413F-9108-CEB8814E319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319292" y="1410506"/>
                  <a:ext cx="655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697DC064-C146-49C7-AE83-8695742B5D52}"/>
                    </a:ext>
                  </a:extLst>
                </p14:cNvPr>
                <p14:cNvContentPartPr/>
                <p14:nvPr/>
              </p14:nvContentPartPr>
              <p14:xfrm>
                <a:off x="8479492" y="1542626"/>
                <a:ext cx="202680" cy="9792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697DC064-C146-49C7-AE83-8695742B5D5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470492" y="1533626"/>
                  <a:ext cx="22032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upo 165">
            <a:extLst>
              <a:ext uri="{FF2B5EF4-FFF2-40B4-BE49-F238E27FC236}">
                <a16:creationId xmlns:a16="http://schemas.microsoft.com/office/drawing/2014/main" id="{36963E5A-045C-4253-8DF1-BDDC704738DA}"/>
              </a:ext>
            </a:extLst>
          </p:cNvPr>
          <p:cNvGrpSpPr/>
          <p:nvPr/>
        </p:nvGrpSpPr>
        <p:grpSpPr>
          <a:xfrm>
            <a:off x="8998612" y="911906"/>
            <a:ext cx="1856880" cy="804600"/>
            <a:chOff x="8998612" y="911906"/>
            <a:chExt cx="1856880" cy="80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3DF8EE55-3BA6-4441-B3ED-C42188825CC6}"/>
                    </a:ext>
                  </a:extLst>
                </p14:cNvPr>
                <p14:cNvContentPartPr/>
                <p14:nvPr/>
              </p14:nvContentPartPr>
              <p14:xfrm>
                <a:off x="9061612" y="1294946"/>
                <a:ext cx="264600" cy="2700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3DF8EE55-3BA6-4441-B3ED-C42188825CC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052972" y="1286306"/>
                  <a:ext cx="282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700E7568-38CB-46C9-960F-187E8A2B8C4C}"/>
                    </a:ext>
                  </a:extLst>
                </p14:cNvPr>
                <p14:cNvContentPartPr/>
                <p14:nvPr/>
              </p14:nvContentPartPr>
              <p14:xfrm>
                <a:off x="9015172" y="1288826"/>
                <a:ext cx="236160" cy="41688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700E7568-38CB-46C9-960F-187E8A2B8C4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006532" y="1279826"/>
                  <a:ext cx="2538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B540DFDA-D3A8-474F-BF20-363AB2161520}"/>
                    </a:ext>
                  </a:extLst>
                </p14:cNvPr>
                <p14:cNvContentPartPr/>
                <p14:nvPr/>
              </p14:nvContentPartPr>
              <p14:xfrm>
                <a:off x="8998612" y="1223306"/>
                <a:ext cx="669600" cy="49320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B540DFDA-D3A8-474F-BF20-363AB216152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989612" y="1214666"/>
                  <a:ext cx="68724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76BB3318-5085-47CF-9F22-DBC4674B04F7}"/>
                    </a:ext>
                  </a:extLst>
                </p14:cNvPr>
                <p14:cNvContentPartPr/>
                <p14:nvPr/>
              </p14:nvContentPartPr>
              <p14:xfrm>
                <a:off x="9747772" y="1314386"/>
                <a:ext cx="333360" cy="33768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76BB3318-5085-47CF-9F22-DBC4674B04F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738772" y="1305746"/>
                  <a:ext cx="3510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BCAB9663-41BF-49C2-BA8C-DDD1C572420A}"/>
                    </a:ext>
                  </a:extLst>
                </p14:cNvPr>
                <p14:cNvContentPartPr/>
                <p14:nvPr/>
              </p14:nvContentPartPr>
              <p14:xfrm>
                <a:off x="10079332" y="1013426"/>
                <a:ext cx="119520" cy="19548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BCAB9663-41BF-49C2-BA8C-DDD1C572420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070332" y="1004426"/>
                  <a:ext cx="1371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8D61EAFB-6180-480B-8F3F-4565FABE5DE8}"/>
                    </a:ext>
                  </a:extLst>
                </p14:cNvPr>
                <p14:cNvContentPartPr/>
                <p14:nvPr/>
              </p14:nvContentPartPr>
              <p14:xfrm>
                <a:off x="10062052" y="952226"/>
                <a:ext cx="11160" cy="3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8D61EAFB-6180-480B-8F3F-4565FABE5DE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053052" y="943586"/>
                  <a:ext cx="28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53CFFD24-BAF0-41D1-BC72-2B504DCDA2B3}"/>
                    </a:ext>
                  </a:extLst>
                </p14:cNvPr>
                <p14:cNvContentPartPr/>
                <p14:nvPr/>
              </p14:nvContentPartPr>
              <p14:xfrm>
                <a:off x="10047652" y="911906"/>
                <a:ext cx="67320" cy="4068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53CFFD24-BAF0-41D1-BC72-2B504DCDA2B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038652" y="903266"/>
                  <a:ext cx="84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36994C99-1FD7-418A-9131-71138F34E3A6}"/>
                    </a:ext>
                  </a:extLst>
                </p14:cNvPr>
                <p14:cNvContentPartPr/>
                <p14:nvPr/>
              </p14:nvContentPartPr>
              <p14:xfrm>
                <a:off x="10301452" y="916946"/>
                <a:ext cx="70560" cy="28440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36994C99-1FD7-418A-9131-71138F34E3A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292452" y="908306"/>
                  <a:ext cx="88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D8E5D65F-A90A-4F47-BBAB-BF0D3E0586D9}"/>
                    </a:ext>
                  </a:extLst>
                </p14:cNvPr>
                <p14:cNvContentPartPr/>
                <p14:nvPr/>
              </p14:nvContentPartPr>
              <p14:xfrm>
                <a:off x="10256092" y="1087226"/>
                <a:ext cx="159840" cy="1008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D8E5D65F-A90A-4F47-BBAB-BF0D3E0586D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247452" y="1078586"/>
                  <a:ext cx="177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82584F1C-98FC-4209-A5A6-6B7CF318A2BE}"/>
                    </a:ext>
                  </a:extLst>
                </p14:cNvPr>
                <p14:cNvContentPartPr/>
                <p14:nvPr/>
              </p14:nvContentPartPr>
              <p14:xfrm>
                <a:off x="10495492" y="1030346"/>
                <a:ext cx="156240" cy="12564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82584F1C-98FC-4209-A5A6-6B7CF318A2B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486492" y="1021706"/>
                  <a:ext cx="173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09F6841A-E950-438B-B73F-121831D10BDA}"/>
                    </a:ext>
                  </a:extLst>
                </p14:cNvPr>
                <p14:cNvContentPartPr/>
                <p14:nvPr/>
              </p14:nvContentPartPr>
              <p14:xfrm>
                <a:off x="10662172" y="1041146"/>
                <a:ext cx="193320" cy="57780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09F6841A-E950-438B-B73F-121831D10BD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653532" y="1032506"/>
                  <a:ext cx="210960" cy="59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242085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10</Words>
  <Application>Microsoft Office PowerPoint</Application>
  <PresentationFormat>Panorámica</PresentationFormat>
  <Paragraphs>1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Jennyfer Homez</dc:creator>
  <cp:lastModifiedBy>Jennyfer Homez</cp:lastModifiedBy>
  <cp:revision>18</cp:revision>
  <dcterms:created xsi:type="dcterms:W3CDTF">2020-05-15T23:55:09Z</dcterms:created>
  <dcterms:modified xsi:type="dcterms:W3CDTF">2020-05-17T18:07:03Z</dcterms:modified>
</cp:coreProperties>
</file>