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 id="260"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368" autoAdjust="0"/>
    <p:restoredTop sz="94660"/>
  </p:normalViewPr>
  <p:slideViewPr>
    <p:cSldViewPr snapToGrid="0">
      <p:cViewPr>
        <p:scale>
          <a:sx n="82" d="100"/>
          <a:sy n="82" d="100"/>
        </p:scale>
        <p:origin x="69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13T00:04:37.518"/>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6.546"/>
    </inkml:context>
    <inkml:brush xml:id="br0">
      <inkml:brushProperty name="width" value="0.05" units="cm"/>
      <inkml:brushProperty name="height" value="0.05" units="cm"/>
    </inkml:brush>
  </inkml:definitions>
  <inkml:trace contextRef="#ctx0" brushRef="#br0">134 0 16331,'0'0'4217,"0"0"-2644,0 0-341,-17 35-248,-2 8-747,1 0-1,2 2 1,2-1 0,2 2-1,2 0 1,2 0 0,1 6-237,-1 49 564,3 0 1,5 0-1,11 80-564,-8-162 52,2 0 0,0 0 0,1-1 0,1 1 0,0-1-1,1-1 1,1 1 0,1-1 0,1-1 0,0 0 0,1-1-1,1 0 1,0 0 0,1-2 0,0 1 0,1-2 0,1 0-52,-9-7-6,0-1 1,1 0-1,0 0 1,0-1-1,0 0 0,0 0 1,0 0-1,0-1 1,1-1-1,-1 0 1,1 0-1,0 0 1,-1-1-1,1 0 0,-1-1 1,4 0 5,-8 0-83,1 0 0,0 0-1,0-1 1,-1 1 0,1-1 0,-1 0 0,0 0 0,1-1-1,-1 1 1,0-1 0,0 0 0,0 0 0,-1 0 0,1-1-1,-1 1 1,0-1 0,0 0 0,0 0 0,0 0 0,-1 0 0,0 0-1,0-1 1,0 1 0,0-1 0,0 1 0,-1-1 0,0 0-1,0 0 1,0-3 83,2-93-4421,-3 69 1570,0-29-3950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6.884"/>
    </inkml:context>
    <inkml:brush xml:id="br0">
      <inkml:brushProperty name="width" value="0.05" units="cm"/>
      <inkml:brushProperty name="height" value="0.05" units="cm"/>
    </inkml:brush>
  </inkml:definitions>
  <inkml:trace contextRef="#ctx0" brushRef="#br0">1 198 16147,'0'0'4449,"0"0"-2824,0 0 695,0 0-1280,0 0-303,0 0-313,196-8-256,-100-21-168,-8-5-248,0-13-769,-27 5-1831,-20 5-4178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7.223"/>
    </inkml:context>
    <inkml:brush xml:id="br0">
      <inkml:brushProperty name="width" value="0.05" units="cm"/>
      <inkml:brushProperty name="height" value="0.05" units="cm"/>
    </inkml:brush>
  </inkml:definitions>
  <inkml:trace contextRef="#ctx0" brushRef="#br0">0 240 18764,'0'0'3761,"0"0"-2729,0 0 776,0 0-1063,152-29-409,-58 0-192,2-3-64,-5 1-80,-12 2-152,0-8-761,-23 8-1431,-12 5-3769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7.558"/>
    </inkml:context>
    <inkml:brush xml:id="br0">
      <inkml:brushProperty name="width" value="0.05" units="cm"/>
      <inkml:brushProperty name="height" value="0.05" units="cm"/>
    </inkml:brush>
  </inkml:definitions>
  <inkml:trace contextRef="#ctx0" brushRef="#br0">501 0 15539,'0'0'1942,"0"33"-464,0 218 2004,1-226-3204,-1 1-1,-2-1 1,0 0 0,-2 0 0,-1 0-1,-1-1 1,0 1 0,-2-1 0,-1-1 0,-1 1-1,-1-2 1,-1 1 0,-1-2 0,-11 15-278,-1-4 517,-1-1 1,-27 25-518,45-49 55,0 0 0,0 0 0,0-1 1,-1 0-1,0 0 0,0-1 1,0 0-1,-1 0 0,1-1 0,-1-1 1,0 0-1,-1 0 0,-6 1-55,12-4 7,1 0-1,0-1 1,0 1-1,-1-1 0,1 0 1,0 0-1,0 0 1,0 0-1,0-1 0,0 0 1,1 0-1,-1 0 1,0 0-1,1 0 0,-1-1 1,1 0-1,0 1 1,0-1-1,0 0 0,0-1 1,1 1-1,-1 0 1,1-1-1,0 0 0,0 1 1,0-1-1,0 0 1,0-3-7,-7-16-164,1 1 1,2-1 0,0 0 0,-1-17 163,5 30-103,-5-34-862,2 0-1,2 0 1,2-17 965,6-68-5914,4 37-2237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7.949"/>
    </inkml:context>
    <inkml:brush xml:id="br0">
      <inkml:brushProperty name="width" value="0.05" units="cm"/>
      <inkml:brushProperty name="height" value="0.05" units="cm"/>
    </inkml:brush>
  </inkml:definitions>
  <inkml:trace contextRef="#ctx0" brushRef="#br0">0 1 17204,'0'0'3056,"0"0"-1231,0 0-497,0 0-912,0 0-416,0 0-1520,158 26-4241</inkml:trace>
  <inkml:trace contextRef="#ctx0" brushRef="#br0" timeOffset="1">495 256 9858,'0'0'3912,"0"0"-1304,0 0-349,29-19-886,93-65-807,-55 30-363,-64 51-115,0 0 0,0-1 0,0 1 0,-1-1 0,1 0 0,-1 0 0,0 0 0,0 0 0,0 0 0,0 0 0,0-5-88,-2 9 57,0-1-1,0 0 1,0 1-1,0-1 1,0 0-1,0 1 1,0-1-1,0 0 1,-1 1-1,1-1 1,0 0-1,0 1 1,-1-1-1,1 0 1,0 1-1,-1-1 1,1 1-1,-1-1 1,1 1-1,-1-1 1,1 1-1,-1-1 1,1 1-1,-1-1 1,1 1-1,-1 0 1,0-1-1,1 1 1,-1 0-1,1 0 1,-1-1-1,0 1 1,1 0-1,-1 0 1,0 0-1,0 0 1,1 0-1,-1 0 1,0 0-1,1 0 1,-1 0-1,0 0-56,-38 1 651,33 0-482,-6 0-53,1 1 0,-1 0 0,1 1 0,0 0-1,0 1 1,0 1 0,1-1 0,-1 1 0,1 1 0,0 0 0,1 1 0,0 0 0,0 0-1,0 1 1,1 0 0,0 0 0,0 1 0,1 0 0,0 0 0,1 1 0,-3 5-116,0 1 44,1 1 0,0 0 1,1 1-1,1-1 0,1 1 1,0 0-1,2 1 1,0-1-1,1 1 0,0 0 1,2-1-1,1 19-44,0-27 3,1-1-1,0 0 1,0 0 0,0 0-1,1 0 1,1 0 0,0 0-1,0-1 1,0 0 0,1 0-1,0 0 1,1 0 0,0-1-1,0 0 1,0 0 0,1 0-1,0-1 1,1 0 0,-1-1-1,5 3-2,2 0-50,1 0 0,0-1 0,1 0 0,-1-2 0,1 0 0,0 0 0,0-2 0,1 0 0,-1-1 0,1 0 0,3-1 50,-9-1-147,0 0 1,0-1-1,0 0 1,0-1-1,0 0 1,-1-1-1,1 0 1,-1-1-1,0 0 1,0-1-1,0 1 1,2-3 146,5-4-929,-1-1 1,0-1 0,0 0-1,-2-1 1,0 0-1,2-4 929,38-53-8133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8.369"/>
    </inkml:context>
    <inkml:brush xml:id="br0">
      <inkml:brushProperty name="width" value="0.05" units="cm"/>
      <inkml:brushProperty name="height" value="0.05" units="cm"/>
    </inkml:brush>
  </inkml:definitions>
  <inkml:trace contextRef="#ctx0" brushRef="#br0">21 44 13539,'0'0'4007,"0"0"-1718,0 0-1170,0 0-422,-4 33 98,-2 4-573,2-15-120,1 0 0,1 0 0,1 0 0,1 1 1,0-1-1,2 0 0,1 0 0,1 2-102,9 41 431,-5-31-95,-2 0 0,-1 0 0,0 33-336,-5-74 84,-1 0-1,0 0 1,-1 0 0,1 0 0,-1 1-1,-3-7-83,-8-34 38,8 3 255,3 0 0,1-12-293,1 46 73,0 0 0,1 0 0,0 0 0,0 1 0,1-1 0,1 1 0,-1-1 0,2 1 0,-1 0 0,1 0 0,1 0 0,-1 0 0,3-1-73,-6 8 4,1 0 0,-1 0-1,1 0 1,0 1 0,0-1 0,-1 1 0,1-1-1,0 1 1,1-1 0,-1 1 0,0 0-1,0 0 1,0 0 0,1 0 0,-1 1 0,0-1-1,1 1 1,-1-1 0,1 1 0,-1 0-1,0 0 1,1 0 0,-1 0 0,1 0 0,-1 0-1,1 1 1,-1-1 0,2 2-4,0-1 0,0 1 1,-1 0-1,1 0 1,0 1-1,-1-1 0,1 1 1,-1-1-1,0 1 1,0 0-1,0 1 0,0-1 1,-1 0-1,1 1 1,-1-1-1,1 3 0,8 17 14,-2 1 1,0-1-1,-2 1 0,-1 1 0,-1-1 1,-1 1-1,0 0 0,-3 0 1,0 0-1,-1 3-14,-1-55 11,1 1 0,2-1-1,0 1 1,2 0 0,1 0 0,1 0 0,1 0 0,1 1 0,1 0 0,2 1 0,0 0 0,5-5-11,-7 15 26,0 0 0,0 1 1,2 0-1,0 1 0,0 1 1,10-9-27,-17 16 22,1 1 1,-1 0-1,0 0 1,1 0 0,0 1-1,-1-1 1,1 1-1,0 0 1,0 0-1,1 1 1,-1 0 0,0 0-1,0 0 1,1 0-1,-1 1 1,0 0-1,1 0 1,-1 0 0,0 1-1,1 0 1,-1 0-1,4 1-22,-4 0 25,-1 1 0,1-1 0,-1 1-1,0 0 1,0 1 0,0-1 0,0 1 0,-1-1-1,1 1 1,-1 0 0,0 0 0,0 1-1,0-1 1,-1 1 0,1-1 0,0 5-25,8 16 143,-1 1 0,4 20-143,-7-20 57,10 33-67,-13-39-279,1-1 0,1 1 0,1-1 0,0 0 1,2-1-1,0 0 0,9 13 289,-9-23-3366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8.767"/>
    </inkml:context>
    <inkml:brush xml:id="br0">
      <inkml:brushProperty name="width" value="0.05" units="cm"/>
      <inkml:brushProperty name="height" value="0.05" units="cm"/>
    </inkml:brush>
  </inkml:definitions>
  <inkml:trace contextRef="#ctx0" brushRef="#br0">13 79 20636,'0'0'2098,"1"29"-876,6 74 400,5-1 0,12 39-1622,4-30 614,-15-69-524,-2 1-1,-3 0 1,-1 0 0,2 45-90,-10-88-18,0 0 0,1 0 0,-1 1 0,1-1 1,-1 0-1,0 0 0,1 0 0,-1 0 0,0 0 1,1 0-1,-1 0 0,1 0 0,-1 0 0,0 0 1,1 0-1,-1 0 0,0 0 0,1 0 0,-1 0 0,1-1 1,-1 1-1,0 0 0,1-1 0,-1 1 0,1 0 1,-1-1-1,1 1 0,-1 0 0,1-1 0,0 1 1,-1-1 17,-9-12-73,1 0 0,0-1 0,0 0 0,2 0 0,0-1 0,1 0 0,0-1 0,1 1 0,-1-8 73,-5-16 35,2 0-1,2 0 0,1 0 0,2-1 1,2 0-1,1 0 0,2 0 0,2 0 0,3-3-34,-3 27 4,0-1-1,2 1 0,0 0 1,1 1-1,0-1 0,1 1 1,1 1-1,1-1 0,0 1 1,0 1-1,11-12-3,-13 18 0,-1 0 1,1 1-1,0 0 1,0 0-1,1 0 1,0 1-1,0 0 0,0 1 1,0 0-1,1 0 1,-1 1-1,1 0 1,0 0-1,0 1 0,0 0 1,1 1-1,-1 0 1,0 0-1,1 1 0,-1 0 1,10 2-1,-12-1 14,1 2 0,0-1 0,-1 1 1,1 0-1,-1 0 0,0 1 0,0 0 0,0 0 0,0 1 1,-1 0-1,0 0 0,0 0 0,0 1 0,-1 0 0,0 0 1,0 0-1,0 1 0,-1 0 0,0 0 0,0 0 0,-1 0 1,1 1-1,-2-1 0,1 3-14,3 7 75,-1-1 0,-1 1 0,-1 0 1,-1-1-1,0 2 0,-1-1 0,-1 0 0,0 0 0,-1 0 1,-1 0-1,-1 3-75,1-14 46,0 1 0,0-1 1,0 0-1,0 0 0,-1 0 0,0 0 1,0-1-1,-1 1 0,0-1 0,0 0 1,0 0-1,0 0 0,-1 0 0,-4 2-46,0 0 62,0-1-1,0 0 0,0-1 0,-1 0 0,0-1 0,0 0 0,-1 0 0,-5 1-61,-14 1 64,0-1-1,0-1 0,0-2 0,-1-1 0,-27-2-63,56 1-52,0 0 0,0 0 0,0-1 0,0 1 0,0-1 0,0 1 0,0-1 0,0 1 0,0-1 0,0 0 0,0 0 0,0 0 0,0 0 0,1-1-1,-1 1 1,0 0 0,1-1 0,-1 1 0,1-1 0,0 1 0,-1-1 0,1 0 0,0 1 0,0-1 0,0 0 0,0 0 0,0 0 0,1 0 0,-1 0 0,0 0 0,1 0 0,0 0 0,-1-2 52,0-4-464,1-1 1,0 0 0,0 0-1,1 0 1,0 0-1,1 0 1,0-1 463,21-53-7546,5-2-7548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9.105"/>
    </inkml:context>
    <inkml:brush xml:id="br0">
      <inkml:brushProperty name="width" value="0.05" units="cm"/>
      <inkml:brushProperty name="height" value="0.05" units="cm"/>
    </inkml:brush>
  </inkml:definitions>
  <inkml:trace contextRef="#ctx0" brushRef="#br0">0 1 18748,'0'0'4201,"0"0"-2641,0 0 497,0 0-841,135 136-352,-115-59-32,-5 2-224,-9-11-304,-6-10-207,0-16-97,0-13-105,0-13-399,6-13-536,43-9-344,-2-20-1505,6-11-4168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9.439"/>
    </inkml:context>
    <inkml:brush xml:id="br0">
      <inkml:brushProperty name="width" value="0.05" units="cm"/>
      <inkml:brushProperty name="height" value="0.05" units="cm"/>
    </inkml:brush>
  </inkml:definitions>
  <inkml:trace contextRef="#ctx0" brushRef="#br0">33 54 18260,'0'0'2899,"-6"31"-290,1-1-1992,-3 7 36,2 1 1,2-1-1,2 1 0,1 12-653,1-42 60,0-1 1,1 0-1,0 1 0,0-1 1,0 0-1,1 0 1,0 0-1,1 0 0,-1 0 1,2 0-1,-1 0 0,0-1 1,1 0-1,1 0 1,-1 0-61,0-1 18,1-1 1,0 0 0,0 0-1,0 0 1,0-1 0,1 1-1,-1-1 1,1-1-1,0 1 1,-1-1 0,1 0-1,0 0 1,1-1 0,-1 0-1,0 0 1,0 0 0,4-1-19,-2 1 7,0-1 0,-1 0 0,1 0 0,0-1 1,0 0-1,-1-1 0,1 0 0,-1 0 0,1 0 1,-1-1-1,0 0 0,0-1 0,0 1 0,0-1 1,-1-1-1,1 1 0,-1-1 0,0 0 0,-1-1 1,1 1-1,-1-1 0,0 0 0,-1 0 0,1-1 1,-1 1-1,0-1 0,0-2-7,2-5 13,0-1-1,0-1 1,-2 1-1,1-1 1,-2 1 0,0-1-1,-2 0 1,1 0-1,-2-1 1,0 1 0,-1 0-1,-2-14-12,1 20 10,-1 0 0,0 0 0,0 0 0,-1 0 0,0 1 0,-1 0 0,0-1 0,-1 0-10,3 5-24,-1 0 1,1 0-1,0 1 0,-1-1 1,0 1-1,0 0 1,0 0-1,-1 1 1,0-1-1,1 1 1,-1 0-1,0 0 1,0 1-1,0-1 1,-3 0 23,8 3-61,0 0 0,0 0 1,0 0-1,0 0 1,-1 0-1,1 0 0,0 0 1,0-1-1,0 1 0,0 0 1,0 0-1,0 0 0,0 0 1,-1 0-1,1 0 1,0 0-1,0 0 0,0 0 1,0 0-1,0 0 0,0 0 1,-1 0-1,1 0 0,0 0 1,0 0-1,0 0 1,0 0-1,0 0 0,0 0 1,-1 0-1,1 0 0,0 0 1,0 0-1,0 0 0,0 0 1,0 0-1,0 0 1,0 0-1,-1 0 0,1 1 1,0-1-1,0 0 0,0 0 1,0 0-1,0 0 0,0 0 1,0 0-1,0 0 0,0 0 1,0 1-1,0-1 1,-1 0-1,1 0 0,0 0 1,0 0-1,0 0 0,0 0 1,0 1-1,0-1 0,0 0 1,0 0-1,0 0 1,0 0-1,0 0 0,0 0 1,0 1-1,0-1 0,0 0 61,1 1-1080,-1 10-9966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29.804"/>
    </inkml:context>
    <inkml:brush xml:id="br0">
      <inkml:brushProperty name="width" value="0.05" units="cm"/>
      <inkml:brushProperty name="height" value="0.05" units="cm"/>
    </inkml:brush>
  </inkml:definitions>
  <inkml:trace contextRef="#ctx0" brushRef="#br0">144 571 15723,'0'0'2437,"1"-23"-153,0 9-1921,7-175 3542,-7 138-3018,-3 0 0,-1 1 0,-4-7-887,6 51 109,-2-12 261,0 1-1,-1 0 1,-1-1-1,-1 2 1,0-1 0,-6-9-370,14 52 145,-3-5-152,14 99-119,12 35 126,-6-48-184,-6 1 0,-3 9 184,-10 25-757,0-138 731,1-1 0,-2 0-1,1 1 1,0-1-1,-1 1 1,0-1-1,1 0 1,-1 0 0,0 1-1,-1-1 1,1 0-1,-1 0 1,1 0-1,-1 0 1,0 0-1,0-1 1,0 1 0,-1-1-1,-1 3 27,0-3-29,0 0-1,0 0 0,0 0 1,0 0-1,0-1 1,0 0-1,-1 0 1,1 0-1,0 0 1,-1 0-1,1-1 0,0 0 1,-1 0-1,-3-1 30,3 1 6,1-1 0,0 0 0,-1 0 0,1 0 0,0-1 0,0 1 0,0-1 0,0 0 0,0 0 0,0-1 0,1 1 0,-1-1 0,1 1 0,0-1 0,-1 0 0,1-1 0,1 1 0,-1 0 0,0-1 0,1 0 0,0 1 0,-1-1 0,2 0 0,-1 0 0,0 0 0,1-1 0,0 1 0,0 0 0,0 0 0,0-1 0,1 1 0,-1-3-6,2 6 1,-1 1 0,1-1 0,-1 0 0,1 0 0,-1 1 0,1-1 0,0 1 0,-1-1 0,1 0-1,0 1 1,-1-1 0,1 1 0,0-1 0,0 1 0,-1 0 0,1-1 0,0 1 0,0 0 0,0 0 0,-1-1-1,1 1 1,0 0 0,0 0 0,0 0-1,29-4 1,-23 3 0,48-7-132,109-16 83,-56 3-2817,-39 3-4198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0.127"/>
    </inkml:context>
    <inkml:brush xml:id="br0">
      <inkml:brushProperty name="width" value="0.05" units="cm"/>
      <inkml:brushProperty name="height" value="0.05" units="cm"/>
    </inkml:brush>
  </inkml:definitions>
  <inkml:trace contextRef="#ctx0" brushRef="#br0">0 1 21549,'0'0'2944,"0"0"-1375,0 0-561,0 0-808,0 0-200,0 0-1136,0 0-4282</inkml:trace>
  <inkml:trace contextRef="#ctx0" brushRef="#br0" timeOffset="1">117 524 21028,'0'0'3001,"0"0"-1457,0 0-583,0 0-961,0 0-472,0 0-1681,0 0-5192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1.645"/>
    </inkml:context>
    <inkml:brush xml:id="br0">
      <inkml:brushProperty name="width" value="0.05" units="cm"/>
      <inkml:brushProperty name="height" value="0.05" units="cm"/>
    </inkml:brush>
  </inkml:definitions>
  <inkml:trace contextRef="#ctx0" brushRef="#br0">39 105 12659,'0'0'2490,"0"0"-717,30-6-38,180-40-14,-119 32-1340,-50 9-307,-1-2 0,1-2-1,4-3-73,-116 6 225,52 6-109,1 1 1,-1 0 0,1 2 0,-1 0 0,1 1 0,0 0 0,0 2 0,1 0 0,-1 1 0,-15 10-117,0-1 138,0 1 0,1 2 0,1 2-1,1 1 1,1 1 0,-18 19-138,45-41 2,1 0-1,0 0 1,-1 1 0,1-1-1,0 1 1,0-1 0,0 1-1,0-1 1,1 1 0,-1 0-1,0-1 1,1 1 0,-1 0-1,1 0 1,-1-1-1,1 1 1,0 2-2,0-3 3,0 0-1,1-1 1,-1 1 0,1 0-1,-1 0 1,1 0-1,-1-1 1,1 1 0,-1 0-1,1 0 1,-1-1-1,1 1 1,0 0 0,-1-1-1,1 1 1,0-1-1,0 1 1,0-1-1,-1 1 1,1-1 0,0 0-1,0 1 1,0-1-1,0 0-1,10 2 26,-1 0 0,1 0 0,-1-2 0,1 1 0,7-1-27,4 0 25,3 2-23,1 1 1,-1 1-1,-1 1 0,1 1 1,-1 1-1,0 1 1,0 2-1,-1 0 0,20 13-2,-34-18 11,-1 0 0,-1 0 0,1 1 0,-1 0 0,0 1 0,0-1 0,-1 1 0,0 1 0,0-1 0,-1 1 0,0 0 0,0 0 0,-1 0 0,0 1 0,0 0 0,-1 0 0,0 0 0,-1 0 0,0 0 0,0 0 0,-1 1 0,0-1 0,-1 1 0,0-1 0,0 1 0,-1-1 0,-2 9-11,1-10 141,0-1-1,-1 0 0,0 1 0,0-1 0,-1 0 1,1-1-1,-2 1 0,1-1 0,-1 1 0,0-1 0,0-1 1,-1 1-1,1-1 0,-1 0 0,-1 0 0,1-1 1,-7 4-141,3-2 157,-1 0 0,0 0 1,0-1-1,0-1 0,0 0 1,-1-1-1,0 0 1,0 0-1,0-1 0,0-1 1,-3 0-158,12-1 16,0-1 1,0 1-1,0-1 1,0 0 0,0 0-1,0 0 1,0 0-1,1 0 1,-1-1-1,0 1 1,1-1 0,-1 0-1,1 0 1,-1 0-1,1 0 1,0 0 0,0 0-1,0-1 1,0 1-1,0-1 1,1 1-1,-1-1 1,1 0 0,0 0-1,-1 0 1,1 1-1,0-1 1,1 0 0,-1 0-1,0-1-16,0-1-71,0 0-1,0 0 0,0-1 1,1 1-1,0 0 1,0 0-1,0-1 1,1 1-1,-1 0 0,1 0 1,0 0-1,1 0 1,-1 0-1,1 0 1,0 0-1,1 0 0,-1 1 1,1-2 71,6-3-649,1 0 1,-1 1-1,1 1 1,1-1-1,-1 1 1,1 1-1,1 0 1,-1 1-1,1 0 1,0 1 0,6-2 648,11-5-3726,38-14-8732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2.694"/>
    </inkml:context>
    <inkml:brush xml:id="br0">
      <inkml:brushProperty name="width" value="0.05" units="cm"/>
      <inkml:brushProperty name="height" value="0.05" units="cm"/>
    </inkml:brush>
  </inkml:definitions>
  <inkml:trace contextRef="#ctx0" brushRef="#br0">45 40 7866,'0'0'1620,"0"0"-209,0 0 325,0 0-798,0 0-594,0 0-199,-7-6-90,-21-21-48,22 21-25,5 6-44,-1 0 56,2 0 453,0 0 805,0 0 505,0 0-117,0 0-566,0 0-532,0 0-275,0 0-129,0 0-12,0 0 130,1 11 404,6 13-338,1 1 0,1-1 0,1-1 0,1 1 0,9 12-322,-4-5 205,0 0-88,0 0-1,2-1 0,2-1 1,0-1-1,14 13-116,-25-32 24,-1 0 0,1-1 0,1 0 0,-1-1 0,1 0-1,0-1 1,1 0 0,0 0 0,0-1 0,0-1 0,0 0 0,1 0 0,0-1 0,0-1 0,0 0 0,0 0 0,8-1-24,-12-1 17,-1 1 1,1-2 0,0 1-1,-1-1 1,1 0-1,-1-1 1,1 1 0,-1-2-1,0 1 1,0-1 0,0 0-1,4-2-17,-7 2 6,-1 0-1,1 0 1,-1-1-1,1 1 1,-1 0 0,0-1-1,-1 0 1,1 0-1,-1 0 1,1 0-1,-1 0 1,0-1-1,-1 1 1,1 0-1,-1-1 1,0 1 0,0-1-1,0 0 1,-1 1-1,1-1 1,-1-1-6,1-8 6,0 0 0,0 0 0,-2 0 0,0 0-1,0 0 1,-1 0 0,-1 0 0,0 1 0,-1-1 0,-1 1 0,0 0 0,0 0 0,-8-12-6,3 11-88,8 11-93,0 0 0,0 1-1,0-1 1,0 0-1,1 0 1,-1 0 0,1 0-1,0 0 1,0-1-1,0 1 1,0 0 0,0 0-1,1-3 182,20 6-2798,34 0 2921,0-3-1,0-1 0,-1-3 1,52-14-123,-100 17 2735,-19 1-2021,-28 7-513,35-1-173,1 0 0,0 0-1,0 1 1,0 0 0,1 0 0,-1 1 0,1-1 0,0 1-1,0 1 1,0-1 0,1 0 0,0 1 0,0 0 0,1 0 0,-1 0-1,1 1 1,0-1 0,-1 7-28,-2 4 26,1 1 0,0 0 0,2 1-1,0-1 1,1 1 0,1 12-26,0-18 18,1 0 0,1 1-1,0-1 1,1 0 0,1 0 0,0 0-1,0 0 1,1 0 0,3 4-18,-4-10 3,2 1 0,-1-1 1,1 0-1,0 0 0,0 0 0,1 0 0,0-1 1,0 0-1,1 0 0,0-1 0,0 0 0,0 0 1,0-1-1,1 1 0,0-1-3,5 2-94,1-1-1,1 0 1,-1-1 0,0-1-1,1 0 1,0 0-1,0-2 1,0 0 0,0-1-1,0 0 1,-1-1 0,14-2 94,-10-1-1291,0 1 1,0-2-1,0-1 1,-1 0-1,0-1 1,6-4 1290,47-29-11992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3.101"/>
    </inkml:context>
    <inkml:brush xml:id="br0">
      <inkml:brushProperty name="width" value="0.05" units="cm"/>
      <inkml:brushProperty name="height" value="0.05" units="cm"/>
    </inkml:brush>
  </inkml:definitions>
  <inkml:trace contextRef="#ctx0" brushRef="#br0">162 0 13899,'0'0'2889,"0"0"-833,0 0 257,0 0-977,0 0-656,-156 132 200,151-72 40,5 6-368,0-5-239,26-9-209,12-10-56,9-10-48,5-16-112,7-11-625,23-5-959,-15-13-2841,-8-11-2320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3.423"/>
    </inkml:context>
    <inkml:brush xml:id="br0">
      <inkml:brushProperty name="width" value="0.05" units="cm"/>
      <inkml:brushProperty name="height" value="0.05" units="cm"/>
    </inkml:brush>
  </inkml:definitions>
  <inkml:trace contextRef="#ctx0" brushRef="#br0">0 231 14563,'0'0'3616,"0"0"-1295,0 0-924,0 0-580,0 0-422,0 0-216,30-13-97,91-44-56,-115 55-24,-1-1 1,0 0 0,0 0 0,0-1-1,0 1 1,0-1 0,0 0 0,-1 0-1,0-1 1,0 1 0,0-1-1,0 0 1,-1 0 0,0 0 0,1-2-3,-2 1 13,-1-1 1,1 1 0,-1 0-1,0 0 1,-1 0-1,1-1 1,-1 1 0,0 0-1,-1-1 1,0 0-14,1 5 26,-1 1 0,1 0 0,-1 0 0,1-1-1,-1 1 1,0 0 0,0 0 0,1 0 0,-1 0 0,0-1 0,0 1 0,0 1-1,0-1 1,0 0 0,0 0 0,-1 0 0,1 0 0,0 1 0,0-1 0,0 1-1,-1-1 1,1 1 0,0-1 0,-1 1 0,1 0 0,0-1 0,-1 1 0,1 0 0,-1 0-1,1 0-25,-3 0 50,1 0 0,-1-1 0,1 1-1,-1 1 1,1-1 0,-1 0 0,1 1 0,-1 0-1,1 0 1,-1 0 0,1 0 0,-2 1-50,-1 3 27,1-1 0,-1 1 0,1 0 0,0 0 1,1 0-1,-1 1 0,1 0 0,0 0 0,1 0 1,-1 0-1,-1 6-27,-5 11 88,1 0 1,-5 22-89,7-18 45,1 1 0,1-1 0,1 1 0,2 0 0,1 0 1,1 1-1,1 1-45,0-18 5,1 0-1,0 0 1,1 0 0,0-1 0,1 1 0,0-1-1,1 0 1,1 3-5,-2-8 0,0 0 0,0 1-1,1-1 1,0-1 0,0 1 0,0-1-1,0 0 1,1 0 0,0 0-1,0-1 1,0 0 0,1 0 0,4 2 0,-3-3-171,0 0 0,1-1 0,-1 0 0,1 0 0,0-1 0,0 0 0,0 0 0,-1-1 0,1 0 0,0-1 0,0 0 0,0 0 0,0-1 0,-1 0 0,1 0 0,-1-1 0,0 0 0,0-1 0,0 0 0,0 0 0,0-1 0,-1 0 0,1 0 171,52-39-6190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3.775"/>
    </inkml:context>
    <inkml:brush xml:id="br0">
      <inkml:brushProperty name="width" value="0.05" units="cm"/>
      <inkml:brushProperty name="height" value="0.05" units="cm"/>
    </inkml:brush>
  </inkml:definitions>
  <inkml:trace contextRef="#ctx0" brushRef="#br0">152 1 7162,'0'0'6913,"0"0"-4619,0 0-966,22 27-80,68 96-385,-83-111-681,1 1 0,-2 0 1,1 0-1,-2 1 0,0 0 0,-1 0 0,0 0 0,-1 0 0,1 10-182,-2 4 810,-1-1 0,-2 0 0,-3 23-810,4-47 51,-1 2 24,1 0 0,-1 1 0,0-1 0,0 0 0,-1 0 0,0 0 0,0 0 0,0 0 0,0 0 0,-1 0 0,0-1 0,0 1 0,0-1 0,0 0 0,-1 0 0,0 0 0,0 0 0,0-1 0,0 0 0,0 1 0,-1-2 0,1 1 0,-1 0 0,0-1 0,-2 1-75,-7 2 20,-1 0-1,0-2 0,0 1 0,-1-2 1,1 0-1,-1-1 0,1 0 1,-3-2-20,14 1-118,0 0 1,0 0 0,0-1-1,0 0 1,0 0 0,0 0-1,0 0 1,0-1 0,0 1 0,0-1-1,0 0 1,1 0 0,-1 0-1,1-1 1,-2-1 117,1 1-878,1 0 0,0-1 0,0 1 0,0-1 0,1 0 1,-1 0-1,1 0 0,0 0 0,0-1 878,-5-26-14617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4.107"/>
    </inkml:context>
    <inkml:brush xml:id="br0">
      <inkml:brushProperty name="width" value="0.05" units="cm"/>
      <inkml:brushProperty name="height" value="0.05" units="cm"/>
    </inkml:brush>
  </inkml:definitions>
  <inkml:trace contextRef="#ctx0" brushRef="#br0">347 1 13219,'0'0'2475,"0"0"-110,-25-1 280,-85 2-723,101 0-1767,1 1 1,-1 0-1,0 0 0,0 0 0,1 1 0,-1 1 1,1-1-1,0 1 0,0 1 0,1-1 1,-1 1-1,1 1 0,0-1 0,0 1 0,1 1 1,-1-1-1,1 1 0,-2 4-155,3-6 68,-2 3 20,1 0 0,0 1 0,0 0 0,1 0 0,0 1 0,0-1 0,1 1 0,1 0 0,-1 0 0,1 3-88,2-9 14,0 1 0,0-1 0,0 0 0,1 0 0,0 0 0,0 0-1,0 1 1,0-1 0,0 0 0,1 0 0,0 0 0,0 1 0,0-1 0,0 0 0,1-1 0,0 1 0,0 0-1,0 0 1,0-1 0,0 1 0,1-1 0,-1 1 0,1-1 0,0 0 0,0 0 0,3 2-14,6 2 18,-1 0 0,1-1 0,0-1 1,1 0-1,-1-1 0,1 0 1,0 0-1,0-2 0,0 1 0,4-2-18,35 4-63,0-4 0,4-1 63,-43 0-36,39-2-1288,-1-1 0,1-3 0,27-7 1324,13-10-6374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4.442"/>
    </inkml:context>
    <inkml:brush xml:id="br0">
      <inkml:brushProperty name="width" value="0.05" units="cm"/>
      <inkml:brushProperty name="height" value="0.05" units="cm"/>
    </inkml:brush>
  </inkml:definitions>
  <inkml:trace contextRef="#ctx0" brushRef="#br0">157 1 14563,'0'0'3954,"0"0"-1314,0 0-832,0 0-607,-26 21-350,26-21-851,-29 25 347,0 1 0,-14 19-347,39-40 42,1 0 1,0 0-1,0 1 1,0-1 0,1 1-1,-1-1 1,1 1-1,1 0 1,-1 0-1,1 0 1,0 0-1,0 0 1,1 0-1,0 0 1,0 0 0,0 0-1,1 0 1,0 0-1,0 0 1,1 0-1,-1 0 1,1 0-1,1 0 1,-1-1-1,1 1 1,0-1 0,0 0-1,0 0 1,1 0-1,0 0 1,1 1-43,2 2 28,1-1 1,0 1-1,0-1 1,0-1 0,1 0-1,0 0 1,0-1-1,1 0 1,-1 0-1,1-1 1,0 0 0,0-1-1,2 0-28,3 1 4,0-2 0,1 1 0,0-2 1,-1 0-1,1-1 0,-1 0 0,1-1 0,10-3-4,-22 3-25,1 0 0,0 0 1,-1-1-1,1 0 0,-1 0 1,0 0-1,1-1 0,-1 0 1,0 1-1,0-1 0,-1-1 0,1 1 1,-1 0-1,1-1 0,-1 0 1,0 0-1,0 0 0,-1 0 0,1 0 1,-1 0-1,0-1 0,0 1 1,-1-1-1,1 0 0,-1 1 0,0-1 1,0-1 24,4-19-136,-2-1 1,-1 1-1,-1 0 0,-2-22 136,1 20-30,0-42 18,27 138-62,13 54 524,13 76-450,-59-282 288,4 59-286,-3-4 24,2 0 0,2 0 0,0-1-1,2 1 1,1 0 0,2-7-26,-4 32 9,1 0-1,0 1 1,-1-1 0,1 0-1,0 0 1,1 0 0,-1 0-1,0 1 1,1-1 0,0 1-1,0-1 1,-1 1 0,1 0-1,0-1 1,1 1 0,-1 0-1,0 0 1,1 1 0,-1-1-1,1 0 1,-1 1 0,1 0-1,0-1 1,0 1 0,0 0-1,0 0 1,-1 1-1,1-1 1,0 1 0,0-1-1,0 1 1,0 0 0,1 0-1,-1 0 1,0 1 0,0-1-1,0 1 1,-1-1 0,1 1-1,0 0 1,0 0 0,0 1-1,0-1 1,-1 0 0,1 1-1,-1 0 1,1-1 0,-1 1-1,0 0 1,1 0 0,-1 0-1,0 1 1,1 1-9,9 16 18,-1 0 0,-1 1-1,0 0 1,-2 0 0,0 1 0,3 18-18,19 51 20,-28-85-48,0-1 1,1 1 0,-1-1-1,1 0 1,1 0 0,-1 0-1,1-1 1,-1 1 0,1-1-1,2 1 29,-3-3-347,0 1 1,0-1 0,0 0 0,1-1 0,-1 1-1,1 0 1,-1-1 0,1 0 0,-1 0 0,4 1 345,19-1-6524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4.812"/>
    </inkml:context>
    <inkml:brush xml:id="br0">
      <inkml:brushProperty name="width" value="0.05" units="cm"/>
      <inkml:brushProperty name="height" value="0.05" units="cm"/>
    </inkml:brush>
  </inkml:definitions>
  <inkml:trace contextRef="#ctx0" brushRef="#br0">77 1 14443,'0'0'3792,"0"0"-1667,0 0-546,0 0-658,0 0-479,0 0-68,-2 31 110,-1-1-375,1-10-52,1 1 0,0 0-1,1 0 1,2 0 0,0-1-1,1 1 1,1-1 0,5 14-57,1 9 252,-1-1 1,-2 1 0,-2 1 0,-2-1 0,-1 19-253,-2-60 7,0 0 1,0 0-1,-1 0 1,1 0-1,0 0 1,-1-1-1,1 1 1,-1 0-1,1 0 1,-1 0-1,0-1 1,0 1-1,0 0 1,0-1-1,0 1 0,0 0 1,0-1-1,-1 0 1,1 1-1,-1-1 1,1 0-1,-1 0 1,1 1-1,-1-1 1,1 0-1,-1-1 1,0 1-1,0 0 1,0 0-1,1-1 1,-1 1-1,0-1 1,0 0-1,0 1 0,-2-1-7,2 0 8,-1 0 0,0 0 0,0 0 0,0 0 0,0-1-1,0 1 1,1-1 0,-1 1 0,0-1 0,0 0-1,1 0 1,-1-1 0,1 1 0,-1 0 0,1-1 0,-1 0-1,1 1 1,0-1 0,0 0 0,0 0 0,0 0-1,0 0 1,0-1-8,-1-1-16,1 0 0,0 0-1,0 0 1,0-1 0,0 1-1,1-1 1,-1 1 0,1-1 0,0 1-1,1-1 1,-1 1 0,1-1-1,0 0 1,0 1 0,0-1-1,1 0 1,0 1 0,0-1-1,0 1 1,0-1 0,1 1 0,-1-1-1,1 1 1,0 0 0,1 0-1,-1 0 1,1 0 0,0 0-1,0 1 1,0-1 0,0 1-1,0 0 1,3-2 16,13-11-582,2 0 0,0 2 0,1 0 0,1 1 0,17-7 582,-8 4-853,100-51-285,-49 26 1717,-3-3-1,8-9-578,-87 53 87,0-1 0,0 1 0,0-1 0,0 0 0,0 1 0,0-1-1,0 0 1,0 0 0,0 0 0,0 1 0,0-1 0,-1 0 0,1 0 0,0-1 0,-1 1 0,1 0 0,0 0 0,-1 0-1,1 0 1,-1 0 0,0-1-87,0 2 69,-1-1 1,0 1-1,0-1 0,0 1 0,0 0 1,0 0-1,0 0 0,0-1 0,0 1 0,1 0 1,-1 0-1,0 0 0,0 0 0,0 0 0,0 1 1,0-1-1,0 0 0,0 0 0,0 0 1,0 1-1,1-1 0,-1 1 0,0-1 0,0 1 1,0-1-1,0 1-69,-8 4 70,-1 0-1,1 0 1,1 1 0,-1 0 0,1 1 0,0 0 0,0 0-1,1 1 1,0 0 0,0 0 0,1 0 0,0 1-1,1 0 1,-1 0 0,2 1 0,-1 0 0,0 5-70,-4 7 58,2 0 0,1 1-1,1 0 1,1-1 0,1 2 0,0-1 0,2 13-58,1-27-18,-1-2 34,1 1 0,0 0 0,1 0 1,-1-1-1,2 1 0,-1 0 1,1-1-1,0 1 0,1 2-16,-1-8-34,0 1 1,0 0-1,1 0 0,-1-1 1,1 0-1,-1 1 0,1-1 1,0 0-1,-1 0 0,1 0 1,0-1-1,0 1 0,1-1 1,-1 1-1,0-1 0,0 0 1,1-1-1,-1 1 0,0 0 1,1-1-1,-1 0 0,1 0 1,-1 0-1,2 0 34,56-2-2099,7-13-3786,-4-9-3044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5.166"/>
    </inkml:context>
    <inkml:brush xml:id="br0">
      <inkml:brushProperty name="width" value="0.05" units="cm"/>
      <inkml:brushProperty name="height" value="0.05" units="cm"/>
    </inkml:brush>
  </inkml:definitions>
  <inkml:trace contextRef="#ctx0" brushRef="#br0">139 1 13931,'0'0'3889,"0"0"-1337,0 0-191,0 0-617,0 0-664,0 0-591,0 0-9,-138 142 32,138-71-128,15 0-152,26-8-104,5-13-128,4-16-144,0-18-576,11-16-737,-11-29-3168,-12-8-5433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5.568"/>
    </inkml:context>
    <inkml:brush xml:id="br0">
      <inkml:brushProperty name="width" value="0.05" units="cm"/>
      <inkml:brushProperty name="height" value="0.05" units="cm"/>
    </inkml:brush>
  </inkml:definitions>
  <inkml:trace contextRef="#ctx0" brushRef="#br0">1 298 10986,'0'0'5087,"0"0"-2561,0 0-645,4 28-288,22 90-612,-25-113-938,1 0 0,0 0-1,0 0 1,0 0 0,1-1 0,-1 1-1,1-1 1,0 0 0,1 0 0,-1 0-1,1 0 1,0-1 0,-1 1 0,2-1-1,-1 0 1,0 0 0,0 0 0,1-1-1,1 1-42,5 1 79,0 0 0,0-1 0,0-1 0,1 0 0,-1 0 0,8-1-79,-18-1 7,21 2 123,0-1 0,1-2 0,-1 0 0,0-1 0,0-2 0,0 0 0,0-1 0,-1-1 0,1-1-130,-14 4 19,1 0 0,-1-1-1,0 0 1,0 0 0,0 0-1,0-1 1,-1 0-1,0-1 1,0 0 0,0 0-1,-1 0 1,0-1-1,0 0 1,-1 0 0,1-1-1,-2 1 1,1-1-1,-1 0 1,0 0 0,-1-1-1,0 1 1,0-1 0,0-4-19,0-7 89,-1 0 1,-2 0 0,0 0 0,-1-1 0,0 1 0,-2 0 0,-1 1 0,0-1 0,-1 1 0,-1-1-1,-1 1 1,-1 1 0,-1 0 0,0 0 0,-1 0 0,-1 1 0,-11-12-90,31 27-5844,8 2-3247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5.889"/>
    </inkml:context>
    <inkml:brush xml:id="br0">
      <inkml:brushProperty name="width" value="0.05" units="cm"/>
      <inkml:brushProperty name="height" value="0.05" units="cm"/>
    </inkml:brush>
  </inkml:definitions>
  <inkml:trace contextRef="#ctx0" brushRef="#br0">12 0 12619,'0'0'9826,"0"0"-7378,0 0-1591,0 0 407,70 221-288,-43-107-344,-4 1-56,-6-4-224,-2-14-200,0-15-88,-1-24-64,-2-19-8,-6-20-456,-6-17-416,0-12-256,-12-24-1753,-5-3-6073</inkml:trace>
  <inkml:trace contextRef="#ctx0" brushRef="#br0" timeOffset="1">0 640 14963,'0'0'4420,"0"0"-2681,0 0-1299,31-12-1416,99-35-1298,-125 45 2149,0 0 0,1 0 0,-1 1 0,0 0 0,0 0 0,1 0 0,-1 1-1,1-1 1,-1 1 0,1 1 0,-1-1 0,0 1 0,1 0 0,-1 0 0,0 0 0,0 1 0,0 0 0,0 0 0,0 0 0,0 1 0,0 0 0,-1-1 0,1 2 0,2 1 125,1 4 419,0 2 0,0-1 0,0 1 0,-2 0 1,1 0-1,-1 1 0,-1-1 0,1 6-419,18 32 3651,-22-45-3503,1-1-1,-1 1 0,1 0 0,0-1 0,0 0 1,0 0-1,0 0 0,1 0 0,-1 0 0,1-1 1,-1 1-1,1-1 0,0 0 0,0 0 0,0 0 1,0-1-1,1 1 0,0-1-147,9 1-255,-1 0-1,1-1 1,-1 0 0,1-1 0,4-1 255,16 0-1296,34 1-2333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6.235"/>
    </inkml:context>
    <inkml:brush xml:id="br0">
      <inkml:brushProperty name="width" value="0.05" units="cm"/>
      <inkml:brushProperty name="height" value="0.05" units="cm"/>
    </inkml:brush>
  </inkml:definitions>
  <inkml:trace contextRef="#ctx0" brushRef="#br0">0 214 15547,'0'0'2405,"0"0"-251,8 30 334,27 100-629,-32-122-1746,-1 0 0,1 0-1,1 0 1,0 0 0,0-1-1,0 0 1,1 0 0,0 0-1,0 0 1,1-1 0,0 1-1,0-2 1,0 1 0,1-1-1,0 0 1,0 0 0,0 0-1,1-1 1,-1-1 0,1 1-1,0-1 1,0 0 0,0-1-1,1 0 1,-1 0 0,0-1-1,1 0 1,-1 0 0,9-1-113,-11-1 41,0-1 0,-1 0 0,1 1 0,0-2 0,0 1 0,-1-1 0,0 0 0,1 0 0,-1 0 0,0-1 0,0 1 0,-1-1 0,1-1 0,-1 1 0,0 0 0,0-1 0,-1 0 0,1 0 0,-1 0 0,0-1 0,0 1-41,8-15 38,-1-1 0,-1 0 0,-1 0 0,-1-1-1,-1 0-37,2-15 7,-2-1 0,-1 1 0,-2-1-1,-2 0 1,-2-12-7,1 34-26,0 14-120,0-1-1,0 0 0,0 1 0,0-1 0,0 0 1,1 1-1,0-1 0,-1 0 0,1 1 0,0-1 1,0 1-1,2-2 147,15-12-8471,0 8-8036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1:36.558"/>
    </inkml:context>
    <inkml:brush xml:id="br0">
      <inkml:brushProperty name="width" value="0.05" units="cm"/>
      <inkml:brushProperty name="height" value="0.05" units="cm"/>
    </inkml:brush>
  </inkml:definitions>
  <inkml:trace contextRef="#ctx0" brushRef="#br0">137 43 4729,'0'0'10989,"0"0"-5872,-21 28-2683,-64 97-600,81-119-1739,0 0 0,1 1 0,-1-1 0,1 1 0,1 0 0,-1 0 0,1 0 0,1 1 0,-1-1 1,1 0-1,0 1 0,1-1 0,0 1 0,0-1 0,0 1 0,1-1 0,0 0 0,1 1 0,0-1 0,0 0 1,2 4-96,-2-6 25,1 0 0,1 0 0,-1 0 1,1 0-1,0-1 0,0 0 0,0 1 1,0-1-1,1-1 0,0 1 0,0-1 1,0 0-1,0 0 0,0 0 0,1-1 1,-1 1-1,1-1 0,-1-1 0,1 1 1,0-1-1,0 0 0,2 0-25,0 0 12,1 0-1,-1 0 1,0-1-1,1 0 1,-1-1-1,1 0 1,-1 0-1,0 0 1,1-1-1,-1-1 1,0 1 0,0-1-1,-1-1 1,7-3-12,-7 3 0,-1-2 0,0 1 1,0-1-1,-1 1 0,1-2 1,-1 1-1,0 0 0,-1-1 1,1 0-1,-2 0 1,1-1-1,-1 1 0,0-1 1,0 1-1,0-5 0,3-15 9,0 0-1,-3 0 1,0 0 0,-1-1 0,-2 1-1,-1-1-8,1 9 68,0 19-56,0 1 0,0-1 0,0 0 0,0 0 0,-1 0 0,1 0 1,0 0-1,0 0 0,0 0 0,0 0 0,-1 0 0,1 0 0,0 0 0,0 0 0,0 0 0,0 0 0,0 0 1,-1 0-1,1 0 0,0 0 0,0 0 0,0 0 0,0 0 0,-1 0 0,1 0 0,0 0 0,0 0 0,0 0 0,0 0 1,0 0-1,-1-1 0,1 1 0,0 0 0,0 0 0,0 0 0,0 0 0,0 0 0,0 0 0,0 0 0,0-1 0,-1 1 1,1 0-1,0 0 0,0 0 0,0 0 0,0 0 0,0-1 0,0 1 0,0 0 0,0 0-12,-8 17-4,1 8-10,2 0 1,0 0-1,2 0 0,0 1 1,2-1-1,1 1 0,1-1 1,3 16 13,-4-39-47,1-1 1,-1 1-1,1-1 0,-1 1 1,1-1-1,-1 1 1,1-1-1,0 1 0,0-1 1,0 0-1,0 0 1,0 1-1,0-1 0,0 0 1,0 0-1,0 0 1,0 0-1,1 0 0,-1 0 1,0 0-1,1-1 1,-1 1-1,1 0 0,-1-1 1,1 1-1,-1-1 1,2 1 46,-1-1-269,0 0 0,0 0 1,1 0-1,-1 0 0,0 0 1,0 0-1,0-1 0,0 1 0,0-1 1,0 1-1,0-1 0,0 0 1,0 0-1,1 0 269,18-19-6657</inkml:trace>
  <inkml:trace contextRef="#ctx0" brushRef="#br0" timeOffset="1">521 0 13219,'0'0'3741,"0"0"-678,16 31-345,-4-7-2198,4 8 95,1-1-1,1-1 1,2-1-1,1 0 1,20 21-615,20 10 1913,7 3-1913,29 27 1073,-96-89-1070,0-1 0,0 1 1,-1 0-1,1-1 0,0 1 1,-1 0-1,1-1 0,-1 1 1,1 0-1,-1 0 0,1 0 1,-1-1-1,1 1 0,-1 0 1,0 0-1,1 0 0,-1 0 1,0 0-1,0 0 0,0 0 1,0-1-1,0 2-3,0-1 2,-1-1-1,1 1 1,-1-1-1,1 1 1,-1-1 0,1 1-1,-1-1 1,1 0-1,-1 1 1,1-1 0,-1 0-1,0 1 1,1-1-1,-1 0 1,0 0 0,1 0-1,-1 1 1,0-1-1,1 0 1,-1 0 0,0 0-1,0 0-1,-49-4 62,43 3-34,-46-8-266,0-3-1,1-3 1,-7-4 238,-7-2-3031,32 10-5113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2:50.085"/>
    </inkml:context>
    <inkml:brush xml:id="br0">
      <inkml:brushProperty name="width" value="0.05" units="cm"/>
      <inkml:brushProperty name="height" value="0.05" units="cm"/>
    </inkml:brush>
  </inkml:definitions>
  <inkml:trace contextRef="#ctx0" brushRef="#br0">650 0 13475,'0'0'2471,"0"0"11,0 27-7,-4 89-761,3-104-1470,-1 0 0,-1 0 0,0 0 0,0-1 0,-1 1 0,-1-1 0,0 0 1,0 0-1,-1 0 0,-5 6-244,-6 5 481,0-1 1,-2 0-1,-10 9-481,24-25 73,-25 24 116,0-1 0,-2-2 0,-1 0 0,-1-3 0,-1-1 0,-1-1 0,0-2-1,-2-1 1,-1-2-189,33-14-39,-1 0 0,1 0 0,-1 0 0,0-1-1,1 0 1,-1 0 0,0-1 0,0 0-1,1 0 1,-1-1 0,0 1 0,-4-2 39,7 0-345,0 1 1,0-1 0,0 0-1,1 0 1,-1-1 0,0 1-1,1-1 1,0 1 0,-1-1-1,1 0 1,0-1-1,1 1 1,-1 0 0,1-1-1,-1 0 1,1 1 0,0-1-1,0 0 1,0-2 344,-14-33-8099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2:49.744"/>
    </inkml:context>
    <inkml:brush xml:id="br0">
      <inkml:brushProperty name="width" value="0.05" units="cm"/>
      <inkml:brushProperty name="height" value="0.05" units="cm"/>
    </inkml:brush>
  </inkml:definitions>
  <inkml:trace contextRef="#ctx0" brushRef="#br0">118 4 10042,'0'0'5085,"0"0"-1597,0 0-773,0 0-532,0 0-647,-16-3 1476,15 3-3130,-1 0 0,1 0 1,-1 0-1,0 0 0,1 0 1,-1 0-1,1 1 0,-1-1 0,1 0 1,-1 1-1,1-1 0,-1 1 1,1 0-1,-1-1 0,1 1 1,0 0 117,-51 57-7654,28-27 1093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2:51.089"/>
    </inkml:context>
    <inkml:brush xml:id="br0">
      <inkml:brushProperty name="width" value="0.05" units="cm"/>
      <inkml:brushProperty name="height" value="0.05" units="cm"/>
    </inkml:brush>
  </inkml:definitions>
  <inkml:trace contextRef="#ctx0" brushRef="#br0">196 4 9706,'0'0'4121,"0"0"-1915,0 0-523,0 0-340,0 0-430,0 0-97,-1 4 77,1-1-777,-1 0 0,-1 0 0,1 0 0,0-1 0,-1 1 0,1 0 0,-1-1 0,0 1 0,0-1 0,0 0 0,0 0 0,0 1 1,0-1-1,-1-1 0,1 1 0,-1 0 0,1 0 0,-1-1 0,0 0 0,0 1 0,1-1 0,-1 0 0,0-1 0,0 1 0,0 0 0,0-1 0,0 1 1,0-1-1,0 0 0,0 0 0,-2-1-116,5 0 55,-1-1 1,0 1-1,1-1 1,0 1-1,-1-1 1,1 1 0,0-1-1,0 0 1,-1 1-1,1-1 1,1 0-1,-1 1 1,0-1-1,0 1 1,1-1-1,-1 0 1,0 1 0,1-1-1,0 1 1,-1-1-1,1 1 1,0-1-1,1 0-55,-1 1 2,-1 0-1,1 0 1,0 1 0,0-1-1,0 0 1,0 1-1,0-1 1,0 1-1,0-1 1,0 1 0,1-1-1,-1 1 1,0 0-1,0-1 1,0 1-1,0 0 1,0 0 0,1 0-1,-1 0 1,0 0-1,0 0 1,0 0 0,1 1-1,-1-1 1,0 0-1,0 1 1,0-1-1,0 1 1,0-1 0,0 1-1,0-1 1,0 1-1,0 0 1,0-1-1,0 1 1,0 0 0,0 0-1,-1 0 1,1 0-1,0 0 1,0 0-1,-1 0 1,1 0 0,-1 0-2,1 1 8,-1 0 1,0 0 0,1-1 0,-1 1 0,0 0 0,0 0-1,-1 0 1,1 0 0,0 0 0,-1 0 0,1 0 0,-1 0 0,1 0-1,-1 0 1,0 0 0,0-1 0,0 1 0,0 0 0,0-1-1,0 1 1,0 0 0,-1-1 0,1 0 0,-1 1 0,1-1 0,-1 0-1,0 1-8,-1 0 24,1 0 5,-1 0 1,1 0 0,-1 0-1,0 0 1,0 0-1,0-1 1,0 1 0,0-1-1,0 0 1,0 0 0,0 0-1,-4 0-29,7-30 440,0 26-442,0 1 1,0 0-1,1 0 0,-1-1 0,0 1 0,1 0 0,0 0 0,-1 0 1,1 0-1,0 0 0,0 0 0,0 0 0,0 0 0,0 0 1,1 0-1,-1 0 0,1 1 0,-1-1 0,1 1 0,-1-1 1,1 1-1,0-1 0,0 1 0,0 0 0,1-1 2,2 0-4,0 0-1,0 0 1,0 1 0,1-1-1,-1 1 1,0 0 0,1 1-1,-1-1 1,6 1 4,-10 1-1,0-1-1,0 0 1,0 1 0,0-1-1,0 1 1,0-1 0,0 1 0,-1-1-1,1 1 1,0-1 0,0 1-1,0 0 1,-1 0 0,1-1-1,0 1 1,-1 0 0,1 0 0,-1 0-1,1 0 1,-1 0 0,1 0-1,-1 0 1,0 0 0,1 0-1,-1 0 1,0 0 0,0 0 0,0 0-1,1 0 1,-1 0 0,0 0-1,-1 0 1,1 0 0,0 0 0,0 0-1,0 0 1,-1 0 0,1 0 1,0 3 9,-1 0 0,0 0 0,1-1-1,-1 1 1,0 0 0,-1-1 0,1 1 0,-1-1 0,1 0 0,-1 1 0,-2 1-9,-1 1 20,0-1 0,0 0 0,-1 1 0,0-2 0,0 1 0,-1-1 0,1 0 0,-1 0 0,0 0 0,0-1 0,0 0 0,0-1 0,-2 1-20,9-4 9,-1 1 0,1 0 0,-1-1 0,0 1 0,1-1 0,0 1 0,-1-1 0,1 1 0,-1-1 0,1 0-1,0 1 1,-1-1 0,1 1 0,0-1 0,-1 0 0,1 1 0,0-1 0,0 0 0,0 1 0,0-1 0,0 0 0,0 1 0,0-1-1,0 0 1,0 1 0,0-1 0,0 0-9,0-27-2,0 22 13,0 3-14,0-1 1,0 0-1,0 1 1,1-1 0,-1 1-1,1-1 1,0 0-1,0 1 1,0 0 0,0-1-1,1 1 1,0 0-1,-1-1 1,1 1 0,0 0-1,0 0 1,1 1-1,-1-1 1,0 0 0,1 1-1,0-1 1,0 1-1,0 0 1,0 0 0,0 0-1,0 0 1,0 1-1,0-1 1,1 1 0,-1 0-1,1 0 1,-1 0-1,1 0 1,-1 1 0,1-1-1,0 1 1,-1 0-1,1 0 1,-1 0 0,3 1 2,-5-1-1,-1 0 0,1 0-1,0 1 1,0-1 0,-1 0 0,1 0 0,0 1 0,-1-1 0,1 0 0,0 1 0,-1-1 0,1 0 0,-1 1 0,1-1 0,-1 1 0,1-1 0,0 1 0,-1-1 0,0 1 0,1 0-1,-1-1 1,1 1 0,-1-1 0,0 1 0,1 0 0,-1-1 0,0 1 0,0 0 0,0 0 0,0-1 0,1 1 0,-1 0 0,0 0 0,0-1 0,0 1 0,0 0 0,-1-1 0,1 1-1,0 0 1,0 0 0,0-1 0,0 1 0,-1 0 0,1-1 0,0 1 0,-1 0 0,1 0 1,-1 2 11,0 0-1,0-1 1,0 1 0,-1 0 0,1 0-1,-1 0 1,0-1 0,1 1-1,-1-1 1,0 1 0,-1 0-11,-3 1 23,0 0 1,0-1 0,-1 1 0,1-1 0,-1 0-1,0-1 1,1 0 0,-1 0 0,0 0 0,0-1-1,-1 0 1,-5 0-24,12-2 5,0 0 0,-1 0 0,1-1 0,0 1 0,0-1 0,0 1 0,0-1 0,0 1 0,0-1 0,0 0 1,0 1-1,1-1 0,-1 0 0,1 0 0,-1 1 0,1-1 0,0 0 0,-1 0 0,1 0 0,0 0 0,0 1 0,0-2-5,0-1-8,-1 1 0,1-1 0,0 0-1,0 0 1,0 0 0,0 0 0,1 0 0,0 0 0,0 1 0,0-1-1,0-1 9,1 4-1,-1-1 0,1 1-1,-1 0 1,1 0-1,-1 1 1,1-1-1,0 0 1,-1 0-1,1 1 1,0-1-1,-1 1 1,1 0 0,0-1-1,0 1 1,0 0-1,-1 0 1,1 0-1,0 0 1,0 1-1,0-1 1,-1 0-1,1 1 1,0-1 0,0 1-1,-1-1 1,1 1-1,0 0 1,-1 0-1,1 0 1,-1 0-1,1 0 1,-1 0-1,0 0 1,1 1 0,-1-1-1,0 0 1,0 1-1,0-1 1,0 1-1,0-1 1,0 1-1,0 0 1,-1-1-1,1 1 1,0 1 1,-1 0 35,0-1 0,-1 1 0,1 0 0,-1-1 0,0 1 0,0-1 0,0 1 0,0-1 0,0 1 0,0-1 0,-1 1 0,1-1 0,-1 0 0,1 0 0,-1 0 0,0 0 0,0 0 0,0 0 1,0 0-1,0-1 0,-1 1 0,1-1 0,0 0 0,-1 1 0,1-1 0,-1 0 0,-2 0-35,-4 2 118,0 0 1,-1-1 0,1 0-1,-1 0 1,0-1 0,0-1-1,-1 1-118,9-2 10,1 1 0,0-1-1,0 1 1,0-1-1,0 1 1,0-1 0,0 1-1,0-1 1,0 0-1,0 0 1,0 0 0,0 0-1,0 1 1,0-1 0,0 0-1,1 0 1,-1 0-1,0-1 1,1 1 0,-1 0-1,1 0 1,-1 0-1,1 0 1,0 0 0,0-1-1,-1 1 1,1 0-1,0 0 1,0-1-10,-1-2-218,1 1-1,-1-1 1,1 0 0,0 1 0,0-1-1,0 0 1,0 1 0,1-1 0,0-3 218,19 6-7763,-5 1-3421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03.935"/>
    </inkml:context>
    <inkml:brush xml:id="br0">
      <inkml:brushProperty name="width" value="0.05" units="cm"/>
      <inkml:brushProperty name="height" value="0.05" units="cm"/>
    </inkml:brush>
  </inkml:definitions>
  <inkml:trace contextRef="#ctx0" brushRef="#br0">21 108 1088,'0'0'7220,"0"0"-4410,0 0-877,0 0-30,0 0-337,-4-17 58,-1-6-827,-4-16 46,6 10 4090,9 174-2664,8 12-2269,-1-7 456,-2-68-335,-11-81-74,0-1 29,-1-24 84,-17-72-131,11 69-26,2 0 0,0-1 1,1-17-4,3 33-3,1-1 1,0 1 0,1 0 0,1 0 0,0 1 0,0-1 0,1 0-1,1 1 1,3-10 2,-3 14-7,0 0 0,1 0 0,-1 0 0,2 1 0,-1-1 0,0 1 0,1 1 0,0-1 0,1 1 0,-1 0 0,1 0 0,0 1 0,0 0 0,7-3 7,-5 3-2,1 0 0,-1 0 0,1 1 0,-1 0 0,1 1 0,0 0 0,0 1 0,0 0 0,0 0 0,0 1 1,0 0-1,0 1 0,0 0 0,4 2 2,-7-2 0,0 1 0,0 0 0,0 1 0,-1 0 1,1 0-1,-1 0 0,0 1 0,0 0 0,0 0 0,-1 1 1,1-1-1,-1 1 0,0 0 0,0 1 0,-1-1 1,1 1-1,-1 0 0,-1 0 0,1 0 0,0 2 0,2 10 8,0 1-1,-1-1 0,-1 1 0,0 0 1,-2 0-1,0 0 0,-1 0 1,-1 1-1,-2 10-7,1-4 7,1 1 0,2-1 0,0 0 0,6 20-7,-8-43-40,1-1 0,-1 0 0,1 0 1,0 1-1,-1-1 0,1 0 0,1 0 1,-1 0-1,0 0 0,0 0 0,1 0 0,-1 0 1,1 0-1,-1 0 0,1-1 0,0 1 1,0-1-1,0 1 0,0-1 0,0 0 1,2 1 39,1 0-778,1 0 1,0-1-1,0 0 0,0-1 1,0 1-1,0-1 1,5-1 777,-7 1-576,17 0-5404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04.280"/>
    </inkml:context>
    <inkml:brush xml:id="br0">
      <inkml:brushProperty name="width" value="0.05" units="cm"/>
      <inkml:brushProperty name="height" value="0.05" units="cm"/>
    </inkml:brush>
  </inkml:definitions>
  <inkml:trace contextRef="#ctx0" brushRef="#br0">0 8 14131,'0'0'3193,"0"0"-841,0 0-599,0 0-873,0 0-232,0 0-120,0 0-264,181-2-136,-137-1-56,-6 1-72,-8 2-72,-10 0-1056,-8 0-3169,-12 2-3393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04.709"/>
    </inkml:context>
    <inkml:brush xml:id="br0">
      <inkml:brushProperty name="width" value="0.05" units="cm"/>
      <inkml:brushProperty name="height" value="0.05" units="cm"/>
    </inkml:brush>
  </inkml:definitions>
  <inkml:trace contextRef="#ctx0" brushRef="#br0">0 40 10578,'0'0'4529,"0"0"-2984,0 0-1,0 0 424,0 0-783,0 0-617,173-21-400,-132 15-96,-3 1-72,15 3-176,-9-1-1953,-6 0-4224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05.035"/>
    </inkml:context>
    <inkml:brush xml:id="br0">
      <inkml:brushProperty name="width" value="0.05" units="cm"/>
      <inkml:brushProperty name="height" value="0.05" units="cm"/>
    </inkml:brush>
  </inkml:definitions>
  <inkml:trace contextRef="#ctx0" brushRef="#br0">0 72 7986,'0'0'6737,"0"0"-4928,0 0-217,0 0 248,0 0-711,149-27-689,-108 22-248,-5 0-136,-4-1-8,-3 1-48,-6 3 0,-5-1-128,-6 0-312,-9 1-665,-3-4-463,0 4-488,-15-3-3346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05.415"/>
    </inkml:context>
    <inkml:brush xml:id="br0">
      <inkml:brushProperty name="width" value="0.05" units="cm"/>
      <inkml:brushProperty name="height" value="0.05" units="cm"/>
    </inkml:brush>
  </inkml:definitions>
  <inkml:trace contextRef="#ctx0" brushRef="#br0">288 0 8994,'0'0'2802,"0"0"-354,0 0-270,0 0-676,0 0-333,-26 22-115,-77 67-130,99-86-854,1 0 0,-1 1 0,1-1 0,0 1 0,0 0 0,0 0 0,0 0 0,1 0 0,-1 0 0,1 1 0,0-1 0,1 1 1,-1-1-1,1 1 0,0 0 0,0-1 0,0 1 0,1 0 0,-1 0 0,1 0 0,1 0 0,-1 0 0,1-1 0,0 4-70,1 17 198,-2-24-190,0 1-1,1-1 0,-1 0 0,0 0 1,1 0-1,-1 0 0,1-1 0,-1 1 1,1 0-1,0 0 0,-1 0 1,1 0-1,0 0 0,-1-1 0,1 1 1,0 0-1,0-1 0,0 1 0,0 0 1,0-1-1,0 1 0,0-1 1,0 0-1,0 1 0,0-1 0,0 0 1,0 1-1,0-1 0,0 0 0,0 0 1,0 0-1,0 0 0,1 0-7,48-1 20,-32 0-8,53-4 0,-53 2-6,0 1-1,0 1 1,0 1-1,0 1 1,0 0-6,-13 0 1,1 0-1,-1 0 1,0 1 0,0-1 0,0 1 0,0 0 0,0 1-1,0-1 1,0 1 0,-1 0 0,1 0 0,-1 1 0,0-1 0,0 1-1,0 0 1,-1 0 0,1 0 0,1 3-1,0 2 14,0-1 0,-1 0 0,0 1 0,0 0 0,-1-1 0,0 2 0,-1-1 0,0 0 0,0 0 0,-1 4-14,1 15 122,-1-1-1,-4 28-121,3-51 54,-1 1 1,0 0-1,0-1 1,0 1-1,-1 0 1,0-1-1,0 0 1,0 1-1,0-1 1,-1 0-1,0 0 0,1 0 1,-2-1-1,1 1 1,0-1-1,-1 1 1,1-1-1,-1 0 1,0 0-1,0-1 1,0 1-1,0-1 1,-1 0-1,1 0 1,0 0-1,-1-1 1,0 0-55,-12 4 149,0 0 0,0-1 1,0-2-1,-1 1 1,1-2-1,-14-1-149,16 1 141,0-2-1,0 0 1,1-1-1,-1 0 1,0-2 0,-8-2-141,16 4 39,0-1 0,-1-1 1,1 1-1,0-1 0,1-1 1,-1 1-1,1-1 0,0 0 1,0 0-1,0-1 0,1 0 1,-1 0-1,0-2-39,6 7-7,-4-5-77,-1 0 1,1 0 0,-1 1-1,0 0 1,0 0 0,-1 0-1,-2-2 84,5 6-450,0-1-1,-1 0 1,1 1 0,0 0-1,-1 0 1,1 0 0,-1 0-1,1 0 1,-1 1-1,-1-1 451,-13 1-5099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3.173"/>
    </inkml:context>
    <inkml:brush xml:id="br0">
      <inkml:brushProperty name="width" value="0.05" units="cm"/>
      <inkml:brushProperty name="height" value="0.05" units="cm"/>
    </inkml:brush>
  </inkml:definitions>
  <inkml:trace contextRef="#ctx0" brushRef="#br0">72 44 9658,'0'0'4540,"0"0"-1553,0 0-92,0 0 307,0 0-1341,-12-9-732,-35-25-387,47 34-733,0 0 0,-1 0 1,1 0-1,-1 0 1,1-1-1,-1 1 0,1 0 1,0 0-1,-1 0 0,1 1 1,-1-1-1,1 0 0,0 0 1,-1 0-1,1 0 0,-1 0 1,1 0-1,0 1 0,-1-1 1,1 0-1,0 0 1,-1 0-1,1 1 0,0-1 1,-1 0-1,1 1 0,0-1 1,-1 0-1,1 1 0,0-1 1,0 0-1,0 1 0,-1-1 1,1 0-1,0 1 0,0-1 1,0 1-1,0-1 1,0 0-1,0 1 0,0-1 1,0 1-1,0-1 0,0 1 1,0-1-1,0 0 0,0 1 1,0-1-1,0 1 0,0-1 1,0 0-1,0 1 0,0-1 1,1 1-1,-1-1 1,0 0-10,4 32 295,-3-30-251,12 67 686,6 30 645,-1 37-1375,16 458 912,-29-486-921,-3-70-268,-2-37-93,0-3-78,-2-22-350,-1 1-1,-1 0 1,-1 0 0,-1 0-1,-1 1 1,-7-14 798,-12-42-4428,8 11-1309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3.504"/>
    </inkml:context>
    <inkml:brush xml:id="br0">
      <inkml:brushProperty name="width" value="0.05" units="cm"/>
      <inkml:brushProperty name="height" value="0.05" units="cm"/>
    </inkml:brush>
  </inkml:definitions>
  <inkml:trace contextRef="#ctx0" brushRef="#br0">0 292 9842,'0'0'1755,"0"0"-417,25-23 326,8-8-1143,-5 3 13,2 1-1,1 1 1,1 2-1,3 0-533,1 0 1379,1 2-1,14-6-1378,-39 22 273,1 1-1,0 0 0,1 0 1,-1 1-1,1 1 0,0 1 1,0 0-1,0 0 0,3 1-272,-14 1 47,0 1-1,0-1 1,0 1 0,0 0-1,0 0 1,0 0-1,0 0 1,0 0 0,0 1-1,0-1 1,-1 1-1,1 0 1,-1 0 0,1 0-1,-1 0 1,0 0-1,1 1 1,-1-1 0,0 1-1,-1-1 1,1 1-1,0 0 1,-1-1 0,1 1-1,-1 0 1,0 0 0,0 0-1,0 0 1,-1 0-1,1 0 1,-1 2-47,4 14 390,-1 0 1,-1 1 0,-1-1-1,-1 14-390,0-29 50,-1 8 32,0 0 1,-1 0-1,-1 0 1,0 0 0,0 0-1,-1-1 1,-1 1-1,0-1 1,0 0-1,-1-1 1,0 1-1,-1-1 1,-1 0 0,1-1-1,-1 0 1,-1 0-1,0 0 1,-8 5-83,-1 0 47,-1 0 0,0-1 1,-1 0-1,0-2 1,-1-1-1,-1 0 0,1-1 1,-2-2-1,-11 3-47,28-8 4,-1 0 0,0-1 0,1 0 1,-1 0-1,0-1 0,0 1 0,0-2 0,0 1 0,-6-2-4,11 2-55,0-1 1,0 0-1,0 0 0,0 0 1,0 0-1,1 0 1,-1-1-1,0 1 0,1-1 1,-1 1-1,1-1 1,-1 1-1,1-1 0,0 0 1,0 0-1,-1 1 0,1-1 1,1 0-1,-1 0 1,0 0-1,0 0 0,1 0 1,-1 0-1,1-1 1,0 1-1,-1 0 0,1 0 1,0 0-1,0 0 0,0 0 1,1-2 54,1-55-5899,8 32-174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3.848"/>
    </inkml:context>
    <inkml:brush xml:id="br0">
      <inkml:brushProperty name="width" value="0.05" units="cm"/>
      <inkml:brushProperty name="height" value="0.05" units="cm"/>
    </inkml:brush>
  </inkml:definitions>
  <inkml:trace contextRef="#ctx0" brushRef="#br0">1 5 14283,'0'0'2505,"0"0"-897,0 0 976,0 0-863,0 0-297,0 0-464,190 0-376,-152 0-231,-3 0-153,-8 0-112,-4-2-80,-3-1-8,1 3 0,-6 0-456,-4 0-913,-11 0-1335,0 5-3186,-6 6-6616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4.190"/>
    </inkml:context>
    <inkml:brush xml:id="br0">
      <inkml:brushProperty name="width" value="0.05" units="cm"/>
      <inkml:brushProperty name="height" value="0.05" units="cm"/>
    </inkml:brush>
  </inkml:definitions>
  <inkml:trace contextRef="#ctx0" brushRef="#br0">0 8 11506,'0'0'2121,"0"0"-529,0 0 1369,0 0-1385,0 0 81,0 0-393,0 0-560,191 11-208,-145-19-352,-7 0-96,-4 5-48,0 3-640,-9 0-2089,-5 0-4656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9.065"/>
    </inkml:context>
    <inkml:brush xml:id="br0">
      <inkml:brushProperty name="width" value="0.05" units="cm"/>
      <inkml:brushProperty name="height" value="0.05" units="cm"/>
    </inkml:brush>
  </inkml:definitions>
  <inkml:trace contextRef="#ctx0" brushRef="#br0">100 221 8106,'0'0'1572,"0"0"-68,0 0 85,0 0-722,0 0-403,-5-6 804,-5-9 5769,13-185-2346,-5 418-3006,-16 60-1685,12-172 129,6-105-187,-3-1-550,0 0-1,0-1 1,0 1 0,0-1-1,0 0 1,0 0-1,0 0 1,0 0 0,1 0-1,-1 0 1,0-1-1,1 0 1,-3-1 608,0 0-2032,-9-5-7103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9.415"/>
    </inkml:context>
    <inkml:brush xml:id="br0">
      <inkml:brushProperty name="width" value="0.05" units="cm"/>
      <inkml:brushProperty name="height" value="0.05" units="cm"/>
    </inkml:brush>
  </inkml:definitions>
  <inkml:trace contextRef="#ctx0" brushRef="#br0">1 84 11779,'0'0'1989,"0"0"8,0 0 705,33 0-627,110-5-522,-34-3 401,-1-4 0,26-11-1954,-23 5 843,28 1-843,-65 16-1642,-74 6-6800,-3-2-4047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3:19.958"/>
    </inkml:context>
    <inkml:brush xml:id="br0">
      <inkml:brushProperty name="width" value="0.05" units="cm"/>
      <inkml:brushProperty name="height" value="0.05" units="cm"/>
    </inkml:brush>
  </inkml:definitions>
  <inkml:trace contextRef="#ctx0" brushRef="#br0">366 1 12763,'0'0'2019,"0"0"143,0 0 370,0 0-1026,0 0-571,0 0-91,-23 9 35,-71 35-22,89-40-780,0-1 0,0 1-1,0 0 1,1 1 0,-1-1 0,1 1-1,0 0 1,0 0 0,1 0 0,-1 0-1,1 1 1,0 0 0,1-1-1,-1 1 1,0 6-77,-5 7 179,-5 11 4,1 1 0,2 0 0,2 0 0,0 0 0,3 1 0,0 1 1,2-1-1,1 0 0,2 1 0,3 27-183,-2-54 4,0-1 0,0 0 0,0 0-1,1 0 1,0 0 0,0 0 0,0 0 0,0-1 0,1 1 0,0-1 0,0 1 0,0-1-1,1 0 1,-1 0 0,1-1 0,0 1 0,0-1 0,0 0 0,0 0 0,1 0 0,-1 0-1,1-1 1,0 0 0,0 0 0,0 0-4,6 2 11,0-1-1,0-1 1,0 0-1,0 0 1,0-1-1,1 0 1,-1-1 0,0-1-1,0 0 1,0 0-1,4-1-10,-11 1 7,0 0-1,0-1 0,-1 1 0,1-1 0,-1 1 1,1-1-1,-1 0 0,1-1 0,-1 1 1,0 0-1,0-1 0,0 0 0,0 1 1,-1-1-1,1 0 0,-1-1 0,0 1 0,0 0 1,0-1-1,0 1 0,0-1 0,-1 0 1,1 1-1,-1-1 0,0 0 0,-1 0 1,1-3-7,0 1 8,0 0 0,0 0 0,-1 0 0,0 0 0,-1-1-1,1 1 1,-1 0 0,0 0 0,-1 0 0,1 0 0,-1 0 0,0 1 0,-1-1 0,0 0 0,1 1 0,-2 0 0,0-2-8,-3-1-16,0 0-1,-1 1 1,0 0-1,0 0 1,-1 1-1,0 0 1,0 1-1,0 0 1,0 0-1,-1 1 0,0 0 1,0 0-1,0 1 1,-1 1-1,1 0 1,0 0-1,-1 1 1,0 0-1,1 1 1,-1 0-1,1 1 1,-1 0-1,1 1 0,-1 0 1,-6 2 16,7 1-416,1 0 1,0 0 0,1 0-1,-1 1 1,1 1-1,0 0 1,0 0-1,1 0 1,0 1-1,0 0 1,1 0-1,-2 3 416,7-9-239,-21 28-5502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7.574"/>
    </inkml:context>
    <inkml:brush xml:id="br0">
      <inkml:brushProperty name="width" value="0.05" units="cm"/>
      <inkml:brushProperty name="height" value="0.05" units="cm"/>
    </inkml:brush>
  </inkml:definitions>
  <inkml:trace contextRef="#ctx0" brushRef="#br0">26 57 4065,'0'0'6151,"0"0"-3879,0 0-346,0 0 60,0 0-442,-2-10-41,-8-30-48,6 33 1859,1 16-2747,2 16-815,-4 481 1667,5 368 133,11-731-1415,7-1-1,21 78-136,-27-155-44,-11-62-254,-3-148-8331,-8 77 935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8.008"/>
    </inkml:context>
    <inkml:brush xml:id="br0">
      <inkml:brushProperty name="width" value="0.05" units="cm"/>
      <inkml:brushProperty name="height" value="0.05" units="cm"/>
    </inkml:brush>
  </inkml:definitions>
  <inkml:trace contextRef="#ctx0" brushRef="#br0">0 327 11586,'0'0'1607,"0"0"-241,0 0 699,9-23-422,33-76-338,-38 93-1168,0 0 1,0 0-1,1 0 0,0 0 0,0 1 1,0-1-1,1 1 0,-1 1 0,1-1 1,1 1-1,-1 0 0,0 0 0,1 1 1,0-1-138,12-5 312,19-12 151,0 2 0,2 2 0,0 1 0,26-5-463,-38 13 156,1 2 0,0 1 0,0 1 0,0 1-1,1 2 1,-1 1 0,8 2-156,-28-1 16,1 0 1,-1 1-1,0 0 0,0 0 0,0 1 0,0 1 0,0-1 0,0 1 1,-1 1-1,0 0 0,0 0 0,0 0 0,0 1 0,-1 0 1,4 5-17,-3-2 8,0 1 0,0 0 0,-1 1 0,0-1 0,-1 1 0,-1 0 1,0 1-1,0 0 0,-1-1 0,0 1 0,0 4-8,-1 1 14,0 0 0,-1 0 1,0 0-1,-1 0 0,-1 0 0,-1 0 1,-1 0-1,0-1 0,-1 1 0,-1 0 0,0-1 1,-1 0-1,-1 0 0,-1 0 0,0 0 1,-1-1-1,-7 9-14,-12 12 185,-2-2-1,-1 0 1,-2-3 0,-1 0 0,-1-3 0,-2 0 0,-1-2-1,-1-2 1,0-2 0,-35 14-185,65-32 32,-1-1 1,1-1-1,-1 1 0,1-2 0,-1 1 1,0-1-1,-7 0-32,14-1-6,1 0 1,-1 0-1,1 0 1,-1 0-1,1-1 1,-1 1-1,1 0 1,-1-1-1,1 1 0,-1-1 1,1 0-1,0 1 1,-1-1-1,1 0 1,0 0-1,0 0 1,-1 0-1,1 0 1,-1-1 5,2 0-41,-1 1-1,0-1 1,1 0 0,-1 0 0,1 1 0,-1-1 0,1 0 0,0 0 0,0 0 0,0 1-1,0-1 1,0 0 0,0 0 0,1 0 0,-1 0 0,0 1 0,1-1 0,0 0 0,-1 0-1,1 1 1,0-1 41,2-5-461,1 1 0,-1 0 0,1 1 0,0-1-1,1 0 1,0 1 0,-1 0 0,2 0 0,-1 1 0,6-4 461,31-22-5317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8.530"/>
    </inkml:context>
    <inkml:brush xml:id="br0">
      <inkml:brushProperty name="width" value="0.05" units="cm"/>
      <inkml:brushProperty name="height" value="0.05" units="cm"/>
    </inkml:brush>
  </inkml:definitions>
  <inkml:trace contextRef="#ctx0" brushRef="#br0">194 0 12259,'0'0'2223,"0"0"-467,0 0 601,0 0-590,0 0-536,0 0-514,-19 23-99,5-8-448,0 2 1,1-1 0,1 2-1,1-1 1,1 2 0,0-1-1,1 1 1,1 1 0,1 0 0,1 0-1,-1 6-170,-15 98 664,6 1 0,5 0 0,6 1 0,8 75-664,0-169 4,1-1 0,2 0 0,1 0 0,1 0 0,2-1 0,1 0 0,1-1 0,2 0 0,0-1 0,2 0 0,2 0-4,-15-24-99,0 0 0,0 0 0,0 0 0,0 0 0,1-1 0,-1 1 0,1-1 0,0 0 0,0 0 0,0 0 0,0-1 0,1 1 0,-1-1 0,1 0 0,0 0 0,3 1 99,-2-2-632,1 0 0,-1-1 0,1 1-1,-1-1 1,1-1 0,-1 1-1,1-1 1,2-1 632,29-9-5492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8.946"/>
    </inkml:context>
    <inkml:brush xml:id="br0">
      <inkml:brushProperty name="width" value="0.05" units="cm"/>
      <inkml:brushProperty name="height" value="0.05" units="cm"/>
    </inkml:brush>
  </inkml:definitions>
  <inkml:trace contextRef="#ctx0" brushRef="#br0">0 1 6617,'0'0'6713,"0"0"-3848,0 0-593,0 0-371,32 21-324,-2-3-1196,-14-9-214,0 0 0,-2 1 0,1 0 0,-1 1 0,-1 1 0,0 0 0,0 1-1,-1 0 1,-1 1 0,0 0 0,-1 1 0,7 15-167,47 93 717,-6 4 0,36 115-717,-90-233-1558,-3-14 285,-2-22-895,1 14 783,0-31-3679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9.270"/>
    </inkml:context>
    <inkml:brush xml:id="br0">
      <inkml:brushProperty name="width" value="0.05" units="cm"/>
      <inkml:brushProperty name="height" value="0.05" units="cm"/>
    </inkml:brush>
  </inkml:definitions>
  <inkml:trace contextRef="#ctx0" brushRef="#br0">374 1 13003,'0'0'2174,"0"0"-457,0 0-136,-5 27 298,-31 133 3088,-14 23-4967,-181 495 2938,212-628-2928,9-23-74,0 0 0,-3 17 64,54-83-10320,-12 6-2260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9.615"/>
    </inkml:context>
    <inkml:brush xml:id="br0">
      <inkml:brushProperty name="width" value="0.05" units="cm"/>
      <inkml:brushProperty name="height" value="0.05" units="cm"/>
    </inkml:brush>
  </inkml:definitions>
  <inkml:trace contextRef="#ctx0" brushRef="#br0">1 11 12947,'0'0'3224,"0"0"-1759,0 0 335,0 0-135,0 0-481,164 5-624,-94-5-168,0 0-160,-6-3-160,-5-2-72,-9 0-192,-15 2-1752,-21 3-3314</inkml:trace>
  <inkml:trace contextRef="#ctx0" brushRef="#br0" timeOffset="1">217 274 13931,'0'0'2833,"0"0"-625,0 0 41,0 0-745,0 0-424,0 0-352,0 0-240,79 11-208,-26-22-184,8-5-96,10 0 0,19-13-1256,-17 6-3289,-11-1-4841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49.942"/>
    </inkml:context>
    <inkml:brush xml:id="br0">
      <inkml:brushProperty name="width" value="0.05" units="cm"/>
      <inkml:brushProperty name="height" value="0.05" units="cm"/>
    </inkml:brush>
  </inkml:definitions>
  <inkml:trace contextRef="#ctx0" brushRef="#br0">1 30 7114,'0'0'5997,"0"0"-4026,0 0-653,0 0-354,27-5-506,90-17-43,-112 21-357,1 0 1,-1 1-1,0 0 0,0 0 0,0 0 1,1 0-1,-1 1 0,0 0 0,0 0 0,0 0 1,0 0-1,0 1 0,0 0 0,-1 0 0,1 1 1,0-1-1,-1 1 0,0 0 0,0 0 0,0 0 1,0 1-1,0-1 0,0 1 0,-1 0 1,0 0-1,0 0 0,0 1 0,0-1 0,-1 1 1,0-1-1,0 1 0,1 2-58,2 8 317,-1 1 0,-1-1 0,0 1 0,-1 0 0,0 0 0,-1 0 0,-1 0 0,-2 14-317,0-19 141,0 0 0,0 0 0,-1 0 0,-1-1 1,1 1-1,-2-1 0,0 0 0,0 0 0,0-1 1,-1 1-1,-1-1 0,0 0 0,0-1 0,-4 4-141,-1 0 87,-1 0-1,0-1 0,-1 0 0,0-1 0,0-1 0,-1 0 0,-1-1 0,1-1 0,-2 0-86,9-4 22,-1-1 1,1 0 0,-1-1-1,0 0 1,1 0 0,-1-1-1,-6 0-22,15 0-4,-1 0 0,1 0-1,0 0 1,-1 0-1,1 0 1,0 0-1,-1 0 1,1 0 0,0 0-1,0 0 1,-1 0-1,1 0 1,0 0-1,0 0 1,-1-1 0,1 1-1,0 0 1,0 0-1,-1 0 1,1 0-1,0-1 1,0 1 0,-1 0-1,1 0 1,0 0-1,0-1 1,0 1-1,0 0 1,-1 0 0,1-1-1,0 1 1,0 0-1,0-1 1,0 1-1,0 0 1,0 0 0,0-1-1,0 1 1,0 0-1,0-1 5,3-14-340,-3 14 317,4-7-448,0-1 0,0 1 0,1 1 0,-1-1 0,2 1-1,-1-1 1,1 1 0,0 1 0,1-1 0,1-1 471,38-33-7035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50.270"/>
    </inkml:context>
    <inkml:brush xml:id="br0">
      <inkml:brushProperty name="width" value="0.05" units="cm"/>
      <inkml:brushProperty name="height" value="0.05" units="cm"/>
    </inkml:brush>
  </inkml:definitions>
  <inkml:trace contextRef="#ctx0" brushRef="#br0">294 0 14387,'0'0'2706,"0"0"-580,0 0-230,-27 8-730,-89 31-490,107-35-582,1 1 0,-1 1 0,1-1 0,0 1-1,1 1 1,-1-1 0,2 1 0,-1 1 0,0-1 0,1 1 0,1 0 0,0 0 0,0 1 0,0 0 0,1 0-1,0 0 1,1 0 0,0 0 0,-1 4-94,1-3 96,-3 6 39,1 0 0,1 0 0,0 1 0,1-1 0,1 1-1,0 0 1,2 0 0,0 0 0,0 0 0,3 6-135,-3-16 23,2-1-1,-1 0 1,1 1 0,0-1 0,0 0-1,1 0 1,-1 0 0,2 0 0,-1 0 0,0-1-1,1 0 1,0 1 0,0-1 0,1-1-1,0 1 1,-1-1 0,1 1 0,1-2-1,-1 1 1,1 0 0,-1-1 0,1 0-1,0 0 1,0-1 0,0 0 0,1 0-1,2 1-22,4-1-45,0 1 1,0-2-1,0 0 0,1 0 0,-1-1 0,0-1 0,0 0 0,0-1 0,0 0 0,0-1 1,0-1-1,0 0 0,10-5 45,15-9-1742,-2-1 1,-1-2-1,26-20 1742,-50 33-660,46-32-4845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50.608"/>
    </inkml:context>
    <inkml:brush xml:id="br0">
      <inkml:brushProperty name="width" value="0.05" units="cm"/>
      <inkml:brushProperty name="height" value="0.05" units="cm"/>
    </inkml:brush>
  </inkml:definitions>
  <inkml:trace contextRef="#ctx0" brushRef="#br0">1 0 13259,'0'0'1968,"0"0"-547,0 0 660,22 27-375,-4-8-1389,-2-2-70,-1 1 1,0 0-1,-1 1 0,-1 1 1,-1 0-1,-1 1 1,-1 0-1,0 0 0,2 14-247,5 27 604,-4 2 1,-2-1-1,-3 2 0,-2 7-604,-1 261 861,-7-299-854,-1 1-1,-2-1 1,-1 0-1,-2 0 1,-1-1-1,-2 0 1,-10 21-7,-32 62-5527,39-90-2181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50.958"/>
    </inkml:context>
    <inkml:brush xml:id="br0">
      <inkml:brushProperty name="width" value="0.05" units="cm"/>
      <inkml:brushProperty name="height" value="0.05" units="cm"/>
    </inkml:brush>
  </inkml:definitions>
  <inkml:trace contextRef="#ctx0" brushRef="#br0">0 0 6905,'0'0'7634,"0"0"-6698,0 0 681,0 0 407,167 27-776,-94-27-463,-5 0-201,-10 0-296,-14 0-200,-6 0-88,-12-3-1217,-14 0-3432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5:51.308"/>
    </inkml:context>
    <inkml:brush xml:id="br0">
      <inkml:brushProperty name="width" value="0.05" units="cm"/>
      <inkml:brushProperty name="height" value="0.05" units="cm"/>
    </inkml:brush>
  </inkml:definitions>
  <inkml:trace contextRef="#ctx0" brushRef="#br0">1 1 13203,'0'0'2344,"0"0"-935,0 0 631,0 0-280,0 0-759,0 0-593,170 26-144,-103-26-216,6 0-48,15 0-272,-18 0-2793,-17 5-7273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14.454"/>
    </inkml:context>
    <inkml:brush xml:id="br0">
      <inkml:brushProperty name="width" value="0.05" units="cm"/>
      <inkml:brushProperty name="height" value="0.05" units="cm"/>
    </inkml:brush>
  </inkml:definitions>
  <inkml:trace contextRef="#ctx0" brushRef="#br0">365 0 4673,'0'0'1407,"0"0"-616,0 0-182,0 0-66,0 0 40,-12 1 7238,-14 1-2355,5 14-5333,1 1 0,0 1 1,2 1-1,0 0 0,1 1 0,1 1 1,1 1-1,1 0 0,1 1 1,1 0-1,0 1 0,2 0 1,1 1-1,-3 15-133,-12 53 298,4 1 0,4 1 1,2 31-299,13-122 9,-14 150 285,7 0 0,6 0 0,19 148-294,6 82 368,-12-153 645,10 3-1013,-7-129 200,5 29 311,-6 1 1,-6 22-512,-7-157-1,0 0 0,0 0 1,0-1-1,1 1 1,-1 0-1,0 0 0,0 0 1,0 0-1,0 0 1,1 0-1,-1 0 0,0 0 1,0 0-1,0 0 1,0 0-1,1 0 0,-1 0 1,0 0-1,0 0 0,0 0 1,0 0-1,1 0 1,-1 0-1,0 0 0,0 0 1,0 0-1,0 0 1,1 0-1,-1 0 0,0 0 1,0 0-1,0 0 1,0 1-1,1-1 0,-1 0 1,0 0-1,0 0 1,0 0-1,0 0 0,0 0 1,0 1-1,0-1 0,1 0 1,-1 0-1,0 0 1,0 0-1,0 1 0,0-1 1,0 0-1,0 0 1,0 0-1,0 0 0,0 1 1,0-1-1,0 0 1,0 0-1,0 0 0,0 0 1,0 1-1,0-1 1,0 0-1,0 0 0,0 0 1,-1 1 0,11-16-325,24-74-2449,30-73-6372,-32 85-246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15.301"/>
    </inkml:context>
    <inkml:brush xml:id="br0">
      <inkml:brushProperty name="width" value="0.05" units="cm"/>
      <inkml:brushProperty name="height" value="0.05" units="cm"/>
    </inkml:brush>
  </inkml:definitions>
  <inkml:trace contextRef="#ctx0" brushRef="#br0">0 30 3001,'0'0'6372,"0"0"-4301,0 0-1384,0 0 383,0 0-49,1 27-166,-1-21-800,1 45 537,2 0 0,3 0 0,4 12-592,13 72 1112,-20-94 3217,-4-68-4281,1 1 0,1-1 0,1 1 0,1-1 0,2 1 0,1 0 0,0 1 0,8-16-48,-9 27 3,7-14 7,0 1 0,2 0 0,2-2-10,-12 23 0,1-1-1,-1 1 1,1-1 0,1 1 0,-1 1 0,1-1 0,0 1-1,0 0 1,1 0 0,-1 1 0,1 0 0,0 0 0,0 0 0,1 1 0,-6 2-3,0 1 1,1 0 0,-1-1 0,0 1-1,1 0 1,-1 1 0,0-1 0,0 0 0,1 0-1,-1 1 1,0 0 0,0-1 0,0 1-1,0 0 1,0 0 0,0 0 0,0 0 0,0 0-1,0 1 1,0-1 0,0 1 0,-1-1 0,1 1-1,-1 0 1,1-1 0,-1 1 0,1 0-1,-1 0 1,1 2 2,5 6-15,-1 1-1,0 1 0,-1-1 1,3 8 15,11 37 16,-3 1 1,5 39-17,-7-30 23,19 51-23,-21-81-37,25 77-4183,-28-77 83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15.974"/>
    </inkml:context>
    <inkml:brush xml:id="br0">
      <inkml:brushProperty name="width" value="0.05" units="cm"/>
      <inkml:brushProperty name="height" value="0.05" units="cm"/>
    </inkml:brush>
  </inkml:definitions>
  <inkml:trace contextRef="#ctx0" brushRef="#br0">22 110 6937,'0'0'3729,"0"0"-1538,0 0-386,0 0-544,0 0-587,0 0-285,2-14 79,6-42 2,-7 54-385,-1 0 0,1 0 0,0 0 1,0 0-1,0 0 0,0 0 0,1 0 0,-1 0 0,1 1 1,-1-1-1,1 0 0,-1 1 0,1-1 0,0 1 0,0 0 1,-1 0-1,1-1 0,0 1 0,0 0 0,0 1 0,1-1 1,-1 0-1,0 1 0,0-1 0,2 0-85,3 0 97,-1 1 1,0-1-1,1 1 1,-1 0-1,1 0 1,-1 1-1,2 0-97,-3 1 6,1 0-1,-1 0 1,0 0-1,0 1 1,-1 0 0,1 0-1,0 0 1,-1 0-1,0 1 1,0-1 0,0 1-1,0 0 1,0 1-1,-1-1 1,2 3-6,6 9 6,-1 0 0,-1 0-1,8 18-5,-12-24 116,-1 1-1,0 0 0,0 0 1,-1 0-1,0 1 0,-1-1 1,0 1-1,-1-1 0,0 1 1,-1 0-1,-1-1 0,1 1 0,-2 0 1,0-1-1,0 1 0,-1-1 1,0 0-1,-1 0 0,0 0 1,-1 0-1,0-1 0,-1 0 1,0 0-1,-1 0 0,0-1 0,-6 7-115,8-11 82,-11 12 144,-1-1 0,0-1-1,-6 4-225,17-15 31,0 0-1,0-1 0,0 0 1,0 0-1,0 0 0,0-1 1,-1 0-1,1 0 1,-1 0-1,0-1 0,1 0 1,-1 0-1,-2-1-30,7 0-52,1 1 0,0-1 0,-1 0 0,1 0 0,-1-1 0,1 1 0,0 0 0,-1 0 0,1-1 0,-1 1 0,1-1 0,0 1 0,0-1 0,-1 1 0,1-1 0,0 0 0,0 0 0,0 0 0,0 0 0,0 1 0,0-1 0,0-1 0,0 1 0,0 0 0,0 0 0,0-1 52,0-1-257,0 0 0,1 1 0,-1-1 1,1 0-1,0 0 0,-1 1 0,2-1 0,-1 0 0,0 0 1,0 1-1,1-1 0,0 0 0,-1 1 0,1-1 257,13-24-3681,8 1-2908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16.546"/>
    </inkml:context>
    <inkml:brush xml:id="br0">
      <inkml:brushProperty name="width" value="0.05" units="cm"/>
      <inkml:brushProperty name="height" value="0.05" units="cm"/>
    </inkml:brush>
  </inkml:definitions>
  <inkml:trace contextRef="#ctx0" brushRef="#br0">226 7 8002,'0'0'2386,"0"0"-301,0 0-270,0 0-616,0 0-449,0 0-153,-3-1-102,-3 0-319,1-1-1,-1 1 1,0 0-1,0 1 1,1-1-1,-1 1 1,0 1-1,0-1 1,0 1 0,0 0-1,1 0 1,-1 0-1,0 1 1,1 0-1,-1 0 1,1 1 0,0-1-1,0 1 1,-4 2-176,2 1 76,0 0 1,1 1 0,-1 0-1,1 0 1,1 0 0,-1 0-1,1 1 1,0 0 0,1 0-1,0 1 1,0-1 0,-1 6-77,-4 15 68,2 0 1,0 1 0,2-1 0,1 1-1,2 0 1,1 0 0,1 12-69,0-37 10,1 1-1,0-1 1,0 0 0,0 1 0,0-1-1,1 0 1,0 0 0,0 0-1,0 0 1,0-1 0,1 1 0,0-1-1,0 1 1,0-1 0,1 0-1,-1 0 1,1 0 0,0-1 0,0 1-1,0-1 1,1 0 0,-1 0-1,1 0 1,0-1 0,-1 0 0,1 0-1,0 0 1,0 0 0,2-1-10,4 3-8,-1-2 1,1 1 0,1-2 0,-1 1-1,0-1 1,0-1 0,0 0-1,1-1 1,-1 0 0,0-1-1,0 0 1,0 0 0,8-4 7,17-9-2010,0-2 0,1-2 2010,2-1-3240,6-2-4383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17.436"/>
    </inkml:context>
    <inkml:brush xml:id="br0">
      <inkml:brushProperty name="width" value="0.05" units="cm"/>
      <inkml:brushProperty name="height" value="0.05" units="cm"/>
    </inkml:brush>
  </inkml:definitions>
  <inkml:trace contextRef="#ctx0" brushRef="#br0">1 1 9946,'0'0'2421,"0"0"-874,0 0-558,0 0-586,0 0-263,0 0 76,1 6 519,8 26 394,2 0-1,1-1 1,1 0 0,11 18-1129,77 122 756,-50-87-698,-12-18 163,-4 3-1,-2 1 1,-1 7-221,-16-33 226,-3 0 1,-1 2 0,-2-1-1,-2 2 1,1 33-227,1 513 856,-10-417-749,-6 108 450,1-214-392,-4 1 0,-2-1 0,-3 0-165,-10 7 54,-2 0-1,-4-1 0,-4-2 1,-28 47-54,44-86 14,12-22 14,3-4 12,2-12-925,1-2-135,0 1 0,1-1 0,0 0 0,0 1 0,0-1 1,0 1-1,3-5 1020,4-10-8166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1.378"/>
    </inkml:context>
    <inkml:brush xml:id="br0">
      <inkml:brushProperty name="width" value="0.05" units="cm"/>
      <inkml:brushProperty name="height" value="0.05" units="cm"/>
    </inkml:brush>
  </inkml:definitions>
  <inkml:trace contextRef="#ctx0" brushRef="#br0">4 1 16596,'0'0'2600,"0"0"-848,0 0-314,0 0-196,-1 33-119,-1 238 608,10-82-189,30 166-1542,-8-100 127,-25-160-116,-4-62-2602,-1-121-5728,0 34-299</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1.717"/>
    </inkml:context>
    <inkml:brush xml:id="br0">
      <inkml:brushProperty name="width" value="0.05" units="cm"/>
      <inkml:brushProperty name="height" value="0.05" units="cm"/>
    </inkml:brush>
  </inkml:definitions>
  <inkml:trace contextRef="#ctx0" brushRef="#br0">1 217 9058,'0'0'5037,"0"0"-2835,12-29-56,5-11-1160,1 0 1,4-2-987,-19 37 104,0 0 1,1 1-1,-1 0 0,1 0 0,0 0 0,0 0 0,0 0 0,0 1 0,1-1 0,-1 1 1,1 0-1,0 1 0,0-1 0,0 1 0,0 0 0,5-1-104,1 1 158,0 0 1,1 0-1,-1 2 0,1-1 1,0 1-1,0 1-158,3 0 160,-7-1-88,0 1 1,0 0 0,0 1-1,0 0 1,-1 0 0,1 1-1,-1 0 1,1 0 0,-1 0 0,0 1-1,0 0 1,0 1 0,-1 0-1,0 0 1,0 0 0,0 1-1,0-1 1,-1 1 0,0 1 0,0-1-1,-1 1 1,0 0 0,0 0-1,0 0 1,-1 0 0,2 8-73,2 3 110,-2 0 1,0 0-1,-1 1 0,-1-1 1,0 1-1,-2 0 1,0 0-1,-1-1 0,-1 1 1,-1 0-1,-1 6-110,0-13 51,-1-1 0,0 1-1,-1-1 1,0 0 0,0 0-1,-1 0 1,-1-1 0,0 1 0,0-2-1,-1 1 1,0-1 0,-1 0-1,0-1 1,0 0 0,-5 2-51,-6 5 46,0-1 1,-2-1 0,1-1-1,-2-1 1,1-1 0,-1 0-1,-3-1-46,13-6 5,1 0 0,-1-1 0,0 0 0,0-1 0,-1 0 0,-7-1-5,20 0-12,1 0 1,-1 0-1,1 0 1,-1 0-1,1 0 1,-1 0-1,1 0 1,-1 0-1,1-1 1,-1 1-1,1 0 1,-1 0-1,1 0 1,-1 0-1,1-1 1,-1 1-1,1 0 1,0-1-1,-1 1 1,1 0-1,-1-1 1,1 1 0,0 0-1,-1-1 1,1 1-1,0-1 1,0 1-1,-1 0 1,1-1-1,0 1 1,0-1-1,0 1 1,0-1-1,-1 1 1,1-1-1,0 1 1,0-1-1,0 1 1,0-1-1,0 1 1,0-1-1,0 1 1,0-1-1,0 1 1,1-1 0,-1 1-1,0-1 1,0 1-1,0-1 1,1 1-1,-1-1 12,14-26-895,21-7-1823,10 0-3284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2.066"/>
    </inkml:context>
    <inkml:brush xml:id="br0">
      <inkml:brushProperty name="width" value="0.05" units="cm"/>
      <inkml:brushProperty name="height" value="0.05" units="cm"/>
    </inkml:brush>
  </inkml:definitions>
  <inkml:trace contextRef="#ctx0" brushRef="#br0">1 1 14299,'0'0'2427,"0"0"-588,0 0 80,28 1-645,-28-1-1274,43 1 763,35 7-763,-70-6 71,0 0 0,0 0 1,-1 1-1,1 0 0,-1 1 1,0-1-1,0 2 0,-1-1 1,1 1-1,-1 0 0,0 0 1,0 0-1,0 1 0,-1 0 1,0 0-1,0 1 0,0-1 1,-1 1-1,0 0 0,-1 0 1,1 0-1,-1 1 0,0 1-71,1 1 70,-1 0-1,0 0 1,0 0-1,-1 0 1,0 0-1,-1 0 1,0 1-1,-1-1 1,0 0-1,-1 1 1,0-1-1,0 0 1,-1 1-1,0-1 1,-1 0-1,0-1 1,-1 1-1,0 0 1,0-1-1,-1 0 1,-1 0-1,1 0 1,-1-1-1,-1 0 1,1 0-1,-2 0 1,0 0-70,-14 15 33,-2 0 0,0-2 1,-2-1-1,0 0 0,-1-2-33,86-84-4102,-10 21-412,-7 2-2712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2.434"/>
    </inkml:context>
    <inkml:brush xml:id="br0">
      <inkml:brushProperty name="width" value="0.05" units="cm"/>
      <inkml:brushProperty name="height" value="0.05" units="cm"/>
    </inkml:brush>
  </inkml:definitions>
  <inkml:trace contextRef="#ctx0" brushRef="#br0">254 0 12739,'0'0'2210,"0"0"-203,0 0 514,0 0-805,0 0-887,-28 14-265,28-14-564,-39 18 412,1 2-1,-6 7-411,38-23 75,-1 1 1,1 0-1,0 1 1,1-1-1,0 1 0,0 0 1,0 1-1,0-1 1,1 1-1,0 0 1,1 0-1,-1 0 0,1 1 1,1-1-1,-1 1 1,1 1-76,-3 8 105,-1-1-27,1 0-1,1 0 0,1 1 1,0 0-1,1 0 1,1 0-1,1 0 0,1 6-77,-1-15 24,1 0 0,0 0-1,1 0 1,0-1-1,0 1 1,0-1 0,1 1-1,0-1 1,1 0 0,0 0-1,0 0 1,0-1-1,1 1 1,0-1 0,0 0-1,0-1 1,1 1 0,4 3-24,1-2-161,-1 0 1,1-1-1,0 0 1,0 0-1,1-2 1,-1 1-1,1-1 1,0-1 0,1 0-1,-1-1 161,20 3-1292,1-3 0,-1 0-1,4-3 1293,21 1-5585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2.771"/>
    </inkml:context>
    <inkml:brush xml:id="br0">
      <inkml:brushProperty name="width" value="0.05" units="cm"/>
      <inkml:brushProperty name="height" value="0.05" units="cm"/>
    </inkml:brush>
  </inkml:definitions>
  <inkml:trace contextRef="#ctx0" brushRef="#br0">164 0 11723,'0'0'2249,"0"0"-380,-14 28 702,4-7-2054,-10 20 534,1 0 0,3 1 0,-10 39-1051,9-15 803,2 1-1,4 1 1,3 0-1,3 0 1,2 11-803,4-62 15,1-1 0,0 1 0,1-1-1,0 0 1,2 0 0,0 0 0,2 2-15,51 109-685,-37-86-64,-16-29 272,1-2-1,1 1 0,0-1 0,1 0 1,0 0-1,0-1 478,35 29-5922,-11-18-2933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3.227"/>
    </inkml:context>
    <inkml:brush xml:id="br0">
      <inkml:brushProperty name="width" value="0.05" units="cm"/>
      <inkml:brushProperty name="height" value="0.05" units="cm"/>
    </inkml:brush>
  </inkml:definitions>
  <inkml:trace contextRef="#ctx0" brushRef="#br0">0 328 13499,'0'0'1528,"1"-25"-721,-1-2-500,0-10 335,2 0 0,1 1 0,3-6-642,2-42 2220,-7 45 3097,-13 625-3790,12-584-1589,0-1 0,0 1-1,0-1 1,0 0 0,0 1 0,0-1 0,0 1-1,1-1 1,-1 0 0,0 1 0,1-1-1,-1 0 1,1 1 0,0-1 0,-1 0-1,1 0 1,0 0 0,0 1 0,0-1 0,0 0-1,0 0 1,0 0 0,0-1 0,0 1-1,0 0 1,0 0 0,0 0 0,1-1 62,2 2-623,0-1 1,0-1-1,1 1 1,-1 0-1,0-1 1,1 0-1,-1 0 0,2-1 623,6 1-2484,12 0-5734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3.554"/>
    </inkml:context>
    <inkml:brush xml:id="br0">
      <inkml:brushProperty name="width" value="0.05" units="cm"/>
      <inkml:brushProperty name="height" value="0.05" units="cm"/>
    </inkml:brush>
  </inkml:definitions>
  <inkml:trace contextRef="#ctx0" brushRef="#br0">1 48 5457,'0'0'8498,"0"0"-6106,0 0-935,0 0-113,0 0-752,196-8-320,-140 3-128,-7-3-144,16 0-208,-18-3-1680,-1 3-3481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3.883"/>
    </inkml:context>
    <inkml:brush xml:id="br0">
      <inkml:brushProperty name="width" value="0.05" units="cm"/>
      <inkml:brushProperty name="height" value="0.05" units="cm"/>
    </inkml:brush>
  </inkml:definitions>
  <inkml:trace contextRef="#ctx0" brushRef="#br0">1 64 16396,'0'0'3683,"0"0"-1864,0 0-679,0 0-560,-1 24 50,7 158 2332,19 95-2962,19-30 92,-36-207-191,-4-30-800,1-14-995,0-18-166,-4-77-303,-8-51 2963,1 49 1645,5-40-2245,2 126 19,1-1 0,1 0 1,1 1-1,0 0 0,1-1 1,0 2-1,1-1 0,1 1 1,1-1-1,0 2 1,0-1-1,1 1 0,1 1 1,0 0-1,12-11-19,-13 14 57,0 1 0,1 0 0,0 0 0,0 1 0,0 0 0,1 1 0,0 0 0,1 1 0,-1 0 0,1 1 0,0 0 0,0 1 0,0 0 0,0 1 0,1 0 0,-1 1 0,1 1 0,-1 0 1,1 0-1,6 2-57,-14 0 12,0-1 1,0 1 0,-1-1 0,1 2 0,-1-1 0,1 0 0,-1 1 0,0 0 0,0 0 0,0 0 0,-1 0 0,1 1 0,-1-1 0,1 1 0,-1 0 0,0 0 0,-1 0 0,1 0 0,-1 1 0,0-1-1,0 1 1,0 0 0,0-1 0,-1 1 0,1 2-13,1 8 32,0 0 1,0-1-1,-1 1 0,-1 0 0,-1 0 1,0 0-1,-1 0 0,-1 0-32,0-7 59,0 0-1,0 0 1,-1 0 0,-1-1 0,1 1-1,-1-1 1,-1 0 0,1 0-1,-1 0 1,0 0 0,-1-1 0,1 0-1,-1 0 1,0-1 0,-6 5-59,-18 12 227,-1-1 1,-30 17-228,49-32 8,-11 8 22,4-2-25,0-1 0,-1 0-1,0-2 1,-1 0 0,0-1 0,-5 0-5,26-8-27,0 0 0,0 0-1,0 0 1,0 0 0,-1 0 0,1 0 0,0 0-1,0 0 1,0 0 0,-1 0 0,1 0-1,0 0 1,0 0 0,0 0 0,0 0 0,-1 0-1,1 0 1,0 0 0,0 0 0,0 0 0,0 0-1,-1 0 1,1 0 0,0 0 0,0 0 0,0-1-1,0 1 1,0 0 0,0 0 0,-1 0 0,1 0-1,0 0 1,0-1 0,0 1 0,0 0 0,0 0-1,0 0 1,0 0 0,0 0 0,0-1 0,0 1-1,0 0 1,-1 0 0,1 0 0,0 0 0,0-1-1,0 1 1,0 0 0,0 0 0,1 0 0,-1-1-1,0 1 1,0 0 0,0 0 0,0 0 0,0 0-1,0-1 1,0 1 0,0 0 0,0 0-1,0 0 1,0 0 27,10-19-1771,17-14-3702,7-3-6314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4.304"/>
    </inkml:context>
    <inkml:brush xml:id="br0">
      <inkml:brushProperty name="width" value="0.05" units="cm"/>
      <inkml:brushProperty name="height" value="0.05" units="cm"/>
    </inkml:brush>
  </inkml:definitions>
  <inkml:trace contextRef="#ctx0" brushRef="#br0">1 0 12771,'0'0'2719,"0"0"-225,0 0-372,0 0-455,19 26-250,-2-5-1106,-4-6-131,-1 1 0,-1 0 0,0 0-1,-1 1 1,0 0 0,-2 1 0,0 0 0,-1 0 0,-1 1 0,1 5-180,2 18 183,-2 0 1,-2 1-1,-1 0 0,-3-1 0,-1 1 1,-2 0-1,-2 0 0,-2 0 0,-2-1 0,-5 14-183,-3-12 15,9-26-81,1 1 0,0 0 0,1 0 1,1 1-1,1 1 66,3-20-69,0-1 1,0 1 0,0 0 0,0-1 0,0 1-1,0-1 1,0 1 0,0 0 0,0-1-1,0 1 1,0 0 0,0-1 0,1 1-1,-1-1 1,0 1 0,0 0 0,1-1-1,-1 1 1,0-1 0,1 1 0,-1-1-1,1 1 1,-1-1 0,0 1 0,1-1 0,-1 0-1,1 1 1,0-1 0,-1 0 0,1 1-1,-1-1 1,1 0 0,-1 0 0,1 1-1,0-1 1,-1 0 0,1 0 0,0 0 68,25-2-3682,-25 1 3513,32-10-5466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4.756"/>
    </inkml:context>
    <inkml:brush xml:id="br0">
      <inkml:brushProperty name="width" value="0.05" units="cm"/>
      <inkml:brushProperty name="height" value="0.05" units="cm"/>
    </inkml:brush>
  </inkml:definitions>
  <inkml:trace contextRef="#ctx0" brushRef="#br0">1 1 15419,'0'0'2183,"0"0"-1030,0 0 288,4 26-88,35 173 367,-31-157-1244,-1 1-1,-2-1 1,-1 44-476,-4-85 113,-1-10 459,-13-50 16,9 39-385,0 0 0,1 0 0,1 0 1,0-9-204,3 13 60,0 1-1,1-1 1,1 0 0,0 0 0,1 1 0,1 0 0,0-1-1,1 1 1,4-7-60,-7 17 11,0 1 0,1-1 0,0 1 0,0-1 0,0 1 0,0 0 0,0 0 0,1 1 0,0-1 0,-1 1 0,1 0 0,1 0-1,-1 0 1,0 0 0,1 1 0,-1-1 0,1 1 0,0 0 0,0 1 0,0-1 0,0 1 0,0 0 0,0 0 0,0 1 0,0 0 0,0-1 0,0 2-1,1-1 1,-1 0 0,0 1 0,2 1-11,0 0 14,0 1 0,0 0 1,0 0-1,-1 1 0,1-1 0,-1 1 0,0 1 0,0-1 0,-1 1 0,1 0 0,-1 1 0,0-1 0,-1 1 1,1 0-1,-1 0 0,0 0 0,2 6-14,10 17 49,-1 0 0,-2 1 0,3 12-49,-1 3-63,-11-29-468,2-1 0,-1 0 0,2 0 0,5 8 531,-8-16-1267,0-1 0,1 0 0,0-1 0,0 1 0,0-1 0,1 0 0,2 2 1267,13 7-8332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5.437"/>
    </inkml:context>
    <inkml:brush xml:id="br0">
      <inkml:brushProperty name="width" value="0.05" units="cm"/>
      <inkml:brushProperty name="height" value="0.05" units="cm"/>
    </inkml:brush>
  </inkml:definitions>
  <inkml:trace contextRef="#ctx0" brushRef="#br0">0 33 11859,'0'0'2663,"0"0"-299,0 0-279,0 0-817,0 0-476,29-6-125,91-17-47,-116 22-573,0 0 0,1 0 1,-1 1-1,0 0 0,1 0 0,-1 0 0,0 0 0,1 1 1,-1-1-1,0 1 0,0 0 0,0 1 0,1-1 0,-1 1 1,-1 0-1,1 0 0,0 0 0,0 0 0,-1 1 0,1-1 1,-1 1-1,0 0 0,0 0 0,0 0 0,0 0 0,0 1 1,-1-1-1,1 1 0,-1 0 0,0 0-47,3 10 151,0-3-512,4-9-3607,-9-2 3989,0 0 0,1 0 0,-1 0 0,0-1 0,0 1 0,0 0 0,0 0 0,0 0 0,1 0 0,-1-1 0,0 1 0,0 0 0,0 0 0,0-1 0,0 1 0,0 0 0,0 0 0,0 0 0,0-1 0,0 1 0,0 0 0,0 0 0,0-1 0,0 1 0,0 0 0,0 0 0,0 0 0,0-1 0,0 1 0,0 0 0,0 0-1,0 0 1,0-1 0,-1 1 0,1 0 0,0 0 0,0 0 0,0-1 0,0 1 0,0 0 0,-1 0 0,1 0 0,0 0 0,0 0 0,0-1 0,-1 1 0,1 0 0,0 0 0,0 0-21,-11-9 487,-28 3-90,1 3 1,-1 1-1,-23 2-397,31 0 472,102-4 816,0-4 1,16-6-1289,-111 13 59,14 0-50,1 1 0,-1 0 0,1 0 0,0 0 0,-1 1 0,1 1 0,0 0 0,0 0 0,-1 0 0,2 1-1,-1 1 1,-1 0-9,11-4-150,-1 1 0,0-1-1,1 1 1,-1-1 0,1 1-1,-1-1 1,0 0 0,1 1-1,-1-1 1,1 0 0,-1 1-1,1-1 1,-1 0 0,1 0-1,-1 1 1,1-1 0,-1 0-1,1 0 1,0 0 0,-1 0-1,1 0 1,-1 0 0,1 0-1,-1 0 1,1 0 0,0 0-1,-1 0 1,1 0 0,-1 0-1,1-1 151,27 4-6213,6-3-7349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5.788"/>
    </inkml:context>
    <inkml:brush xml:id="br0">
      <inkml:brushProperty name="width" value="0.05" units="cm"/>
      <inkml:brushProperty name="height" value="0.05" units="cm"/>
    </inkml:brush>
  </inkml:definitions>
  <inkml:trace contextRef="#ctx0" brushRef="#br0">138 21 13291,'0'0'2715,"0"0"-869,0 0 164,31-4-613,100-11-706,-128 14-673,0 1-1,1-1 1,-1 1 0,1 0 0,-1 1-1,0-1 1,1 0 0,-1 1 0,0 0-1,1 0 1,-1 0 0,0 0 0,0 0-1,0 1 1,0-1 0,0 1-1,0 0 1,0 0 0,-1 0 0,1 0-1,-1 1 1,1-1 0,-1 1 0,0-1-1,0 1 1,0 0 0,0 0 0,1 3-18,0 2 29,-1 0 1,0 1 0,0-1 0,-1 1 0,0-1-1,0 1 1,-1 0 0,-1 5-30,1-4 37,0-1-21,-1-1-1,0 0 1,0 1-1,-1-1 1,0 0-1,0 0 1,-1 0-1,0 0 1,-1 0-1,0-1 1,0 1-1,0-1 1,-3 2-16,-1 3 22,-2-2 1,1 1 0,-1-1-1,-1-1 1,0 0-1,0 0 1,-1-1 0,0 0-23,-6 2 1,-1 0 1,0-1 0,0 0-1,-1-2 1,0-1-1,0 0 1,-1-1 0,0-1-1,0-1 1,-20 0-2,40-3-49,0 0 0,0 0 0,0 0-1,1 1 1,-1-1 0,0 0 0,0-1 0,0 1 0,1 0 0,-1 0 0,0 0-1,0 0 1,0-1 0,1 1 0,-1 0 0,0 0 0,0-1 0,1 1 0,-1-1-1,0 1 1,1-1 0,-1 1 0,1-1 0,-1 1 0,1-1 0,-1 0 0,1 1-1,-1-1 1,1 0 0,-1 1 0,1-1 0,0 0 0,-1 1 0,1-1 49,0-1-367,0 0 1,0-1 0,1 1 0,-1 0-1,1 0 1,-1 0 0,1 0 0,0 0-1,-1 0 1,1 1 0,0-1 0,1-2 366,21-25-7366</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6:56.135"/>
    </inkml:context>
    <inkml:brush xml:id="br0">
      <inkml:brushProperty name="width" value="0.05" units="cm"/>
      <inkml:brushProperty name="height" value="0.05" units="cm"/>
    </inkml:brush>
  </inkml:definitions>
  <inkml:trace contextRef="#ctx0" brushRef="#br0">227 1 12099,'0'0'2992,"0"0"-1025,0 0-585,0 0-442,-27 3-260,-87 15-90,110-17-536,0 0-1,1 0 1,-1 1 0,0 0 0,0 0 0,1 0 0,-1 0 0,1 0-1,0 1 1,0-1 0,0 1 0,0 0 0,0 0 0,0 0-1,1 0 1,0 1 0,-1-1 0,0 4-54,-1 1 184,1 0 0,0 0 0,1 1-1,0 0 1,0-1 0,0 5-184,1-7 142,-1 4 8,1 0 0,0 0 1,0 0-1,1 0 1,0 0-1,1 0 0,0 0 1,1 0-1,0-1 1,0 1-1,1 0-150,-1-5 33,1 0 0,-1 0 0,1-1 0,0 1 0,0-1-1,1 1 1,-1-1 0,1 0 0,0 0 0,0-1 0,0 1 0,1-1 0,-1 0 0,1 0 0,0-1-1,0 1 1,0-1 0,0 0 0,0 0 0,5 1-33,11 2 42,0-1-1,0-1 1,0-1-1,1 0 1,-1-2-1,1 0 1,11-3-42,59-11-1862,-8-8-4043,-48 9-2225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6.053"/>
    </inkml:context>
    <inkml:brush xml:id="br0">
      <inkml:brushProperty name="width" value="0.05" units="cm"/>
      <inkml:brushProperty name="height" value="0.05" units="cm"/>
    </inkml:brush>
  </inkml:definitions>
  <inkml:trace contextRef="#ctx0" brushRef="#br0">23 1 11739,'0'0'2773,"0"0"-400,0 0 464,0 0-526,0 0-1003,-4 1-697,3-1-592,0 0 0,0 0 0,0 1 0,0-1 0,0 0 1,0 1-1,0-1 0,0 1 0,1-1 0,-1 1 0,0 0 0,0-1 0,1 1 1,-1 0-1,0-1 0,1 1 0,-1 0 0,1 0 0,-1-1 0,1 1 0,-1 0 1,1 0-1,-1 0 0,1 0 0,0 0 0,0 0 0,-1 0 0,1 0 0,0 0 1,0 0-1,0 0 0,0 0-19,5 42 564,30 162 2366,3 122-2930,-22 491 1150,-17-655-2481,1-278-3549,0 53-1361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6.432"/>
    </inkml:context>
    <inkml:brush xml:id="br0">
      <inkml:brushProperty name="width" value="0.05" units="cm"/>
      <inkml:brushProperty name="height" value="0.05" units="cm"/>
    </inkml:brush>
  </inkml:definitions>
  <inkml:trace contextRef="#ctx0" brushRef="#br0">0 287 10746,'0'0'1737,"0"0"-190,14-28 285,50-93-432,-58 111-1107,0 0 0,0 1 0,1 0 0,0 1 0,1-1 0,0 1 0,0 1 0,1-1 0,0 2 0,0-1 0,1 1 0,-1 1 0,1-1 0,8-1-293,-2 1 316,0 2 1,0 0 0,1 1 0,0 0 0,0 1 0,0 1 0,-1 1-1,2 1-316,-6-1 105,0 1 0,0 1 0,0 0 0,0 0 0,0 1 0,0 1 0,-1 0 0,0 1 0,0 0 0,0 0 0,-1 1 0,8 6-105,-3-1 82,-1 1 0,-1 0 0,0 0 0,-1 2 0,0-1 0,-1 2 0,-1-1-1,3 7-81,2 6 66,-1 0-1,-1 1 0,-2 1 0,-1 0 0,-1 0 0,-1 1 0,-2 0 0,-1 0 0,-1 1 0,-1 2-65,-3-7 49,-2 0 0,0 0 0,-1 0 1,-2-1-1,0 0 0,-2 0 0,-1 0 0,-1-1 0,-1 0 0,-1 0 0,-1-1 0,-1-1 0,0 0 0,-2-1 0,-1 0 0,-1-1 0,0-1 0,-2-1 0,0-1 0,0 0 0,-2-1 1,0-1-1,-23 11-49,34-20-2,0 0 1,0-1-1,0 0 1,-1-1-1,0 0 0,0-1 1,0 0-1,-1-1 1,1 0-1,-1 0 1,1-1-1,-1-1 1,1 0-1,-1-1 1,-9-1 1,18 1-57,1 0 0,-1 0 0,1 0-1,0-1 1,0 1 0,0 0 0,0-1 0,0 1 0,0-1 0,0 0-1,0 0 1,0 0 0,1 0 0,-1 0 0,1 0 0,0 0 0,-1 0 0,1-1-1,0 1 1,0 0 0,1-1 0,-1 1 0,0-1 0,1 1 0,-1-1 0,1 1-1,0-1 1,0 1 0,0-3 57,0-3-522,1-1 0,-1 0 0,2 0 0,-1 1 0,1-1 0,0 0 0,1 1 0,1-2 522,20-37-5750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6.781"/>
    </inkml:context>
    <inkml:brush xml:id="br0">
      <inkml:brushProperty name="width" value="0.05" units="cm"/>
      <inkml:brushProperty name="height" value="0.05" units="cm"/>
    </inkml:brush>
  </inkml:definitions>
  <inkml:trace contextRef="#ctx0" brushRef="#br0">130 1 14299,'0'0'2391,"0"0"58,0 0-111,0 0-1049,0 0-677,0 0 98,-20 35 281,-13 22-28,-17 44-963,45-86 128,0 0 0,1 0 1,0 0-1,1 0 1,1 0-1,0 1 1,1-1-1,1 0 0,0 1 1,2 6-129,-1 21 268,-1-11-156,0 0 0,2 0 1,1-1-1,2 1 0,1-1 1,2 0-1,0 0 0,3-1 1,0 0-1,10 15-112,1-3-87,3 0 0,1-2 1,3-2-1,0 0 0,3-2 1,1-1-1,1-2 0,6 2 87,-35-31-230,0-2 0,0 1 0,0 0 0,1-1 0,-1 0 0,1 0 0,-1-1 0,1 0 0,0 0 0,-1 0 0,1 0 0,0-1 0,0 0-1,0 0 1,-1-1 0,1 0 0,1 0 230,3 0-918,29-3-4368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7.118"/>
    </inkml:context>
    <inkml:brush xml:id="br0">
      <inkml:brushProperty name="width" value="0.05" units="cm"/>
      <inkml:brushProperty name="height" value="0.05" units="cm"/>
    </inkml:brush>
  </inkml:definitions>
  <inkml:trace contextRef="#ctx0" brushRef="#br0">1 1 14195,'0'0'2513,"0"0"-282,25 17 104,-6-4-1928,6 3-36,0 2 0,-1 0 0,-2 2 1,0 0-1,0 1 0,1 6-371,12 20 337,-2 2 0,-2 1 0,-2 2 0,-2 1 0,-3 1 0,-3 0 1,-1 2-1,-3 1 0,7 50-337,-17-90-222,-1-17-1921,4-30-4742,-4-6-3205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7.436"/>
    </inkml:context>
    <inkml:brush xml:id="br0">
      <inkml:brushProperty name="width" value="0.05" units="cm"/>
      <inkml:brushProperty name="height" value="0.05" units="cm"/>
    </inkml:brush>
  </inkml:definitions>
  <inkml:trace contextRef="#ctx0" brushRef="#br0">413 0 7009,'0'0'8466,"0"0"-5424,0 0-1792,0 0 208,-15 26-108,-97 184 1012,16-32-497,47-91-1044,4 2-1,-17 51-820,55-119 17,0 0-1,1 1 0,2 0 0,0 0 0,1 0 1,1 1-1,1 6-16,10-27-380,1-2-13,0-1 1,-1 0-1,1-1 0,0 0 1,-1 0-1,0-1 1,0 0-1,7-3 393,36-22-4880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7.780"/>
    </inkml:context>
    <inkml:brush xml:id="br0">
      <inkml:brushProperty name="width" value="0.05" units="cm"/>
      <inkml:brushProperty name="height" value="0.05" units="cm"/>
    </inkml:brush>
  </inkml:definitions>
  <inkml:trace contextRef="#ctx0" brushRef="#br0">1 1 16660,'0'0'2744,"0"0"-1144,0 0 433,0 0-409,0 0-600,0 0 17,0 0-225,149 0-448,-102 0-248,-6 0-112,-6 5-8,-3 3-112,1 0-296,-4-3-688,-3-2-1217,-5-1-3416,-16 4-5113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8.113"/>
    </inkml:context>
    <inkml:brush xml:id="br0">
      <inkml:brushProperty name="width" value="0.05" units="cm"/>
      <inkml:brushProperty name="height" value="0.05" units="cm"/>
    </inkml:brush>
  </inkml:definitions>
  <inkml:trace contextRef="#ctx0" brushRef="#br0">0 56 5145,'0'0'9890,"0"0"-7105,0 0-241,0 0-887,0 0-609,0 0-224,0 0-200,102 29-400,-46-35-152,0-4-72,23-14-872,-15 3-1984,-11-3-5130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8.461"/>
    </inkml:context>
    <inkml:brush xml:id="br0">
      <inkml:brushProperty name="width" value="0.05" units="cm"/>
      <inkml:brushProperty name="height" value="0.05" units="cm"/>
    </inkml:brush>
  </inkml:definitions>
  <inkml:trace contextRef="#ctx0" brushRef="#br0">44 13 10762,'0'0'3109,"0"0"-539,0 0-208,0 0-689,26-3-614,87-6-396,-108 9-611,-1 0 1,0 0-1,1 1 1,-1-1-1,1 1 0,-1 0 1,0 1-1,0-1 0,0 1 1,0-1-1,0 1 1,0 1-1,0-1 0,0 0 1,-1 1-1,1 0 0,-1 0 1,0 0-1,0 0 1,0 0-1,0 1 0,0-1 1,-1 1-1,0 0 0,0 0 1,0 0-1,0 0 1,0 0-1,-1 1-52,0-3 21,2 4 65,0 1-1,-1 0 0,0 0 0,0 1 0,0-1 0,-1 0 0,0 1 1,-1-1-1,0 1 0,0-1 0,0 1 0,-1-1 0,0 0 1,0 1-1,-1-1 0,0 0 0,-1 0 0,1 0 0,-1 0 0,0 0 1,-1-1-1,0 1 0,0-1 0,0 0 0,-1 0 0,0-1 0,-2 3-85,-10 9 81,0-1-1,-1 0 0,-1-2 0,-1 0 1,0-1-1,-1 0 0,-19 7-80,34-17 12,0 0 1,-1 0-1,1-1 1,-1 0-1,1 0 0,-1 0 1,0-1-1,0 0 1,0 0-1,-4-1-12,11-1-54,-1-1-1,1 0 1,0 1 0,1-1 0,-1 1-1,0-1 1,0 0 0,1 1-1,-1-1 1,1 1 0,-1-1 0,1 1-1,0-1 1,-1 1 0,1 0-1,0-1 1,1 1 54,15-17-1829,0 1 1,2 1-1,0 1 0,5-2 1829,26-20-8723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8.801"/>
    </inkml:context>
    <inkml:brush xml:id="br0">
      <inkml:brushProperty name="width" value="0.05" units="cm"/>
      <inkml:brushProperty name="height" value="0.05" units="cm"/>
    </inkml:brush>
  </inkml:definitions>
  <inkml:trace contextRef="#ctx0" brushRef="#br0">262 1 11178,'0'0'1978,"0"0"-21,0 0-138,0 0-640,0 0-227,-24 10 255,-81 40-23,96-44-1018,1 1 0,-1 0 0,2 0 0,-1 1 0,1 0 0,0 0 0,0 0 0,1 1-1,1 0 1,-1 0 0,1 1 0,1 0 0,0-1 0,0 2 0,1-1 0,0 3-166,-2-1 216,-1 8 38,1-1-1,0 1 1,2 1-1,0-1 1,1 0-1,1 1 1,1-1-1,1 1 1,1 1-254,-2-18 15,1 0 0,1-1 0,-1 1 0,1 0-1,-1 0 1,1-1 0,0 1 0,0-1 0,1 0 0,-1 0 0,1 1 0,-1-1 0,1-1 0,0 1-1,0 0 1,1-1 0,-1 0 0,0 1 0,1-1 0,-1-1 0,1 1 0,0 0 0,-1-1-1,1 0 1,0 0 0,0 0 0,3 0-15,6 2-124,-1-1-1,1-1 1,0 0-1,-1-1 1,1 0-1,-1-1 1,1 0 0,11-3 124,46-22-2769,-22 3-1940,6-6-4905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9.134"/>
    </inkml:context>
    <inkml:brush xml:id="br0">
      <inkml:brushProperty name="width" value="0.05" units="cm"/>
      <inkml:brushProperty name="height" value="0.05" units="cm"/>
    </inkml:brush>
  </inkml:definitions>
  <inkml:trace contextRef="#ctx0" brushRef="#br0">1 0 6489,'0'0'6986,"0"0"-3647,0 0-1346,0 0-488,29 28-262,3 0-846,-11-11-104,0 2-1,-1 1 1,-1 0-1,-1 1 1,-1 1-1,-1 1 0,0 0 1,-1 3-293,6 18 231,-1 0 1,-2 1-1,-2 1 1,-2 1-1,-2 0 1,-3 1-1,-1-1 0,-2 2 1,-3-1-1,-2 1 1,-3 27-232,0-62-300,0-1 0,-1 1 0,0-1 1,-1 0-1,-1 0 0,0 0 0,0-1 1,-7 10 299,8-13-455,-11 21-4630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9.475"/>
    </inkml:context>
    <inkml:brush xml:id="br0">
      <inkml:brushProperty name="width" value="0.05" units="cm"/>
      <inkml:brushProperty name="height" value="0.05" units="cm"/>
    </inkml:brush>
  </inkml:definitions>
  <inkml:trace contextRef="#ctx0" brushRef="#br0">1 17 14915,'0'0'2513,"0"0"127,0 0-335,0 0-729,0 0-824,196 8-344,-117-8-224,3-6-128,-6-4-56,-6 2-672,-14 8-1512,-18 0-3009,-27 0-6778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19.843"/>
    </inkml:context>
    <inkml:brush xml:id="br0">
      <inkml:brushProperty name="width" value="0.05" units="cm"/>
      <inkml:brushProperty name="height" value="0.05" units="cm"/>
    </inkml:brush>
  </inkml:definitions>
  <inkml:trace contextRef="#ctx0" brushRef="#br0">1 5 7842,'0'0'6977,"0"0"-4760,0 0 1559,0 0-2751,0 0 263,0 0-512,0 0-464,152 3-248,-70-8-64,9 2-600,38 3-1384,-24 3-2289,-14 10-4425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0.204"/>
    </inkml:context>
    <inkml:brush xml:id="br0">
      <inkml:brushProperty name="width" value="0.05" units="cm"/>
      <inkml:brushProperty name="height" value="0.05" units="cm"/>
    </inkml:brush>
  </inkml:definitions>
  <inkml:trace contextRef="#ctx0" brushRef="#br0">204 5 7282,'0'0'4469,"0"0"-1869,0 0-493,0 0-585,0 0-86,0 0-64,-6-1-99,-23-2-252,27 3-950,-1 0 1,1 1-1,0 0 0,0-1 0,0 1 0,0 0 0,0 0 0,0 0 0,0 0 1,0 1-1,0-1 0,0 0 0,1 1 0,-1-1 0,1 1 0,-1 0 1,1-1-1,-1 1 0,1 0 0,0 0 0,0 0 0,0 0 0,0 0 1,0 0-1,0 1-71,-3 4 204,-13 28 66,0 0 1,3 2-1,0 0 0,3 0 0,1 1 0,2 0 0,1 1 0,2 0-270,-6 83 739,5 116-739,4 48 276,3 249 158,8-325 336,22 111-770,-16-233 123,4-1-1,3-1 1,4-1 0,4-1-1,4-1 1,18 27-123,-34-82-285,-17-27 231,-1-1 1,1 1-1,0-1 0,0 1 1,0-1-1,0 1 0,-1-1 1,1 0-1,0 0 0,0 1 1,0-1-1,0 0 0,0 0 1,0 0-1,0 0 1,0 0-1,0 0 0,0 0 1,0 0-1,0 0 0,0 0 1,0-1-1,-1 1 0,1 0 1,0-1-1,0 1 0,0 0 1,0-1-1,0 1 1,-1-1-1,1 0 0,0 1 1,0-1-1,-1 1 0,1-1 1,0 0 53,32-38-2282,-11 7-1991,2-7-5575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1.234"/>
    </inkml:context>
    <inkml:brush xml:id="br0">
      <inkml:brushProperty name="width" value="0.05" units="cm"/>
      <inkml:brushProperty name="height" value="0.05" units="cm"/>
    </inkml:brush>
  </inkml:definitions>
  <inkml:trace contextRef="#ctx0" brushRef="#br0">76 62 8650,'0'0'4026,"0"0"-1728,0 0-467,0 0-511,26-5-185,182-32 1294,-188 34-2093,1 0 1,0 1 0,0 2 0,-1 0-1,1 1 1,19 4-337,-68-11 995,0 1 1,-1 2-1,1 1 0,-11 1-995,19 1-34,0 0-1,0 2 1,0 1-1,0 0 1,0 1-1,0 1 0,1 1 1,0 1 34,6-2 2,0 1 0,1 1 0,-1-1 0,1 2 0,1 0 0,-1 0 0,1 2-2,7-6-4,-1 1-1,1-1 0,1 1 0,-1 0 0,1 1 1,0-1-1,0 0 0,0 1 0,1 0 1,0 0-1,0-1 0,1 1 0,-1 0 0,1 1 1,0-1-1,1 0 0,0 2 5,-1 14-9,-1 2 2,1 0 0,1 0 0,2 1 0,3 17 7,-5-41-6,1 1 1,0 0-1,-1 0 1,1 0-1,0-1 1,0 1-1,0 0 1,1-1-1,-1 1 0,0-1 1,1 1-1,-1-1 1,0 0-1,1 0 1,0 0-1,-1 1 1,1-1-1,0-1 1,-1 1-1,1 0 0,0 0 1,0-1-1,0 1 1,0-1-1,0 1 1,0-1-1,0 0 1,0 0-1,-1 0 1,1 0-1,0 0 1,0 0-1,0-1 0,0 1 1,0 0-1,0-1 1,0 0 5,15-3 39,0 0 0,-1-1 0,0-1 0,4-3-39,1 1-25,-11 4 23,-1 1 0,1 0 0,0 1 0,0 0-1,1 0 1,-1 1 0,0 0 0,0 1-1,1 1 1,-1-1 0,0 1 0,10 3 2,-13-2-4,0 1 1,1 0 0,-1 0-1,-1 1 1,1-1-1,0 1 1,-1 1 0,0 0-1,0-1 1,0 2 0,-1-1-1,0 1 1,0 0 0,0 0-1,-1 0 1,1 0-1,-1 3 4,4 6-1,-1 1-1,-1-1 1,-1 2-1,0-1 1,-1 0-1,-1 1 0,0 0 1,-1 0-1,-1 0 1,-1 0-1,-1 15 2,0-27 6,1-1 0,-1 1 0,0-1 0,0 0-1,0 0 1,0 1 0,-1-1 0,0 0 0,0 0 0,0 0 0,0 0 0,0-1-1,-1 1 1,0-1 0,0 1 0,0-1 0,0 0 0,0 0 0,-1 0-1,1-1 1,-1 1 0,0-1 0,0 0 0,1 0 0,-2 0 0,1 0-1,0-1 1,0 0 0,0 0 0,-1 0 0,1 0-6,-11 2 52,-1 0 0,1-1-1,0-1 1,-1 0 0,1-1 0,-1-1-1,1 0 1,-7-2-52,-48-24 47,68 27-292,2 0-780,3 1-2109,12 5-3076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1.768"/>
    </inkml:context>
    <inkml:brush xml:id="br0">
      <inkml:brushProperty name="width" value="0.05" units="cm"/>
      <inkml:brushProperty name="height" value="0.05" units="cm"/>
    </inkml:brush>
  </inkml:definitions>
  <inkml:trace contextRef="#ctx0" brushRef="#br0">8 0 13755,'0'0'2931,"0"0"-210,0 0-254,0 0-915,0 0-514,0 0-133,7 0-132,11 0-429,0 1 0,0 0 0,-1 1 0,1 1 0,12 4-344,-23-4 26,0-1-1,1 1 0,-1 0 0,0 1 0,0 0 0,-1 0 0,1 0 0,-1 1 1,0 0-1,0 0 0,-1 0 0,1 1 0,-1 0 0,0 0 0,1 3-25,-2-3 13,1 0 0,-1 1-1,-1 0 1,1-1 0,-1 2-1,-1-1 1,1 0 0,-1 0-1,0 1 1,-1-1 0,0 1-1,0 0 1,0-1 0,-1 1-1,0 0 1,-1-1 0,0 1-1,0-1 1,-1 1 0,1-1-1,-2 1 1,1-1 0,-1 0-1,0 0 1,0 0 0,-1 0-1,0-1 1,0 1 0,-1-1-1,0 0 1,0-1 0,0 1-1,-1-1 1,0 0 0,0 0-1,-1 1-12,-24 17 143,-1 0-1,-1-2 0,-13 5-142,45-25-5,0 0-1,0-1 0,0 1 1,-1 0-1,1-1 0,0 1 1,-1-1-1,1 0 0,0 1 1,-1-1-1,1 0 0,0 0 1,-1 0-1,1 0 0,-1 0 1,1 0-1,0 0 0,-1 0 1,1-1-1,-1 1 0,1 0 1,0-1-1,-1 1 0,1-1 1,0 0-1,0 1 1,0-1-1,-1 0 0,1 0 1,0 0-1,0 0 0,0 1 1,0-2-1,0 1 0,0 0 1,1 0-1,-1 0 0,0 0 1,0-1 5,0 0-83,1-1 0,-1 1-1,0-1 1,1 0 0,0 1 0,-1-1 0,1 0 0,0 1 0,0-1 0,1 1 0,-1-1 0,0 0 0,1 1 0,0-1 0,0 1 0,-1-1 0,1 1-1,1-1 1,-1 1 0,0-1 0,1 1 0,-1 0 0,1-1 83,15-14-1733,0 1 0,1 1 0,1 0 0,17-10 1733,20-12-8144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2.135"/>
    </inkml:context>
    <inkml:brush xml:id="br0">
      <inkml:brushProperty name="width" value="0.05" units="cm"/>
      <inkml:brushProperty name="height" value="0.05" units="cm"/>
    </inkml:brush>
  </inkml:definitions>
  <inkml:trace contextRef="#ctx0" brushRef="#br0">211 4 13539,'0'0'3711,"0"0"-1327,0 0-451,0 0-836,0 0-472,0 0-69,-12 0-49,3-1-369,6 0-100,0 0-1,0 1 0,0-1 1,-1 1-1,1 0 1,0 0-1,0 0 0,0 1 1,0-1-1,0 1 0,0-1 1,0 1-1,0 0 0,0 0 1,0 0-1,1 1 0,-1-1 1,0 1-1,1-1 0,-1 1 1,1 0-1,-1 0 0,1 0 1,-2 2-38,-9 16 198,0 0 0,1 1 1,1 1-1,0-1 1,2 2-1,1-1 0,-4 22-198,3-8 96,2 0 0,2 0 0,1 0 0,2 32-96,2-65 4,0 0 0,1 1-1,0-1 1,-1 0 0,1 1 0,1-1 0,-1 0-1,0 0 1,1 0 0,-1 0 0,1 0 0,0 0-1,0-1 1,0 1 0,1 0 0,-1-1-1,0 0 1,1 1 0,0-1 0,-1 0 0,1 0-1,0-1 1,0 1 0,0-1 0,0 1-1,1-1 1,-1 0 0,0 0 0,0 0 0,1-1-1,-1 1 1,1-1-4,11 3-10,0-1 0,1-1 0,-1 0-1,0-1 1,1-1 0,10-2 10,-6-2-417,-1-1-1,0-1 1,-1 0-1,0-2 0,0 0 1,-1-1-1,0 0 1,0-2-1,-1 0 418,34-21-3906,-13 10-542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3.163"/>
    </inkml:context>
    <inkml:brush xml:id="br0">
      <inkml:brushProperty name="width" value="0.05" units="cm"/>
      <inkml:brushProperty name="height" value="0.05" units="cm"/>
    </inkml:brush>
  </inkml:definitions>
  <inkml:trace contextRef="#ctx0" brushRef="#br0">0 0 7090,'0'0'5413,"0"0"-2558,0 0-747,0 0-319,0 0-480,0 0-578,6 3-287,9 5-145,-1 1-1,0 1 0,0 0 1,-1 1-1,0 0 1,-1 1-1,-1 0 0,0 1 1,0 1-1,7 13-298,20 32 450,-3 2 0,-2 2-450,48 103 413,-7 3 0,-7 3-1,-8 2 1,-8 3 0,9 78-413,-49-190 198,-3 0-1,-2 0 0,-4 1 0,-2-1 1,-3 1-1,-8 44-197,2-60 86,-1 0 0,-3 0 0,-2-1 0,-2-1 0,-2 0-1,-2-2 1,-2 0 0,-21 30-86,36-63 14,-1-1 0,0 1 0,-1-2 0,-2 3-14,9-12-5,1 1 0,-1 0 0,0-1 0,0 0 0,0 0 0,0 0 0,0 0 0,-1 0 0,1-1 0,0 1 0,-1-1 0,1 0 0,-1 0 0,1 0 0,-1-1-1,0 1 1,1-1 0,-1 0 0,-2 0 5,5 0-29,0-1 1,1 1-1,-1-1 0,0 1 0,0-1 0,1 0 0,-1 1 0,0-1 0,1 0 1,-1 1-1,1-1 0,-1 0 0,1 0 0,-1 0 0,1 0 0,0 1 0,-1-1 1,1 0-1,0 0 0,0 0 0,-1 0 0,1 0 0,0 0 0,0 0 0,0 0 0,0 0 1,0 0-1,0 0 0,1 0 0,-1 0 0,0 1 0,0-1 0,1 0 0,-1 0 1,1-1 28,0-5-219,0-3-286,1-1-1,1 0 1,0 1 0,1-1 0,-1 1 0,2 0-1,0 0 1,0 1 0,0 0 0,5-5 505,30-44-6513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7.736"/>
    </inkml:context>
    <inkml:brush xml:id="br0">
      <inkml:brushProperty name="width" value="0.05" units="cm"/>
      <inkml:brushProperty name="height" value="0.05" units="cm"/>
    </inkml:brush>
  </inkml:definitions>
  <inkml:trace contextRef="#ctx0" brushRef="#br0">280 1 5905,'0'0'910,"0"0"-395,0 0-278,0 0-240,0 0 75,0 0 308,0 0 851,0 0 696,-4 0 3255,-15 3-1964,11 3-2789,1 1 1,0-1-1,0 1 1,1 1 0,0-1-1,0 1 1,1 0-1,0 1 1,-2 2-430,-34 85 718,32-72-324,-17 51 135,3 1-1,4 1 1,3 1 0,-1 34-529,-3 86 668,7 31-668,12-212 25,-6 209 906,9 5-931,4-171 43,3 0 0,2-1-1,3 0 1,7 17-43,-20-73-64,0 0 1,0 0-1,0 0 1,1 0-1,-1 0 1,1 0-1,0 0 0,-1 0 1,1-1-1,0 1 1,1-1-1,-1 1 1,0-1-1,2 1 64,-2-2-155,0 0 0,0 0 1,0-1-1,0 1 0,0 0 1,0-1-1,0 1 0,0-1 0,0 0 1,0 0-1,1 0 0,-1 0 0,0 0 1,0 0-1,0 0 0,0-1 1,0 1-1,0-1 0,0 1 0,0-1 1,0 0-1,0 0 0,0 0 0,0 0 1,1-2 154,24-15-3621,-1-2 0,21-22 3621,3-4-7044</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8.258"/>
    </inkml:context>
    <inkml:brush xml:id="br0">
      <inkml:brushProperty name="width" value="0.05" units="cm"/>
      <inkml:brushProperty name="height" value="0.05" units="cm"/>
    </inkml:brush>
  </inkml:definitions>
  <inkml:trace contextRef="#ctx0" brushRef="#br0">25 10 328,'0'0'7939,"0"0"-3267,0 0-2065,0 0-416,0 0-157,0 0-383,-4-3-599,4 2-1038,-1 1 0,1-1 0,0 1 0,-1-1-1,1 1 1,-1 0 0,1-1 0,0 1 0,-1-1 0,1 1 0,-1 0 0,1 0-1,-1-1 1,1 1 0,-1 0 0,1 0 0,-1-1 0,0 1 0,1 0 0,-1 0-1,1 0 1,-1 0 0,1 0 0,-1 0 0,0 0 0,1 0 0,-1 0 0,1 0-1,-1 0 1,1 1 0,-1-1 0,1 0 0,-1 0 0,1 0 0,-1 1-14,-1 22 445,21 54 335,-12-53-502,6 36 182,-3 1 1,-1 16-461,10 66 77,-19-141-155,1 0 0,-1 0 0,0-1 0,1 1-1,0 0 1,-1-1 0,1 1 0,0-1-1,0 1 1,0-1 0,0 1 0,0-1 0,0 1-1,0-1 1,0 0 0,1 1 78,10 1-9371,-12-3 2342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8.586"/>
    </inkml:context>
    <inkml:brush xml:id="br0">
      <inkml:brushProperty name="width" value="0.05" units="cm"/>
      <inkml:brushProperty name="height" value="0.05" units="cm"/>
    </inkml:brush>
  </inkml:definitions>
  <inkml:trace contextRef="#ctx0" brushRef="#br0">1 1 10610,'0'0'2809,"0"0"-117,0 0-258,0 0-723,33 2-489,13 3-794,18 1 1336,56-3-1764,18-3 1182,198 0-2518,-336 0 1200,0-1 0,0 1 1,1 0-1,-1 0 1,0 0-1,0 0 0,0 0 1,1 0-1,-1 0 1,0 0-1,0 0 0,0 0 1,1 0-1,-1 0 1,0 0-1,0 0 0,0 1 1,1-1-1,-1 0 1,0 0-1,0 0 0,0 0 1,1 0-1,-1 0 1,0 0-1,0 0 0,0 1 1,0-1-1,0 0 1,1 0-1,-1 0 0,0 0 1,0 1-1,0-1 1,0 0-1,0 0 0,0 0 1,0 1-1,0-1 1,0 0-1,0 0 0,0 0 1,1 1-1,-1-1 1,0 0-1,0 0 0,-1 0 1,1 1-1,0-1 1,0 0-1,0 0 0,0 0 1,0 1 135,0 8-8191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8.981"/>
    </inkml:context>
    <inkml:brush xml:id="br0">
      <inkml:brushProperty name="width" value="0.05" units="cm"/>
      <inkml:brushProperty name="height" value="0.05" units="cm"/>
    </inkml:brush>
  </inkml:definitions>
  <inkml:trace contextRef="#ctx0" brushRef="#br0">306 1 12643,'0'0'2619,"0"0"-621,0 0-109,0 0-419,0 0-307,-27 19-137,-88 66-264,105-76-634,0 0 0,0 1 0,1 0-1,0 0 1,1 1 0,0 0-1,1 0 1,0 1 0,0 0 0,2 0-1,-1 0 1,2 1 0,-1 1-128,-5 12 184,-1 6 24,2-1 0,1 1 0,1 1 0,1-1 0,2 1 0,2 0 0,1 0 0,3 32-208,-2-58 8,1 0-1,0 0 0,1 0 1,0 0-1,0 0 1,1 0-1,-1 0 1,1 0-1,1-1 0,-1 0 1,1 1-1,1-1 1,-1-1-1,1 1 1,0-1-1,0 0 1,0 0-1,1 0 0,0-1 1,0 1-1,0-1 1,3 1-8,1 0 2,-1-1-1,1 0 1,-1 0 0,1-1 0,0 0 0,0-1 0,0 0 0,1-1 0,-1 0 0,0 0 0,1-1-1,-1-1 1,0 0 0,1 0 0,7-2-2,-12 1 17,0 0 0,-1-1 0,1 0 0,0 0 0,-1 0 0,0 0 0,0-1 0,0 0 0,0 0 0,-1 0 0,1 0 0,-1-1 0,0 0-1,-1 0 1,1 0 0,-1 0 0,0-1 0,0 1 0,-1-1 0,1 0 0,-1 0 0,0 0 0,-1 0 0,0 0 0,0 0 0,0 0 0,0 0 0,-1 0 0,0-1 0,-1 1 0,1-1-17,-1 5 9,0-1 0,0 1 0,0 0 1,0 0-1,0 0 0,0 0 1,0 0-1,-1 0 0,1 0 0,-1 0 1,0 0-1,1 1 0,-1-1 0,0 0 1,0 1-1,0 0 0,0-1 1,0 1-1,0 0 0,0 0 0,-1 0 1,1 1-1,0-1 0,0 0 0,-1 1-9,-7-2-141,0 0 0,0 0-1,1 1 1,-2 1 0,-2-1 141,12 1-88,1 0 0,-1 0 1,1 0-1,-1 0 0,1 0 0,-1 1 1,1-1-1,-1 0 0,1 0 0,-1 0 0,1 0 1,-1 1-1,1-1 0,-1 0 0,1 0 1,-1 1-1,1-1 0,-1 0 0,1 1 1,0-1-1,-1 0 0,1 1 0,0-1 1,-1 1-1,1-1 0,0 1 0,0-1 1,-1 1-1,1-1 0,0 0 0,0 1 0,0 0 1,-1-1-1,1 1 0,0-1 0,0 1 1,0-1-1,0 1 0,0-1 0,0 1 1,0-1-1,0 1 0,1-1 0,-1 1 1,0-1-1,0 1 0,0 0 88,1 4-1326,-1 7-4374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29.667"/>
    </inkml:context>
    <inkml:brush xml:id="br0">
      <inkml:brushProperty name="width" value="0.05" units="cm"/>
      <inkml:brushProperty name="height" value="0.05" units="cm"/>
    </inkml:brush>
  </inkml:definitions>
  <inkml:trace contextRef="#ctx0" brushRef="#br0">0 0 10298,'0'0'2825,"0"0"-527,0 0-641,0 0-476,0 0-48,0 0 63,21 19-83,2 1-790,-8-7-110,0 0 0,0 1 0,-2 0 0,0 2-1,0-1 1,-2 1 0,9 15-213,7 19 232,-3 1-1,-1 2 1,-3 0-1,-2 1 0,-3 1 1,-2 1-1,-2 0 1,-1 19-232,5 100 754,-7 175-754,-8-323 70,1 42 220,-2 0-1,-4 0 1,-2 0 0,-4-1 0,-7 24-290,-11 12 415,-3-2 0,-12 16-415,44-118-33,0 0-1,-1 0 1,1 0 0,0 0 0,0 0-1,0-1 1,0 1 0,0 0 0,0 0-1,-1 0 1,1 0 0,0 0 0,0 0-1,0 0 1,0 0 0,0 0 0,-1 0-1,1 0 1,0 0 0,0 0 0,0 0 0,0 0-1,0 0 1,-1 0 0,1 0 0,0 0-1,0 0 1,0 0 0,0 0 0,-1 0-1,1 0 1,0 0 0,0 1 0,0-1-1,0 0 1,0 0 0,0 0 0,0 0-1,-1 0 1,1 0 0,0 0 0,0 0 0,0 1-1,0-1 1,0 0 0,0 0 0,0 0-1,0 0 1,0 0 0,0 1 0,0-1-1,0 0 1,0 0 0,0 0 0,0 0-1,0 0 1,0 1 0,0-1 0,0 0 0,0 0 33,-2-22-1537,8-36-4754,10 15-3082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1.104"/>
    </inkml:context>
    <inkml:brush xml:id="br0">
      <inkml:brushProperty name="width" value="0.05" units="cm"/>
      <inkml:brushProperty name="height" value="0.05" units="cm"/>
    </inkml:brush>
  </inkml:definitions>
  <inkml:trace contextRef="#ctx0" brushRef="#br0">36 79 9402,'0'0'2333,"0"0"-413,0 0-17,0 0-375,29-13-102,97-42-184,-122 53-1141,1 0 0,-1 1 1,1 0-1,0-1 0,-1 1 1,1 1-1,0-1 0,0 1 0,0 0 1,-1 0-1,1 0 0,0 1 1,0-1-1,0 1 0,-1 0 1,2 1-102,-3 0 58,0-1 1,0 1-1,0 0 1,0 0-1,0 0 1,0 1 0,0-1-1,-1 1 1,1-1-1,-1 1 1,0 0-1,0 0 1,0 0-1,0 0 1,0 0-1,0 2-58,2 6 109,0 1 0,-1-1 0,0 1-1,-1 0 1,-1 0 0,1 0 0,-2 0 0,0 0-1,-1 6-108,0-8 61,-1-1-1,-1 0 1,0 0-1,0 0 1,0 0-1,-1 0 0,-1-1 1,1 1-1,-1-1 1,-1 0-1,0-1 1,0 0-1,0 1 1,-1-2-1,0 1 1,0-1-1,-3 2-60,-9 7 98,-1-1 1,-1-1-1,0 0 0,0-1 1,-2-2-1,-4 2-98,18-9 20,0 0 0,0-1 0,0 1 0,-1-2 0,1 1 0,0-2 0,-1 1 0,-1-1-20,11 0-5,0 0 0,0 0 0,-1 0 0,1 0 0,0 0 0,0 0 0,-1 0 0,1 0 0,0 0 0,-1 0 0,1 0 0,0 0 1,0 0-1,-1 0 0,1 0 0,0 0 0,0-1 0,-1 1 0,1 0 0,0 0 0,0 0 0,0 0 0,-1-1 0,1 1 0,0 0 0,0 0 0,0 0 0,0-1 0,-1 1 0,1 0 0,0 0 0,0-1 0,0 1 0,0 0 0,0 0 0,0-1 0,0 1 0,0 0 0,0 0 1,0-1 4,4-13-485,1 6-68,1-1 0,0 1-1,1 0 1,0 1 0,0-1 0,0 2-1,1-1 1,6-4 553,35-23-4636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1.446"/>
    </inkml:context>
    <inkml:brush xml:id="br0">
      <inkml:brushProperty name="width" value="0.05" units="cm"/>
      <inkml:brushProperty name="height" value="0.05" units="cm"/>
    </inkml:brush>
  </inkml:definitions>
  <inkml:trace contextRef="#ctx0" brushRef="#br0">191 1 13379,'0'0'3041,"0"0"-1457,0 0 280,0 0-415,-129 176-705,105-110 56,4 2 96,5-2-160,12-8-256,3-8-240,0-8-144,18-16-48,14-7 16,12-9-64,6-10-168,29 0-816,-9-8-1696,-14-5-4290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2.140"/>
    </inkml:context>
    <inkml:brush xml:id="br0">
      <inkml:brushProperty name="width" value="0.05" units="cm"/>
      <inkml:brushProperty name="height" value="0.05" units="cm"/>
    </inkml:brush>
  </inkml:definitions>
  <inkml:trace contextRef="#ctx0" brushRef="#br0">214 0 6009,'0'0'6718,"0"0"-3907,0 0-1431,0 0-279,0 0-285,0 0-184,-11 10 372,-2 2-590,1 1 0,0 0-1,1 1 1,0 0 0,1 1 0,1 0-1,0 0 1,-1 5-414,-7 27 431,2 0-1,2 1 1,2 0 0,2 1 0,2 3-431,-16 252 922,22-278-824,-9 684 1445,10-565-1196,2-113-284,1 0 1,2 0-1,1 0 1,1 0-1,2-1 0,1-1 1,1 1-1,2-2 1,1 1-1,1-2 1,2 0-1,1-1 1,0-1-1,17 17-63,-35-43-4,43 46 54,-41-43-142,1-1-1,0 0 1,0 1-1,0-1 1,0 0-1,0-1 1,1 1-1,-1-1 1,0 1-1,1-1 1,0 0-1,-1 0 0,1 0 1,-1-1-1,1 1 93,-3-2-91,0 1 0,0 0 0,0-1 0,0 1 0,0-1 0,0 1-1,0-1 1,0 0 0,0 1 0,-1-1 0,1 0 0,0 0-1,0 0 1,-1 1 0,1-1 0,0 0 0,-1 0 0,1 0 0,-1 0-1,0 0 1,1 0 0,-1 0 91,12-30-3040,-9 22 588,6-16-5863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3.613"/>
    </inkml:context>
    <inkml:brush xml:id="br0">
      <inkml:brushProperty name="width" value="0.05" units="cm"/>
      <inkml:brushProperty name="height" value="0.05" units="cm"/>
    </inkml:brush>
  </inkml:definitions>
  <inkml:trace contextRef="#ctx0" brushRef="#br0">0 0 3681,'0'0'0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4.648"/>
    </inkml:context>
    <inkml:brush xml:id="br0">
      <inkml:brushProperty name="width" value="0.05" units="cm"/>
      <inkml:brushProperty name="height" value="0.05" units="cm"/>
    </inkml:brush>
  </inkml:definitions>
  <inkml:trace contextRef="#ctx0" brushRef="#br0">88 52 11402,'0'0'2549,"0"0"-787,0 0-137,25-5-680,197-32-55,-116 32-379,-105 5 77,-10 0 711,-62-2-810,38 0-378,-1 1 0,1 2 1,0 1-1,-20 5-111,41-4 42,1 1-1,0 0 1,-1 1 0,2 1 0,-1-1 0,0 2-1,1-1 1,1 2 0,-1-1 0,1 1 0,-2 3-42,6-7 12,1 0 1,0 0 0,0 0-1,0 1 1,1 0 0,0-1-1,0 1 1,0 0 0,0 1-1,1-1 1,0 0 0,0 1-1,0-1 1,1 1 0,0 0 0,0-1-1,0 1 1,1 0 0,0 0-1,0-1 1,0 1 0,1 0-1,-1 0 1,2 2-13,-1-6 22,0-1 1,0 1-1,1-1 0,-1 0 1,0 0-1,0 1 0,1-1 1,-1 0-1,1 0 0,-1 0 1,1-1-1,-1 1 0,1 0 1,-1 0-1,1-1 0,0 1 1,-1-1-1,1 0 0,1 1-22,43 6 291,-31-5-249,28 4-5,1 3-1,-1 1 1,3 4-37,-33-10 2,0 0-1,-1 2 1,1 0 0,-1 0-1,0 1 1,0 0 0,-1 1-1,0 0 1,-1 1 0,1 1-1,-2-1 1,1 2-2,-7-8 25,-1 0-1,0 0 1,0 1 0,0-1-1,0 0 1,0 1 0,-1-1-1,1 1 1,-1 0 0,0-1-1,0 1 1,-1 0 0,1 0-1,-1 0 1,0-1 0,0 1 0,0 0-1,0 0 1,-1 0 0,1 0-1,-1-1 1,0 1 0,0 0-1,-1-1 1,1 1 0,-1-1-1,0 1 1,0-1 0,0 0-1,0 1 1,0-1 0,-1 0 0,1-1-1,-1 1 1,0 0 0,0-1-1,0 1 1,0-1 0,0 0-1,-1 0 1,1-1 0,0 1-1,-1 0 1,0-1 0,-2 1-25,-25 4-25,0-1 0,-1-2 1,1-1-1,-1-1 0,0-2 1,-8-2 24,-38 1-5890,62 2 808</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4.983"/>
    </inkml:context>
    <inkml:brush xml:id="br0">
      <inkml:brushProperty name="width" value="0.05" units="cm"/>
      <inkml:brushProperty name="height" value="0.05" units="cm"/>
    </inkml:brush>
  </inkml:definitions>
  <inkml:trace contextRef="#ctx0" brushRef="#br0">1 0 10386,'0'0'2889,"0"0"-162,25 1 667,374 4 2931,-255-8-5133,-22 0-500,53 9-692,-174-6-75,1 0 0,0 1 1,0-1-1,0 0 0,-1 1 1,1 0-1,0-1 0,0 1 1,-1 0-1,1 0 1,-1 0-1,1 0 0,-1 0 1,1 0-1,-1 0 0,0 1 1,1-1-1,-1 1 75,8 19-6759,-9-6 900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5.410"/>
    </inkml:context>
    <inkml:brush xml:id="br0">
      <inkml:brushProperty name="width" value="0.05" units="cm"/>
      <inkml:brushProperty name="height" value="0.05" units="cm"/>
    </inkml:brush>
  </inkml:definitions>
  <inkml:trace contextRef="#ctx0" brushRef="#br0">354 1 7330,'0'0'6894,"0"0"-3732,0 0-1137,0 0-383,-26 20-690,-85 67-350,99-77-419,0 1 0,1 1-1,1 0 1,0 0-1,0 1 1,1 0-1,1 1 1,0 0 0,1 0-1,0 4-182,-12 20 530,4-10-295,1 0 0,2 1 0,1 0 0,1 0 0,1 2 0,2-1 0,1 1 0,1 0 0,2 0 0,1 7-235,2-36 1,0 1 0,1 0 0,-1-1 0,1 1 0,-1 0 0,1-1 0,0 1 0,0-1 0,0 1 0,0-1 0,0 1 0,1-1 0,-1 0 0,1 0 0,0 0 0,-1 0 0,1 0 0,0 0 0,0 0 0,0 0 0,0-1 0,1 1 0,-1-1 0,0 0 0,1 0 0,-1 1 0,1-2 0,-1 1 0,1 0 0,-1 0 0,1-1 0,0 1 0,-1-1 0,1 0 0,0 0 0,-1 0 0,2 0-1,4 0 13,-1 0 1,1-1 0,-1 1 0,1-2-1,-1 1 1,0-1 0,1 0 0,-1 0 0,0-1-1,0 0 1,-1 0 0,1-1 0,3-2-14,-2 0 13,0-1 0,-1 0 1,0 0-1,0 0 1,-1-1-1,4-6-13,-8 11 28,0 0-1,0 0 1,0 0 0,0 0-1,-1-1 1,0 1-1,0-1 1,0 1 0,0-1-1,0 0 1,-1 1 0,1-1-1,-1 1 1,0-1-1,0 0 1,0 1 0,-1-1-1,0 0 1,0-1-28,0 4 3,1 0 0,-1 0 0,0 0 0,0 0 0,0 0 0,0 0 0,0 0 0,0 1 0,0-1 1,0 0-1,0 1 0,0-1 0,-1 1 0,1-1 0,0 1 0,0 0 0,-1-1 0,1 1 0,0 0 0,0 0 0,-1 0 0,1 0 0,-1 0-3,-38 0-58,29 1 3,1-1-49,0 0 0,0 1-1,0 0 1,0 1-1,-6 2 105,-14 10-2439,8 10-5586,20-15-3591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6.250"/>
    </inkml:context>
    <inkml:brush xml:id="br0">
      <inkml:brushProperty name="width" value="0.05" units="cm"/>
      <inkml:brushProperty name="height" value="0.05" units="cm"/>
    </inkml:brush>
  </inkml:definitions>
  <inkml:trace contextRef="#ctx0" brushRef="#br0">51 2 9218,'0'0'4573,"0"0"-1536,0 0-341,0 0-614,0 0-711,0 0-539,-5 0-169,4 0-625,1-1 0,-1 1 0,1 0 0,-1 0 1,1 0-1,-1-1 0,0 1 0,1 0 0,-1 0 0,1 0 0,-1 0 0,1 0 1,-1 0-1,0 0 0,1 0 0,-1 0 0,1 0 0,-1 1 0,1-1 0,-1 0 1,1 0-1,-1 0 0,1 1 0,-1-1 0,1 0 0,-1 1 0,1-1 0,-1 0 1,1 1-1,-1-1 0,1 0 0,0 1 0,-1-1 0,1 1 0,0-1 0,-1 1 1,1-1-1,0 1 0,0-1-38,16 30 1097,20 23-765,-3 1 0,-1 1-1,-4 2 1,-2 1 0,-2 1-1,-3 1 1,-1 7-332,1 18 176,-3 1 1,-5 0-1,-3 1 1,-1 82-177,-7-41 97,-5-1 0,-6 0-1,-7 11-96,10-104-5,-17 102 49,-30 99-44,41-196 22,-1 1 1,-2-2-1,-1 0 1,-2-1 0,-2-1-1,-1-1 1,-1 0-1,-5 1-22,-31 22 44,55-57-54,3-1-78,0-8-743,0-1 241,1 1 0,0-1 0,0 0 0,1 0 0,0 1 1,0-1-1,2-2 590,18-35-6732,1 9-4273</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7.734"/>
    </inkml:context>
    <inkml:brush xml:id="br0">
      <inkml:brushProperty name="width" value="0.05" units="cm"/>
      <inkml:brushProperty name="height" value="0.05" units="cm"/>
    </inkml:brush>
  </inkml:definitions>
  <inkml:trace contextRef="#ctx0" brushRef="#br0">47 46 9978,'0'0'2638,"0"0"-683,0 0-301,0 0-619,25-2-543,206-23 129,-124 7 2780,-141 18-3301,0 1 0,0 1 0,-1 3 0,-16 4-100,39-6 11,0 0 0,0 1 0,0 1 0,1 0-1,-1 0 1,1 1 0,0 1 0,1 0 0,0 0 0,0 1 0,0 0-1,1 1 1,0 0 0,0 2-11,3-4 18,-1 0 0,2 1 0,-1-1 0,1 1 0,0 1 0,0-1 0,1 1 0,1 0 0,-1 0 0,1 0 0,1 0 0,0 1 0,0-1 0,1 0-1,-1 8-17,3-17 34,-1 1-1,1 0 0,-1 0 0,1 0 1,-1 0-1,1 0 0,-1-1 0,1 1 0,0 0 1,0-1-1,-1 1 0,1 0 0,0-1 1,0 1-1,0-1 0,-1 1 0,1-1 0,0 1 1,0-1-1,0 0 0,0 0 0,0 1 1,0-1-1,0 0 0,0 0 0,0 0 0,0 0-33,35 4 278,-30-4-226,24 2-27,0 2 0,0 0 0,0 2 0,0 1 0,-1 2 0,0 0 0,26 14-25,-46-18 1,0 0 1,0 0 0,0 1-1,0 0 1,-1 1 0,0-1 0,0 2-1,-1-1 1,0 1 0,0 0-1,-1 1 1,0-1 0,0 1-1,-1 1 1,0-1 0,-1 1-1,0 0 1,-1-1 0,0 2-1,0-1 1,-1 0 0,0 1-1,-1-1 1,0 8-2,0-11 36,-1-1-1,0 1 0,-1 0 1,1-1-1,-1 1 0,0 0 1,-1-1-1,0 1 1,0-1-1,0 0 0,-1 0 1,0 0-1,0 1-35,0-3 66,-1 0 0,1 0 0,-1 0 0,1-1 0,-1 0 0,0 0 1,0 0-1,-1 0 0,1 0 0,0-1 0,-1 0 0,0 0 0,1 0 0,-1 0 0,0-1 0,0 0 0,-4 1-66,-5 0 56,1 0-1,-1 0 1,1-1 0,-1-1 0,1-1-1,-1 0 1,1 0 0,-1-1-1,1-1 1,0 0 0,0-1-1,0 0 1,0-1 0,1-1-1,0 0 1,0-1 0,0 0-1,1 0 1,0-1 0,0-1-56,10 8-41,0 0 0,1 1 0,-1-1 1,1 0-1,-1 1 0,1-1 1,-1 0-1,1 0 0,-1 1 0,1-1 1,0 0-1,-1 0 0,1 0 0,0 0 1,0 1-1,-1-1 0,1 0 0,0 0 1,0 0-1,0 0 0,0 0 0,0 0 1,0 0-1,1 1 0,-1-1 0,0 0 1,0 0-1,1 0 0,-1 0 1,0 0-1,1 1 0,-1-1 0,1 0 1,-1 0-1,1 1 0,-1-1 0,1 0 1,-1 1-1,1-1 0,0 1 0,0-1 1,-1 0-1,1 1 0,0 0 0,0-1 1,-1 1-1,1-1 0,0 1 1,0 0-1,0 0 0,0-1 0,0 1 1,0 0 40,116-42-8770,-56 23-1706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8.075"/>
    </inkml:context>
    <inkml:brush xml:id="br0">
      <inkml:brushProperty name="width" value="0.05" units="cm"/>
      <inkml:brushProperty name="height" value="0.05" units="cm"/>
    </inkml:brush>
  </inkml:definitions>
  <inkml:trace contextRef="#ctx0" brushRef="#br0">225 1 13203,'0'0'2351,"0"0"5,0 0-290,0 0-932,0 0-455,0 0 9,14 0 131,32 0-185,-32 0-91,-44 0-84,-239 5 467,368 0-7867,-50-5-149</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8.419"/>
    </inkml:context>
    <inkml:brush xml:id="br0">
      <inkml:brushProperty name="width" value="0.05" units="cm"/>
      <inkml:brushProperty name="height" value="0.05" units="cm"/>
    </inkml:brush>
  </inkml:definitions>
  <inkml:trace contextRef="#ctx0" brushRef="#br0">117 14 14603,'0'0'3701,"0"0"-1373,0 0-497,0 0-969,0 0-533,27-3-105,86-8 105,-108 11-300,-1 0 1,1 0 0,-1 1 0,0-1-1,1 1 1,-1 0 0,0 0 0,0 1-1,0-1 1,1 1 0,-2 0 0,1 0 0,0 0-1,0 0 1,-1 1 0,1 0 0,-1-1-1,0 1 1,1 1 0,-1-1 0,-1 0 0,1 1-1,-1-1 1,1 1 0,-1 0 0,1 3-30,1 3 67,0 0 1,-1 0 0,-1 0 0,1 0-1,-2 1 1,1 0 0,-2-1 0,1 10-68,-2-9 60,-1-1 0,0 0 0,0 1 1,-1-1-1,0 0 0,0 0 0,-1-1 0,-1 1 1,0-1-1,0 0 0,-1 0 0,0 0 0,0-1 0,-1 0 1,0 0-1,0-1 0,-1 0 0,0 0 0,0-1 1,-1 0-1,-4 2-60,-1 2 44,-1-2 0,0 0 1,0 0-1,-1-2 0,0 0 1,0-1-1,0 0 0,-1-1 1,1-1-1,-1-1 0,0 0 1,0-1-1,-3-1-44,19 0-32,0 0 1,-1 0-1,1 0 0,0 0 0,0 0 0,0 0 1,0-1-1,0 1 0,0 0 0,0-1 0,0 1 1,0-1-1,0 1 0,0-1 0,0 1 0,0-1 1,0 0-1,0 0 0,1 1 0,-1-1 0,0 0 1,0 0-1,1 0 0,-1 0 0,1 0 1,-1 1-1,1-1 0,-1 0 0,1-1 0,-1 1 1,1 0-1,0 0 0,0 0 0,-1 0 0,1 0 1,0 0-1,0 0 0,0 0 0,0 0 0,0 0 1,1-1-1,-1 1 0,0 0 32,1-3-335,0 0 0,0 0 0,0 0 0,1 0 0,0 1-1,0-1 1,0 0 0,0 1 0,0-1 0,0 1 0,3-2 335,32-27-5662,4 3-3480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7:38.796"/>
    </inkml:context>
    <inkml:brush xml:id="br0">
      <inkml:brushProperty name="width" value="0.05" units="cm"/>
      <inkml:brushProperty name="height" value="0.05" units="cm"/>
    </inkml:brush>
  </inkml:definitions>
  <inkml:trace contextRef="#ctx0" brushRef="#br0">293 0 12411,'0'0'3870,"0"0"-1296,0 0-590,0 0-614,0 0-502,0 0-371,-27 4-90,-86 15 16,109-18-390,-1 0 0,0 1 1,1 0-1,-1 0 0,1 0 0,0 0 1,-1 1-1,1-1 0,0 1 0,0 0 0,1 0 1,-1 1-1,1-1 0,0 1 0,-1 0 1,2 0-1,-1 0 0,0 0 0,1 0 1,-1 2-34,-3 5 90,-5 7 31,2 0-1,0 1 1,1 0 0,1 0 0,1 1 0,1 0-1,0 0 1,2 0 0,0 1 0,1-1 0,1 1-1,2 11-120,-1-28 10,0 0-1,1 0 0,-1-1 0,1 1 0,0 0 0,0-1 0,1 1 1,-1 0-1,1-1 0,-1 0 0,1 1 0,0-1 0,1 0 1,-1 0-1,0 0 0,1 0 0,0 0 0,-1-1 0,1 1 0,0-1 1,1 0-1,-1 0 0,0 0 0,0 0 0,1-1 0,-1 1 1,1-1-1,0 0 0,-1 0 0,1 0 0,2 0-9,14 3 52,1-2 1,-1 0-1,1-1 0,-1-2 1,9 0-53,-12 0 13,-9 0-26,1 0-1,0-1 0,-1 0 1,1 0-1,-1-1 0,0 0 1,1-1-1,-2 1 1,1-2-1,2 0 14,72-54-3422,-65 45 1438,2-3-2629</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2.201"/>
    </inkml:context>
    <inkml:brush xml:id="br0">
      <inkml:brushProperty name="width" value="0.05" units="cm"/>
      <inkml:brushProperty name="height" value="0.05" units="cm"/>
    </inkml:brush>
  </inkml:definitions>
  <inkml:trace contextRef="#ctx0" brushRef="#br0">46 74 13515,'0'0'2151,"0"0"-417,0 0-49,0 0-771,0 0-329,31-13 116,97-38-164,-124 50-502,-1-1 1,1 1-1,-1 0 0,1 0 0,-1 0 1,1 0-1,0 1 0,0-1 1,-1 1-1,1 0 0,0 0 0,0 0 1,-1 1-1,1-1 0,0 1 1,-1 0-1,1 0 0,0 0 0,-1 0 1,1 1-1,-1 0 0,0-1 1,0 1-1,1 1 0,-1-1 0,0 0 1,-1 1-1,3 1-35,0 3 97,-1 0 1,1 1 0,-1-1-1,0 1 1,-1 0-1,0 0 1,0 1-1,-1-1 1,0 2-98,2 6 95,0 0 0,-2 0 1,0 0-1,-1 0 0,0 1 0,-2-1 1,0 1-1,0-1 0,-2 0 1,0 0-1,-1 0 0,0 0 0,-1-1 1,-1 1-1,-1-1 0,0-1 1,-1 1-1,0-1 0,-1-1 0,-2 3-95,-15 18 153,-2-1 0,0-1 0,-3-1 0,0-2 0,-2-1 0,-4 0-153,34-25-2,1-1-1,-1 0 1,0-1 0,0 1 0,0 0-1,0-1 1,0 0 0,0 0 0,-1 1-1,1-2 1,0 1 0,-1 0-1,0-1 3,3 0-48,0 0 0,0-1 0,0 1 0,0-1-1,0 1 1,0-1 0,0 1 0,0-1 0,0 1-1,0-1 1,0 0 0,0 0 0,1 1 0,-1-1-1,0 0 1,1 0 0,-1 0 0,0 0-1,1 0 1,-1 0 0,1 0 0,-1 0 0,1 0-1,0 0 1,-1 0 0,1 0 0,0 0 0,0 0-1,0-1 1,0 1 0,0 0 0,0 0 0,0 0-1,0 0 1,0 0 0,0 0 0,1-1-1,-1 1 1,0 0 48,1-3-372,-1 0-1,1 0 0,0 0 1,0 0-1,0 1 0,0-1 1,1 0-1,0 1 0,0-1 1,0 1-1,0-1 0,0 1 1,0 0-1,1 0 0,0 0 1,1-1 372,24-27-4988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2.568"/>
    </inkml:context>
    <inkml:brush xml:id="br0">
      <inkml:brushProperty name="width" value="0.05" units="cm"/>
      <inkml:brushProperty name="height" value="0.05" units="cm"/>
    </inkml:brush>
  </inkml:definitions>
  <inkml:trace contextRef="#ctx0" brushRef="#br0">332 0 8130,'0'0'3629,"0"0"-922,0 0-337,0 0-398,0 0-528,-27 3-363,-88 14-257,109-16-734,-1 1 0,1 0 0,0 1 0,0 0 0,0-1 0,0 2 1,0-1-1,1 1 0,-1 0 0,1 0 0,0 0 0,1 1 0,-1 0 0,1 0 0,-1 0 1,1 0-1,1 1 0,-1-1 0,1 1 0,-2 4-90,-3 5 237,-4 7-39,1 1 0,1 1 0,1 0 0,1 0 1,2 0-1,0 1 0,1 0 0,2 1 0,0-1 0,2 1 1,1-1-1,1 11-198,0-32 8,-1 0-1,1 0 1,0 0 0,0 0 0,0 0 0,0 0 0,1 0 0,-1 0-1,1-1 1,0 1 0,1 0 0,-1-1 0,0 0 0,1 1 0,0-1 0,2 2-8,1 0 19,0-1 0,0 0 0,0 0 0,0 0 1,1-1-1,0 1 0,0-2 0,0 1 1,2 0-20,15 3-173,0-2 1,0 0 0,0-1 0,1-2 0,12-1 172,71-1-6116,-66-8-1505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2.987"/>
    </inkml:context>
    <inkml:brush xml:id="br0">
      <inkml:brushProperty name="width" value="0.05" units="cm"/>
      <inkml:brushProperty name="height" value="0.05" units="cm"/>
    </inkml:brush>
  </inkml:definitions>
  <inkml:trace contextRef="#ctx0" brushRef="#br0">0 1 12187,'0'0'4048,"0"0"-1639,0 0-449,0 0-1191,0 0-281,0 0-24,0 0-96,170 0-208,-141 0-104,-5 0-48,2 0-8,-6 0-336,1 0-992,-9 5-1689,-7 0-1512,-5 3-4641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3.327"/>
    </inkml:context>
    <inkml:brush xml:id="br0">
      <inkml:brushProperty name="width" value="0.05" units="cm"/>
      <inkml:brushProperty name="height" value="0.05" units="cm"/>
    </inkml:brush>
  </inkml:definitions>
  <inkml:trace contextRef="#ctx0" brushRef="#br0">1 1 11707,'0'0'3208,"0"0"-431,0 0 39,0 0-1223,0 0-673,0 0-184,0 0-144,102 42-264,-58-42-168,6 0-160,23 0-136,-12 0-1880,-8-5-3257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3.694"/>
    </inkml:context>
    <inkml:brush xml:id="br0">
      <inkml:brushProperty name="width" value="0.05" units="cm"/>
      <inkml:brushProperty name="height" value="0.05" units="cm"/>
    </inkml:brush>
  </inkml:definitions>
  <inkml:trace contextRef="#ctx0" brushRef="#br0">111 1 12739,'0'0'3046,"0"0"-339,0 0-343,0 0-1034,0 0-699,0 0-107,-16 10 203,-50 39 14,62-44-671,1-1 0,0 1 0,0 0 0,0 0 0,1 0 0,0 1 0,0-1 0,0 1 0,1-1 0,-1 1 0,2-1 0,-1 1 0,0 0 0,1-1 1,0 1-1,0 0 0,1 0 0,0-1 0,0 1 0,0 0-70,1 19 182,-1-16-157,0 0 1,1 0-1,0 0 0,1 0 0,0 0 0,0-1 0,1 1 0,0-1 0,1 0 1,0 0-1,0 0 0,0-1 0,1 0 0,0 0 0,1 0 0,-1-1 0,1 1 1,0-2-1,1 1 0,0-1 0,0 0 0,3 1-25,0 0 7,1 0 0,-1-1-1,1 0 1,0-1 0,0 0 0,0-1 0,0 0-1,0-1 1,1-1 0,0 0 0,-1 0 0,1-1-1,-1-1 1,1 0 0,-1-1 0,8-2-7,-16 3 6,-1 0 1,0-1 0,1 0-1,-1 0 1,0 1 0,0-2 0,0 1-1,0 0 1,0-1 0,0 1-1,-1-1 1,0 0 0,1 0-1,-1 0 1,0 0 0,0 0-1,0 0 1,-1-1 0,1 1-1,-1-1 1,0 1 0,0-1-1,0 1 1,0-4-7,2-11 157,-1 0 1,-1 0-1,0 0 0,-2-12-157,0 6 308,1 16-247,0 1 0,-1 0 0,0 0 0,0 0 0,-1 0-1,0 0 1,0 1 0,-1-1 0,0 0 0,0 1 0,-1 0-1,1 0 1,-1 0 0,0 0 0,-1 0 0,0 1 0,0 0-1,0 0 1,-5-4-61,2 4-92,0-1-1,0 1 0,0 0 0,-1 1 0,1 0 1,-1 0-1,0 1 0,-1 0 0,1 1 1,0 0-1,-1 0 0,1 1 0,-1 0 1,-2 1 92,11 0-70,0 0-1,0 0 1,0 0 0,1 0 0,-1 0 0,0 0 0,0 0 0,0 1 0,1-1 0,-1 0-1,0 0 1,1 1 0,-1-1 0,0 0 0,0 1 0,1-1 0,-1 1 0,1-1 0,-1 1-1,0-1 1,1 1 0,-1 0 0,1-1 0,0 1 0,-1 0 0,1-1 0,-1 1 0,1 0-1,0 0 1,-1-1 0,1 1 0,0 0 0,0 0 70,-1 29-4587,2-16 79,-1 11-8827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4.270"/>
    </inkml:context>
    <inkml:brush xml:id="br0">
      <inkml:brushProperty name="width" value="0.05" units="cm"/>
      <inkml:brushProperty name="height" value="0.05" units="cm"/>
    </inkml:brush>
  </inkml:definitions>
  <inkml:trace contextRef="#ctx0" brushRef="#br0">343 33 11442,'0'0'4203,"0"0"-1268,0 0-937,0 0-898,0 0-564,0 0-161,-4-1-48,-22-1 2088,26 1-2308,0-1 0,0 1 0,0-1 1,0 1-1,1-1 0,-1 1 1,0 0-1,0-1 0,1 1 0,-1 0 1,1-1-1,-1 1 0,1 0 0,0-1 1,0 1-1,-1 0 0,1 0 0,0 0 1,0 0-108,0 0 1,0 1 1,-1-1 0,1 1-1,0 0 1,0 0 0,0-1 0,-1 1-1,1 0 1,0 0 0,0 0 0,0 0-1,0 0 1,-1 0 0,1 0 0,0 0-1,0 0 1,0 0 0,0 0 0,-1 1-1,1-1 1,0 0 0,0 1 0,-1-1-1,1 0 1,0 1 0,0-1 0,-1 1-1,1-1 1,0 1 0,-1-1 0,1 1-1,-1 0 1,1-1 0,-1 1-1,1 0 1,-1-1-2,3 32 64,-3-20-50,-1-9 2,1 0 0,-1 0 1,0 0-1,0 0 0,0 0 1,0-1-1,0 1 0,0 0 1,-1 0-1,0-1 0,1 1 1,-1-1-1,0 1 1,0-1-1,0 0 0,-1 0 1,1 0-1,0 0 0,-1 0 1,0 0-17,-64 37 254,25-16-203,27-10-241,1-1 1,1 1 0,0 1-1,1 1 1,1 0 0,0 0-1,-4 9 190,-7 7-539,-18 26-1530,-3 3-2550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8.711"/>
    </inkml:context>
    <inkml:brush xml:id="br0">
      <inkml:brushProperty name="width" value="0.05" units="cm"/>
      <inkml:brushProperty name="height" value="0.05" units="cm"/>
    </inkml:brush>
  </inkml:definitions>
  <inkml:trace contextRef="#ctx0" brushRef="#br0">346 308 9498,'0'0'3609,"0"0"-1657,0 0-286,0 0-573,0 0-404,-3-18 124,2 8-706,-3-21 1493,-1-1-1,-1 1 0,-10-26-1599,-36-71 2977,61 186-2853,-4-43-125,56 177-211,-53-157 99,-1 0-1,-2 1 1,-1-1-1,-1 26 114,-3-60-112,0 1 0,-1-1 0,1 1 0,0-1 1,0 1-1,-1-1 0,1 1 0,-1-1 0,1 0 0,-1 1 0,1-1 0,-1 0 1,0 1-1,0-1 0,0 0 0,0 0 0,0 0 0,0 1 0,0-1 0,0 0 1,0-1-1,0 1 0,0 0 0,-1 0 0,1 0 0,0-1 0,-1 1 0,1-1 1,-2 1 110,-49 7-4251,17-4 2052,-11 11 1921,0 2 0,2 2 0,-19 11 279,63-30 9,-4 2 94,1-1 1,-1 1-1,1-1 1,0 1-1,0 0 1,0 0-1,0 1 0,0-1 1,0 1-1,0-1 1,1 1-1,-1 0 1,1 0-1,0 0 1,0 0-1,0 1-103,28-3 2887,70-7-2132,-1-4-1,-1-4 1,9-6-755,14-1-3623,-66 11-3067</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09.211"/>
    </inkml:context>
    <inkml:brush xml:id="br0">
      <inkml:brushProperty name="width" value="0.05" units="cm"/>
      <inkml:brushProperty name="height" value="0.05" units="cm"/>
    </inkml:brush>
  </inkml:definitions>
  <inkml:trace contextRef="#ctx0" brushRef="#br0">228 1 3513,'0'0'7752,"0"0"-4763,0 0-1889,0 0-297,0 0-228,0 0-105,-3 0 148,-17 1 406,-11 1 4567,33 0-5571,0 0 0,0 0 0,0 0 1,0 1-1,0-1 0,0 0 0,-1 1 0,1-1 1,-1 1-1,1 0 0,-1-1 0,0 1 1,0 0-1,-1 0 0,1 0 0,0 0 1,-1 0-1,0 0 0,0 0 0,0-1 1,0 1-1,0 0 0,0 2-20,-1 3 11,1 0 0,-1 0 0,0 0-1,-1 0 1,1 0 0,-2 0 0,1 0 0,-2 2-11,-9 9-63,0 0 1,-1-1-1,-1-1 1,-1 0-1,0-1 1,-16 11 62,1 1-1363,-3 3-3386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0.955"/>
    </inkml:context>
    <inkml:brush xml:id="br0">
      <inkml:brushProperty name="width" value="0.05" units="cm"/>
      <inkml:brushProperty name="height" value="0.05" units="cm"/>
    </inkml:brush>
  </inkml:definitions>
  <inkml:trace contextRef="#ctx0" brushRef="#br0">135 154 3393,'0'0'3831,"0"0"-1516,0 0-498,0 0-430,0 0-240,0 0 12,-5 0-238,4 1-809,0-1 0,-1 0 0,1 0 0,0 0 0,0 0 0,-1 0 0,1 0 0,0-1 0,0 1 0,0 0 0,0 0 0,-1-1 0,1 1 0,0-1 0,0 1 0,0-1 0,0 0 0,0 1 0,0-1 0,0 0 0,0 0 0,0 1 0,1-1 0,-1 0 0,0 0 0,0 0 0,1 0 0,-1 0 0,0-1-112,0-1 200,0-1 0,0 1 0,1-1 1,-1 1-1,1-1 0,0 1 0,0-1 1,0 1-1,0-1 0,1 1 0,-1-1 1,2-2-201,-1 2 52,1 0 1,0 0-1,1 0 0,-1 0 1,1 1-1,-1-1 1,1 1-1,0-1 1,0 1-1,1 0 1,-1 0-1,1 0 1,-1 1-1,1-1 0,0 1 1,0 0-53,7-4 98,-1 0 1,1 1-1,0 0 0,0 1 1,6-2-99,-15 6 5,1-1 0,-1 0 1,0 1-1,0-1 0,1 1 1,-1-1-1,0 1 0,1 0 1,-1 0-1,0 0 0,1 1 0,-1-1 1,0 0-1,1 1 0,-1 0 1,0-1-1,0 1 0,0 0 1,1 0-1,-1 0 0,0 0 1,0 1-1,-1-1 0,1 1 1,0-1-1,0 1 0,-1-1 1,1 1-1,-1 0 0,1 0 1,-1 0-1,0 0 0,1 2-5,1 4 14,0 0-1,-1 1 0,0 0 1,0-1-1,-1 1 1,0 0-1,-1 0 0,0 6-13,-2 7 20,0-1 1,-1 0-1,-1 0 0,-1 0 0,-1 0 0,0-1 0,-9 17-20,-9 15 11,-3 0 0,-12 15-11,18-35 271,-2 0-1,-1-2 1,-2 0 0,-1-2 0,-21 16-271,124-72 2384,-73 27-2376,7-4-13,1 1 0,0 1-1,-1 0 1,1 0 0,1 1 5,-8 2-6,0 0 1,0 0 0,0 0-1,0 0 1,0 1-1,0 0 1,0-1 0,0 1-1,0 1 1,0-1 0,0 1-1,0-1 1,-1 1 0,1 0-1,0 2 6,2-1-10,-1 0-1,1 0 0,0 0 0,0 0 0,0-1 0,0 0 0,0 0 0,0-1 0,0 0 0,1 0 0,-1 0 0,1-1 0,-1 0 1,0 0-1,7-1 11,37-13-2930,1-10-4655,-27 11-1996</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1.395"/>
    </inkml:context>
    <inkml:brush xml:id="br0">
      <inkml:brushProperty name="width" value="0.05" units="cm"/>
      <inkml:brushProperty name="height" value="0.05" units="cm"/>
    </inkml:brush>
  </inkml:definitions>
  <inkml:trace contextRef="#ctx0" brushRef="#br0">425 32 9674,'0'0'3816,"0"0"-1289,0 0-447,0 0-546,0 0-471,0 0-174,-1-5-94,-6-21 1064,7 26-1175,0 0-249,0 10-76,-2 3-329,0-1-1,0 1 1,-1 0 0,0-1 0,-1 0 0,-1 1-1,0-2 1,-1 1 0,0 0 0,0-1-1,-2-1 1,1 1 0,-1-1 0,-1 0 0,1-1-1,-2 0 1,-3 3-30,-26 22-720,-1-2-1,-1-2 1,-34 18 720,15-12-5739,6-10-6733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2.435"/>
    </inkml:context>
    <inkml:brush xml:id="br0">
      <inkml:brushProperty name="width" value="0.05" units="cm"/>
      <inkml:brushProperty name="height" value="0.05" units="cm"/>
    </inkml:brush>
  </inkml:definitions>
  <inkml:trace contextRef="#ctx0" brushRef="#br0">122 31 10114,'0'0'2878,"0"0"-568,0 0-334,0 0-679,0 0-523,0 0-25,14-4-93,7-3-404,0 2 1,0 0-1,0 1 1,1 1-1,-1 1 1,22 1-253,-42 1 2,-1 0 0,1 1 0,0-1 0,0 0 0,0 0 0,0 1 0,-1-1 1,1 1-1,0-1 0,0 1 0,-1-1 0,1 1 0,0-1 0,-1 1 0,1-1 0,0 1 0,-1 0 1,1-1-1,-1 1 0,1 0 0,-1 0 0,0-1 0,1 1 0,-1 0 0,0 0 0,1 0 0,-1 0-2,2 32 66,-2-25-50,-1 0 0,-1 0 0,0 0 0,0 0-1,0 0 1,-4 5-16,-6 3 18,0 0-1,-1-1 1,-1 0 0,0-1-1,-1-1 1,0 0-1,-1-2 1,-1 1 0,0-2-1,-15 8-17,45-26 82,1 0-1,0 2 1,0 0-1,1 0 1,0 2-1,0-1 1,0 2-1,1 0 1,-1 1-1,6 0-81,-18 2-5,-1 0 1,1 0-1,0-1 0,0 2 1,-1-1-1,1 0 0,0 1 1,-1-1-1,1 1 0,0 0 0,-1 0 1,1 0-1,-1 0 0,1 0 1,-1 0-1,0 1 0,1-1 1,-1 1-1,0 0 0,0-1 1,0 1-1,0 0 0,0 0 1,-1 1-1,1-1 0,0 0 1,-1 1-1,0-1 0,0 0 0,0 1 1,0-1-1,0 1 0,0 0 1,0-1-1,-1 1 0,1 0 1,-1 0-1,0-1 0,0 2 5,1 0 12,0 1 0,0-1 0,0 0 0,-1 1 0,0-1 0,0 1 0,0-1 0,0 0 0,-1 1 0,0-1 0,0 0 0,0 1 0,0-1 0,-1 0 0,1 0-1,-1 0 1,0 0 0,0 0 0,-1 0 0,1-1 0,-1 1 0,0-1 0,0 1 0,0-1 0,-1 0-12,-16 11 128,-1-2 1,-1 0-1,0-1 0,-1-1 0,0-2 0,0 0 1,-1-1-1,0-2 0,0 0 0,0-1 1,-1-2-1,1 0 0,-6-2-128,29 0-29,0 0 1,1 0-1,-1-1 0,1 1 0,-1 0 1,1 0-1,-1-1 0,1 1 1,-1 0-1,1 0 0,-1-1 0,1 1 1,-1 0-1,1-1 0,-1 1 1,1-1-1,0 1 0,-1-1 0,1 1 1,0-1-1,-1 1 0,1-1 1,0 1-1,0-1 0,-1 1 0,1-1 1,0 1-1,0-1 0,0 0 1,0 1-1,0-1 0,0 1 0,0-1 1,0 1-1,0-1 0,0 0 1,0 1-1,0-1 0,0 1 0,1-1 1,-1 1-1,0-1 0,0 1 0,0-1 1,1 1-1,-1-1 0,0 1 1,1-1-1,-1 1 0,1-1 0,-1 1 1,0-1-1,1 1 0,-1 0 1,1-1-1,-1 1 0,1 0 0,0-1 29,8-2-1203,0 1-1,0 0 0,0 0 1,0 0-1,7 1 1204,-5-1-1755,30-3-5704</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2.781"/>
    </inkml:context>
    <inkml:brush xml:id="br0">
      <inkml:brushProperty name="width" value="0.05" units="cm"/>
      <inkml:brushProperty name="height" value="0.05" units="cm"/>
    </inkml:brush>
  </inkml:definitions>
  <inkml:trace contextRef="#ctx0" brushRef="#br0">167 1 4241,'0'0'10394,"0"0"-8449,0 0 743,0 0-639,-38 144-881,12-99-576,0-5-240,-4-6-184,7-5-104,5-5-64,13-6-288,5-13-1952,0-5-3794</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3.129"/>
    </inkml:context>
    <inkml:brush xml:id="br0">
      <inkml:brushProperty name="width" value="0.05" units="cm"/>
      <inkml:brushProperty name="height" value="0.05" units="cm"/>
    </inkml:brush>
  </inkml:definitions>
  <inkml:trace contextRef="#ctx0" brushRef="#br0">124 8 6633,'0'0'8597,"0"0"-3805,0 0-2133,0 0-761,0 0-801,0 0-498,0-1-581,-1 1 0,1-1 0,0 1 0,0 0 0,-1-1 0,1 1 0,0-1 0,-1 1 0,1 0 1,-1-1-1,1 1 0,0 0 0,-1 0 0,1-1 0,-1 1 0,1 0 0,-1 0 0,1 0 0,-1-1 0,1 1 0,-1 0 0,1 0 0,-1 0 0,1 0 0,-1 0 0,1 0 1,-1 0-1,1 0 0,-1 0 0,1 0 0,-1 0 0,1 0 0,-1 1 0,1-1 0,-1 0 0,1 0 0,-1 1-18,-4 5 97,1 1 0,0 0 0,0 1 0,1-1-1,0 1 1,0 0 0,0-1 0,1 2-97,-12 28 197,-5 1-119,13-28-62,0 1 1,1 0-1,0 1 1,0-1 0,1 1-1,1-1 1,0 1-1,1 1 1,-1 7-17,3-19 1,1 0 0,0 0-1,-1-1 1,1 1 0,0 0 0,-1-1-1,1 1 1,0 0 0,0-1 0,-1 1-1,1-1 1,0 1 0,0-1 0,0 0-1,0 1 1,0-1 0,0 0 0,0 0 0,-1 1-1,1-1 1,0 0 0,0 0 0,0 0-1,1 0 0,31 2 46,-28-2-33,57 4-7,-6 0-1765,51-4 1759,-102-1-540,0 0 0,0-1 0,0 0 0,0 0 0,0 0 0,0 0 0,-1-1 0,1 0 0,-1 0 0,0 0 0,0 0 1,0-1-1,0 1 0,-1-1 0,1 0 0,-1 0 0,1-1 540,-1 1-904,18-22-7493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3.492"/>
    </inkml:context>
    <inkml:brush xml:id="br0">
      <inkml:brushProperty name="width" value="0.05" units="cm"/>
      <inkml:brushProperty name="height" value="0.05" units="cm"/>
    </inkml:brush>
  </inkml:definitions>
  <inkml:trace contextRef="#ctx0" brushRef="#br0">112 1 3545,'0'0'9495,"0"0"-4954,0 0-1102,0 0-1215,0 0-1105,0 0-554,-4 14 111,-94 429 1774,96-429-2580,0-6-410,0 0-1,1 1 0,0-1 1,0 1-1,1-1 0,0 1 1,1 0 540,2-2-5296,8-6-3714</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3.827"/>
    </inkml:context>
    <inkml:brush xml:id="br0">
      <inkml:brushProperty name="width" value="0.05" units="cm"/>
      <inkml:brushProperty name="height" value="0.05" units="cm"/>
    </inkml:brush>
  </inkml:definitions>
  <inkml:trace contextRef="#ctx0" brushRef="#br0">252 0 17068,'0'0'4089,"0"0"-3457,0 0 704,0 0-160,0 0-488,0 0-208,-155 166 97,120-126-361,6-9-128,8-4-80,10-4-8,11 1-697,0-14-1439,0-2-3993</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8:14.596"/>
    </inkml:context>
    <inkml:brush xml:id="br0">
      <inkml:brushProperty name="width" value="0.05" units="cm"/>
      <inkml:brushProperty name="height" value="0.05" units="cm"/>
    </inkml:brush>
  </inkml:definitions>
  <inkml:trace contextRef="#ctx0" brushRef="#br0">331 49 9850,'0'0'2551,"0"0"-146,0 0-501,0 0-873,0 0-620,0 0-267,17-3-116,28-3-67,0 1 1,10 3 38,-42-1-7490,-30-4 6834,-30-5 4739,32 9-3326,-1 0 0,0 1 0,0 0-1,0 2 1,0 0 0,0 0 0,-1 2-757,11-1 159,1 0 0,-1 0 1,1 1-1,0 0 0,0 0 0,-1 1 1,1-1-1,1 1 0,-1 0 0,0 1 1,1-1-1,-1 1 0,1-1 0,0 1 1,0 1-1,1-1 0,-1 0 0,1 1 1,0 0-1,0 0 0,0 1-159,-3 7 219,1 1 0,1-1-1,0 1 1,0 0 0,2 0-1,0 0 1,0 0 0,1 0 0,1 0-1,1 8-218,3-20 27,0-1-1,0 0 1,0 0 0,0 0-1,1 0 1,-1-1-1,0 0 1,0 0 0,1 0-1,-1 0 1,3-1-27,-1 1 19,20-2 21,1 0-1,24-6-39,-25 3-16,1 2 0,25-1 16,-50 5-5,-1-1 0,1 1 1,-1-1-1,1 1 0,-1 0 0,0 0 0,0 0 0,1-1 0,-1 1 1,0 0-1,0 1 0,0-1 0,0 0 0,0 0 0,0 0 0,0 1 1,-1-1-1,1 0 0,0 1 0,-1-1 0,1 1 0,-1-1 0,1 1 1,-1-1-1,0 1 0,1-1 0,-1 1 0,0-1 0,0 1 1,0-1-1,0 1 5,2 60-33,-3-51 19,2-5 17,-1 0 1,0 0-1,-1 0 1,0 0-1,0 0 1,0 0-1,0 0 1,-1 0-1,0 0 1,0 0-1,-1-1 1,0 1-1,0-1 1,0 0-1,0 1 1,-1-2-1,0 1 1,0 0-1,0-1 1,-1 0-1,0 0 1,1 0-1,-1 0 1,-1-1-1,1 0 1,0 0-1,-1 0 1,1-1-1,-1 1 1,0-2-1,0 1 1,-6 1-4,-56 3 836,0-2 0,-54-5-836,35 0-5932,66 1-332</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3.781"/>
    </inkml:context>
    <inkml:brush xml:id="br0">
      <inkml:brushProperty name="width" value="0.05" units="cm"/>
      <inkml:brushProperty name="height" value="0.05" units="cm"/>
    </inkml:brush>
  </inkml:definitions>
  <inkml:trace contextRef="#ctx0" brushRef="#br0">186 234 13483,'0'0'2422,"0"0"148,0 0-9,0 0-687,0 0-532,0-15-321,0-36 28,0 46-88,0 42-627,-23 1356 1631,18-1301-1941,-5 17-24,10-109 2,0 0 1,0 1-1,0-1 0,0 0 0,0 0 0,0 1 0,0-1 1,0 0-1,0 0 0,0 1 0,0-1 0,0 0 0,0 0 0,0 0 1,0 1-1,0-1 0,0 0 0,0 0 0,-1 1 0,1-1 1,0 0-1,0 0 0,0 0 0,0 1 0,0-1 0,-1 0 0,1 0 1,0 0-1,0 0 0,0 1 0,0-1 0,-1 0 0,1 0 1,0 0-1,0 0 0,-1 0 0,1 0 0,0 0 0,0 0 0,0 1 1,-1-1-1,1 0 0,0 0 0,0 0 0,-1 0 0,1 0 1,0 0-1,0 0 0,-1 0 0,1-1 0,0 1-2,-11-12 70,-6-21-36,-9-51-94,3-1 1,4-1-1,4-1 1,4 0-1,2-20 60,-1-166-30,12-3 30,2 220-21,1 0 1,4 1 0,1 0-1,3 0 1,3 1 0,1 1 0,3 0-1,3 2 1,10-16 20,-29 59-2,1 0 0,0 0-1,1 0 1,0 0 0,0 1 0,0 0-1,1 0 1,0 1 0,1 0 0,-1 0 0,1 1-1,0 0 1,1 0 0,-1 1 0,1 0 0,6-2 2,-9 4-8,1 0 0,0 1 0,0 0 0,0 0 1,0 0-1,0 1 0,0 0 0,0 1 0,0-1 1,0 1-1,-1 1 0,1-1 0,0 1 1,0 0-1,-1 1 0,1 0 0,-1 0 0,0 0 1,0 0-1,0 1 0,0 0 0,4 5 8,6 6-2,0 0 0,-1 1 0,0 1 0,-2 0 0,0 1 0,-1 1 0,-1 0 0,0 0 0,-2 1 0,0 0 0,-2 1 0,0 0 0,-1 0 0,-1 1 0,-1-1 0,-1 1 0,-1 0 0,0 0 0,-2 12 2,-1-20 9,-1 0 0,0 1 0,-1-1 0,-1-1 0,0 1 0,0 0 0,-2-1 0,0 0 0,0 0 0,-1 0 1,0-1-1,-1 0 0,-1 0-9,-26 32 110,-1-2 0,-32 28-110,37-38 19,8-8-6,10-9-7,0 0 0,-2-1 0,0-1 0,0 0 0,-1-1 0,-1-1 0,0 0-6,14-10-63,1 0-1,-1 1 1,0-1 0,1 0 0,-1-1 0,0 1 0,0 0 0,0-1 0,1 0 0,-1 1 0,0-1 0,0 0 0,0-1-1,0 1 1,0 0 0,1-1 0,-1 1 0,-1-2 63,2 2-179,1-1 0,-1 0 0,1 0 0,-1 0 0,1 0 0,0 0 0,0 0 0,-1-1 0,1 1 0,0 0 0,0-1 0,0 1 0,0-1 0,0 1 0,1-1 0,-1 1 0,0-1 0,1 1 1,-1-1-1,1 0 0,0 1 0,-1-1 0,1 0 0,0 1 0,0-1 0,0 0 0,0 0 179,0-32-7791,0-3-6654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4.123"/>
    </inkml:context>
    <inkml:brush xml:id="br0">
      <inkml:brushProperty name="width" value="0.05" units="cm"/>
      <inkml:brushProperty name="height" value="0.05" units="cm"/>
    </inkml:brush>
  </inkml:definitions>
  <inkml:trace contextRef="#ctx0" brushRef="#br0">210 0 15427,'0'0'2950,"0"0"231,0 0-1737,-16 25-650,4-9-628,-6 10 144,0 0-1,2 1 1,1 1 0,1 1 0,-8 26-310,3 4 301,2 1 0,3 1 0,3 0 1,2 1-1,3 0 0,3 0 0,4 36-301,-1-86 12,2 0 0,0 0-1,0 0 1,1-1-1,0 1 1,1-1 0,1 1-1,0-1 1,0 0 0,1-1-1,0 1 1,6 6-12,-6-10-20,0 0 0,0 0 0,0-1 0,1 0 0,0 0 0,0 0 1,1-1-1,0 0 0,0 0 0,0-1 0,0 0 0,1-1 0,-1 0 0,1 0 0,0 0 1,8 0 19,-4-1-370,1-1 0,-1 0 1,1-1-1,-1-1 1,1 0-1,-1-1 0,0 0 1,1-1-1,3-1 370,-4-1-1137,0 0-1,-1 0 1,1-1-1,-1-1 1,8-6 1137,31-25-6328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4.458"/>
    </inkml:context>
    <inkml:brush xml:id="br0">
      <inkml:brushProperty name="width" value="0.05" units="cm"/>
      <inkml:brushProperty name="height" value="0.05" units="cm"/>
    </inkml:brush>
  </inkml:definitions>
  <inkml:trace contextRef="#ctx0" brushRef="#br0">1 1 15915,'0'0'2713,"0"0"-377,0 0-311,0 0-185,181 181-495,-119-102-297,-1 0-408,3-2-296,-2-9-208,-1-7-80,-8-14-40,-9-10-16,-9-11 0,-14-13-424,-10-10-568,-11-3-721,0-24-1223,0-5-4898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4.865"/>
    </inkml:context>
    <inkml:brush xml:id="br0">
      <inkml:brushProperty name="width" value="0.05" units="cm"/>
      <inkml:brushProperty name="height" value="0.05" units="cm"/>
    </inkml:brush>
  </inkml:definitions>
  <inkml:trace contextRef="#ctx0" brushRef="#br0">477 1 14803,'0'0'4917,"0"0"-2900,0 0-537,-11 27-128,-63 136 1374,-11 5-2726,-111 137 1506,90-146-1473,102-150-654,7-8-1604,12-8-2105,-13 6 4167,24-15-6665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5.204"/>
    </inkml:context>
    <inkml:brush xml:id="br0">
      <inkml:brushProperty name="width" value="0.05" units="cm"/>
      <inkml:brushProperty name="height" value="0.05" units="cm"/>
    </inkml:brush>
  </inkml:definitions>
  <inkml:trace contextRef="#ctx0" brushRef="#br0">1 21 16412,'0'0'3144,"0"0"-951,0 0-841,0 0-816,0 0-104,0 0-80,172 0-208,-119 0-144,8-5-48,-14-3-1488,-9 0-4225</inkml:trace>
  <inkml:trace contextRef="#ctx0" brushRef="#br0" timeOffset="1">156 279 3489,'0'0'15107,"0"0"-11426,0 0-1217,0 0-1135,0 0-409,0 0-608,0 0-176,90 19-136,-25-19-16,2-13-440,30-14-736,-21 4-2689,-12-1-3593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5.541"/>
    </inkml:context>
    <inkml:brush xml:id="br0">
      <inkml:brushProperty name="width" value="0.05" units="cm"/>
      <inkml:brushProperty name="height" value="0.05" units="cm"/>
    </inkml:brush>
  </inkml:definitions>
  <inkml:trace contextRef="#ctx0" brushRef="#br0">0 47 12803,'0'0'3749,"0"0"-1236,26-8 76,84-23-814,-101 29-1595,0 0 0,1 0-1,-1 1 1,0 0 0,5 1-180,-11 0 45,-1 0-1,1 1 1,-1-1-1,0 0 1,1 1 0,-1 0-1,0-1 1,1 1-1,-1 0 1,0 0 0,0 0-1,0 1 1,0-1-1,1 1-44,-1 1 47,0 0 0,0 0 0,-1 0 0,1 0 1,-1 0-1,1 0 0,-1 1 0,0-1 0,0 0 0,-1 1 0,1-1 0,-1 0 0,1 1 0,-1-1 0,0 1 0,-1-1 0,1 1 0,-1-1 0,1 0 0,-1 1 0,0 0-47,-1 3 59,0 1 0,-1 0 0,0-1-1,0 1 1,-1-1 0,0 0 0,0 0 0,0 0-1,-1-1 1,0 0 0,0 0 0,-1 0 0,0 0 0,0-1-1,-1 1-58,-20 15 72,-1-1 0,-28 15-72,55-35 1,0 3-57,12-3-188,5 0 231,0 1 0,0 0-1,-1 1 1,1 1 0,-1 0 0,1 1-1,-1 1 1,9 4 13,-18-6 9,0 0-1,1 0 1,-2 1 0,1 0-1,0 0 1,-1 0 0,1 1-1,-1 0 1,0 0 0,-1 0-1,0 0 1,1 1 0,-2 0-1,1 0 1,-1 0 0,1 0-1,-2 1 1,1-1 0,-1 1-1,0-1 1,0 3-9,0-2 63,-1 1 1,0 0-1,0 0 1,-1 0-1,0 0 1,-1 0-1,1 0 1,-1 0-1,-1-1 1,0 1-1,0 0 0,0-1 1,-1 1-1,0-1 1,0 0-1,-1 0 1,0 0-1,-1 0 1,1-1-1,-5 5-63,1-2 50,-1 0-1,0-1 1,-1 0 0,0-1-1,-1 0 1,1 0-1,-1-1 1,0 0 0,-1-1-1,1 0 1,-1-1-1,-12 2-49,11-3-295,-1-1 0,1-1 0,-1 0-1,-12-1 296,13 0-1963,12-1-1986,1-1-2866</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5.915"/>
    </inkml:context>
    <inkml:brush xml:id="br0">
      <inkml:brushProperty name="width" value="0.05" units="cm"/>
      <inkml:brushProperty name="height" value="0.05" units="cm"/>
    </inkml:brush>
  </inkml:definitions>
  <inkml:trace contextRef="#ctx0" brushRef="#br0">0 0 11570,'0'0'4988,"0"0"-2139,0 0 91,0 0-1417,26 9-301,-11-4-1024,2 0-11,0 0 0,0 2 0,-1 0 0,0 1 0,0 1 0,-1 0-1,0 1 1,0 0 0,-1 1 0,9 10-187,-5-1 152,-1 1 0,-1 1 1,-1 0-1,-2 1 0,0 0 0,-1 1 0,-1 1 0,-1 0 1,-2 0-1,0 1 0,0 9-152,1 13 206,-2-1 0,-2 1 0,-3 0-1,-1 1 1,-6 42-206,1-60 141,-1-1 0,-1 0 0,-1 0 0,-2-1 0,-1 0-1,-13 26-140,0-9 52,-1-2-1,-2 0 0,-27 31-51,52-74-405,1-1-382,2-1 594,0 1-1,0-1 1,0 0-1,0 0 1,0 0-1,-1 0 1,1 0-1,0-1 1,-1 1-1,1 0 1,-1-1-1,0 1 1,1-1 193,5-4-866,27-22-4448,1-4-3962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6.332"/>
    </inkml:context>
    <inkml:brush xml:id="br0">
      <inkml:brushProperty name="width" value="0.05" units="cm"/>
      <inkml:brushProperty name="height" value="0.05" units="cm"/>
    </inkml:brush>
  </inkml:definitions>
  <inkml:trace contextRef="#ctx0" brushRef="#br0">0 48 5153,'0'0'11283,"0"0"-8715,0 0 217,0 0-1521,0 0-560,0 0-160,199-31-24,-140 25-208,-7 1-168,-8 0-144,-9 5-8,-23 0-1552,-9 0-4209,-3 16-7770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6.659"/>
    </inkml:context>
    <inkml:brush xml:id="br0">
      <inkml:brushProperty name="width" value="0.05" units="cm"/>
      <inkml:brushProperty name="height" value="0.05" units="cm"/>
    </inkml:brush>
  </inkml:definitions>
  <inkml:trace contextRef="#ctx0" brushRef="#br0">0 77 10658,'0'0'8466,"0"0"-7442,0 0 1121,0 0-1145,0 0-192,0 0-456,188 0-232,-115-21-120,0 0-8,18 5-624,-18 3-1328,-15 8-3329</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7.149"/>
    </inkml:context>
    <inkml:brush xml:id="br0">
      <inkml:brushProperty name="width" value="0.05" units="cm"/>
      <inkml:brushProperty name="height" value="0.05" units="cm"/>
    </inkml:brush>
  </inkml:definitions>
  <inkml:trace contextRef="#ctx0" brushRef="#br0">184 0 3745,'0'0'7835,"0"0"-4341,0 0-1242,0 0-353,0 0-448,0 0-342,0 0-232,0 0-165,0 0-76,0 3-75,-3 7-328,-1 0 0,0 1 1,-1-2-1,0 1 1,0-1-1,-4 6-233,-17 31 304,6 1-151,3 0-1,2 1 1,2 0 0,2 1-1,2 1 1,2 8-153,-7 104 436,7 41-436,6-176 15,-1 76 67,-5 93 112,10 1 1,17 98-195,-3-196 42,6-1 0,3-1 0,18 37-42,-3-7 15,4 38-15,-41-145-185,1 4 207,1-1 0,0 0 1,2 0-1,6 12-22,-10-27-367,0-1 0,0 0 0,1 0 0,0-1 0,1 1 0,3 3 367,-3-5-894,0 0 1,0 0-1,0 0 0,1-1 1,-1 0-1,1-1 0,7 4 894,18 4-6657</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8.224"/>
    </inkml:context>
    <inkml:brush xml:id="br0">
      <inkml:brushProperty name="width" value="0.05" units="cm"/>
      <inkml:brushProperty name="height" value="0.05" units="cm"/>
    </inkml:brush>
  </inkml:definitions>
  <inkml:trace contextRef="#ctx0" brushRef="#br0">79 3 4865,'0'0'6721,"0"0"-3567,0 0-1482,0 0-403,25 0-269,178-2 105,-27 2-975,-208 0-282,-13-1 463,-1 3-1,-3 2-310,32-2 206,1 1-1,-1 1 1,1 1-1,0 0 0,0 1 1,1 0-1,-8 5-205,3 0 160,0 0 0,1 1 0,0 2 0,0 0 0,-1 3-160,14-12 11,1 0 0,0 0 0,0 1 0,1 0 0,0 0 0,0 0 0,0 0-1,1 1 1,0-1 0,0 1 0,0 0 0,1 0 0,0 0 0,1 0 0,-1 0 0,1 1 0,1-1 0,-1 1-11,2-6 1,-1-1 1,0 0 0,1 0-1,-1 1 1,1-1 0,0 0-1,-1 0 1,1 0 0,0 0-1,0 0 1,-1 0-1,1 0 1,0 0 0,0 0-1,0 0 1,0 0 0,0-1-1,1 1 1,-1 0 0,0-1-1,0 1 1,0-1 0,1 1-1,-1-1 1,0 1 0,0-1-1,1 0 1,-1 0 0,0 0-2,48 7 84,-40-6-78,18 1 24,10 1-20,-1 1 1,1 2-1,-1 1 1,-1 2-1,6 3-10,-33-9 2,0-1 0,-1 2 0,1-1 0,-1 1 0,0 0 0,0 0 0,0 1 0,0 0 0,-1 0 0,0 1-1,0 0 1,-1 0 0,1 0 0,-1 1 0,0 0 0,-1-1 0,0 2 0,0-1 0,-1 0 0,1 1 0,-2 0 0,1 0 0,-1 0 0,0 0 0,0 4-2,-1-5 78,0-1-1,-1 0 1,0 0 0,0 1-1,0-1 1,-1 0 0,0 0 0,0 0-1,0 1 1,-1-1 0,0 0-1,0-1 1,-1 1 0,1 0 0,-3 2-78,1-2 107,-1-1 1,0 1 0,0-1 0,-1 0 0,1-1 0,-1 1 0,0-1 0,0 0 0,0-1 0,-1 0 0,1 0 0,-1 0-1,-3 1-107,-7 1-32,-1 0-1,1-1 0,-1-1 0,0-1 0,0 0 0,0-1 0,0-1 0,0-1 0,0 0 1,0-2-1,0 0 0,-14-4 33,30 20-6118,2 5 1440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8.875"/>
    </inkml:context>
    <inkml:brush xml:id="br0">
      <inkml:brushProperty name="width" value="0.05" units="cm"/>
      <inkml:brushProperty name="height" value="0.05" units="cm"/>
    </inkml:brush>
  </inkml:definitions>
  <inkml:trace contextRef="#ctx0" brushRef="#br0">0 112 12275,'0'0'2759,"0"0"-804,0 0 147,25-15-914,1-3-945,-14 9-143,0 1 0,1 0 0,0 0 0,0 1 0,1 1 0,0 0 0,0 1 0,0 1 0,0 0 0,15-2-100,-7 3 74,-1 0 0,1 2 0,0 0 1,0 2-1,11 1-74,-31-2 4,0 1 1,0-1 0,0 1 0,0 0-1,0-1 1,-1 1 0,1 0 0,0 0-1,-1 0 1,1 0 0,0 1 0,-1-1-1,1 0 1,-1 1 0,0-1 0,0 1-1,1-1 1,-1 1 0,0-1 0,0 1-1,0 0 1,-1 0 0,1 0 0,0-1-1,-1 1 1,1 0 0,-1 0 0,1 0-1,-1 0 1,0 0 0,0 0 0,0 0-1,0 0 1,0 0 0,0 0 0,-1 0-1,1 0 1,-1 0-5,0 4 77,0 0-1,0 0 1,-1 1-1,0-1 0,0 0 1,0-1-1,-1 1 1,0 0-1,0-1 1,-1 1-1,-1 1-76,-7 7 170,-1-1-1,0 0 0,-1-1 1,0-1-1,-1 0 0,0-1 1,0 0-1,-1-2 1,-1 0-1,-7 3-169,24-11 17,0 0 0,0 0-1,-1 0 1,1 0 0,0 0 0,0 1 0,-1-1 0,1 0 0,0 0-1,0 0 1,-1 0 0,1 0 0,0 0 0,-1 0 0,1 0-1,0 0 1,0 0 0,-1 0 0,1 0 0,0 0 0,-1 0-1,1 0 1,0-1 0,0 1 0,-1 0 0,1 0 0,0 0 0,0 0-1,-1 0 1,1-1 0,0 1 0,0 0 0,0 0 0,-1 0-1,1-1 1,0 1 0,0 0 0,0 0 0,0-1 0,-1 1-1,1 0 1,0 0 0,0-1 0,0 1 0,0 0 0,0 0 0,0-1-1,0 1 1,0 0 0,0-1 0,0 1 0,0 0 0,0 0-1,0-1 1,0 1 0,0 0 0,0-1 0,0 1 0,0 0 0,0 0-1,0-1 1,1 1 0,-1 0 0,0 0 0,0-1-17,11-18-16,-7 16 12,0-1 0,0 1-1,1 0 1,-1 0 0,1 0 0,0 1 0,0-1 0,0 1 0,0 1-1,0-1 1,0 0 0,0 1 0,1 0 0,-1 1 0,0-1 0,1 1-1,-1 0 1,0 0 0,1 0 0,-1 1 0,0 0 0,5 1 4,-1 1-5,0 0 1,-1 0 0,1 0 0,-1 1 0,0 0 0,0 1-1,-1 0 1,1 0 0,-1 1 0,0 0 0,-1 0 0,1 0-1,1 3 5,-2-1-3,-1-1 0,0 1-1,0 0 1,0 0-1,-1 1 1,0-1-1,-1 1 1,0 0-1,0 0 1,1 8 3,-3-12 10,-1 0 1,1 0 0,-1 0 0,0 0 0,0 0-1,0 0 1,-1 0 0,0 0 0,0 0 0,0 0 0,0 0-1,-1 0 1,0-1 0,0 1 0,0 0 0,-1-1-1,1 0 1,-1 1 0,0-1 0,-2 2-11,-9 8 138,0 0 1,-1-1-1,-1 0 0,0-2 1,0 0-1,-1 0 1,0-1-1,-1-2 0,-2 1-138,10-7 13,-1 0-1,1-1 0,-1 0 1,1 0-1,-1-1 0,1-1 0,-1 0 1,1 0-1,-1-1 0,1 0 0,0-1 1,0 0-1,0-1 0,0 0 0,-6-4-12,15 8-43,1 0 0,-1 0 0,1 0-1,-1 0 1,1 0 0,-1 0-1,0 0 1,1-1 0,-1 1 0,1 0-1,-1 0 1,1-1 0,-1 1-1,1 0 1,-1-1 0,1 1 0,-1 0-1,1-1 1,0 1 0,-1-1-1,1 1 1,0-1 0,-1 1 0,1-1-1,0 1 1,-1-1 0,1 1-1,0-1 1,0 1 0,0-1 0,0 1-1,-1-1 1,1 0 0,0 1-1,0-1 1,0 1 0,0-1 0,0 1-1,0-1 1,0 0 0,1 1-1,-1-1 1,0 1 0,0-1 0,0 1-1,1-1 1,-1 1 0,0-1-1,0 1 1,1-1 0,-1 1 0,0-1-1,1 1 1,-1-1 0,1 1 43,28-16-3393,-28 15 3341,44-16-6330,5 0-4426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19.638"/>
    </inkml:context>
    <inkml:brush xml:id="br0">
      <inkml:brushProperty name="width" value="0.05" units="cm"/>
      <inkml:brushProperty name="height" value="0.05" units="cm"/>
    </inkml:brush>
  </inkml:definitions>
  <inkml:trace contextRef="#ctx0" brushRef="#br0">1 1 5049,'0'0'4800,"0"0"-1654,0 0-564,0 0-889,0 0-464,0 0-85,2 5 35,66 97 3062,-18-11-3570,-21-42-540,-2 1-1,-3 2 0,-1 1 0,-3 0 1,8 40-131,-12-9 91,-4 0-1,-4 0 1,-3 10-91,-4 256 229,-2-323-225,-1 38 97,-4-1 1,-2 0-1,-3 0 1,-16 49-102,14-67 244,-3 0 1,-1-1 0,-3-1-1,-1-1 1,-3 0 0,-20 28-245,17-36-14,18-64-6392,3 8-368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1.992"/>
    </inkml:context>
    <inkml:brush xml:id="br0">
      <inkml:brushProperty name="width" value="0.05" units="cm"/>
      <inkml:brushProperty name="height" value="0.05" units="cm"/>
    </inkml:brush>
  </inkml:definitions>
  <inkml:trace contextRef="#ctx0" brushRef="#br0">195 29 7058,'0'0'2755,"0"0"-856,0 0-103,0 0-489,0 0-396,0 0 39,0-4 50,0-16-7,0 15 68,0 5 12,0 0-125,0 0-156,0 0-82,0 0-33,0 0-95,0 0-127,0 0-130,0 0-105,0 0-76,0 0-29,0 0 14,0 0 2,0 0 6,0 0 10,0 0-22,0 0-63,0 0-38,0 0 16,0 0-24,0 0-7,0 0 4,0 0-2,0 0 9,0 0 16,0 0-13,0 0 17,0 0-24,0 0-8,0 0 0,0 0 0,0 0 0,0 0 0,0 0 0,0 0 0,0 0 5,0 0 16,0 0-18,0 0-14,0 0 6,0 0-6,0 0 9,0 0 2,0 0 0,0 0 0,0 0 0,0 0 0,0 0 0,0 0 0,0 0 0,0 0 24,0 0 90,0 0 0,0 0-24,0 0-13,0 0-23,0 0-8,0 0-26,0 0 30,0 0-7,0 0-34,-2 9-13,-67 262 114,11 3-1,2 73-117,51-302 81,2-1 0,1 1 0,3 0-1,2 0 1,1 0 0,3-1 0,1 0 0,9 23-81,0-15 20,2-1 0,2-1 1,3-1-1,2-1 0,1-1 0,26 30-20,-46-67-61,0 0 0,1 0 0,0-1 0,1 0 0,9 7 61,-15-14-268,-1 0 1,1 0-1,0 0 1,0 0-1,0-1 0,0 1 1,0-1-1,0 0 0,0 0 1,1 0-1,-1 0 1,0-1-1,1 1 0,-1-1 1,0 0-1,1 0 0,-1 0 1,0-1-1,1 1 1,-1-1-1,0 1 0,0-1 1,0 0-1,2-1 268,22-18-6571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2.448"/>
    </inkml:context>
    <inkml:brush xml:id="br0">
      <inkml:brushProperty name="width" value="0.05" units="cm"/>
      <inkml:brushProperty name="height" value="0.05" units="cm"/>
    </inkml:brush>
  </inkml:definitions>
  <inkml:trace contextRef="#ctx0" brushRef="#br0">27 259 3881,'0'0'7515,"0"0"-4351,0 0-718,-4-26-343,3 22-1999,-15-119 2005,11 17 2029,7 184-3448,3-1 0,4 0 1,3 0-1,12 35-690,-13-52-428,-10-35-5403,-1-25 1373,0 0-1756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2.777"/>
    </inkml:context>
    <inkml:brush xml:id="br0">
      <inkml:brushProperty name="width" value="0.05" units="cm"/>
      <inkml:brushProperty name="height" value="0.05" units="cm"/>
    </inkml:brush>
  </inkml:definitions>
  <inkml:trace contextRef="#ctx0" brushRef="#br0">1 54 9114,'0'0'3265,"0"0"-1449,0 0 809,0 0-857,0 0-496,0 0-352,199 2-407,-138-12-233,1-3-160,-7-1-120,-11 4-48,-9 5-633,-8 2-823,2 3-360,-9 0-241,-2 0-3424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3.482"/>
    </inkml:context>
    <inkml:brush xml:id="br0">
      <inkml:brushProperty name="width" value="0.05" units="cm"/>
      <inkml:brushProperty name="height" value="0.05" units="cm"/>
    </inkml:brush>
  </inkml:definitions>
  <inkml:trace contextRef="#ctx0" brushRef="#br0">212 52 7946,'0'0'2380,"0"0"22,0 0-37,0 0-237,0 0-53,0 0-160,-3-9-370,3 7-1431,-14-30 743,14 31-842,-1 0 0,0 1-1,0-1 1,1 0 0,-1 1 0,0-1-1,0 1 1,0-1 0,1 1 0,-1-1-1,0 1 1,0 0 0,0-1 0,0 1-1,0 0 1,0 0 0,0-1 0,0 1-1,0 0 1,0 0 0,0 0 0,0 0-1,0 1 1,0-1 0,0 0 0,0 0-1,0 0 1,1 1 0,-1-1 0,0 1-1,0-1 1,0 1 0,0-1-1,0 1 1,1-1 0,-1 1 0,0 0-1,0-1 1,1 1 0,-1 0 0,1-1-1,-1 1 1,0 0-15,-9 10 88,-1 1 0,2 0 0,0 1 0,0 0 0,1 0 0,0 1 0,2 0 0,-2 3-88,-10 28 320,2 1 1,1 1-321,7-20 104,1-1 0,2 1 1,0 1-1,2-1 0,1 1 1,1-1-1,2 1 0,1 4-104,-1-27 4,0 0 0,0-1 0,1 1 0,-1 0 0,1-1 0,0 1-1,1-1 1,-1 0 0,1 0 0,0 0 0,0 0 0,0 0 0,0-1 0,1 1-1,-1-1 1,1 0 0,0 0 0,0 0 0,0-1 0,0 1 0,1-1-1,-1 0 1,1 0 0,-1-1 0,1 1 0,-1-1 0,1 0 0,1 0-4,8 2-22,1-1 1,-1 0-1,1-2 0,-1 1 1,1-2-1,-1 0 1,1 0-1,13-4 22,-25 4-24,1 0 1,0 0-1,-1 0 0,0-1 0,1 1 0,-1-1 0,0 0 0,0 0 1,0 0-1,0-1 0,0 1 0,0 0 0,-1-1 0,1 0 1,-1 0-1,0 0 0,0 0 0,1-2 24,-2 4 0,-1 0 1,1 0-1,-1 0 0,1-1 1,-1 1-1,0 0 1,0 0-1,1-1 0,-1 1 1,0 0-1,0 0 0,0-1 1,-1 1-1,1 0 0,0 0 1,0-1-1,-1 1 1,1 0-1,-1 0 0,1 0 1,-1-1-1,0 0 15,-1 0 1,1 1-1,-1-1 1,1 0-1,-1 1 1,0 0-1,0-1 1,0 1-1,0 0 1,0 0-1,0 0 1,0 0-1,0 0 1,0 0-1,0 1 1,-1-1-16,-17-4-15,0 1 0,0 0 0,0 2 0,0 0 0,0 1 0,-1 2 0,-8 1 15,26-2-85,0 1 1,1 0 0,-1 0 0,0 0 0,0 0 0,1 0 0,-1 1 0,1 0-1,-1-1 1,-1 3 84,4-4-109,-1 0 0,1 1 0,-1-1 0,1 0-1,-1 1 1,1-1 0,0 0 0,-1 1 0,1-1 0,0 1-1,-1-1 1,1 1 0,0-1 0,0 0 0,-1 1 0,1-1-1,0 1 1,0-1 0,0 1 0,0 0 0,0-1 0,0 1 0,0-1-1,0 1 1,0-1 0,0 1 0,0-1 0,0 1 0,0-1-1,0 1 1,0-1 0,0 1 0,1-1 0,-1 1 0,0-1-1,0 1 1,1-1 0,-1 1 0,0-1 0,1 0 0,-1 1-1,0-1 1,1 1 0,-1-1 0,0 0 0,1 1 0,-1-1-1,1 0 1,-1 0 0,1 1 0,-1-1 0,1 0 0,-1 0-1,1 0 1,-1 0 0,1 1 0,-1-1 0,1 0 0,-1 0-1,1 0 1,0 0 109,24 5-5238</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4.298"/>
    </inkml:context>
    <inkml:brush xml:id="br0">
      <inkml:brushProperty name="width" value="0.05" units="cm"/>
      <inkml:brushProperty name="height" value="0.05" units="cm"/>
    </inkml:brush>
  </inkml:definitions>
  <inkml:trace contextRef="#ctx0" brushRef="#br0">0 1 9962,'0'0'2629,"0"0"-628,0 0-682,0 0-272,0 0-8,0 0 57,20 24-27,110 140 867,-107-133-1698,-1 1 0,-2 1 1,-1 1-1,-2 1 0,-1 0 0,-2 1 0,-2 1 0,-1 0 0,-2 1 1,1 10-239,6 57 226,-4 2 0,-5 0 1,-5 10-227,-1-43 115,-3 284 566,-1-317-520,-3-1 0,-1 1 0,-1-2-1,-3 1 1,-1-1 0,-2-1 0,-1 0 0,-2-1 0,-2 0 0,-1-2 0,-16 20-161,25-39 180,-1-1 0,-1 1 0,0-2 0,-1 0 0,-5 3-180,19-17 20,0 0-11,0 0-1,0 0 0,0 0 0,0 0-21,0 0-115,2-11-1011,31-36-4704,-13 24 67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8.607"/>
    </inkml:context>
    <inkml:brush xml:id="br0">
      <inkml:brushProperty name="width" value="0.05" units="cm"/>
      <inkml:brushProperty name="height" value="0.05" units="cm"/>
    </inkml:brush>
  </inkml:definitions>
  <inkml:trace contextRef="#ctx0" brushRef="#br0">1 59 7618,'0'0'5957,"0"0"-3287,0 0-686,0 0-830,0 0-723,0 0-199,27-10 73,87-26 123,-105 33-343,-1 0 0,1 1-1,0 1 1,-1-1 0,1 1-1,0 1 1,0 0 0,0 0 0,3 1-85,12 0 180,-24 0-155,1 0 0,0 0 0,0-1 1,-1 1-1,1 0 0,0 0 0,-1 0 0,1 0 0,-1 0 1,1 0-1,-1 0 0,1 0 0,-1 0 0,0 0 0,0 0 1,1 0-1,-1 0 0,0 0 0,0 0 0,0 0 0,0 0 1,0 1-1,0-1 0,-1 0 0,1 0-25,-5 34 499,-2-22-433,-2 0-1,0-1 1,0 0-1,-1-1 1,0 0 0,-1 0-1,-1-1 1,0-1-1,0 1-65,-20 17 134,31-27-78,1 0-2,34-1 35,110-6-89,-140 8 8,-1-1 1,0 1-1,1-1 0,-1 1 0,0 0 0,0 0 1,1 0-1,-1 1 0,0-1 0,0 1 0,0 0 1,-1 0-1,1 0 0,0 0 0,-1 0 0,1 0 1,-1 1-1,0-1 0,0 1 0,0 0 1,0 0-1,0 0 0,-1 0 0,1 0 0,-1 0 1,0 0-1,0 0 0,0 0 0,0 1 0,0-1-8,0 1 10,0-1 0,-1 0-1,1 1 1,-1-1 0,0 0-1,0 1 1,0-1-1,0 0 1,-1 1 0,1-1-1,-1 0 1,0 1-1,0-1 1,0 0 0,0 0-1,0 0 1,-1 0-1,0 0 1,1 0 0,-1 0-1,0-1 1,0 1 0,-1-1-1,1 1 1,0-1-1,-1 0 1,0 0 0,1 0-1,-1 0 1,-1 1-10,-16 5 113,-1-1-1,1-1 1,-1 0 0,0-2 0,0 0-1,-1-1 1,1-2 0,-1 0 0,-17-2-113,35-5-530,6 4-6164,6 0-1179</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29.621"/>
    </inkml:context>
    <inkml:brush xml:id="br0">
      <inkml:brushProperty name="width" value="0.05" units="cm"/>
      <inkml:brushProperty name="height" value="0.05" units="cm"/>
    </inkml:brush>
  </inkml:definitions>
  <inkml:trace contextRef="#ctx0" brushRef="#br0">65 13 1240,'0'0'4308,"0"0"-1637,0 0-176,0 0 201,0 0-172,0 0-259,4-4-166,-4 3-1967,1 1 0,-1-1 1,0 1-1,0-1 0,1 1 1,-1-1-1,0 1 0,1-1 1,-1 1-1,1 0 0,-1-1 1,0 1-1,1-1 0,-1 1 1,1 0-1,-1 0 0,1-1 1,-1 1-1,1 0 0,-1 0 1,1-1-1,0 1 0,-1 0 1,1 0-1,-1 0 1,1 0-1,-1 0 0,1 0 1,0 0-1,-1 0 0,1 0 1,-1 0-1,1 0 0,-1 1 1,1-1-133,0 23 1402,-22 56-2092,14-57 1243,-10 55-211,2 0 1,4 0-1,-1 72-342,9 42 827,7 0-827,3-110 103,4 0 0,3-1 0,8 16-103,-5-26 24,-4 1-1,-2 0 1,-4 0 0,-2 6-24,-5 143-1303,12-235-1055,16-36-1447,-8 12-1980,2-11-7081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0.303"/>
    </inkml:context>
    <inkml:brush xml:id="br0">
      <inkml:brushProperty name="width" value="0.05" units="cm"/>
      <inkml:brushProperty name="height" value="0.05" units="cm"/>
    </inkml:brush>
  </inkml:definitions>
  <inkml:trace contextRef="#ctx0" brushRef="#br0">115 53 6041,'0'0'3670,"0"0"-1436,0 0-605,27-5-801,133-26-268,-125 21 878,-31 5 1329,-22 4-1571,-10 1-997,1 1 0,0 1 1,0 1-1,0 2 0,-13 4-199,32-7 37,0 0 0,-1 1 0,1 1 0,0-1 0,1 1 0,-1 0 0,1 1 1,-1 0-1,2 0 0,-1 1 0,0 0 0,1 0 0,0 0 0,1 1 0,-1 0 0,1 0 0,0 0 0,1 1 0,-1 1-37,2-1 8,1 0 0,0 1-1,0-1 1,0 1 0,1 0-1,0 0 1,1-1 0,0 1-1,0 0 1,1 0 0,0-1-1,1 2-7,-1-9 3,-1 0 0,1 0-1,0 0 1,-1-1 0,1 1-1,0 0 1,0 0 0,0 0-1,-1-1 1,1 1 0,0 0-1,0-1 1,0 1 0,0-1-1,0 1 1,0-1 0,1 0-1,-1 1 1,0-1 0,0 0-1,0 0 1,1 0-3,29 3 135,-25-3-95,42 1 6,-24-2-16,-1 1 0,1 2 0,-1 0 0,0 2 0,1 0 0,11 5-30,-30-7 3,1 0 1,0 1-1,-1 0 1,0 0-1,1 0 1,-1 0-1,-1 1 1,1 0-1,0 0 1,-1 0-1,0 1 1,0-1-1,0 1 1,-1 0-1,1 0 1,-1 0-1,0 1 1,-1-1-1,1 1 0,-1-1 1,0 1-1,-1 0 1,1 0-1,-1 0 1,0 0-1,-1 0 1,1 4-4,0 3 96,0-1 0,-1 1 1,0-1-1,-1 1 0,-1-1 1,1 0-1,-4 9-96,3-14 59,-1-1 1,0 0-1,0 0 0,0 0 0,-1 0 1,0-1-1,0 1 0,0-1 1,-1 0-1,0 0 0,0-1 1,0 1-1,0-1 0,-6 3-59,2-1 97,-1-1-1,0 0 1,0 0 0,0-1-1,0-1 1,-1 1 0,1-2-1,-1 1 1,-9-1-97,13-1-98,0-1-1,0 0 1,0 0-1,0 0 1,0-1-1,0 0 1,-3-2 98,7 2-330,-1 0 0,0 0 1,1-1-1,-1 1 0,1-1 0,-1 0 1,1 0-1,0-1 0,0 1 0,0-1 0,0 1 1,0-1-1,1 0 330,-5-6-5320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0.641"/>
    </inkml:context>
    <inkml:brush xml:id="br0">
      <inkml:brushProperty name="width" value="0.05" units="cm"/>
      <inkml:brushProperty name="height" value="0.05" units="cm"/>
    </inkml:brush>
  </inkml:definitions>
  <inkml:trace contextRef="#ctx0" brushRef="#br0">1 98 13379,'0'0'3807,"0"0"-1383,0 0-237,31-2-506,7 0-1244,23-2 425,0-2 0,2-4-862,46-11 2732,89-30-2732,-198 51-85,1-1 0,-1 1 0,1 0-1,-1 0 1,1 0 0,-1-1-1,1 1 1,-1 0 0,1 0 0,-1 0-1,1 0 1,-1 0 0,1 0-1,-1 0 1,1 0 0,-1 0-1,1 0 1,-1 1 0,1-1 0,-1 0-1,1 0 1,-1 0 0,0 1-1,1-1 1,-1 0 0,1 0 0,-1 1-1,1-1 1,-1 0 0,0 1-1,1-1 1,-1 1 0,0-1 0,1 0-1,-1 1 1,0-1 0,0 1-1,1-1 1,-1 1 0,0-1 0,0 1-1,0-1 1,0 1 0,0-1-1,0 1 1,1-1 0,-1 1 0,0-1-1,0 1 1,-1-1 0,1 1-1,0-1 1,0 1 0,0-1 0,0 1-1,0-1 1,0 1 0,-1-1-1,1 0 1,0 1 0,0-1 0,-1 1-1,1-1 1,-1 1 85,-3 14-5533</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1.091"/>
    </inkml:context>
    <inkml:brush xml:id="br0">
      <inkml:brushProperty name="width" value="0.05" units="cm"/>
      <inkml:brushProperty name="height" value="0.05" units="cm"/>
    </inkml:brush>
  </inkml:definitions>
  <inkml:trace contextRef="#ctx0" brushRef="#br0">149 1 13435,'0'0'2236,"0"0"74,0 0-481,0 0-609,0 0-313,-18 23-102,-59 78-21,69-86-620,0 0 0,1 1 0,1 0 0,0 0 0,2 0 0,-1 0 0,2 1-1,0-1 1,1 1 0,1 0 0,1 0 0,0 0 0,2 8-164,-2 5 165,0-20-118,0 0 1,0-1 0,1 1 0,0-1 0,1 1 0,0-1 0,0 1 0,1-1 0,1 0 0,1 4-48,-2-9 23,0 0 0,0 0 0,0 0 1,0-1-1,1 1 0,-1-1 0,1 0 0,0 0 0,0 0 0,0-1 0,0 1 0,0-1 0,1 0 0,-1 0 0,1-1 0,-1 1 0,1-1 1,0 0-1,-1 0 0,1-1 0,4 1-23,9 1 41,1-1 0,0 0 0,0-2-1,18-2-40,-29 2-1,0-1 0,0 1 0,0-2 0,-1 1-1,1-1 1,0 0 0,-1-1 0,0 1 0,0-1 0,0-1-1,0 0 1,1-2 1,-6 6 7,0 0 1,-1 0-1,1 0 0,-1 0 1,0-1-1,1 1 0,-1-1 1,0 1-1,0-1 0,0 1 0,0-1 1,0 0-1,0 1 0,-1-1 1,1 0-1,-1 0 0,1 0 1,-1 1-1,1-1 0,-1 0 0,0 0 1,0 0-1,0 0 0,0 0 1,0 0-1,-1 1 0,1-1 1,0 0-1,-1 0 0,1 0 0,-1 1 1,0-1-1,0 0 0,0-1-7,-2 0 49,1 0-1,-1 0 0,0 0 0,0 0 1,-1 0-1,1 1 0,-1-1 1,1 1-1,-1 0 0,0 0 0,1 1 1,-1-1-1,0 1 0,-3-1-48,-9-2-24,0 0 1,0 1-1,0 1 0,0 1 0,0 1 0,0 0 0,0 0 0,0 2 1,-1 0 23,15-2-81,1 0 1,0 1 0,0-1-1,0 0 1,0 0 0,0 1-1,0-1 1,0 0 0,0 1-1,0-1 1,0 1 0,0-1-1,0 1 1,0 0 0,0-1-1,0 1 1,1 0 0,-1-1-1,0 1 1,0 0 0,1 0-1,-1 0 1,1 0 0,-1 0 0,0 0-1,1 0 1,0 0 0,-1 0-1,1 0 1,0 0 0,-1 0-1,1 0 1,0 0 0,0 0-1,0 1 1,0-1 80,1 0-372,-1 0 0,1 0 0,-1 1 0,1-1 0,0 0 0,0 0 1,-1 0-1,1 0 0,0 0 0,0 0 0,0 0 0,0 0 0,0 0 0,1 0 0,-1-1 0,0 1 0,0 0 0,0-1 1,1 1-1,-1-1 0,0 1 0,1-1 0,-1 0 0,0 0 0,1 1 0,-1-1 0,1 0 372,30 1-12030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1.737"/>
    </inkml:context>
    <inkml:brush xml:id="br0">
      <inkml:brushProperty name="width" value="0.05" units="cm"/>
      <inkml:brushProperty name="height" value="0.05" units="cm"/>
    </inkml:brush>
  </inkml:definitions>
  <inkml:trace contextRef="#ctx0" brushRef="#br0">0 1 9842,'0'0'2605,"0"0"-657,0 0-6,0 0-757,0 0-231,0 0 424,15 22-180,103 153 923,-75-114-1749,-3 2 0,-3 3 0,-3 0 0,-2 2-1,-4 2 1,-2 0 0,3 26-372,-6 25 88,-4 1 0,-6 1 0,-6 0 0,-5 58-88,-6-132 160,-1 0 0,-3-1 0,-2 1 0,-2-2 0,-2 0 0,-20 45-160,24-63 80,-7 20 155,-3 0 0,-1-2 0,-3 0-1,-19 26-234,42-71-72,-1 1 1,1-1-1,-1 0 0,0 1 0,0-1 0,0 0 0,0 0 0,0-1 1,0 1-1,-1 0 0,1-1 0,0 1 0,-1-1 0,0 0 0,1 0 0,-1 0 1,0 0-1,0 0 72,0-30-10214,3 6 47</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5.282"/>
    </inkml:context>
    <inkml:brush xml:id="br0">
      <inkml:brushProperty name="width" value="0.05" units="cm"/>
      <inkml:brushProperty name="height" value="0.05" units="cm"/>
    </inkml:brush>
  </inkml:definitions>
  <inkml:trace contextRef="#ctx0" brushRef="#br0">138 66 9994,'0'0'2077,"0"0"-828,0 0-134,0 0-513,0 0-340,0 0 56,-10 1 386,-4-1-281,-8 1 69,-2 0 2660,24-3-2974,0 1 0,0-1 0,0 0 0,0 1-1,1-1 1,-1 1 0,0-1 0,1 1-1,-1-1 1,1 1 0,-1-1 0,1 1 0,0 0-1,0-1 1,-1 1 0,2-2-178,7-2 11,-1 0 0,1 0-1,0 0 1,0 1 0,0 1 0,0-1-1,1 1 1,0 1 0,-1 0 0,1 0-1,0 1 1,0 0 0,9 1-11,-17 1-1,-1-1-1,0 0 1,1 1 0,-1-1-1,0 1 1,1-1 0,-1 1-1,0 0 1,0-1 0,0 1-1,1 0 1,-1 0 0,0 0 0,0 0-1,0 0 1,-1 0 0,1 0-1,0 0 1,0 1 0,-1-1-1,1 0 1,0 0 0,-1 1-1,1-1 1,-1 0 0,0 1-1,1-1 1,-1 1 0,0-1-1,0 0 1,0 2 1,3 53 55,-3-46-37,0 16 32,-1 0 0,-1 0 0,-1 0 0,-7 25-50,6-36 48,-1 0 0,-1-1 0,0 1 0,-1-1 1,-1-1-1,0 1 0,-1-1 0,-10 12-48,11-14 70,-1 1 0,-1-1 0,0 0-1,0-1 1,-1 0 0,-1-1 0,1-1-1,-1 1 1,-1-2 0,-3 2-70,15-8 19,1-1 0,-1 0 0,0 1 0,0-1 0,0 0 0,0 0 0,0 1 0,-1-1 0,1 0 0,0 0 0,0 0 0,0 0 0,0 0 0,0-1 0,0 1 0,0 0 0,0 0 0,0-1 0,0 1 1,0-1-1,0 1 0,1-1 0,-1 1 0,0-1 0,0 1 0,0-1 0,0 0 0,0 0-19,0-1 29,0 1 0,0-1 1,0 0-1,0 0 0,1 0 1,-1 0-1,1 0 0,-1 0 0,1 1 1,0-1-1,0 0 0,0 0 1,0 0-1,0-2-29,0 0 18,0 1 1,0 0-1,1 0 0,-1 0 0,1-1 1,0 1-1,0 0 0,0 0 0,0 0 1,1 0-1,-1 0 0,1 1 0,0-1 1,0 0-1,0 1 0,0-1 0,0 1 1,0-1-1,1 1 0,0 0-18,0 1-3,0-1-1,0 1 1,0 0 0,0 0-1,0 1 1,1-1 0,-1 1-1,0 0 1,1 0 0,-1 0-1,0 0 1,1 0 0,-1 1-1,0-1 1,0 1-1,0 0 1,1 0 0,-1 0-1,0 0 1,0 1 0,0 0-1,0-1 1,-1 1 0,1 0-1,0 1 4,9 7-1,-1 0 0,-1 1-1,0 1 1,-1-1-1,3 6 2,27 31 3,-35-45 13,0 1-1,0-1 0,0 0 1,0 0-1,1 0 0,-1-1 1,1 0-1,-1 0 1,1 0-1,0 0 0,0-1 1,0 1-1,0-1 0,0-1 1,0 1-1,0-1 1,0 0-1,0 0 0,0 0 1,1 0-1,-1-1 0,0 0 1,1-1-16,-3 1-160,1 0 0,0-1 1,-1 0-1,1 1 0,-1-1 1,0-1-1,1 1 0,-1 0 1,0-1-1,0 0 0,-1 1 1,1-1-1,-1 0 0,1 0 1,-1-1-1,0 1 0,0 0 1,0-1-1,-1 0 0,1 1 1,-1-1-1,0 0 0,0 0 1,0 1-1,0-1 0,-1 0 1,0 0-1,1 0 0,-2-2 160,1-6-4335,0 1-2919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9.587"/>
    </inkml:context>
    <inkml:brush xml:id="br0">
      <inkml:brushProperty name="width" value="0.05" units="cm"/>
      <inkml:brushProperty name="height" value="0.05" units="cm"/>
    </inkml:brush>
  </inkml:definitions>
  <inkml:trace contextRef="#ctx0" brushRef="#br0">0 0 11106,'0'0'2938,"0"0"-797,0 0 146,0 0-25,0 0-499,0 1-1678,0-1 1,0 0 0,0 1-1,0-1 1,0 0-1,0 1 1,0-1-1,0 1 1,0-1 0,0 0-1,0 1 1,0-1-1,1 0 1,-1 1 0,0-1-1,0 0 1,0 1-1,0-1 1,0 0 0,1 1-1,-1-1 1,0 0-1,0 0 1,1 1-1,-1-1 1,0 0 0,0 0-1,1 1 1,-1-1-1,0 0 1,1 0 0,-1 0-1,0 0 1,1 0-1,-1 1 1,0-1-1,1 0 1,-1 0 0,0 0-1,1 0-85,169-4 885,3 0-3169,-173 4 2126,1 0 1,-1 0-1,1 0 0,-1 0 0,0 0 1,1 0-1,-1 0 0,1 0 0,-1 0 1,0 0-1,1 1 0,-1-1 0,0 0 0,1 0 1,-1 0-1,0 0 0,1 1 0,-1-1 1,0 0-1,1 0 0,-1 1 0,0-1 0,0 0 1,1 1-1,-1-1 0,0 0 0,0 1 1,1-1-1,-1 0 0,0 1 0,0-1 1,0 0-1,0 1 0,0-1 0,0 1 0,0-1 1,0 0-1,0 1 0,0-1 0,0 1 1,0-1-1,0 0 0,0 1 0,0-1 0,0 1 1,0-1-1,0 0 0,0 1 0,0-1 1,-1 0-1,1 1 0,0-1 0,0 0 1,-1 1-1,1-1 0,0 0 158,-7 9-6308</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39.984"/>
    </inkml:context>
    <inkml:brush xml:id="br0">
      <inkml:brushProperty name="width" value="0.05" units="cm"/>
      <inkml:brushProperty name="height" value="0.05" units="cm"/>
    </inkml:brush>
  </inkml:definitions>
  <inkml:trace contextRef="#ctx0" brushRef="#br0">0 43 11707,'0'0'3848,"0"0"-2879,0 0 695,0 0-136,0 0-216,0 0 217,0 0-345,129 8-424,-74-13-136,-2-9-336,-3-1-176,-9 4-72,-3 6-40,-6 5-464,-9 0-648,-11 16-1056,-6 7-2961,-6-2-7650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59.035"/>
    </inkml:context>
    <inkml:brush xml:id="br0">
      <inkml:brushProperty name="width" value="0.05" units="cm"/>
      <inkml:brushProperty name="height" value="0.05" units="cm"/>
    </inkml:brush>
  </inkml:definitions>
  <inkml:trace contextRef="#ctx0" brushRef="#br0">147 21 13755,'0'0'1936,"0"0"175,0 0 418,0 0-577,0 0-549,-2-6-536,-6-9-536,6 25-108,4 47 167,0-38-218,11 938 3121,-15-604-2674,2-346-620,0 44-19,-2 1-1,-2-1 0,-2 4 21,6-55-12,-1 0-1,1 1 0,0-1 1,0 0-1,0 1 0,0-1 1,0 0-1,0 0 0,-1 1 0,1-1 1,0 0-1,0 0 0,0 1 1,-1-1-1,1 0 0,0 0 1,0 0-1,-1 1 0,1-1 1,0 0-1,0 0 0,-1 0 1,1 0-1,0 0 0,0 0 0,-1 0 1,1 1-1,0-1 0,-1 0 1,1 0-1,0 0 0,-1 0 1,1 0-1,0 0 0,0 0 1,-1-1-1,1 1 0,0 0 1,-1 0-1,1 0 0,0 0 0,0 0 1,-1 0-1,1 0 0,0-1 1,0 1-1,-1 0 0,1 0 1,0 0-1,0-1 0,-1 1 1,1 0-1,0 0 0,0-1 1,0 1 12,-14-14-579,-2-12-1174,1-2 0,1 1 0,1-4 1753,-19-49-7868,12 22-3462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19:59.704"/>
    </inkml:context>
    <inkml:brush xml:id="br0">
      <inkml:brushProperty name="width" value="0.05" units="cm"/>
      <inkml:brushProperty name="height" value="0.05" units="cm"/>
    </inkml:brush>
  </inkml:definitions>
  <inkml:trace contextRef="#ctx0" brushRef="#br0">59 185 8874,'0'0'2263,"0"0"-50,0 0-288,0 0-492,0 0-194,0 0 117,2-11-51,-2 11-1304,1-5 101,0 0 0,0 1 0,0-1 0,1 1 0,0-1 0,0 1 0,0-1 0,0 1 0,0 0 0,1 0 0,0 0 1,0 1-1,0-1 0,0 1 0,1-1 0,-1 1 0,1 0 0,0 0 0,0 1 0,1-1-102,23-12 179,0 1 0,1 2 0,0 1 0,1 1-1,0 2 1,1 1 0,0 1 0,0 1 0,0 2 0,20 1-179,-43 3 12,-1 0 0,1 1 0,0-1 1,0 1-1,-1 1 0,1 0 1,-1 0-1,0 0 0,0 1 1,0 0-1,0 0 0,-1 0 0,0 1 1,0 0-1,0 1 0,0-1 1,-1 1-1,0 0 0,0 1 0,0-1 1,3 7-13,7 13 182,-2-1 1,0 1-1,-1 1 1,-2 0-1,3 12-182,-4-1 76,-1 0-1,-1 1 0,-2 1 0,-2-1 0,-2 0 0,-2 9-75,1-38 17,-1 1 1,0-1-1,-1 1 0,0-1 0,-1 1 1,0-1-1,-1 0 0,0-1 0,0 1 1,-1-1-1,0 1 0,-1-1 0,0-1 0,0 1 1,-1-1-1,0 0 0,0-1 0,-1 1 1,0-2-1,0 1 0,-1-1 0,-2 1-17,-6 3 37,0 0-1,-1-1 0,0-1 1,-1-1-1,0 0 0,0-2 1,0 0-1,0-1 0,-1-1 1,0 0-1,-8-2-36,8 0 8,0-1-1,0 0 1,0-2-1,0-1 1,0 0-1,0-1 1,1-1-1,-16-7-7,18 6-412,0 0 1,-1 1-1,1 1 1,-2 0 411,-42 0-6046,34 4 354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0.787"/>
    </inkml:context>
    <inkml:brush xml:id="br0">
      <inkml:brushProperty name="width" value="0.05" units="cm"/>
      <inkml:brushProperty name="height" value="0.05" units="cm"/>
    </inkml:brush>
  </inkml:definitions>
  <inkml:trace contextRef="#ctx0" brushRef="#br0">379 0 5497,'0'0'4240,"0"0"-1980,0 0-521,0 0-337,0 0-435,0 0-258,-4 2-17,-6 6-338,-1-1-1,1 2 0,1-1 1,-1 1-1,2 1 1,-1-1-1,1 2 0,1-1 1,-1 1-1,2 0 0,0 1 1,0-1-1,-1 7-353,-14 36 176,2 1-1,-5 30-175,10-33 342,-12 41-4,-38 128 1647,-17 144-1985,76-340 86,2 1 0,1-1 0,1 0 0,2 1 1,0-1-1,1 1 0,2-1 0,1 0 0,0 0 0,4 6-86,-1-10-3,0-1 0,2 0 0,0-1 0,1 0 0,1 0 0,1-1 0,0-1 0,2 0 0,-1-1 0,2-1 0,10 8 3,-12-11-458,1-2-1,0 0 1,0-1 0,1-1-1,0 0 1,0-1 0,1-1-1,0 0 1,0-1 0,17 2 458,23 0-5630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1.144"/>
    </inkml:context>
    <inkml:brush xml:id="br0">
      <inkml:brushProperty name="width" value="0.05" units="cm"/>
      <inkml:brushProperty name="height" value="0.05" units="cm"/>
    </inkml:brush>
  </inkml:definitions>
  <inkml:trace contextRef="#ctx0" brushRef="#br0">1 0 13139,'0'0'2647,"0"0"-796,0 0 644,28 31-456,95 107-672,-101-111-1032,-2 1 0,-1 0 0,-1 2-1,-1 0 1,5 16-335,13 24 347,92 139 28,-68-115-1000,-57-89 347,0-3-2154,-2-9-633,0-13-1498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1.485"/>
    </inkml:context>
    <inkml:brush xml:id="br0">
      <inkml:brushProperty name="width" value="0.05" units="cm"/>
      <inkml:brushProperty name="height" value="0.05" units="cm"/>
    </inkml:brush>
  </inkml:definitions>
  <inkml:trace contextRef="#ctx0" brushRef="#br0">385 1 14899,'0'0'1857,"0"0"-254,-6 32 729,2-5-1828,-3 15 155,-2-1-1,-1 0 1,-2-1-1,-9 17-658,-27 47 1851,-6-1-1,-40 56-1850,12-22 393,54-86 113,18-29-1243,10-22 638,0 0 0,1 0 0,-1 0 0,0 0 0,0 0 0,0 0 0,0 0 0,0 0 0,0 0 0,0 0 0,0 0 0,1 0 0,-1 0 0,0 0 0,0 0 0,0 0 0,0 0 0,0 0 0,0 0 0,0 1 0,0-1 0,0 0 0,0 0 0,0 0 0,1 0 0,-1 0 0,0 0 0,0 0 0,0 0 0,0 0 0,0 1 0,0-1 0,0 0 0,0 0 0,0 0 0,0 0 0,0 0 0,0 0 0,0 0 0,0 1 0,0-1 0,0 0 0,0 0 0,0 0 0,0 0 0,0 0 0,-1 0 0,1 0 99,23-14-5036,4-2-1490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3.059"/>
    </inkml:context>
    <inkml:brush xml:id="br0">
      <inkml:brushProperty name="width" value="0.05" units="cm"/>
      <inkml:brushProperty name="height" value="0.05" units="cm"/>
    </inkml:brush>
  </inkml:definitions>
  <inkml:trace contextRef="#ctx0" brushRef="#br0">15 32 4065,'0'0'6197,"0"0"-3396,0 0-685,0 0-15,0 0-308,0 0-384,-3-6-322,-9-20 585,42 26-576,0 2-986,-1 2 0,0 1 0,0 1 0,0 1 0,-1 1 0,0 2 0,-1 1 0,0 1 0,0 1 0,-2 2 0,0 0 0,0 2 0,10 10-110,-32-25 2,0 0 1,0 1-1,-1-1 0,1 0 1,-1 1-1,1-1 0,-1 1 1,0 0-1,0 0 0,0 0 1,-1 0-1,1 0 0,-1 0 1,0 0-1,1 1 0,-2-1 1,1 0-1,0 1 0,-1-1 1,1 1-1,-1-1 0,0 1 1,0-1-1,0 1 0,-1-1 1,1 1-1,-1-1 0,0 0 1,0 1-1,0-1 0,0 0 1,0 0-1,-1 1 1,0-1-1,0 0 0,1-1 1,-2 1-1,1 0 0,-1 0-2,-7 9 18,-1 0 1,-1-1-1,0 0 0,-1-1 0,0-1 0,0 0 1,-14 6-19,-20 11 150,-2-3 1,-25 8-151,35-18-3452,0 0-3760,30-11-3930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3.405"/>
    </inkml:context>
    <inkml:brush xml:id="br0">
      <inkml:brushProperty name="width" value="0.05" units="cm"/>
      <inkml:brushProperty name="height" value="0.05" units="cm"/>
    </inkml:brush>
  </inkml:definitions>
  <inkml:trace contextRef="#ctx0" brushRef="#br0">1 69 10042,'0'0'2169,"0"0"-329,0 0 585,0 0-921,158 3-48,-105-3-328,-1-6-471,-5-4-241,-6 2-152,-9 0-144,-5 3-72,-7 0-48,1-1-408,11-2-1305,-3 1-887,0-1-2793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3.912"/>
    </inkml:context>
    <inkml:brush xml:id="br0">
      <inkml:brushProperty name="width" value="0.05" units="cm"/>
      <inkml:brushProperty name="height" value="0.05" units="cm"/>
    </inkml:brush>
  </inkml:definitions>
  <inkml:trace contextRef="#ctx0" brushRef="#br0">129 146 12827,'0'0'2188,"0"0"-333,0 0-209,0 0-468,0 0 99,0 25-171,-2 183 1428,2-132-1365,-12-528 569,12 450-1449,-1 21-122,-26 159 36,10-72 106,0 41-309,17-81 50,1-44-473,-1 0-1,-1 0 1,-3 14 423,3-31-776,-1 0 1,0 0 0,0 0-1,0-1 1,-1 1-1,0-1 1,0 0-1,0 0 1,0 0-1,-1 0 1,-2 2 775,-8 8-5885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4.236"/>
    </inkml:context>
    <inkml:brush xml:id="br0">
      <inkml:brushProperty name="width" value="0.05" units="cm"/>
      <inkml:brushProperty name="height" value="0.05" units="cm"/>
    </inkml:brush>
  </inkml:definitions>
  <inkml:trace contextRef="#ctx0" brushRef="#br0">0 37 12043,'0'0'2272,"0"0"-1008,0 0 337,0 0-401,0 0-56,0 0-336,208 0-360,-147 0-248,-2-10-200,11-1-128,-14 3-2120,-7 0-3849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04.744"/>
    </inkml:context>
    <inkml:brush xml:id="br0">
      <inkml:brushProperty name="width" value="0.05" units="cm"/>
      <inkml:brushProperty name="height" value="0.05" units="cm"/>
    </inkml:brush>
  </inkml:definitions>
  <inkml:trace contextRef="#ctx0" brushRef="#br0">0 1 11843,'0'0'2549,"0"0"-231,0 0 12,0 0-767,0 0-629,0 0-93,30 13 23,-30-13-864,52 24 822,23 16-822,-65-34 78,-1 1 0,0 0 1,0 0-1,-1 0 0,0 1 1,0 1-1,-1-1 0,0 1 0,0 0 1,-1 1-1,0 0 0,-1 0 0,1 3-78,4 5 96,14 32 73,-3 1 0,-1 1 0,-3 1-1,-2 0 1,-2 1 0,-3 1-1,0 14-168,4 84 341,-6 0 0,-7 0-341,-2-97 53,-2 0-1,-2 0 0,-12 50-52,11-79-1,-1 0 1,-1 0-1,-2-1 0,0-1 0,-2 0 1,-1 0-1,-1-1 0,-15 20 1,23-36-164,-1-1 0,1 0 0,-1-1-1,0 1 1,-1-1 0,1-1 0,-1 1 0,0-2 0,-1 1-1,-4 1 165,-12 4-2364,0-1-1,-1-1 1,-2-1 2364,-34 7-9470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1.036"/>
    </inkml:context>
    <inkml:brush xml:id="br0">
      <inkml:brushProperty name="width" value="0.05" units="cm"/>
      <inkml:brushProperty name="height" value="0.05" units="cm"/>
    </inkml:brush>
  </inkml:definitions>
  <inkml:trace contextRef="#ctx0" brushRef="#br0">1 1 11923,'0'0'5102,"0"0"-2241,0 0-586,0 0-392,0 0-795,5 0-519,36 5-74,1-2-1,1-2 0,8-2-494,27 0-5411,-80 3 372,-8 4-1229</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1.389"/>
    </inkml:context>
    <inkml:brush xml:id="br0">
      <inkml:brushProperty name="width" value="0.05" units="cm"/>
      <inkml:brushProperty name="height" value="0.05" units="cm"/>
    </inkml:brush>
  </inkml:definitions>
  <inkml:trace contextRef="#ctx0" brushRef="#br0">1 1 7946,'0'0'4225,"0"0"-1609,0 0-183,0 0-89,0 0-864,0 0 73,0 0-393,96 37-560,-49-37-264,0-8-208,-6 3-128,6 5-344,-9 0-1560,-9 0-3433</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2.069"/>
    </inkml:context>
    <inkml:brush xml:id="br0">
      <inkml:brushProperty name="width" value="0.05" units="cm"/>
      <inkml:brushProperty name="height" value="0.05" units="cm"/>
    </inkml:brush>
  </inkml:definitions>
  <inkml:trace contextRef="#ctx0" brushRef="#br0">47 0 13315,'0'0'2595,"0"0"-130,0 0 187,0 0-897,0 0-893,1 24-43,10 403 2721,-11 461-3042,-2-914-1836,0-1 0,-2 1 0,-1 1 1,-3-6 1337,-3-20-2515,-3-35-3710,1 3-4272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2.424"/>
    </inkml:context>
    <inkml:brush xml:id="br0">
      <inkml:brushProperty name="width" value="0.05" units="cm"/>
      <inkml:brushProperty name="height" value="0.05" units="cm"/>
    </inkml:brush>
  </inkml:definitions>
  <inkml:trace contextRef="#ctx0" brushRef="#br0">1 441 10298,'0'0'1506,"18"-27"-235,0 0-778,12-18 608,2 0 0,2 2-1,8-4-1100,-17 20 935,2 1-1,1 1 0,1 1 0,1 2 1,20-11-935,-39 26 199,1 0 1,0 1-1,0 1 1,1 0 0,-1 1-1,1 0 1,0 0-1,0 2 1,0 0-1,1 0 1,-1 1 0,0 1-1,1 0 1,-1 1-1,1 0 1,-1 1 0,6 2-200,-9-1 106,1 2 0,-1-1 0,0 1 1,-1 1-1,1 0 0,-1 0 1,0 1-1,0 0 0,-1 0 0,0 1 1,-1 0-1,1 1 0,-2 0 0,1 0 1,-1 0-1,4 10-106,-1-2 124,0 0 1,-2 0-1,0 1 1,-1 1-1,-1-1 1,0 1-1,-2 0 1,0-1-1,0 12-124,-2-19 33,-1 1-1,0 0 1,0 0 0,-1 0-1,-1 0 1,0-1-1,0 1 1,-1-1-1,-1 1 1,0-1 0,0 0-1,-1 0 1,-1-1-1,1 0 1,-2 1 0,0-2-1,0 1 1,0-1-1,-1 0 1,-1-1-1,-1 1-32,-5 5-9,0-1 0,-1-1 0,-1 0 0,0-2 0,-1 1-1,0-2 1,0-1 0,-1 0 0,0-1 0,-1-1 0,1-1-1,-1-1 1,0 0 0,0-2 0,-1 0 0,0-1 9,19-1-123,1-1 0,-1 1 1,1-1-1,-1 1 0,1-1 0,0 0 1,-1 1-1,1-1 0,0 0 0,-1 0 1,1 0-1,0 0 0,0 0 0,0 0 1,0 0-1,0-1 0,0 1 1,0 0-1,0 0 0,0-1 0,1 1 1,-1-1-1,0 1 0,1-1 0,-1 1 1,1-1-1,0 1 0,0-1 0,-1 1 1,1-1-1,0 1 0,0-1 1,0 0-1,1 0 123,-2-20-5588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2.754"/>
    </inkml:context>
    <inkml:brush xml:id="br0">
      <inkml:brushProperty name="width" value="0.05" units="cm"/>
      <inkml:brushProperty name="height" value="0.05" units="cm"/>
    </inkml:brush>
  </inkml:definitions>
  <inkml:trace contextRef="#ctx0" brushRef="#br0">249 1 11763,'0'0'4586,"0"0"-2315,0 0 40,0 0-843,-24 32-117,1-2-994,4-6-70,0 2 0,1 0 0,2 1 0,0 0 0,2 2 0,2-1 0,-5 16-287,-3 19 785,2 0 0,-1 23-785,14-57 108,1 1 0,1 0 0,2 0 0,1 0 0,1 0 0,3 11-108,-3-33 6,1 1-1,0-1 1,1 0 0,-1 1 0,2-1-1,-1 0 1,1-1 0,0 1 0,0-1-1,1 1 1,0-1 0,1-1-1,0 1 1,0-1 0,1 1-6,2 0 9,0 0 0,0 0 0,1-1 0,0 0 1,1-1-1,-1 0 0,1 0 0,0-1 0,0-1 0,9 2-9,-4-2-415,1 0-1,0-1 0,0-1 1,-1-1-1,1 0 1,0-2-1,8-1 416,-11 1-1114,-1-1-1,1 0 1,-1-1-1,0-1 1,0 0-1,0 0 1,0-2-1,6-4 1115,27-22-9837</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3.102"/>
    </inkml:context>
    <inkml:brush xml:id="br0">
      <inkml:brushProperty name="width" value="0.05" units="cm"/>
      <inkml:brushProperty name="height" value="0.05" units="cm"/>
    </inkml:brush>
  </inkml:definitions>
  <inkml:trace contextRef="#ctx0" brushRef="#br0">1 0 14835,'0'0'2497,"0"0"1472,0 0-2185,132 140-304,-89-74-400,-2 2-383,-3-7-353,1-4-200,-10-9-136,-3-9 80,-2-7-88,-10-8-56,-5-11-360,-6-5-681,-3-8-927,0-6-993,0-20-4072</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3.497"/>
    </inkml:context>
    <inkml:brush xml:id="br0">
      <inkml:brushProperty name="width" value="0.05" units="cm"/>
      <inkml:brushProperty name="height" value="0.05" units="cm"/>
    </inkml:brush>
  </inkml:definitions>
  <inkml:trace contextRef="#ctx0" brushRef="#br0">305 0 3081,'0'0'11722,"0"0"-10009,0 0 2599,-50 155-2535,18-73-209,-9 5-200,0-8-335,-3-8-345,9-13-400,8-16-168,7-10-104,11-14-8,3-10-8,6-5-296,0-3-440,15-11-737,11-15-1327,4-3-3666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3.840"/>
    </inkml:context>
    <inkml:brush xml:id="br0">
      <inkml:brushProperty name="width" value="0.05" units="cm"/>
      <inkml:brushProperty name="height" value="0.05" units="cm"/>
    </inkml:brush>
  </inkml:definitions>
  <inkml:trace contextRef="#ctx0" brushRef="#br0">1 1 13867,'0'0'3193,"0"0"-1241,0 0 441,0 0-793,0 0-920,155 8-440,-123-6-152,-6 1-88,-5 0-112,-4-3-888,-2 2-1697,-6-2-3048</inkml:trace>
  <inkml:trace contextRef="#ctx0" brushRef="#br0" timeOffset="1">103 193 11546,'0'0'2993,"0"0"72,0 0-113,0 0-1255,0 0-681,0 0-176,0 0-840,135-3-64,-56-10-1672,-12 0-2705,-8 2-4545</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4.205"/>
    </inkml:context>
    <inkml:brush xml:id="br0">
      <inkml:brushProperty name="width" value="0.05" units="cm"/>
      <inkml:brushProperty name="height" value="0.05" units="cm"/>
    </inkml:brush>
  </inkml:definitions>
  <inkml:trace contextRef="#ctx0" brushRef="#br0">129 320 12803,'0'0'2370,"0"0"57,-2-27-71,1 10-1977,-19-193 3222,18 192-3108,2 13-290,0 1 0,-1-1 0,1 0 0,-1 1 1,0-1-1,0 1 0,0-1 0,-1 1 1,-1-3-204,1 7 404,1 9-347,4 32-24,1-1 1,2 1-1,11 38-33,-8-48 6,-2 1 0,-1 0 0,-2 1 0,-1-1 0,-2 1-1,-1 0 1,-2 13-6,1-43 0,-1-1 0,1 1 0,0 0 0,-1 0 0,1-1-1,-1 1 1,0-1 0,0 0 0,0 1 0,0-1-1,0 0 1,-1 0 0,1 0 0,-1-1 0,1 1 0,-1 0-1,1-1 1,-1 0 0,-1 1 0,-60 23-4,54-21 5,-23 10 2,49-12 20,58-13 5,-17-2-352,77-15 106,-45 14-7269,-61 9-2086</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4.540"/>
    </inkml:context>
    <inkml:brush xml:id="br0">
      <inkml:brushProperty name="width" value="0.05" units="cm"/>
      <inkml:brushProperty name="height" value="0.05" units="cm"/>
    </inkml:brush>
  </inkml:definitions>
  <inkml:trace contextRef="#ctx0" brushRef="#br0">1 0 7458,'0'0'7609,"0"0"-4912,0 0 343,0 0-759,140 203-737,-104-106-311,-13 9-313,-8-4-320,-13-7-272,-2-11-256,0-13-64,-14-10-8,-12-9 0,-10-4-296,1 2-536,-3 2-1073,9-12-2792,14-11-2472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4.866"/>
    </inkml:context>
    <inkml:brush xml:id="br0">
      <inkml:brushProperty name="width" value="0.05" units="cm"/>
      <inkml:brushProperty name="height" value="0.05" units="cm"/>
    </inkml:brush>
  </inkml:definitions>
  <inkml:trace contextRef="#ctx0" brushRef="#br0">1 1 6977,'0'0'13371,"0"0"-10794,0 0-1033,76 147 49,-53-55-481,-8 14-376,-9-1-304,-4-5-216,1-13-64,-3-16-80,0-13-64,0-16-8,0-11-136,0-17-464,0-12-472,0-10-257,0-23-2743,0-6-5562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5.262"/>
    </inkml:context>
    <inkml:brush xml:id="br0">
      <inkml:brushProperty name="width" value="0.05" units="cm"/>
      <inkml:brushProperty name="height" value="0.05" units="cm"/>
    </inkml:brush>
  </inkml:definitions>
  <inkml:trace contextRef="#ctx0" brushRef="#br0">1 509 14483,'0'0'4609,"0"0"-2248,0 0-273,0 0-1000,155-24-648,-82 16-296,3 3-144,3-3-176,26-8-1192,-20 3-3249,0-3-8210</inkml:trace>
  <inkml:trace contextRef="#ctx0" brushRef="#br0" timeOffset="1">1230 1 17596,'0'0'2082,"0"0"-722,0 0-61,0 33 312,1 51-348,3 0 0,8 27-1263,58 459 2418,-56-439-2519,-15-122-1719,-5-19 450,-13-37-1852,8 18-848,-12-28-5477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5.694"/>
    </inkml:context>
    <inkml:brush xml:id="br0">
      <inkml:brushProperty name="width" value="0.05" units="cm"/>
      <inkml:brushProperty name="height" value="0.05" units="cm"/>
    </inkml:brush>
  </inkml:definitions>
  <inkml:trace contextRef="#ctx0" brushRef="#br0">0 69 11546,'0'0'1856,"31"-11"-141,1-2-1087,-12 5-96,0 0-1,1 1 1,0 2-1,0 0 1,0 1 0,0 1-1,1 0 1,14 2-532,-29 1 156,0-1 1,0 2 0,0-1 0,0 1 0,0 0 0,0 0 0,0 1-1,-1 0 1,1 0 0,0 1 0,-1 0 0,1 0 0,-1 1 0,0-1 0,0 1-1,-1 0 1,1 1 0,-1 0 0,0-1 0,0 2 0,0-1 0,-1 1-1,0-1 1,0 1 0,0 0 0,-1 0 0,0 1 0,0-1 0,1 4-157,1 5 135,0 2 1,-1-1 0,-1 0 0,-1 1 0,0-1 0,-1 1 0,-1 0 0,0-1 0,-1 1-1,-1-1 1,-1 1 0,0-1 0,-1 0 0,-1 0 0,0 0 0,-1 0 0,-1-1 0,-8 14-136,3-8 30,-1 0 0,-1-1 1,-1 0-1,0-1 0,-2-1 1,0 0-1,-1-2 0,-1 0 1,0 0-1,-1-2 0,-1-1 1,-15 8-31,34-20-466,-35 15 1036,19-15-2777,18-1 1922,-1 0 0,1-1 0,0 1 0,-1 0 0,1 0 1,-1-1-1,1 1 0,-1 0 0,1 0 0,0-1 0,-1 1 0,1 0 1,0-1-1,-1 1 0,1-1 0,0 1 0,0 0 0,-1-1 1,1 1-1,0-1 0,0 1 0,0-1 0,-1 1 0,1-1 0,0 1 1,0-1-1,0 1 0,0-1 0,0 1 285,0-22-15369</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6.039"/>
    </inkml:context>
    <inkml:brush xml:id="br0">
      <inkml:brushProperty name="width" value="0.05" units="cm"/>
      <inkml:brushProperty name="height" value="0.05" units="cm"/>
    </inkml:brush>
  </inkml:definitions>
  <inkml:trace contextRef="#ctx0" brushRef="#br0">153 0 9978,'0'0'6514,"0"0"-5770,0 0 808,-91 153 857,64-58-281,7 18-648,5 0-407,15-23-377,0 2-328,30-19-152,16-15-120,13-18-88,5-16-8,18-24-520,-14 0-2113,-13-16-4744</inkml:trace>
  <inkml:trace contextRef="#ctx0" brushRef="#br0" timeOffset="1">545 106 15427,'0'0'4601,"0"0"-3192,0 0 1087,158 134-696,-106-53-639,-8 6-361,-6 0-296,-6-8-248,-8-13-152,-4-11-104,-5-13-40,-3-15-424,-9-22-616,-3-5-1833,0 0-3432</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6.384"/>
    </inkml:context>
    <inkml:brush xml:id="br0">
      <inkml:brushProperty name="width" value="0.05" units="cm"/>
      <inkml:brushProperty name="height" value="0.05" units="cm"/>
    </inkml:brush>
  </inkml:definitions>
  <inkml:trace contextRef="#ctx0" brushRef="#br0">328 1 16091,'0'0'4497,"0"0"-3392,0 0 1159,-64 155-311,17-65-809,-3-1-408,-3-5-352,9-10-240,9-11-96,12-15-48,11-9-112,12-7-632,0-14-944,21-13-4458</inkml:trace>
  <inkml:trace contextRef="#ctx0" brushRef="#br0" timeOffset="1">664 283 8042,'0'0'7905,"0"0"-5992,0 0-121,0 0-600,0 0-791,150-53-281,-106 48-120,-6-1-168,-6 4-977,-15 2-951,-11 0-2153,-6 0-4857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6.705"/>
    </inkml:context>
    <inkml:brush xml:id="br0">
      <inkml:brushProperty name="width" value="0.05" units="cm"/>
      <inkml:brushProperty name="height" value="0.05" units="cm"/>
    </inkml:brush>
  </inkml:definitions>
  <inkml:trace contextRef="#ctx0" brushRef="#br0">1 45 10698,'0'0'4393,"0"0"-1536,0 0-129,0 0-815,0 0-585,0 0-240,0 0-263,73 40-417,-14-43-408,5-13-200,27-8-1433,-15 3-2272,-15 0-3496</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7.071"/>
    </inkml:context>
    <inkml:brush xml:id="br0">
      <inkml:brushProperty name="width" value="0.05" units="cm"/>
      <inkml:brushProperty name="height" value="0.05" units="cm"/>
    </inkml:brush>
  </inkml:definitions>
  <inkml:trace contextRef="#ctx0" brushRef="#br0">93 43 16660,'0'0'1684,"0"0"-855,0 0 373,0 0 60,26-10-589,2 0-475,1 2 0,24-5-198,-50 12 28,-1 1 0,0 0 0,0 0 0,0 0 0,1 0 0,-1 0 0,0 0 0,0 0 0,0 1 0,1-1 0,-1 1-1,0 0 1,0 0 0,0-1 0,0 1 0,0 0 0,0 1 0,0-1 0,-1 0 0,1 1 0,0-1 0,-1 1 0,2 1-28,0 1 88,-1 0 0,1 0 0,-1 0 0,0 1 0,0-1 0,-1 1 0,0-1 0,1 2-88,0 0 111,2 9-26,-1 0 1,-1 0-1,0 0 1,0 0 0,-2 1-1,0-1 1,0 0-1,-2 0 1,0 0-1,-1 0 1,0 0-1,-1 0 1,0-1-1,-2 1 1,0-1-1,0 0 1,-1-1-1,-3 4-84,-6 8 6,-2-1 1,0 0-1,-2-2 1,-1 0-1,0-1 1,-1-2 0,-1 0-1,-23 14-7,42-30 34,1-1 0,0 0-1,0 0 1,1 0 0,-1 0-1,0 0 1,-1-1-1,1 0 1,0 0-1,0 1 1,-1-2 0,1 1-1,0 0 1,-1-1-1,1 1-33,2-5 241,1 3-235,0 1 1,0-1 0,-1 0 0,1 1 0,0-1-1,0 0 1,0 1 0,0-1 0,0 0 0,0 1-1,0-1 1,0 0 0,0 1 0,0-1 0,0 0-1,0 0 1,0 1 0,1-1 0,-1 1 0,0-1-1,0 0 1,1 1 0,-1-1 0,1 0 0,-1 1-1,0-1 1,1 1 0,-1-1 0,1 1 0,-1-1-1,1 1 1,-1 0 0,1-1 0,0 1 0,-1-1-1,1 1 1,-1 0 0,1 0 0,0-1-7,16 2 7,-1 1 0,0 1-1,0 0 1,0 1 0,8 3-7,-5-1 21,0-1-1,0 0 1,18 0-21,4-1 70,0-3 1,-1-1 0,1-1-1,0-3 1,-1-1 0,24-7-71,-63 11-119,25-9-275,-17-6-4224,-9 6-2126</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7.407"/>
    </inkml:context>
    <inkml:brush xml:id="br0">
      <inkml:brushProperty name="width" value="0.05" units="cm"/>
      <inkml:brushProperty name="height" value="0.05" units="cm"/>
    </inkml:brush>
  </inkml:definitions>
  <inkml:trace contextRef="#ctx0" brushRef="#br0">65 1 14755,'0'0'3145,"0"0"-1553,0 0 1137,103 152-689,-71-67-832,-6 12-367,-5-2-145,-13-3-232,-5-8-272,-3-10-72,0-11-120,-32-8-32,-12-5-344,-26 6-744,8-14-2953,13-11-5281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7.756"/>
    </inkml:context>
    <inkml:brush xml:id="br0">
      <inkml:brushProperty name="width" value="0.05" units="cm"/>
      <inkml:brushProperty name="height" value="0.05" units="cm"/>
    </inkml:brush>
  </inkml:definitions>
  <inkml:trace contextRef="#ctx0" brushRef="#br0">1 1 13451,'0'0'4297,"0"0"-2065,0 0-567,0 0-105,0 0 144,46 208-647,-16-111-297,-7 3-288,-5-10-232,-4-11-160,-2-16-64,-6-16-16,-3-13-240,-3-13-496,0-21-1225,0 0-2688,0-5-792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8.126"/>
    </inkml:context>
    <inkml:brush xml:id="br0">
      <inkml:brushProperty name="width" value="0.05" units="cm"/>
      <inkml:brushProperty name="height" value="0.05" units="cm"/>
    </inkml:brush>
  </inkml:definitions>
  <inkml:trace contextRef="#ctx0" brushRef="#br0">0 77 12499,'0'0'4977,"0"0"-1160,0 0-1793,0 0-528,0 0-567,0 0-465,199-8-256,-111 1-208,38-15-280,-21 4-2041,-17-3-4984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8.474"/>
    </inkml:context>
    <inkml:brush xml:id="br0">
      <inkml:brushProperty name="width" value="0.05" units="cm"/>
      <inkml:brushProperty name="height" value="0.05" units="cm"/>
    </inkml:brush>
  </inkml:definitions>
  <inkml:trace contextRef="#ctx0" brushRef="#br0">37 135 5297,'0'0'11643,"0"0"-7474,8 33-1886,-1-5-1791,13 59 2184,6 61-2676,-3 85 1562,-12-100-1625,6-1 1,8 9 62,-26-192-5947,2 15 2864,-4 13 934,0 1 0,-1-1 1,-1 1-1,-1 0 0,-3-7 2149,-47-110-1881,34 90 4836,2-1-1,-12-50-2954,28 84 654,0 0 0,2-1-1,0 1 1,1-1-1,0 0 1,1 1 0,1-1-1,1 1 1,1-1 0,0 1-1,3-9-653,0 10 169,0 0 0,1 1-1,1-1 1,0 1-1,1 1 1,0 0-1,1 0 1,1 1 0,0 0-1,1 1 1,1-1-169,7-5 79,1 0 0,1 2 0,0 0 0,1 2 0,0 0 0,13-3-79,-21 10 167,1 0-1,0 1 1,0 0 0,0 2 0,0 0-1,1 1 1,0 0 0,-1 1-1,1 1 1,14 2-167,-23-1 93,0 0 0,-1 1 0,1 0 0,-1 0 0,1 1-1,-1-1 1,0 2 0,0-1 0,0 1 0,-1 0 0,1 0 0,-1 1 0,0 0 0,0 0-1,0 1 1,-1-1 0,0 1 0,0 0 0,0 1 0,-1-1 0,0 1 0,0 0-1,1 5-92,0 0 83,-1 1 0,0 0-1,-1 0 1,0 1-1,-1-1 1,0 0-1,-1 1 1,-1 0-1,0-1 1,-1 1 0,-1-1-1,0 1 1,0-1-1,-2 0 1,1 0-1,-2 0 1,0 0-1,0-1 1,-1 0 0,0 0-1,-1 0 1,-1-1-1,0 0 1,-8 8-83,4-5-10,0-1-1,-1 0 1,0-1 0,-1-1 0,0 0 0,-1-1-1,0 0 1,-1-1 0,0-1 0,0-1 0,-1 0-1,0-1 1,0 0 0,0-2 0,-1 0 0,1-1-1,-1-1 1,-12 0 10,29-2-51,0 0 0,0 0 0,0 0 0,0 0 0,0 0 0,0 0 0,0 0 0,0 0 0,0 0 0,0-1 0,0 1 0,0 0 0,1-1 0,-1 1 0,0-1 0,0 1 0,0-1 0,0 1 0,1-1 0,-1 1 0,0-1 0,1 0 0,-1 1 0,0-1 0,1 0 0,-1 0 0,1 0 0,-1 1 0,1-1 0,0 0 0,-1 0 51,1-33-3767,1 23 2315,4-30-5076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8.803"/>
    </inkml:context>
    <inkml:brush xml:id="br0">
      <inkml:brushProperty name="width" value="0.05" units="cm"/>
      <inkml:brushProperty name="height" value="0.05" units="cm"/>
    </inkml:brush>
  </inkml:definitions>
  <inkml:trace contextRef="#ctx0" brushRef="#br0">246 0 16484,'0'0'2504,"0"0"-1328,0 0 1569,-137 179-665,93-81-783,9 7-345,11 0-168,19-10-272,5-16-256,8-16-160,28-15-16,10-14-80,4-16-48,9-12-496,28-6-688,-11-27-1825,-11-4-6641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9.138"/>
    </inkml:context>
    <inkml:brush xml:id="br0">
      <inkml:brushProperty name="width" value="0.05" units="cm"/>
      <inkml:brushProperty name="height" value="0.05" units="cm"/>
    </inkml:brush>
  </inkml:definitions>
  <inkml:trace contextRef="#ctx0" brushRef="#br0">1 79 19196,'0'0'3665,"0"0"-2217,0 0-48,0 0 49,0 0-513,190 195-360,-137-132-168,-4-8-80,-14-7-136,-5-14-136,-13-8-40,-2-7-16,-6-6-200,-3-5-392,-6-8-392,0 0-712,0-16-2913,0-16-8866</inkml:trace>
  <inkml:trace contextRef="#ctx0" brushRef="#br0" timeOffset="1">369 0 18228,'0'0'2408,"0"0"-543,-96 140 655,43-59-1055,1 6-425,2-3-464,15-7-360,8-14-128,13-13-88,8-8 0,6-8-496,6-13-856,17-8-3001,9-13-6738</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9.537"/>
    </inkml:context>
    <inkml:brush xml:id="br0">
      <inkml:brushProperty name="width" value="0.05" units="cm"/>
      <inkml:brushProperty name="height" value="0.05" units="cm"/>
    </inkml:brush>
  </inkml:definitions>
  <inkml:trace contextRef="#ctx0" brushRef="#br0">1 37 13483,'0'0'3137,"0"0"575,0 0-1727,0 0-873,0 0-592,0 0-296,184-26-136,-134 24-32,-3-4-56,-6 4-568,-21 2-1384,-8 0-2825,-12 0-6698</inkml:trace>
  <inkml:trace contextRef="#ctx0" brushRef="#br0" timeOffset="1">109 272 13339,'0'0'4713,"0"0"-2449,0 0-175,0 0-465,0 0-728,0 0-592,211 13-304,-144-21-576,21-16-1216,-15 1-2537,-14-4-5465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19.869"/>
    </inkml:context>
    <inkml:brush xml:id="br0">
      <inkml:brushProperty name="width" value="0.05" units="cm"/>
      <inkml:brushProperty name="height" value="0.05" units="cm"/>
    </inkml:brush>
  </inkml:definitions>
  <inkml:trace contextRef="#ctx0" brushRef="#br0">16 107 16035,'0'0'1643,"0"0"-872,0 0 251,30-17-202,102-52-427,-127 66-299,1 0-1,-1 1 0,1-1 0,0 1 0,0 0 0,0 1 0,1-1 1,-1 1-1,0 0 0,0 1 0,1 0 0,-1 0 0,0 0 0,1 1 1,-1-1-1,2 2-93,-8-2 16,1 0 38,1 1 0,-1-1 0,1 0 0,-1 1 0,0 0 0,0-1 0,1 1 0,-1 0 0,0-1 0,0 1 0,0 0 0,1 0 0,-1 0 0,0 0 0,0 0 0,-1 0 0,1 1 0,0-1 0,0 0 0,0 0 0,-1 1 0,1-1 0,-1 0 0,1 1-54,0 2 100,0 0 1,0 1-1,0-1 1,-1 1-1,0-1 1,1 0-1,-1 1 1,-1 3-101,0 3 145,-1-1 0,0 1 0,-1-1 0,0 0 0,0 1 1,-1-1-1,-2 2-145,-9 12 190,-2 0 0,-1-2-1,0 0 1,-2-1 0,-18 15-190,-31 35 94,57-56-88,12-14-8,0-1-1,0 0 1,0 1-1,0-1 1,0 1-1,0-1 0,0 0 1,0 1-1,0-1 1,0 0-1,0 1 1,0-1-1,0 0 1,0 1-1,0-1 0,0 0 1,0 1-1,1-1 1,-1 0-1,0 1 1,0-1-1,0 0 1,1 1-1,-1-1 0,0 0 1,0 0-1,1 1 1,-1-1-1,0 0 1,1 0-1,-1 0 1,0 1-1,1-1 1,-1 0-1,0 0 0,1 0 1,-1 0-1,0 0 1,1 0-1,-1 0 1,0 0-1,1 0 1,-1 0-1,0 0 0,1 0 1,-1 0-1,1 0 1,-1 0-1,0 0 1,1 0-1,-1 0 1,0 0-1,1 0 0,-1-1 1,1 1 2,0 0-20,11 1-10,1 0-1,0 1 0,-1 1 0,0 0 1,1 0-1,-1 1 0,0 1 1,-1 0-1,1 1 0,-1 0 1,0 0-1,-1 2 0,6 3 31,-8-4 25,-1 0 0,0 0 0,-1 0 0,1 1 0,-1 0 1,-1 0-1,0 1 0,0-1 0,0 1 0,-1 0 0,-1 0 0,1 1 0,-2-1 0,1 1 0,-1 0 0,-1-1 0,1 1 0,-2 0-25,1-3 75,0 0 0,-1 1 0,0-1 0,-1 0 0,0 0 0,0 0-1,0 0 1,-1 0 0,0 0 0,-1 1-75,1-4 70,-1 1-1,1-1 0,-1 0 1,0-1-1,0 1 1,-1 0-1,1-1 1,-1 0-1,0 0 1,0 0-1,0 0 1,0-1-1,0 0 1,-1 1-1,-1-1-69,-16 7 55,0-1-1,-1-1 1,0-1 0,0-2-1,0 0 1,-1-1-1,1-1 1,-1-2-1,0 0 1,-15-3-55,39 3-35,-1 0 1,0 0-1,1-1 0,-1 1 1,1 0-1,-1 0 0,1-1 1,-1 1-1,1-1 1,-1 1-1,1 0 0,-1-1 1,1 1-1,-1-1 0,1 1 1,0-1-1,-1 1 1,1-1-1,0 1 0,-1-1 1,1 0-1,0 1 1,0-1-1,0 1 0,-1-1 1,1 0-1,0 1 0,0-1 1,0 0-1,0 1 1,0-1-1,0 0 0,0 1 1,0-1-1,1 0 35,3-22-927,17-15-2657,13-1-3891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0.222"/>
    </inkml:context>
    <inkml:brush xml:id="br0">
      <inkml:brushProperty name="width" value="0.05" units="cm"/>
      <inkml:brushProperty name="height" value="0.05" units="cm"/>
    </inkml:brush>
  </inkml:definitions>
  <inkml:trace contextRef="#ctx0" brushRef="#br0">358 1 13171,'0'0'2992,"0"0"769,73 266-864,-61-87-1257,-7-5-480,-5-35-343,0-49-73,0-35-336,-17 0-256,-9-2-40,-15-1-64,-12-12-48,-11-9-504,-33-2-824,15-10-2577,15-11-5849</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0.620"/>
    </inkml:context>
    <inkml:brush xml:id="br0">
      <inkml:brushProperty name="width" value="0.05" units="cm"/>
      <inkml:brushProperty name="height" value="0.05" units="cm"/>
    </inkml:brush>
  </inkml:definitions>
  <inkml:trace contextRef="#ctx0" brushRef="#br0">1 0 17108,'0'0'4017,"0"0"-3001,26 148 1408,3-14-1095,-8 3-273,-4-8-456,-11-16-232,-6-34-128,0 0-152,0-5-8,0-19-80,0-21-360,-6-15-400,-20-19-528,0-16-969,-1-16-4424</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0.951"/>
    </inkml:context>
    <inkml:brush xml:id="br0">
      <inkml:brushProperty name="width" value="0.05" units="cm"/>
      <inkml:brushProperty name="height" value="0.05" units="cm"/>
    </inkml:brush>
  </inkml:definitions>
  <inkml:trace contextRef="#ctx0" brushRef="#br0">1 0 13987,'0'0'4937,"0"0"-2841,0 0-247,240 0-841,-123 0-440,11 0-520,45 0-48,-33 0-2128,-25 0-10227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1.298"/>
    </inkml:context>
    <inkml:brush xml:id="br0">
      <inkml:brushProperty name="width" value="0.05" units="cm"/>
      <inkml:brushProperty name="height" value="0.05" units="cm"/>
    </inkml:brush>
  </inkml:definitions>
  <inkml:trace contextRef="#ctx0" brushRef="#br0">0 8 14067,'0'0'1371,"0"0"-396,0 0 941,0 0-93,0 0-438,0 0-61,0 0-1257,0-1 0,1 1 1,-1 0-1,0-1 0,0 1 0,0 0 0,0-1 1,0 1-1,0 0 0,0 0 0,0-1 1,1 1-1,-1 0 0,0 0 0,0-1 0,0 1 1,1 0-1,-1 0 0,0 0 0,0-1 1,0 1-1,1 0 0,-1 0 0,0 0 0,1 0 1,-1-1-1,0 1 0,0 0 0,1 0 0,-1 0 1,0 0-1,1 0 0,-1 0 0,0 0 1,0 0-1,1 0 0,-1 0 0,0 0 0,1 0 1,-1 0-1,0 0 0,1 0-67,2 5 198,0 0-1,-1-1 0,0 1 1,1 0-1,-1 1 1,-1-1-1,1 0 1,-1 0-1,0 1 1,0 0-198,1 2 139,9 47 365,-3 0-1,-2 1 1,-2 23-504,-5 174 156,-1-98-96,4-71-141,0-43-147,-1 0 0,-3 0-1,-1 0 1,-6 25 228,6-61-1865,3-19-331,0 10 1616,0-24-5050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1.636"/>
    </inkml:context>
    <inkml:brush xml:id="br0">
      <inkml:brushProperty name="width" value="0.05" units="cm"/>
      <inkml:brushProperty name="height" value="0.05" units="cm"/>
    </inkml:brush>
  </inkml:definitions>
  <inkml:trace contextRef="#ctx0" brushRef="#br0">0 124 11899,'0'0'5365,"26"-15"-3381,-9 5-1708,6-4 77,1 1-1,0 0 1,0 2 0,2 1-1,-1 1 1,1 1 0,13-1-353,-13 4 185,1 2 1,0 0 0,0 2 0,0 1 0,0 2-1,0 0 1,9 3-186,-27-3 82,0 0 0,-1 0 0,1 1 0,0 0 0,-1 0 0,0 1 0,0 0 0,0 0 0,0 1 0,-1 0 0,1 1 0,-1-1 0,-1 1 0,1 1 0,-1-1 0,0 1 0,0 0 0,-1 1 0,0-1 0,-1 1 0,1 0 0,-1 0 0,1 4-82,-1 0 104,-1 0 0,0-1-1,0 1 1,-1 0 0,-1 0 0,0 0 0,0 1 0,-1-1 0,-1 0 0,0 0 0,-1 0 0,0 0 0,-4 11-104,1-8 61,-1 0-1,-1-1 1,0 1 0,-1-1 0,-1-1 0,0 0 0,0 0-1,-1-1 1,-12 11-61,-3 0 15,-1-1 0,-1-1-1,-1-1 1,-1-2 0,-1-1 0,0-1-1,-1-2 1,0 0 0,-22 4-15,50-17-324,-32 9 551,17-8-1694,7-6-3291,10-9-4976</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2.022"/>
    </inkml:context>
    <inkml:brush xml:id="br0">
      <inkml:brushProperty name="width" value="0.05" units="cm"/>
      <inkml:brushProperty name="height" value="0.05" units="cm"/>
    </inkml:brush>
  </inkml:definitions>
  <inkml:trace contextRef="#ctx0" brushRef="#br0">62 0 17364,'0'0'2920,"0"0"-655,-50 203-113,38-90-831,12 8-561,0-7-408,3-14-248,20-16-96,7-21-8,2-21-80,3-16-320,23-26-600,-5-5-921,-3-24-4328</inkml:trace>
  <inkml:trace contextRef="#ctx0" brushRef="#br0" timeOffset="1">512 53 18396,'0'0'4177,"0"0"-3209,0 0 936,0 0-663,185 205-377,-139-120-248,1-4-232,-3-5-192,-9-15-184,-3-16 56,-11-11-64,-7-16-336,-11-10-576,-3-8-1065,0-13-1799,-8-16-6867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2.342"/>
    </inkml:context>
    <inkml:brush xml:id="br0">
      <inkml:brushProperty name="width" value="0.05" units="cm"/>
      <inkml:brushProperty name="height" value="0.05" units="cm"/>
    </inkml:brush>
  </inkml:definitions>
  <inkml:trace contextRef="#ctx0" brushRef="#br0">413 1 8210,'0'0'12530,"0"0"-9801,0 0-1945,0 0 400,-64 171-31,23-69-305,-18 12-240,-5 1-136,8-28-232,4 5-168,11-21-64,14-13-8,19-18-368,13-24-800,28-8-2457,8-8-4761</inkml:trace>
  <inkml:trace contextRef="#ctx0" brushRef="#br0" timeOffset="1">761 340 16772,'0'0'2976,"0"0"-1391,0 0 151,164-39-1104,-111 31-440,-6 3-112,-9-1-80,-18 1-616,-11 2-1961,-9 3-3224</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2.687"/>
    </inkml:context>
    <inkml:brush xml:id="br0">
      <inkml:brushProperty name="width" value="0.05" units="cm"/>
      <inkml:brushProperty name="height" value="0.05" units="cm"/>
    </inkml:brush>
  </inkml:definitions>
  <inkml:trace contextRef="#ctx0" brushRef="#br0">1 59 13635,'0'0'2208,"0"0"41,0 0 1688,0 0-2217,0 0-616,163 10-736,-95-10-368,23-24-240,-15 3-1456,-12-2-3857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3.051"/>
    </inkml:context>
    <inkml:brush xml:id="br0">
      <inkml:brushProperty name="width" value="0.05" units="cm"/>
      <inkml:brushProperty name="height" value="0.05" units="cm"/>
    </inkml:brush>
  </inkml:definitions>
  <inkml:trace contextRef="#ctx0" brushRef="#br0">102 1 11682,'0'0'8028,"0"0"-4700,0 0-2097,0 0-140,0 0-60,-13 32-194,-44 109-192,50-122-579,1 0 0,1 0 0,0 1 1,2 0-1,0 0 0,2 0 0,0 0 0,1 0 1,1 5-67,0 19 10,-1-41-6,0 1-1,0-1 1,0 0-1,1 0 1,0 1-1,-1-1 1,1 0-1,0 0 1,1 0-1,-1 0 1,0 0-1,1-1 1,0 1-1,-1 0 1,1 0-1,0-1 1,1 0-1,-1 1 1,0-1-1,1 0 1,-1 0-1,1 0 1,0 0-1,-1-1 1,1 1-1,0-1 1,0 1-1,0-1 1,0 0-1,0 0 1,4 0-4,10 2-71,1 0 1,-1-1 0,1-1-1,0-1 1,9-1 70,0 1-353,-10 0-481,1-1-1,-1 0 0,10-3 835,9-7-3732,-3-12-3692,-17 5-1582</inkml:trace>
  <inkml:trace contextRef="#ctx0" brushRef="#br0" timeOffset="1">401 135 16844,'0'0'3992,"0"0"-1975,0 0 143,0 0-1488,0 0-55,0 195 215,-6-100-312,-9-6-184,4-7-168,5-16-120,6-16-48,0-14-80,0-9-632,0-11-1361,0-11-5368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3.417"/>
    </inkml:context>
    <inkml:brush xml:id="br0">
      <inkml:brushProperty name="width" value="0.05" units="cm"/>
      <inkml:brushProperty name="height" value="0.05" units="cm"/>
    </inkml:brush>
  </inkml:definitions>
  <inkml:trace contextRef="#ctx0" brushRef="#br0">290 0 8650,'0'0'7029,"0"0"-3533,10 32-1254,11 47-393,-2 1 1,6 71-1850,-15-32 1680,-6 1 1,-10 118-1681,5-217 62,-1 0-1,-1 0 1,-2-1 0,0 1 0,0-1 0,-2 0-1,-1 0 1,-7 12-62,10-23-75,0 0 1,-1-1-1,0 0 0,-1 0 0,1-1 1,-1 1-1,-1-2 0,0 1 1,0-1-1,0 0 0,0 0 0,-1-1 1,0-1-1,0 1 0,0-1 0,-1-1 1,0 0-1,1 0 0,-4 0 75,-57 5-2142,22-7-2648,5-1-5987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3.819"/>
    </inkml:context>
    <inkml:brush xml:id="br0">
      <inkml:brushProperty name="width" value="0.05" units="cm"/>
      <inkml:brushProperty name="height" value="0.05" units="cm"/>
    </inkml:brush>
  </inkml:definitions>
  <inkml:trace contextRef="#ctx0" brushRef="#br0">0 0 19644,'0'0'2905,"0"0"-1681,6 214 424,-6-41-735,6-7-281,-3-29-200,3-45-104,0-34-208,0 0-80,-1-3-40,-2-7-96,-3-17-432,0-18-576,0-13-753,-5-10 49,-10-19-3641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4.154"/>
    </inkml:context>
    <inkml:brush xml:id="br0">
      <inkml:brushProperty name="width" value="0.05" units="cm"/>
      <inkml:brushProperty name="height" value="0.05" units="cm"/>
    </inkml:brush>
  </inkml:definitions>
  <inkml:trace contextRef="#ctx0" brushRef="#br0">0 64 15667,'0'0'5305,"0"0"-3704,152-16 223,-52 8-768,14 0-455,3 0-345,-3 0-224,-8 3-32,11 0-1081,-30 2-2719,-16 1-4458</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4.571"/>
    </inkml:context>
    <inkml:brush xml:id="br0">
      <inkml:brushProperty name="width" value="0.05" units="cm"/>
      <inkml:brushProperty name="height" value="0.05" units="cm"/>
    </inkml:brush>
  </inkml:definitions>
  <inkml:trace contextRef="#ctx0" brushRef="#br0">0 0 15211,'0'0'5986,"0"0"-3706,0 0-368,0 0-1223,18 137 143,2 16 32,1-3-360,-4-8-152,1-26-152,-1-37-104,-2 2-80,0-2-16,-7-21-40,-2-18-424,-6-22-616,0-18-1225,-3-21-1407,-11-13-4946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4.923"/>
    </inkml:context>
    <inkml:brush xml:id="br0">
      <inkml:brushProperty name="width" value="0.05" units="cm"/>
      <inkml:brushProperty name="height" value="0.05" units="cm"/>
    </inkml:brush>
  </inkml:definitions>
  <inkml:trace contextRef="#ctx0" brushRef="#br0">0 172 6873,'0'0'8053,"0"0"-4659,39-27-1024,-39 27-2370,76-50 1889,19-7-1889,-84 51 161,-1 1-1,1 0 0,0 1 0,0 0 0,0 0 0,1 1 0,-1 1 0,1 0 1,-1 1-1,1 0 0,0 0 0,0 1 0,0 1 0,-1 0 0,1 1 0,9 2-160,-13-2 60,-1 0 0,0 0 0,0 0 0,0 1 0,0 0 0,0 0 0,0 1 0,-1 0 0,1 0 0,-1 0-1,0 1 1,-1 0 0,1 0 0,-1 0 0,3 5-60,-2-2 72,0 1 0,-1 0-1,0 0 1,0 0 0,-1 1-1,0-1 1,-1 1 0,0 0-1,-1 0 1,2 9-72,-2-4 70,-1 1-1,0-1 1,-1 0 0,-1 1-1,0-1 1,-1 0 0,-1 1-1,0-1 1,-1-1 0,-1 1-1,0 0 1,-1-1 0,0 0-1,-1 0 1,-4 4-70,-5 4 55,-1-1 0,-1 0 1,0-1-1,-2-1 0,0-1 0,-6 3-55,14-12 6,-1 0-1,1-1 1,-1 0-1,-1-1 1,0-1-1,0 0 1,0-1 0,0 0-1,-1-1 1,0-1-1,-13 2-5,25-5-116,0 0 0,0 0 0,0 0 0,0 0-1,0 0 1,0-1 0,0 1 0,1-1 0,-1 0 0,0 0 0,0 0 0,0 0 0,1 0 0,-1-1-1,1 1 1,-1-1 0,1 0 0,-1 0 0,1 1 0,0-2 0,0 1 0,0 0 0,0 0-1,0-1 1,1 1 0,-1-1 0,1 1 0,-1-1 0,1 0 0,0 1 0,0-1 0,0-2 116,-7-29-5419</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5.260"/>
    </inkml:context>
    <inkml:brush xml:id="br0">
      <inkml:brushProperty name="width" value="0.05" units="cm"/>
      <inkml:brushProperty name="height" value="0.05" units="cm"/>
    </inkml:brush>
  </inkml:definitions>
  <inkml:trace contextRef="#ctx0" brushRef="#br0">138 1 18292,'0'0'2696,"0"0"-1383,-85 152 879,56-67-1176,11 9-175,12-4-281,6-8-304,3-11-136,21-19-40,5-12-32,3-14-48,3-13-128,3-10-312,18-3-1105,-9-13-2423,-6-14-3746</inkml:trace>
  <inkml:trace contextRef="#ctx0" brushRef="#br0" timeOffset="1">413 64 19796,'0'0'2889,"0"0"-1793,0 0 656,0 0-791,196 211-201,-143-127-240,-6 3-248,-4-6-160,-4-12-104,-13-14-8,-9-18-376,-14-24-736,-3-10-2889,0-3-3689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5.599"/>
    </inkml:context>
    <inkml:brush xml:id="br0">
      <inkml:brushProperty name="width" value="0.05" units="cm"/>
      <inkml:brushProperty name="height" value="0.05" units="cm"/>
    </inkml:brush>
  </inkml:definitions>
  <inkml:trace contextRef="#ctx0" brushRef="#br0">422 1 18580,'0'0'4657,"0"0"-3937,0 0 440,-76 158-23,20-63-57,-8 7-408,0-4-168,8-12-232,12-15-176,15-20-88,11-15-8,7-12-296,8-13-616,3-11-912,6 0-2657,14-8-5434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5.970"/>
    </inkml:context>
    <inkml:brush xml:id="br0">
      <inkml:brushProperty name="width" value="0.05" units="cm"/>
      <inkml:brushProperty name="height" value="0.05" units="cm"/>
    </inkml:brush>
  </inkml:definitions>
  <inkml:trace contextRef="#ctx0" brushRef="#br0">0 80 18820,'0'0'1960,"0"0"-1039,0 0 295,0 0-856,211-34-360,-141 20-200,-11 6-888,-12-2-961,-15 5-2056,-17-3-5977</inkml:trace>
  <inkml:trace contextRef="#ctx0" brushRef="#br0" timeOffset="1">147 277 16660,'0'0'4705,"0"0"-2633,0 0-368,0 0-1120,167-39-399,-97 15-185,23-21-817,-16 6-1119,-13 2-3577</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6.385"/>
    </inkml:context>
    <inkml:brush xml:id="br0">
      <inkml:brushProperty name="width" value="0.05" units="cm"/>
      <inkml:brushProperty name="height" value="0.05" units="cm"/>
    </inkml:brush>
  </inkml:definitions>
  <inkml:trace contextRef="#ctx0" brushRef="#br0">386 38 3265,'0'0'5437,"0"0"-3086,0 0-241,0 0-171,0 0-345,0 0-877,-13-9-85,10 6-520,-1 0 1,1 0-1,-1 1 0,0-1 0,0 1 0,0 0 0,0 0 1,-1 0-1,1 1 0,-1 0 0,1-1 0,-1 2 0,1-1 1,-1 0-1,1 1 0,-1 0 0,1 0 0,-1 0 0,0 1 1,1-1-1,-1 1 0,1 0 0,-1 1 0,1-1 0,0 1 1,-1 0-1,-2 2-112,-8 4 308,0 0 1,1 1 0,0 1-1,0 0 1,2 1-1,-1 0 1,1 1-1,-4 6-308,13-14 18,-1 0 1,1 1-1,0-1 0,1 1 0,-1-1 0,1 1 1,0 0-1,0 0 0,0 0 0,1 0 0,0 0 1,0 1-1,0-1 0,1 0 0,-1 1 0,1-1 1,1 0-1,-1 1 0,1-1 0,-1 0 0,2 0 1,-1 0-1,1 0 0,-1 1 0,1-2 0,1 1 1,-1 0-1,3 3-18,5 7 5,1-1 0,1 0 0,0 0 1,4 2-6,-3-3 6,1 2 1,-2 0 0,9 13-7,-13-15 77,-1 1 0,0-1 1,-1 1-1,-1 0 0,0 0 0,-1 1 0,-1-1 0,0 1 1,-1 0-1,-1 0 0,0 0 0,-1 0 0,0 0 0,-2 10-77,0-20 92,1 0-1,-1 0 1,-1 0 0,1 0-1,0 0 1,-1 0-1,0-1 1,0 1-1,-1-1 1,1 0-1,-1 0 1,0 0-1,0-1 1,0 1-1,0-1 1,-1 0-1,0 0 1,1-1 0,-1 1-1,0-1 1,0 0-1,0 0 1,-3 0-92,-13 5 132,0 0 1,0-2 0,-1 0-1,0-2 1,-4 0-133,22-2-1,-1-1-36,0 1-1,0-1 0,1 1 1,-1-1-1,0-1 1,0 1-1,0-1 0,-3 0 38,8 0-61,-1 1-1,1 0 1,-1-1-1,0 1 1,1 0 0,-1-1-1,1 1 1,-1-1-1,0 1 1,1-1-1,-1 1 1,1-1-1,0 1 1,-1-1-1,1 0 1,-1 1-1,1-1 1,0 0-1,0 1 1,-1-1-1,1 0 1,0 0 61,5-26-2996,12 1-3404</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26.726"/>
    </inkml:context>
    <inkml:brush xml:id="br0">
      <inkml:brushProperty name="width" value="0.05" units="cm"/>
      <inkml:brushProperty name="height" value="0.05" units="cm"/>
    </inkml:brush>
  </inkml:definitions>
  <inkml:trace contextRef="#ctx0" brushRef="#br0">132 1 15019,'0'0'2105,"53"155"983,-30-5-319,-5 3-721,-10-14-823,-8-23-281,0-34-272,-2-3-312,-19 0-240,-2-21-96,-4-14-24,-5-12-496,-18-14-832,9-7-2833,3-6-3145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4.401"/>
    </inkml:context>
    <inkml:brush xml:id="br0">
      <inkml:brushProperty name="width" value="0.05" units="cm"/>
      <inkml:brushProperty name="height" value="0.05" units="cm"/>
    </inkml:brush>
  </inkml:definitions>
  <inkml:trace contextRef="#ctx0" brushRef="#br0">364 1 4865,'0'0'9778,"0"0"-5437,0 0-1982,0 0-917,0 0-839,0 0-195,-16 24 267,0 1-461,0 2 58,-1-1 0,-2-1-1,0 0 1,-22 20-272,37-41 36,-20 22 84,-2-1-1,0-2 0,-2 0 1,0-2-1,-1 0 0,-21 9-119,49-30 10,1 0-1,0 0 0,-1 1 0,1-1 0,0 0 0,0 0 0,-1 0 1,1 0-1,0 1 0,0-1 0,0 0 0,-1 0 0,1 1 1,0-1-1,0 0 0,0 0 0,0 1 0,0-1 0,-1 0 1,1 1-1,0-1 0,0 0 0,0 0 0,0 1 0,0-1 1,0 0-1,0 1 0,0-1 0,0 0 0,0 1 0,0-1 1,0 0-1,0 0 0,0 1 0,0-1 0,1 0 0,-1 1 1,0-1-1,0 0 0,0 0 0,0 1 0,0-1 0,1 0 1,-1 0-1,0 1 0,0-1 0,1 0 0,-1 0 0,0 0 1,0 1-1,1-1 0,-1 0 0,0 0 0,0 0 0,1 0 1,-1 0-1,0 0 0,1 0 0,-1 1 0,0-1 0,0 0 1,1 0-1,-1 0 0,0 0 0,1 0-9,19 8 219,33 5 276,-1-2 0,2-3-1,-1-1 1,45-2-495,-43-2-53,-47-3-325,1 1 1,-1-1-1,0-1 1,1 0-1,-1 0 0,4-1 378,26-15-5594,-7-4-4665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4.933"/>
    </inkml:context>
    <inkml:brush xml:id="br0">
      <inkml:brushProperty name="width" value="0.05" units="cm"/>
      <inkml:brushProperty name="height" value="0.05" units="cm"/>
    </inkml:brush>
  </inkml:definitions>
  <inkml:trace contextRef="#ctx0" brushRef="#br0">170 340 10306,'0'0'3589,"0"0"-1084,-2-26 82,-17-185 2474,15 131-3266,3 57-870,4 60-713,8 64 213,7 14-425,7 60-623,-18-55-3210,-8-116 3389,0-1 0,0 1 0,0-1-1,0 1 1,-1-1 0,1 1 0,-1-1 0,0 0 0,0 0 0,0 0-1,-1 0 1,1 0 0,-1 0 0,1 0 0,-1-1 0,0 0 0,0 1 0,0-1-1,0 0 1,0 0 0,-1-1 0,1 1 0,-1-1 0,-2 1 444,-46 18-1621,6-9 4202,44-10-2273,-15 4-32,-8 3 5311,20-2-281,27-4-3375,61-6-959,-1-4 1,50-12-973,2 0-4379,-125 18-773,-3-2-2638</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5.288"/>
    </inkml:context>
    <inkml:brush xml:id="br0">
      <inkml:brushProperty name="width" value="0.05" units="cm"/>
      <inkml:brushProperty name="height" value="0.05" units="cm"/>
    </inkml:brush>
  </inkml:definitions>
  <inkml:trace contextRef="#ctx0" brushRef="#br0">105 0 11666,'0'0'4433,"0"0"-2071,0 0 240,0 0-755,0 0-517,26 25-143,-12-12-1048,1 1-14,1 0 1,-2 1-1,0 1 0,-1 1 1,0 0-1,-1 0 1,-1 1-1,-1 0 1,-1 1-1,0 1 1,-2-1-1,4 14-125,6 61 334,-4 0 0,-4 1-1,-4 0 1,-6 56-334,0-123-8,-2 0-1,0 0 1,-2-1 0,-1 1-1,-1-1 1,-2 0 0,0-1-1,-2 0 1,-1 0-1,-3 4 9,-6 5-934,0-2-1,-22 27 935,4-13-5613,-24 21 5613,-11 3-11102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7.637"/>
    </inkml:context>
    <inkml:brush xml:id="br0">
      <inkml:brushProperty name="width" value="0.05" units="cm"/>
      <inkml:brushProperty name="height" value="0.05" units="cm"/>
    </inkml:brush>
  </inkml:definitions>
  <inkml:trace contextRef="#ctx0" brushRef="#br0">1 3 8026,'0'0'9906,"0"0"-7450,0 0-1247,0 0 71,0 0-536,0 0-216,87-2 104,-28 2-272,-4 0-232,-2 0-72,-12 0-56,-12 0-576,-20 5-1016,-9-3-2465,0 1-4369</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7.969"/>
    </inkml:context>
    <inkml:brush xml:id="br0">
      <inkml:brushProperty name="width" value="0.05" units="cm"/>
      <inkml:brushProperty name="height" value="0.05" units="cm"/>
    </inkml:brush>
  </inkml:definitions>
  <inkml:trace contextRef="#ctx0" brushRef="#br0">1 74 12995,'0'0'2888,"0"0"201,0 0-200,0 0-841,0 0-784,0 0-928,228-36-336,-87 17-952,-21 9-1576,-18 2-4506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8.355"/>
    </inkml:context>
    <inkml:brush xml:id="br0">
      <inkml:brushProperty name="width" value="0.05" units="cm"/>
      <inkml:brushProperty name="height" value="0.05" units="cm"/>
    </inkml:brush>
  </inkml:definitions>
  <inkml:trace contextRef="#ctx0" brushRef="#br0">210 516 1304,'0'0'10097,"0"0"-6085,-1-27-1527,1 9-2068,-2-85 4076,-7-15-4493,5 85 659,-5-47 3993,2-55-4652,7 133 391,1 6-243,18 47-136,-2 2 0,-2 0 0,-3 1 0,1 14-12,3 59-240,-2 38 240,-13-44-2228,-1-119 1945,0-1 0,-1 1 0,1-1 0,-1 0 0,1 1 0,-1-1 0,1 0 0,-1 1 0,0-1 1,1 0-1,-1 0 0,0 0 0,0 0 0,0 0 0,0 0 0,0 0 0,0 0 0,0 0 0,0 0 1,-1 0-1,1 0 0,0-1 0,0 1 0,-1-1 0,1 1 0,0-1 0,-1 1 0,1-1 0,-1 0 1,1 0-1,0 1 0,-1-1 0,0 0 283,-60 1-10058,38-1 8753,-58 9 6066,74-7-3718,-1-1 0,1 1 1,0 1-1,0 0 1,0 0-1,1 0 0,-1 1 1,-3 2-1044,11-6 72,-1 0 1,1 0 0,0 0-1,-1 0 1,1 0 0,0 0-1,-1 0 1,1 1 0,0-1-1,-1 0 1,1 0 0,0 0-1,-1 0 1,1 1 0,0-1-1,0 0 1,-1 0 0,1 1-1,0-1 1,0 0 0,-1 0-1,1 1 1,0-1 0,0 0-1,0 1 1,0-1 0,-1 0-1,1 1 1,0-1 0,0 0-1,0 1 1,0-1 0,0 0-1,0 1 1,0-1 0,0 0-1,0 1 1,0-1 0,0 0-1,0 1 1,0-1 0,0 0-1,0 1 1,1-1 0,-1 0-1,0 1 1,0-1 0,0 0-1,0 1 1,1-1 0,-1 0-1,0 0 1,0 1 0,0-1-1,1 0 1,-1 0 0,0 1-1,1-1 1,-1 0 0,0 0-1,1 0 1,-1 0 0,0 1-1,1-1-72,22 3 1347,37-4-462,-1-3 1,50-10-886,-34 0-2605,0-6-4097,-21 4-7797</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8.700"/>
    </inkml:context>
    <inkml:brush xml:id="br0">
      <inkml:brushProperty name="width" value="0.05" units="cm"/>
      <inkml:brushProperty name="height" value="0.05" units="cm"/>
    </inkml:brush>
  </inkml:definitions>
  <inkml:trace contextRef="#ctx0" brushRef="#br0">1 0 15267,'0'0'5489,"0"0"-3896,0 0 39,0 0-464,0 0-575,149 3-321,-90-3-32,-1 0-128,-2 0-112,2 0-649,-14 0-2391,-9-3-7987</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9.036"/>
    </inkml:context>
    <inkml:brush xml:id="br0">
      <inkml:brushProperty name="width" value="0.05" units="cm"/>
      <inkml:brushProperty name="height" value="0.05" units="cm"/>
    </inkml:brush>
  </inkml:definitions>
  <inkml:trace contextRef="#ctx0" brushRef="#br0">1 1 17308,'0'0'2650,"0"0"-737,0 0-430,0 0-465,1 29-153,21 446 1948,-21-404-2473,5 96 140,-4-140-500,2-1 1,0 0 0,2 0-1,1-1 1,1 3 19,-4-21-1498,-2-12 81,-2-17-1484,0 17 1790,0-26-5140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9.450"/>
    </inkml:context>
    <inkml:brush xml:id="br0">
      <inkml:brushProperty name="width" value="0.05" units="cm"/>
      <inkml:brushProperty name="height" value="0.05" units="cm"/>
    </inkml:brush>
  </inkml:definitions>
  <inkml:trace contextRef="#ctx0" brushRef="#br0">0 475 14699,'0'0'2487,"11"-32"-422,-1 2-1482,-2 1-89,2 0 0,1 1 0,1 0 0,2 0 0,0 2 0,9-11-494,-10 19 205,1 0-1,1 0 0,1 2 1,0 0-1,1 1 1,0 0-1,2 2 0,-1 0 1,9-4-205,-13 10 186,0 0-1,1 0 1,0 2 0,0 0-1,0 0 1,0 1 0,1 1 0,-1 1-1,1 0 1,0 1 0,-1 1 0,1 0-1,12 3-185,-23-3 39,0 1 0,0 0 0,-1 0 0,1 1 0,-1 0 0,1-1 0,-1 2 0,0-1 0,1 0 0,-1 1 0,-1 0 0,1 0-1,0 0 1,-1 0 0,1 0 0,2 5-39,-1-1 49,0 0-1,-1 0 0,0 1 1,0-1-1,-1 1 0,0 0 1,0 0-1,-1 1 1,1 2-49,1 19 119,0 0 1,-2 1-1,-2-1 1,-2 30-120,1-45 0,0 0 1,-1-1 0,0 1-1,-1 0 1,-1-1 0,0 0-1,-1 1 1,-1-2 0,0 1-1,-1-1 1,0 0 0,-1 0-1,0-1 1,-1 0 0,-1 0-1,0-1 1,0-1 0,-1 0-1,-1 0 1,1-1 0,-2 0-1,1-1 1,-1 0 0,0-1-1,-1-1 1,1 0 0,-1-1-1,-1 0 1,1-1 0,0-1-1,-1 0 1,0-1 0,0-1-1,-11 0 0,20-1-164,2 1 30,0-1 1,-1 0-1,1-1 0,0 1 0,-1-1 1,1 0-1,0 0 0,-3-1 134,6 1-288,-1 0 1,1 0-1,-1 0 1,1 0-1,0 0 0,0 0 1,-1-1-1,1 1 1,0-1-1,0 1 0,0-1 1,0 1-1,1-1 1,-1 1-1,0-1 0,1 0 1,-1 1-1,1-1 1,-1 0-1,1 0 0,0 1 1,0-3 287,-1-16-7223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9.812"/>
    </inkml:context>
    <inkml:brush xml:id="br0">
      <inkml:brushProperty name="width" value="0.05" units="cm"/>
      <inkml:brushProperty name="height" value="0.05" units="cm"/>
    </inkml:brush>
  </inkml:definitions>
  <inkml:trace contextRef="#ctx0" brushRef="#br0">191 1 14819,'0'0'2609,"0"0"-217,-74 155 457,36-68-905,3 13-631,6 3-441,14-6-272,15-10-336,0-16-120,21-16-88,11-13-56,9-10 64,0-6-64,3-7-264,20-11-432,-8-3-1297,-9-5-4936</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40.149"/>
    </inkml:context>
    <inkml:brush xml:id="br0">
      <inkml:brushProperty name="width" value="0.05" units="cm"/>
      <inkml:brushProperty name="height" value="0.05" units="cm"/>
    </inkml:brush>
  </inkml:definitions>
  <inkml:trace contextRef="#ctx0" brushRef="#br0">1 88 18996,'0'0'2481,"0"0"-945,0 0 640,0 0-935,0 0-441,164 150-104,-117-61-88,-4 9-152,-2-4-56,-5-9-208,-7-14-136,-9-19-8,-5-17-48,-6-12-216,-6-15-432,-3-8-576,0-10-496,0-17-5338</inkml:trace>
  <inkml:trace contextRef="#ctx0" brushRef="#br0" timeOffset="1">434 1 17884,'0'0'3895,"0"0"-1674,0 0-802,0 0-524,-21 32 6,-148 223 691,168-253-1581,-127 209 1020,106-170-970,2 0 0,2 2-1,2 0 1,-3 16-61,17-53-156,0 0 0,1 0 0,0 0 1,0 0-1,0 0 0,1 1 0,0-1 1,0 0-1,0 0 0,2 4 156,-1-9-263,0-1 1,0 1-1,0 0 0,0-1 1,0 1-1,0-1 0,1 1 1,-1-1-1,0 1 0,0-1 1,1 0-1,-1 0 0,0 0 1,1 0-1,-1 0 0,0 0 1,0 0-1,1 0 0,-1 0 1,0-1-1,1 1 263,2 0-1855,25 0-9738</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40.484"/>
    </inkml:context>
    <inkml:brush xml:id="br0">
      <inkml:brushProperty name="width" value="0.05" units="cm"/>
      <inkml:brushProperty name="height" value="0.05" units="cm"/>
    </inkml:brush>
  </inkml:definitions>
  <inkml:trace contextRef="#ctx0" brushRef="#br0">0 56 5449,'0'0'11835,"0"0"-7098,0 0-3113,0 0 88,0 0-575,0 0-433,0 0-32,147-21-224,-86 11-272,1-1-176,-13 3-72,-8 3-536,-14 5-536,-16 0-1497,-8 0-3384,-3 0-4153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40.900"/>
    </inkml:context>
    <inkml:brush xml:id="br0">
      <inkml:brushProperty name="width" value="0.05" units="cm"/>
      <inkml:brushProperty name="height" value="0.05" units="cm"/>
    </inkml:brush>
  </inkml:definitions>
  <inkml:trace contextRef="#ctx0" brushRef="#br0">0 48 15915,'0'0'5210,"0"0"-3306,0 0 440,0 0-823,0 0-777,0 0-504,150 0-152,-98-3-88,-2-2-384,12-8-712,-13 2-2729,-11-5-5505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41.225"/>
    </inkml:context>
    <inkml:brush xml:id="br0">
      <inkml:brushProperty name="width" value="0.05" units="cm"/>
      <inkml:brushProperty name="height" value="0.05" units="cm"/>
    </inkml:brush>
  </inkml:definitions>
  <inkml:trace contextRef="#ctx0" brushRef="#br0">188 0 15171,'0'0'2762,"0"0"-475,0 0-84,0 0-397,-28 33-503,-88 110-357,111-136-868,0 0 0,1-1 0,0 2 0,0-1 0,0 0 1,1 1-1,0 0 0,0 0 0,1 0 0,0 0 0,0 0 0,1 0 1,0 1-1,1-1 0,0 0 0,0 5-78,0 9 170,0-14-120,0 1-1,0 0 1,1-1 0,0 1-1,1-1 1,0 1 0,0-1-1,1 0 1,0 3-50,0-6 17,0 0 0,0 0 0,0-1-1,0 1 1,1-1 0,0 1 0,0-1 0,0 0 0,0-1-1,0 1 1,1-1 0,0 0 0,0 0 0,3 1-17,5 3 29,1-2-1,1 0 1,-1-1 0,1 0-1,-1-1 1,1-1 0,0 0 0,0-1-1,0 0 1,0-2 0,10 0-29,-6-1 8,0-1-1,0 0 1,0-1 0,-1-1-1,0-1 1,0-1 0,0 0-1,15-10-7,-22 11 8,-2-1-1,1 0 1,-1 0-1,0-1 1,0 0 0,-1-1-1,0 0 1,0 0-1,-1 0 1,-1-1-1,1-1 1,-2 1-1,1-1 1,-1 0 0,-1 0-1,0 0 1,-1 0-1,0-1 1,-1 0-1,0 1 1,0-1-1,-2 0 1,1 0 0,-1 0-1,-1 0 1,0 0-1,-3-9-7,3 15 14,-1-1 1,0 1-1,0-1 0,0 1 0,-1 0 1,0 0-1,0 0 0,-1 0 0,0 1 0,0-1 1,0 1-1,0 0 0,-1 0 0,0 1 1,0-1-1,0 1 0,-1 0 0,1 0 1,-1 1-1,0 0 0,0 0 0,0 0 0,0 0 1,-1 1-1,1 0 0,-3 0-14,-18-4-52,-1 1-1,0 1 1,0 1 0,-1 2-1,-14 1 53,35 0-117,0 0 0,1 1-1,-1-1 1,1 2 0,-1-1-1,1 1 1,0 0 0,-1 1-1,1-1 1,-3 3 117,4-2-406,2 0 1,-1 1 0,0-1-1,1 1 1,-1 0-1,1 0 1,0 1-1,0-1 1,0 1 405,-10 22-6596</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41.601"/>
    </inkml:context>
    <inkml:brush xml:id="br0">
      <inkml:brushProperty name="width" value="0.05" units="cm"/>
      <inkml:brushProperty name="height" value="0.05" units="cm"/>
    </inkml:brush>
  </inkml:definitions>
  <inkml:trace contextRef="#ctx0" brushRef="#br0">340 0 13155,'0'0'5569,"0"0"-3241,0 0 33,0 0-729,132 140-471,-97 18-273,-29 44-160,-6-9-112,-33-41-104,-8-54-80,9-43-176,-6 3-152,-6-3-56,-5-5-48,-4-13-280,-29-16-528,9-13-592,6-8-3857</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0.915"/>
    </inkml:context>
    <inkml:brush xml:id="br0">
      <inkml:brushProperty name="width" value="0.05" units="cm"/>
      <inkml:brushProperty name="height" value="0.05" units="cm"/>
    </inkml:brush>
  </inkml:definitions>
  <inkml:trace contextRef="#ctx0" brushRef="#br0">1 0 10058,'0'0'7626,"0"0"-5002,0 0-1159,0 0-73,0 0-160,0 0-344,87 11-440,-40-11-127,9 0-129,5 0-104,4 0-88,-1 0-136,-8 0-945,-13 10-1263,-13 1-3025,-19-3-4817</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1.254"/>
    </inkml:context>
    <inkml:brush xml:id="br0">
      <inkml:brushProperty name="width" value="0.05" units="cm"/>
      <inkml:brushProperty name="height" value="0.05" units="cm"/>
    </inkml:brush>
  </inkml:definitions>
  <inkml:trace contextRef="#ctx0" brushRef="#br0">1 77 14419,'0'0'2273,"0"0"-33,0 0-432,0 0-503,0 0-505,0 0-408,178-14-280,-111 1-112,36-5-1016,-18 2-1665,-9 0-3408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1.601"/>
    </inkml:context>
    <inkml:brush xml:id="br0">
      <inkml:brushProperty name="width" value="0.05" units="cm"/>
      <inkml:brushProperty name="height" value="0.05" units="cm"/>
    </inkml:brush>
  </inkml:definitions>
  <inkml:trace contextRef="#ctx0" brushRef="#br0">6 446 6849,'0'0'7123,"0"0"-3541,0 0-1078,0 0-989,0 0-734,0 0-258,0-23-42,0-176 1497,-6-25 1303,7 228-3259,0 1-1,0-1 1,1 0 0,-1 0 0,1 0-1,0 0 1,0 0 0,0 1-22,10 21 12,-1 14 106,-3 0 0,-1 1 0,-1 0-1,-2 19-117,-3 169 390,-2-120-345,-8 41-6,9-149-107,0-1-80,0 0-80,0 0-107,0 0-77,0 0-188,2-5-422,13-27-2998,1 9-1918,10-9-8759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1.919"/>
    </inkml:context>
    <inkml:brush xml:id="br0">
      <inkml:brushProperty name="width" value="0.05" units="cm"/>
      <inkml:brushProperty name="height" value="0.05" units="cm"/>
    </inkml:brush>
  </inkml:definitions>
  <inkml:trace contextRef="#ctx0" brushRef="#br0">0 6 14507,'0'0'4081,"0"0"-2049,0 0 161,0 0-793,0 0-656,173 0-520,-118 0-128,-5 0-48,-3 0-48,8 0-568,-14-3-1632,-8 1-3873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2.251"/>
    </inkml:context>
    <inkml:brush xml:id="br0">
      <inkml:brushProperty name="width" value="0.05" units="cm"/>
      <inkml:brushProperty name="height" value="0.05" units="cm"/>
    </inkml:brush>
  </inkml:definitions>
  <inkml:trace contextRef="#ctx0" brushRef="#br0">1 0 9090,'0'0'7492,"0"0"-4231,0 0-1369,0 0-494,0 28 46,3 417 2190,-3-397-3476,-1 34-9,3 0-1,4 0 0,10 46-148,-8-103 94,-1-15-1504,-2-14-4697,-1-14-1505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2.592"/>
    </inkml:context>
    <inkml:brush xml:id="br0">
      <inkml:brushProperty name="width" value="0.05" units="cm"/>
      <inkml:brushProperty name="height" value="0.05" units="cm"/>
    </inkml:brush>
  </inkml:definitions>
  <inkml:trace contextRef="#ctx0" brushRef="#br0">0 223 12443,'0'0'1723,"0"0"-123,21-23 467,0-3-1476,-11 12-332,1 1 0,0 0 0,1 0 0,0 1-1,1 1 1,1 0 0,0 1 0,0 0 0,1 1-1,8-3-258,-5 4 317,0 0-1,0 2 1,1 0-1,0 1 1,0 0-1,1 2 1,-1 1-1,1 0 1,-1 1-1,1 1 1,0 1-1,-1 1 1,20 4-317,-29-4 77,0 1 1,-1 0-1,1 0 1,-1 1-1,1 0 1,-1 1 0,-1 0-1,1 0 1,-1 1-1,0 0 1,0 1-1,0-1 1,-1 2-1,0-1 1,-1 1-1,1 0 1,-2 0 0,1 1-1,-1-1 1,0 1-1,-1 1 1,0-1-1,-1 1 1,1-1-1,-2 1 1,0 0-1,1 5-77,0 0 37,-1 0 0,-1 0-1,0 1 1,-1-1 0,0 1 0,-1-1-1,-1 0 1,-1 1 0,0-1-1,-1 0 1,0 0 0,-1-1-1,-1 0 1,0 0 0,-1 0-1,-1 0 1,0-1 0,-1 0-1,0-1 1,-1 0 0,0-1-1,-1 0 1,0 0 0,-1-1-1,0-1 1,-1 0 0,0 0-1,-2 0-36,-4 2 30,0 0 0,-1-1 0,-1-1 0,-11 3-30,22-9 3,0 0-1,0 0 1,0-2-1,0 1 1,0-1-1,0 0 1,0-1 0,-1 0-1,1-1 1,0 0-1,-1-1-2,9 1-40,1 1-1,-1-1 1,1 0-1,0 1 1,-1-1-1,1 0 1,0 0-1,-1 0 1,1 0-1,0 0 1,0 0-1,0-1 1,0 1-1,0 0 1,0-1-1,0 1 1,1 0-1,-1-1 1,0 1-1,1-1 1,-1 1-1,1-1 1,0 1-1,-1-1 0,1 1 1,0-1 40,-1-2-725,1 0-1,0 0 1,0-1 0,0 1-1,0 0 1,0 0-1,1 0 1,0 0 0,0 1-1,0-3 726,14-17-11414</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2.933"/>
    </inkml:context>
    <inkml:brush xml:id="br0">
      <inkml:brushProperty name="width" value="0.05" units="cm"/>
      <inkml:brushProperty name="height" value="0.05" units="cm"/>
    </inkml:brush>
  </inkml:definitions>
  <inkml:trace contextRef="#ctx0" brushRef="#br0">215 1 13051,'0'0'2336,"0"0"98,0 0 176,0 0-882,0 0-741,-26 34-176,5-7-598,4-8-44,2 1-1,0 0 0,1 1 1,1 1-1,1 0 0,1 0 1,1 2-1,1-1 0,1 1 1,-4 23-169,-1 27 577,4 0 1,2 0 0,4 1 0,7 71-578,-2-130 23,0-1 1,1 1 0,1-1 0,0 0-1,1 0 1,1 0 0,0-1 0,1 0-1,8 13-23,-10-20-44,0 1 0,0-1 0,1 0-1,0 0 1,0-1 0,1 0 0,-1 0-1,1 0 1,1-1 0,-1 0 0,1 0-1,0-1 1,0 0 0,0-1 0,1 1-1,-1-1 1,1-1 0,4 1 44,19 0-2653,1-2 0,25-2 2653,-41 1-2026,43-2-9814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3.286"/>
    </inkml:context>
    <inkml:brush xml:id="br0">
      <inkml:brushProperty name="width" value="0.05" units="cm"/>
      <inkml:brushProperty name="height" value="0.05" units="cm"/>
    </inkml:brush>
  </inkml:definitions>
  <inkml:trace contextRef="#ctx0" brushRef="#br0">0 0 14579,'0'0'3214,"0"0"195,0 0-986,0 0-1241,27 1-465,-6-1-558,-10-1-86,0 1 1,1 0-1,-1 1 0,0 0 1,0 1-1,0 0 1,0 0-1,0 1 1,0 1-1,-1 0 1,0 0-1,0 1 0,0 1 1,0 0-1,1 1-73,7 7 183,0 2-1,-1 0 1,0 1 0,-2 1-1,0 0 1,-1 1-1,-1 1 1,0 0-1,-2 1 1,0 0-1,6 19-182,-6-5 33,-1-1 0,-1 2 0,-2-1 0,-2 1 0,-1 0 1,-1 0-1,-3 15-33,-3 5-1102,0-45-1896,1-36-2190,1-10-5434</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0:33.648"/>
    </inkml:context>
    <inkml:brush xml:id="br0">
      <inkml:brushProperty name="width" value="0.05" units="cm"/>
      <inkml:brushProperty name="height" value="0.05" units="cm"/>
    </inkml:brush>
  </inkml:definitions>
  <inkml:trace contextRef="#ctx0" brushRef="#br0">591 0 5521,'0'0'9458,"0"0"-6329,0 0-833,0 0-1095,0 0 159,-114 171-136,53-105-112,-1 3-367,4-11-313,5-6-256,12-10-104,6-5-64,9-10 0,2-4-8,4 1-408,-15 8-1081,3-4-1511,2-4-2810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02.863"/>
    </inkml:context>
    <inkml:brush xml:id="br0">
      <inkml:brushProperty name="width" value="0.05" units="cm"/>
      <inkml:brushProperty name="height" value="0.05" units="cm"/>
    </inkml:brush>
  </inkml:definitions>
  <inkml:trace contextRef="#ctx0" brushRef="#br0">126 0 4385,'0'0'1424,"0"0"-672,0 0 1,0 0-281,0 0-312,0 0-88,-26 0-64,11 0 0,-3 0-8,-8 8-96,6 5-696,-1 0-2257</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04.103"/>
    </inkml:context>
    <inkml:brush xml:id="br0">
      <inkml:brushProperty name="width" value="0.05" units="cm"/>
      <inkml:brushProperty name="height" value="0.05" units="cm"/>
    </inkml:brush>
  </inkml:definitions>
  <inkml:trace contextRef="#ctx0" brushRef="#br0">468 8 5169,'-117'30'2677,"97"-28"304,18-7-1450,2 5-1415,0 0 0,0-1 0,0 1 0,0 0 0,0 0 0,1 0 1,-1-1-1,0 1 0,0 0 0,0 0 0,0 0 0,0-1 0,0 1 0,0 0 0,1 0 0,-1 0 1,0 0-1,0 0 0,0-1 0,0 1 0,1 0 0,-1 0 0,0 0 0,0 0 0,0 0 0,1 0 1,-1 0-1,0 0 0,0 0 0,0 0 0,1 0 0,-1-1 0,0 1 0,0 0 0,0 0 0,1 1 1,-1-1-1,0 0 0,0 0 0,0 0 0,1 0 0,-1 0 0,0 0 0,0 0 0,0 0 0,1 0 1,-1 0-1,0 0 0,0 1 0,0-1 0,0 0 0,1 0 0,-1 0 0,0 0 0,0 1 0,0-1 1,0 0-1,0 0 0,0 0 0,0 0 0,1 1 0,-1-1 0,0 0-116,-5 14 291,-1-1 0,0 0 0,0-1-1,-2 1 1,1-1 0,-2-1 0,1 1 0,-2-2-1,-2 4-290,7-8 90,-16 17 82,-1 0-1,-1-1 0,-1-2 0,-1 0 0,-1-1 0,0-2 0,-2-1 1,0-1-1,-5 1-171,76-24 164,-6-12-175,-2-2 0,-1-1 0,0-2 0,-2-1 1,-1-2-1,-1 0 0,-1-3 0,18-25 11,-30 37 7,1 0 0,0 1 0,4-1-7,-8 7 10,-11 64 242,0 58-83,0-48 142,-3 1 0,-4 15-311,1-60 114,0 0 1,-2-1 0,0 1 0,-2 2-115,1-3 116,1-1 0,0 1 1,2 0-1,-2 13-116,-30 245 496,27-188-176,-1-55-200,-18-54-8376,16 12 3600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04.897"/>
    </inkml:context>
    <inkml:brush xml:id="br0">
      <inkml:brushProperty name="width" value="0.05" units="cm"/>
      <inkml:brushProperty name="height" value="0.05" units="cm"/>
    </inkml:brush>
  </inkml:definitions>
  <inkml:trace contextRef="#ctx0" brushRef="#br0">158 87 7210,'0'0'4040,"0"0"-1712,0 0-752,0 0-691,0 0-516,0 0-120,33-3 108,191-22 682,-87 16 411,58 7-1450,-147 2 55,-32 0 3344,-44 1-2732,-47 1-894,-572-2 314,587 5 135,463-15 1419,-102 1-1543,-300 9 40,-1 0 231,0 0 107,-40 0 287,-157 0-767,196 1-70,0-1 0,1 0 0,-1 0-1,0 0 1,1 0 0,-1 0 0,0 0 0,0 0-1,1 0 1,-1 0 0,0 0 0,1 0 0,-1 0 0,0 0-1,1-1 1,-1 1 0,0 0 0,1-1 0,-1 1-1,0 0 1,1-1 0,-1 1 0,1 0 0,-1-1 0,1 1-1,-1-1 1,1 1 0,-1-1 0,1 0 0,0 1-1,-1-1 1,1 1 0,0-1 0,-1 0 0,1 1-1,0-1 1,0 0 0,-1 1 0,1-1 0,0 0 0,0 1-1,0-1 1,0 0 0,0 0 0,0 1 0,0-1-1,0 0 1,0 1 0,1-1 0,-1 0 0,0 0 74,0-14-5168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05.964"/>
    </inkml:context>
    <inkml:brush xml:id="br0">
      <inkml:brushProperty name="width" value="0.05" units="cm"/>
      <inkml:brushProperty name="height" value="0.05" units="cm"/>
    </inkml:brush>
  </inkml:definitions>
  <inkml:trace contextRef="#ctx0" brushRef="#br0">27 0 7178,'0'0'2012,"0"0"-148,0 0-217,0 0-752,0 0-513,0 0-37,0 12 250,-8 198 2739,5-40-3066,-9-259 1306,10 41-1549,1 28 56,0 0 0,2-1 0,0 1 0,3-16-81,-1 34 717,1 12-630,1 14-176,-2 39 127,-2 31-38,-1-47 34,0-47 6,3-22 143,34-127-138,-37 160-56,1 1 0,0-1 0,0 0 0,1 1 0,0-1 0,3 4 11,1 14-5,3-6 77,-8-22-67,-1-1 0,1 0 0,-1 0 0,0 0 0,1 0 0,-1 0 0,0 0 1,1 0-1,-1 0 0,0 0 0,1 0 0,-1 0 0,1 0 0,-1 0 0,0 0 1,1-1-1,-1 1 0,0 0 0,1 0 0,-1 0 0,0 0 0,1-1 0,-1 1 0,0 0 1,0 0-1,1-1 0,-1 1 0,0 0 0,0-1 0,1 1 0,-1 0 0,0 0 0,0-1 1,1 1-6,16-42 146,-14 24-119,-1 0 0,-1-1 0,0 1 0,-2-6-27,1 4 144,0 19 207,0 1-99,-23 43-68,-15 26 402,38-68-492,0-1 20,2-71 469,-4 64-1603,2 47-2531,0 0-4876,0-26 735</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06.518"/>
    </inkml:context>
    <inkml:brush xml:id="br0">
      <inkml:brushProperty name="width" value="0.05" units="cm"/>
      <inkml:brushProperty name="height" value="0.05" units="cm"/>
    </inkml:brush>
  </inkml:definitions>
  <inkml:trace contextRef="#ctx0" brushRef="#br0">36 1 8194,'0'0'2048,"0"0"-427,0 0-25,0 0-480,0 0-469,0 0-180,-2 19-70,-3 57-27,2-60 2697,1-26-2403,-1-22-736,3-26 284,0 57-81,-1 3-79,-1-1 0,1 0 0,-1 0 0,1 0 0,-1 1 0,1-1 0,0 0 0,0 1 0,0-1 0,0 1 1,0 0-1,0-1 0,0 1 0,1 0 0,-1 0 0,0-1 0,1 1 0,0 0 0,-1 0 0,1 0 0,0 0 0,0 0-52,0-2 55,0 0 78,0-29 1857,0 81-1967,0-51-398,9-3-5238,-1-6-833</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29.34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14 5569,'0'0'1777,"0"0"-1281,0 0 416,0 0 192,187-5-176,-116-1-152,-1 4-343,-3 2-201,-5 0-128,-4 0-104,-5 16-40,0 2-633,2 0-511,45 6-216,-13-5 328,4-6-5386</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29.96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 11322,'0'0'2081,"0"0"-1609,284 0-472,-159 0-1960,-8 0-2585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0.59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 5401,'0'0'1889,"0"0"-689,0 0 608,0 0 329,205 2-297,-39-2-488,54 0 185,23 0-489,-12 0-168,-20 0-512,-21 8-368,15 8-920,-47-5-1000,-24-1-5090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1.05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93 11266,'0'0'1993,"0"0"-1497,223 0-352,-80 0-72,39-16 8,40-2-72,27-1 0,5 6 40,4 3-48,-74 2-48,-29 0-4353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1.38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82 1040,'0'0'14075,"0"0"-12442,0 0-1185,167-8-88,-59 0-192,15-2 272,9 2 408,3 3-392,-4-3-224,-5 0-136,0-3-96,0 3-344,61 3-848,-32 3-1753,-11 2-4016</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3.51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10 6009,'0'0'4755,"0"0"-2586,0 0-744,0 0-68,0 0-367,0 0-290,29 0 31,1387-10 2656,-1172 19-3035,-1 10-1,125 30-351,-126-15-2507,-85-23-2282,-71-10-3436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5.96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 1400,'0'0'12291,"0"0"-10771,0 0-904,0 0 593,243 37-49,-126-30 704,18 1-295,2-2-369,-17-4-272,18 1-600,20-3-328,38 0-592,35 0-1208,-32 0-1329,-41 0-3977</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6.45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47 12859,'175'-5'3064,"45"-3"-1351,37-2-33,-8-1-1056,-35 1-392,-21 7-136,-26 3-96,-56 0-1336,-26 0-3969</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7.11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 11202,'0'0'1393,"152"0"-1033,0 0 448,71 0-376,40 3-24,18 7-160,0 9-96,-82-6-152,-35 0-4457</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7.68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0 124 13291,'0'0'1880,"0"0"-1368,255-10 713,-83-16-545,57-6 720,19 6-632,4 5-448,-9 13-320,-24 8-328,-55 0-1944,-35 0-8138</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1:38.21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1 250 12459,'0'0'1640,"0"0"-1184,187-60 880,-58 20-15,43-2 167,42 3-776,-9 4-432,-41 17-168,-50 10-112,-32 5-8,58 1-1072,-14-1-832,0 3-4578</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3.509"/>
    </inkml:context>
    <inkml:brush xml:id="br0">
      <inkml:brushProperty name="width" value="0.05" units="cm"/>
      <inkml:brushProperty name="height" value="0.05" units="cm"/>
    </inkml:brush>
  </inkml:definitions>
  <inkml:trace contextRef="#ctx0" brushRef="#br0">990 0 14931,'0'0'2818,"0"0"-245,0 0 15,0 0-794,0 0-802,-19 22-390,-79 102 1180,-2 16-1782,-14 19 646,-236 270 740,189-239-906,153-181-489,-15 18-37,0 0 0,2 1 0,1 2 0,2 0 0,-14 29 46,30-48-2912,12-29 1275,17-36-3256,-6 0-3647</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3.843"/>
    </inkml:context>
    <inkml:brush xml:id="br0">
      <inkml:brushProperty name="width" value="0.05" units="cm"/>
      <inkml:brushProperty name="height" value="0.05" units="cm"/>
    </inkml:brush>
  </inkml:definitions>
  <inkml:trace contextRef="#ctx0" brushRef="#br0">1 1 15227,'0'0'4209,"0"0"-1820,0 0-468,8 27-187,30 126 85,-6 2 0,-2 34-1819,-22-62 905,-5 23-905,-1-37-106,12 87 106,-14-199-68,0 1 0,0 0 0,0-1 0,0 1-1,0 0 1,1-1 0,-1 1 0,0 0 0,1-1 0,0 1 0,-1-1-1,1 1 1,0-1 0,-1 1 0,1-1 0,0 0 0,0 1 0,0-1-1,1 0 1,-1 0 0,0 1 0,0-1 0,1 0 0,-1 0 0,1 0 68,0-1-136,0-1-1,1 1 1,-1 0 0,0-1 0,0 0 0,1 1 0,-1-1 0,0 0 0,0 0 0,0 0 0,0 0 0,0 0 0,0-1-1,-1 1 1,1-1 0,0 1 0,-1-1 0,2-1 136,32-37-4535,0-9-4179</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6.882"/>
    </inkml:context>
    <inkml:brush xml:id="br0">
      <inkml:brushProperty name="width" value="0.05" units="cm"/>
      <inkml:brushProperty name="height" value="0.05" units="cm"/>
    </inkml:brush>
  </inkml:definitions>
  <inkml:trace contextRef="#ctx0" brushRef="#br0">0 1 15891,'0'0'2769,"0"0"-977,0 0 281,0 0-913,0 0-336,0 0-200,0 0-272,123 8-176,-76-8-79,-3 0-89,-9 0-8,-9-3-441,-14 3-903,-12 0-1224,-6 24-1481,-23 7 176,-9 1-3465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7.208"/>
    </inkml:context>
    <inkml:brush xml:id="br0">
      <inkml:brushProperty name="width" value="0.05" units="cm"/>
      <inkml:brushProperty name="height" value="0.05" units="cm"/>
    </inkml:brush>
  </inkml:definitions>
  <inkml:trace contextRef="#ctx0" brushRef="#br0">0 263 640,'0'0'11715,"0"0"-8635,0 0 721,0 0-1416,0 0-537,0 0-736,0 0-472,105-13-376,-55-21-168,6-6-96,26-25-608,-12 7-2256,-12 5-5306</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7.530"/>
    </inkml:context>
    <inkml:brush xml:id="br0">
      <inkml:brushProperty name="width" value="0.05" units="cm"/>
      <inkml:brushProperty name="height" value="0.05" units="cm"/>
    </inkml:brush>
  </inkml:definitions>
  <inkml:trace contextRef="#ctx0" brushRef="#br0">1 69 18308,'0'0'3809,"0"0"-3289,0 0 784,0 0-152,14 143-455,1-96-425,-1-5-160,-2-8-104,0-10-8,2-6-328,7-18-1265,-1 0-3528,-2-10-5353</inkml:trace>
  <inkml:trace contextRef="#ctx0" brushRef="#br0" timeOffset="1">176 1 15755,'0'0'2721,"0"0"-1241,0 0 1153,0 0-1097,24 150-776,-4-105-504,9-3-256,3 0-208,24 8-1168,-9-8-3529,-9-8-6609</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8.100"/>
    </inkml:context>
    <inkml:brush xml:id="br0">
      <inkml:brushProperty name="width" value="0.05" units="cm"/>
      <inkml:brushProperty name="height" value="0.05" units="cm"/>
    </inkml:brush>
  </inkml:definitions>
  <inkml:trace contextRef="#ctx0" brushRef="#br0">247 192 11987,'0'0'2161,"0"0"-184,6 28 347,1 11-1602,-2-8-44,1 0-1,2 0 1,1-1 0,2 3-678,-11-32 54,1 0-1,-1 0 1,0 0-1,0 0 1,1 0 0,-1 0-1,0 0 1,1 0-1,-1 0 1,1 0 0,0 0-1,-1 0 1,1 0-1,0-1 1,-1 1 0,1 0-1,0 0 1,0-1-1,0 1 1,-1 0 0,1-1-1,0 1 1,0-1-1,1 1-53,-1-2 45,-1 1 0,1-1 0,0 1-1,0-1 1,-1 1 0,1-1-1,0 0 1,-1 1 0,1-1 0,-1 0-1,1 0 1,-1 1 0,1-1-1,-1 0 1,1 0 0,-1 0 0,0 0-1,1 0 1,-1 1 0,0-1 0,0 0-45,11-57 455,-9 27-425,-1-1 1,-1 1-1,-2-1 1,-1 1 0,-3-5-31,5 27 32,-1-1 1,-1 1 0,1 0 0,-2 1 0,1-1-1,-1 0 1,0 1 0,-1 0 0,0 0 0,-1 0-1,1 1 1,-1 0 0,-1 0 0,1 0 0,-1 1-1,0 0 1,-1 0 0,1 1 0,-7-4-33,11 7 23,0 1 0,-1-1 0,0 0 0,1 1 0,-1 0 0,0 0 0,1 0 0,-1 0 0,0 0 0,0 1 0,0 0 1,0 0-1,1 0 0,-1 0 0,0 0 0,0 1 0,0 0 0,1 0 0,-3 0-23,2 2 10,-1-1 0,1 0 0,0 1 0,0 0 0,0 0 0,0 0 0,1 1 0,-1-1 0,1 1 0,0 0 0,0 0 1,0 0-1,-1 3-10,-7 16 12,0 0 0,2 1 1,1 0-1,1 0 1,-3 16-13,5-21 53,-4 19 92,1 0-1,1 1 1,2 0-1,2 0 1,2 0 0,1 1-1,3 3-144,-2-34 6,1 0-1,1 0 1,0 0-1,0 0 1,1-1 0,-1 0-1,2 1 1,-1-1-1,1-1 1,1 1 0,-1-1-1,1 0 1,1 0-1,-1 0 1,1-1 0,0 0-1,1-1 1,-1 1-1,1-1 1,0-1 0,0 0-1,1 0 1,6 2-6,12 4-228,0-1 1,0-1-1,0-2 1,1-1-1,0 0 0,0-3 1,13 0 227,68-4-3051,-34-8-2805,3-11-6551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8.594"/>
    </inkml:context>
    <inkml:brush xml:id="br0">
      <inkml:brushProperty name="width" value="0.05" units="cm"/>
      <inkml:brushProperty name="height" value="0.05" units="cm"/>
    </inkml:brush>
  </inkml:definitions>
  <inkml:trace contextRef="#ctx0" brushRef="#br0">137 10 14819,'0'0'2633,"0"0"-722,0 0-31,-21 25-577,-9 10-879,2 1 0,1 3-424,22-32 84,1 1-1,1-1 1,-1 1-1,1 0 0,0 0 1,1 1-1,0-1 1,0 0-1,1 1 0,0-1 1,1 1-1,-1-1 1,2 1-1,0 6-83,0 10 237,-2-11-152,2 0 0,0 0 1,1 0-1,0 0 0,1-1 1,0 1-1,1-1 1,1 0-1,2 5-85,-4-12 5,0-1 0,1 1 0,-1-1 0,1 1 0,0-1 0,1 0 0,-1-1 0,1 1 0,0-1 1,0 0-1,0 0 0,1 0 0,-1-1 0,1 0 0,0 0 0,0 0 0,0-1 0,0 0 0,1 0 0,5 1-5,-5-1-127,0-1-1,0 0 0,0 0 1,0 0-1,0-1 0,0 0 1,1 0-1,-1-1 0,0 0 1,0 0-1,0 0 0,0-1 1,-1 0-1,1-1 0,0 0 1,-1 0-1,0 0 1,1 0-1,-1-1 0,-1 0 1,1-1-1,0 1 0,-1-1 1,0 0-1,0 0 0,-1-1 1,1 0-1,-1 1 0,0-1 1,-1-1-1,0 1 0,0 0 1,0-1-1,0 0 1,-1-1 127,5-13-558,-2-1 0,0 0 0,-1 0 0,-2-1 0,0 1 0,-1-2 558,-5-79 863,0 90 2645,3 30-2718,3 35-516,16 27 541,10 22-815,-18-70 91,-3-11-51,-7-20-38,0 0 1,0 0-1,0 0 1,0 0 0,0-1-1,0 1 1,0 0-1,0 0 1,0 0-1,0 0 1,0 0-1,0 0 1,0 0-1,0 0 1,0 0-1,0 0 1,0 0 0,0 0-1,1 0 1,-1 0-1,0-1 1,0 1-1,0 0 1,0 0-1,0 0 1,0 0-1,0 0 1,0 0-1,0 0 1,0 0-1,0 0 1,1 0 0,-1 0-1,0 0 1,0 0-1,0 0 1,0 0-1,0 0 1,0 0-1,0 0 1,0 0-1,0 0 1,0 0-1,0 0 1,1 0-1,-1 0 1,0 1 0,0-1-1,0 0 1,0 0-1,0 0 1,0 0-1,0 0 1,0 0-1,0 0 1,0 0-1,0 0 1,0 0-1,0 0 1,0 0 0,0 0-1,0 0 1,0 1-1,0-1-2,2-35 228,-2 28-251,0-38 101,-1-17-89,6-41 11,-3 86 171,0 0 0,1 1 1,1-1-1,0 1 1,1 0-1,1 0 0,1 0 1,4-6-172,-10 20 37,0 0-1,0 0 1,0-1-1,1 1 1,-1 0 0,1 0-1,-1 1 1,1-1 0,0 0-1,-1 0 1,1 1 0,0-1-1,0 1 1,0 0 0,1 0-1,-1 0 1,0 0-1,0 0 1,1 0 0,1 0-37,-2 1 15,0 0-1,0 0 1,0 0 0,1 1 0,-1-1 0,0 1-1,0-1 1,0 1 0,0 0 0,0 0 0,0 0-1,-1 0 1,1 0 0,0 0 0,0 1-1,-1-1 1,1 1 0,1 1-15,4 6 24,1 0 1,-1 1-1,0 0 0,-1 0 1,-1 1-1,1-1 0,0 6-24,8 24 65,-2-1-1,-2 1 1,-2 1-1,0 11-64,1 4-122,13 43 122,-21-97-70,-1-1 0,0 0 0,1 0 0,-1 0 0,1 1 0,-1-1 0,1 0 0,-1 0 0,1 0 0,0 0 0,0 0 0,0 0 0,0 0 0,-1 0 0,1 0 0,0 0 0,0-1 0,1 1 0,-1 0 0,0 0 0,0-1 0,0 1 0,0-1 0,1 1 0,-1-1 0,0 0 0,0 0 0,1 1-1,0-1 71,-1 0-418,1 0 0,-1-1 0,1 1-1,-1 0 1,1-1 0,-1 1-1,1-1 1,-1 0 0,0 1 0,1-1-1,-1 0 1,0 0 0,0 0-1,1 0 1,-1 0 0,0 0 0,0 0 418,18-27-12858</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8.934"/>
    </inkml:context>
    <inkml:brush xml:id="br0">
      <inkml:brushProperty name="width" value="0.05" units="cm"/>
      <inkml:brushProperty name="height" value="0.05" units="cm"/>
    </inkml:brush>
  </inkml:definitions>
  <inkml:trace contextRef="#ctx0" brushRef="#br0">1 0 18460,'0'0'3089,"0"0"-2177,0 0 1224,11 148-511,10-54-625,2 17-288,-2 2-136,-1-5-312,-5-8-144,-1-13-120,-5-13-56,3-19-440,-6-21-776,-3-15-2369,-3-19-4785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9.275"/>
    </inkml:context>
    <inkml:brush xml:id="br0">
      <inkml:brushProperty name="width" value="0.05" units="cm"/>
      <inkml:brushProperty name="height" value="0.05" units="cm"/>
    </inkml:brush>
  </inkml:definitions>
  <inkml:trace contextRef="#ctx0" brushRef="#br0">0 223 18308,'0'0'3929,"0"0"-1841,0 0-837,24-28-1009,85-86-1080,-100 106 395,1 0-1,0 0 1,0 1 0,1 0-1,0 1 1,0 0 0,0 0-1,1 2 1,-1-1 0,1 1-1,1 1 1,-1 0 0,0 1-1,1 0 1,-1 1 0,1 1 0,-1 0-1,1 0 1,9 2 443,-17-1 50,-1 1 0,0-1 0,0 1 0,1 0 0,-1 0 1,0 1-1,0-1 0,-1 1 0,1 0 0,-1-1 0,1 2 0,-1-1 0,0 0 1,0 1-1,0-1 0,0 1 0,-1 0 0,0 0 0,0 0 0,0 0 0,0 1 0,0-1 1,-1 0-1,0 1 0,1 1-50,4 20 1266,0-1 0,-2 1 0,1 25-1266,-4-39 253,2 59 1000,-2-44-864,0 1 1,2-1 0,1 1-390,-4-28-2,0 1 0,0 0 0,0-1 0,0 1 0,0-1 0,1 1 0,-1 0 0,0-1 0,0 1 0,0-1 0,1 1 0,-1-1 0,0 1 0,0 0 1,1-1-1,-1 1 0,0-1 0,1 0 0,-1 1 0,1-1 0,-1 1 0,1-1 0,-1 0 0,1 1 0,-1-1 0,1 0 0,-1 1 0,1-1 0,-1 0 1,1 0-1,0 1 0,-1-1 0,1 0 0,-1 0 0,1 0 2,19-13-613,11-30-5359,-7 1-8361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9.613"/>
    </inkml:context>
    <inkml:brush xml:id="br0">
      <inkml:brushProperty name="width" value="0.05" units="cm"/>
      <inkml:brushProperty name="height" value="0.05" units="cm"/>
    </inkml:brush>
  </inkml:definitions>
  <inkml:trace contextRef="#ctx0" brushRef="#br0">197 219 15227,'0'0'2621,"0"0"-519,0 0-159,-27 9-760,27-9-1183,-29 10 356,0 1 1,-24 14-357,49-22 49,0 0 0,0 0 0,0 0 0,0 0 0,1 1 1,0 0-1,0 0 0,0 0 0,0 0 0,0 0 0,1 0 0,0 1 0,0 0 0,0-1 0,0 1 0,1 0 0,0 0 1,0 0-1,0-1 0,0 1 0,1 0 0,0 0 0,0 5-49,-1 4 147,-1 9 29,0 1-1,2 0 0,1 0 1,0 0-1,2-1 0,3 14-175,-4-31 9,-1 0-1,1-1 1,0 1-1,0 0 0,0-1 1,1 1-1,0-1 1,0 0-1,0 0 0,1 0 1,0-1-1,0 1 0,0-1 1,0 0-1,1 0 1,0 0-1,0 0 0,0-1 1,0 0-1,0 0 1,0 0-1,1-1 0,0 0 1,-1 0-1,1 0 1,0-1-1,0 0 0,2 0-8,0 0-71,0 0-1,1 0 0,-1-1 1,0-1-1,0 1 0,0-2 0,0 1 1,0-1-1,0 0 0,0 0 1,0-1-1,-1 0 0,1 0 1,-1-1-1,0 0 0,0-1 1,0 1-1,-1-1 0,0-1 0,6-5 72,-2 0-192,-1 0 0,0-1 0,-1 0 0,-1 0 0,0-1 0,0 0 0,-1-1 0,-1 1 0,0-1 0,-1 0 0,1-9 192,4-28 35,-3-1-1,-3-1 1,-1 1-1,-5-23-34,3-2 881,-9-31 3889,11 139-4606,2 0 0,1 0 0,1-1 0,2 1-164,10 52 129,-10-33-205,-2-11-64,1 0 1,9 23 139,-13-51-353,1 0 1,0-1-1,0 0 1,2 0-1,-1 0 0,1 0 1,1-1-1,-1 0 1,2 0-1,-1 0 1,3 1 352,30 17-5727</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39.977"/>
    </inkml:context>
    <inkml:brush xml:id="br0">
      <inkml:brushProperty name="width" value="0.05" units="cm"/>
      <inkml:brushProperty name="height" value="0.05" units="cm"/>
    </inkml:brush>
  </inkml:definitions>
  <inkml:trace contextRef="#ctx0" brushRef="#br0">249 11 15931,'0'0'3901,"0"0"-1694,-25-3-562,-7-1-1043,0 1 0,-11 2-602,39 1 40,1 1 0,-1-1 0,0 1 0,1 0 0,-1 0 0,1 0 0,-1 0 0,1 1 0,0-1 1,-1 1-1,1 0 0,0 0 0,0 0 0,0 0 0,1 1 0,-1-1 0,0 1 0,1-1 0,0 1 0,-1 0 0,1 0 0,0 0 0,1 1 0,-1-1 0,0 0 0,1 1 0,0-1 0,0 1 1,0 0-41,-3 4 68,-3 10 67,1 1 1,0-1 0,2 2 0,0-1-1,1 0 1,1 1 0,0-1 0,2 1-1,0-1 1,3 11-136,-2-21 23,0 0 0,1 0-1,1-1 1,-1 1 0,1-1 0,1 1 0,-1-1-1,2 0 1,-1-1 0,1 1 0,0 0-23,-1-3-6,1-1 1,-1 1 0,0-1-1,1 0 1,0 0 0,0-1-1,0 1 1,1-1 0,-1 0-1,1-1 1,-1 1 0,1-1 0,0 0-1,0-1 1,0 1 0,6 0 5,-4-1-101,1 0 1,0 0 0,0-1 0,-1 0 0,1 0 0,0-1 0,-1 0 0,1 0 0,-1-1 0,1-1 0,-1 1 0,0-1 0,1-1 0,-2 1 0,1-1 0,0-1-1,-1 1 1,0-1 0,0-1 0,0 1 0,-1-1 0,0 0 0,0-1 0,0 0 0,-1 0 0,0 0 0,0 0 0,-1-1 0,0 1 0,0-1 0,-1 0 0,3-9 100,1-8 69,-2 0 0,0 0 0,-1-1 0,-2 0 1,-1 1-1,-1-1 0,-1-2-69,1 3 1049,-2 23 681,-2 15-1391,-2 23-407,5-15 119,-2 24 32,1 1-1,3-1 0,4 26-82,-5-67-34,0-1 1,1 1-1,0-1 0,0 1 0,0 0 0,0-1 0,0 0 0,1 1 0,-1-1 0,1 0 0,0 0 0,0 0 0,0 0 0,0 0 0,1 0 0,-1-1 0,1 1 0,0-1 1,0 0-1,0 1 0,0-1 0,0-1 0,0 1 0,0 0 0,3 0 34,6 1-831,0 0-1,1-1 1,-1-1 0,0 0-1,0-1 1,13 0 831,-3-1-2201,47 1-8943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0.409"/>
    </inkml:context>
    <inkml:brush xml:id="br0">
      <inkml:brushProperty name="width" value="0.05" units="cm"/>
      <inkml:brushProperty name="height" value="0.05" units="cm"/>
    </inkml:brush>
  </inkml:definitions>
  <inkml:trace contextRef="#ctx0" brushRef="#br0">258 345 13123,'0'0'5904,"0"0"-3466,0 0-997,-29-1-116,29 1-1325,-33-1 418,0 1 0,-22 4-418,51-3 28,0 0 0,0 0 0,1 0 0,-1 0 0,1 1 0,-1 0 0,1 0 0,-1 0 0,1 0 0,0 0 0,0 1 0,0-1 0,0 1 0,1 0 0,-1 0 0,1 0 0,0 0 0,-1 0 1,1 1-1,1-1 0,-1 0 0,0 1 0,1 0 0,0-1 0,0 1 0,0 0 0,0 2-28,-3 6 124,-4 15 97,1 1 0,1-1 0,1 1 0,2 0 0,1 0 0,1 0 0,2 1 0,0-1 0,4 17-221,-3-36 28,0 0 1,0-1 0,1 1 0,0-1-1,0 0 1,1 1 0,0-2 0,0 1 0,1 0-1,0-1 1,0 0 0,1 0 0,0 0-1,0-1 1,1 0 0,0 0 0,0-1-1,0 0 1,0 0 0,1 0 0,0-1 0,3 1-29,-4-2 1,0-1 1,0 1-1,0-1 1,0-1 0,0 0-1,0 0 1,1 0 0,-1-1-1,0 0 1,1 0 0,-1-1-1,0 0 1,0 0 0,1 0-1,-1-1 1,0 0 0,0-1-1,-1 0 1,1 0 0,0 0-1,-1-1 1,0 0-1,0 0 1,0 0 0,0-1-1,-1 0 1,1-1-2,8-10-13,-1 0-1,-1-1 1,0-1 0,-2 0-1,0 0 1,0-1-1,-2 0 1,-1-1-1,0 1 1,-1-2 0,-1 1-1,-1-1 1,0-10 13,4-48-44,-3-1 0,-6-74 44,0 64-1,1-83 213,-2 263-156,0-7 175,7 50-231,-3-109 14,1 0 1,1-1-1,1 1 0,1-1 0,2 0 0,0 0 0,8 16-14,-12-32-5,1 1 1,0 0-1,0-1 0,0 0 1,1 0-1,0-1 0,1 1 1,-1-1-1,1-1 0,0 1 1,0-1-1,1 0 1,1-1 4,-5-1-20,1-1 1,-1 0 0,1-1-1,0 1 1,0-1 0,0 0-1,0 0 1,0 0 0,0-1-1,0 0 1,0 0 0,0 0-1,0 0 1,0-1 0,0 0-1,0 0 1,0 0 0,-1-1-1,1 0 1,0 0 0,-1 0-1,1 0 1,-1-1 0,1 0 19,4-3-88,-1-1 1,1-1-1,-1 0 1,-1 0-1,1-1 1,-1 0-1,-1 0 1,0 0-1,0-1 1,-1 0-1,0 0 1,0 0-1,-2-1 1,2-5 87,2-8-87,-1 0-1,-1 0 1,-2-1 0,0 1 0,-1-1-1,-2-2 88,0 27 6,0 0-1,0-1 1,-1 1-1,1 0 1,0-1-1,0 1 1,0 0-1,-1-1 1,1 1-1,0 0 1,0 0-1,-1-1 1,1 1-1,0 0 1,0 0-1,-1 0 0,1-1 1,0 1-1,-1 0 1,1 0-1,0 0 1,-1 0-1,1 0 1,0 0-1,-1 0 1,1-1-1,0 1 1,-1 0-1,1 0 1,-1 0-1,1 0 1,0 1-1,-1-1 1,1 0-1,0 0 1,-1 0-1,1 0 0,0 0 1,-1 0-1,1 0 1,0 1-1,-1-1 1,1 0-1,0 0 1,0 1-1,-1-1 1,1 0-1,0 0 1,0 1-1,-1-1 1,1 0-1,0 0 1,0 1-1,0-1 1,0 0-1,-1 1-5,-3 4 2,-1 0 0,1 0 0,0 1-1,1-1 1,-1 1 0,1 0 0,0 0 0,1 0 0,-1 0-1,1 2-1,-18 71-3,17-68 3,-4 20 1,1 1 0,1 0 0,2 1 0,1-1 0,2 0 1,1 1-1,3 17-1,-3-48-12,0 1 0,0-1 0,0 0 1,0 0-1,0 0 0,0 0 0,0 1 0,1-1 1,-1-1-1,1 1 0,-1 0 0,1 0 0,0-1 1,0 1-1,0-1 0,0 1 0,0-1 0,0 0 1,0 0-1,0 0 0,1 0 0,-1 0 1,0 0-1,0 0 0,1-1 0,-1 0 0,1 1 1,-1-1-1,1 0 0,0 0 12,12 1-621,0-2 1,0 1-1,0-2 0,9-1 621,-21 2-225,61-14-4851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0.754"/>
    </inkml:context>
    <inkml:brush xml:id="br0">
      <inkml:brushProperty name="width" value="0.05" units="cm"/>
      <inkml:brushProperty name="height" value="0.05" units="cm"/>
    </inkml:brush>
  </inkml:definitions>
  <inkml:trace contextRef="#ctx0" brushRef="#br0">205 1 8666,'0'0'4900,"1"23"-2753,12 107 957,-1-32 392,-4 0 1,-5 54-3497,-3-148 41,-1 1 0,1-1 1,-1 0-1,0 1 0,0-1 1,0 0-1,-1 0 0,1 1 1,-1-1-1,0 0 0,0-1 1,-1 1-1,1 0 0,-1-1 1,0 1-1,0-1 0,0 0 0,0 0 1,0 0-1,-1 0 0,1-1 1,-1 1-1,0-1 0,0 0 1,-4 2-42,-1-1 21,-1 0 1,-1 0-1,1-1 1,0 0-1,0-1 1,-1 0-1,1-1 1,-1 0-1,1-1 1,-7 0-22,15 1-32,-1-1 0,1 1 0,-1-1 0,1 1 0,-1-1 0,1 0 0,-1 0 0,1 0 0,0 0 0,-1 0 0,1 0 0,0-1 0,0 1 0,0-1 0,0 0 0,0 0 0,0 1 0,0-1 0,1 0 0,-1 0 0,1-1 0,-1 1 0,1 0 0,0 0 0,0-2 32,-1 0-604,1-1 0,0 0 0,0 0 0,0 0 0,1 0 0,0 0 0,0 0 0,0 0 0,1 1 0,-1-1 0,1 0 1,0 0-1,1 0 604,12-28-10389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1.146"/>
    </inkml:context>
    <inkml:brush xml:id="br0">
      <inkml:brushProperty name="width" value="0.05" units="cm"/>
      <inkml:brushProperty name="height" value="0.05" units="cm"/>
    </inkml:brush>
  </inkml:definitions>
  <inkml:trace contextRef="#ctx0" brushRef="#br0">223 1 15139,'0'0'3541,"0"0"-1146,0 0-620,-27 3-816,4 0-828,1 1-1,0 0 1,0 2 0,-1 1-131,18-4 40,0 0-1,0 0 1,1 1 0,0-1 0,-1 1 0,1 0-1,1 0 1,-1 0 0,1 1 0,-1-1 0,1 1-1,0 0 1,1 0 0,-1 0 0,1 0 0,0 0-1,1 1 1,-1-1 0,1 1 0,0-1 0,0 1-1,1-1 1,-1 1-40,-1 7 132,-2 6 30,0 0 1,2 1-1,0-1 1,1 1-1,1-1 1,1 1-1,1 2-162,-2-17 8,1-1-1,0 0 1,0 0 0,0 1-1,0-1 1,0 0 0,1 0-1,0-1 1,0 1 0,0 0-1,1 0 1,-1-1 0,1 0-1,0 1 1,-1-1 0,2 0-1,-1 0 1,0 0 0,0-1-1,1 1 1,0-1 0,-1 0-1,1 0 1,0 0-1,0-1 1,0 1 0,0-1-1,0 0 1,1 0 0,-1 0-1,0-1 1,0 0 0,1 1-1,-1-1-7,0 0-5,0 0 0,0 0-1,0-1 1,0 1 0,0-1-1,0 0 1,0 0 0,0 0-1,0 0 1,-1-1 0,1 1-1,-1-1 1,1 0 0,-1 0-1,1-1 1,-1 1 0,0 0-1,2-4 6,0 1-51,-1 0 0,0 0 1,-1-1-1,1 0 0,-1 0 0,0 0 0,-1 0 0,1 0 0,-1 0 0,1-6 51,1-11 93,-1 0-1,0-1 1,-2 0 0,-1 1-1,-1-9-92,1 15 745,4 88-361,3-1 0,4 0 1,10 30-385,-6-22 77,-6-26-25,-3-17-59,0 1-1,3-2 1,1 1-1,12 28 8,-22-62-23,0 0 0,1 0 0,-1 0-1,0 0 1,0 0 0,1-1-1,-1 1 1,1 0 0,-1 0 0,1-1-1,-1 1 1,1 0 0,-1 0-1,1-1 1,0 1 0,-1 0 0,1-1-1,0 1 1,-1-1 0,1 1-1,0-1 1,0 0 0,0 1-1,-1-1 1,1 0 0,0 1 0,0-1-1,0 0 1,0 0 0,0 0-1,0 0 1,0 0 0,-1 0 0,1 0-1,0 0 1,0 0 0,0 0-1,0 0 1,0 0 0,0-1 0,-1 1-1,1 0 1,0-1 0,0 1-1,0-1 1,-1 1 0,1-1 0,0 0 23,4-3-314,-1 0 0,0-1 0,0 0 0,0 1 1,0-2-1,1-2 314,26-52-6008,-4-9-5869</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1.543"/>
    </inkml:context>
    <inkml:brush xml:id="br0">
      <inkml:brushProperty name="width" value="0.05" units="cm"/>
      <inkml:brushProperty name="height" value="0.05" units="cm"/>
    </inkml:brush>
  </inkml:definitions>
  <inkml:trace contextRef="#ctx0" brushRef="#br0">0 83 16452,'0'0'4504,"0"0"-2760,0 0-978,0 0 292,6 28-111,21 92-282,-25-114-620,0-1-1,0 1 0,0-1 1,0 1-1,1-1 0,0 0 1,0 0-1,1 0 1,0-1-1,-1 1 0,1-1 1,1 0-1,-1 0 0,1 0 1,-1 0-1,1-1 0,0 0 1,1 0-1,-1 0 0,0-1 1,1 1-45,8 1 84,-1-1 0,1-1 1,0 0-1,0 0 0,0-1 1,0-1-1,1-1-84,-6 1-21,-1 0 1,0-1-1,0 0 1,1 0-1,-1-1 1,0 0-1,0-1 0,0 0 1,0 0-1,-1 0 1,1-1-1,-1 0 1,0-1-1,0 0 1,-1 0-1,1 0 0,-1-1 1,0 0-1,-1 0 1,1 0-1,-1-1 1,0 0-1,-1 0 0,0 0 1,0 0-1,0-1 1,-1 0-1,0 0 1,-1 0-1,0 0 1,0 0-1,0 0 0,-1 0 1,0-1-1,-1 1 1,0-6 20,0 8-44,1-5-26,-1 1 1,0-1-1,-1 0 1,0 0-1,-1 1 1,0-1-1,0 1 1,-1-1 0,-1 1-1,1 0 1,-4-4 69,6 75-385,3-44 385,1 0 0,1-1-1,0 1 1,1-1-1,1 0 1,0 0 0,2 0-1,4 8 1,-9-19 3,0 1-1,1-1 1,-1 1-1,1-1 0,0 0 1,0 0-1,1-1 1,-1 1-1,1-1 0,0 0 1,0 0-1,1-1 1,-1 1-1,1-1 0,0 0 1,0-1-1,0 0 1,0 0-1,0 0 1,0 0-1,0-1 0,1 0 1,-1 0-1,2-1-2,-3-1 12,-1-1-1,1 1 0,-1-1 1,1 0-1,-1 0 0,0-1 0,0 1 1,0-1-1,0 0 0,-1 0 1,1 0-1,-1 0 0,0-1 1,0 1-1,0-1 0,0 0 1,-1 0-1,1 0 0,-1 0 1,0-1-1,0 1 0,0-3-11,7-13 44,-1 0 1,-2 0-1,0 0 0,1-11-44,-3 22 351,0 10-210,5 20-953,5 8-2944,6-5-6483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1.880"/>
    </inkml:context>
    <inkml:brush xml:id="br0">
      <inkml:brushProperty name="width" value="0.05" units="cm"/>
      <inkml:brushProperty name="height" value="0.05" units="cm"/>
    </inkml:brush>
  </inkml:definitions>
  <inkml:trace contextRef="#ctx0" brushRef="#br0">123 0 14075,'0'0'2391,"0"0"-669,0 0 313,12 30-453,38 100-319,-46-118-1068,-1 1 0,1-1 1,-2 1-1,0 0 1,0 0-1,-2 0 0,1 0 1,-2 6-196,1 4 354,-1-14-246,1 0 0,-1-1 0,0 1 0,-1 0 0,0-1-1,-1 1 1,1-1 0,-2 0 0,1 0 0,-1 0 0,0-1 0,-1 1-1,-1 1-107,3-4 25,-1-1 0,1 0 0,-1 0-1,0 0 1,-1 0 0,1 0-1,0-1 1,-1 0 0,0 0 0,0 0-1,0-1 1,0 1 0,0-1-1,-1-1 1,1 1 0,0-1 0,-1 1-1,0-1 1,1-1 0,-6 1-25,8-1 5,1-1 0,-1 1 0,1-1 1,0 1-1,-1-1 0,1 0 0,0 1 1,-1-1-1,1-1 0,0 1 0,0 0 1,0 0-1,0-1 0,0 1 0,0-1 1,0 0-1,1 1 0,-1-1 0,0 0 0,1 0 1,0 0-1,-1 0 0,1-1 0,0 1 1,0 0-1,0 0 0,0-1 0,1 1 1,-1-1-6,-1-3-84,1 1 1,0 0-1,0-1 1,1 1-1,0-1 1,-1 1 0,2-1-1,-1 1 1,1 0-1,0-1 1,0 1-1,0 0 1,1-1 0,0 1 83,1-2-450,1 0 0,0 1 0,0-1 0,0 1 1,1 0-1,0 0 0,5-4 450,27-22-4983,9-5-5750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2.211"/>
    </inkml:context>
    <inkml:brush xml:id="br0">
      <inkml:brushProperty name="width" value="0.05" units="cm"/>
      <inkml:brushProperty name="height" value="0.05" units="cm"/>
    </inkml:brush>
  </inkml:definitions>
  <inkml:trace contextRef="#ctx0" brushRef="#br0">129 1 14363,'0'0'5177,"0"0"-2322,0 0-998,-22 28-590,-66 93-424,86-118-819,-1 0 1,1 1-1,1-1 1,-1 0-1,0 1 0,1 0 1,0-1-1,0 1 1,0 0-1,0-1 1,0 1-1,1 0 1,0 0-1,0 0 1,0-1-1,0 1 1,1 1-25,-1-2 7,1-1 0,0 0 0,0 0 0,0 1 0,1-1 0,-1 0 1,1 0-1,-1 0 0,1 0 0,-1 0 0,1-1 0,0 1 0,0 0 0,0-1 1,0 1-1,0-1 0,0 0 0,1 0 0,-1 0-7,8 3 10,0 0 0,1-1 0,-1-1 0,1 0 1,-1 0-1,1-1 0,0 0 0,3-1-10,-4 1 4,1-1-1,0-1 1,0 0 0,-1 0 0,1-1 0,-1 0 0,1-1-1,-1 0 1,6-3-4,-11 4-9,0-1-1,-1 0 0,0 0 1,0 0-1,0 0 0,0-1 1,0 1-1,-1-1 0,1 0 1,-1 0-1,0 0 1,-1-1-1,1 1 0,-1-1 1,1 1-1,-1-1 0,-1 0 1,1 0-1,-1 0 0,1 0 1,-1-1 9,1-10 61,-1 1 0,0-1 0,-1-14-61,0 14 504,0 14 40,0 5-251,0 36-127,2 0-1,2 0 0,1 1-165,-3-26 9,1 0 0,1-1 0,0 1 0,1-1 0,0 1 0,1-2 0,0 1 0,1-1 0,1 1 0,2 1-9,-8-12-56,0 1 1,0-1 0,0 0-1,0 0 1,1 0 0,-1 0-1,1 0 1,-1 0 0,1-1-1,0 1 1,0-1 0,0 0 0,0 0-1,0 0 1,0 0 0,0 0-1,0-1 1,0 1 0,0-1-1,0 0 1,1 0 0,-1 0-1,0 0 56,3-1-485,-1 0-1,1-1 0,-1 1 0,1-1 0,-1 0 0,0-1 0,0 1 0,0-1 0,0 0 0,-1 0 1,1 0-1,0-2 486,34-31-10391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2.595"/>
    </inkml:context>
    <inkml:brush xml:id="br0">
      <inkml:brushProperty name="width" value="0.05" units="cm"/>
      <inkml:brushProperty name="height" value="0.05" units="cm"/>
    </inkml:brush>
  </inkml:definitions>
  <inkml:trace contextRef="#ctx0" brushRef="#br0">0 1 18916,'0'0'3980,"0"0"-2119,0 0-979,3 30 163,-2-13-888,5 60 996,16 66-1153,-3-36 236,-3-15-1172,11 27 936,-26-118-78,0 0 0,-1 0 0,1 0 0,0 0 1,0 0-1,-1 0 0,1 0 0,0 0 0,0 0 0,0-1 0,0 1 0,0 0 1,1-1-1,-1 1 0,0-1 0,0 1 0,0-1 0,0 0 0,1 1 1,-1-1-1,0 0 0,0 0 0,1 0 0,-1 0 0,0 0 0,1 0 1,-1 0-1,0 0 0,0 0 0,0-1 0,1 1 0,-1 0 0,0-1 1,1 0 77,47-16-343,18-13 374,-7 5 312,-1-3-1,-2-2 1,7-7-343,-60 35 42,-1 0 0,1 0 0,-1 0 0,0-1 0,1 1 0,-1-1 0,0 1 0,0-1 0,0 0 0,-1 0 0,1-1 0,-1 1-1,0 0 1,0-1 0,0 0 0,0 1 0,-1-1 0,1 0 0,-1 0 0,0 0 0,0 0 0,0 0 0,-1 0-42,0 3 30,0-1 0,-1 1-1,1 0 1,-1 0 0,1 0-1,-1 0 1,0 0 0,1 0-1,-1 0 1,0 0 0,0 1-1,0-1 1,0 0 0,1 0-1,-1 1 1,0-1 0,0 0-1,0 1 1,-1-1 0,1 1-1,0-1 1,0 1 0,0 0-1,0-1 1,0 1 0,-1 0-1,1 0 1,0 0 0,0 0-1,0 0 1,0 0 0,-1 0-1,1 0 1,-1 1-30,-3-1 31,0 0-1,0 1 1,0-1-1,-1 1 1,1 0 0,1 1-1,-1-1 1,-4 2-31,2 2 14,0 1 0,0-1 0,0 1 0,1 0 0,0 1 0,0 0 0,0 0 0,1 0 0,0 0 0,1 1 0,-1 0 0,2 0 0,-1 0 0,1 0 1,0 1-1,1-1 0,-2 6-14,0 4 7,1 1 1,0-1 0,1 1 0,1-1 0,0 1 0,2 0-1,0-1 1,1 2-8,-1-16-15,0 1 0,0-1 1,0 1-1,1-1 0,-1 0 0,1 0 0,0 0 0,0 0 0,1 0 0,-1 0 0,1 0 0,-1-1 0,1 0 0,1 1 0,-1-1 0,0 0 1,1 0-1,-1-1 0,1 1 0,0-1 0,0 1 0,0-1 0,0-1 0,0 1 0,0 0 0,1-1 0,2 0 15,11 3-924,1-1-1,-1-2 1,1 0-1,0 0 1,17-3 924,-23 1-1177,47-3-10038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2.955"/>
    </inkml:context>
    <inkml:brush xml:id="br0">
      <inkml:brushProperty name="width" value="0.05" units="cm"/>
      <inkml:brushProperty name="height" value="0.05" units="cm"/>
    </inkml:brush>
  </inkml:definitions>
  <inkml:trace contextRef="#ctx0" brushRef="#br0">43 197 16452,'0'0'4766,"0"0"-2851,0 0-1230,0 0-413,0 0-184,27-16-61,84-49 13,-108 64-35,0-1-1,0 0 0,0 0 1,0-1-1,0 1 0,-1 0 1,1-1-1,-1 0 1,0 1-1,1-1 0,-1 0 1,-1 0-1,1 0 0,0-1 1,0 0-5,-2 3 2,0-1 1,0 1 0,0-1-1,0 1 1,0-1-1,0 1 1,0-1 0,0 1-1,0-1 1,-1 1-1,1-1 1,0 1 0,-1 0-1,0-1 1,1 1-1,-1 0 1,0-1 0,1 1-1,-1 0 1,0 0-1,0 0 1,0-1 0,0 1-3,-4-3 11,0 0 1,0 0 0,-1 1 0,1 0 0,-1-1 0,0 2 0,0-1-1,0 1 1,-5-2-12,4 2 80,0 0-1,0 1 1,0 0 0,0 0-1,0 0 1,0 1 0,0 0-1,0 1 1,-6 0-80,10 0 31,0 0 1,0 0 0,0 0-1,0 0 1,0 0 0,0 1-1,1 0 1,-1-1-1,0 1 1,1 0 0,-1 0-1,1 0 1,0 0 0,0 1-1,0-1 1,0 1-1,0-1 1,0 1 0,1 0-1,-1 0 1,1-1 0,-1 3-32,-2 9 42,0 0 0,0 0 0,2 0 0,0 0 0,0 1 0,1-1 1,1 0-1,1 1 0,0-1 0,0 1 0,2-1 0,0 0 1,0 0-1,1 0 0,1-1 0,0 1 0,1-1 0,1 0 0,0-1 1,0 1-1,1-1 0,1-1 0,1 2-42,-2-6-38,-1 1-1,1-1 1,0 0 0,1-1-1,0 0 1,0 0 0,0-1 0,1 0-1,0-1 1,0 0 0,0 0-1,0-1 1,0-1 0,1 0-1,-1 0 1,1-1 0,-1 0-1,1-1 1,5 0 38,-5-1-429,-1-1 1,0 0-1,0 0 1,0-1-1,-1 0 0,1-1 1,-1 0-1,0 0 1,0-1-1,0-1 0,0 1 1,-1-1-1,2-2 429,43-44-6844</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3.276"/>
    </inkml:context>
    <inkml:brush xml:id="br0">
      <inkml:brushProperty name="width" value="0.05" units="cm"/>
      <inkml:brushProperty name="height" value="0.05" units="cm"/>
    </inkml:brush>
  </inkml:definitions>
  <inkml:trace contextRef="#ctx0" brushRef="#br0">24 0 9026,'0'0'9698,"0"0"-4585,0 0-3096,0 0-1025,0 0-728,0 0 8,-24 137 40,33-56-176,0 4-64,-3-6-72,2-11-168,-2-7-864,-3-22-1633,0-18-4872</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3.624"/>
    </inkml:context>
    <inkml:brush xml:id="br0">
      <inkml:brushProperty name="width" value="0.05" units="cm"/>
      <inkml:brushProperty name="height" value="0.05" units="cm"/>
    </inkml:brush>
  </inkml:definitions>
  <inkml:trace contextRef="#ctx0" brushRef="#br0">0 98 15667,'0'0'2438,"0"0"-112,3 27-428,10 87-706,-11-105-1068,0 0-1,1-1 1,0 1 0,0-1 0,0 0-1,1 0 1,5 7-124,-8-12 46,1-1-1,0 1 1,0-1 0,0 1-1,0-1 1,0 0-1,0 0 1,0 0 0,1 0-1,-1 0 1,1-1-1,0 1 1,-1-1 0,1 1-1,0-1 1,0 0-1,0 0 1,1 0-46,-4-1 11,1 0 0,-1 0 0,1 0-1,-1 0 1,1-1 0,-1 1 0,1 0 0,-1 0 0,1 0 0,-1-1-1,1 1 1,-1 0 0,1 0 0,-1-1 0,0 1 0,1 0-1,-1-1 1,1 1 0,-1 0 0,0-1 0,1 1 0,-1-1 0,0 1-1,0-1 1,1 1 0,-1-1 0,0 1 0,0-1 0,0 1-1,1-1 1,-1 1 0,0-1 0,0 1 0,0-1 0,0 1 0,0-1-1,0 0-10,0-26 87,0 19-62,0-238 884,0 243-831,0 0 1,0 0-1,0 1 1,0-1-1,1 0 1,-1 0-1,1 0 1,0 0 0,0 1-1,0-1 1,0 0-1,0 1 1,0-1-1,1 1 1,0-1-79,-1 2 18,1 0 0,-1 0 0,0 0 0,0 0 0,1 1 0,-1-1 0,1 1 0,-1-1 0,0 1 1,1-1-1,-1 1 0,1 0 0,-1 0 0,1 0 0,-1 0 0,1 0 0,-1 0 0,1 0 0,-1 0 0,1 0 0,-1 1 0,1-1 1,-1 1-1,0-1 0,1 1 0,-1-1 0,0 1 0,1 0 0,-1 0 0,1 0-18,4 4 21,0-1 1,0 1-1,0 0 0,0 0 1,-1 1-1,0 0 0,0 0 1,-1 0-1,1 0 0,-1 1 0,1 3-21,39 85 164,-36-74-134,8 23-121,-12-32 141,0 1-1,1 0 1,1-1 0,0 0-1,1 1-49,-5-10-136,0 0-1,1 0 0,-1 0 0,1 0 1,0-1-1,-1 1 0,1-1 1,0 1-1,1-1 0,-1 0 0,0 0 1,1 0-1,-1-1 0,1 1 1,-1-1-1,1 0 0,0 0 0,0 0 1,2 0 136,23 0-4989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4.048"/>
    </inkml:context>
    <inkml:brush xml:id="br0">
      <inkml:brushProperty name="width" value="0.05" units="cm"/>
      <inkml:brushProperty name="height" value="0.05" units="cm"/>
    </inkml:brush>
  </inkml:definitions>
  <inkml:trace contextRef="#ctx0" brushRef="#br0">0 508 16452,'0'0'2409,"0"0"143,3 30 65,-3-30-2617,4 44 1645,7 35-1645,-10-75 59,0 0-1,0 0 1,1 0 0,-1 0 0,1 0 0,0-1 0,0 1-1,0 0 1,1-1 0,-1 0 0,1 1 0,0-1-1,0 0 1,0-1 0,0 1 0,0 0 0,0-1 0,1 0-1,0 1 1,-1-2 0,1 1 0,0 0 0,0-1-1,0 1 1,4 0-59,0-1 51,0 0-1,0 0 1,0 0-1,1-1 1,-1-1-1,0 1 1,0-1-1,1-1 0,-1 1 1,4-3-51,-3 1 8,-1-1 0,1-1 0,-1 1 0,0-1 0,0-1 1,-1 0-1,0 0 0,0 0 0,0-1 0,-1 0 0,0 0 0,0-1 0,-1 1 0,0-1 1,0-1-1,0-1-8,6-10 10,-2 0 0,0 0-1,-2-1 1,0 0 0,-1-1 0,0-9-10,-2 10 12,-1 0-1,-1-1 1,-1 1 0,-1-1-1,-1 1 1,-2-18-12,2 36-2,0 0 0,0 0 1,0 0-1,0 0 0,-1 0 0,1 0 1,-1 0-1,1 0 0,-1 1 1,0-1-1,0 1 0,0-1 1,-1 1-1,1 0 0,0 0 1,-1 0-1,-2-1 2,-50-24-1277,40 22 325,-28-11-4871</inkml:trace>
  <inkml:trace contextRef="#ctx0" brushRef="#br0" timeOffset="1">3 0 19612,'0'0'3633,"0"0"-2889,0 0-312,0 0-216,158 179-216,-82-118-2336,-14-11-4970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4.412"/>
    </inkml:context>
    <inkml:brush xml:id="br0">
      <inkml:brushProperty name="width" value="0.05" units="cm"/>
      <inkml:brushProperty name="height" value="0.05" units="cm"/>
    </inkml:brush>
  </inkml:definitions>
  <inkml:trace contextRef="#ctx0" brushRef="#br0">0 297 18860,'0'0'2418,"0"0"-166,0 0-446,0 0-686,0 0-606,0 0-305,2 18-109,-1-4-92,3 40 130,-2-48-99,0-8-5,2-35-2,-4 29-55,14-117-107,-12 111 126,1 1-1,1-1 0,0 1 0,1-1 0,1 1 0,0 0 0,6-9 5,-11 19-10,1 1 0,-1-1 0,1 1 0,0 0 0,0-1-1,0 1 1,0 0 0,0 0 0,0 0 0,1 1 0,-1-1 0,0 0 0,1 1-1,0-1 1,-1 1 0,1 0 0,0 0 0,0 0 0,-1 0 0,1 1 0,0-1-1,0 1 1,0 0 0,0 0 0,0 0 0,0 0 0,0 0 0,0 0 0,0 1 0,1 0 9,0 1 1,1 0-1,0 0 0,-1 0 0,1 1 0,-1-1 1,0 1-1,0 0 0,0 1 0,0-1 0,-1 1 1,1-1-1,-1 1 0,0 0 0,0 0 0,0 1 1,-1-1-1,1 1 1,6 16 65,-1 0 0,-1 1 1,0 0-1,-2 0 1,-1 1-1,0-1 0,-2 1 1,-1 0-1,0 16-65,-1-89-517,2 1 0,6-29 517,-6 63 23,1 1-1,0-1 0,1 1 0,0 0 0,1 0 0,1 0 1,0 1-1,1 0 0,1 0 0,0 1 0,1-2-22,-8 13 10,0-1 0,-1 1 0,1 0 0,0 0 0,0-1 1,0 1-1,0 0 0,0 0 0,0 0 0,1 0 0,-1 0 0,0 0 0,1 0 0,-1 1 0,0-1 0,1 0 0,-1 1 0,1-1 0,-1 1 0,1-1 0,-1 1 0,1 0 0,-1 0 0,1 0 0,-1 0 0,1 0 0,-1 0 0,1 0 0,-1 0 0,1 0 0,-1 1 0,1-1 0,-1 1 0,1-1 0,-1 1 0,1 0 0,-1-1 0,0 1 0,1 0 0,-1 0 0,0 0 0,0 0 0,0 0 0,1 0 0,-1 0 0,0 0 0,-1 1 0,1-1 1,0 0-1,0 1 0,0-1 0,-1 0 0,1 2-10,5 9 53,0 0 1,0 0 0,-2 1 0,0 0 0,1 5-54,30 132 196,-34-148-202,0 1 1,-1-1-1,1 0 1,0 1-1,0-1 1,1 0 0,-1 0-1,0 0 1,1 0-1,-1 0 1,1 0-1,-1-1 1,1 1 0,0 0-1,0-1 1,0 1-1,0-1 1,0 0-1,2 2 6,2-2-420,0 1 0,0 0-1,0-1 1,1 0-1,-1-1 1,0 1 0,3-1 420,28 0-7227</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4.807"/>
    </inkml:context>
    <inkml:brush xml:id="br0">
      <inkml:brushProperty name="width" value="0.05" units="cm"/>
      <inkml:brushProperty name="height" value="0.05" units="cm"/>
    </inkml:brush>
  </inkml:definitions>
  <inkml:trace contextRef="#ctx0" brushRef="#br0">1 180 15563,'0'0'3512,"0"0"-1799,0 0-536,0 0-412,26-18-290,77-58 80,-99 74-489,-1-1 1,0 1 0,0-1 0,0 0-1,0 0 1,-1-1 0,1 1-1,-1 0 1,0-1 0,0 1 0,0-1-67,-2 3 19,0 0 1,1 0 0,-1 1-1,0-1 1,0 0 0,0 0-1,0 0 1,0 0-1,0 0 1,0 0 0,0 0-1,0 0 1,0 1 0,0-1-1,-1 0 1,1 0 0,0 0-1,-1 0 1,1 1 0,0-1-1,-1 0 1,1 0 0,-1 1-1,1-1 1,-1 0 0,0 0-20,-2-1 22,1 0 1,-1 1-1,0-1 1,0 1 0,0 0-1,0-1 1,0 1 0,0 0-1,0 1 1,-1-1 0,1 1-1,0-1 1,0 1-1,-1 0-22,1 1 4,0-1-1,0 1 0,-1-1 0,1 1 1,0 0-1,0 1 0,0-1 0,0 0 1,0 1-1,0 0 0,1-1 0,-1 1 0,0 0 1,1 0-1,0 1 0,-1-1 0,1 1 1,0-1-1,0 1 0,0-1 0,0 1 1,1 0-1,-1 0 0,1 0 0,0 0 0,0 0 1,0 0-1,0 1 0,0-1 0,1 2-3,-5 15 17,2 0-1,1 0 0,0 0 0,1 10-16,1-28 1,0 6 1,-1 11 9,1 0 0,1 0 1,1 1-1,0-1 0,3 8-11,-4-23 2,0 1-1,0-1 1,1 0-1,0 1 1,0-1-1,0 0 1,0 0 0,1 0-1,-1 0 1,1-1-1,0 1 1,0 0 0,0-1-1,1 0 1,-1 0-1,1 0 1,0-1-1,0 1 1,0-1 0,0 1-1,0-1 1,0-1-1,1 1 1,-1-1-1,2 1-1,1-1-139,-1 0 0,1 0-1,0 0 1,0-1-1,0 0 1,0 0-1,0-1 1,0 0-1,0 0 1,0-1-1,0 0 1,-1 0 0,1 0-1,-1-1 1,0 0-1,1 0 1,-1-1-1,0 1 1,-1-1-1,1-1 1,-1 1-1,0-1 1,0 0 0,0 0-1,-1-1 1,4-5 139,9-13-700,-2 0 0,-1-1 0,-1-1 0,-1 0 0,8-27 700,-8 22 2290,-11 45 1165,-3 36-2789,2-45-602,1 1 1,-1 0-1,1 0 1,1 0 0,-1-1-1,1 1 1,0-1-1,0 1 1,1-1 0,0 0-1,0 0 1,0 0 0,0 0-1,1 0 1,0-1-1,0 1 1,0-1 0,0 0-1,1-1 1,-1 1-1,1-1 1,4 2-65,-1 0 92,1-2 0,-1 1-1,1-1 1,0-1 0,1 0 0,-1 0 0,0 0 0,1-1-1,-1-1 1,0 0 0,1 0 0,-1-1 0,10-1-92,-14 1 10,-1 0 0,1-1 1,0 1-1,0-1 0,-1 0 0,1 0 1,-1-1-1,0 1 0,0-1 0,1 0 1,-2 0-1,1 0 0,0-1 0,-1 1 1,1-1-1,-1 0 0,0 0 0,-1 0 1,1 0-1,0 0 0,-1-1 0,0 1 1,0-1-1,-1 0 0,1 0 0,0-3-10,1-9 10,0 1 1,0-1-1,-2 0 0,0 0 0,-1 0 0,0 0 0,-2-5-10,1 18 7,1 0-1,-1 0 1,1-1-1,-1 1 1,-1 0-1,1 0 0,0 0 1,-1 0-1,0 1 1,0-1-1,0 0 1,0 1-1,-1-1 1,1 1-1,-1 0 1,0 0-1,0 0 0,0 0 1,0 0-1,-1 1 1,-3-3-7,3 3-216,-1 0 1,1 0-1,-1 0 1,0 1-1,1-1 1,-1 1-1,0 0 1,-1 1 215,-44 1-6284,22 8-6910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5.490"/>
    </inkml:context>
    <inkml:brush xml:id="br0">
      <inkml:brushProperty name="width" value="0.05" units="cm"/>
      <inkml:brushProperty name="height" value="0.05" units="cm"/>
    </inkml:brush>
  </inkml:definitions>
  <inkml:trace contextRef="#ctx0" brushRef="#br0">127 55 15403,'0'0'4164,"0"0"-2013,28-4-684,-15 2-1319,48-7 334,0 4 0,19 1-482,-52 1-242,-28 3 230,0 0 0,1-1 1,-1 1-1,0 0 0,0 0 0,0 0 0,0-1 0,0 1 0,0 0 1,0 0-1,0 0 0,0-1 0,0 1 0,0 0 0,0 0 1,0 0-1,0-1 0,0 1 0,0 0 0,0 0 0,0 0 0,0-1 1,0 1-1,-1 0 0,1 0 0,0 0 0,0 0 0,0-1 1,0 1-1,0 0 0,0 0 0,-1 0 0,1 0 0,0 0 1,0-1-1,0 1 0,0 0 0,-1 0 0,1 0 0,0 0 0,0 0 1,0 0-1,-1 0 0,1 0 0,0 0 0,0 0 0,0 0 1,-1 0-1,1 0 0,0 0 0,0 0 0,-1 0 12,-47-14-429,23 11 424,0 1 0,-1 0 0,1 2-1,-1 1 1,1 1 0,-5 2 5,21-3 11,0 1 0,1 0 0,-1 1 0,0-1 0,1 2 0,-1-1 0,1 1 0,0 1 0,0-1 0,0 1 0,1 1 0,0 0 0,0 0 0,0 0 0,1 0 0,0 1 0,0 0 0,-3 7-11,7-12 20,1 0 0,-1 0-1,1 0 1,-1 1 0,1-1 0,0 0-1,0 1 1,0-1 0,1 1 0,-1 0 0,1-1-1,-1 1 1,1-1 0,0 1 0,0 0-1,0-1 1,0 1 0,0 0 0,1-1 0,-1 1-1,1-1 1,0 1 0,-1 0 0,1-1 0,1 0-1,-1 1 1,0-1 0,0 0 0,1 1-1,-1-1 1,1 0 0,0 0 0,0 0 0,0-1-1,0 1 1,2 1-20,8 5 80,1 0-1,0-1 1,1-1 0,-1 0-1,1-1 1,7 2-80,19 8 17,-23-8-14,-1 0 0,0 2 0,-1 0 0,0 0 0,-1 2 0,0-1-1,0 2 1,8 9-3,-17-15 10,0 0 0,0 0-1,-1 1 1,0-1-1,0 1 1,0 0-1,-1 0 1,0 1-1,0-1 1,-1 0 0,0 1-1,0 0 1,-1 0-1,0-1 1,0 1-1,-1 0 1,0 0-1,0 0 1,-1 0 0,-1 3-10,1-6 96,-1-1 1,1 1-1,-1-1 1,0 0-1,0 0 1,-1 0-1,1 0 1,-1 0 0,0 0-1,0-1 1,0 0-1,-1 1 1,1-1-1,-1 0 1,0-1-1,0 1 1,0 0 0,0-1-1,0 0 1,0 0-1,0-1 1,-1 1-1,1-1 1,-1 0-1,-1 1-96,-13 2 303,-1 0-1,0-1 1,0-1-1,0-1 1,-7-1-303,22 0 19,-1-1 0,1 0 0,0 0 0,-1-1 0,1 0 0,0 0 0,0 0 0,0 0 0,0-1 0,0 0 0,0 0 0,1 0 0,-1-1 0,1 1-1,0-1 1,0 0 0,-1-2-19,3 4-92,0 0-1,0 0 0,1-1 0,-1 1 0,0 0 0,1-1 0,0 0 0,-1 1 0,1-1 0,0 0 0,0 1 0,0-1 0,1 0 0,-1 0 0,1 0 0,0 0 0,-1 0 0,1 0 0,0 0 0,1 0 1,-1 1-1,1-1 0,-1 0 0,1 0 0,0 0 0,0 0 0,0 1 0,0-1 0,0 0 0,1 1 0,-1-1 0,1 1 0,1-2 93,30-23-4654,7 3-4717</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5.845"/>
    </inkml:context>
    <inkml:brush xml:id="br0">
      <inkml:brushProperty name="width" value="0.05" units="cm"/>
      <inkml:brushProperty name="height" value="0.05" units="cm"/>
    </inkml:brush>
  </inkml:definitions>
  <inkml:trace contextRef="#ctx0" brushRef="#br0">1 0 12427,'0'0'8369,"0"0"-6952,0 0 1047,0 0-871,0 163-681,0-113-544,0-8-224,0-10-128,0-8-16,0-11-344,0-8-752,0-5-1433,0-8-1872,0-18-1520</inkml:trace>
  <inkml:trace contextRef="#ctx0" brushRef="#br0" timeOffset="1">74 79 9274,'0'0'6385,"0"0"-1016,0 0-3176,0 0-745,0 0 17,12 171-617,-6-89-560,-3-3-288,11 8-416,-2-22-2577,3-17-8225</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22:46.185"/>
    </inkml:context>
    <inkml:brush xml:id="br0">
      <inkml:brushProperty name="width" value="0.05" units="cm"/>
      <inkml:brushProperty name="height" value="0.05" units="cm"/>
    </inkml:brush>
  </inkml:definitions>
  <inkml:trace contextRef="#ctx0" brushRef="#br0">0 0 18924,'0'0'3937,"0"0"-2729,0 0-632,0 0-576,0 0-6833</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7.060"/>
    </inkml:context>
    <inkml:brush xml:id="br0">
      <inkml:brushProperty name="width" value="0.05" units="cm"/>
      <inkml:brushProperty name="height" value="0.05" units="cm"/>
    </inkml:brush>
  </inkml:definitions>
  <inkml:trace contextRef="#ctx0" brushRef="#br0">190 22 10178,'0'0'6596,"0"0"-3906,0 0-943,0 0-569,0 25-21,-3 420 2409,7-363-3373,4 0-1,17 74-192,-4-20-237,-41-159-1882,-12-27 1440,1-2 0,3 0 0,2-2 0,2-1 0,-5-26 679,16 41 63,1 0 1,3-1 0,1-1 0,2 0-1,2 0 1,2 0 0,2 0-1,2-7-63,-2 40 84,1 1 0,1-1 0,0 1 0,0-1 0,0 1-1,1 0 1,1 0 0,-1 0 0,1 1 0,0-1 0,1 1-1,0 0 1,0 0 0,1 0 0,-1 1 0,5-4-84,-1 3 115,1 0 0,-1 1 0,1-1-1,0 2 1,1 0 0,-1 0 0,1 0 0,0 2 0,0-1 0,0 1 0,8 0-115,-1 0 95,-1 1-1,1 1 1,0 0-1,-1 2 1,1 0-1,-1 1 1,1 0-1,-1 2 1,0 0-1,0 1 1,0 0 0,-1 2-1,1 0 1,-2 0-1,1 2 1,4 3-95,-4 0 58,-1 2 1,0 0-1,-1 0 1,-1 1 0,0 1-1,-1 0 1,-1 1-1,0 0 1,-2 1 0,0 0-1,0 1 1,-2-1-1,0 2 1,-2-1 0,2 8-59,-3-10 44,-1-1 1,-1 1 0,0 0 0,-2 0 0,0-1 0,0 1 0,-2 0 0,0 0 0,-1 0-1,0-1 1,-1 0 0,-1 1 0,-1-1 0,-1-1 0,0 0 0,0 1 0,-2-2 0,-5 9-45,-17 14 118,-2-1 1,-2-1 0,0-2-1,-3-1 1,0-2 0,-2-2 0,-1-1-1,-20 7-118,49-27 27,0-1-1,0 0 1,0-1 0,-1-1-1,-13 4-26,23-8 4,0 1 1,0 0-1,0-1 0,0 0 0,-1 1 0,1-1 1,0-1-1,0 1 0,0 0 0,0-1 1,0 1-1,0-1 0,0 0 0,0 0 0,0 0 1,0-1-1,0 1 0,0-1 0,1 1 1,-1-1-1,1 0 0,-1 0 0,1 0 0,0 0 1,0-1-1,-2-1-4,-2-6-117,0 1 0,1-1 0,0 0 0,1-1 0,0 1 0,0-1 0,2 1 0,-1-1 0,1 0 1,1 0-1,-1-1 0,2-9 117,0 11-595,1 1 0,-1 0 0,2 0 0,0 0 0,0 0 0,0 1 0,1-1 0,0 0 1,1 1-1,1-3 595,26-36-7090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7.429"/>
    </inkml:context>
    <inkml:brush xml:id="br0">
      <inkml:brushProperty name="width" value="0.05" units="cm"/>
      <inkml:brushProperty name="height" value="0.05" units="cm"/>
    </inkml:brush>
  </inkml:definitions>
  <inkml:trace contextRef="#ctx0" brushRef="#br0">0 177 15971,'0'0'2017,"0"0"863,0 0-767,18 182-585,-18-122-672,0-5-375,3-7-209,0-11-160,0-8-104,0-14-8,0-7-192,-1-8-1377,-2-21-2696,0-8-8809</inkml:trace>
  <inkml:trace contextRef="#ctx0" brushRef="#br0" timeOffset="1">68 122 18036,'0'0'3657,"0"0"-3225,0 0 960,0 0-984,0 0-408,0 0-1424,0 0-1513,219-116-1592,-143 111-2472</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7.800"/>
    </inkml:context>
    <inkml:brush xml:id="br0">
      <inkml:brushProperty name="width" value="0.05" units="cm"/>
      <inkml:brushProperty name="height" value="0.05" units="cm"/>
    </inkml:brush>
  </inkml:definitions>
  <inkml:trace contextRef="#ctx0" brushRef="#br0">277 1 6489,'0'0'4000,"0"0"-66,0 0-996,-21 24-505,-114 130 758,131-149-3066,0-1 0,0 1 0,0 0 0,1 0 0,0 0 0,0 1 0,1-1 0,-1 1 0,1 0 0,0-1 0,0 4-125,2-6 11,-1 0 0,1 0 0,0 0 1,0 1-1,0-1 0,1 0 0,-1 0 0,1 0 0,0 0 0,-1 0 0,1 0 0,1 0 0,-1 0 0,0 0 0,1-1 0,-1 1 1,1 0-1,0-1 0,0 1 0,0-1 0,0 0 0,2 2-11,68 57 147,-47-41-147,-1 0 0,0 2 0,-2 0 0,1 4 0,-17-18 44,0 0-1,0 1 0,-1-1 0,0 1 0,-1 0 1,0 1-1,0-1 0,-1 1 0,0 0 0,-1-1 1,0 1-1,0 0 0,-1 1 0,0 8-43,-2-17 47,1 1-1,-1-1 1,1 0-1,-1 1 1,0-1 0,0 1-1,0-1 1,0 0-1,0 0 1,-1 0-1,1 1 1,-1-1 0,1-1-1,-1 1 1,0 0-1,0 0 1,0-1 0,0 1-1,0-1 1,0 1-1,0-1 1,0 0-1,-1 0 1,1 0 0,0 0-1,-1 0 1,1-1-1,-1 1 1,1-1-1,-1 1 1,0-1-47,-14 3 161,-1-1 1,1 0-1,0-2 1,-4 0-162,19 0 16,-11 0 35,-82-4 269,86 2-320,0 0 0,0 0 0,1 0 0,-1-1 0,1-1 0,-1 1 0,1-1 0,1-1 0,-6-3 0,12 8-65,1-1 0,-1 0 0,0 1 0,1-1 0,-1 0 0,1 0 0,-1 1 0,1-1 0,-1 0 0,1 0 0,-1 0 0,1 0 0,0 0 0,-1 1 0,1-1 0,0 0 0,0 0 0,0 0 0,0 0 0,0 0 0,0 0 0,0 0 0,0 0 0,0 0 0,0 0 0,1 0 0,-1 0-1,0 1 1,1-1 0,-1 0 0,0 0 0,1 0 0,-1 0 0,1 1 0,0-1 0,-1 0 0,1 0 0,0 1 0,-1-1 0,1 0 0,0 1 0,-1-1 0,1 1 0,0-1 0,0 1 0,0-1 65,41-27-5032,-40 27 4439,44-25-7550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8.128"/>
    </inkml:context>
    <inkml:brush xml:id="br0">
      <inkml:brushProperty name="width" value="0.05" units="cm"/>
      <inkml:brushProperty name="height" value="0.05" units="cm"/>
    </inkml:brush>
  </inkml:definitions>
  <inkml:trace contextRef="#ctx0" brushRef="#br0">0 1 17820,'0'0'2296,"0"0"-743,0 0 367,47 144-360,-35-65-567,-4 6-201,-5-4-280,0-7-280,-3-11-152,3-10-32,3-16-48,-3-11 0,3-10-256,-3-14-512,0-2-849,0-5-1271,-1-16-4618</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8.459"/>
    </inkml:context>
    <inkml:brush xml:id="br0">
      <inkml:brushProperty name="width" value="0.05" units="cm"/>
      <inkml:brushProperty name="height" value="0.05" units="cm"/>
    </inkml:brush>
  </inkml:definitions>
  <inkml:trace contextRef="#ctx0" brushRef="#br0">1 121 18020,'0'0'3929,"0"0"-2125,0 0-200,0 0-821,29-12-539,7-3-211,0-1-28,0 2-1,0 2 1,31-5-5,-28 8-745,2 3-1,13 0 746,35 2-5467,-85 4 5192,-1 1-1,1-1 0,0 1 1,-1 0-1,1-1 0,-1 2 1,1-1-1,-1 0 0,1 1 1,-1 0-1,0 0 0,0 0 0,0 0 1,0 0-1,0 0 0,-1 1 1,1-1-1,-1 1 0,1 0 1,-1 0-1,0 0 0,0 0 1,0 0-1,0 1 0,-1-1 0,1 3 276,5 12 302,-1 1 0,0 0 0,-2-1 0,2 16-302,-2-10 827,7 52 1725,-9-50-784,1-1 0,2 0-1,4 12-1767,-9-37 47,0 0-1,0 0 1,0 0-1,-1 0 1,1 0-1,0 1 0,0-1 1,0 0-1,1 0 1,-1 0-1,0 0 0,0 0 1,0 0-1,0 1 1,0-1-1,0 0 1,0 0-1,0 0 0,0 0 1,0 0-1,0 0 1,0 0-1,0 1 1,0-1-1,0 0 0,1 0 1,-1 0-1,0 0 1,0 0-1,0 0 0,0 0 1,0 0-1,0 0 1,0 0-1,1 0 1,-1 0-1,0 0 0,0 0 1,0 0-1,0 0 1,0 0-1,0 0 0,1 0 1,-1 0-1,0 0 1,0 0-1,0 0 1,0 0-1,0 0 0,0 0 1,1 0-1,-1 0 1,0 0-1,0 0 1,0 0-1,0 0 0,0 0 1,0 0-1,0 0 1,1 0-1,-1 0 0,0-1 1,0 1-1,0 0 1,0 0-1,0 0 1,0 0-47,7-15 930,2-18-806,-9 32-33,15-58 637,19-46-728,-25 81-103,1 0 0,1 1 0,1 0 0,1 1 0,10-12 103,-9 19-195,10 4-6760,-23 11 6575,0 0 0,0 0 0,0 0-1,0 0 1,0 0 0,-1 0-1,1 0 1,0 0 0,0 1 0,0-1-1,0 0 1,0 1 0,0-1 0,0 0-1,0 1 1,-1-1 0,1 1 0,0 0-1,0-1 1,-1 1 0,1-1 0,0 2 380,8 16-2705,-2 35 1169,-6 30 3767,-2-42-806,1-38-1429,0-1 0,0 1 1,0 0-1,0 0 0,1-1 1,-1 1-1,1 0 1,0 0-1,0-1 0,0 1 1,0-1-1,0 1 1,0-1-1,1 1 0,-1-1 1,1 0-1,0 0 0,0 0 1,0 0-1,0 0 1,0 0-1,0 0 0,0 0 1,0-1-1,1 1 0,-1-1 1,1 0-1,0 1 4,33 7-3340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8.927"/>
    </inkml:context>
    <inkml:brush xml:id="br0">
      <inkml:brushProperty name="width" value="0.05" units="cm"/>
      <inkml:brushProperty name="height" value="0.05" units="cm"/>
    </inkml:brush>
  </inkml:definitions>
  <inkml:trace contextRef="#ctx0" brushRef="#br0">0 1 19180,'0'0'2329,"0"0"-1081,0 0-184,6 23 159,22 80 199,-5 1-1,5 74-1421,-28-66 320,-3-124-313,1 0 1,1 0-1,0 0 0,1-1 0,0 1 0,1 0 0,0 0 0,1 0 0,2-9-7,-2 15-5,0 0 0,1 0 1,-1 1-1,1-1 0,0 1 0,0 0 0,1 0 0,0 0 0,0 0 0,0 1 0,0 0 0,1-1 0,-1 2 0,1-1 0,0 0 0,0 1 0,1 0 1,-1 0-1,1 0 0,3 0 5,-1-1-7,0 1 0,0 1 0,1 0 0,-1 0 0,1 0 0,0 1 1,-1 0-1,1 1 0,0 0 0,-1 0 0,1 1 0,0 0 0,0 1 7,-4-1-3,0 1 0,0 0 0,-1 0-1,1 0 1,0 0 0,-1 1 0,1 0 0,-1 0-1,0 0 1,0 0 0,0 1 0,-1-1 0,1 1-1,-1 0 1,0 0 0,0 1 0,0-1-1,0 1 1,-1-1 0,0 1 0,0 0 0,0 0 3,2 6 5,0 0 0,-1 1 0,-1-1 1,0 0-1,-1 1 0,0 0 1,0-1-1,-1 1 0,-1 0 0,0-1 1,0 1-1,-2-1 0,1 1 0,-1-1 1,-1 0-1,0 1-5,0-3 38,0-1 0,0 0 0,-1 0 0,1-1 0,-2 1-1,1-1 1,-1 0 0,0-1 0,-1 1 0,1-1 0,-1 0 0,-1-1 0,1 0 0,-1 0-1,0-1 1,0 1 0,0-2 0,0 1 0,-1-1 0,0-1 0,0 1-38,-1-1 52,0 0 0,0-1 0,0 0 0,0-1 0,-1 0 1,1 0-1,0-1 0,0 0 0,0-1 0,0 0 0,0-1 0,0 0 0,0-1 1,-6-3-53,11 5-115,1-1 0,-1 1 0,1-1 0,0 0 0,0 0 0,0-1 0,0 1 1,1-1-1,-1 0 0,1 0 0,0 0 0,0 0 0,0-1 0,1 1 0,0-1 0,0 1 1,0-1-1,0 0 0,1 0 0,-1 0 0,1 0 0,1 0 0,-1 0 0,1 0 1,0 0-1,0 0 0,0 0 0,0-1 0,2-3 115,10-23-4821,9 0-4294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9.296"/>
    </inkml:context>
    <inkml:brush xml:id="br0">
      <inkml:brushProperty name="width" value="0.05" units="cm"/>
      <inkml:brushProperty name="height" value="0.05" units="cm"/>
    </inkml:brush>
  </inkml:definitions>
  <inkml:trace contextRef="#ctx0" brushRef="#br0">4 42 16235,'0'0'2081,"0"24"-602,-2 7-775,1-6-132,0 0 1,2 0 0,0-1 0,2 1-1,3 9-572,-4-23 76,1 0-1,1 0 1,0 0 0,1 0-1,0-1 1,0 1-1,1-1 1,1-1-1,0 1 1,0-1-1,0 0 1,3 1-76,-5-5 31,0 0 1,1-1-1,0 0 1,0 0-1,0 0 0,0 0 1,0-1-1,1 0 1,0 0-1,-1-1 1,1 0-1,0 0 0,0-1 1,0 0-1,0 0 1,1 0-1,-1-1 0,0 0 1,0-1-1,2 0-31,-3 0 30,0-1 1,0 1-1,-1-2 0,1 1 0,-1 0 0,0-1 0,1 0 1,-1 0-1,-1-1 0,1 0 0,0 1 0,-1-1 0,0-1 0,0 1 1,0-1-1,0 0 0,-1 1 0,0-1 0,0-1 0,0 1 1,0-1-31,3-6 113,-1-1 1,0 0 0,-1 0 0,0 0 0,-1 0 0,-1-1 0,0 1 0,0-12-114,-2 23 10,1-22 261,-1-1 0,-1 1 0,-4-24-271,4 42-1,0 0 0,0 0-1,-1 0 1,0 0 0,0 1 0,0-1-1,-1 1 1,0-1 0,0 1-1,0 0 1,-1 0 0,1 0-1,-1 0 1,0 1 0,-1 0-1,1 0 1,-1 0 0,-3-2 1,3 3-394,4 3-2859,1 0-3350,7 4-4756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29.682"/>
    </inkml:context>
    <inkml:brush xml:id="br0">
      <inkml:brushProperty name="width" value="0.05" units="cm"/>
      <inkml:brushProperty name="height" value="0.05" units="cm"/>
    </inkml:brush>
  </inkml:definitions>
  <inkml:trace contextRef="#ctx0" brushRef="#br0">139 2 16371,'0'0'3961,"0"0"-636,0 0-1681,0 0-791,-22 24-217,-7 7-369,2 1 1,-7 12-268,30-37 30,1-1 1,0 0 0,0 1 0,0-1-1,1 1 1,0 0 0,0 0 0,0-1 0,1 2-1,0-1 1,1 0 0,0 0 0,0 0-1,0 0 1,1 0 0,0 0 0,1 4-31,0 4 47,-1-7-37,0 0-1,1 0 1,0-1 0,0 1-1,1-1 1,0 1-1,0-1 1,0 0-1,1 0 1,0 0 0,1-1-1,0 0 1,0 1-1,0-2 1,0 1 0,1 0-1,0-1 1,0 0-1,1-1 1,1 2-10,3 0 0,-1-1-1,1 0 1,0-1 0,0 0 0,0-1 0,1 0 0,-1-1-1,1 0 1,0 0 0,0-2 0,-1 1 0,1-1 0,4-2 0,-10 2-35,0-1 1,0 0 0,0-1-1,0 1 1,0-1 0,0 0-1,0-1 1,-1 0 0,1 0-1,-1 0 1,0 0-1,1-1 1,-2 0 0,1 0-1,2-3 35,1-2-36,0 0-1,0-1 0,-2 0 0,1 0 0,-1 0 0,-1-1 0,0 0 0,0-1 37,8-24-18,-2-1-1,-2-1 0,-1 0 0,1-24 19,-6 20 91,3-16 750,-6 58-830,0 1 0,0-1-1,0 0 1,0 0 0,1 0-1,-1 0 1,0 0 0,0 0-1,0 1 1,0-1 0,0 0 0,0 0-1,0 0 1,1 0 0,-1 0-1,0 0 1,0 0 0,0 0-1,0 0 1,0 0 0,1 0-1,-1 0 1,0 0 0,0 0-1,0 0 1,0 0 0,1 0-1,-1 0 1,0 0 0,0 0-1,0 0 1,0 0 0,0 0 0,1 0-1,-1 0 1,0 0 0,0 0-1,0 0 1,0 0 0,0 0-1,0 0 1,1-1 0,-1 1-1,0 0 1,0 0 0,0 0-1,0 0 1,0 0 0,0 0-1,0 0 1,0-1 0,0 1-1,1 0 1,-1 0 0,0 0-1,0 0 1,0 0 0,0-1 0,0 1-1,0 0 1,0 0 0,0 0-1,0-1-10,5 15-3,11 97 220,-14-86-206,1 1 0,2-1-1,0 1 1,1-1 0,2 0-1,9 20-10,-16-43-37,0 0 0,0 0 0,0 0 1,0 0-1,1 0 0,-1 0 0,1 0 0,0 0 0,-1-1 0,1 1 0,0-1 0,0 1 0,0-1 0,0 0 1,1 1 36,1-1-229,1 1 1,0-1-1,0 0 1,0 0 0,1 0-1,-1-1 1,0 0 0,1 0 228,63 1-3515,8-3-3823,-3-7-1510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0.144"/>
    </inkml:context>
    <inkml:brush xml:id="br0">
      <inkml:brushProperty name="width" value="0.05" units="cm"/>
      <inkml:brushProperty name="height" value="0.05" units="cm"/>
    </inkml:brush>
  </inkml:definitions>
  <inkml:trace contextRef="#ctx0" brushRef="#br0">270 52 16612,'0'0'2792,"0"0"-338,-25 1-550,-4 0-1347,0 1-1,-21 5-556,44-5 48,0-1 1,1 2-1,-1-1 1,1 0 0,0 1-1,0 0 1,0 0 0,0 1-1,1-1 1,-1 1-1,1 0 1,0 0 0,0 1-1,0-1 1,1 1 0,-1 0-1,1 0 1,0 0-1,1 0 1,-1 2-49,-3 2 88,0 3 3,0 0 1,1 1 0,0-1-1,1 1 1,0 0-1,1 0 1,0 0-1,1 1 1,1-1-1,0 0 1,1 6-92,0-12 16,0 1 0,1-1 0,0 0-1,0 0 1,1 1 0,0-1 0,0 0 0,0-1 0,1 1 0,0 0-1,1-1 1,-1 1 0,1-1 0,0 0 0,1 0 0,0-1 0,0 1 0,0-1-1,0 0 1,1-1 0,2 3-16,7 0-4,-1 0-1,1-1 0,0 0 1,1-1-1,-1-1 1,1-1-1,0 0 1,0-1-1,0 0 1,0-1-1,1-1 0,0-1 5,-10 1-52,0 0 0,1 0 0,-1-1 0,0 0 0,0 0 0,0-1 0,0 0 0,0 0 0,-1-1 0,1 1 0,-1-1 0,1-1 0,-1 1 0,0-1-1,0-1 1,-1 1 0,1-1 0,-1 1 0,0-2 0,0 1 0,0 0 0,-1-1 0,0 0 0,3-6 52,2-4-40,-1 0-1,0 0 1,-2-1 0,1 1 0,-2-2 0,-1 1-1,3-16 41,1-26 328,0-43-328,-6 67 271,-1 32 191,1 9-203,5 19-153,4 39-207,3 165 398,-13-256-268,1 0 0,0 1 0,2-1-1,2 1 1,0-1 0,2 0-29,-3 10 40,1 1 0,1 1-1,0-1 1,1 1 0,1 0 0,0 1 0,1 0-1,1 1 1,0 0 0,3-2-40,-10 11 6,0 0-1,0 1 1,0 0-1,1 0 1,-1 0 0,1 0-1,0 1 1,-1 0 0,1 0-1,0 0 1,1 0-1,-1 1 1,0 0 0,0 0-1,1 0-5,-3 1-2,0 0-1,1 0 0,-1 1 1,0-1-1,0 1 1,1-1-1,-1 1 0,0 0 1,0 0-1,0 1 0,0-1 1,0 1-1,0-1 1,0 1-1,-1 0 0,1 0 1,0 0-1,-1 0 0,0 1 1,1-1-1,-1 1 1,0-1-1,0 1 0,0 0 3,5 11-3,0-1-1,0 1 0,-1 1 1,-1-1-1,-1 1 1,0 0-1,-1 0 0,0 0 1,-1 1-1,-1-1 4,2 39-3,-3 1 0,-2 9 3,2-62-8,0 0 0,0 0 0,0 0 0,0 0 0,-1 0 0,1 0 0,-1 0 1,1 0-1,-1 0 0,1-1 0,-1 1 0,0 0 0,0 0 0,0-1 0,0 1 1,0 0-1,-1-1 0,1 1 8,0-2-49,0 1 0,0-1 0,0 1-1,0-1 1,0 1 0,0-1 0,0 0 0,0 1 0,0-1 0,0 0 0,0 0 0,-1 0 0,1 0 0,0 0-1,0 0 1,0 0 0,0-1 0,0 1 0,0 0 0,0 0 0,0-1 0,0 1 0,0-1 49,-5-2-637,0 0 0,1 0 0,-1-1 0,1 0 0,0 0 0,0-1 0,0 1-1,1-1 1,-3-3 637,-25-33-6709</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0.515"/>
    </inkml:context>
    <inkml:brush xml:id="br0">
      <inkml:brushProperty name="width" value="0.05" units="cm"/>
      <inkml:brushProperty name="height" value="0.05" units="cm"/>
    </inkml:brush>
  </inkml:definitions>
  <inkml:trace contextRef="#ctx0" brushRef="#br0">0 0 15859,'0'0'2465,"0"0"-713,0 0 49,0 0-1225,0 0-576,0 0-1697,0 0-247,38 40-2569,-17 17-7073</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1.969"/>
    </inkml:context>
    <inkml:brush xml:id="br0">
      <inkml:brushProperty name="width" value="0.05" units="cm"/>
      <inkml:brushProperty name="height" value="0.05" units="cm"/>
    </inkml:brush>
  </inkml:definitions>
  <inkml:trace contextRef="#ctx0" brushRef="#br0">0 1 17012,'0'0'2229,"0"0"-1143,1 30-110,19 459 3322,-17-447-4160,1 0-1,3 0 0,1-1 0,2 0 0,1 0 0,6 9-137,-2-24 76,-15-26-72,1 0 0,-1 0 0,0 0-1,0 0 1,0 1 0,1-1 0,-1 0-1,0 0 1,0 0 0,1 0 0,-1 0 0,0 0-1,0 0 1,1 0 0,-1 0 0,0 0-1,0 0 1,1 0 0,-1 0 0,0 0-1,0 0 1,1 0 0,-1 0 0,0 0 0,0 0-1,1 0 1,-1 0 0,0 0 0,0 0-1,1-1 1,-1 1 0,0 0 0,0 0-1,0 0 1,1 0 0,-1-1 0,0 1 0,0 0-1,0 0 1,0 0 0,1-1 0,-1 1-1,0 0 1,0 0 0,0-1 0,0 1-4,11-48 210,-10 43-226,6-43 45,2 2-1,4-6-28,-10 39 4,1 1 0,0 0 0,1 0 0,0 0 0,1 1 0,1 0 0,0 0 1,0 0-1,1 1 0,3-4-4,-8 12 3,-1 0 1,1-1 0,0 1 0,-1 0-1,1 0 1,0 1 0,0-1-1,0 1 1,1-1 0,-1 1-1,0 0 1,0 0 0,1 1-1,-1-1 1,1 1 0,-1-1 0,0 1-1,1 0 1,-1 0 0,1 0-1,-1 1 1,0 0 0,1-1-1,-1 1 1,0 0 0,1 0-1,-1 1 1,0-1 0,0 1 0,0-1-1,0 1 1,0 0 0,-1 0-1,1 0 1,-1 1 0,1-1-1,-1 1 1,0-1 0,0 1-1,0 0 1,0 0 0,0 0-1,0 1-3,10 22 84,0 1 0,-2 0 0,-2 0 0,0 1 0,-2 0-1,-1 1 1,-1-1 0,-1 4-84,12 66 18,-14-94-36,-1 0 1,1-1 0,0 1 0,1 0 0,-1-1 0,0 0 0,1 1-1,0-1 1,0 0 0,0 0 0,0 0 0,1 1 17,-2-4-172,0 1-1,0 0 1,0-1 0,0 1 0,0-1-1,0 1 1,0-1 0,0 1-1,0-1 1,0 0 0,0 0 0,0 1-1,1-1 1,-1 0 0,0 0 0,0 0-1,0 0 1,0-1 0,1 1 0,-1 0-1,0 0 1,0-1 0,0 1-1,0 0 1,0-1 0,0 1 0,0-1-1,0 0 1,0 1 0,0-1 0,0 0-1,0 1 1,0-1 0,0 0 0,-1 0-1,1 0 1,0 0 0,0 0-1,0-1 173,17-23-10934</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2.331"/>
    </inkml:context>
    <inkml:brush xml:id="br0">
      <inkml:brushProperty name="width" value="0.05" units="cm"/>
      <inkml:brushProperty name="height" value="0.05" units="cm"/>
    </inkml:brush>
  </inkml:definitions>
  <inkml:trace contextRef="#ctx0" brushRef="#br0">56 356 4521,'0'0'13307,"0"0"-11051,0 0 737,0 0-1489,0 0-832,0 0-464,0 0-200,50 108-8,-27-132-1672,-5-10-4281</inkml:trace>
  <inkml:trace contextRef="#ctx0" brushRef="#br0" timeOffset="1">0 1 18596,'0'0'2881,"0"0"-921,0 0-704,0 0-1136,0 0-120,0 0-1328,0 0-3673</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2.657"/>
    </inkml:context>
    <inkml:brush xml:id="br0">
      <inkml:brushProperty name="width" value="0.05" units="cm"/>
      <inkml:brushProperty name="height" value="0.05" units="cm"/>
    </inkml:brush>
  </inkml:definitions>
  <inkml:trace contextRef="#ctx0" brushRef="#br0">0 270 9450,'0'0'4884,"4"28"-3149,0 2-1341,7 47 2340,8 24-2734,-10-64 794,0 0-25,-2-1 1,-1 1-1,-2 0 1,-1 7-770,-3-42 169,-38-98 762,29 62-754,1-1 0,1 1 0,2-1-1,2-1 1,1 1 0,2 0 0,3-34-177,-1 51 34,1 0 0,1 1 0,0-1 0,1 1 0,1 0 0,0 0 0,1 1 0,1 0 0,1 0 0,0 1 0,1 0 0,1 0 0,0 1 0,1 1 0,1 0 0,5-4-34,-11 11 0,0 0 1,1 1-1,0-1 1,0 2-1,0-1 1,1 1 0,-1 1-1,1-1 1,0 2-1,0-1 1,0 1-1,1 0 1,-1 1-1,7 0 0,-11 1 1,0 0-1,0 1 1,0-1 0,0 1-1,0 0 1,-1 0-1,1 1 1,0 0 0,0-1-1,-1 2 1,1-1 0,-1 0-1,0 1 1,0 0-1,0 0 1,0 0 0,0 0-1,-1 1 1,1 0 0,-1-1-1,0 1 1,0 1-1,0-1 1,-1 0 0,0 0-1,0 1 1,2 4-1,1 5 67,0 2 1,0-1-1,-2 0 1,0 1-1,-1 0 1,0-1-1,-2 1 1,1 0-1,-2 0 1,0 0-1,-1 0 1,-1-1-1,0 1 0,-1-1 1,-1 0-1,-3 7-67,4-13 53,0 0 0,0 0 0,-1-1 0,0 1 0,0-1 0,-1 0 0,0-1-1,-1 0 1,1 0 0,-1 0 0,-1-1 0,1 0 0,-1 0 0,0-1 0,-1 0-1,1 0 1,-1-1 0,0 0 0,0 0 0,0-1 0,-1-1 0,1 1 0,-1-2-1,1 1 1,-1-1 0,0-1 0,-1 1-53,8-1-10,0 0-1,0 0 1,0-1-1,0 1 1,0 0-1,0-1 1,0 0-1,1 1 1,-1-1-1,0 0 1,0-1-1,1 1 1,-1 0-1,1-1 1,-1 0-1,1 1 1,0-1-1,-1 0 1,1 0-1,0 0 1,0 0-1,1-1 1,-1 1-1,0-1 1,1 1-1,-1-1 1,1 0 10,-10-35-1962,9-5-3767,2 8-6817</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3.168"/>
    </inkml:context>
    <inkml:brush xml:id="br0">
      <inkml:brushProperty name="width" value="0.05" units="cm"/>
      <inkml:brushProperty name="height" value="0.05" units="cm"/>
    </inkml:brush>
  </inkml:definitions>
  <inkml:trace contextRef="#ctx0" brushRef="#br0">1 141 14163,'0'0'2331,"0"0"-288,27-8-446,11-1-1164,-11 3-171,0-2-1,-1 0 1,0-2 0,0-1-262,-23 10 91,-1-1 0,1 1 0,0-1 0,-1 1 0,1-1 0,-1 0 0,0 0 0,0 0 0,1 0 0,-1 0 0,-1 0 0,1-1 0,0 1 0,-1-1 0,2-1-91,-3 3 49,0 0-1,1 0 1,-1 0 0,0 0-1,0-1 1,1 1-1,-1 0 1,0 0 0,0 0-1,-1 0 1,1 0 0,0 0-1,0-1 1,0 1 0,-1 0-1,1 0 1,0 0 0,-1 0-1,1 0 1,-1 0-1,0 0 1,1 0 0,-1 0-1,0 0 1,1 1 0,-1-1-1,0 0 1,0 0 0,0 1-1,0-1 1,0 0 0,0 1-1,0-1 1,0 1-1,0-1 1,0 1 0,0-1-1,0 1 1,0 0 0,0 0-1,0-1-48,-4-1 21,-1 0-1,1 0 0,0 1 1,0-1-1,-1 1 0,1 0 1,-1 1-1,1-1 0,-1 1 1,1 0-1,-1 1 0,1-1 0,-1 1 1,1 0-1,-1 0 0,1 1 1,0-1-1,0 1 0,-1 1 1,1-1-1,1 1 0,-1-1 1,0 1-1,1 1 0,-1-1 1,1 1-1,0 0 0,0-1 1,1 2-1,-1-1 0,1 0 1,0 1-1,0 0 0,0-1 1,1 1-1,-1 2-20,-4 8 43,1 1 1,1 0 0,0 0-1,1 0 1,1 0-1,1 0 1,0 1 0,1 0-1,1-1 1,0 1-1,3 13-43,-2-22-3,1-1 0,0 1-1,0-1 1,1 0 0,-1 0-1,2 0 1,-1 0 0,1 0-1,0-1 1,0 0 0,1 1-1,0-2 1,0 1 0,0 0-1,1-1 1,0 0 0,0-1-1,0 1 1,1-1 0,-1 0-1,1-1 1,5 3 3,1 0-8,1-1 0,-1-1 0,1 0-1,0-1 1,1 0 0,-1-1 0,0-1 0,1 0 0,-1-1 0,1 0 0,9-3 8,-20 2-1,-1 0 1,0 0 0,1 0 0,-1-1 0,0 0 0,0 1 0,1-1 0,-2 0 0,1-1-1,0 1 1,0 0 0,-1-1 0,1 0 0,-1 1 0,0-1 0,0 0 0,0 0-1,0 0 1,0-1 0,-1 1 0,1 0 0,-1-1 0,0 0 0,5-13 28,0 0 1,-2-1-1,0 0 0,-1 1-28,2-32 86,-3 29 22,1 1-1,0 0 0,3-6-107,-5 20-76,1 0-1,-1 0 1,1 0-1,0 1 0,1-1 1,-1 1-1,1-1 1,0 1-1,0 0 0,1 0 1,-1 0-1,1 1 1,0-1-1,1 0 77,24-15-2814,-2 5-2516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3.599"/>
    </inkml:context>
    <inkml:brush xml:id="br0">
      <inkml:brushProperty name="width" value="0.05" units="cm"/>
      <inkml:brushProperty name="height" value="0.05" units="cm"/>
    </inkml:brush>
  </inkml:definitions>
  <inkml:trace contextRef="#ctx0" brushRef="#br0">218 0 15227,'0'0'3788,"0"0"-1236,-25 3-577,-80 13-770,101-15-1162,0 1 0,-1-1 1,1 1-1,0 0 1,1 0-1,-1 0 1,0 0-1,1 1 0,-1 0 1,1-1-1,0 1 1,-1 1-1,2-1 1,-1 0-1,0 1 1,1-1-1,-1 1 0,1 0 1,0 0-1,0 0-43,-2 6 85,1 1-1,0-1 1,1 0 0,0 1-1,0-1 1,1 5-85,0-2 48,0 0 1,1 0 0,0 0-1,1 0 1,1 0-1,0 0 1,0 0 0,1 0-1,1-1 1,0 1-1,5 7-48,-6-13 6,1-1 0,0 0-1,0 0 1,0 0 0,1 0-1,0-1 1,0 0-1,0 0 1,1 0 0,0-1-1,-1 0 1,2 0 0,-1 0-1,0-1 1,1 0 0,0 0-1,-1 0 1,1-1 0,0 0-1,0-1 1,0 1 0,1-1-6,-3 0-49,0 0 1,1-1 0,-1 1 0,1-1-1,-1 0 1,1 0 0,-1-1 0,1 1-1,-1-1 1,1-1 0,-1 1-1,0-1 1,0 0 0,0 0 0,0 0-1,0-1 1,0 1 0,0-2 48,0-1-60,1 0 1,-2-1 0,1 0-1,-1 0 1,1 0 0,-2 0-1,1-1 1,-1 0 0,0 1-1,0-1 1,-1 0 0,0-1-1,0-1 60,4-17-75,-1 0 0,1-25 75,-3 24 435,1 1-1,5-22-434,-9 48 9,0 0-1,1 1 1,-1-1-1,0 0 1,0 0-1,0 0 1,0 1-1,0-1 1,0 0-1,0 0 1,0 0-1,0 0 1,0 1-1,0-1 1,1 0-1,-1 0 1,0 0-1,0 0 1,0 0-1,0 1 1,0-1-1,1 0 1,-1 0-1,0 0 1,0 0-1,0 0 1,0 0-1,1 0 1,-1 0-1,0 0 1,0 0-1,0 0 1,1 0-1,-1 0 1,0 1-1,0-1 1,0-1-1,1 1 1,-1 0-1,0 0 1,0 0-1,0 0 1,1 0-1,-1 0 1,0 0-1,0 0 1,0 0-1,0 0 1,1 0-1,-1 0 1,0-1-1,0 1 1,0 0-1,0 0 1,0 0-1,1 0 1,-1 0-1,0-1 1,0 1-9,6 22 236,3 74-119,-4 1 0,-4 1 1,-6 20-118,3-83 80,-1 0 1,-3 0-1,-7 27-80,9-46 87,-1 0-1,0-1 0,-1 1 0,-1-1 0,-1-1 1,0 0-1,0 0 0,-2 0 0,-3 3-86,11-14 36,-1 0 1,0 0-1,0 0 0,0 0 0,0 0 0,-1 0 0,1-1 0,-1 0 0,1 0 0,-1 0 0,0 0 0,0 0 1,0-1-1,0 1 0,0-1 0,0 0 0,0-1 0,-1 1 0,1-1 0,0 0 0,0 0 0,-1 0 1,1 0-1,0-1 0,0 1 0,-1-1 0,1 0 0,0-1 0,0 1 0,0-1 0,1 0 0,-1 1 1,0-2-1,0 1 0,1 0 0,-3-3-36,-4-3 17,0-1 0,1 1 0,0-1 1,1-1-1,0 0 0,0 0 0,1-1 0,1 1 0,-1-2 0,2 1 1,-5-11-18,5 4-340,0 0 0,1 0 0,1 0 1,1-1-1,1 1 0,0 0 1,1-3 339,8-78-7889,7 25-6355</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3.927"/>
    </inkml:context>
    <inkml:brush xml:id="br0">
      <inkml:brushProperty name="width" value="0.05" units="cm"/>
      <inkml:brushProperty name="height" value="0.05" units="cm"/>
    </inkml:brush>
  </inkml:definitions>
  <inkml:trace contextRef="#ctx0" brushRef="#br0">0 162 17380,'0'0'3222,"0"0"-1719,0 0-195,32-8-345,-7 1-838,37-10 92,2 4 0,23-2-217,-85 15 31,0 0 0,0 0 0,0-1 1,0 1-1,0 0 0,0-1 0,0 0 0,-1 1 1,1-1-1,0 0 0,0 0 0,0 0 0,-1 0 1,1 0-1,-1 0 0,1-1 0,-1 1 1,1-1-1,-1 1 0,0-1 0,1 1 0,-1-1-31,0-1 59,0 0-1,-1 0 0,1 0 1,-1 0-1,1 0 0,-1 0 1,0 0-1,0 0 0,0 0 0,-1 0 1,1 0-1,-1 0 0,1 0 1,-2-2-59,1 3 15,1 0 0,-1 0 0,0 0 1,0 0-1,0 1 0,0-1 0,0 0 1,0 1-1,0-1 0,-1 1 0,1-1 1,-1 1-1,1 0 0,-1-1 0,1 1 0,-1 0 1,0 0-1,1 0 0,-1 0 0,0 1 1,0-1-1,0 0 0,1 1 0,-1-1 1,0 1-1,0 0 0,0-1 0,0 1 1,0 0-1,0 0 0,0 1 0,0-1 1,0 0-1,0 0 0,0 1 0,0-1 1,0 1-17,-4 1 12,0-1-1,0 1 1,1 0-1,-1 1 1,0-1-1,1 1 1,0 0-1,0 0 1,0 1-1,0-1 0,-3 4-10,-3 6 25,0 1 0,1 0 0,0 1 0,1 0 0,1 0-1,1 1 1,0 0 0,0 0 0,2 1 0,-1 4-25,0 4 58,2 1 0,0 0 0,2 0 0,1 0 0,1 0 0,2 14-58,-2-34 5,0 0 0,1 0 0,0-1 1,0 1-1,1 0 0,-1-1 0,1 1 0,1-1 1,-1 0-1,1 1 0,-1-1 0,2 0 1,-1-1-1,0 1 0,1-1 0,0 1 1,0-1-1,0 0 0,3 1-5,0-1-20,0 0 0,0 0 0,0 0-1,1-1 1,-1-1 0,1 1 0,0-1 0,0-1 0,0 1-1,0-1 1,0-1 0,0 1 0,4-1 20,-5-1-161,1 1 1,-1-1-1,0 0 0,1-1 1,-1 0-1,0 0 1,0 0-1,-1-1 0,1 0 1,0 0-1,-1-1 0,4-2 161,8-8-1830,-1 1-1,0-2 1,6-8 1830,-10 10-1839,39-40-8835</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4.273"/>
    </inkml:context>
    <inkml:brush xml:id="br0">
      <inkml:brushProperty name="width" value="0.05" units="cm"/>
      <inkml:brushProperty name="height" value="0.05" units="cm"/>
    </inkml:brush>
  </inkml:definitions>
  <inkml:trace contextRef="#ctx0" brushRef="#br0">95 72 13955,'0'0'4096,"0"0"-1824,0 0-348,-16 25-199,1-2-1337,8-13-260,-1 1 0,1 0 0,1 0 0,0 1 0,1 0 0,0 0 0,1 0 0,0 0 0,1 1 0,0 0 0,1-1 0,1 1 0,-1 5-128,1-3 113,1 0 1,1 0-1,0 0 0,0 0 1,1-1-1,1 1 0,4 10-113,-5-20 11,0-1 0,0 0-1,1 0 1,-1 1 0,1-2 0,0 1 0,0 0-1,0-1 1,1 1 0,-1-1 0,1 0 0,0 0-1,0 0 1,0-1 0,0 1 0,1-1 0,-1 0-1,0 0 1,1-1 0,0 1 0,-1-1 0,1 0-1,0 0 1,0-1 0,-1 1 0,2-1-11,3 1 14,1 0 1,0 0 0,1-1-1,-1 0 1,0-1 0,-1 0-1,1-1 1,0 0-1,0 0 1,-1-1 0,1-1-1,-1 1 1,0-1-1,0-1 1,0 0 0,0 0-1,-1-1 1,0 0 0,0 0-1,-1-1 1,0 0-1,0 0 1,0-1 0,-1 0-1,0 0 1,-1 0 0,3-5-15,1-5 113,-1 0 0,0 0 1,-2-1-1,0 0 0,0 0 1,-2 0-1,-1-1 0,0 0 1,-1 0-1,-2 1 0,0-1 1,-2-17-114,2 33 30,0 0 0,-1 0 0,0 0 0,0 0 0,0 0 0,0 0 0,-1 0-1,1 0 1,-1 0 0,0 0 0,0 1 0,-1-1 0,1 1 0,-1 0 0,1 0 0,-1-1 0,0 2 0,0-1 0,-1 0 0,1 1 0,0-1 0,-1 1 0,0 0 0,1 0 0,-1 1 0,0-1-30,-8-2-209,1 0 1,-1 0 0,0 2-1,0-1 1,0 2-1,-1-1 1,1 2 0,-4 0 208,15 0-187,0 0 0,0 0-1,0 1 1,1-1 0,-1 0 0,0 1 0,0-1 0,0 1 0,0-1 0,1 1 0,-1-1 0,0 1 0,1 0 0,-1-1 0,0 1 0,1 0 0,-1 0 0,1 0 0,-1-1 0,1 1 0,-1 0-1,1 0 1,0 0 0,-1 0 0,1 0 0,0 0 0,0-1 0,0 1 0,0 0 0,-1 0 0,1 0 0,1 0 0,-1 0 0,0 0 0,0 0 0,0 0 0,0 0 0,1 0 0,-1 0 0,0 0 187,0 5-3218,0 8-7310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4.814"/>
    </inkml:context>
    <inkml:brush xml:id="br0">
      <inkml:brushProperty name="width" value="0.05" units="cm"/>
      <inkml:brushProperty name="height" value="0.05" units="cm"/>
    </inkml:brush>
  </inkml:definitions>
  <inkml:trace contextRef="#ctx0" brushRef="#br0">17 0 16436,'0'0'3338,"0"0"-2090,-2 28 231,1-13-1227,-8 189 2014,7-123-1428,0-41-431,2-1 1,1 1-1,5 27-407,-1-55 102,0-17 46,3-19 6,9-74-87,-13 64-63,2-1 0,1 1-1,1 1 1,2-1 0,2 1 0,12-25-4,-21 53-1,-1 1 0,1 0 1,0-1-1,1 1 1,-1 0-1,1 1 1,0-1-1,0 1 0,0-1 1,0 1-1,5-2 1,-7 4-3,0 0 0,0 0 0,-1 0 0,1 1 0,0-1 0,0 1 1,0-1-1,0 1 0,0 0 0,0 0 0,1 0 0,-1 0 0,0 0 0,0 0 0,0 1 0,0-1 0,0 1 0,0-1 0,0 1 0,-1 0 0,1 0 0,0 0 0,0 0 0,0 0 0,-1 0 0,1 0 0,0 0 0,-1 1 0,0-1 0,1 1 0,-1-1 0,1 1 3,5 9-6,0-1 0,0 1 0,-1 1 0,0-1 0,-1 1 0,0 0 0,-1 0 0,-1 1 0,0-1 0,0 1 1,-1 2 5,5 40-8,-3 0 0,-2 0 8,-1-27-9,2 2 51,1-47 74,0-4-132,5-21-16,1 0 0,3 1 0,7-14 32,-13 37-12,2-1 0,0 1 1,1 0-1,0 1 1,2 0-1,0 1 0,1 1 1,3-4 11,-13 16 0,0 1 0,0-1 0,0 0 0,0 1 0,0 0 0,0 0 1,1 0-1,-1 0 0,1 0 0,-1 0 0,1 1 0,0 0 0,0 0 0,0 0 0,-1 0 0,1 1 1,0-1-1,0 1 0,0 0 0,2 0 0,-3 1 0,0 0 0,0 0 1,0 0-1,0 1 0,-1-1 0,1 0 1,-1 1-1,1 0 0,-1 0 0,1 0 0,-1 0 1,0 0-1,0 0 0,0 0 0,0 1 1,-1-1-1,1 1 0,0-1 0,-1 1 1,0 0-1,0 0 0,0-1 0,0 1 1,0 0-1,0 3 0,6 31-2,-1 0 1,-3 1 0,-1-1-1,-1 1 1,-3 9 1,1 11-432,1-55-1811,1-4-4988,4-6-7902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5.233"/>
    </inkml:context>
    <inkml:brush xml:id="br0">
      <inkml:brushProperty name="width" value="0.05" units="cm"/>
      <inkml:brushProperty name="height" value="0.05" units="cm"/>
    </inkml:brush>
  </inkml:definitions>
  <inkml:trace contextRef="#ctx0" brushRef="#br0">1 204 16932,'0'0'3390,"0"0"-1750,0 0-809,34-6-476,-3 0-313,48-7 93,68-2-135,-105 13 28,-25 3-17,0-2 1,0 0 0,0-1-1,0-1 1,-1-1 0,1 0-1,10-5-11,-25 9 16,-1-1-1,1 1 1,-1-1-1,1 0 0,-1 1 1,1-1-1,-1 0 1,0 0-1,0 0 0,0 0 1,1-1-1,-1 1 1,0 0-1,0 0 0,0-1 1,-1 1-1,1 0 1,0-1-1,0 1 0,-1-1 1,1 1-1,-1-1 1,1 1-1,-1-1 0,0 0 1,0 1-1,0-1 1,0 1-1,0-1 1,0 0-1,0 1 0,0-1 1,0 1-1,-1-1 1,1 1-1,-1-1 0,1 1 1,-1-1-1,0 1 1,1-1-1,-1 1 0,0-1 1,0 1-1,0 0 1,-1-1-16,-2-4 134,-1 0 1,1 0-1,-1 1 1,-1 0-1,1 0 1,-1 0 0,0 0-1,0 1 1,-1 0-135,1 0 60,-2 0 1,1 1 0,0 0-1,-1 0 1,1 0 0,-1 1 0,0 0-1,0 1 1,0 0 0,1 0-1,-1 0 1,0 1 0,0 1-1,0-1 1,0 1 0,0 0-1,0 1 1,0 0 0,0 0-1,1 1 1,-1 0 0,1 0-1,0 1 1,0 0 0,0 0-1,1 1 1,-1-1 0,1 1-1,0 1 1,-1 1-61,-6 8 28,0 1 0,1 1 0,1 0 0,1 1 1,0 0-1,1 0 0,1 1 0,1 0 0,1 0 0,0 1 0,1 0 0,2 0 0,0 0 0,1 1 0,1-1 1,0 1-1,3 8-28,-2-24 3,1 1 1,1-1-1,-1 0 1,1 0-1,0 0 1,0 0-1,0 0 1,1 0-1,-1 0 1,1-1-1,0 1 1,1-1 0,-1 0-1,1 0 1,0 0-1,0-1 1,0 1-1,0-1 1,1 0-1,-1 0 1,1 0-1,0-1 1,0 0-1,0 0 1,0 0-1,4 1-3,9 1-24,1 0 0,-1-1 0,1-1 0,-1 0 0,1-2-1,-1 0 1,5-2 24,-15 2-135,0-1 0,0-1 0,0 1 0,-1-1-1,1-1 1,-1 0 0,1 0 0,-1 0 0,0 0 0,0-1-1,-1-1 1,1 1 0,5-6 135,3-4-1342,-1-1-1,0 0 1,-1-1-1,9-13 1343,18-36-6901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5.650"/>
    </inkml:context>
    <inkml:brush xml:id="br0">
      <inkml:brushProperty name="width" value="0.05" units="cm"/>
      <inkml:brushProperty name="height" value="0.05" units="cm"/>
    </inkml:brush>
  </inkml:definitions>
  <inkml:trace contextRef="#ctx0" brushRef="#br0">6 0 18132,'0'0'3985,"0"0"-1489,0 0-815,0 0-857,0 0-704,0 0-112,0 0 72,-5 169-80,16-103 0,7-3-360,5 0-969,-2-16-3640,-1-15-7313</inkml:trace>
  <inkml:trace contextRef="#ctx0" brushRef="#br0" timeOffset="1">466 156 18516,'0'0'2528,"0"0"-1487,0 0 679,-12 155-248,0-60-343,4 7-265,2 1-160,6-11-296,0-15-168,0-14-80,3-21-160,8-16 0,4-13-224,9-13-496,-1-15-824,-8-12-4666</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5.975"/>
    </inkml:context>
    <inkml:brush xml:id="br0">
      <inkml:brushProperty name="width" value="0.05" units="cm"/>
      <inkml:brushProperty name="height" value="0.05" units="cm"/>
    </inkml:brush>
  </inkml:definitions>
  <inkml:trace contextRef="#ctx0" brushRef="#br0">1 74 16452,'0'0'2359,"0"0"-668,26-11 16,2-3-1362,-13 6-253,1 1 0,0 1 0,0 0 0,0 1 0,0 0 0,1 2 0,0 0 0,0 0 0,11 1-92,-17 2 24,0 0-1,-1 0 1,1 1-1,0 0 1,0 1-1,-1 0 1,1 1 0,-1 0-1,0 1 1,0 0-1,2 1-23,-5 0 14,1-1-1,-1 1 1,-1 0-1,1 1 1,-1-1-1,0 1 1,0 1-1,-1-1 1,0 1-1,0 0 1,0 0-1,-1 0 1,0 1-1,1 4-13,3 8 43,0 1-1,-2-1 0,-1 1 1,0 0-1,-2 1 1,0 6-43,2 38 1494,-5 27-1494,0-63 597,0-29-47,2-24 581,9-14-1096,1 1 1,2 1-1,2 0 1,1 1-1,1 0 1,2 2-1,1 0 1,15-15-36,-28 37-18,0 1 0,0 0 0,0 0 1,2 1-1,7-6 18,-16 13-10,0 0 1,0 0-1,0 0 0,0 0 1,0 0-1,1 0 1,-1 0-1,0 1 0,1-1 1,-1 0-1,1 1 0,-1-1 1,1 1-1,-1 0 1,1-1-1,-1 1 0,1 0 1,-1 0-1,1 0 1,-1 0-1,1 0 0,-1 0 1,1 1-1,-1-1 0,1 0 1,-1 1-1,1-1 1,-1 1-1,1-1 0,-1 1 1,0 0-1,1 0 0,-1 0 1,0 0-1,0 0 1,0 0-1,1 0 0,-1 0 1,0 0-1,-1 0 1,1 0-1,0 1 0,0-1 1,0 0-1,-1 1 0,1-1 1,-1 1-1,1-1 1,0 2 9,5 21-38,0 0 1,-1 0 0,-2 1-1,0-1 1,-1 23 37,9 68-842,-11-114 765,0 0-1,0 0 0,1 0 0,-1 0 1,0 0-1,1 0 0,-1 0 1,1-1-1,-1 1 0,1 0 0,-1 0 1,1 0-1,0 0 0,-1-1 1,1 1-1,0 0 0,0-1 0,0 1 1,-1-1-1,1 1 0,0-1 0,0 1 1,0-1-1,0 1 0,0-1 1,0 0-1,0 0 0,0 1 0,0-1 1,0 0 77,22-5-6525,-3-13-6426</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6.328"/>
    </inkml:context>
    <inkml:brush xml:id="br0">
      <inkml:brushProperty name="width" value="0.05" units="cm"/>
      <inkml:brushProperty name="height" value="0.05" units="cm"/>
    </inkml:brush>
  </inkml:definitions>
  <inkml:trace contextRef="#ctx0" brushRef="#br0">1 1 18132,'0'0'3065,"0"0"-2217,0 0-552,0 0-176,0 0-104,0 0-8,0 0 0,38 95-8,-36-93-224,-2-2-384,6 0-745,0-10-1351,0-6-5850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6.744"/>
    </inkml:context>
    <inkml:brush xml:id="br0">
      <inkml:brushProperty name="width" value="0.05" units="cm"/>
      <inkml:brushProperty name="height" value="0.05" units="cm"/>
    </inkml:brush>
  </inkml:definitions>
  <inkml:trace contextRef="#ctx0" brushRef="#br0">306 1 14107,'0'0'3960,"0"0"-1205,0 0-829,0 0-682,0 0-601,0 0-186,-30 1 3,30-1-460,-46 2 463,-36 7-463,76-7 52,-1 0 0,1 0 0,0 1 0,0-1 0,0 2 0,0-1 0,0 0 0,1 1 0,-1 0 0,1 1 1,0-1-1,0 1 0,1 0 0,-1 0 0,1 0 0,0 1 0,1-1 0,-1 1 0,1 0 0,0 0 0,0 0 0,1 1 0,-1 3-52,-3 3 75,0 2-37,1 1 0,0 1 0,1-1 0,1 1 1,1-1-1,0 1 0,1 0 0,1 0 0,1 14-38,-1-29 1,1 0 1,-1 0 0,1 0-1,0 1 1,-1-1-1,1 0 1,0 0 0,0 0-1,0 0 1,1 0-1,-1-1 1,0 1-1,1 0 1,-1 0 0,1-1-1,-1 1 1,1-1-1,0 1 1,0-1 0,0 0-1,0 0 1,0 0-1,0 0 1,0 0-1,0 0 1,0-1 0,0 1-1,0-1 1,1 1-1,-1-1 1,0 0 0,0 0-2,15 2 18,-1 0 1,1-2-1,-1 0 1,6-1-19,4 0 10,-14 0-86,0 1 0,-1-2 0,1 1 1,0-2-1,-1 1 0,1-2 0,-1 1 1,0-2-1,0 1 0,0-2 0,-1 1 0,0-1 1,0-1-1,2-2 76,1-1-1514,-1-1 0,0-1 0,-1 0 0,0 0 0,-1-1 0,4-6 1514,7-11-8674</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7.195"/>
    </inkml:context>
    <inkml:brush xml:id="br0">
      <inkml:brushProperty name="width" value="0.05" units="cm"/>
      <inkml:brushProperty name="height" value="0.05" units="cm"/>
    </inkml:brush>
  </inkml:definitions>
  <inkml:trace contextRef="#ctx0" brushRef="#br0">386 23 14739,'0'0'3993,"0"0"-1279,0 0-494,0 0-831,0 0-677,0 0-223,-30-5-94,-15-3-100,-38-1-295,77 9 20,0 0 1,1 0-1,-1 1 0,1-1 1,-1 1-1,1 1 1,-1-1-1,1 1 1,0 0-1,0 0 0,0 0 1,0 1-1,0 0 1,0 0-1,1 0 1,-1 0-1,1 1 0,0 0 1,0 0-1,-1 2-20,-8 5 67,3-2-40,1 1 1,-1 0 0,1 0-1,1 1 1,0 0-1,0 0 1,2 1 0,-1 0-1,1 0 1,1 1 0,0 0-1,1 0 1,0 0 0,1 0-1,0 0 1,1 1 0,1-1-1,0 1 1,1 2-28,0-13 3,0 0 0,0 0 0,0 0 0,1 0-1,-1 0 1,1 0 0,0 0 0,0 0 0,0 0 0,0 0 0,0 0 0,1-1 0,-1 1 0,1 0 0,0-1-1,-1 1 1,1-1 0,1 0 0,-1 1 0,0-1 0,0 0 0,1-1 0,-1 1 0,1 0 0,0-1-1,-1 1 1,1-1 0,0 0 0,0 0 0,0 0 0,0 0 0,0 0-3,12 2 6,0-1 0,0-1 0,0 0 0,0-1 0,1 0 0,0-1-6,-7 0 2,1 0-28,1 0 0,0-2 1,-1 1-1,0-1 0,0 0 1,0-1-1,0 0 0,0-1 1,-1 0-1,0-1 0,0 0 0,0 0 1,-1 0-1,0-1 0,0-1 1,-1 0-1,6-7 26,7-9 71,-2-2-1,-1 0 1,-1-1-1,-1-1 1,4-13-71,-16 46 853,-1 16-693,0 28-146,-2-23 37,1 2-39,-1 0 1,-2 0-1,-1 0 0,-1 0 1,-6 24-13,9-50-84,1-1 0,-1 1 0,1 0 0,-1-1 0,0 1 0,0-1 0,1 0 0,-1 1 0,0-1 0,0 0 0,-1 1 0,1-1 0,0 0 0,0 0 0,0 0 0,-1 0 0,1 0 0,-1 0 0,1 0 1,-1-1-1,1 1 0,-1 0 0,1-1 0,-1 1 0,1-1 0,-1 0 0,0 1 0,1-1 0,-1 0 0,0 0 0,1 0 0,-1 0 0,0 0 0,1-1 0,-1 1 0,0-1 0,1 1 0,-1-1 0,1 1 0,-1-1 0,0 0 84,-6-2-963,0-1 1,1 0-1,-1 0 0,1 0 0,-1-1 1,1-1-1,-1-1 963,-30-26-7036</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38.045"/>
    </inkml:context>
    <inkml:brush xml:id="br0">
      <inkml:brushProperty name="width" value="0.05" units="cm"/>
      <inkml:brushProperty name="height" value="0.05" units="cm"/>
    </inkml:brush>
  </inkml:definitions>
  <inkml:trace contextRef="#ctx0" brushRef="#br0">155 1 3409,'0'0'5378,"0"0"-2282,0 0-889,0 0-671,0 0-453,0 0-140,-9 0 84,-3 1-781,0 0 467,1 0 0,-1 0 0,1-2 0,-1 1 1,1-1-1,-4-1-713,18 39 372,-2-35-359,-1 0 1,0 0-1,0 0 0,0 0 0,0 0 1,0 0-1,-1 0 0,1 0 0,0 0 1,-1 0-1,0 0 0,1 0 0,-1 0 1,0 0-1,0-1 0,0 1 0,0 0 1,-1-1-1,1 1 0,0 0 0,-1-1 1,-1 2-14,2-3 30,0 1 1,-1-1 0,1 1-1,-1-1 1,1 1 0,-1-1-1,0 0 1,1 0 0,-1 0-1,1 0 1,-1 0 0,1 0-1,-1 0 1,1-1 0,-1 1-1,1 0 1,-2-1-31,3 1 21,-1-1-1,0 1 1,1-1 0,-1 1-1,1-1 1,-1 1 0,1-1 0,-1 1-1,1-1 1,-1 1 0,1-1 0,0 0-1,-1 1 1,1-1 0,0 0-1,-1 1 1,1-1 0,0 0 0,0 1-1,0-1 1,0 0 0,0 1-1,0-1 1,0 0 0,0 0-21,0-1 5,0 1 0,0-1 0,1 1 0,-1-1 0,1 0 1,0 1-1,-1-1 0,1 1 0,0 0 0,0-1 0,0 1 0,0-1 0,0 1 0,0 0 0,0 0 1,0 0-1,0 0 0,1 0 0,-1 0 0,0 0 0,1 0 0,-1 0 0,1 0 0,-1 1 1,1-1-1,-1 1 0,1-1 0,0 1 0,-1 0 0,1-1-5,-1 1-5,1 0 0,-1-1 0,0 1-1,1 0 1,-1 0 0,0 0 0,1 0 0,-1 0 0,0 0-1,1 0 1,-1 1 0,0-1 0,1 0 0,-1 1 0,0-1 0,1 1-1,-1-1 1,0 1 0,0 0 0,0 0 0,0-1 0,0 1-1,0 0 1,0 0 0,0 0 0,0 0 0,0 0 0,0 1 5,0 0 10,0 0 1,0 0 0,-1 0-1,1 0 1,-1 1 0,0-1-1,0 0 1,0 0 0,0 0 0,0 1-1,0-1 1,0 0 0,-1 0-1,1 0 1,-1 0 0,1 0-1,-1 1 1,0-1-11,-7 8 313,3-19-32,1-20-163,4 27-126,0 1 1,0-1-1,0 1 0,0-1 0,0 1 1,0 0-1,1-1 0,-1 1 0,1-1 1,-1 1-1,1-1 0,-1 1 1,1 0-1,0-1 0,-1 1 0,1 0 1,0 0-1,0 0 0,0 0 0,0-1 1,0 1-1,0 1 0,0-1 0,1 0 1,-1 0-1,1 0 8,11-3-2499,3 2-3641,-7 2-2838</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40.180"/>
    </inkml:context>
    <inkml:brush xml:id="br0">
      <inkml:brushProperty name="width" value="0.05" units="cm"/>
      <inkml:brushProperty name="height" value="0.05" units="cm"/>
    </inkml:brush>
  </inkml:definitions>
  <inkml:trace contextRef="#ctx0" brushRef="#br0">1 2 11170,'0'0'2806,"0"0"-792,0 0-392,0 0-225,0 0-406,0 0-321,5-1-106,-4 1-511,0 0 0,0-1 1,0 1-1,0 0 0,1 0 0,-1 0 1,0 0-1,0 0 0,0 1 0,0-1 1,0 0-1,1 0 0,-1 1 0,0-1 1,0 1-1,0-1 0,0 1 0,0-1 1,0 1-1,0 0 0,0-1 0,-1 1 1,1 0-1,0 0 0,0 0 0,0 0 1,-1 0-1,1 0-53,15 41 1335,-9-7-947,-1 1 1,-2-1 0,-1 1-1,-2-1 1,-2 14-389,1-23 161,-1-32-443,-1 0-1,0 1 1,0-1-1,-1 0 1,1 1 0,-1 0-1,-3-5 283,-8-16-2741,6-1-2782,1 0-3911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8:40.687"/>
    </inkml:context>
    <inkml:brush xml:id="br0">
      <inkml:brushProperty name="width" value="0.05" units="cm"/>
      <inkml:brushProperty name="height" value="0.05" units="cm"/>
    </inkml:brush>
  </inkml:definitions>
  <inkml:trace contextRef="#ctx0" brushRef="#br0">77 27 9210,'0'0'4432,"0"0"-2796,0 0-1113,0 0-209,0 0 112,0 0 167,0 6 346,0-4-853,0-1 0,0 1 1,0-1-1,0 0 0,0 1 0,-1-1 0,1 1 0,0-1 0,-1 1 0,1-1 0,-1 0 0,1 1 1,-1-1-1,0 0 0,1 1 0,-1-1 0,0 0 0,0 0 0,0 0 0,0 0 0,0 0 0,0 0 1,0 0-1,-1 0 0,0 0-86,-3 1 229,1 0 0,-1-1 1,0 0-1,0 0 1,1 0-1,-1-1 0,0 1 1,0-1-1,-2-1-229,6 1 17,0 0 0,1-1 1,-1 1-1,1-1 0,-1 1 0,0-1 0,1 1 1,-1-1-1,1 1 0,0-1 0,-1 0 0,1 1 0,0-1 1,-1 0-1,1 1 0,0-1 0,-1 0 0,1 1 1,0-1-1,0 0 0,0 1 0,0-1 0,0 0 0,0 0 1,0 1-1,0-1 0,0 0 0,0 0 0,0 1 1,0-1-1,1 0 0,-1 1 0,0-1 0,0 0 1,1 1-1,-1-1 0,0 0 0,1 1-17,-1-3 19,1 0 1,0 1-1,0-1 0,0 1 1,0-1-1,0 1 0,1 0 1,-1-1-1,1 1 0,-1 0 1,2-1-20,2 0 5,1 0 1,-1 0 0,1 1-1,-1 0 1,1 1 0,0-1-1,-1 1 1,1 0 0,0 0-1,0 1 1,0-1 0,3 2-6,-9-1 10,0 0 0,0 0 1,1 0-1,-1 0 0,0 0 1,0 1-1,0-1 0,0 0 1,0 0-1,0 0 0,1 0 1,-1 1-1,0-1 0,0 0 1,0 0-1,0 0 0,0 0 1,0 1-1,0-1 0,0 0 1,0 0-1,0 0 0,0 1 1,0-1-1,0 0 0,0 0 1,0 0-1,0 1 0,0-1 1,0 0-1,0 0 0,0 0 1,0 1-1,0-1 0,0 0 1,0 0-1,-1 0 0,1 1 1,0-1-1,0 0 0,0 0 1,0 0-1,0 0 0,-1 0 1,1 1-1,0-1 0,0 0 1,0 0-1,0 0 0,-1 0 1,1 0-1,0 0 0,0 0 1,0 0-1,-1 0-10,-9 10 569,6-9-426,0 1 1,1-1-1,-1-1 0,0 1 0,0-1 0,-1 1 0,1-1 1,-2 0-144,-26 4-4420,42-9-1088</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1.071"/>
    </inkml:context>
    <inkml:brush xml:id="br0">
      <inkml:brushProperty name="width" value="0.05" units="cm"/>
      <inkml:brushProperty name="height" value="0.05" units="cm"/>
    </inkml:brush>
  </inkml:definitions>
  <inkml:trace contextRef="#ctx0" brushRef="#br0">0 1 17900,'0'0'3547,"0"0"-2120,6 29-125,137 605 2551,-126-567-3659,7 28-34,-4 0 0,1 44-160,-20-134-1774,-2-11 309,-6-31-3080,-9 0-1699</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1.405"/>
    </inkml:context>
    <inkml:brush xml:id="br0">
      <inkml:brushProperty name="width" value="0.05" units="cm"/>
      <inkml:brushProperty name="height" value="0.05" units="cm"/>
    </inkml:brush>
  </inkml:definitions>
  <inkml:trace contextRef="#ctx0" brushRef="#br0">1 243 13795,'0'0'2266,"19"-26"-379,-3 3-1348,-6 7-224,0 1-1,1 0 1,1 1 0,0 0 0,1 1 0,0 0 0,1 1 0,1 1-1,-1 0 1,12-6-315,-13 10 171,0 1 0,0 1 0,1-1 0,0 2 0,0 0 0,0 1 0,0 0 0,0 1-1,1 1 1,-1 0 0,1 1 0,-1 0 0,1 1 0,10 3-171,-14-2 61,-1 1 1,0 0-1,0 1 0,0 0 1,0 0-1,0 1 0,-1 0 1,0 1-1,0 0 0,-1 1 1,1 0-1,-1 0 0,-1 0 1,1 1-1,-1 0 0,-1 1 1,0 0-1,0 0 0,4 9-61,-2-3 108,-1 1-1,-1 0 1,-1 1-1,0-1 0,-1 1 1,-1 0-1,-1 0 1,1 16-108,-2-22 68,-1-1 1,-1 1-1,1-1 1,-2 1-1,1-1 1,-1 0-1,-1 0 1,0 0-1,-1 0 1,1 0-1,-2 0 1,0-1-1,0 0 1,0 0-1,-2 0-68,-2 4 39,-2-2 0,1 0 0,-2 0 0,1-1 0,-1 0-1,-1-1 1,0 0 0,0-1 0,-1-1 0,0 0-1,0-1 1,0 0 0,-1-1 0,0-1 0,0 0-1,0-1 1,0-1 0,-1 0 0,-4-1-39,17-1-35,1 0 0,0 0 0,0 0 0,-1-1 0,1 1 0,0-1 0,0 1 0,0-1 0,-1 1 0,1-1 0,0 0 0,0 0 0,0 0-1,0-1 1,0 1 0,1 0 0,-1-1 0,0 1 0,1-1 0,-1 1 0,1-1 0,-1 0 0,1 0 0,0 0 0,-1 0 0,1 0 0,0 0 0,1 0 0,-1 0 0,0 0 0,0 0 0,1 0 0,-1-2 35,1-2-367,-1 1 0,1-1-1,0 0 1,0 1 0,0-1 0,1 0 0,0 1 0,0-1-1,1 1 1,-1-1 0,1 1 0,1-1 0,0 0 367,21-34-5349</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1.757"/>
    </inkml:context>
    <inkml:brush xml:id="br0">
      <inkml:brushProperty name="width" value="0.05" units="cm"/>
      <inkml:brushProperty name="height" value="0.05" units="cm"/>
    </inkml:brush>
  </inkml:definitions>
  <inkml:trace contextRef="#ctx0" brushRef="#br0">25 106 11987,'0'0'3720,"0"0"-1402,-5 31 627,-12 101-1150,16-124-1696,0-1 0,1 0 0,-1 1 1,2-1-1,-1 1 0,1-1 0,0 1 0,1-1 0,-1 0 1,2 0-1,-1 0 0,1 0 0,0 0 0,0 0 0,1-1 1,0 1-1,0-1 0,0 0 0,1-1 0,0 1 0,0-1 0,1 1 1,-1-2-1,1 1 0,0-1 0,0 0 0,1 0 0,-1 0 1,4 0-100,10 5 146,2-2 1,-1 0 0,0-1-1,1-1 1,0-1-1,1-2 1,-1 0 0,10-1-147,-10 0 70,0-1-1,0-1 1,0-1 0,0-1 0,0 0-1,0-2 1,11-5-70,-26 8 15,-1 0 1,1-1-1,-1 0 0,1-1 0,-1 1 0,0-1 1,0 0-1,0-1 0,-1 1 0,0-1 0,0-1 1,0 1-1,0 0 0,-1-1 0,0 0 1,0 0-1,0-1 0,-1 1 0,0-1 0,0 1 1,-1-1-1,0 0 0,0 0 0,0-7-15,0 6 38,-1-1 0,-1 0-1,0 1 1,0-1-1,-1 0 1,0 1 0,0-1-1,-1 1 1,0-1 0,-1 1-1,0 0 1,0 0-1,0 0 1,-1 0 0,-1 1-1,1-1 1,-1 1 0,0 0-1,-4-3-37,-7-7 81,-2 0 0,0 2 0,0 0 0,-2 1 0,0 1-1,-11-6-79,14 10-56,1 0 1,-1 1-1,-1 0 1,1 2-1,-1 0 1,0 1-1,-1 1 1,1 0-1,-1 2 1,0 0-1,0 1 1,-5 1 54,22 0-1228,6 0-1700,15 0-3110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2.152"/>
    </inkml:context>
    <inkml:brush xml:id="br0">
      <inkml:brushProperty name="width" value="0.05" units="cm"/>
      <inkml:brushProperty name="height" value="0.05" units="cm"/>
    </inkml:brush>
  </inkml:definitions>
  <inkml:trace contextRef="#ctx0" brushRef="#br0">0 0 18164,'0'0'2786,"8"26"-782,81 315 2330,-66-237-3677,-3-8-312,3-2 1,5-1-1,33 74-345,-54-153 36,-5-48 148,-2-4-154,-1 5-23,1 1 0,2-1-1,1 1 1,7-27-7,-8 49-10,1-1 1,1 1-1,0 0 0,0 1 0,1-1 1,0 1-1,1 0 0,0 0 0,0 0 1,1 1-1,0 0 0,1 0 0,-1 1 1,2 0-1,-1 0 0,9-4 10,-9 5-4,1 1 1,0 0-1,1 0 0,-1 1 0,1 1 0,-1 0 1,1 0-1,0 1 0,1 0 0,-1 0 0,0 1 1,0 1-1,0 0 0,1 0 0,-1 1 0,10 2 4,-13-2 1,0 1-1,0 1 1,0-1-1,0 1 0,-1 0 1,1 1-1,-1 0 1,0 0-1,0 0 0,0 1 1,0 0-1,-1 0 0,0 0 1,0 0-1,0 1 1,-1 0-1,0 0 0,0 0 1,0 1-1,-1-1 0,0 1 1,0 0-1,0 3 0,1 1 18,0 0 0,-1 0 0,0 1 0,-1-1 0,-1 0 0,1 1 0,-2-1 0,0 1 0,0 0 0,-1-1 0,0 1 0,-1-1 0,0 0 0,-1 0 0,-1 1 0,1-2 0,-2 1 0,1 0 0,-2-1 0,1 0 0,-1 0 0,-1-1 0,0 1 0,0-1 0,-1-1 0,0 1 0,0-1 0,-1-1 0,0 0 0,-1 0 0,-3 1-18,5-3 22,0 0 1,0 0-1,-1-1 1,0-1-1,0 1 1,0-2-1,0 1 1,0-1-1,-1 0 1,1-1-1,-1 0 1,1-1-1,-1 0 1,1 0-1,-8-2-22,13 1-46,0 0-1,-1-1 1,1 1-1,0-1 1,0 0 0,0 0-1,0 0 1,0-1-1,1 1 1,-1-1-1,1 0 1,-1 0-1,1 0 1,0 0 0,0-1-1,1 1 1,-1-1-1,1 0 1,0 0-1,-1 0 1,2 0 0,-1 0-1,0 0 1,1 0-1,0-1 1,0 1-1,0-1 1,1 1-1,-1-1 1,1 1 0,0 0-1,0-1 1,1-1 46,-1 1-238,0 0 1,1 1 0,0-1-1,0 0 1,0 1 0,0-1-1,1 1 1,-1-1 0,1 1-1,0 0 1,1 0 0,-1 0-1,3-4 238,44-42-8114,-47 48 7525,39-33-14571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2.495"/>
    </inkml:context>
    <inkml:brush xml:id="br0">
      <inkml:brushProperty name="width" value="0.05" units="cm"/>
      <inkml:brushProperty name="height" value="0.05" units="cm"/>
    </inkml:brush>
  </inkml:definitions>
  <inkml:trace contextRef="#ctx0" brushRef="#br0">0 1 17204,'0'0'4745,"0"0"-2633,0 0-287,76 142-585,-55-55-288,-1 8-472,-2-3-120,-1-5-232,-2-11-64,3-13-64,-4-13-8,4-16-464,23-26-568,-6-8-720,3 0-4154</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2.842"/>
    </inkml:context>
    <inkml:brush xml:id="br0">
      <inkml:brushProperty name="width" value="0.05" units="cm"/>
      <inkml:brushProperty name="height" value="0.05" units="cm"/>
    </inkml:brush>
  </inkml:definitions>
  <inkml:trace contextRef="#ctx0" brushRef="#br0">186 1 17204,'0'0'2388,"0"0"-479,0 0-97,-28 19-656,28-19-1156,-35 25 338,1 2 0,-9 9-338,39-31 47,-1 0-1,1 0 1,0 0-1,1 0 1,-1 1-1,1-1 0,0 1 1,0 0-1,1 0 1,-1 0-1,2 0 1,-1 0-1,0 1 0,1-1 1,1 0-1,-1 1 1,1-1-1,0 1 1,0-1-1,1 2-46,-1 12 138,-1-10-78,1 0 0,1 1-1,0-1 1,0 0 0,1 1 0,0-1-1,1 0 1,0 0 0,0 0 0,1-1-1,1 1 1,-1-1 0,2 0-60,-2-3 9,1-1 1,-1 1 0,1-1-1,0-1 1,0 1-1,1-1 1,-1 0 0,1 0-1,0 0 1,0-1-1,1 0 1,-1 0 0,1 0-1,-1-1 1,1 0-1,0-1 1,0 1 0,-1-1-1,7 0-9,-6 0 3,0 0 1,-1-1-1,1 1 0,-1-1 0,1-1 1,0 1-1,-1-1 0,1 0 0,-1-1 1,1 1-1,-1-1 0,0-1 0,0 1 1,1-1-1,-2 0 0,1 0 0,0-1 1,-1 0-1,1 0 0,-1 0 0,0 0 1,-1-1-1,1 0 0,-1 0 0,0 0 1,0-1-1,-1 1 0,1-1 0,-1 0 1,2-4-5,2-6-2,-1 0-1,0 0 0,-1-1 0,-1 0 0,-1 1 0,2-17 4,-1-17 313,-2-36-313,-7 58 630,1 21-44,2 20-199,-2 61-4,3 0-1,8 60-382,-5-121-2,0 0-1,1 0 1,0 0-1,1-1 0,1 1 1,1 0 2,-5-9-83,1 0-1,0 0 1,1 0 0,-1 0-1,0 0 1,1 0 0,0-1-1,0 0 1,0 1 0,0-1-1,1 0 1,-1-1 0,1 1 0,0-1-1,0 1 1,0-1 0,0 0-1,0 0 1,0-1 0,1 1 83,1-1-338,0 0 0,0-1 0,1 0 0,-1 0 0,0 0 0,0-1 0,0 0 0,3 0 338,31-14-5267,7-16-6325</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3.204"/>
    </inkml:context>
    <inkml:brush xml:id="br0">
      <inkml:brushProperty name="width" value="0.05" units="cm"/>
      <inkml:brushProperty name="height" value="0.05" units="cm"/>
    </inkml:brush>
  </inkml:definitions>
  <inkml:trace contextRef="#ctx0" brushRef="#br0">79 0 16107,'0'0'3305,"0"0"-1564,0 0-309,-12 25-212,1-7-985,3-5-97,1 1-1,0 0 1,1 0-1,0 0 1,1 1-1,1 0 0,0 0 1,1 0-1,1 0 1,0 1-1,1 1-137,0 9 155,2-1 0,0 1 0,2 0 0,0-1 0,2 0 0,1 0 0,6 13-155,-10-31-3,0-1 0,1 1 0,0-1 0,0 0 0,0 0 0,1 0 0,0 0 0,0-1 0,1 0 0,-1 0 0,1 0 1,0 0-1,0-1 0,1 1 0,0-1 0,-1-1 0,1 1 0,1-1 0,-1 0 0,0 0 0,1-1 0,-1 0 0,1 0 0,0-1 0,-1 0 0,1 0 0,0 0 0,0-1 0,0 0 0,3 0 3,-3-1-101,-1-1-1,0 1 0,0-1 1,0 0-1,0-1 1,0 1-1,0-1 0,-1 0 1,1-1-1,-1 1 1,0-1-1,0 0 0,0 0 1,-1-1-1,1 1 0,-1-1 1,0 0-1,-1-1 1,1 1-1,-1 0 0,0-1 1,0 0-1,0 0 102,8-20-352,0 0 0,-2-1 0,-1 0 1,3-17 351,-4 8 29,-2 0-1,-1 0 1,-2-30-29,-1-7 3050,-1 48-940,0 79-1833,3 0-1,3-1 1,2 1 0,13 49-277,-21-103 0,0 2-40,1 1 0,-1 0 1,1-1-1,0 1 0,-1-1 0,1 1 1,0-1-1,1 1 0,-1-1 0,0 1 1,1-1-1,-1 0 0,1 0 1,0 0-1,-1 0 0,1 0 0,0 0 1,0 0-1,1-1 0,-1 1 1,0-1-1,0 1 0,1-1 0,-1 0 1,1 0-1,-1 0 0,1 0 1,0 0-1,-1-1 0,1 1 0,0-1 1,-1 0-1,2 0 40,77 2-3173,-19-4-3527,14-7-9153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3.776"/>
    </inkml:context>
    <inkml:brush xml:id="br0">
      <inkml:brushProperty name="width" value="0.05" units="cm"/>
      <inkml:brushProperty name="height" value="0.05" units="cm"/>
    </inkml:brush>
  </inkml:definitions>
  <inkml:trace contextRef="#ctx0" brushRef="#br0">87 85 17396,'0'0'2258,"0"0"-177,0 0-798,0 0-476,-14 33-56,-43 110-12,54-133-689,0 0 0,0 0 0,1 0 0,0 1 0,1-1 0,0 0 0,1 1 0,0-1 0,0 0-1,1 1 1,0-1 0,1 0 0,0 0 0,1 0 0,0 0 0,1 0 0,0 0 0,0-1 0,4 5-50,-3-7 28,0-1-1,0 0 1,0 0-1,1-1 1,-1 0-1,1 0 1,1 0-1,-1-1 1,1 0-1,0 0 1,0 0 0,0-1-1,0 0 1,0-1-1,1 1 1,-1-1-1,1-1 1,0 0-1,0 0 1,-1 0-1,1-1 1,5 0-28,-8 0-20,1 0 0,-1-1 0,1 0 0,-1 0 0,0 0 0,0 0 0,0-1 0,0 0 0,0 0 0,0 0 0,0-1 0,0 0 0,-1 0 0,1 0 0,-1 0 1,0-1-1,2-1 20,0-2-77,-1 0 0,0 1 1,-1-1-1,0-1 1,0 1-1,0-1 1,-1 0-1,0 0 1,0 0-1,0-6 77,3-21-260,-1 0 1,-2 0-1,-2-1 0,-1 1 1,-2-4 259,1 13-24,1 12 180,0 0 1,-1 0-1,-1 1 1,-1-1 0,1 1-1,-2 0 1,-2-7-157,4 17 457,2 8-239,18 396 1063,-18-399-1195,-1-6-33,0 0 0,0 0 0,1-1 0,-1 1 0,1 0 0,0 0 0,0 0 0,1-1 0,-1 1 0,1-2-53,1-14 52,-2-26 11,1 0 0,3 0 0,4-13-63,-6 45 2,1 1 0,0 0 1,1 0-1,1 0 0,0 1 0,1-1 0,0 1 1,1 1-1,0-1 0,0 1 0,2 0 1,-1 1-1,7-6-2,-12 13-5,0 0 0,0 1 0,1-1 0,0 0 0,-1 1 0,1 0 0,0 0 0,0 0 0,0 1 0,0-1 0,0 1 0,0 0 0,0 0 0,1 0 0,-1 1 0,0-1 0,1 1 0,-1 0 0,0 0 0,1 1 0,-1-1 0,0 1 0,1 0 0,-1 0 0,0 1 0,0-1 0,0 1 0,0 0 0,0 0 0,-1 0 0,1 0 0,0 1 0,-1-1 0,0 1 0,0 0 0,1 0 0,-2 0 0,4 4 5,3 8 1,1 1-1,-2-1 0,0 2 0,-1-1 1,0 1-1,-1 1 0,-1-1 1,-1 1-1,2 17 0,-2 2 13,-1 0 0,-2 0 0,-1 0 0,-4 17-13,3-47 2,0 0 1,0 0-1,0 0 1,-1-1-1,-1 1 1,1-1-1,-2 4-2,3-8-5,0 0 0,0 0 0,0 0 0,-1 0 0,1 0 0,0-1 0,-1 1 0,0 0 0,1-1 0,-1 1 0,0-1 0,0 1 0,1-1 0,-1 0 0,0 0 0,-1 0 0,1 0 0,0 0 0,0 0 0,0 0 0,0-1 0,-2 1 5,2-2-59,1 1 1,-1-1-1,1 1 1,0-1-1,-1 0 1,1 0-1,-1 0 1,1 0-1,0 0 1,0 0 0,-1 0-1,1 0 1,0 0-1,0 0 1,0-1-1,0 1 1,1-1-1,-1 1 1,0 0-1,0-1 1,1 1-1,-1-1 1,1 0-1,-1 1 1,1-1-1,0 1 1,0-1 0,0-1 58,-3-5-524,-12-44-3982,1-7-3769</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4.160"/>
    </inkml:context>
    <inkml:brush xml:id="br0">
      <inkml:brushProperty name="width" value="0.05" units="cm"/>
      <inkml:brushProperty name="height" value="0.05" units="cm"/>
    </inkml:brush>
  </inkml:definitions>
  <inkml:trace contextRef="#ctx0" brushRef="#br0">0 0 16436,'0'0'2712,"0"0"-775,0 0-289,0 0-1312,0 0-336,158 163-1256,-99-94-3385</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4.776"/>
    </inkml:context>
    <inkml:brush xml:id="br0">
      <inkml:brushProperty name="width" value="0.05" units="cm"/>
      <inkml:brushProperty name="height" value="0.05" units="cm"/>
    </inkml:brush>
  </inkml:definitions>
  <inkml:trace contextRef="#ctx0" brushRef="#br0">140 10 2921,'0'0'12126,"0"0"-6422,0 0-3942,0 0-706,-2 26 92,1 1-946,-12 142 1180,9-137-987,-1 0 0,-1-1 0,-2 0 0,-9 22-395,17-52 26,0 0 0,0 0 0,-1-1 1,1 1-1,0 0 0,0 0 0,-1-1 1,1 1-1,0 0 0,-1-1 0,1 1 1,-1 0-1,1-1 0,-1 1 0,1 0 1,-1-1-1,0 1 0,1-1 1,-1 1-1,1-1 0,-1 0 0,0 1 1,0-1-1,1 1 0,-1-1 0,0 0 1,0 0-1,1 0 0,-1 1 0,0-1 1,0 0-27,-1-1 32,1 1 0,0-1 0,-1 0 0,1 0 1,0 0-1,0 0 0,0 0 0,0 0 0,0 0 1,0 0-1,0-1 0,0 1 0,0 0 0,1 0 1,-2-2-33,-23-59 330,23 57-320,-3-13 34,0-1-1,1 1 0,1-1 1,1 0-1,0 0 0,1 0 0,1 0 1,1 0-1,1 0 0,1-2-43,-1 13 12,-1 0 0,2 0 0,-1 0 0,1 1 0,0-1 0,1 1 0,0 0-1,0 0 1,0 0 0,1 0 0,3-2-12,-4 5-4,0 0-1,1 0 1,-1 0-1,1 1 1,0-1 0,0 1-1,1 1 1,-1-1 0,0 1-1,1 0 1,0 0-1,-1 0 1,1 1 0,0 0-1,0 0 1,5 0 4,-5 1-4,0 1 1,-1-1 0,1 1 0,0 1-1,-1-1 1,1 1 0,-1 0-1,1 0 1,-1 0 0,0 1 0,0-1-1,0 1 1,0 1 0,0-1-1,-1 1 1,0 0 0,0 0 0,0 0-1,0 0 1,0 1 0,-1 0-1,0-1 1,0 1 0,0 0-1,0 2 4,12 21 4,-1 2-1,-2-1 0,-1 2 1,0 4-4,-2-8-2,11 43 0,-9-29 41,15 36-39,-22-67 0,0 0 0,1-1 0,0 0-1,0 0 1,1 0 0,0-1 0,1 1 0,0-2 0,8 8 0,-14-13 2,1 0 0,0-1 0,1 1-1,-1-1 1,0 1 0,0-1 0,1 0 0,-1 1 0,0-1 0,1-1-1,-1 1 1,1 0 0,-1-1 0,1 1 0,0-1 0,-1 1 0,1-1-1,0 0 1,-1 0 0,1-1 0,-1 1 0,1-1 0,0 1 0,-1-1-1,1 0 1,-1 1 0,2-2-2,-1 0 10,0 0 0,0-1-1,0 1 1,0-1 0,0 0 0,0 0-1,-1 0 1,1 0 0,-1 0 0,0 0 0,0-1-1,0 1 1,0-1 0,-1 1 0,1-1-1,-1 0 1,0-1-10,5-25 76,-1 0 0,-1 0-1,-2 0 1,-1-1 0,-3-20-76,1 3 172,1 28-109,-2 1 0,0-1 0,-2 1 0,0 0 0,-1 0 0,-1 1 0,0-1 1,-2 1-1,0 1 0,-10-17-63,18 34-84,0 0 37,0 0 0,0 0 0,0 0 0,0 0 0,0 0 0,1 1 0,-1-1 0,0 0 0,0 0 0,0 0 0,0 0 0,1 0 0,-1 0 0,0 0 0,0 0 0,0 0 0,0 0 0,1 0 0,-1 0 0,0 0 0,0 0 0,0 0 0,1 0 0,-1 0 0,0 0 0,0 0 0,0 0 0,0-1 0,0 1 0,1 0 0,-1 0 0,0 0 0,0 0 0,0 0 0,0 0 0,0 0 0,0-1 0,1 1 0,-1 0 0,0 0 0,0 0 0,0 0 0,0 0 0,0-1 0,0 1 0,0 0 0,0 0 0,0 0 0,0 0 0,0-1 0,0 1 0,0 0 0,0 0 0,0 0 0,0-1 0,0 1 0,0 0 0,0 0 0,0 0 0,0 0 0,0-1 0,0 1 0,0 0 0,0 0 0,0 0 0,0 0 0,0 0 0,-1-1 47,39 3-3504,-9 2-3147,3 1-8696</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5.088"/>
    </inkml:context>
    <inkml:brush xml:id="br0">
      <inkml:brushProperty name="width" value="0.05" units="cm"/>
      <inkml:brushProperty name="height" value="0.05" units="cm"/>
    </inkml:brush>
  </inkml:definitions>
  <inkml:trace contextRef="#ctx0" brushRef="#br0">0 32 15155,'0'0'5513,"0"0"-3016,0 0-609,0 0-863,0 0-393,0 0-464,164-19-88,-117 14-80,-9 0 0,-6 2-496,-15 3-1017,-8 6-2343,-9 7-2562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5.424"/>
    </inkml:context>
    <inkml:brush xml:id="br0">
      <inkml:brushProperty name="width" value="0.05" units="cm"/>
      <inkml:brushProperty name="height" value="0.05" units="cm"/>
    </inkml:brush>
  </inkml:definitions>
  <inkml:trace contextRef="#ctx0" brushRef="#br0">0 77 13499,'0'0'3953,"0"0"-1569,0 0-63,0 0-297,0 0-864,0 0-719,0 0-441,196-18-24,-105-4-1673,-15 4-3312,-14 0-8466</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5.827"/>
    </inkml:context>
    <inkml:brush xml:id="br0">
      <inkml:brushProperty name="width" value="0.05" units="cm"/>
      <inkml:brushProperty name="height" value="0.05" units="cm"/>
    </inkml:brush>
  </inkml:definitions>
  <inkml:trace contextRef="#ctx0" brushRef="#br0">39 163 12227,'0'0'2471,"0"0"312,0 0 412,0 0-1320,0 0-488,0 0-434,11-25-332,41-75 33,-50 97-612,1 0 0,0 0 0,-1 0 0,1 0 1,1 1-1,-1-1 0,0 1 0,0 0 0,1 0 0,0 0 1,-1 0-1,1 1 0,0-1 0,0 1 0,0 0 1,0 0-1,0 1 0,0-1 0,0 1 0,0 0 0,0 0 1,0 0-1,0 0 0,0 1 0,0-1 0,3 2-42,5-1 39,-8 0-41,-1 0 1,1 0 0,-1 0-1,0 0 1,1 0-1,-1 1 1,0-1 0,0 1-1,0 0 1,0 0 0,0 0-1,-1 0 1,1 1 0,-1-1-1,1 1 1,-1 0 0,0-1-1,0 1 1,0 0 0,0 0-1,0 0 1,-1 0 0,0 1-1,1-1 1,-1 0 0,0 1-1,-1-1 1,1 1 0,0 2 1,3 16-1,-2 0-1,0 1 1,-1-1 0,-2 10 1,1-13 7,-1 4 5,-1 1 0,-1-1 0,0 0 0,-2 0 0,-1-1-1,-1 1 1,-1-1 0,0-1 0,-2 1 0,-1-1-1,0-1 1,-2 0 0,0-1 0,-1 0 0,-1-1-1,0-1 1,-2 0 0,0-1 0,-1-1 0,-9 6-12,25-20 12,0 1 1,0-1 0,0 0 0,0 1 0,0-1-1,0 0 1,0 0 0,-1-1 0,1 1 0,0 0 0,-1-1-1,1 1 1,0-1 0,-1 0 0,1 0 0,-1 0-1,1 0 1,0 0 0,-2-1-13,3 0 23,-1 1 1,1-1-1,0 0 0,-1 0 0,1-1 0,0 1 1,0 0-1,0 0 0,0-1 0,0 1 0,0 0 1,0-1-1,0 1 0,1-1 0,-1 1 0,0-1 1,1 1-1,-1-1 0,1 0 0,0 1 0,0-1 1,-1 0-1,1 1 0,0-1 0,0 0 0,1-1-23,-2-12 41,0 0-1,2 0 1,0 0-1,0-1 0,1 1 1,1 0-1,2-3-40,-4 14 0,0 1-1,1-1 1,0 0-1,-1 1 1,1-1-1,0 1 0,1 0 1,-1 0-1,0-1 1,1 1-1,0 1 1,0-1-1,0 0 1,0 1-1,0 0 1,0-1-1,1 1 1,-1 1-1,1-1 0,0 0 1,-1 1-1,1 0 1,0 0-1,0 0 1,0 0-1,0 0 1,0 1-1,0 0 1,-1 0-1,3 0 1,-3 1-5,0-1 0,1 1 0,-1 0-1,0 0 1,0 0 0,0 0 0,0 1 0,0 0-1,0-1 1,0 1 0,0 0 0,-1 0 0,1 0-1,-1 1 1,1-1 0,-1 1 0,0-1 0,0 1-1,0 0 1,0 0 0,-1 0 0,1 0 0,-1 0-1,1 0 6,6 16 9,0 1-1,0 0 0,1 11-8,-3-11 27,2 9-54,-6-20 46,1 1-1,0-1 0,0 1 1,1-1-1,0 0 0,1 0 1,4 5-19,-7-11-67,0-1 0,0 1 0,1-1 0,-1 0 0,1 0 1,-1 0-1,1-1 0,0 1 0,0-1 0,0 1 0,0-1 0,0 0 1,0 0-1,0 0 0,0-1 0,1 1 0,-1-1 0,0 1 0,0-1 1,0 0-1,1-1 0,-1 1 0,0 0 0,0-1 0,0 0 0,3 0 67,7-3-840,1-1-1,-1 0 1,0 0-1,0-2 1,-1 1-1,0-2 0,3-2 841,33-24-7601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36.373"/>
    </inkml:context>
    <inkml:brush xml:id="br0">
      <inkml:brushProperty name="width" value="0.05" units="cm"/>
      <inkml:brushProperty name="height" value="0.05" units="cm"/>
    </inkml:brush>
  </inkml:definitions>
  <inkml:trace contextRef="#ctx0" brushRef="#br0">159 86 12259,'0'0'3856,"0"0"-1330,0 0-392,0 0-524,28-7-585,193-41 304,-213 42-951,-17 0-280,-18-3-94,5 5-2,0 1 1,-1 2-1,1 0 1,-1 1-1,0 1 1,-11 2-3,27-2 5,-1 0 1,1 1 0,0 0-1,0 0 1,0 1 0,0-1 0,0 2-1,1-1 1,-1 1 0,1 0-1,0 0 1,0 1 0,0-1-1,1 1 1,0 1 0,0-1 0,0 1-1,0 0 1,1 0 0,0 0-1,-2 5-5,5-9 10,-1 1 0,1-1 0,0 1 0,0 0 0,0 0 0,0 0 0,0-1-1,1 1 1,-1 0 0,1 0 0,0 0 0,0 0 0,0 0 0,0 0-1,0 0 1,1 0 0,-1 0 0,1-1 0,0 1 0,0 0 0,1 1-10,0-1 8,0 0 1,0-1 0,0 1 0,1-1-1,-1 0 1,1 1 0,0-1-1,-1 0 1,1-1 0,0 1 0,0-1-1,0 1 1,1-1 0,-1 0-1,0 0 1,0 0 0,1 0 0,0-1-10,87 14 55,-68-13-47,-1 2 0,1 1 0,-1 0 0,0 2 0,0 1 0,3 2-7,-19-7 1,0 2 1,0-1-1,0 1 0,0 0 0,-1 0 0,0 0 0,1 1 0,-2-1 0,1 1 0,-1 1 0,1-1 0,-1 1 0,-1-1 0,1 1 0,-1 0 0,0 0 0,-1 1 0,1-1 0,-1 1 0,0-1 0,-1 1 0,1 6-1,0-4 12,-1-1 0,-1 0 0,1 1-1,-2-1 1,1 1 0,-1-1 0,0 1 0,-1-1-1,0 0 1,0 0 0,-1 0 0,0 0 0,0 0-1,-1 0 1,0-1 0,-3 5-12,0-3 115,0 0 0,0-1 1,-1 0-1,0 0 0,0-1 0,-1 0 0,0 0 0,0-1 1,0-1-1,-1 1 0,0-1 0,-8 2-115,1-2 175,0-2 0,-1 0 0,1-1 0,0 0 0,-1-2-1,1 0 1,-1-1 0,-13-2-175,24 2 76,0-1 0,1 0 0,-1 0 0,1 0 0,-1-1 0,1 0 0,0 0 0,0-1 0,0 0 0,0 0-76,-26-15-2094,-4 9-7654,22 9-4895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46.716"/>
    </inkml:context>
    <inkml:brush xml:id="br0">
      <inkml:brushProperty name="width" value="0.05" units="cm"/>
      <inkml:brushProperty name="height" value="0.05" units="cm"/>
    </inkml:brush>
  </inkml:definitions>
  <inkml:trace contextRef="#ctx0" brushRef="#br0">86 132 6465,'0'0'3642,"0"0"-1257,0 0-729,0 0-554,0 0-159,-6 0-135,-1-1-1054,-27 3 3432,33-2-3055,0 1 0,0-1 0,0 0 0,0 1 0,0-1 0,0 1 0,0-1 0,0 1 1,0-1-1,0 1 0,0 0 0,0-1 0,1 1 0,-1 0 0,0 0 0,1-1 0,-1 1 0,0 0 1,1 0-1,-1 0 0,1 0 0,-1 0 0,1 0 0,0 0 0,-1 0 0,1 0 0,0 0 0,0 0 1,0 0-1,0 1 0,0-1 0,0 0-131,0 316 4030,-9-248-3786,3-42 40,4-23 68,1-10 206,1-11-533,0-28 60,2 1 0,2-4-85,-2 32 11,1-1-1,1 1 0,1 0 0,0 0 0,1 0 0,0 1 0,4-5-10,8-13-35,1 1 0,2 0 0,1 2 0,11-11 35,-23 30-11,0 0-1,1 0 0,1 1 1,-1 0-1,2 1 0,-1 1 1,1 0-1,0 0 0,1 1 1,0 1-1,0 1 0,3-1 12,-15 5-1,0 0 0,0 0 0,-1 1 1,1-1-1,0 1 0,1-1 0,-1 1 0,0 0 0,0 0 0,0 0 0,0 0 0,0 0 0,0 0 0,0 0 0,0 1 0,0-1 0,0 1 0,0 0 0,0-1 0,0 1 0,0 0 0,-1 0 1,1 0-1,0 0 0,0 1 0,-1-1 0,1 0 0,-1 1 0,1-1 0,-1 1 0,0-1 0,0 1 0,1 0 0,-1 0 0,0-1 0,0 1 0,0 1 1,1 7-6,0 0 0,0 0 0,-1 0-1,0 0 1,0 0 0,-1 0 0,-1 3 6,1 2-2,-6 137 90,-16 82-88,21-231 0,1 0-100,-1 14-2513,1-17 2523,0 1 0,0-1 1,0 0-1,0 1 0,0-1 0,0 0 1,0 0-1,1 1 0,-1-1 1,0 0-1,0 0 0,0 1 1,0-1-1,0 0 0,1 0 0,-1 0 1,0 1-1,0-1 0,0 0 1,1 0-1,-1 0 0,0 1 1,0-1-1,0 0 0,1 0 0,-1 0 1,0 0-1,0 0 0,1 0 1,-1 0-1,0 0 0,1 0 1,-1 1-1,0-1 0,0 0 1,1 0-1,-1 0 0,0 0 0,0-1 1,1 1-1,-1 0 0,0 0 1,0 0-1,1 0 0,-1 0 1,0 0-1,0 0 0,1 0 0,-1-1 1,0 1-1,0 0 90,14-9-6899</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47.159"/>
    </inkml:context>
    <inkml:brush xml:id="br0">
      <inkml:brushProperty name="width" value="0.05" units="cm"/>
      <inkml:brushProperty name="height" value="0.05" units="cm"/>
    </inkml:brush>
  </inkml:definitions>
  <inkml:trace contextRef="#ctx0" brushRef="#br0">1 1 11282,'0'0'4577,"0"0"-1533,0 0-884,0 0-721,0 0-337,0 0-333,6 1-223,53 3 413,0-3 0,39-4-959,16 0-6801,-114 3 1344</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47.486"/>
    </inkml:context>
    <inkml:brush xml:id="br0">
      <inkml:brushProperty name="width" value="0.05" units="cm"/>
      <inkml:brushProperty name="height" value="0.05" units="cm"/>
    </inkml:brush>
  </inkml:definitions>
  <inkml:trace contextRef="#ctx0" brushRef="#br0">1 3 4905,'0'0'6641,"0"0"-3568,0 0 864,0 0-2017,0 0-471,0 0-313,0 0-424,149 16-216,-114-16-344,0 0-56,-3 0-96,1 0-96,2 0-680,14-3-1184,-5-5-2257,-6 0-3433</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47.839"/>
    </inkml:context>
    <inkml:brush xml:id="br0">
      <inkml:brushProperty name="width" value="0.05" units="cm"/>
      <inkml:brushProperty name="height" value="0.05" units="cm"/>
    </inkml:brush>
  </inkml:definitions>
  <inkml:trace contextRef="#ctx0" brushRef="#br0">1 19 5673,'0'0'6567,"0"0"-3066,0 0-1533,0 0-637,0 0-219,0 0-107,29-1 4,149-3 263,-20-9-1040,-158 13-1593,-4 0-2441,-8 0 2217,10 0 501,-18 0-6000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48.323"/>
    </inkml:context>
    <inkml:brush xml:id="br0">
      <inkml:brushProperty name="width" value="0.05" units="cm"/>
      <inkml:brushProperty name="height" value="0.05" units="cm"/>
    </inkml:brush>
  </inkml:definitions>
  <inkml:trace contextRef="#ctx0" brushRef="#br0">258 1 9402,'0'0'2737,"0"0"-801,0 0-637,0 0-388,-9 23 17,4-9-759,-6 16 613,1 0 0,1 0 0,2 1-1,1 0 1,1 3-782,2 11 2189,3-45-1869,0 0-4,0 0-79,0 0-71,0 0-49,13 0 11,158-18-87,-149 18-37,-11-1 7,1 1 1,-1 0 0,0 1 0,0 1-1,10 2-11,-17-3 4,0 1 0,1 0 0,-1-1 0,-1 2 0,1-1 0,0 0 0,-1 1 0,1 0 0,-1 0 0,0 0 0,1 0 0,-2 0 0,1 1 0,0-1 0,-1 1 0,3 4-4,1 4 19,0 0 0,-1 0 0,0 1 0,-1 0 0,-1 0 1,0 1-1,0-1 0,-2 0 0,1 1 0,-2 0 0,0 10-19,-1-21 14,1-1 0,-1 1 0,0-1 0,0 0 0,0 1 0,0-1 0,0 0 0,-1 0 0,1 1 0,-1-1 0,1 0 0,-1 0 0,0-1 0,0 1 0,0 0 0,0-1 0,0 1 0,0-1 0,0 1 0,0-1 0,-1 0 0,1 0 0,-1 0 0,1 0 0,0-1 0,-1 1 0,1-1 0,-3 1-14,-14 3 163,1 0 1,-1-2-1,-10 1-163,23-3 23,-35 4 228,-1-2 1,0-2-1,-34-5-251,62 2 89,-1-1 0,1-1 0,-1-1 0,2 0 0,-1 0-1,1-1 1,-7-5-89,5 2-1020,-1 2 0,-1 0-1,1 0 1,-13-2 1020,11 5-5537</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58.212"/>
    </inkml:context>
    <inkml:brush xml:id="br0">
      <inkml:brushProperty name="width" value="0.05" units="cm"/>
      <inkml:brushProperty name="height" value="0.05" units="cm"/>
    </inkml:brush>
  </inkml:definitions>
  <inkml:trace contextRef="#ctx0" brushRef="#br0">18 0 2481,'0'0'10128,"0"0"-5321,0 0-2272,0 0-745,0 0-823,0 5-246,1 72 1097,-1 54 576,-11 84-2394,6-159 112,3 36-112,2-91-194,13-6-1346,44-54-5548,-30 25-353</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58.788"/>
    </inkml:context>
    <inkml:brush xml:id="br0">
      <inkml:brushProperty name="width" value="0.05" units="cm"/>
      <inkml:brushProperty name="height" value="0.05" units="cm"/>
    </inkml:brush>
  </inkml:definitions>
  <inkml:trace contextRef="#ctx0" brushRef="#br0">375 1 10938,'0'0'2905,"0"0"-1157,0 0-534,0 0-32,0 0-88,-19 27-356,-8 12-486,-19 26 814,-17 17-1066,8-13 1249,-4-2 1,-46 39-1250,105-106 81,0 0 87,1-5-114,0-1 0,0 1-1,1 0 1,-1 0 0,1 0 0,1 0-1,-1 0 1,1 0 0,0 1 0,0-1-1,0 1 1,0 0 0,1 0 0,0 0 0,0 0-1,3-2-53,1-2 96,1 1-1,0 0 1,0 1-1,1 0 1,-1 1-1,1-1 0,7-1-95,-15 6 0,-1 1-1,1-1 0,-1 0 1,1 1-1,0 0 0,0-1 1,-1 1-1,1 0 0,0 0 1,0 0-1,-1 0 0,1 0 0,0 0 1,-1 0-1,1 1 0,0-1 1,0 1-1,-1-1 0,1 1 1,-1 0-1,1-1 0,0 1 1,-1 0-1,0 0 0,1 0 1,-1 0-1,1 0 0,-1 1 0,0-1 1,0 0-1,0 1 0,0-1 1,0 0-1,0 1 0,0-1 1,0 2 0,3 7-4,-1-1 0,0 1 0,-1 0 0,0 0 0,0 0 1,-1 3 3,3 15 9,-1-13-9,-1 0 13,1-1 0,1 0 0,0 0 0,5 11-13,-8-22 3,0 0 0,1-1 0,-1 1 0,1 0 0,-1-1-1,1 0 1,0 1 0,-1-1 0,1 0 0,1 0 0,-1 0 0,0 0 0,0 0 0,1-1 0,-1 1 0,1-1 0,-1 0-1,1 1 1,0-1 0,-1 0 0,1 0 0,0-1 0,0 1 0,0-1 0,-1 1 0,3-1-3,8 0 48,-8 1-39,0-1 0,0 0 0,0 0-1,1 0 1,-1 0 0,0-1 0,0 0 0,0 0-1,0-1 1,0 1 0,-1-1 0,1 0 0,0 0-1,-1-1 1,1 1 0,-1-1 0,0 0-1,1-1-8,33-4-4135,-12 3-1509,-2-1-4205</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59.273"/>
    </inkml:context>
    <inkml:brush xml:id="br0">
      <inkml:brushProperty name="width" value="0.05" units="cm"/>
      <inkml:brushProperty name="height" value="0.05" units="cm"/>
    </inkml:brush>
  </inkml:definitions>
  <inkml:trace contextRef="#ctx0" brushRef="#br0">0 1 11162,'0'0'3161,"0"0"-1161,0 0 345,0 0-481,0 0-1071,0 0-105,0 0-208,102 3-184,-63-3-80,-4 0-88,0 0-128,-6 0 0,0 0-568,-2 2-1449,-10 1-1743,-5 0-1482</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49:59.604"/>
    </inkml:context>
    <inkml:brush xml:id="br0">
      <inkml:brushProperty name="width" value="0.05" units="cm"/>
      <inkml:brushProperty name="height" value="0.05" units="cm"/>
    </inkml:brush>
  </inkml:definitions>
  <inkml:trace contextRef="#ctx0" brushRef="#br0">1 0 5129,'0'0'9258,"0"0"-6425,0 0-161,0 0-511,0 0-1017,0 0-808,0 0-160,158 27-176,-126-22-56,12-5-1048,-9 2-1993,-6-2-4136</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0:05.095"/>
    </inkml:context>
    <inkml:brush xml:id="br0">
      <inkml:brushProperty name="width" value="0.05" units="cm"/>
      <inkml:brushProperty name="height" value="0.05" units="cm"/>
    </inkml:brush>
  </inkml:definitions>
  <inkml:trace contextRef="#ctx0" brushRef="#br0">1 163 12067,'0'0'2724,"0"0"-707,0 0 42,0 0-319,0 0-602,15-14 1457,-2 2-1855,-2 4-606,-1-1 0,0 0-1,0 0 1,-1-1 0,0 0-1,-1-1 1,-1 0 0,1 0-1,-1-1 1,-1 1 0,-1-2-1,1 0-133,1 58 354,-2-18-352,31 278 449,-31-172-2946,-5-133 1240,0 0-373,-5 0-3043,3 0 3342,-11 0-4358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0:05.432"/>
    </inkml:context>
    <inkml:brush xml:id="br0">
      <inkml:brushProperty name="width" value="0.05" units="cm"/>
      <inkml:brushProperty name="height" value="0.05" units="cm"/>
    </inkml:brush>
  </inkml:definitions>
  <inkml:trace contextRef="#ctx0" brushRef="#br0">1 25 6601,'0'0'2429,"0"0"-77,0 0 5,0 0-419,0 0-43,0 0 304,8 0-267,38 3-313,0-2 0,0-2 0,27-5-1619,1-2-1672,-2-1-4061,-57 7 3924,-6 0-6903</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0:05.958"/>
    </inkml:context>
    <inkml:brush xml:id="br0">
      <inkml:brushProperty name="width" value="0.05" units="cm"/>
      <inkml:brushProperty name="height" value="0.05" units="cm"/>
    </inkml:brush>
  </inkml:definitions>
  <inkml:trace contextRef="#ctx0" brushRef="#br0">223 22 10474,'0'0'2603,"0"0"-255,0 0-115,0 0-551,0 0-430,0 0-425,-9 0-319,4 0-403,1 0-1,0 0 1,-1 1 0,1-1-1,0 1 1,0 0-1,0 0 1,-1 0-1,1 1 1,0 0 0,1 0-1,-1 0 1,0 0-1,0 0 1,1 1-1,0-1 1,-1 1 0,1 0-1,0 0 1,0 0-1,0 1 1,-1 1-105,-13 18 568,0 1 1,1 0-1,2 1 1,0 0-1,-8 25-568,17-36 80,0-1-1,1 1 1,0 0-1,1 1 1,1-1-1,1 0 1,0 1 0,0-1-1,1 1 1,1-1-1,1 1 1,2 10-80,-2-20 24,0 0 1,0 0 0,0 0 0,1 0 0,0 0-1,0-1 1,0 1 0,0-1 0,1 1 0,0-1-1,-1-1 1,2 1 0,-1 0 0,0-1 0,1 0 0,0 0-1,-1 0 1,1-1 0,0 0 0,0 1 0,1-2-1,-1 1 1,0-1 0,1 0 0,4 1-25,17 2 68,0-1 0,1-1 1,-1-1-1,17-2-68,-36 1 10,-1 0-2,0-1 1,0 1-1,0-1 1,0-1-1,-1 1 1,1-1-1,0 0 1,-1 0-1,1-1 1,-1 0-1,1 0 1,-1-1-1,0 0 1,-1 0 0,1 0-1,-1 0 1,0-1-1,0 0 1,0 0-1,3-5-8,-2 1 41,-1 0 0,0-1 0,0 0 0,-1 0-1,-1 0 1,0 0 0,0 0 0,-1-1 0,0 0 0,0 1-1,-1-1 1,-1 0 0,0-3-41,1 2 27,-1-1 0,0 0 1,-1 0-1,-1 0 0,0 1 0,0-1 0,-1 1 0,-1 0 1,0-1-1,-1 1 0,0 1 0,-1-1 0,-5-8-27,2 6 14,-1 0 0,0 0 0,-1 1 1,0 1-1,-1 0 0,-7-5-14,13 12-93,-1 0 1,1 1 0,-1 0 0,0 0 0,-1 1 0,1 0 0,0 0 0,-1 0-1,0 1 1,1 1 0,-1-1 0,0 1 0,0 0 0,-7 1 92,12 0-174,-1 1-1,0 0 1,0 0 0,1 0 0,-1 1 0,1-1-1,-1 1 1,1 0 0,0 0 0,-1 0-1,1 0 1,0 1 0,0-1 0,1 1 0,-1 0-1,0 0 1,1 0 0,0 0 0,0 0 0,0 0-1,0 1 1,0-1 0,0 2 174,-10 13-2600,-11 14-4879</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29.096"/>
    </inkml:context>
    <inkml:brush xml:id="br0">
      <inkml:brushProperty name="width" value="0.05" units="cm"/>
      <inkml:brushProperty name="height" value="0.05" units="cm"/>
    </inkml:brush>
  </inkml:definitions>
  <inkml:trace contextRef="#ctx0" brushRef="#br0">8 49 12883,'0'0'2067,"0"0"-61,0 0 1065,0 0-975,0 0-551,-2-11-452,1 4-1021,-3-24 750,4 31-810,0 1-1,0-1 1,0 0-1,0 0 1,0 0 0,0 0-1,0 0 1,0 0-1,0 0 1,0 0 0,0 0-1,0 0 1,0 0-1,0 0 1,0 0 0,0 0-1,0 0 1,0 0-1,1 1 1,-1-1 0,0 0-1,0 0 1,0 0-1,0 0 1,0 0 0,0 0-1,0 0 1,0 0-1,0 0 1,0 0 0,0 0-1,1 0 1,-1 0 0,0 0-1,0 0 1,0 0-1,0 0 1,0 0 0,0-1-1,0 1 1,0 0-1,0 0 1,0 0 0,0 0-1,0 0 1,0 0-1,1 0 1,-1 0 0,0 0-12,10 24 548,-2 0-278,-1 0 0,-1 1 0,-1 0 0,-1-1 0,-1 18-270,0 128 614,-4-104-397,1 521 859,0-196-3274,8-430-3136,5 1-2152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29.443"/>
    </inkml:context>
    <inkml:brush xml:id="br0">
      <inkml:brushProperty name="width" value="0.05" units="cm"/>
      <inkml:brushProperty name="height" value="0.05" units="cm"/>
    </inkml:brush>
  </inkml:definitions>
  <inkml:trace contextRef="#ctx0" brushRef="#br0">0 0 13555,'0'0'3587,"0"0"-1540,0 0-520,7 25 83,9 49-443,-4 0 1,-2 0-1,-3 20-1167,-5 493 2154,-3-316-2721,1-269-438,-2-6-525,-18-43-7591,4 16-1485</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29.777"/>
    </inkml:context>
    <inkml:brush xml:id="br0">
      <inkml:brushProperty name="width" value="0.05" units="cm"/>
      <inkml:brushProperty name="height" value="0.05" units="cm"/>
    </inkml:brush>
  </inkml:definitions>
  <inkml:trace contextRef="#ctx0" brushRef="#br0">0 104 10506,'0'0'6754,"0"0"-4906,0 0 1177,0 0-1993,0 0-696,179-50-32,-80 34-16,10 3-24,-4 0 32,-11 5-264,5 5-32,-23 3-2184,-20 0-5354</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32.676"/>
    </inkml:context>
    <inkml:brush xml:id="br0">
      <inkml:brushProperty name="width" value="0.05" units="cm"/>
      <inkml:brushProperty name="height" value="0.05" units="cm"/>
    </inkml:brush>
  </inkml:definitions>
  <inkml:trace contextRef="#ctx0" brushRef="#br0">219 0 6729,'0'0'2597,"0"0"-514,0 0-192,0 0-480,0 0-129,0 0 305,0 0 201,0 0-213,0 0-179,0 0-214,0 0-323,0 0-278,-10 14 645,-7 3-1102,2 0 1,-1 1 0,2 1-1,1 0 1,0 1-1,1 0 1,2 1-1,0 1 1,1-1-1,-4 18-124,-4 18 144,3 1 1,2 0-1,-2 41-144,9-60 89,2-1 1,2 0 0,1 1-1,2-1 1,1 0 0,3 7-90,-2-27 8,0-1 1,1 0 0,1 1 0,1-2-1,0 1 1,1-1 0,1 0-1,0-1 1,1 0 0,1 0 0,0-1-1,1-1 1,1 0 0,2 1-9,-5-5 10,-6-3 5,1-1 0,0-1 0,0 1 0,0-1 0,1 0 0,0 0 0,0-1-1,0 1 1,0-1 0,0 0 0,1-1 0,3 2-15,-9-4 73,-1 0 52,0 0 61,0 0-42,23 1-3655,-11 9-1085,-3 5-2808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35.145"/>
    </inkml:context>
    <inkml:brush xml:id="br0">
      <inkml:brushProperty name="width" value="0.05" units="cm"/>
      <inkml:brushProperty name="height" value="0.05" units="cm"/>
    </inkml:brush>
  </inkml:definitions>
  <inkml:trace contextRef="#ctx0" brushRef="#br0">7 48 3577,'0'0'6565,"0"0"-3383,0 0-692,0 0-289,0 0-493,0 0-230,-1-8-178,-4-31 703,13 42-1234,15 13-543,-1 2-1,-1 1 0,0 0 0,-2 2 0,7 9-225,13 12 188,-12-13-119,36 37 272,-3 4-341,-43-49 50,-2 0 0,0 2 0,-1-1 0,-1 2 0,7 18-50,-18-34-24,0 0-1,0 0 1,0 1 0,-1-1-1,0 1 1,-1-1-1,0 8 25,0-15-197,0-1-166,-24-2-2388,20 0 2155,0 0 0,0 1-1,1-2 1,-1 1 0,1 0 0,0-1-1,0 0 1,0 1 0,0-1-1,-1-1 597,-13-15-5327</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35.701"/>
    </inkml:context>
    <inkml:brush xml:id="br0">
      <inkml:brushProperty name="width" value="0.05" units="cm"/>
      <inkml:brushProperty name="height" value="0.05" units="cm"/>
    </inkml:brush>
  </inkml:definitions>
  <inkml:trace contextRef="#ctx0" brushRef="#br0">380 0 12411,'0'0'2631,"0"0"-353,0 0-818,0 0-792,0 0-389,0 0-42,-1 9 187,-4 20-10,-1-1-1,-2-1 1,0 1-1,-2-1 0,-1-1 1,-2 0-1,-6 11-413,-40 64 1677,-18 17-1677,52-80 308,22-34-274,-15 25 316,-1-2 0,-2 0 1,0-1-1,-17 15-350,38-41 27,-1 0 0,1 1 0,0-1 1,-1 0-1,1 0 0,0 1 1,-1-1-1,1 0 0,0 0 0,-1 1 1,1-1-1,-1 0 0,1 0 0,0 0 1,-1 0-1,1 0 0,-1 0 0,1 0 1,-1 0-1,1 0 0,0 0 0,-1 0 1,1 0-1,-1 0 0,1 0 0,-1 0 1,1 0-1,0 0 0,-1 0 0,1 0 1,-1-1-1,1 1 0,0 0 1,-1 0-1,1-1 0,0 1 0,-1 0 1,1 0-1,0-1 0,-1 1 0,1 0 1,0-1-1,0 1 0,-1 0 0,1-1 1,0 1-1,0-1 0,0 1 0,0 0 1,-1-1-1,1 1 0,0-1 0,0 1 1,0-1-1,0 1 0,0 0 0,0-1 1,0 1-1,0-1 0,0 1 1,0-1-1,0 1 0,1 0 0,-1-1 1,0 1-1,0-1-27,5-32-3021,10 19-997,5 1-2729</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36.196"/>
    </inkml:context>
    <inkml:brush xml:id="br0">
      <inkml:brushProperty name="width" value="0.05" units="cm"/>
      <inkml:brushProperty name="height" value="0.05" units="cm"/>
    </inkml:brush>
  </inkml:definitions>
  <inkml:trace contextRef="#ctx0" brushRef="#br0">241 21 10818,'0'0'2754,"0"0"-524,0 0 37,0 0-565,0 0-715,0 0-296,-30-3 3272,30 2-3960,0 1-1,0-1 0,-1 1 1,1-1-1,0 1 1,0-1-1,0 1 0,0-1 1,0 1-1,0-1 1,0 1-1,0-1 0,0 1 1,0-1-1,0 1 1,0-1-1,0 1 0,0-1 1,0 1-1,1-1 1,-1 1-1,0-1 0,0 1 1,1-1-1,-1 1 1,0 0-1,1-1 1,-1 1-1,0-1 0,1 1 1,-1 0-1,0-1 1,1 1-1,-1 0 0,1 0 1,-1-1-1,1 1 1,-1 0-1,1 0 0,-1 0 1,1-1-1,-1 1 1,1 0-1,-1 0 0,1 0 1,-1 0-1,1 0 1,-1 0-1,1 0-2,0 1-2,1 0 0,-1 0 1,0 0-1,1 0 0,-1 0 0,0 0 1,0 0-1,0 0 0,0 1 0,0-1 0,0 0 1,0 1-1,-1-1 0,1 1 0,0-1 0,0 2 2,1 3 12,1 1 0,-1 0 0,1 1 0,-2-1 0,1 0 0,-1 1 0,-1-1 0,1 0 0,-1 1 0,0-1-1,-1 1 1,0-1 0,0 0 0,0 1 0,-1-1 0,0 0 0,-1 0 0,1 0 0,-1 0 0,-1 0 0,1-1-1,-1 0 1,-1 1 0,1-1 0,-1-1 0,0 1 0,0-1 0,-1 1-12,-9 6-13,0 0 0,-1-2 0,0 1 0,0-2 0,-1-1 0,-4 2 13,-35 8-3211,30-12-3052</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37.976"/>
    </inkml:context>
    <inkml:brush xml:id="br0">
      <inkml:brushProperty name="width" value="0.05" units="cm"/>
      <inkml:brushProperty name="height" value="0.05" units="cm"/>
    </inkml:brush>
  </inkml:definitions>
  <inkml:trace contextRef="#ctx0" brushRef="#br0">1 184 5401,'0'0'4138,"0"0"-1553,0 0-394,0 0-699,0 0-535,0 0 49,0-11 823,4 4-941,0 14-733,0 0 1,-1 0-1,1 1 0,-2 0 0,1-1 1,-1 1-1,0 0 0,-1 0 0,1 7-155,4 78 992,-6-84-916,1 300 1809,-1-308-1803,0-1 86,-3-12 453,-7-38-550,2 1 0,3-1 1,2-1-1,3-49-71,0 94 5,1-6-1,0 0 1,1 1 0,0-1-1,1 1 1,1-1 0,0 1-1,0 0 1,1 0 0,0 1-1,1 0 1,0 0 0,6-7-5,-11 16-3,-1 1 1,1-1 0,-1 1-1,1-1 1,0 1 0,-1 0-1,1-1 1,0 1 0,-1 0-1,1 0 1,0-1 0,-1 1-1,1 0 1,0 0 0,-1 0-1,1 0 1,0 0 0,0 0 0,-1 0-1,1 0 1,0 0 0,-1 0-1,1 0 1,0 0 0,0 1-1,-1-1 1,1 0 0,0 0-1,-1 1 1,1-1 0,-1 1-1,1-1 1,0 0 0,-1 1-1,1-1 1,-1 1 0,1-1-1,-1 1 1,1 0 0,-1-1 0,0 1-1,1-1 1,-1 1 0,0 0 2,22 29-31,-21-28 29,51 93-60,-28-48 62,2-1 0,5 3 0,-23-36 6,1-1 0,1-1 0,0 0 0,0 0 0,1-1 0,0 0 0,1-1 0,0 0 0,8 3-6,-12-8 12,0-1 0,0 0 0,1 0 0,-1-1 1,1 0-1,-1-1 0,1 0 0,0 0 0,0-1 0,5 0-12,-12 0 4,-1-1-1,0 1 0,1 0 1,-1-1-1,0 0 0,1 1 1,-1-1-1,0 0 0,0 1 1,0-1-1,0 0 1,0 0-1,0 0 0,0 0 1,0 0-1,0 0 0,0 0 1,0-1-1,-1 1 0,1 0 1,-1 0-1,1 0 0,0-1 1,-1 1-1,0 0 1,1-1-1,-1 1 0,0-1 1,0 1-1,0-1-3,6-49 39,-6 43-16,1-9-18,-1 0 0,0 0 0,-1 1 0,-1-1 0,0 0 0,-2 1 0,0 0 0,-4-11-5,-4-11 111,2 0 1,2-1-1,0-8-111,-1 0 257,-11-38-257,8 34 503,24 53-5067,2 7-1741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39.186"/>
    </inkml:context>
    <inkml:brush xml:id="br0">
      <inkml:brushProperty name="width" value="0.05" units="cm"/>
      <inkml:brushProperty name="height" value="0.05" units="cm"/>
    </inkml:brush>
  </inkml:definitions>
  <inkml:trace contextRef="#ctx0" brushRef="#br0">238 34 8794,'0'0'2187,"0"0"-507,0 0-22,0 0-506,0 0-541,0 0-207,-3 2-53,-10 6 268,26-6 1011,3 2 237,-16-4-1849,0 1 0,0-1-1,0 1 1,0-1-1,0 0 1,0 1 0,0-1-1,0 1 1,0-1 0,-1 1-1,1-1 1,0 0-1,0 1 1,0-1 0,-1 1-1,1-1 1,0 0-1,-1 1 1,1-1 0,0 0-1,0 1 1,-1-1-1,1 0 1,-1 0 0,1 1-1,0-1 1,-1 0 0,1 0-1,-1 0 1,1 1-1,0-1 1,-1 0 0,1 0-1,-1 0 1,1 0-1,-1 0 1,1 0 0,-1 0-1,1 0 1,-1 0-18,-5 3 111,0-1-1,0 1 1,-1-1 0,1-1-1,-1 1 1,1-1 0,-1 0-1,0-1 1,-3 0-111,9-1 14,1 0 1,-1-1-1,1 1 0,-1-1 0,1 1 1,0 0-1,0-1 0,0 1 0,-1-1 0,1 1 1,0-1-1,1 1 0,-1-1 0,0 1 1,0-1-1,1 1 0,-1-1 0,1 1 0,-1-1 1,1 1-1,-1 0 0,1-1 0,0 1 1,1-1-15,-1 1-9,1 0 0,0 0 0,0 0 0,-1 0 0,1 1 0,0-1 0,0 1 0,0-1 0,0 1 1,0 0-1,0-1 0,0 1 0,2 0 9,-4 0-5,1 0-1,0 0 1,-1 0 0,1 0 0,0 0 0,-1 1 0,1-1 0,0 0-1,-1 0 1,1 0 0,0 1 0,-1-1 0,1 0 0,0 0-1,-1 1 1,1-1 0,-1 1 0,1-1 0,-1 0 0,1 1 0,-1-1-1,1 1 1,-1 0 0,1-1 0,-1 1 0,0-1 0,1 1-1,-1 0 1,0-1 0,0 1 0,1-1 0,-1 1 0,0 0-1,0-1 1,0 1 0,0 0 5,0-1 4,0 0 0,0-1 1,0 1-1,0 0 0,-1 0 0,1 0 0,0 0 0,0 0 0,-1-1 1,1 1-1,0 0 0,0 0 0,0 0 0,-1 0 0,1 0 0,0 0 0,0 0 1,-1 0-1,1 0 0,0 0 0,0 0 0,-1 0 0,1 0 0,0 0 1,0 0-1,-1 0 0,1 0 0,0 0 0,0 0 0,-1 0 0,1 0 0,0 0 1,0 1-1,-1-1 0,1 0 0,0 0 0,0 0 0,0 0 0,0 0 1,-1 1-1,1-1 0,0 0 0,0 0 0,0 0 0,0 1 0,-1-1 1,1 0-1,0 0 0,0 1 0,0-1 0,0 0 0,0 0 0,0 1 0,0-1 1,0 0-1,0 0 0,0 1 0,0-1 0,0 0 0,0 0 0,0 1 1,0-1-1,0 0 0,0 0 0,0 1 0,0-1 0,1 0 0,-1 0 0,0 1 1,0-1-5,-11-17 100,8-19-75,12 44-177,-5 3 151,0 1 0,0-1 0,-2 1 0,1 0 0,-1 0 0,-1 0 0,0 0 0,-1 0 0,0 0 0,-1 0 0,0 0 0,-1 0 0,0 0 0,-1 0 0,0 0 0,-3 5 1,-2-7-74,0 0 0,-1 0 0,0-1-1,0 0 1,-1 0 0,0-1 0,-1-1 0,0 1 0,0-2 0,0 0-1,-1 0 1,-8 2 74,9-3-332,-47 21-3479</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43.411"/>
    </inkml:context>
    <inkml:brush xml:id="br0">
      <inkml:brushProperty name="width" value="0.05" units="cm"/>
      <inkml:brushProperty name="height" value="0.05" units="cm"/>
    </inkml:brush>
  </inkml:definitions>
  <inkml:trace contextRef="#ctx0" brushRef="#br0">0 122 7634,'0'0'2412,"0"0"-150,0 0-406,0 0-470,0 0 13,0 0 301,0-7 6,1-17-100,2 41-3,5 38-1024,12 63 371,-12-65-475,2 0-1,10 28-474,-14-164 1432,-6 65-1418,0-7-35,0-1 0,2 1 1,2-7 20,-2 21-5,1 1 1,0 0 0,0 1 0,1-1 0,1 0 0,-1 1 0,1 0 0,1 0 0,4-4 4,3-7-3,2 2 1,0-1 0,2 2 0,-1 0 0,2 2 0,0 0 0,20-13 2,-35 27-4,-1 0 0,1-1 0,-1 1 0,1 0 0,-1 0 0,1 1 0,0-1 1,0 0-1,-1 1 0,1 0 0,0 0 0,0-1 0,0 2 0,-1-1 0,1 0 0,0 1 0,0-1 1,-1 1-1,1 0 0,0-1 0,-1 2 0,1-1 0,-1 0 0,1 0 0,-1 1 0,0-1 0,1 1 0,-1 0 1,0 0-1,0 0 0,0 0 0,0 0 0,-1 0 0,1 0 0,0 0 0,-1 1 0,0-1 0,1 2 4,7 12-4,0 1 0,-2 0-1,0 0 1,0 1 0,0 5 4,-4-14-1,5 23-22,-1-1 0,-2 1 0,1 17 23,-3-17-184,11 1-3665,-5-13-1424,-3-4-616</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43.930"/>
    </inkml:context>
    <inkml:brush xml:id="br0">
      <inkml:brushProperty name="width" value="0.05" units="cm"/>
      <inkml:brushProperty name="height" value="0.05" units="cm"/>
    </inkml:brush>
  </inkml:definitions>
  <inkml:trace contextRef="#ctx0" brushRef="#br0">244 24 11482,'0'0'1579,"0"0"-101,0 0-216,0 0-555,0 0-130,0 0 273,-9 7 192,-24 19 64,21-20 88,8-9-596,4 3-580,0-1 0,1 1 0,-1-1 0,0 1 0,0 0 0,0-1 0,0 1 0,1-1 0,-1 1 0,0-1 0,0 1 0,1 0 0,-1-1 0,0 1 0,0 0 0,1-1-1,-1 1 1,1 0 0,-1-1 0,0 1 0,1 0 0,-1 0 0,1 0 0,-1-1 0,0 1 0,1 0 0,-1 0 0,1 0 0,-1 0 0,1 0-18,0 0 19,-1 0 55,0 0 63,0 0 104,-26-2 690,25 1-919,0 0 0,0 0-1,1 0 1,-1 0 0,0 0 0,0 0 0,1 0 0,-1 0 0,1-1 0,-1 1 0,1 0 0,0 0 0,-1-1 0,1 1-1,0 0 1,0 0 0,0-1 0,0 1 0,0 0 0,0 0 0,0-1 0,1 1 0,-1 0 0,0 0 0,1-1-1,-1 1 1,0 0 0,1 0 0,0 0 0,-1 0 0,1 0 0,0-1 0,-1 1 0,1 1 0,0-1 0,0 0-1,0 0 1,0 0 0,0 0 0,0 1 0,0-1 0,0 0 0,0 1 0,1-1-12,0 1-2,0 0 0,1 0 0,-1 0 0,1 0 0,-1 1 0,0-1 0,1 1 0,-1 0 0,0-1 0,1 1 0,-1 0 0,0 0 0,0 1 1,0-1-1,0 0 0,0 1 0,0-1 0,0 1 0,0 0 0,-1-1 0,1 1 0,-1 0 0,1 0 0,-1 0 0,0 0 0,0 0 0,0 1 0,0-1 0,0 0 0,0 0 0,0 1 0,-1-1 0,1 0 0,-1 1 1,0-1-1,0 2 2,1 3 0,0 0-1,-1 1 1,0-1 0,0 0 0,-1 0 0,0 1 0,0-1 0,-1 0 0,1 0 0,-2 0 0,1 0 0,-3 4 0,-2 1-25,-1 0 0,-1-1 1,1 0-1,-2 0 0,1-1 0,-2 0 0,1-1 0,-1 0 25,-59 43-3092,46-34 429,-23 15-6106</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48.241"/>
    </inkml:context>
    <inkml:brush xml:id="br0">
      <inkml:brushProperty name="width" value="0.05" units="cm"/>
      <inkml:brushProperty name="height" value="0.05" units="cm"/>
    </inkml:brush>
  </inkml:definitions>
  <inkml:trace contextRef="#ctx0" brushRef="#br0">19 0 13499,'0'0'3715,"0"0"-1037,0 0-708,0 0-674,0 0-641,0 0-411,0 22 47,0 429 2524,0-450-2840,-1 32 193,1-32-199,0 0-1,0 0 1,0 0-1,0 0 0,0 0 1,-1 0-1,1 0 1,0 0-1,0 0 0,-1-1 1,1 1-1,0 0 1,-1 0-1,1 0 0,-1 0 1,1-1-1,-1 1 1,1 0-1,-1-1 0,0 1 1,1 0-1,-1-1 1,0 1-1,0-1 0,1 1 1,-1-1-1,0 1 1,0-1 31,0-2-547,0 1 1,1-1-1,-1 0 1,1-1-1,-1 1 1,1 0-1,0 0 1,0 0-1,0 0 1,0 0-1,0 0 1,1-2 546,-1 0-1445,0-22-4843</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48.796"/>
    </inkml:context>
    <inkml:brush xml:id="br0">
      <inkml:brushProperty name="width" value="0.05" units="cm"/>
      <inkml:brushProperty name="height" value="0.05" units="cm"/>
    </inkml:brush>
  </inkml:definitions>
  <inkml:trace contextRef="#ctx0" brushRef="#br0">241 0 13339,'0'0'2607,"0"0"-1209,0 0-613,0 0-54,0 0 91,-14 28 179,-48 92-134,49-95-515,-2 0 1,-1-1-1,-1-1 1,-1 0-1,-1-2 1,-9 9-353,-1 0 303,19-22-35,12-16 340,12-16-280,-10 21-331,0 0 1,1 1-1,-1-1 1,1 1-1,-1 0 0,1 0 1,0 1-1,0-1 1,0 1-1,0 0 0,0 1 1,0-1-1,0 1 0,0 0 1,0 0-1,0 1 1,0-1-1,0 1 0,0 0 1,0 0-1,-1 1 1,1 0-1,0 0 0,-1 0 1,1 0-1,-1 1 1,3 1 2,14 9-2,-1 1 1,0 0-1,-1 2 1,16 17 1,-10-7 29,-22-22-2,0 0-1,0 0 1,0 0-1,1 0 0,0-1 1,0 1-1,0-1 1,0 0-1,0 0 1,1-1-1,-1 1 1,1-1-1,0 0 1,0 0-1,0 0 1,0-1-1,0 0 1,0 0-1,3 0-26,22 1 43,-23-1-35,1 0 0,-1-1 0,1 0 0,-1 0 0,1 0-1,-1-1 1,0 0 0,1-1 0,-1 0 0,0 0 0,0 0 0,2-2-8,-7 2-129,-1 0 1,0-1 0,0 1 0,0-1 0,0 1 0,0-1-1,0 1 1,0-1 0,-1 1 0,0-1 0,1 0 0,-1 1-1,0-1 1,0 0 128,2-14-1993,4-2-2361,3 1-2244</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1:49.494"/>
    </inkml:context>
    <inkml:brush xml:id="br0">
      <inkml:brushProperty name="width" value="0.05" units="cm"/>
      <inkml:brushProperty name="height" value="0.05" units="cm"/>
    </inkml:brush>
  </inkml:definitions>
  <inkml:trace contextRef="#ctx0" brushRef="#br0">62 0 6753,'0'0'2934,"0"0"-469,0 0-627,0 0-605,0 0-358,0 0-123,0 0-140,0 0-117,9 22 1555,7 3-1667,-1 1 1,-1 1-1,-1 0 0,-2 0 1,0 2-1,-2-1 0,0 6-383,7 41 517,-2 1 0,-2 15-517,-7-20 636,-4 53-636,-1-80 249,-1-26-158,-1 0 0,0 0-1,-1-1 1,-1 1 0,-1 0-1,-1-1 1,0 0 0,-1-1-1,-2 3-90,-5 8 266,-1 0-1,-2-1 1,0-1-1,-21 22-265,36-44 25,0-1 0,-1 0 0,1 0-1,-1 0 1,0 0 0,1-1 0,-1 1 0,0-1 0,0 1-1,0-1 1,0 0 0,0 0 0,0-1 0,-1 1 0,-2 0-25,-17 0-5673,23-1 609</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0.074"/>
    </inkml:context>
    <inkml:brush xml:id="br0">
      <inkml:brushProperty name="width" value="0.05" units="cm"/>
      <inkml:brushProperty name="height" value="0.05" units="cm"/>
    </inkml:brush>
  </inkml:definitions>
  <inkml:trace contextRef="#ctx0" brushRef="#br0">0 1 1776,'0'0'11127,"0"0"-6781,0 0-2190,0 0-591,0 0-568,28 0-342,204 0 853,-119 0-1120,-66 0-8509,-46 0 1390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0.483"/>
    </inkml:context>
    <inkml:brush xml:id="br0">
      <inkml:brushProperty name="width" value="0.05" units="cm"/>
      <inkml:brushProperty name="height" value="0.05" units="cm"/>
    </inkml:brush>
  </inkml:definitions>
  <inkml:trace contextRef="#ctx0" brushRef="#br0">1 1 12995,'0'0'2112,"0"0"-86,0 0-68,0 0-358,0 0-269,29 7-176,96 24-215,-91-25-517,0 0 0,0-3 0,4 0-423,-17-2 193,0 0 0,1 2 0,-2 1 0,4 1-193,-23-4-2,16 1-1890,-13-14-2193,-4 6-1467</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5.959"/>
    </inkml:context>
    <inkml:brush xml:id="br0">
      <inkml:brushProperty name="width" value="0.05" units="cm"/>
      <inkml:brushProperty name="height" value="0.05" units="cm"/>
    </inkml:brush>
  </inkml:definitions>
  <inkml:trace contextRef="#ctx0" brushRef="#br0">240 6 4905,'0'0'4742,"0"0"-2389,0 0-199,0 0-561,0 0-438,-3-1-122,-2 0-519,0 0 1,0 0-1,0 0 1,0 1-1,0 0 1,0 0 0,0 0-1,-5 1-514,5 0 130,0 1-1,0-1 0,1 1 1,-1 0-1,0 0 0,1 0 1,0 1-1,-1 0 0,1-1 1,0 2-1,0-1 0,-1 2-129,-4 5 40,0 0 0,1 1 1,1 0-1,0 0 0,0 1 0,1 0 0,0 0 0,0 5-40,-6 16 206,2 1 1,1 0-1,2 0 1,1 1-1,0 20-206,-3 180 690,9-179-524,-3 74 183,6-1-1,6 0 1,5 1-349,60 496 856,-72-613-852,-2-12-19,5 34 64,-5-33-70,0-1 0,0 0 0,0 0-1,0 1 1,0-1 0,1 0 0,-1 0 0,0 1-1,1-1 1,-1 0 0,1 0 0,0 0 0,-1 0-1,1 0 1,0 0 0,0 0 0,0 0 0,-1 0-1,1 0 1,0 0 0,0 0 0,1 0 21,-1-2-108,1 1 0,-1-1 0,0 1 0,1-1 0,-1 0 0,0 1 0,1-1 0,-1 0 0,0 0 0,0 0 0,0 0 0,0 0 0,0 0 0,0 0 0,0-1 0,0 1 0,0 0 0,-1 0 0,2-2 108,15-31-3194,-13 26 1509,16-33-6907</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6.460"/>
    </inkml:context>
    <inkml:brush xml:id="br0">
      <inkml:brushProperty name="width" value="0.05" units="cm"/>
      <inkml:brushProperty name="height" value="0.05" units="cm"/>
    </inkml:brush>
  </inkml:definitions>
  <inkml:trace contextRef="#ctx0" brushRef="#br0">1 1 12995,'0'0'2704,"0"0"-1054,0 0-526,0 24 255,16 259 2114,-3-79-1935,-7-3-1024,-6-201-560,0 0-1,0 0 0,1 0 1,-1 0-1,0 0 0,0 0 0,0 0 1,0 0-1,0 0 0,0 0 1,0 0-1,0 0 0,1 0 0,-1 0 1,0 0-1,0 1 0,0-1 1,0 0-1,0 0 0,0 0 0,0 0 1,0 0-1,0 0 0,0 0 1,1 0-1,-1 0 0,0 0 0,0 1 1,0-1-1,0 0 0,0 0 1,0 0 26,4-16-767,12-92-6553,-10 55 146</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6.910"/>
    </inkml:context>
    <inkml:brush xml:id="br0">
      <inkml:brushProperty name="width" value="0.05" units="cm"/>
      <inkml:brushProperty name="height" value="0.05" units="cm"/>
    </inkml:brush>
  </inkml:definitions>
  <inkml:trace contextRef="#ctx0" brushRef="#br0">204 0 9282,'0'0'3778,"0"0"-1535,0 0-198,0 0-1100,0 0-683,0 0-44,-14 29 190,-5 10-187,-54 124 939,-23 63 755,95-232-937,1 5-939,1 1 1,-1-1-1,1 0 0,0 0 0,-1 1 1,1-1-1,0 0 0,-1 1 0,1-1 1,0 1-1,0-1 0,0 1 0,0-1 1,0 1-1,0-1 0,-1 1 0,1 0 1,0 0-1,0-1 0,0 1 0,0 0 1,0 0-1,0 0 0,1 0-39,10 0 48,0 1 0,0-1-1,-1 2 1,1 0 0,0 0-1,-1 1 1,0 1 0,1 0 0,8 5-48,-7-4 52,-1 0 1,1-1 0,1 0 0,-1-1-1,0 0 1,1-1 0,9 0-53,-8-3-57,18 2-3368,-31-1 2966,-1 0 1,0 1-1,1-1 1,-1 1-1,0-1 1,1 0 0,-1 1-1,0 0 1,0-1-1,0 1 1,1 0-1,-1 0 1,0 0 0,0 0-1,0-1 1,0 1-1,0 1 1,-1-1-1,1 0 1,0 0 0,0 0 458,5 15-8358</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7.437"/>
    </inkml:context>
    <inkml:brush xml:id="br0">
      <inkml:brushProperty name="width" value="0.05" units="cm"/>
      <inkml:brushProperty name="height" value="0.05" units="cm"/>
    </inkml:brush>
  </inkml:definitions>
  <inkml:trace contextRef="#ctx0" brushRef="#br0">0 1 8306,'0'0'4278,"0"0"-1905,0 0 32,0 0-255,0 0-798,0 0-742,8 0-225,-2 1-293,-1 0 1,1 0-1,-1 0 0,0 1 0,0 0 0,0 0 0,0 0 0,0 0 0,0 1 0,0 0 0,-1 0 0,0 0 1,1 1-93,4 4 184,0 0 0,0 1 0,-1 0 0,0 1 0,0 0 0,0 2-184,14 26 298,-2 1-1,-1 2 1,-2 0-1,8 30-297,-6-16 139,3 0 0,7 8-139,-28-60 2,1 0 0,0 0-1,0 0 1,0 0 0,1-1-1,-1 1 1,1-1-1,-1 1 1,2 0-2,-3-3-32,0 1 0,0 0 0,-1-1 0,1 0-1,0 1 1,0-1 0,0 0 0,0 1 0,0-1 0,0 0 0,0 0 0,0 0 0,0 0 0,0 0-1,0 0 1,0 0 0,0 0 0,0 0 0,-1 0 0,1 0 0,0-1 0,0 1 0,0 0 0,0-1-1,0 1 1,0-1 0,0 1 0,-1-1 0,1 1 0,0-1 0,0 1 0,-1-1 0,1 0 0,0 0-1,-1 1 1,1-1 0,-1 0 0,1 0 0,-1 0 0,1 1 0,-1-2 32,36-76-6554,-20 36-634</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7.795"/>
    </inkml:context>
    <inkml:brush xml:id="br0">
      <inkml:brushProperty name="width" value="0.05" units="cm"/>
      <inkml:brushProperty name="height" value="0.05" units="cm"/>
    </inkml:brush>
  </inkml:definitions>
  <inkml:trace contextRef="#ctx0" brushRef="#br0">399 1 12083,'0'0'2729,"0"0"-1053,0 0-467,0 0 99,0 0-157,-24 28-129,-78 95 10,-11 21 1941,4 7-2973,97-135-5,8-11-44,-1 1-1,1-1 1,0 1-1,1-1 1,-1 1-1,1 0 1,1 0-1,-1 1 0,1-1 1,0 1-1,0 2 50,24-11-5161,9-12 1695,6-6-3010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08.434"/>
    </inkml:context>
    <inkml:brush xml:id="br0">
      <inkml:brushProperty name="width" value="0.05" units="cm"/>
      <inkml:brushProperty name="height" value="0.05" units="cm"/>
    </inkml:brush>
  </inkml:definitions>
  <inkml:trace contextRef="#ctx0" brushRef="#br0">79 1 7009,'0'0'5408,"0"0"-2312,0 0-717,0 0-661,0 0-760,0 0-276,14 8 134,9 7-312,0 1 0,-2 1 0,1 1 0,-2 0 1,7 9-505,-4 4 161,0 1 0,-2 1 1,-1 0-1,-2 2 1,-2 0-1,-1 1 0,-1 0 1,-2 1-1,2 19-161,1 16 142,-3 1 1,-3 1-1,-4 0 0,-3 38-142,-4-80 75,-1 0 1,-1-1-1,-2 1 0,-1-1 0,-2 0 0,0-1 0,-10 18-75,-26 52 203,-32 51-203,68-134-2,-19 36 108,-3-2-1,-7 6-105,22-35-841,0-2-1,-2 0 1,0-1-1,-1-1 0,-1 0 1,-1-1 841,-12 5-5613</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0.050"/>
    </inkml:context>
    <inkml:brush xml:id="br0">
      <inkml:brushProperty name="width" value="0.05" units="cm"/>
      <inkml:brushProperty name="height" value="0.05" units="cm"/>
    </inkml:brush>
  </inkml:definitions>
  <inkml:trace contextRef="#ctx0" brushRef="#br0">209 3 8450,'0'0'2470,"0"0"-425,0 0-156,0 0-349,0 0-493,0 0-135,-7-1 52,5 0-869,-1 1-1,1 0 0,-1 0 0,1 0 0,0 0 0,-1 1 0,1-1 1,0 0-1,-1 1 0,1 0 0,0-1 0,0 1 0,0 0 1,-1 0-1,1 1 0,0-1 0,0 0 0,-1 1-94,-2 3 192,0 0 0,1 1 0,-1-1 0,1 1 1,0 0-1,1 0 0,-2 1-192,-13 29 325,1 1 0,2 1 0,1 0 1,2 0-1,2 2 0,1-1 0,2 1 0,1 12-325,-4 84 1212,6 110-1212,4-182 180,1 51 236,6-1 0,12 56-416,-10-113 137,3-1 1,2-1 0,2 0-1,3-1 1,24 50-138,-38-95-39,16 29-636,-20-37 632,0 0 1,0 0-1,0 0 0,-1-1 1,1 1-1,0 0 0,0 0 0,0-1 1,0 1-1,1 0 0,-1-1 1,0 1-1,0-1 0,0 1 1,0-1-1,1 0 0,-1 0 0,0 1 1,0-1-1,1 0 0,-1 0 1,0 0-1,0 0 0,0 0 0,1-1 1,-1 1-1,0 0 0,0 0 1,0-1-1,1 1 0,-1-1 43,4-2-540,0 0 0,0 0 0,0 0 0,0-1-1,-1 0 1,0 0 0,3-3 540,17-22-5490,8-18-8710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0.762"/>
    </inkml:context>
    <inkml:brush xml:id="br0">
      <inkml:brushProperty name="width" value="0.05" units="cm"/>
      <inkml:brushProperty name="height" value="0.05" units="cm"/>
    </inkml:brush>
  </inkml:definitions>
  <inkml:trace contextRef="#ctx0" brushRef="#br0">1 69 14267,'0'0'2897,"0"0"-736,0 0-1103,0 0-495,4 23 216,4 26-392,13 61 2671,-6 1 1,-2 56-3059,-16-225 1523,-10-54-1523,4 48-91,3 0 0,2-4 91,3 39-63,0 21 47,0 0 1,1 0-1,0 1 0,1-1 0,0 0 1,0 0-1,1-3 16,-2 10-5,1 0-1,0 1 1,0-1 0,-1 0-1,1 0 1,0 0-1,0 1 1,0-1 0,0 0-1,0 1 1,0-1 0,0 1-1,0-1 1,0 1 0,0-1-1,0 1 1,1 0 0,-1 0-1,0-1 1,0 1 0,0 0-1,0 0 1,0 0-1,1 0 1,-1 1 0,0-1-1,0 0 1,0 0 0,0 1-1,1-1 6,36 12-70,-13 5 61,0 1-1,-2 1 1,0 1-1,-1 1 1,12 16 9,29 26 6,-47-48 10,3 4-11,0-2 1,1-1-1,15 10-5,-31-23 1,1 0-1,-1-1 0,0 1 0,1-1 1,0 0-1,-1 0 0,1 0 1,0-1-1,0 0 0,0 0 1,0 0-1,0 0 0,0-1 0,0 0 1,1 0-1,-1 0 0,0-1 1,0 1-1,0-1 0,0-1 1,0 1-1,-1-1 3,-1-1 1,1 1 0,-1-1-1,0 0 1,1 1 0,-1-2 0,-1 1-1,1 0 1,0 0 0,-1-1-1,0 0 1,0 1 0,0-1 0,0 0-1,0 0 1,-1 0 0,0 0-1,0 0 1,0 0 0,0 0-1,0-1 1,-1 0-4,2-17-16,0 0 0,-2 0 0,-1-15 16,1 35-5,-2-8 9,0 1 1,-1-1-1,0 1 1,0-1 0,-1 1-1,0 1 1,-1-1-1,0 0 1,0 1 0,-1 0-1,0 0 1,-6-5-5,-17-28-2,28 40-33,0 1 0,1-1 1,-1 0-1,1 0 0,-1 0 1,1 0-1,0 0 0,-1 0 1,1 0-1,0 0 0,0 0 0,-1 0 1,1 0-1,0 0 0,0 0 1,0 0-1,0 0 0,0 0 0,1 0 35,-1 0-320,1 0-1,-1 1 1,1-1 0,0 0-1,-1 1 1,1-1-1,0 0 1,-1 1-1,1-1 1,0 1-1,0-1 1,0 1 0,-1-1-1,1 1 1,0 0-1,0-1 1,0 1-1,0 0 1,0 0-1,0 0 1,0 0-1,-1 0 1,1 0 0,0 0-1,0 0 1,1 0 320,18 0-7411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1.229"/>
    </inkml:context>
    <inkml:brush xml:id="br0">
      <inkml:brushProperty name="width" value="0.05" units="cm"/>
      <inkml:brushProperty name="height" value="0.05" units="cm"/>
    </inkml:brush>
  </inkml:definitions>
  <inkml:trace contextRef="#ctx0" brushRef="#br0">192 79 13051,'0'0'2431,"0"0"-780,0 0 369,0 0-439,0 0-586,0 0-307,17-1-143,4-2-355,46-3 751,-66 6-467,-1 0 10,0 0-14,-9 0 157,-51 2-503,-1 3 0,2 2 0,-50 13-124,144-25 381,32-6-347,40-18 303,-11 4-2005,-34 3-6475,-41 12-1220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1.555"/>
    </inkml:context>
    <inkml:brush xml:id="br0">
      <inkml:brushProperty name="width" value="0.05" units="cm"/>
      <inkml:brushProperty name="height" value="0.05" units="cm"/>
    </inkml:brush>
  </inkml:definitions>
  <inkml:trace contextRef="#ctx0" brushRef="#br0">0 1 16363,'0'0'4032,"0"0"-2266,0 0-715,0 0 105,7 25-119,11 61 236,-3 1 0,1 45-1273,-13-68 507,-1-12-926,-1-98-2263,-2 3-1153,-1-4-2116</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1.880"/>
    </inkml:context>
    <inkml:brush xml:id="br0">
      <inkml:brushProperty name="width" value="0.05" units="cm"/>
      <inkml:brushProperty name="height" value="0.05" units="cm"/>
    </inkml:brush>
  </inkml:definitions>
  <inkml:trace contextRef="#ctx0" brushRef="#br0">206 0 544,'0'0'13923,"0"0"-8971,0 0-2660,0 0-1190,0 0-707,0 0-230,-15 18-32,-20 23 466,3 2 0,-23 39-599,45-66 145,1 1 0,1 0 0,0 0-1,1 1 1,1-1 0,1 2 0,0-1 0,1 0 0,2 1 0,0 0 0,0 8-145,2-26 31,1 0 1,-1 0-1,1 0 1,-1 0-1,1 0 1,-1 0-1,1 0 1,0 0-1,-1 0 1,1 0-1,0 0 1,0 0-1,0-1 1,0 1-1,0 0 1,0-1 0,0 1-1,0-1 1,0 1-1,0-1 1,0 1-1,0-1 1,0 1-1,0-1 1,1 0-32,36 9 289,-31-8-209,45 6 314,0-2 1,33-2-395,-4 0-2639,-1 5-6328,-64-5 1195</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3.308"/>
    </inkml:context>
    <inkml:brush xml:id="br0">
      <inkml:brushProperty name="width" value="0.05" units="cm"/>
      <inkml:brushProperty name="height" value="0.05" units="cm"/>
    </inkml:brush>
  </inkml:definitions>
  <inkml:trace contextRef="#ctx0" brushRef="#br0">1 3 12427,'0'0'2426,"0"0"-1013,8 24 257,-6-17-1543,73 203 2585,-61-180-2453,-9-21-162,-1-1-1,0 1 1,0 0 0,-1 0 0,0 0 0,0 1 0,-1-1 0,0 3-97,-2-12 453,0-9 1302,-1-37-1250,0 14-350,1 1 0,1 0 0,6-30-155,-5 52 14,0 0 0,0 1-1,1-1 1,0 1 0,0 0 0,1 0 0,0 0-1,0 0 1,1 1 0,0-1 0,0 1 0,1 1 0,0-1-1,0 1 1,1 0 0,2-2-14,-7 6 9,0 1-1,0-1 1,0 0-1,1 1 1,-1 0 0,0-1-1,1 1 1,-1 0 0,1 0-1,0 0 1,-1 1-1,1-1 1,0 1 0,-1-1-1,1 1 1,0 0-1,0 0 1,-1 0 0,1 0-1,0 1 1,0-1-1,0 1-7,0 0 7,1 1 0,-1 0 1,0 0-1,0 0 0,-1 0 1,1 0-1,0 1 0,-1-1 1,0 1-1,1 0 0,-1-1 1,0 1-1,0 0 0,-1 0 1,2 2-9,5 13 32,-1 1 1,0 1-1,-1-1 0,-1 1 1,1 9-33,-5-24 9,5 37 24,-6-33-44,1 1 1,0-1 0,1 1 0,0-1 0,1 0-1,0 0 1,0 0 0,1 0 0,1 2 10,-4-10-150,0 0 0,1 0 1,-1 0-1,0 0 0,1 0 0,-1 0 0,1-1 1,-1 1-1,1 0 0,-1-1 0,1 1 1,-1-1-1,1 1 0,0-1 0,-1 0 1,1 0-1,0 0 0,-1 0 0,1 0 1,0 0-1,-1 0 0,1 0 0,1-1 150,22-8-5879,-1-11-4535</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3.639"/>
    </inkml:context>
    <inkml:brush xml:id="br0">
      <inkml:brushProperty name="width" value="0.05" units="cm"/>
      <inkml:brushProperty name="height" value="0.05" units="cm"/>
    </inkml:brush>
  </inkml:definitions>
  <inkml:trace contextRef="#ctx0" brushRef="#br0">0 35 15811,'0'0'3177,"0"0"-1465,0 0-103,0 0-761,0 0-536,0 0-296,152 0-16,-99-3-136,0-5-1056,-4-2-1025,-2 4-415,-15 1-2705,-11 3-4690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3.978"/>
    </inkml:context>
    <inkml:brush xml:id="br0">
      <inkml:brushProperty name="width" value="0.05" units="cm"/>
      <inkml:brushProperty name="height" value="0.05" units="cm"/>
    </inkml:brush>
  </inkml:definitions>
  <inkml:trace contextRef="#ctx0" brushRef="#br0">0 1 13531,'0'0'3723,"0"0"-839,0 0-979,0 0-1074,0 0-421,0 0 92,25 11 133,80 39-57,-96-44-517,0 0 0,0 1 0,0 0 0,-1 1 1,0 0-1,-1 0 0,0 0 0,0 1 0,-1 0 0,0 1 1,0-1-1,-1 1 0,-1 0 0,1 1 0,-1 0-61,12 24 87,2 3-19,-10-19-61,0-1 0,2 0 0,0-1 0,1 0 0,0 0 0,1-1 0,8 6-7,-19-21-72,0 0-1,0 0 1,0 0-1,1 0 1,-1 0-1,0 0 1,1 0 0,-1-1-1,1 1 1,-1 0-1,1-1 1,-1 1-1,1-1 1,-1 0-1,1 1 1,-1-1-1,1 0 1,-1 0-1,1 0 1,0 0 0,-1 0-1,1-1 1,-1 1-1,1 0 1,-1-1-1,1 1 1,-1-1-1,1 1 1,-1-1-1,1 0 1,-1 0-1,0 0 1,1 0 0,-1 0-1,0 0 1,0 0-1,0 0 1,0 0-1,0 0 1,0-1-1,0 1 1,0 0-1,0-1 1,-1 1-1,1 0 1,0-2 72,5-8-1180,-1 0-1,0-1 1,0 1-1,-2-1 1,2-5 1180,2-17-6243</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4.319"/>
    </inkml:context>
    <inkml:brush xml:id="br0">
      <inkml:brushProperty name="width" value="0.05" units="cm"/>
      <inkml:brushProperty name="height" value="0.05" units="cm"/>
    </inkml:brush>
  </inkml:definitions>
  <inkml:trace contextRef="#ctx0" brushRef="#br0">421 1 13411,'0'0'2559,"0"0"-952,0 0 221,0 0-718,0 0-726,0 0-206,-25 21-25,0 0-74,-19 17 364,1 2 0,-20 26-443,-14 14 863,33-36-661,2 2-1,2 2-201,23-16-639,17-32 521,0 1 0,0 0 0,0-1 0,0 1-1,0 0 1,0 0 0,0-1 0,0 1 0,1 0-1,-1-1 1,0 1 0,0 0 0,1-1 0,-1 1 0,0 0-1,1-1 1,-1 1 0,1 0 0,-1-1 0,1 1-1,-1-1 1,1 1 0,-1-1 0,1 0 0,0 1-1,-1-1 1,1 1 0,0-1 0,-1 0 0,1 0 0,0 1-1,-1-1 1,1 0 0,0 0 0,-1 0 0,1 0-1,0 0 1,0 0 0,-1 0 0,1 0 0,0 0-1,0 0 119,27 1-5015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4.644"/>
    </inkml:context>
    <inkml:brush xml:id="br0">
      <inkml:brushProperty name="width" value="0.05" units="cm"/>
      <inkml:brushProperty name="height" value="0.05" units="cm"/>
    </inkml:brush>
  </inkml:definitions>
  <inkml:trace contextRef="#ctx0" brushRef="#br0">29 1 11546,'0'0'2853,"0"0"-668,0 0-461,0 0-509,0 0 60,20 33-16,1 1-955,5 7 74,-2 1 1,-2 1-1,-2 1 0,5 19-378,-4 1 303,-3 1 0,-3 0-1,-3 1 1,-2 1-1,-4 0 1,-3 0-1,-2 0 1,-4 6-303,0-42 128,-1 0 1,-1-1-1,-2 0 0,-1 0 1,-7 15-129,-19 40 365,-11 15-365,9-22-1078,-15 51 1078,50-127-85,-22 63-3057,2-23-3656,4-17-2912</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5.559"/>
    </inkml:context>
    <inkml:brush xml:id="br0">
      <inkml:brushProperty name="width" value="0.05" units="cm"/>
      <inkml:brushProperty name="height" value="0.05" units="cm"/>
    </inkml:brush>
  </inkml:definitions>
  <inkml:trace contextRef="#ctx0" brushRef="#br0">0 1 9642,'0'0'2578,"0"0"-695,0 0-649,0 0-139,0 0 114,27 1 29,176 11 539,237 34 178,-23-1-1536,1085 7 1616,-1453-51-2028,2303-40 1225,-291-40 269,-1852 79-1284,-214-15-3939,-11 6-914,-4-1-2737</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6.694"/>
    </inkml:context>
    <inkml:brush xml:id="br0">
      <inkml:brushProperty name="width" value="0.05" units="cm"/>
      <inkml:brushProperty name="height" value="0.05" units="cm"/>
    </inkml:brush>
  </inkml:definitions>
  <inkml:trace contextRef="#ctx0" brushRef="#br0">280 1 10898,'0'0'2590,"0"0"-645,0 0 18,0 0-324,0 0-483,0 0-559,-15 10-292,14-10-300,-8 6 54,0-1 0,1 1 0,0 0 0,0 1 0,1 0 1,0 0-1,0 1 0,0 0 0,1 0 0,0 0 0,1 1 0,0 0 0,0 0 0,-2 7-59,-28 84 832,5 3 0,4 0 0,5 2-1,3 6-831,1 35 564,7 1 0,7 99-564,8-177-5,2 0 0,4 2 5,1 10-570,-12-78 391,1-1 0,-1 1-1,0-1 1,1 0 0,0 1-1,-1-1 1,1 0 0,0 1-1,0-1 1,1 0 0,-1 0-1,0 0 1,1 0 0,-1 0-1,1 0 180,0 0-505,-1-1 0,1 0 0,-1-1-1,1 1 1,-1 0 0,1 0 0,0-1-1,-1 1 1,1 0 0,0-1 0,0 0-1,-1 1 1,1-1 0,0 0 505,13 0-8379</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7.341"/>
    </inkml:context>
    <inkml:brush xml:id="br0">
      <inkml:brushProperty name="width" value="0.05" units="cm"/>
      <inkml:brushProperty name="height" value="0.05" units="cm"/>
    </inkml:brush>
  </inkml:definitions>
  <inkml:trace contextRef="#ctx0" brushRef="#br0">66 140 12339,'0'0'1973,"0"0"201,0 30-387,0 100-281,0-126-1434,-3 104 1641,2-96-1481,-1-1 0,0 1 0,-1-1 1,0 0-1,-1 1 0,-1 0-232,5-11 69,0-1 0,0 0 0,0 1 0,0-1 1,-1 0-1,1 1 0,0-1 0,0 1 0,0-1 0,0 0 0,0 1 0,-1-1 0,1 0 1,0 0-1,0 1 0,-1-1 0,1 0 0,0 0 0,0 1 0,-1-1 0,1 0 1,0 0-1,-1 1 0,1-1 0,0 0 0,-1 0 0,1 0 0,0 0 0,-1 0 1,1 0-1,-1 0 0,1 1 0,0-1-69,-7-11 614,-2-21-735,9 30 228,-8-46-83,2 0 0,3 0 0,1 0 0,4-24-24,-2 68 0,1-1 0,-1 1 0,1 0 0,0-1 0,1 1 0,-1 0 0,1 0 0,-1 0 0,1 0 0,0 0 1,1-1-1,-2 4-1,0 0 0,0 0 0,0 0 1,0 0-1,0 0 0,0 0 0,0 0 1,0 0-1,0 0 0,0 1 0,0-1 1,1 0-1,-1 1 0,0-1 0,1 1 1,-1 0-1,0-1 0,1 1 0,-1 0 1,0 0-1,1-1 0,-1 1 0,0 1 1,1-1-1,-1 0 0,1 0 0,-1 0 1,0 1-1,1-1 0,-1 0 0,0 1 1,0-1-1,1 1 0,-1 0 1,0-1-1,0 1 0,0 0 0,0 0 1,1 0 0,12 11-10,-1 0 1,-1 1 0,1 1 0,-2 0 0,0 0 0,4 9 9,24 28 29,-24-32-23,2 0 0,1-1 0,12 9-6,-25-22 2,1-1 0,0 0 0,0 0 0,1 0 0,-1-1-1,1 0 1,0 0 0,-1 0 0,1-1 0,1 0 0,-1-1 0,0 1-1,0-1 1,5-1-2,-6 1 7,0-1 0,0 0 1,0-1-1,-1 1 0,1-1 0,0 0 0,-1 0 0,1-1 0,0 0 0,-1 0 1,0 0-1,1-1 0,-1 0 0,0 0 0,-1 0 0,1 0 0,0-1 0,-1 0 1,0 0-1,0 0 0,0 0 0,0-1 0,-1 1 0,1-1 0,-1 0 0,-1 0 1,1 0-1,-1-1 0,0 1 0,0-1 0,0 1 0,-1-1 0,1 0 0,-2 1 1,1-3-8,2-11 102,-1-1-1,-1 0 1,-1 0 0,0 0 0,-2 0 0,-3-16-102,3 25-4,0 1-1,-1 0 0,0 0 1,-1 0-1,0 1 1,-1-1-1,0 1 1,-1 0-1,1 0 0,-2 1 1,1 0-1,-1 0 1,-7-6 4,3 48-10413,4-6 1238</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8.510"/>
    </inkml:context>
    <inkml:brush xml:id="br0">
      <inkml:brushProperty name="width" value="0.05" units="cm"/>
      <inkml:brushProperty name="height" value="0.05" units="cm"/>
    </inkml:brush>
  </inkml:definitions>
  <inkml:trace contextRef="#ctx0" brushRef="#br0">1 2 9962,'0'0'3054,"0"0"-463,0 0-1082,0 0-604,0 0 193,1 23 62,9 78 959,5 0-2119,-5-36 1154,-2 0-1,-2 14-1153,-6-110 118,2 0-1,1 0 1,2 1-1,0-1 1,3 1-1,0-1-117,-2 13-3,1 0-1,0 1 1,1-1-1,1 2 0,1-1 1,0 1-1,1 1 1,1 0-1,0 0 1,8-6 3,-16 17-11,1 0 0,-1 1 0,1-1 0,0 1 0,0 0 0,1 0 0,-1 0 0,0 1 0,2-1 11,-5 3-7,0-1 1,-1 1-1,1 0 0,0-1 0,0 1 0,-1 0 1,1 0-1,0 0 0,0 0 0,-1 0 0,1 0 1,0 1-1,0-1 0,-1 1 0,1-1 0,0 1 1,-1-1-1,1 1 0,-1 0 0,1 0 0,-1 0 1,1 0-1,-1 0 0,1 0 0,-1 0 0,0 1 1,0-1-1,0 0 0,1 1 0,-1-1 0,-1 1 1,2 0 6,8 19-10,-1 0 1,0 1 0,-2 0-1,0 0 1,-1 5 9,-1-5-182,1 0-1,1 0 1,1-1-1,1 0 1,8 14 182,-14-31-345,0 0 0,1-1 1,-1 1-1,1-1 0,0 1 1,-1-1-1,1-1 0,1 1 0,-1 0 1,0-1-1,1 0 0,-1 0 1,1 0-1,-1-1 0,1 1 1,0-1-1,0 0 0,0 0 0,4-1 345,23 4-5739</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19.291"/>
    </inkml:context>
    <inkml:brush xml:id="br0">
      <inkml:brushProperty name="width" value="0.05" units="cm"/>
      <inkml:brushProperty name="height" value="0.05" units="cm"/>
    </inkml:brush>
  </inkml:definitions>
  <inkml:trace contextRef="#ctx0" brushRef="#br0">124 5 7762,'0'0'1940,"0"0"-4,0 0 40,0 0-520,0 0-377,0 0-82,0 0-930,-1-1 0,1 1 0,0 0-1,0 0 1,0-1 0,0 1 0,-1 0-1,1 0 1,0 0 0,0-1-1,-1 1 1,1 0 0,0 0 0,0 0-1,-1 0 1,1-1 0,0 1 0,0 0-1,-1 0 1,1 0 0,0 0 0,-1 0-1,1 0 1,0 0 0,-1 0 0,1 0-1,0 0 1,0 0 0,-1 0 0,1 0-1,0 0 1,-1 0 0,1 0-1,0 0 1,0 0 0,-1 1 0,1-1-1,0 0 1,-1 0 0,1 0 0,0 0-1,0 1 1,0-1 0,-1 0 0,1 0-67,1 15 193,0-1 0,1 1 0,1-1 1,0 0-1,1 0 0,1 0 1,1 2-194,48 102 914,-8-18-471,-26-45-351,-2 1 1,-4 1-1,-1 1 1,-3-1 0,-1 22-93,0 55 397,-8 104-397,-4-190 46,-2 1 0,-3-1 0,-1 0 0,-3 0 0,-2-1 0,-1-1 0,-8 11-46,-12 24 256,-4-3 0,-4-1 1,-31 42-257,48-81 44,25-38-174,-14 0-8953,7 0 1539</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7.208"/>
    </inkml:context>
    <inkml:brush xml:id="br0">
      <inkml:brushProperty name="width" value="0.05" units="cm"/>
      <inkml:brushProperty name="height" value="0.05" units="cm"/>
    </inkml:brush>
  </inkml:definitions>
  <inkml:trace contextRef="#ctx0" brushRef="#br0">66 11 13235,'0'0'1938,"0"0"-95,0 0 378,0 0-674,0 0-601,-2-3-205,-3-5 1120,2 13-687,1 27-250,5 48-328,4 127 1120,-9 21-1716,0-34 406,0-24 24,-7 1 1,-12 31-431,15-156 59,2 1 1,2 11-60,-10-93-2462,9-54-2751,3 55 1139,0-13-3415</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7.879"/>
    </inkml:context>
    <inkml:brush xml:id="br0">
      <inkml:brushProperty name="width" value="0.05" units="cm"/>
      <inkml:brushProperty name="height" value="0.05" units="cm"/>
    </inkml:brush>
  </inkml:definitions>
  <inkml:trace contextRef="#ctx0" brushRef="#br0">1 254 8426,'0'0'1359,"0"0"-291,0 0 62,0 0-332,0 0 207,0 0 291,12-24 54,43-74-70,-50 90-1031,0 0 0,0 0 1,1 1-1,0 0 1,0 0-1,1 0 0,0 1 1,0 0-1,1 1 0,-1-1 1,1 1-1,0 1 0,1-1 1,-1 2-1,1-1 0,1 0-249,2 0 217,-2-1-120,1 1 1,-1 0-1,1 0 0,0 1 1,1 1-1,-1 0 0,0 0 0,1 1 1,-1 1-1,1 0 0,-1 0 1,1 1-1,-1 1 0,0 0 1,0 0-1,1 1 0,-2 1 1,1 0-1,0 0 0,-1 1 0,0 0 1,0 1-1,0 0 0,-1 1 1,1 0-1,-2 0 0,1 1 1,-1 0-1,2 3-97,1 1 95,-1 0-1,-1 1 1,0 0-1,0 0 1,-2 1 0,1 0-1,-2 1 1,0 0 0,-1-1-1,0 2 1,-1-1-1,-1 0 1,0 1 0,-1 0-1,-1 0 1,-1-1-1,0 1 1,-1 0 0,0 0-1,-3 10-94,0-13 76,0-1 0,-1 0-1,-1-1 1,0 1-1,0-1 1,-1 0 0,0-1-1,-1 0 1,-1 0-1,1 0 1,-2-1-76,-22 23 210,-2-3-1,-17 12-209,41-34 25,1-1 0,-1 0-1,0-1 1,0 0 0,-1 0-1,0-1 1,1-1 0,-1 0-1,-1 0 1,-8 0-25,-2-1-48,0 0 0,0-2 1,1-1-1,-1 0 0,-4-2 48,25 3-158,0 0-1,1 0 0,-1-1 1,0 1-1,0 0 0,0-1 0,0 1 1,0 0-1,0-1 0,1 1 1,-1-1-1,0 1 0,0-1 1,1 0-1,-1 1 0,0-1 0,1 0 1,-1 1-1,1-1 0,-1 0 1,1 0-1,-1 1 0,1-1 1,-1 0 158,1 0-558,0 0 1,-1-1 0,1 1 0,0 0 0,0 0 0,0-1-1,0 1 1,0 0 0,0-1 0,0 1 0,0 0 0,0 0-1,1-1 1,-1 1 0,0 0 0,1 0 0,-1 0 0,1-1 557,9-11-11381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8.313"/>
    </inkml:context>
    <inkml:brush xml:id="br0">
      <inkml:brushProperty name="width" value="0.05" units="cm"/>
      <inkml:brushProperty name="height" value="0.05" units="cm"/>
    </inkml:brush>
  </inkml:definitions>
  <inkml:trace contextRef="#ctx0" brushRef="#br0">171 1 8362,'0'0'5702,"0"0"-3057,0 0-125,0 0-1031,0 0-665,0 0 43,-22 30 10,-70 105 146,85-125-900,2 1-1,-1 0 1,1 0 0,1 0-1,0 0 1,1 1-1,0-1 1,1 1-1,0 0 1,1 0 0,0 0-123,-2 14 216,-3 25 176,3 0 0,2 1 1,2 0-1,4 25-392,-2-64 48,0 0-1,0 0 0,1 0 1,1 0-1,0 0 0,1-1 1,0 0-1,1 0 0,0 0 1,1-1-1,0 0 1,1-1-1,0 0 0,0 0 1,1-1-1,1 0 0,0-1 1,0 0-1,0-1 0,1 0 1,0-1-1,10 4-47,1 0-192,1-1 0,0-1 0,0-1 0,1-1 0,14 1 192,-10-3-1405,1-2-1,-1 0 1,1-2-1,12-3 1406,-16-2-5243,-7-7-2895</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8.672"/>
    </inkml:context>
    <inkml:brush xml:id="br0">
      <inkml:brushProperty name="width" value="0.05" units="cm"/>
      <inkml:brushProperty name="height" value="0.05" units="cm"/>
    </inkml:brush>
  </inkml:definitions>
  <inkml:trace contextRef="#ctx0" brushRef="#br0">0 0 184,'0'0'11134,"0"0"-6814,0 0-1539,0 0-1054,0 0-690,0 0-54,20 11 184,-6-3-914,2 0 29,1 2-1,-2 0 0,1 0 1,-1 2-1,-1 0 1,0 0-1,6 9-281,43 51 398,-4 2 0,-2 2-1,-4 3 1,-4 3 0,12 31-398,-52-98-1477,-8-27-3094,-2-1 2592,1-10-4008</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9.039"/>
    </inkml:context>
    <inkml:brush xml:id="br0">
      <inkml:brushProperty name="width" value="0.05" units="cm"/>
      <inkml:brushProperty name="height" value="0.05" units="cm"/>
    </inkml:brush>
  </inkml:definitions>
  <inkml:trace contextRef="#ctx0" brushRef="#br0">334 1 9826,'0'0'3874,"0"0"-1237,0 0-35,0 0-1341,0 0-850,0 0-66,-9 21 432,-59 148 1467,4-22-634,-7-3 1,-50 71-1611,121-215-99,0 0-1,0 0 1,1 0 0,-1 0 0,0 0 0,0 0 0,0 0-1,0 0 1,1 0 0,-1 0 0,0 0 0,0 0-1,0 1 1,0-1 0,0 0 0,0 0 0,1 0-1,-1 0 1,0 0 0,0 0 0,0 1 0,0-1 0,0 0-1,0 0 1,0 0 0,0 0 0,0 0 0,0 1-1,0-1 1,0 0 0,1 0 0,-1 0 0,0 1 99,23-21-3274,-13 11 758,20-15-5113</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9.563"/>
    </inkml:context>
    <inkml:brush xml:id="br0">
      <inkml:brushProperty name="width" value="0.05" units="cm"/>
      <inkml:brushProperty name="height" value="0.05" units="cm"/>
    </inkml:brush>
  </inkml:definitions>
  <inkml:trace contextRef="#ctx0" brushRef="#br0">2 1 13571,'0'0'2720,"0"0"45,0 0-432,0 0-1156,0 0-694,0 0-83,-1 4 247,1-3-591,0 0-1,-1 1 1,1-1 0,0 0 0,0 0 0,0 1-1,1-1 1,-1 0 0,0 0 0,0 0-1,1 1 1,-1-1 0,0 0 0,1 0 0,-1 0-1,1 0 1,0 0 0,-1 0 0,1 0-1,0 0 1,0 0 0,0 0 0,-1 0 0,1 0-1,0 0 1,1 0-56,2 2 104,0-1 0,1 1 0,-1-1 0,1 0 0,-1-1-1,1 1 1,0-1 0,0 1-104,20 2 317,0 0 0,25 0-317,-41-3 52,75 1 104,-60-3-154,0 1 1,-1 1-1,1 1 1,0 1-1,-1 1 1,19 6-3,-41-9-1,0 0 1,-1 0 0,1 0-1,0 0 1,0 0 0,-1 0-1,1 0 1,-1 0 0,1 0-1,0 0 1,-1 0 0,0 0-1,1 0 1,-1 0 0,0 0-1,0 0 1,1 1 0,-1-1-1,0 0 1,0 0 0,0 0-1,0 1 1,-1-1 0,1 0-1,0 0 1,0 0 0,-1 0 0,-8 33-27,-1-18 55,0-2 1,-1 1-1,0-2 0,-1 1 1,-14 10-29,-71 58 428,90-77-390,-25 14-250,-10 9 1189,27-12-3925,9 3-4559,6-13 697</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2:59.914"/>
    </inkml:context>
    <inkml:brush xml:id="br0">
      <inkml:brushProperty name="width" value="0.05" units="cm"/>
      <inkml:brushProperty name="height" value="0.05" units="cm"/>
    </inkml:brush>
  </inkml:definitions>
  <inkml:trace contextRef="#ctx0" brushRef="#br0">1 13 10178,'0'0'2490,"0"0"148,0 0-714,0 0-47,0 0 27,0 0-425,20 2-345,-8-1-965,47 4 1641,45-3-1810,-18-12 585,-27 2-1737,-20 6-2968,-14 1-246,1-1-1902</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00.457"/>
    </inkml:context>
    <inkml:brush xml:id="br0">
      <inkml:brushProperty name="width" value="0.05" units="cm"/>
      <inkml:brushProperty name="height" value="0.05" units="cm"/>
    </inkml:brush>
  </inkml:definitions>
  <inkml:trace contextRef="#ctx0" brushRef="#br0">41 167 12651,'0'0'2430,"0"0"353,0 0-851,0 0-776,0 0-163,0 0-344,0-6-423,0-14-187,0 46 442,3 58 867,-1-68-1147,-2-9-148,1 0 0,-1 0-1,1-1 1,1 1 0,-1 0 0,1-1-1,0 1 1,1-1 0,-1 0 0,1 1-1,4 4-52,-1-31 286,-1-42-198,-3-1 1,-3 1-1,-3-8-88,3 58 104,0 0 0,-1 0 0,0 1 0,-1-1 0,-2-2-104,5 14 11,0 0-1,0 0 1,0 0-1,0 0 1,0 1-1,0-1 1,0 0-1,0 0 1,0 0-1,0 0 1,-1 1-1,1-1 1,0 0 0,0 0-1,0 0 1,0 0-1,0 0 1,0 0-1,-1 1 1,1-1-1,0 0 1,0 0-1,0 0 1,0 0-1,-1 0 1,1 0-1,0 0 1,0 0-1,0 0 1,-1 0-1,1 0 1,0 0-1,0 0 1,0 0-1,0 0 1,-1 0-1,1 0 1,0 0-1,0 0 1,0 0-1,-1 0 1,1 0-1,0 0 1,0 0-1,0-1 1,0 1-1,-1 0 1,1 0-1,0 0 1,0 0 0,0 0-1,0 0 1,0-1-1,0 1 1,0 0-1,-1 0-10,-2 17-62,-5 55 190,4 1 0,4-1-1,2 0 1,3 1 0,6 10-128,-8-25-1444,-4-46-379,0-10 1301,0 0 1,0 0 0,0 0 0,-1 0 0,1 0 0,-1 0 0,1 0-1,-1 0 1,0 0 0,0-1 0,0 1 0,0-1 0,0 1 0,0-1-1,0 0 1,0 0 0,-1 0 0,-1 1 521,-2 1-1891,-14 6-4595</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00.786"/>
    </inkml:context>
    <inkml:brush xml:id="br0">
      <inkml:brushProperty name="width" value="0.05" units="cm"/>
      <inkml:brushProperty name="height" value="0.05" units="cm"/>
    </inkml:brush>
  </inkml:definitions>
  <inkml:trace contextRef="#ctx0" brushRef="#br0">22 37 6281,'0'0'3940,"0"0"-295,0 0-1090,0 0-700,0 0-211,0 0-183,-5 1-261,-12 3-733,22-3 66,36-1 381,-15 0-700,38-4-349,0-2-1,36-9 136,-19 3-6357,-45 7-2122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01.129"/>
    </inkml:context>
    <inkml:brush xml:id="br0">
      <inkml:brushProperty name="width" value="0.05" units="cm"/>
      <inkml:brushProperty name="height" value="0.05" units="cm"/>
    </inkml:brush>
  </inkml:definitions>
  <inkml:trace contextRef="#ctx0" brushRef="#br0">0 1 8554,'0'0'4539,"0"0"-2187,0 0-623,0 0-890,0 0-151,13 29 586,3 7-757,7 14 682,-3 2 0,7 28-1199,-5-4 1541,-4 0 0,1 27-1541,-13-62 237,-2 1 0,-2-1-1,-1 1 1,-3-1-1,-2 12-236,1-40-45,0 0-1,-1 1 1,0-1 0,-1-1-1,-1 1 1,0-1 0,0 0-1,-1 0 1,-1-1 0,0 0-1,-1 0 1,0-1 0,0 0-1,-4 3 46,12-13-1089,1 0-637,0 0-963,0 0-2820,0-3-5893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7.877"/>
    </inkml:context>
    <inkml:brush xml:id="br0">
      <inkml:brushProperty name="width" value="0.05" units="cm"/>
      <inkml:brushProperty name="height" value="0.05" units="cm"/>
    </inkml:brush>
  </inkml:definitions>
  <inkml:trace contextRef="#ctx0" brushRef="#br0">174 0 8674,'0'0'1646,"0"0"-118,0 0-93,0 0-610,0 0-307,-14 5 205,6-3-507,0 1-1,-1 0 1,1 0 0,0 1 0,0 0 0,1 0 0,-1 1 0,1 0 0,0 0 0,0 1-1,1 0 1,-1 0 0,1 0 0,1 1 0,-1 0 0,1 0 0,0 1 0,1-1-216,-2 8 158,0 0 0,2 0 1,0 1-1,0-1 0,2 1 1,0 0-1,0 0 0,2 0-158,-1 37 918,6 37-918,-4-82 30,0 0 0,0-1 0,0 1 0,1 0 0,1-1 0,-1 0 0,1 1 1,0-1-1,0 0 0,1-1 0,0 1 0,0-1 0,1 1 0,0-1 0,0-1 0,0 1 0,1-1 0,0 0 0,0 0 0,0 0 0,1-1 0,-1 0 0,1 0 0,0-1 0,0 0 0,0 0 0,2 0-30,15 4 37,1-1-1,-1-1 0,1-1 1,1-1-1,-1-2 0,0 0 1,19-3-37,-31 1 4,1 0-1,-1-1 1,1-1 0,-1 0-1,0-1 1,0 0 0,0-1-1,7-4-3,-15 7 8,1-1-1,-2 0 0,1 0 0,0 0 0,0-1 0,-1 1 0,0-1 0,0 0 0,0 0 0,0-1 1,-1 1-1,1-1 0,-1 0 0,0 1 0,-1-1 0,1-1 0,-1 1 0,0 0 0,0-1 0,-1 1 1,2-6-8,-3-3 13,0 0 0,0 0 0,-2 1 1,1-1-1,-2 0 0,0 0 0,0 1 1,-1 0-1,-1 0 0,-1 0 0,1 0 0,-2 1 1,-3-5-14,1 2 2,-1 0 1,0 1 0,-1 0-1,-1 1 1,0 0 0,0 1-1,-2 0 1,1 1 0,-1 0-1,-9-4-2,14 11-2,1-1-1,-1 1 1,0 0-1,0 1 1,0 0-1,-1 0 1,1 1 0,-1 0-1,1 1 1,-1 0-1,0 1 1,1 0-1,-10 1 3,18-1-130,0 0-1,0 1 0,1-1 1,-1 0-1,0 0 0,0 1 1,1-1-1,-1 1 0,0-1 1,0 1-1,1-1 0,-1 1 1,1-1-1,-1 1 0,0 0 1,1-1-1,-1 1 0,1 0 1,-1-1-1,1 1 0,0 0 1,-1 0-1,1 0 0,0-1 1,0 1-1,-1 0 0,1 0 1,0 0-1,0 0 1,0-1-1,0 1 0,0 0 1,0 0-1,0 0 0,0 0 131,0 17-6951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8.208"/>
    </inkml:context>
    <inkml:brush xml:id="br0">
      <inkml:brushProperty name="width" value="0.05" units="cm"/>
      <inkml:brushProperty name="height" value="0.05" units="cm"/>
    </inkml:brush>
  </inkml:definitions>
  <inkml:trace contextRef="#ctx0" brushRef="#br0">182 0 12579,'0'0'1632,"0"0"-896,0 0 1769,-21 137-889,-8-71-280,-6 5-215,0-5-1,5-6-504,10-12-376,8-17-152,12-10-80,0-13-8,21-8-472,14-16-2569,3-13-3904</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8.892"/>
    </inkml:context>
    <inkml:brush xml:id="br0">
      <inkml:brushProperty name="width" value="0.05" units="cm"/>
      <inkml:brushProperty name="height" value="0.05" units="cm"/>
    </inkml:brush>
  </inkml:definitions>
  <inkml:trace contextRef="#ctx0" brushRef="#br0">396 8 9274,'0'0'2183,"0"0"-316,0 0-86,0 0-677,-30-2-404,-94-3 45,115 5-632,-1 0-1,1 1 0,0 0 1,0 1-1,0 0 0,0 0 1,0 1-1,0 0 0,1 1 1,-1 0-1,1 0 0,0 1 1,0 0-1,1 0 0,-1 1 0,-5 5-112,4-1 74,0 0 0,1 0 0,0 0 0,1 1 0,0 1 0,0-1 0,2 1-1,-1 0 1,-2 10-74,4-8 21,0-1 0,1 1 0,1 0 0,0 0 0,1 0 0,0 0 0,1 0 0,2 5-21,-2-16 5,0 0 0,1 0 0,0-1 0,0 1 0,0 0 0,0 0 0,0 0 0,0-1 0,1 1 0,0-1 0,-1 1-1,1-1 1,0 0 0,0 1 0,0-1 0,0 0 0,0 0 0,1-1 0,-1 1 0,1 0 0,-1-1 0,1 1 0,0-1 0,-1 0 0,1 0 0,0 0-1,0 0 1,0-1 0,1 1-5,12 2 14,0-1 0,0 0 1,0-1-1,1-1 0,-1 0-14,0-1-16,-6 1-121,-1 0-1,0-1 1,0-1 0,0 0 0,0 0 0,0 0 0,0-1 0,0-1 0,-1 0 0,1 0-1,-1 0 1,0-1 0,0 0 0,-1-1 0,0 1 0,0-2 0,0 1 0,0-1-1,-1 0 1,2-4 137,0 0-47,0-1-1,-1 1 1,-1-1-1,0-1 1,-1 1 0,0-1-1,-1 0 1,0-1-1,-1 1 1,-1 0-1,0-1 1,0 0-1,-2-10 48,-3-31 4819,3 55-4245,0 2-268,2 22-150,0 0 0,1-1 0,2 3-156,-1-2 306,0 1-1,-2 0 0,0 3-305,-3 59 904,-3 0 1,-8 32-905,7-77 106,2 0 1,1 26-107,3-70-374,-1 0 0,1-1 0,0 1-1,-1-1 1,1 1 0,0 0 0,0 0 0,1 0 0,-1-1 0,0 1 0,1 0 374,2-4-1541,10-15-5659</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9.418"/>
    </inkml:context>
    <inkml:brush xml:id="br0">
      <inkml:brushProperty name="width" value="0.05" units="cm"/>
      <inkml:brushProperty name="height" value="0.05" units="cm"/>
    </inkml:brush>
  </inkml:definitions>
  <inkml:trace contextRef="#ctx0" brushRef="#br0">62 1 13707,'0'0'3583,"0"0"-1257,0 0-417,0 0-903,0 0-604,0 0-69,1 10 282,1 15-203,-1 1 0,-1 0 0,-2-1 0,0 1 1,-2-1-1,0 0 0,-5 11-412,-2-9 71,5-13-53,0-1 1,1 1 0,1 0-1,0 0 1,1 1-1,1-1 1,-1 11-19,7-24 8,0 1 0,0-1 1,0 0-1,0-1 0,0 1 0,0-1 0,0 1 0,0-1 1,1 0-1,-1-1 0,0 1 0,0-1-8,4 1 5,25-2 0,0-1 0,0-2 1,0-2-1,-1 0 0,0-3 1,-1 0-1,14-8-5,-41 17-5,37-20-3527,-19 0-3695,-12 8-738</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9.850"/>
    </inkml:context>
    <inkml:brush xml:id="br0">
      <inkml:brushProperty name="width" value="0.05" units="cm"/>
      <inkml:brushProperty name="height" value="0.05" units="cm"/>
    </inkml:brush>
  </inkml:definitions>
  <inkml:trace contextRef="#ctx0" brushRef="#br0">62 1 12323,'0'0'3000,"0"0"-343,0 0-521,0 0-1496,0 0-279,0 0 999,-32 158-72,26-90-128,0 6-319,-3-3-505,4-3-200,2-2-72,3-5-56,0-3-16,0-3-160,0 8-817,3-13-2671,2-10-6443</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42.542"/>
    </inkml:context>
    <inkml:brush xml:id="br0">
      <inkml:brushProperty name="width" value="0.05" units="cm"/>
      <inkml:brushProperty name="height" value="0.05" units="cm"/>
    </inkml:brush>
  </inkml:definitions>
  <inkml:trace contextRef="#ctx0" brushRef="#br0">53 25 10866,'0'0'2589,"0"0"-458,0 0-291,0 0-838,0 0-382,25-4-108,80-14-12,-100 17-464,-1 1-1,0-1 0,1 1 1,-1 0-1,0 0 0,1 0 1,-1 1-1,1-1 0,-1 1 1,0 0-1,0 1 1,1-1-1,-1 1 0,0-1 1,2 3-36,-4-3 18,1 1 1,-1 0-1,0 0 1,0 0 0,0 0-1,0 0 1,0 1-1,-1-1 1,1 1 0,-1-1-1,1 1 1,-1 0-1,0-1 1,0 1 0,0 0-1,0 0 1,0 1-19,0 2 39,-1 0 0,0 0 0,0 0 0,0 0-1,0 0 1,-1 0 0,0 0 0,0 0 0,-1 0 0,0 0 0,0 0 0,0-1 0,0 1 0,-1-1 0,0 0 0,0 0 0,-3 3-39,-14 13 151,-1-2 1,-1 0-1,-1-1 1,0-1 0,-1-2-1,-15 7-151,38-21 75,164-19 456,-158 17-516,1 1 1,0 0-1,-1 1 1,1-1-1,-1 1 0,1 0 1,-1 1-1,1-1 1,-1 1-1,1 0 1,3 3-16,-6-3 3,0 1 0,0-1 0,0 1 0,-1 0 0,1 0 0,-1 0 0,0 0 0,0 1 0,0-1 0,0 0 0,-1 1 0,1 0 0,-1-1 0,0 1 0,0 0 0,0-1 0,-1 1 0,1 1-3,0 0 27,1 2 0,-2-1 0,1 0 1,-1 0-1,0 0 0,0 0 1,0 0-1,-1 0 0,0 0 0,0 0 1,-1 0-1,1 0 0,-1 0 0,-1 0 1,1-1-1,-2 4-27,-2-2 128,1 0 1,-1 0-1,0-1 0,-1 0 1,1 0-1,-1 0 1,-1-1-1,1 0 0,-1 0 1,1-1-1,-3 1-128,-3 2 75,-1-1 1,0 0-1,0-1 0,0 0 1,0-1-1,-1-1 0,0 0 0,0-1 1,0-1-1,0 0 0,0-1 1,0-1-1,-1 0-75,14 1-28,-1-1 1,1 1-1,-1-1 0,1 0 1,0 1-1,-1-1 1,1 0-1,0-1 0,0 1 1,0 0-1,0 0 0,0-1 1,0 0-1,0 1 1,0-1-1,1 0 0,-1 0 1,1 0-1,-1 0 1,1 0-1,0 0 0,0 0 1,0 0-1,0 0 0,0-1 1,0 1-1,0 0 1,1-1-1,-1 1 0,1-1 1,0-1 27,0 2-139,1 1 0,0-1 0,0 1 0,-1-1 0,1 1 0,0-1 1,0 1-1,0 0 0,1 0 0,-1-1 0,0 1 0,0 0 0,1 0 0,-1 0 1,1 0-1,-1 0 0,1 0 0,-1 1 0,1-1 0,-1 0 0,1 1 0,1-1 139,3-2-828,32-16-4151,0 1-2675</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43.195"/>
    </inkml:context>
    <inkml:brush xml:id="br0">
      <inkml:brushProperty name="width" value="0.05" units="cm"/>
      <inkml:brushProperty name="height" value="0.05" units="cm"/>
    </inkml:brush>
  </inkml:definitions>
  <inkml:trace contextRef="#ctx0" brushRef="#br0">143 0 13235,'0'0'3043,"0"0"-294,0 0-914,0 0-887,0 0-163,0 0 204,-5 27-22,-18 87-271,18-98-577,0-1 0,-1 1 0,-1-1 1,0-1-1,-1 0 0,-1 0 0,-8 11-119,10-17 29,1 1 0,0 0 0,1 1 0,0-1 0,0 1 0,1 0 0,0 0 0,1 1 0,-3 9-29,6-19 7,0 1 1,1-1 0,-1 0-1,0 0 1,0 1 0,0-1 0,1 0-1,-1 0 1,1 0 0,-1 0 0,1 1-1,-1-1 1,1 0 0,0 0-1,-1 0 1,1 0 0,0 0 0,0 0-1,0-1 1,0 1 0,0 0-1,0 0 1,0 0 0,0-1 0,0 1-1,0-1 1,0 1 0,0-1-1,1 1 1,-1-1 0,0 0 0,0 1-1,1-1 1,-1 0 0,0 0-1,0 0 1,1 0 0,0 0-8,64 0 265,-46-1-231,18 3-110,-21-1 38,0 0 1,0-2-1,0 0 0,5-1 38,-18 1-315,0 0 0,0 0-1,0 0 1,0 0 0,0 0-1,0-1 1,-1 0 0,1 0-1,-1 0 1,1 0 0,-1 0-1,0-1 1,0 1-1,0-1 1,0 0 0,0 0-1,-1 0 1,1 0 0,-1-1-1,0 1 316,7-16-2719,-1 0 0,0 0 0,-1 0-1,3-18 2720,6-45-2328,-9 19 6743,-5 13 8212,-7 166-10616,-6-1-1,-13 50-2010,15-109 87,2-6-619,2 1-1,2 19 533,3-69-103,0-1 0,0 1 0,0-1-1,1 0 1,-1 1 0,0-1-1,0 0 1,0 1 0,1-1-1,-1 0 1,0 1 0,0-1-1,1 0 1,-1 1 0,0-1-1,1 0 1,-1 0 0,0 1-1,1-1 1,-1 0 0,0 0-1,1 0 1,-1 0 0,1 1-1,-1-1 1,0 0 0,1 0-1,-1 0 1,1 0 0,-1 0-1,1 0 1,-1 0 0,0 0-1,1 0 1,-1 0 0,1 0 103,16-2-4443,-17 2 4272,21-7-8958</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43.624"/>
    </inkml:context>
    <inkml:brush xml:id="br0">
      <inkml:brushProperty name="width" value="0.05" units="cm"/>
      <inkml:brushProperty name="height" value="0.05" units="cm"/>
    </inkml:brush>
  </inkml:definitions>
  <inkml:trace contextRef="#ctx0" brushRef="#br0">102 171 9298,'0'0'5080,"0"0"-2849,0 0-787,0 0-2,-16 27-263,-49 88 30,62-110-1069,0 0-1,1-1 0,0 1 1,0 0-1,0 1 1,0-1-1,1 0 0,0 0 1,0 1-1,0-1 0,1 1 1,0-1-1,0 0 1,1 4-140,0 3 327,-1-11-272,0 1-1,0 0 1,1-1-1,-1 1 1,0 0-1,1-1 1,0 1-1,-1-1 1,1 1-1,0-1 1,0 1-1,0-1 1,0 1-1,0-1 1,0 0-1,0 0 1,0 1-1,1-1 1,-1 0-1,0 0 0,1 0 1,-1-1-1,1 1-54,2 2 99,1-1-1,0-1 0,0 1 0,0 0 0,-1-1 1,2 0-1,-1-1 0,2 1-98,11 0 163,0-1 0,0 0 0,0-2-1,6-1-162,-14 1 38,0 0-1,-1 0 1,1-1-1,-1 0 0,0-1 1,0 0-1,-1 0 0,1-1 1,-1 0-1,0-1 1,0 1-1,0-2 0,-1 1 1,0-1-1,0 0 1,-1-1-1,0 1 0,0-1 1,-1 0-1,0-1 0,0 1 1,-1-1-1,0 0 1,-1 0-1,0-1 0,0 1 1,-1 0-1,0-1 1,0 0-1,-1 1 0,-1-3-37,0-10 145,0 0 0,-2 0 0,-1 1 0,-3-14-145,5 29 25,-1-1 0,0 1-1,0 0 1,-1 0 0,1 0 0,-1 0 0,0 1 0,-1-1 0,0 1 0,0 0 0,0 0 0,0 0 0,-1 1-1,1-1 1,-1 1 0,0 0 0,-5-3-25,8 6-67,1 0-1,-1 0 0,0 0 1,1 0-1,-1 0 0,0 0 0,0 0 1,0 1-1,0-1 0,1 1 1,-1-1-1,0 1 0,0 0 1,0 0-1,0 0 0,0 0 1,0 0-1,0 0 0,0 0 1,0 1-1,0-1 0,0 1 1,1-1-1,-1 1 0,0 0 1,0 0-1,0 0 0,1 0 1,-1 0-1,1 0 0,-1 0 1,1 0-1,-1 1 0,1-1 68,-2 3-430,0 1-1,0-1 0,1 1 0,0 0 0,-1 0 0,2 0 0,-1 0 1,1 0-1,0 0 0,0 0 0,0 2 431,-3 23-5675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43.994"/>
    </inkml:context>
    <inkml:brush xml:id="br0">
      <inkml:brushProperty name="width" value="0.05" units="cm"/>
      <inkml:brushProperty name="height" value="0.05" units="cm"/>
    </inkml:brush>
  </inkml:definitions>
  <inkml:trace contextRef="#ctx0" brushRef="#br0">150 1 8410</inkml:trace>
  <inkml:trace contextRef="#ctx0" brushRef="#br0" timeOffset="1">150 1 8410,'-7'160'1986,"7"-152"-1639,-1 0 1,-1 0 0,0 0 0,0-1 0,0 1 0,-1 0 0,0-1-1,0 0 1,-1 1 0,-4 4-348,-6 14 1052,1 0-45,1 2 0,2 0 0,0 0 0,2 1 0,1 0 0,1 0 0,2 1 0,-1 26-1007,4-53 58,1 0 1,0 0-1,0-1 0,0 1 0,0 0 1,1 0-1,-1-1 0,1 1 0,-1 0 0,1 0 1,0-1-1,0 1 0,0-1 0,0 1 0,1-1 1,-1 0-1,1 1 0,-1-1 0,1 0 1,0 0-1,0 0 0,0 0 0,0 0 0,0 0 1,0-1-1,1 1 0,-1-1 0,0 0 0,1 1 1,-1-1-1,1 0 0,0 0 0,-1-1 0,1 1 1,0-1-1,-1 1 0,1-1 0,0 0 1,0 0-1,0 0-58,12 1 82,1-1 0,-1-1 1,0 0-1,0-1 0,0 0 0,0-2 1,0 1-1,-1-2 0,0 0 1,1-1-1,-2 0 0,1-1 0,-1-1 1,0 0-1,0-1 0,-1 0 1,-1-1-1,1 0 0,-2-1 1,1 0-1,-1 0 0,-1-1 0,0-1 1,-1 0-1,0 0 0,-1 0 1,0-3-83,-4 7 149,0-1 1,0 0-1,-1 0 1,0 0-1,-1 0 1,0 0-1,-1 0 1,0 0-1,-1 0-149,1-4 146,0 11-143,0 1 0,-1-1 0,1 0 0,-1 0 1,0 1-1,0-1 0,0 1 0,0-1 1,0 1-1,-1-1 0,1 1 0,-1 0 1,1-1-1,-1 1 0,0 0 0,0 0 1,0 0-1,0 1 0,0-1 0,0 0 0,0 1 1,-1-1-1,1 1 0,-1 0 0,1 0 1,-1 0-1,1 0 0,-1 0 0,0 1 1,1-1-1,-1 1 0,0-1 0,-1 1-3,-16-2-263,1 0-1,-1 2 0,1 0 0,-13 2 264,-77 13-2107,31 5-2351,-11 9-6666</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04.905"/>
    </inkml:context>
    <inkml:brush xml:id="br0">
      <inkml:brushProperty name="width" value="0.05" units="cm"/>
      <inkml:brushProperty name="height" value="0.05" units="cm"/>
    </inkml:brush>
  </inkml:definitions>
  <inkml:trace contextRef="#ctx0" brushRef="#br0">12 1 6553,'0'0'3057,"0"0"-628,0 0-237,0 0-594,0 0-610,-11 16 1163,11-14-2025,1 1 0,0-1 0,0 1 0,0-1 1,0 1-1,1-1 0,-1 0 0,1 1 0,-1-1 0,1 0 0,0 0 0,0 0 0,0 0 1,0-1-1,0 1 0,0 0 0,1-1 0,-1 0 0,0 1 0,1-1 0,-1 0 0,1 0 1,-1 0-1,1-1 0,2 1-126,74 18 440,-77-18-408,33 3 107,0-1 0,18-1-139,0-1-6915,-51-1 6418,-1 0-5248</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05.257"/>
    </inkml:context>
    <inkml:brush xml:id="br0">
      <inkml:brushProperty name="width" value="0.05" units="cm"/>
      <inkml:brushProperty name="height" value="0.05" units="cm"/>
    </inkml:brush>
  </inkml:definitions>
  <inkml:trace contextRef="#ctx0" brushRef="#br0">1 0 9482,'0'0'1976,"0"0"-791,0 0 447,0 0-376,0 0 153,0 0 159,0 0 80,91 61-87,-56-53-361,0-5-392,0-3-184,3 0-288,0 0-184,3 0-104,-3 0-48,9 0 0,-6 0-1312,-12 0-4793</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0.054"/>
    </inkml:context>
    <inkml:brush xml:id="br0">
      <inkml:brushProperty name="width" value="0.05" units="cm"/>
      <inkml:brushProperty name="height" value="0.05" units="cm"/>
    </inkml:brush>
  </inkml:definitions>
  <inkml:trace contextRef="#ctx0" brushRef="#br0">0 176 6345,'0'0'4748,"0"0"-2964,0 0 127,0 0-141,0 0-44,6 1-42,-3 0-1540,0-1 0,0 1 0,1-1 1,-1 0-1,0 0 0,0 0 0,1 0 0,-1-1 0,0 1 0,0-1 0,0 0 0,0 0 0,0 0 0,0 0 0,3-2-144,1-1 142,1-1-1,-1 0 1,-1 0-1,1-1 1,-1 0-1,3-3-141,25-22 167,-25 25-134,-1 0 0,0-1 0,0-1 1,-1 1-1,0-1 0,-1 0 0,1-1 1,-2 0-1,1 0 0,-1 0 0,1-4-33,-8 29 257,1 0 0,0 0-1,1 0 1,3 15-257,-1 16 192,-13 238 1275,8-231-1189,1 133 561,3-98-607,-1-89-220,0 0 8,0 1-94,-1-1 1,1 0-1,0 0 1,-1 0 0,1 0-1,-1 0 1,1 0-1,0 0 1,-1 0-1,1 0 1,-1 0 0,1 0-1,0 0 1,-1 0-1,1 0 1,-1 0 0,1 0-1,0 0 1,-1-1-1,1 1 1,0 0 0,-1 0-1,1 0 1,0-1-1,-1 1 1,1 0-1,0 0 1,-1-1 0,1 1-1,0 0 1,0-1-1,-1 1 1,1 0 0,0-1-1,0 1 1,0 0-1,0-1 1,-1 1 0,1-1-1,0 1 1,0 0-1,0-1 1,0 1 0,0-1-1,0 1 1,0 0-1,0-1 1,0 1-1,0 0 1,0-1 0,0 1-1,1-1 1,-1 1-1,0 0 1,0-1 0,0 1 73,0-2-262,0-13-5346</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0.510"/>
    </inkml:context>
    <inkml:brush xml:id="br0">
      <inkml:brushProperty name="width" value="0.05" units="cm"/>
      <inkml:brushProperty name="height" value="0.05" units="cm"/>
    </inkml:brush>
  </inkml:definitions>
  <inkml:trace contextRef="#ctx0" brushRef="#br0">1 1 10202,'0'0'2731,"0"0"-237,0 0-803,0 0-781,0 0 151,0 0 277,14 4-188,8 2-466,1-2 1,0 0-1,-1-1 1,17 0-685,37-2 721,36-1-325,-39-4-8555,-47 1 64</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0.878"/>
    </inkml:context>
    <inkml:brush xml:id="br0">
      <inkml:brushProperty name="width" value="0.05" units="cm"/>
      <inkml:brushProperty name="height" value="0.05" units="cm"/>
    </inkml:brush>
  </inkml:definitions>
  <inkml:trace contextRef="#ctx0" brushRef="#br0">0 0 10802,'0'0'4579,"0"0"-2840,0 0-230,0 0 9,6 28-235,47 225 2182,-35-141-3020,-6 0 1,-4 1-1,-5 12-445,-3-125-70,0 1 1,0-1 0,0 0-1,1 0 1,-1 0-1,0 0 1,0 1-1,0-1 1,1 0-1,-1 0 1,0 0-1,0 0 1,1 0-1,-1 0 1,0 0-1,0 0 1,1 0 0,-1 0-1,0 0 1,0 0-1,1 0 1,-1 0-1,0 0 1,0 0-1,1 0 1,-1 0-1,0 0 1,0 0-1,1 0 1,-1 0-1,0 0 1,0-1 0,0 1-1,1 0 1,-1 0-1,0 0 1,0 0-1,0-1 1,1 1-1,-1 0 1,0 0-1,0 0 1,0-1-1,0 1 1,0 0 69,12-9-2558,2-11-3530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1.344"/>
    </inkml:context>
    <inkml:brush xml:id="br0">
      <inkml:brushProperty name="width" value="0.05" units="cm"/>
      <inkml:brushProperty name="height" value="0.05" units="cm"/>
    </inkml:brush>
  </inkml:definitions>
  <inkml:trace contextRef="#ctx0" brushRef="#br0">0 75 11723,'0'0'1924,"0"0"-389,0 0-107,29-11-636,96-34-87,-109 40-435,1 1 0,-1 1 1,1 0-1,-1 1 0,1 1 1,0 0-1,0 1 0,12 2-270,11 0 385,-32-2-311,0 1 0,0-1 0,0 1 1,-1 1-1,1 0 0,0 0 0,-1 0 0,0 1 0,1 0 1,-1 0-1,0 1 0,0-1 0,-1 2 0,1-1 1,-1 1-1,0 0 0,4 4-74,-4-2 81,-1 0-1,0 1 1,0-1 0,-1 1-1,0 0 1,0 0 0,-1 0-1,0 0 1,0 1 0,-1-1-1,0 1 1,-1 0 0,0 0-1,0-1 1,-1 6-81,1-5 72,0-1-1,-1 1 1,0-1 0,0 1-1,-1-1 1,-1 1 0,1-1 0,-1 0-1,0 1 1,-1-1 0,0 0-1,-1 0 1,1-1 0,-1 1-1,-1-1 1,1 0 0,-1 0-1,-1 0 1,1 0 0,-1-1 0,0 0-1,-1-1 1,1 1 0,-1-1-1,-1 0-71,-15 10 48,0 0-1,-1-2 1,0-1 0,-1-1-1,0-1 1,-1-1-1,0-2 1,0 0-1,-1-2 1,0 0 0,0-2-1,-10-1-47,42-18-3245,16-2-1901,7-1-4789</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1.745"/>
    </inkml:context>
    <inkml:brush xml:id="br0">
      <inkml:brushProperty name="width" value="0.05" units="cm"/>
      <inkml:brushProperty name="height" value="0.05" units="cm"/>
    </inkml:brush>
  </inkml:definitions>
  <inkml:trace contextRef="#ctx0" brushRef="#br0">203 1 11642,'0'0'2348,"0"0"-300,0 0 113,0 0-825,0 0-464,-20 23 152,-66 79 30,76-89-785,2 0 0,-1 0-1,2 1 1,-1 0 0,2 1 0,0 0 0,1 0 0,0 0 0,2 0-1,-1 5-268,-2 6 299,0 0 18,1 0 1,1 1-1,2-1 0,0 7-317,2-24 34,0 1-1,0-1 1,1 1-1,1-1 1,-1 1 0,1-1-1,1 0 1,0 0-1,0 0 1,1 0 0,0-1-1,1 1 1,1 1-34,6 6 7,2-1 1,0 0-1,0-1 0,1-1 1,1 0-1,0-1 1,1-1-1,0-1 0,1 0 1,0-1-1,18 6-7,-29-13-273,0 0 0,0-1 0,0 1 1,0-1-1,0-1 0,0 0 0,0 0 0,0 0 0,1-1 0,-1 0 0,0 0 0,4-2 273,-2 1-1792,0-1 0,-1-1 0,1 1-1,-1-1 1,7-5 1792,17-12-13639</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2.086"/>
    </inkml:context>
    <inkml:brush xml:id="br0">
      <inkml:brushProperty name="width" value="0.05" units="cm"/>
      <inkml:brushProperty name="height" value="0.05" units="cm"/>
    </inkml:brush>
  </inkml:definitions>
  <inkml:trace contextRef="#ctx0" brushRef="#br0">1 1 12443,'0'0'2352,"0"0"-407,0 0-293,0 0-49,0 0-215,26 26 71,85 86-304,-94-94-912,-1 2 0,-1 0-1,-1 0 1,-1 1 0,-1 1 0,-1 0 0,0 1-1,-1 4-242,23 45 219,-23-51-162,-6-12-46,0-1 0,0 0 1,1 0-1,0 0 0,0-1 0,1 0 1,1 2-12,-6-8-96,0-1 1,0 1-1,0 0 1,0-1 0,0 1-1,0 0 1,0-1 0,0 0-1,1 1 1,-1-1-1,0 0 1,0 1 0,0-1-1,1 0 1,-1 0-1,0 0 1,0 0 0,1 0-1,-1 0 1,0-1-1,0 1 1,1 0 0,-1-1-1,0 1 1,0 0 0,0-1-1,0 0 1,0 1-1,0-1 1,0 0 0,0 1-1,0-1 1,0 0-1,1-1 96,25-30-6305,-18 13 674</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2.405"/>
    </inkml:context>
    <inkml:brush xml:id="br0">
      <inkml:brushProperty name="width" value="0.05" units="cm"/>
      <inkml:brushProperty name="height" value="0.05" units="cm"/>
    </inkml:brush>
  </inkml:definitions>
  <inkml:trace contextRef="#ctx0" brushRef="#br0">289 1 13275,'0'0'1924,"0"0"-38,0 0-16,-4 26-161,1 6-1154,1-16-243,0 1 0,0-1 0,-2 1 0,0-1 0,-1 0 0,0 0 0,-1-1-1,-5 9-311,-17 28 884,-3-1 0,-10 12-884,18-32 389,2 1 0,1 2-1,2 0 1,1 0-1,1 2 1,-8 32-389,24-68-13,-1 1 1,1-1-1,0 1 1,0-1-1,0 1 0,0-1 1,0 1-1,-1-1 1,1 1-1,0 0 0,0-1 1,0 1-1,1-1 1,-1 1-1,0-1 0,0 1 1,0-1-1,0 1 1,0-1-1,1 1 0,-1-1 1,0 1-1,0-1 1,1 1-1,-1-1 0,0 1 1,1-1-1,-1 0 1,0 1-1,1-1 0,-1 0 1,1 1-1,-1-1 1,1 0-1,-1 1 0,1-1 1,-1 0 12,26-2-1431,27-20-4526,-12-1-4617</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2.743"/>
    </inkml:context>
    <inkml:brush xml:id="br0">
      <inkml:brushProperty name="width" value="0.05" units="cm"/>
      <inkml:brushProperty name="height" value="0.05" units="cm"/>
    </inkml:brush>
  </inkml:definitions>
  <inkml:trace contextRef="#ctx0" brushRef="#br0">1 1 9394,'0'0'4817,"0"0"-2985,0 0 49,0 0 351,0 0-1279,0 0 95,0 0 240,76 18-528,-32-18-296,3 0-216,-1 0-128,-2 0-72,-6 0-48,-8-5-8,-7 0-376,-3 2-1288,-5 0-2249,-9 3-2480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3.101"/>
    </inkml:context>
    <inkml:brush xml:id="br0">
      <inkml:brushProperty name="width" value="0.05" units="cm"/>
      <inkml:brushProperty name="height" value="0.05" units="cm"/>
    </inkml:brush>
  </inkml:definitions>
  <inkml:trace contextRef="#ctx0" brushRef="#br0">0 45 13531,'0'0'1856,"0"0"1305,0 0-873,0 0-847,0 0 175,0 0-536,0 0-712,155 16-184,-108-19-112,3-5-72,-6-2 0,14-3-896,-11-1-3057,-9 1-7257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3.437"/>
    </inkml:context>
    <inkml:brush xml:id="br0">
      <inkml:brushProperty name="width" value="0.05" units="cm"/>
      <inkml:brushProperty name="height" value="0.05" units="cm"/>
    </inkml:brush>
  </inkml:definitions>
  <inkml:trace contextRef="#ctx0" brushRef="#br0">107 1 13795,'0'0'2572,"0"0"-26,-15 24-222,-48 84-781,59-99-1383,-1 0 1,2 0 0,-1 1 0,1-1 0,0 1 0,1 0 0,0 0-1,1 0 1,0 0 0,1 0 0,0 1 0,0-1 0,1 0 0,0 0 0,1 0-1,1 1-160,-2-6 25,0-1 0,1 0 0,0 0 0,0 1 0,0-2 0,1 1 0,-1 0 0,1 0 0,0-1 1,0 1-1,0-1 0,1 0 0,-1 0 0,1 0 0,0-1 0,-1 1 0,1-1 0,0 0 0,1 0 0,-1 0 0,0-1 0,0 1 0,1-1 0,-1 0 0,1 0 0,-1-1 0,4 1-25,14 2 56,0-2 1,0 0-1,0-2 0,0 0 1,2-2-57,-12 2 1,0-1 0,0-1-1,0 0 1,0-1 0,-1 0 0,0-1 0,0 0-1,0 0 1,0-1 0,-1-1 0,0 0 0,0-1-1,-4 3 53,0 0 1,0 0-1,-1 0 1,0-1 0,0 0-1,-1 0 1,1 0-1,-1-1 1,-1 0 0,1 1-1,-1-1 1,0-1 0,-1 1-1,0 0 1,0-1-1,0 1 1,-1-1 0,0 1-1,-1-5-53,-1 6 53,0 0 1,-1 1-1,1-1 0,-1 1 1,-1 0-1,1-1 0,-1 1 0,0 0 1,0 0-1,0 1 0,-1-1 0,1 1 1,-1 0-1,0 0 0,-1 0 0,1 0 1,-1 0-1,0 1 0,1 0 1,-1 0-1,-2 0-53,-19-12 52,0 1 0,-1 2 0,-15-5-52,34 13-60,-1 1-1,0 0 1,0 0-1,0 1 1,0 0-1,0 1 1,0 0-1,-1 0 1,1 1 0,0 0-1,0 1 1,-4 0 60,13 0-110,-1-1 1,1 1 0,-1-1-1,1 1 1,-1-1 0,1 1-1,-1 0 1,1-1 0,-1 1 0,1 0-1,0-1 1,-1 1 0,1 0-1,0-1 1,0 1 0,0 0-1,0 0 1,-1-1 0,1 1-1,0 0 1,0 0 0,0-1-1,1 1 1,-1 0 0,0 0 0,0-1-1,0 1 110,0 3-1045,0 14-5219</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3.781"/>
    </inkml:context>
    <inkml:brush xml:id="br0">
      <inkml:brushProperty name="width" value="0.05" units="cm"/>
      <inkml:brushProperty name="height" value="0.05" units="cm"/>
    </inkml:brush>
  </inkml:definitions>
  <inkml:trace contextRef="#ctx0" brushRef="#br0">434 0 11450,'0'0'2610,"0"0"-949,0 0 266,20 28 99,63 92-177,-75-106-1481,0 0-1,-1 1 0,-1-1 1,-1 1-1,0 1 1,0-1-1,-2 1 0,1 9-367,-1 6 586,-2 0 0,-1 0-1,-2 9-585,0-7 313,1-18-237,-1-1-1,0 1 0,-1-1 0,-1 0 1,0 0-1,-1 0 0,0-1 0,-1 1 0,-7 11-75,-1-4 78,0 0-1,-1 0 0,-1-1 0,-1-1 0,-11 9-77,-22 15-782,-1-1 0,-3-3 0,-54 30 782,18-16-4566,5-7-4603</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8.085"/>
    </inkml:context>
    <inkml:brush xml:id="br0">
      <inkml:brushProperty name="width" value="0.05" units="cm"/>
      <inkml:brushProperty name="height" value="0.05" units="cm"/>
    </inkml:brush>
  </inkml:definitions>
  <inkml:trace contextRef="#ctx0" brushRef="#br0">1 19 13171,'0'0'2584,"0"0"-855,0 0 407,0 0-904,0 0-183,0 0 71,29 3 16,-6-3-408,10 0-160,-1 0-296,6 0-127,-3-3-97,0-5-32,-3 3-16,-3 0-377,1 5-1263,-7 0-2577,-11 0-1960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8.422"/>
    </inkml:context>
    <inkml:brush xml:id="br0">
      <inkml:brushProperty name="width" value="0.05" units="cm"/>
      <inkml:brushProperty name="height" value="0.05" units="cm"/>
    </inkml:brush>
  </inkml:definitions>
  <inkml:trace contextRef="#ctx0" brushRef="#br0">1 116 7818,'0'0'8185,"0"0"-5632,0 0 120,0 0-1193,0 0-904,0 0-424,0 0-88,190-57-64,-128 41 0,22-3-936,-16 6-3337,-7 3-5033</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8.753"/>
    </inkml:context>
    <inkml:brush xml:id="br0">
      <inkml:brushProperty name="width" value="0.05" units="cm"/>
      <inkml:brushProperty name="height" value="0.05" units="cm"/>
    </inkml:brush>
  </inkml:definitions>
  <inkml:trace contextRef="#ctx0" brushRef="#br0">1 438 11402,'0'0'1825,"0"0"-310,0 0-88,0 0-643,0 0-31,8-25 568,25-85 3,-29 99-984,-2-1 0,0 1 1,0 0-1,-1-1 0,0 0 0,-1 1 1,-1-1-1,0-2-340,0-18 751,-8-133 2096,12 254-2148,5 5-699,4 66 363,-11-102-337,-1-5-22,3 1-1,6 23-3,-9-74-83,0 0 0,1 0-1,0 0 1,0 0 0,0 0 0,0 0 0,0 0 0,0 0-1,1-1 1,-1 1 0,1-1 0,0 1 0,0-1 0,0 1-1,0-1 1,0 0 0,1 0 0,-1 0 0,1 0-1,-1 0 1,3 1 83,1-1-641,-1 0-1,0 0 1,1-1-1,-1 1 1,1-1-1,0 0 1,2-1 641,18 1-5166</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19.090"/>
    </inkml:context>
    <inkml:brush xml:id="br0">
      <inkml:brushProperty name="width" value="0.05" units="cm"/>
      <inkml:brushProperty name="height" value="0.05" units="cm"/>
    </inkml:brush>
  </inkml:definitions>
  <inkml:trace contextRef="#ctx0" brushRef="#br0">0 19 14835,'0'0'2585,"0"0"-409,0 0-71,0 0-1161,0 0-464,0 0 224,0 0 168,85-8-328,-47 8-112,6 0-143,0-3-209,0-2-80,0 3-56,-6 2-641,3 0-1527,-12 0-3193,-6 0-10163</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27.260"/>
    </inkml:context>
    <inkml:brush xml:id="br0">
      <inkml:brushProperty name="width" value="0.05" units="cm"/>
      <inkml:brushProperty name="height" value="0.05" units="cm"/>
    </inkml:brush>
  </inkml:definitions>
  <inkml:trace contextRef="#ctx0" brushRef="#br0">179 1 7074,'0'0'4642,"0"0"-2084,0 0-366,0 0-673,0 0-548,-12 25 2894,-2 0-3439,0 2 1,2 0-1,1 0 0,2 1 0,-1 4-426,-32 149 567,34-142-354,-9 48 70,4 1-1,4 1 1,3 0-1,5 0 0,5 42-282,5-76 210,2 0 0,3 0-1,1-1 1,4-1-1,1-1 1,4 2-210,-16-41-118,-8-28-1584,-2-4-1010,2-6-3634</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27.755"/>
    </inkml:context>
    <inkml:brush xml:id="br0">
      <inkml:brushProperty name="width" value="0.05" units="cm"/>
      <inkml:brushProperty name="height" value="0.05" units="cm"/>
    </inkml:brush>
  </inkml:definitions>
  <inkml:trace contextRef="#ctx0" brushRef="#br0">8 0 11883,'0'0'3164,"0"0"294,0 0-1481,0 0-1161,0 0-97,0 0 629,-2 28-30,1-10-1105,-2 42 893,2-1 0,5 44-1106,22 40 841,-6-38-628,-20-105-235,0 1 0,0-1-1,0 1 1,0-1 0,0 1 0,1-1 0,-1 0 0,0 1-1,0-1 1,0 1 0,0-1 0,1 1 0,-1-1-1,0 0 1,0 1 0,1-1 0,-1 0 0,0 1-1,1-1 1,-1 0 0,0 1 0,1-1 0,-1 0-1,0 0 1,1 1 0,-1-1 0,1 0 0,-1 0 0,0 0-1,1 0 1,-1 1 0,1-1 0,-1 0 0,1 0-1,-1 0 1,1 0 22,17-8-1319,15-21-5189,-12 8-2394</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28.155"/>
    </inkml:context>
    <inkml:brush xml:id="br0">
      <inkml:brushProperty name="width" value="0.05" units="cm"/>
      <inkml:brushProperty name="height" value="0.05" units="cm"/>
    </inkml:brush>
  </inkml:definitions>
  <inkml:trace contextRef="#ctx0" brushRef="#br0">4 121 8874,'0'0'4957,"0"0"-2595,0 0-1217,0 0-127,-1 26 350,-1 199 2314,2-221-3607,0 0-1,0 0 0,0 0 0,0 0 1,1 0-1,0 0 0,0 0 0,0 0 1,0 0-1,1 0 0,0 0 0,-1-1 1,3 4-75,-2-5 48,0 0 1,1 0 0,-1 0 0,0 0-1,1-1 1,-1 1 0,1-1 0,-1 1-1,1-1 1,0 0 0,-1 0-1,1 0 1,0 0 0,0-1 0,0 1-1,0-1 1,0 0 0,0 0-1,2 0-48,5 0 75,1 0-1,0-1 0,0-1 0,0 0 0,-1 0 0,1-1 0,-1 0 0,0-1 1,0 0-1,0-1 0,0 0 0,-1 0 0,0-1 0,3-3-74,-5 5 45,-1-2 0,0 1 0,0-1-1,0 0 1,-1 0 0,0-1 0,0 1-1,0-1 1,-1 0 0,0 0 0,0-1-1,-1 1 1,0-1 0,0 0 0,-1 0 0,0 0-1,-1 0 1,1 0 0,-1-3-45,-1-3 101,-1 0 0,0 0 0,0-1 0,-2 1 0,1 1 0,-2-1 0,0 0 0,-1 1 0,-1-4-101,2 8 13,0 1 0,-1-1 0,0 1 0,0 0 1,-1 0-1,0 1 0,0-1 0,0 1 0,-1 1 0,0-1 0,-1 1 0,0 0 0,0 1 0,-3-2-13,9 6-37,0 0 0,-1-1 0,1 1 0,-1 0 0,0 1 0,1-1 0,-1 0 0,1 1 0,-1-1 1,0 1-1,0 0 0,1 0 0,-1 0 0,0 0 0,1 1 0,-1-1 0,0 1 0,1-1 0,-1 1 0,1 0 0,-1 0 0,1 0 0,-1 0 0,1 1 0,0-1 0,-1 1 0,1-1 0,0 1 0,0 0 0,0 0 0,0 0 37,-6 8-553,0 0-1,1 0 0,0 1 0,1 0 0,0 0 0,0 2 554,-1 1-963,-17 36-4351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28.603"/>
    </inkml:context>
    <inkml:brush xml:id="br0">
      <inkml:brushProperty name="width" value="0.05" units="cm"/>
      <inkml:brushProperty name="height" value="0.05" units="cm"/>
    </inkml:brush>
  </inkml:definitions>
  <inkml:trace contextRef="#ctx0" brushRef="#br0">18 53 11482,'0'0'1962,"0"0"435,0 0-817,0 0-300,-3 27-53,0 2-854,-3 19 669,2 0 0,3 18-1042,1-63 57,0 0 1,0 0-1,0-1 0,0 1 1,1 0-1,-1-1 1,1 1-1,0-1 1,0 1-1,0-1 0,0 1 1,0-1-1,1 0 1,-1 1-1,1-1 0,-1 0 1,1 0-1,0 0 1,0 0-1,0 0 1,0-1-1,0 1 0,0-1 1,1 1-1,-1-1 1,0 0-1,1 0 0,-1 0 1,1 0-1,-1 0 1,1 0-1,0-1 1,-1 1-1,1-1 0,0 0 1,-1 0-1,1 0 1,0 0-58,4 0 39,0 0 0,0-1 0,0 0 0,0 0 0,0 0 1,0-1-1,0 0 0,-1 0 0,1-1 0,-1 0 0,0 0 0,0-1 1,0 1-1,4-4-39,-3-1 38,1 0 0,-2 0 0,1 0 0,-1-1 0,0 1 0,-1-2 0,0 1 0,0 0-1,-1-1 1,0 0 0,-1 0 0,0 0 0,-1-1 0,0 1 0,-1-1 0,0 1 0,0-1 0,-1 1 0,0-1 0,-1 1 0,-1-6-38,1 12 53,0 0-1,0 0 1,0 0-1,-1 0 1,1 1 0,-1-1-1,0 0 1,0 1-1,0 0 1,0-1-1,-1 1 1,1 0 0,-1 0-1,0 0 1,0 0-1,0 1 1,0-1-1,-1 1 1,1 0 0,-1 0-1,1 0 1,-1 0-53,-1 0-14,0-1 0,0 1 1,0 1-1,0-1 0,0 1 1,-1 0-1,1 0 0,0 0 1,-1 1-1,1 0 0,-1 0 1,1 0-1,0 1 0,-1-1 0,1 1 1,-4 2 13,7-2-115,0 0 0,0 0 0,0 0 0,0 1 0,1-1-1,-1 1 1,1-1 0,-1 1 0,1 0 0,-1-1 0,1 1 0,0 0 0,0 0 0,0 0 0,0 0 0,0 0 0,0 0 0,1 0 0,-1 1 0,1-1 0,-1 0 0,1 0 0,0 2 115,0-1-587,-1-1 0,1 1 0,0 0 0,1-1 0,-1 1 0,0-1 0,1 1 1,-1-1-1,1 1 0,0-1 0,0 0 0,0 1 0,1 1 587,15 12-10437</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29.505"/>
    </inkml:context>
    <inkml:brush xml:id="br0">
      <inkml:brushProperty name="width" value="0.05" units="cm"/>
      <inkml:brushProperty name="height" value="0.05" units="cm"/>
    </inkml:brush>
  </inkml:definitions>
  <inkml:trace contextRef="#ctx0" brushRef="#br0">0 5 9026,'0'0'3599,"0"0"-1035,0 0-168,0 0-125,0 0-638,0 0-465,48-4 2306,-42 6-3446,0 1 1,0 0 0,0 0-1,0 0 1,0 1-1,-1 0 1,1 0-1,-1 1 1,0-1-1,-1 1 1,1 0-1,-1 0 1,1 1-29,7 11 48,0 0 1,-1 1-1,6 13-48,0 4 69,-2 1 0,-2 1 0,-1 0 0,-2 1 0,-2 0 0,-1 1 0,-1 7-69,3 71 200,-6 85-200,-3-193-3,-1 21 21,-2-1-1,0 1 1,-3 0-1,0-1 1,-2 0-1,-9 22-17,-20 40 121,-21 35-121,42-93 24,-48 64-2,64-95 986,0-1-3936,-1-1-6476,-1 0-2470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31.119"/>
    </inkml:context>
    <inkml:brush xml:id="br0">
      <inkml:brushProperty name="width" value="0.05" units="cm"/>
      <inkml:brushProperty name="height" value="0.05" units="cm"/>
    </inkml:brush>
  </inkml:definitions>
  <inkml:trace contextRef="#ctx0" brushRef="#br0">219 7 9234,'0'0'2831,"0"0"-702,0 0-106,0 0-263,0 0-153,0 0-345,-5-2-375,2 1-786,1 0 1,0 1 0,-1-1-1,1 1 1,-1-1 0,1 1 0,-1 0-1,1 0 1,-1 0 0,1 0-1,-1 0 1,1 0 0,-1 1-1,1-1 1,-1 1 0,1 0 0,0 0-1,-1 0 1,1 0 0,0 0-1,0 0 1,-1 1 0,1-1-1,0 1 1,0-1 0,1 1 0,-1 0-1,0 0 1,1 0 0,-1 0-1,1 0-101,-10 10 123,1 1-1,1 1 0,0-1 1,1 2-1,1-1 0,0 1 0,1 0 1,0 0-1,1 1 0,0 7-122,-9 38 146,4 0-1,1 6-145,8-56 45,-16 168 579,8-1 1,13 157-625,6-221 377,13 47-377,7 72 257,-30-218-249,0-11-3,0 0 0,0 0 0,0-1 0,0 1 0,1 0 0,-1 0 0,1-1 0,0 1 0,0 0 0,0-1 0,1 1-1,-1-1 1,3 4-5,-1-6 18,-2-1-105,0 0 0,0 0 1,0-1-1,1 1 0,-1 0 1,0 0-1,0-1 0,0 1 0,0-1 1,1 1-1,-1-1 0,0 1 1,0-1-1,0 0 0,0 0 0,0 1 1,-1-1-1,1 0 0,0 0 1,0 0-1,0 0 0,-1 0 1,1 0-1,0 0 0,0-1 87,8-31-5408,-6 22 1595,2-15-9502</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33.753"/>
    </inkml:context>
    <inkml:brush xml:id="br0">
      <inkml:brushProperty name="width" value="0.05" units="cm"/>
      <inkml:brushProperty name="height" value="0.05" units="cm"/>
    </inkml:brush>
  </inkml:definitions>
  <inkml:trace contextRef="#ctx0" brushRef="#br0">47 15 3753,'0'0'7693,"0"0"-4547,0 0-1491,0 0-360,0 0-512,0 0-320,13-3 77,42-7 70,-54 10-571,1-1 1,-1 1-1,0 0 1,1 0 0,-1 0-1,1 0 1,-1 0 0,0 0-1,1 0 1,-1 0-1,1 1 1,-1-1 0,0 0-1,1 1 1,-1-1 0,0 1-1,1 0 1,-1-1-1,0 1 1,0 0 0,0 0-1,0 0 1,0 0 0,0 0-1,0 0 1,0 0-1,0 0 1,0 0 0,0 0-1,-1 1 1,1-1-1,0 0 1,-1 0 0,1 1-1,-1-1 1,1 0 0,-1 2-40,1 4 86,1 1 0,-2-1 0,1 1 0,-1 0 0,0-1 1,-1 3-87,0 2 212,1-7-164,1 12 139,0-1 0,-2 1 0,0-1-1,0 1 1,-2-1 0,0 0 0,-1 0 0,0 0-1,-2 0 1,0-1 0,-3 6-187,-34 46 687,39-61-627,-1 0 1,0 0-1,0-1 1,0 1 0,-1-1-1,0 0 1,0-1 0,0 1-1,-4 1-60,9-6 64,0 0 1,0 0-1,1 1 0,-1-1 1,0 0-1,0 0 0,0 0 1,1 0-1,-1 0 0,0 0 1,0 0-1,0 0 0,0 0 1,1 0-1,-1 0 0,0-1 1,0 1-1,0 0 0,1-1 1,-1 1-1,0 0 0,0-1 1,0 1-65,1-1 12,0 1 0,0 0 0,0-1 0,0 1 0,0 0-1,0 0 1,-1-1 0,1 1 0,0 0 0,0-1 0,0 1 0,0 0 0,0-1 0,0 1 0,0 0 0,0-1 0,0 1 0,0 0 0,1 0 0,-1-1 0,0 1 0,0 0 0,0-1 0,0 1 0,0 0 0,0 0 0,1-1 0,-1 1 0,0 0 0,0 0 0,0-1 0,1 1 0,-1 0 0,0 0 0,0 0 0,1-1 0,-1 1 0,0 0-1,0 0 1,1 0 0,-1 0 0,0 0 0,1 0 0,-1 0 0,0-1 0,1 1 0,-1 0 0,0 0 0,1 0 0,-1 0 0,0 0 0,0 0 0,1 0 0,-1 1 0,0-1 0,1 0 0,-1 0 0,0 0 0,1 0 0,-1 0-12,18-3 40,0 1 1,0 1-1,0 0 1,0 2-1,0 0 1,15 3-41,-31-4-2,1 1 0,-1 0 0,1 0 0,-1 1 1,0-1-1,0 0 0,0 1 0,0 0 0,0-1 1,2 3 1,-3-3-43,1 1 1,-1-1 0,1 1 0,0-1-1,0 0 1,0 1 0,0-1-1,-1 0 1,1 0 0,1-1 0,-1 1-1,0 0 1,0-1 0,0 1 0,0-1-1,0 1 1,1-1 0,-1 0 42,10-1-602,0-1 1,-1 0 0,1-1 0,-1 0-1,0 0 1,1-1 0,-2-1-1,1 0 1,-1-1 0,1 0-1,-1 0 1,-1-1 0,1-1 601,2 0-1573,34-23-7389</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34.444"/>
    </inkml:context>
    <inkml:brush xml:id="br0">
      <inkml:brushProperty name="width" value="0.05" units="cm"/>
      <inkml:brushProperty name="height" value="0.05" units="cm"/>
    </inkml:brush>
  </inkml:definitions>
  <inkml:trace contextRef="#ctx0" brushRef="#br0">193 44 8026,'0'0'4995,"0"0"-2410,0 0-1058,0 0-715,0 0-518,0 0-192,16-5-72,44-12 26,-45 10 2385,-15 1-1464,-15-1-787,15 7-62,-15-1-49,1 0 1,-1 1-1,1 1 0,-1 0 0,1 1 0,0 0 0,-1 1 0,1 1 0,0 0 0,-8 5-79,16-7 48,1 1 0,-1 0 0,1 0 0,0 0 1,0 1-1,1 0 0,-1 0 0,1 0 0,0 1 0,0-1 0,0 1 0,0 0 1,1 0-1,0 0 0,0 0 0,0 1 0,1-1 0,0 1 0,0 0 0,0 0 1,1 0-1,0 0 0,0 0 0,0 0 0,1 0 0,0 4-48,0-7 3,1-1 0,0 1 0,-1-1 0,1 1-1,0-1 1,0 1 0,1-1 0,-1 0 0,0 0 0,1 0-1,-1 0 1,1 0 0,0 0 0,0 0 0,0 0 0,0-1-1,0 1 1,0 0 0,0-1 0,2 1-3,62 33 95,-18-11-55,-44-20-32,1 0-1,-1 0 1,0 0 0,0 1-1,-1-1 1,1 1-1,-1 0 1,0 0-1,0 0 1,-1 1 0,1-1-1,-1 0 1,-1 1-1,2 5-7,-2-7 12,0 0 0,0 0 0,0 1 0,-1-1 0,1 0 0,-1 0 0,0 1-1,-1-1 1,1 0 0,-1 0 0,0 0 0,0 1 0,0-1 0,0 0 0,-1 0 0,0-1 0,0 1-1,0 0 1,0 0 0,-3 2-12,2-3 55,0-1 0,0 0-1,0 0 1,0 0-1,-1 0 1,1 0 0,-1-1-1,1 0 1,-1 1-1,0-1 1,1-1 0,-1 1-1,0 0 1,0-1 0,-3 0-55,-69-2 151,39 1-123,36 1-73,0 0 0,0 0 0,0 0 0,0 0 0,1 0 0,-1-1-1,0 1 1,0 0 0,0 0 0,0-1 0,0 1 0,0 0 0,0-1 0,1 1 0,-1-1 0,0 1-1,0-1 1,0 0 0,1 1 0,-1-1 0,0 1 0,1-1 0,-1 0 0,1 0 0,-1 0 0,1 1-1,-1-1 1,1 0 0,0 0 0,-1 0 0,1 0 0,0 0 0,-1 0 0,1 0 45,0-1-324,0 1 0,0 0 0,0-1 0,1 1 0,-1 0 0,0-1 0,0 1 0,1 0 0,-1-1 0,1 1 0,-1 0 0,1-1 0,0 1 0,0 0 0,-1 0 0,2-1 324,14-12-6892</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34.950"/>
    </inkml:context>
    <inkml:brush xml:id="br0">
      <inkml:brushProperty name="width" value="0.05" units="cm"/>
      <inkml:brushProperty name="height" value="0.05" units="cm"/>
    </inkml:brush>
  </inkml:definitions>
  <inkml:trace contextRef="#ctx0" brushRef="#br0">34 24 10538,'0'0'2936,"0"0"-696,0 0-685,0 0-533,0 0-397,27-3-85,6-2-277,-11 1 264,0 1-1,0 1 0,1 1 1,0 1-527,-22 0 919,-1 0-18,0 0-126,-3 0-311,-20 0-286,-12-1 39,-1 2 0,0 2 0,1 1 0,-4 2-217,63-9-19,0 2 0,0 1 1,0 0-1,12 3 19,-23-2-203,-38-11-6542,12 2 761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36.675"/>
    </inkml:context>
    <inkml:brush xml:id="br0">
      <inkml:brushProperty name="width" value="0.05" units="cm"/>
      <inkml:brushProperty name="height" value="0.05" units="cm"/>
    </inkml:brush>
  </inkml:definitions>
  <inkml:trace contextRef="#ctx0" brushRef="#br0">11 134 11450,'0'0'2850,"0"0"-598,0 0-275,0 0-584,0 0-260,0 0-13,-2-5-242,0 2-779,1 0-1,0-1 1,0 0-1,0 1 1,0-1-1,0 0 1,1 1-1,0-1 1,0 0 0,0 0-1,0 1 1,0-1-1,1 0 1,0 1-1,0-1 1,0 0 0,0 1-1,0-1 1,1 1-1,-1 0 1,1-1-1,0 1 1,1-1-99,11-23 166,-4 12 276,-8 45-188,-4 49-68,0-46-27,1 0 1,2 0-1,0 0 1,3 0-1,1-1 1,2 4-160,-7-34-6,1 0 0,-1 0 0,1 0 0,0 0 1,-1-1-1,1 1 0,0 0 0,0-1 0,0 1 1,1-1-1,-1 1 0,0-1 0,1 1 0,-1-1 1,0 0-1,1 0 0,0 0 0,-1 0 0,1 0 1,0 0-1,-1 0 0,1 0 0,0-1 1,0 1-1,0-1 0,-1 1 0,1-1 0,2 0 6,-1 1-256,1-2-1,-1 1 0,1 0 1,0-1-1,-1 0 0,1 0 1,-1 0-1,1 0 0,-1 0 1,1-1-1,-1 1 0,0-1 1,0 0-1,1-1 257,20-17-6629</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37.021"/>
    </inkml:context>
    <inkml:brush xml:id="br0">
      <inkml:brushProperty name="width" value="0.05" units="cm"/>
      <inkml:brushProperty name="height" value="0.05" units="cm"/>
    </inkml:brush>
  </inkml:definitions>
  <inkml:trace contextRef="#ctx0" brushRef="#br0">200 38 3753,'0'0'9554,"0"0"-6141,0 0-1058,-7 30-95,-21 95-685,27-118-1460,-11 62 1183,12-65-1178,0 0 1,0 0 0,0 0 0,0 0 0,1 0 0,-1 0-1,1 0 1,0 0 0,0 0 0,2 2-121,-2-4 34,0-1 0,0 0 0,1 0 1,-1 0-1,1 1 0,-1-1 0,1-1 1,-1 1-1,1 0 0,0 0 0,-1-1 0,1 1 1,0 0-1,0-1 0,-1 0 0,1 1 1,0-1-1,0 0 0,0 0 0,0 0 0,-1 0 1,1-1-1,0 1 0,0 0 0,0-1-34,7 1 129,6-1-25,0 0 0,0-1 0,-1 0 0,1-1 0,-1-1-1,0-1 1,9-3-104,-15 5 8,-1 0-1,1-1 0,-1 0 0,0 0 0,0-1 1,0 0-1,0 0 0,-1-1 0,0 1 0,0-1 1,0-1-1,-1 1 0,0-1 0,2-3-7,-6 7 10,1-1 0,0 1 0,-1-1 1,1 0-1,-1 1 0,0-1 0,-1 0 0,1 0 0,0 0 0,-1 0 0,0 1 0,0-1 0,0 0 0,-1 0 0,1 0 0,-1 0 1,0 0-1,0 1 0,-1-4-10,-1 1 5,0 0 1,-1 1-1,1-1 1,-1 1-1,0-1 0,-1 1 1,1 0-1,-1 1 1,0-1-1,0 1 1,-1-1-6,-11-6-6,-1 0 1,1 1-1,-1 1 1,-1 1-1,0 0 1,0 2 0,-5-1 5,11 3-179,0 2 0,1 0 0,-1 0 0,0 1 0,0 1 0,0 0 0,0 1 0,-9 1 179,15-1-459,-1 1 0,1 0 0,0 0 0,0 1 1,0 0-1,0 0 0,0 1 0,1-1 0,-5 4 459,-28 26-5559</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0.804"/>
    </inkml:context>
    <inkml:brush xml:id="br0">
      <inkml:brushProperty name="width" value="0.05" units="cm"/>
      <inkml:brushProperty name="height" value="0.05" units="cm"/>
    </inkml:brush>
  </inkml:definitions>
  <inkml:trace contextRef="#ctx0" brushRef="#br0">132 45 10298,'0'0'3480,"0"0"-1504,0 0-696,0 0-498,0 0-167,0 0 57,24 0-15,122 0 494,-142 0-1061,-1 0 0,1-1 0,0 1 0,0-1 0,-1 0 0,1 0 0,0 0 0,-1 0-1,4-2-89,-7 3 25,0 0-1,1 0 0,-1-1 0,0 1 0,0 0 1,1 0-1,-1 0 0,0 0 0,0 0 0,0-1 1,1 1-1,-1 0 0,0 0 0,0-1 0,0 1 1,1 0-1,-1 0 0,0 0 0,0-1 0,0 1 1,0 0-1,0-1 0,0 1 0,0 0 0,0 0 1,0-1-1,0 1 0,0 0 0,0 0 0,0-1 1,0 1-1,0 0 0,0-1 0,0 1 1,0 0-1,0 0 0,0-1 0,0 1 0,0 0 1,-1 0-26,-19-11 535,-6 6-518,-1 0 0,1 2 0,-1 1 0,1 1 0,-1 2 0,0 0 0,-9 3-16,30-2 0,1 0 0,-1 0 0,1 0 0,-1 1 0,1 0 0,0 0 0,0 0 0,0 1-1,0 0 1,1 0 0,-1 0 0,1 0 0,0 1 0,0-1 0,1 1 0,0 0 0,-1 0 0,2 0 0,-1 1-1,0-1 1,1 1 0,0 0 0,1-1 0,-1 1 0,1 0 0,0 0 0,0 0 0,1 4 0,3-9 1,0 1 0,0 0 0,1-1 1,-1 1-1,0-1 0,1 0 0,-1 0 1,1-1-1,3 1-1,0 1 9,6 2-9,-1 0 0,0 1 1,-1 1-1,1 0 1,-1 0-1,0 1 0,-1 0 1,1 1-1,-1 1 1,-1-1-1,0 1 0,0 1 1,-1 0-1,0 0 1,6 11-1,-5-5 4,-2 0 0,0 0 0,-1 0 0,0 1 0,-1 0 1,-1 0-1,-1 0 0,-1 1 0,0-1 0,-1 1 1,-1 7-5,0-23 33,1-1 1,-1 1 0,0 0-1,0 0 1,0-1 0,0 1-1,0 0 1,-1-1 0,1 1-1,0 0 1,-1-1 0,0 1-1,1 0 1,-1-1 0,0 1 0,1-1-1,-1 1 1,0-1 0,0 0-1,0 1 1,-1-1 0,1 0-1,-1 1-33,-1-1 123,-1 0 0,1 0 0,0 0 0,-1-1 0,1 0 0,-1 0 0,1 0-1,-1 0 1,1 0 0,-4-1-123,0 0-30,-2 0 63,0-2-1,0 1 1,0-2-1,0 1 1,1-1-1,0 0 1,-1-1-1,2 1 1,-1-2-1,0 1 1,1-1-1,0 0 1,1-1-1,-1 0 1,1 0-1,1 0 1,-4-6-33,8 13-73,1 0 1,0-1 0,0 1 0,0 0 0,0 0 0,0-1 0,-1 1-1,1 0 1,0 0 0,0-1 0,0 1 0,0 0 0,0 0 0,0-1-1,0 1 1,0 0 0,0-1 0,0 1 0,0 0 0,0 0 0,0-1-1,0 1 1,0 0 0,0-1 0,0 1 0,1 0 0,-1 0 0,0-1-1,0 1 1,0 0 0,0 0 0,0 0 0,1-1 0,-1 1-1,0 0 1,0 0 0,0 0 0,1-1 0,-1 1 0,0 0 0,0 0-1,1 0 1,-1 0 0,0 0 0,1-1 0,-1 1 0,0 0 0,0 0-1,1 0 1,-1 0 0,0 0 0,1 0 72,58-10-7371,-27 2-18</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1.516"/>
    </inkml:context>
    <inkml:brush xml:id="br0">
      <inkml:brushProperty name="width" value="0.05" units="cm"/>
      <inkml:brushProperty name="height" value="0.05" units="cm"/>
    </inkml:brush>
  </inkml:definitions>
  <inkml:trace contextRef="#ctx0" brushRef="#br0">175 17 7786,'0'0'2187,"0"0"41,0 0-1042,0 0-649,0 0-251,0 0-81,15-1-22,-7 1-1033,40-1 3846,-42 0-449,-38 1-862,-115 0 312,338-10-1923,-155 7-52,-29 3 462,-11 0-97,-27 2 157,-48 6 57,-114 19 341,215-28-2609,48-7-5709,-40-2-1222</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2.698"/>
    </inkml:context>
    <inkml:brush xml:id="br0">
      <inkml:brushProperty name="width" value="0.05" units="cm"/>
      <inkml:brushProperty name="height" value="0.05" units="cm"/>
    </inkml:brush>
  </inkml:definitions>
  <inkml:trace contextRef="#ctx0" brushRef="#br0">234 53 8146,'0'0'2102,"0"0"194,0 0-701,0 0-453,0 0 106,0 0 128,-13-8 194,-43-26-185,53 33-1300,1-1-1,-1 1 0,0 0 0,0-1 0,0 1 1,0 1-1,0-1 0,0 0 0,0 1 0,0-1 0,-1 1 1,1 0-1,0 0 0,0 0 0,0 1 0,0-1 1,0 1-1,0 0 0,0 0 0,0 0 0,0 0 0,0 0 1,0 0-1,0 1 0,1-1 0,-1 1 0,1 0 1,-1 0-1,1 0 0,0 0 0,-1 1 0,1-1 0,0 0 1,1 1-1,-1 0 0,0 0-84,-6 10 25,1 0 0,0 1 0,1-1 0,1 2 0,0-1 0,0 6-25,2-12 147,-1 5-60,0-1-1,1 1 1,1 0 0,0 0 0,0 0 0,1 0-1,1 0 1,0 0 0,1 0 0,1 1 0,1 3-87,-2-15 23,0 0 1,1 0 0,0 0-1,0 0 1,0 0 0,-1 0 0,2 0-1,-1-1 1,0 1 0,0-1-1,0 1 1,1-1 0,-1 0-1,1 0 1,-1 0 0,1 0-1,-1-1 1,1 1 0,0-1 0,-1 1-1,1-1 1,0 0 0,-1 0-1,1 0-23,72-2 478,-67 1-441,2 1-21,-1-2 1,0 1-1,-1-1 1,1 0-1,0-1 1,0 0 0,-1 0-1,0-1 1,0 0-1,0-1 1,0 0-1,0 0 1,-1 0 0,1-2-17,-4 3 14,0-1 0,0 1 0,0-1 0,0 0 0,-1 0 1,0 0-1,0-1 0,0 1 0,0-1 0,-1 0 0,0 1 1,-1-1-1,1 0 0,-1 0 0,0 0 0,0 0 0,-1 0 1,0 0-1,0-1 0,0 1 0,-1-1-14,0 3 11,0 0-1,0 1 1,0-1-1,0 0 1,-1 1 0,1-1-1,-1 1 1,0 0 0,0 0-1,0-1 1,-1 1-1,1 1 1,-1-1 0,0 0-1,1 1 1,-1-1-1,-2 0-10,-60-35-34,31 20-80,34 18 46,0 0 1,0 0-1,-1 0 1,1 0-1,0 0 1,0 0-1,0 0 1,0 0-1,-1 0 0,1 0 1,0 0-1,0 0 1,0 0-1,0 0 1,-1 0-1,1 0 1,0 0-1,0 0 0,0 0 1,0-1-1,0 1 1,-1 0-1,1 0 1,0 0-1,0 0 0,0 0 1,0 0-1,0-1 1,0 1-1,0 0 1,-1 0-1,1 0 1,0 0-1,0 0 0,0-1 1,0 1-1,0 0 1,0 0-1,0 0 1,0 0-1,0-1 1,0 1-1,0 0 0,0 0 1,0 0-1,0 0 1,0-1-1,0 1 1,0 0-1,0 0 0,0 0 1,1 0-1,-1-1 1,0 1-1,0 0 1,0 0-1,0 0 1,0 0 67,12-2-6437,-10 2 6068,22-2-9661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3.649"/>
    </inkml:context>
    <inkml:brush xml:id="br0">
      <inkml:brushProperty name="width" value="0.05" units="cm"/>
      <inkml:brushProperty name="height" value="0.05" units="cm"/>
    </inkml:brush>
  </inkml:definitions>
  <inkml:trace contextRef="#ctx0" brushRef="#br0">158 0 1504,'0'0'6992,"0"0"-3393,0 0-1374,0 0-856,0 0-420,0 0-205,0 1-573,-1 0 0,1 0-1,-1 0 1,1-1-1,-1 1 1,1 0-1,0 0 1,-1 0-1,1 0 1,0 0 0,0 0-1,0 0 1,0 0-1,-1 0 1,2 0-1,-1 0 1,0 0 0,0 0-1,0 0-170,5 13 264,1-1 1,0 0-1,1-1 1,0 0-1,7 9-264,22 39 450,-9 6-133,-3 1-1,-3 1 0,-3 0 0,-3 2 0,-3 0 0,2 45-316,-3 81 1381,-11 152-1381,-2-268 106,-4-1 0,-3 1 0,-4-2 0,-4 0 0,-12 34-106,11-64 233,-2-1-1,-2-1 1,-1-1 0,-3-2 0,-2 0-1,-1-1 1,-3-2 0,-3 1-233,30-35 242,-30 29 194,33-34-147,0 0 0,1 0-1,-1 0 1,0 0-1,0 0 1,0 0-1,0 0 1,0-1 0,0 1-1,0-1 1,0 0-1,0 1 1,0-1-289,1 0 204,1 0-371,0 0-466,0 0-417,9 13-5366,-3-8-405</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5.318"/>
    </inkml:context>
    <inkml:brush xml:id="br0">
      <inkml:brushProperty name="width" value="0.05" units="cm"/>
      <inkml:brushProperty name="height" value="0.05" units="cm"/>
    </inkml:brush>
  </inkml:definitions>
  <inkml:trace contextRef="#ctx0" brushRef="#br0">0 192 2985,'0'0'7580,"0"0"-4960,0 0-1882,0 0-255,0 0-234,26 0-94,189 0 2217,-77-5 991,10-7-3363,109-4 1002,263-7 4,644-30 167,-990 49-1085,532-32 389,136-1 288,713 38-600,-560 3-125,-945-4-25,-20 2 20,0-2 1,0-2-1,0 0 0,12-5-35,-40 6 616,-6 1-1339,-8-1-1650,-8 1-2896</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7.173"/>
    </inkml:context>
    <inkml:brush xml:id="br0">
      <inkml:brushProperty name="width" value="0.05" units="cm"/>
      <inkml:brushProperty name="height" value="0.05" units="cm"/>
    </inkml:brush>
  </inkml:definitions>
  <inkml:trace contextRef="#ctx0" brushRef="#br0">0 0 8042,'0'0'2360,"0"0"-1424,0 0-191,0 0-417,0 0-280,0 0-48,0 0 0,3 8 8,-3-5-8,0-1 16,0-2-8,0 3 0,0-3-8,0 0-1049,0 3-1351,3-3-585,0 0-1896</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7.514"/>
    </inkml:context>
    <inkml:brush xml:id="br0">
      <inkml:brushProperty name="width" value="0.05" units="cm"/>
      <inkml:brushProperty name="height" value="0.05" units="cm"/>
    </inkml:brush>
  </inkml:definitions>
  <inkml:trace contextRef="#ctx0" brushRef="#br0">0 0 1168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8.253"/>
    </inkml:context>
    <inkml:brush xml:id="br0">
      <inkml:brushProperty name="width" value="0.05" units="cm"/>
      <inkml:brushProperty name="height" value="0.05" units="cm"/>
    </inkml:brush>
  </inkml:definitions>
  <inkml:trace contextRef="#ctx0" brushRef="#br0">25 40 1168,'34'9'-743,"-17"-5"6920,-6-1 1160,-11 2-7014,0-1-1,0 1 1,0 0-1,-1-1 1,1 1-1,-1 0 1,-1 4-323,0-6 234,1 0 0,-1 0-1,0 0 1,0 0 0,0-1 0,0 1 0,0 0 0,-1-1 0,1 0 0,-1 1-1,0-1 1,1 0 0,-1 0 0,0-1 0,0 1 0,0 0 0,-1-1 0,1 0-1,0 0 1,0 0 0,-1 0 0,1 0 0,-1-1 0,1 0 0,0 1 0,-1-1-1,0-1-233,3-2 82,0-1 0,0 0-1,1 0 1,-1 0-1,1 0 1,0 1-1,0-1 1,0 0-1,1-3-81,-1 1 75,0 2-72,1-1 0,0 1 1,1 0-1,-1 0 0,1 0 1,-1 0-1,1 0 0,1 0 1,-1 0-1,0 1 0,1-1 1,0 1-1,0-1 0,0 1 1,0 0-1,0 0 0,1 1 1,-1-1-1,1 1 0,0-1 1,-1 1-1,2 0-3,0-1-4,0 1 1,0-1-1,0 1 0,0 0 0,0 0 1,0 0-1,1 1 0,-1 0 1,1 0-1,-1 1 0,1-1 1,-1 1-1,1 0 0,0 1 0,-1-1 1,1 1-1,-1 0 0,1 1 4,-3-1 0,-1 1-1,1 0 1,-1 0-1,1 0 0,-1 1 1,0-1-1,0 1 1,0-1-1,0 1 0,-1 0 1,1-1-1,-1 1 1,0 0-1,1 1 1,16 42-6,-13-23 36,-1 0 1,-1 0-1,0 0 1,-2 0-1,-1 0 1,0 0-1,-2 0 1,-1 1-1,-2 7-30,0-14 136,-1 0-1,0 0 0,-1-1 0,-1 0 0,-1 0 0,0-1 1,-1 0-1,0 0 0,-2-1 0,1 0 0,-2-1 0,0-1 1,0 0-1,-1 0-135,10-11 61,1 1 0,-1-1 0,1 0 0,-1 0 0,0 0 0,1 0 0,-1-1 0,0 1 0,0-1 0,1 0 0,-1 0 0,-3-1-61,-4 1 55,10-2-42,0-1 0,0 1 0,0 0 1,0-1-1,0 1 0,1-1 0,-1 1 1,1-1-1,-1 1 0,1-1 0,0 0 1,0 1-1,0-1 0,1 1 0,0-4-13,-1 1 11,0 1-12,0-1 0,0 1 0,0 0 0,1-1 0,0 1 0,0 0 1,0-1-1,1 1 0,-1 0 0,1 0 0,0 0 0,0 0 0,0 0 0,1 1 0,-1-1 0,1 1 0,0-1 0,0 1 1,0 0-1,1 0 0,-1 0 0,1 1 0,-1-1 0,1 1 0,0 0 0,0 0 0,0 0 0,0 1 0,0-1 0,1 1 1,-1 0-1,2 0 1,0 0-5,0 1 0,0-1 0,0 1 0,1 1 1,-1-1-1,0 1 0,0 0 0,0 1 0,0 0 1,0-1-1,0 2 0,0-1 0,-1 1 0,1 0 1,-1 0-1,2 1 5,2 4-1,-1-1 1,-1 1 0,1 1 0,-1-1 0,-1 1-1,1 0 1,-2 1 0,5 7 0,-1 2 212,-7-16-328,-1 1-1,1 0 1,0-1-1,0 1 1,0-1 0,1 0-1,-1 0 1,1 1-1,0-2 1,0 1 116,-2-2-239,1-1 1,-1 1-1,0-1 1,1 1-1,-1-1 0,1 0 1,-1 0-1,1 1 1,-1-1-1,1 0 0,-1-1 1,1 1-1,-1 0 1,1 0-1,-1-1 1,1 1-1,-1 0 0,1-1 1,-1 0-1,0 1 1,1-1-1,-1 0 0,0 0 1,0 1-1,1-1 1,-1 0-1,0 0 0,0-1 1,0 1-1,0-1 239,20-17-7519</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49.016"/>
    </inkml:context>
    <inkml:brush xml:id="br0">
      <inkml:brushProperty name="width" value="0.05" units="cm"/>
      <inkml:brushProperty name="height" value="0.05" units="cm"/>
    </inkml:brush>
  </inkml:definitions>
  <inkml:trace contextRef="#ctx0" brushRef="#br0">1 79 10178,'0'0'2503,"0"0"-661,0 0-283,0 0-745,0 0-418,0 0-188,28-9 45,142-45 1319,-118 38 964,-51 16-1962,-1 0-100,0 0-126,0 0-71,-12 0 189,-16 0-303,0 2 0,1 1 1,-4 2-164,19-3 20,1 0 0,-1 1 0,1 1 0,0 0 0,0 0 0,1 1 0,-1 1 1,-6 4-21,14-6 9,1-1 0,0 1 0,1 0 1,-1 0-1,0 0 0,1 0 1,0 1-1,0-1 0,0 0 0,1 0 1,0 1-1,-1-1 0,1 0 1,1 0-1,-1 4-9,0 7 14,-1-5-16,0 32 15,1-40-11,0-1-1,0 0 1,0 1 0,0-1 0,1 1 0,-1-1 0,0 0-1,1 1 1,-1-1 0,1 0 0,0 1 0,-1-1 0,1 0-1,0 0 1,0 0 0,0 1 0,0-1 0,0 0-1,0 0 1,0 0 0,0-1 0,0 1 0,0 0 0,1 0-2,0 0 0,14 4 6,-1 2-1,0 0 0,0 0 1,-1 2-1,0 0 1,0 0-6,-10-5 1,0-1 0,0 1 0,0 0 0,-1 1 0,1-1 0,-1 1 0,0-1 0,-1 1 0,1 0 0,-1 0 0,0 0 0,0 0 0,0 0 0,-1 1 0,0-1 0,0 1 0,0-1 0,-1 1 0,1-1 0,-2 3-1,2-1 14,-1 1 0,-1-1-1,1 1 1,-1-1 0,-1 0 0,1 1-1,-1-1 1,-2 3-14,3-8 5,0 0 0,0 0-1,0 0 1,0 0 0,-1-1 0,1 1 0,-1 0 0,0 0-1,1-1 1,-1 1 0,0-1 0,0 0 0,0 1-1,0-1 1,0 0 0,0 0 0,-1 0 0,1-1 0,0 1-1,0 0 1,-1-1 0,1 1 0,0-1 0,-1 0-1,1 0 1,0 0 0,-2 0-5,-74-10-2519,65 9-1087,2 1-1274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50.609"/>
    </inkml:context>
    <inkml:brush xml:id="br0">
      <inkml:brushProperty name="width" value="0.05" units="cm"/>
      <inkml:brushProperty name="height" value="0.05" units="cm"/>
    </inkml:brush>
  </inkml:definitions>
  <inkml:trace contextRef="#ctx0" brushRef="#br0">97 64 4457,'0'0'1696,"0"0"-253,0 0-33,0 0 102,0 0 50,0 0-260,8-4-429,2-1-764,1 1 0,-1 1 0,1-1 0,0 2 0,0-1 0,0 2-1,0-1 1,0 1 0,2 1-109,62 0 95,-75 0-60,-7-16-1277,-3 12 1313,-1 1 0,0 0 0,0 0 0,-1 1 1,1 0-1,-1 1 0,1 1 0,0 0 0,-1 0 0,-6 2-71,-11-2 847,26 1-798,1-1-1,-1 1 1,1 0 0,-1 0 0,1 0 0,0 0 0,-1 0 0,1 0 0,0 0-1,0 1 1,0-1 0,0 1 0,0 0 0,0 0 0,0-1 0,0 1 0,1 0-1,-1 1 1,1-1 0,-1 0 0,1 0 0,0 1 0,0-1 0,0 0-1,0 1 1,0-1 0,1 1 0,-1-1 0,1 1 0,0 2-49,-3 11 198,0 1 1,2-1 0,0 0-1,1 4-198,0-19 26,24-1 534,-10-1-465,-1 1 1,0 1-1,0 1 1,0 0 0,0 0-1,0 1 1,0 1-1,7 3-95,-15-5 0,1 1 0,-1 1-1,0-1 1,0 1-1,0 0 1,0 0 0,0 0-1,-1 0 1,0 1 0,0 0-1,0 0 1,-1 0-1,1 0 1,-1 1 0,-1-1-1,1 1 1,-1 0 0,0 0-1,1 4 1,10 44 53,-12-50 50,0 1-1,-1-1 1,1 0-1,-1 0 1,0 0-1,0 0 1,-1 0-1,1 1 1,-1-1-1,0 0 1,0 0-1,-1 1-102,1-3 41,-1 0 1,1-1-1,-1 1 0,0 0 0,0-1 0,0 0 1,0 1-1,0-1 0,0 0 0,-1 0 1,1 0-1,0 0 0,0 0 0,-1-1 0,1 1 1,-1-1-1,0 1-41,-42 3 178,-6-5-364,-21 0-2493,2 8-6043,44-2 2104</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51.436"/>
    </inkml:context>
    <inkml:brush xml:id="br0">
      <inkml:brushProperty name="width" value="0.05" units="cm"/>
      <inkml:brushProperty name="height" value="0.05" units="cm"/>
    </inkml:brush>
  </inkml:definitions>
  <inkml:trace contextRef="#ctx0" brushRef="#br0">83 1 5129,'0'0'2118,"0"0"-28,0 0 358,0 0-1025,0 0-496,0 0-248,-3 21-292,2-10-385,-7 60 1511,2 36-1513,1 9 1520,-5 0 1,-5 1-1521,-1 8 1609,1 74-1609,15-181 65,-3 35 152,3 1 0,2 0 0,2 0 1,3 0-1,2-1 0,5 9-217,149 474 295,-160-523-356,1-1 0,0 0 0,1 0-1,1 0 1,-1 0 0,2-1 0,0 0 0,0 0 0,1-1 0,0 0-1,8 7 62,-7-9-129,0-2 0,1 1 0,0-1 0,0 0 0,0-1 0,1 0 0,0-1-1,0 0 1,0 0 0,0-2 0,0 1 0,1-1 0,11 0 129,69 3-7367,12-3 7367,-18-2-8094</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3:52.284"/>
    </inkml:context>
    <inkml:brush xml:id="br0">
      <inkml:brushProperty name="width" value="0.05" units="cm"/>
      <inkml:brushProperty name="height" value="0.05" units="cm"/>
    </inkml:brush>
  </inkml:definitions>
  <inkml:trace contextRef="#ctx0" brushRef="#br0">176 0 6633,'0'0'3560,"0"0"-1296,0 0-621,0 0-693,0 0-521,0 0-302,0 0-98,1 4 30,17 86 3216,18 47-3275,-19-77 426,-2 0-1,-2 2 1,-3-1-1,0 44-425,-10 504 1327,-2-578-1256,-2 0 1,-1 0-1,-1 0 1,-2-1-1,0 0 1,-3 0-1,0-1 1,-2 0-1,-2 0-71,-30 53-2288,-3-3 0,-24 26 2288,25-41-7239</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3.697"/>
    </inkml:context>
    <inkml:brush xml:id="br0">
      <inkml:brushProperty name="width" value="0.05" units="cm"/>
      <inkml:brushProperty name="height" value="0.05" units="cm"/>
    </inkml:brush>
  </inkml:definitions>
  <inkml:trace contextRef="#ctx0" brushRef="#br0">13 1 9338,'0'0'4162,"0"0"-1672,0 0-578,0 0-578,0 0-674,-9 4-151,6 2 1415,60-2-369,0-3 1,38-3-1556,6-1 105,-67 4-735,-5 1-6819,-24-2 1369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5:34.028"/>
    </inkml:context>
    <inkml:brush xml:id="br0">
      <inkml:brushProperty name="width" value="0.05" units="cm"/>
      <inkml:brushProperty name="height" value="0.05" units="cm"/>
    </inkml:brush>
  </inkml:definitions>
  <inkml:trace contextRef="#ctx0" brushRef="#br0">1 32 9114,'0'0'2945,"0"0"-713,0 0-176,0 0-839,0 0-329,0 0-64,0 0-344,161 2-152,-120-2-64,0-7-112,-3-4-152,-6 1 0,-3 7-1152,-8 0-1496,-7 3-4706</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6:37.840"/>
    </inkml:context>
    <inkml:brush xml:id="br0">
      <inkml:brushProperty name="width" value="0.05" units="cm"/>
      <inkml:brushProperty name="height" value="0.05" units="cm"/>
    </inkml:brush>
  </inkml:definitions>
  <inkml:trace contextRef="#ctx0" brushRef="#br0">227 0 6369,'0'0'1354,"0"0"-256,0 0-258,0 0-260,0 0-124,-4 5-161,-16 19 756,9-12 5318,-17 11-5764,21-20-402,0 0-1,0 0 1,0-1-1,-1 0 1,1 0-1,-1-1 1,1 0-1,-1-1 0,0 1 1,-1-1-203,0-5 1216,8 4-1192,1 1 0,-1-1 0,1 1 1,0 0-1,-1-1 0,0 1 0,1-1 0,-1 1 0,1 0 0,-1 0 0,1-1 0,-1 1 0,0 0 0,1 0 0,-1 0 0,1-1 1,-1 1-1,0 0 0,1 0 0,-1 0 0,0 0 0,1 0 0,-1 0 0,0 0 0,1 1 0,-1-1 0,1 0 0,-1 0 0,0 0 1,1 1-1,-1-1 0,1 0 0,-1 1 0,1-1 0,-1 1-24,-3 1 68,0 0 0,0 0 0,0 0 1,0-1-1,0 0 0,0 1 0,-1-1 0,1-1 0,0 1 0,-4 0-68,8-4 82,-1 0 0,1 0 0,0 0 0,0 0 1,0 0-1,0 1 0,1-1 0,-1 0 0,1 0 0,-1 0 0,1 0 0,1-2-82,3 3 5,-1 1 1,1 0-1,0-1 1,-1 2 0,1-1-1,0 0 1,0 1 0,-1 0-1,6 0-5,-9 0-1,-1 0 0,1 0 1,-1 1-1,1-1 0,-1 0 1,1 0-1,-1 0 0,0 1 1,1-1-1,-1 0 0,1 0 1,-1 1-1,0-1 0,1 0 1,-1 1-1,0-1 0,0 0 1,1 1-1,-1-1 0,0 0 1,0 1-1,1-1 0,-1 1 1,0-1-1,0 1 0,0-1 1,0 0-1,1 1 0,-1-1 1,0 1-1,0-1 0,0 1 1,0-1-1,0 1 0,0-1 1,0 1-1,-1-1 0,1 0 1,0 1-1,0-1 0,0 1 1,0-1-1,-1 1 0,1-1 1,0 0-1,0 1 0,-1-1 1,1 1-1,0-1 1,-9 18 61,8-16-51,-1 0-1,1-1 1,-1 1-1,0 0 1,1-1-1,-1 0 1,0 1-1,0-1 1,0 0-1,0 0 1,0 0-1,0 0 1,0 0-1,0-1 1,-2 1-10,3-1 3,1 0 0,-1 0 0,0-1 0,0 1 0,0 0 0,1 0 0,-1-1 0,0 1 0,1-1 0,-1 1 0,0-1 1,1 1-1,-1-1 0,0 1 0,1-1 0,-1 1 0,1-1 0,-1 0 0,1 1 0,0-1 0,-1 0 0,1 0 0,-1 1 0,1-1 0,0 0 0,0 0 0,0 1 0,-1-1 0,1 0 0,0 0 0,0 0 0,0 0 0,0 1 0,0-1 1,0 0-1,0 0 0,1 0 0,-1 1 0,0-2-3,0-1-11,1-1 0,-1 1 0,1-1 0,0 0 0,0 1 0,0-1 0,0 1 0,1 0 0,-1-1 0,1 1 0,0 0 0,0 0 0,2-3 11,-3 5-5,0 0 1,0 0-1,0 0 0,1 0 1,-1-1-1,0 2 0,0-1 1,1 0-1,-1 0 0,1 0 1,-1 0-1,1 1 0,-1-1 1,1 1-1,-1-1 0,1 1 1,-1 0-1,1 0 0,0-1 1,-1 1-1,1 0 0,-1 0 1,1 1-1,0-1 0,-1 0 1,1 0-1,-1 1 0,1-1 1,-1 1-1,1-1 0,-1 1 1,1 0-1,-1 0 0,1 0 5,0 1 0,-1 1-1,1-1 0,-1 0 0,0 1 0,0-1 1,0 1-1,0-1 0,0 1 0,0-1 1,-1 1-1,0 0 0,1-1 0,-1 1 1,0 0-1,0-1 0,0 1 0,-1 2 1,1-4 7,1 1-1,-1 0 0,0-1 0,0 1 1,0-1-1,0 1 0,-1-1 1,1 1-1,0 0 0,-1-1 0,1 1 1,-1-1-1,1 1 0,-1-1 1,0 0-1,0 1 0,1-1 0,-1 0 1,0 1-1,0-1 0,0 0 1,0 0-1,-1 0 0,1 0 1,0 0-1,0 0 0,-1 0 0,1 0 1,-1 0-7,1-3 6,0 0 0,1 0 0,-1 0 0,1 0 0,-1 0 0,1 0 0,0-1 0,0 1 0,0 0 1,0 0-1,0 0 0,1-1-6,-1-1 5,-1 2-10,1-1 0,0 0 0,0 1 0,0-1 0,0 1 0,0-1 0,1 0 0,-1 1 0,1-1 0,-1 1 0,1-1 0,0 1 0,0-1-1,0 1 1,1 0 0,-1 0 0,0-1 0,1 1 0,0 0 0,-1 0 0,1 0 0,0 1 0,0-1 0,0 0 0,0 1 0,0-1 0,1 1 0,-1 0 0,0-1-1,1 1 1,-1 0 0,0 1 0,1-1 0,0 0 0,-1 1 0,1-1 0,-1 1 0,1 0 0,-1 0 0,1 0 0,0 0 0,-1 0 0,1 1 0,-1-1 0,1 1-1,0-1 1,-1 1 0,0 0 0,1 0 5,-2 0 0,0-1-1,0 0 1,-1 1 0,1-1-1,0 0 1,0 1-1,0-1 1,-1 1-1,1-1 1,0 1-1,-1 0 1,1-1-1,0 1 1,-1 0 0,1-1-1,-1 1 1,1 0-1,-1 0 1,0-1-1,1 1 1,-1 0-1,0 0 1,1 0 0,-1 0-1,0 0 1,0-1-1,0 1 1,0 0-1,0 0 1,0 0-1,0 0 1,0 0-1,0 0 1,0 0 0,0 0-1,-1-1 1,1 1-1,0 0 1,0 0-1,-1 0 1,1-1-1,-1 2 1,0 0 3,0 0-1,0 1 1,0-1-1,0 0 1,-1 0-1,1 1 1,-1-1-1,0 0 1,1 0-1,-1-1 1,0 1-1,0 0 1,-2 1-3,2-2 6,1 0 1,-1 0 0,0 0-1,1-1 1,-1 1-1,0 0 1,0-1 0,0 1-1,1-1 1,-1 1 0,0-1-1,0 0 1,0 0-1,0 0 1,0 0 0,0 0-1,1-1 1,-1 1 0,0 0-1,0-1 1,0 1-1,0-1 1,1 0 0,-3 0-7,3-1-15,-1-1 0,1 1 0,0 0 0,0 0 0,0 0 0,0-1 0,0 1 0,0 0 0,0-1 0,1 1 0,-1-1 0,1 1 0,0-1 0,0 1 0,0-1 0,0 1 0,0-2 15,2 4-320,0 0 0,-1 0 0,1 0 1,0 0-1,-1 0 0,1 0 0,-1 1 1,1-1-1,0 1 0,-1-1 0,1 1 1,-1 0-1,1-1 0,-1 1 0,0 0 1,1 0-1,0 1 320,4 12-4580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4.165"/>
    </inkml:context>
    <inkml:brush xml:id="br0">
      <inkml:brushProperty name="width" value="0.05" units="cm"/>
      <inkml:brushProperty name="height" value="0.05" units="cm"/>
    </inkml:brush>
  </inkml:definitions>
  <inkml:trace contextRef="#ctx0" brushRef="#br0">9 78 3793,'0'0'4954,"0"0"-2021,0 0-563,0 0-70,0 0-38,-1-9-343,-7-40 872,11 48-2591,-1 0 1,1 0-1,-1 0 0,1 0 0,-1 0 0,1 0 0,0 1 0,-1-1 1,1 1-1,0 0 0,0 0 0,2 0-200,1-1 250,99-6 348,1 4 1,32 6-599,6 0 65,-65-3-1738,-83 1 927,0 0 1,1 0-1,-1 1 1,0-1-1,1 1 1,-1 0-1,1 0 1,0 0-1,-2 2 746,-11 6-2531,-16 4-3781</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4.580"/>
    </inkml:context>
    <inkml:brush xml:id="br0">
      <inkml:brushProperty name="width" value="0.05" units="cm"/>
      <inkml:brushProperty name="height" value="0.05" units="cm"/>
    </inkml:brush>
  </inkml:definitions>
  <inkml:trace contextRef="#ctx0" brushRef="#br0">129 1 11763,'0'0'1605,"0"0"344,0 0-180,0 0-563,0 0 105,0 0 37,-20 16-88,-61 54-50,78-66-1130,0-1 0,1 0-1,-1 1 1,1 0 0,0 0 0,0-1 0,0 1 0,0 1-1,1-1 1,-1 0 0,1 0 0,0 0 0,0 1 0,1-1-1,0 0 1,-1 1 0,1-1 0,1 1 0,-1-1 0,1 3-80,0 12 285,-1 18 126,1 0 0,2 0 0,2 0 0,1 0 1,9 27-412,-11-51 37,0 0 0,1 0 0,1 0 0,0-1 0,0 0 0,2 0 0,-1 0 0,1-1 0,1 0 0,0-1 0,1 0 0,0 0 0,0-1 0,1 0 1,0-1-1,0 0 0,3 0-37,2 0 32,0-1 0,1 0 1,-1-1-1,1-1 1,0-1-1,1 0 1,13 1-33,6-2 53,0-2 1,0-1 0,7-3-54,-34 2 5,-1 0 1,0-1 0,-1 0 0,1 0 0,0-1-1,-1-1 1,1 1 0,-1-1 0,0-1-1,0 0 1,1-1-6,-5 4-72,-1 0-1,0 0 1,0-1-1,0 1 1,-1-1-1,1 0 0,0 0 1,-1 0-1,0 0 1,0 0-1,0-1 1,0 1-1,0-1 1,-1 1-1,1-1 1,-1 1-1,0-1 0,0 0 1,0 0-1,-1 1 1,0-1-1,1 0 1,-1 0-1,0 0 1,-1 0-1,1 0 1,-1-1 72,0 2-153,0 1 0,0 1 0,0-1 0,0 0 0,0 0 1,0 0-1,-1 0 0,1 1 0,0-1 0,-1 1 0,0-1 1,1 1-1,-1-1 0,0 1 0,0 0 0,1 0 0,-1 0 1,-2-1 152,-42-13-3322,37 12 2437,-98-20-9192,59 12 2174</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4.948"/>
    </inkml:context>
    <inkml:brush xml:id="br0">
      <inkml:brushProperty name="width" value="0.05" units="cm"/>
      <inkml:brushProperty name="height" value="0.05" units="cm"/>
    </inkml:brush>
  </inkml:definitions>
  <inkml:trace contextRef="#ctx0" brushRef="#br0">0 37 9218,'0'0'2328,"0"0"569,0 0-496,0 0-969,0 0-224,0 0 144,0 0-15,29 8-153,7-8-224,10 0-512,7-11-112,3 1-336,-1-3 184,1 7-184,-6 1-304,11 5-1120,-14 5-2609,-12 9-2336</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8.933"/>
    </inkml:context>
    <inkml:brush xml:id="br0">
      <inkml:brushProperty name="width" value="0.05" units="cm"/>
      <inkml:brushProperty name="height" value="0.05" units="cm"/>
    </inkml:brush>
  </inkml:definitions>
  <inkml:trace contextRef="#ctx0" brushRef="#br0">34 1 12899,'0'0'1707,"0"0"193,0 0 139,0 0-973,0 0-667,0 0 170,-2 28 385,-16 188 1153,15-185-1674,-7 112 638,9-126-1029,2 0 1,0 0-1,1 0 1,0 0-1,2 0 1,4 15-43,-6-25 17,1-1 0,0 1 0,0-1 0,0 0 0,1 0 0,-1-1 0,2 1 0,-1-1 0,0 0 0,1 0 0,0 0 0,0-1 0,1 1 0,-1-1 0,1 0 0,0-1 0,0 0 0,2 1-17,-3-2-130,-1 0 0,1-1 0,0 0 1,-1 0-1,1 0 0,0-1 0,0 0 0,0 0 0,0 0 1,-1 0-1,3-1 130,-1 0-561,-1-1 0,1 1 0,-1-1 0,0 0 0,1 0 1,-1-1-1,0 0 0,0 0 0,-1 0 0,5-3 561,15-13-6113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9.270"/>
    </inkml:context>
    <inkml:brush xml:id="br0">
      <inkml:brushProperty name="width" value="0.05" units="cm"/>
      <inkml:brushProperty name="height" value="0.05" units="cm"/>
    </inkml:brush>
  </inkml:definitions>
  <inkml:trace contextRef="#ctx0" brushRef="#br0">1 1 1320,'0'0'11675,"0"0"-7970,0 0-1410,0 0-451,29 21-537,94 73-237,-107-80-860,1 1 0,-2 0 0,0 2 0,-1-1 0,-1 2 0,-1 0 0,4 7-210,14 20 163,-21-32-240,-3-7-13,-1 0 0,-1 1 1,1-1-1,-1 1 0,-1 0 1,1 0-1,-1 0 0,0 1 0,0-1 1,-1 1-1,1 4 90,-11-12-7506,-8-2-1659</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9.616"/>
    </inkml:context>
    <inkml:brush xml:id="br0">
      <inkml:brushProperty name="width" value="0.05" units="cm"/>
      <inkml:brushProperty name="height" value="0.05" units="cm"/>
    </inkml:brush>
  </inkml:definitions>
  <inkml:trace contextRef="#ctx0" brushRef="#br0">287 0 13595,'0'0'1720,"0"0"-239,0 0-105,0 0 24,-117 150 16,73-94-223,3-4-377,9-7-368,6-16-208,11-5-192,6-6 0,6-13-96,3-2-48,0-3-784,0 0-1177,12-8-2055,9-10-4002</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09.948"/>
    </inkml:context>
    <inkml:brush xml:id="br0">
      <inkml:brushProperty name="width" value="0.05" units="cm"/>
      <inkml:brushProperty name="height" value="0.05" units="cm"/>
    </inkml:brush>
  </inkml:definitions>
  <inkml:trace contextRef="#ctx0" brushRef="#br0">1 0 13899,'0'0'1780,"0"0"53,14 23 134,-1-4-1550,-2-4-116,-1 2 1,0-1-1,-1 1 1,-1 1-1,-1-1 1,0 1-1,-1 1 0,0 5-301,2 12 692,-3 0-1,-1 1 0,-1-1 0,-2 12-691,-2-30 120,0 1 0,-1 0-1,-1-1 1,0 1 0,-2-1 0,0 0 0,-1 0 0,-1 0 0,-2 2-120,4-10-12,2-6-41,1 0 0,0-1 0,0 1 0,0 1 0,1-1 1,-1 0-1,1 0 0,0 1 0,0 1 53,21-5-3453,11-1-678,6 0-2025</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0.292"/>
    </inkml:context>
    <inkml:brush xml:id="br0">
      <inkml:brushProperty name="width" value="0.05" units="cm"/>
      <inkml:brushProperty name="height" value="0.05" units="cm"/>
    </inkml:brush>
  </inkml:definitions>
  <inkml:trace contextRef="#ctx0" brushRef="#br0">0 27 8970,'0'0'4561,"0"0"-3393,0 0 1249,0 0-345,0 0-920,0 0-688,0 0-87,108-13-193,-70 8-136,0-1 8,-5 4-56,-7 2 0,0 0-312,-5 0-1729,-10 8-848,-5 7-3624</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0.632"/>
    </inkml:context>
    <inkml:brush xml:id="br0">
      <inkml:brushProperty name="width" value="0.05" units="cm"/>
      <inkml:brushProperty name="height" value="0.05" units="cm"/>
    </inkml:brush>
  </inkml:definitions>
  <inkml:trace contextRef="#ctx0" brushRef="#br0">0 32 7058,'0'0'5217,"0"0"-3297,0 0 425,0 0-817,0 0-304,0 0-168,0 0-223,29 16-161,7-16-424,7-8-80,4-3-168,15-2-416,-10 5-1809,-8 0-2520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0.965"/>
    </inkml:context>
    <inkml:brush xml:id="br0">
      <inkml:brushProperty name="width" value="0.05" units="cm"/>
      <inkml:brushProperty name="height" value="0.05" units="cm"/>
    </inkml:brush>
  </inkml:definitions>
  <inkml:trace contextRef="#ctx0" brushRef="#br0">1 54 11690,'0'0'4077,"0"0"-2719,0 0-151,0 0 804,10 27-516,-1-7-1271,18 48 1088,-2 2 1,-3 2-1313,16 54 1004,-40-142-901,0-1 1,2 1-1,0-1 0,0 1 1,2-4-104,0-29 15,-2 27-8,0 2-3,0 0 0,1 0 0,1 0 0,2-2-4,-2 15 0,0-1 0,0 1 0,1 0-1,0 0 1,0 0 0,1 0 0,0 0 0,0 1 0,1 0 0,0 0-1,0 0 1,2-1 0,1-1 0,0 0 1,0 1-1,1 0 0,0 1 0,0 0 0,0 0 0,1 1 0,0 0 0,0 1 0,6-2 0,-12 5-1,0 0 0,0 0 0,1 0 0,-1 0 0,0 1-1,1 0 1,-1 0 0,0 0 0,1 0 0,-1 1-1,0 0 1,0 0 0,1 0 0,-1 0 0,0 1 0,0-1-1,0 1 1,0 0 0,-1 0 0,1 1 0,0-1-1,-1 1 1,0 0 0,1 0 0,-1 0 0,0 0 0,0 1 1,5 6-2,-1 0 0,-1 0 0,1 0 1,-2 1-1,1 0 0,-2 0 1,1 1-1,-1-1 0,-1 1 0,1 5 2,1 18 2,-1-1 0,-1 34-2,-2-37-25,1 0-1,1 0 1,2 0 0,2 3 25,-6-31-125,-1 0 1,1 0-1,1-1 0,-1 1 1,0 0-1,1 0 0,0-1 1,-1 1-1,1-1 0,0 0 1,0 1-1,0-1 0,1 0 1,-1 0 124,26 11-5617,-5-11-2006</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1.300"/>
    </inkml:context>
    <inkml:brush xml:id="br0">
      <inkml:brushProperty name="width" value="0.05" units="cm"/>
      <inkml:brushProperty name="height" value="0.05" units="cm"/>
    </inkml:brush>
  </inkml:definitions>
  <inkml:trace contextRef="#ctx0" brushRef="#br0">1 1 9570,'0'0'4886,"0"0"-2540,0 0-768,0 0-102,0 0-213,13 24-255,45 82-38,-50-87-750,-1 0 1,0 0-1,-1 1 1,-2 0-1,0 0 0,0 0 1,-2 1-1,-1-1 1,-1 12-221,-2 40-2063,1-35-2599,1-57-851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1.670"/>
    </inkml:context>
    <inkml:brush xml:id="br0">
      <inkml:brushProperty name="width" value="0.05" units="cm"/>
      <inkml:brushProperty name="height" value="0.05" units="cm"/>
    </inkml:brush>
  </inkml:definitions>
  <inkml:trace contextRef="#ctx0" brushRef="#br0">220 0 11763,'0'0'1724,"0"0"66,0 0-854,0 0-565,0 0 34,0 0 232,-15 24 154,-110 168 1683,115-179-2269,1 1 0,0 1-1,1-1 1,0 2 0,2-1-1,-1 1 1,2 0 0,0 0 0,1 0-1,1 1 1,0-1 0,1 8-205,3-23 31,-1 0 0,1 0 0,0 0 0,0 0 0,0 0 0,0 0 1,0-1-1,0 1 0,0 0 0,0 0 0,0-1 0,1 1 0,-1 0 1,0-1-1,0 0 0,1 1 0,-1-1 0,0 0 0,0 1 0,1-1 1,-1 0-1,0 0 0,1 0 0,-1 0 0,1 0-31,38 2 543,-39-2-535,185 5 696,-169-3-819,-1 1-1,1 0 0,-1 2 1,6 1 115,34 9-6668,-36-12 692</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2.365"/>
    </inkml:context>
    <inkml:brush xml:id="br0">
      <inkml:brushProperty name="width" value="0.05" units="cm"/>
      <inkml:brushProperty name="height" value="0.05" units="cm"/>
    </inkml:brush>
  </inkml:definitions>
  <inkml:trace contextRef="#ctx0" brushRef="#br0">79 32 7994,'0'0'1243,"0"0"145,0 0 187,0 0-479,0 0-509,0 0-192,-16 0 101,5 0-1420,-36 1 4664,43-1-2186,7 1-153,33 2 139,175 1 1223,146-17-2763,24-1 563,153 14-382,-518 0-148,-1-1 0,1 0 0,0-1-1,-1-1 1,13-4-33,-85 7-1752,26 13-2274,0-1-2541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3.198"/>
    </inkml:context>
    <inkml:brush xml:id="br0">
      <inkml:brushProperty name="width" value="0.05" units="cm"/>
      <inkml:brushProperty name="height" value="0.05" units="cm"/>
    </inkml:brush>
  </inkml:definitions>
  <inkml:trace contextRef="#ctx0" brushRef="#br0">63 93 11843,'0'0'1549,"0"0"-562,0 0 624,0 0-16,0 25-221,1 1-962,1-2 155,-1 0-1,-2 0 0,0 1 0,-1-1 1,-2 0-1,-1 3-566,1-14 341,1-1 1,-2 0-1,0 0 0,0 0 1,-1-1-1,-1 0 1,-4 6-342,7-17 1114,2-10-688,2-14-307,0 22-26,0 0-81,-1-21 81,1 1 0,0-1 0,2 1-1,1-1 1,1 1 0,1 0 0,1 0 0,1-2-93,-1 10 13,1-6-1,1 1-1,0 0 0,2 0 0,0 0 1,1 1-1,1 1 0,4-4-11,-15 20-2,0 0 0,0 1 0,0-1-1,0 0 1,0 0 0,1 1 0,-1-1 0,0 1 0,1-1 0,-1 1-1,0-1 1,1 1 0,-1 0 0,0 0 0,1 0 0,-1 0 0,0 0-1,1 0 1,-1 0 0,1 0 0,-1 0 0,0 0 0,1 1 0,-1-1-1,0 1 1,1-1 0,-1 1 0,1 0 2,2 1-9,0 1 1,0-1-1,0 1 1,0 0-1,-1 0 0,1 0 1,2 3 8,27 36-7,29 44 7,-27-34 8,18 18-8,-40-55 0,0 0 0,1-2-1,0 0 1,1 0 0,1-1 0,10 5 0,-23-15 1,1 0-1,-1 0 1,0 0 0,1-1-1,-1 1 1,1-1 0,0 0-1,0 0 1,-1 0 0,1-1 0,0 1-1,0-1 1,0 0 0,-1 0-1,1 0 1,0-1 0,0 1-1,0-1 1,-1 0 0,3-1-1,-1 0 2,-1 0 0,1-1 1,0 0-1,-1 0 0,1 0 0,-1-1 1,0 0-1,0 1 0,0-2 1,-1 1-1,1 0 0,-1-1 0,0 0-2,5-8 9,-1-1-1,0 1 1,-1-1-1,-1 0 1,-1 0-1,0-1 1,0 1-1,-1-1 0,-1 0 1,-1-2-9,0-4 1,-1 1 0,-1-1 0,0 0-1,-2 1 1,-1 0 0,-4-16-1,8 36-81,-1-1 0,1 1 0,0 0 0,0-1 0,0 1 0,0 0 0,0-1 0,0 1 0,0-1 0,0 1 0,0 0 0,0-1 0,0 1 0,0 0 0,0-1 0,0 1 0,0-1 0,0 1 0,0 0 0,0-1 0,0 1 0,0 0 1,1-1-1,-1 1 0,0 0 0,0-1 0,0 1 0,1 0 0,-1 0 0,0-1 0,1 1 0,-1 0 0,0 0 0,0-1 0,1 1 0,-1 0 0,0 0 0,1 0 0,-1-1 0,0 1 0,1 0 0,-1 0 0,1 0 0,-1 0 0,0 0 0,1 0 0,-1 0 0,1 0 81,17-3-6400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3.772"/>
    </inkml:context>
    <inkml:brush xml:id="br0">
      <inkml:brushProperty name="width" value="0.05" units="cm"/>
      <inkml:brushProperty name="height" value="0.05" units="cm"/>
    </inkml:brush>
  </inkml:definitions>
  <inkml:trace contextRef="#ctx0" brushRef="#br0">1 28 6105,'0'0'5750,"0"0"-3262,0 0-1021,0 0-280,0 0-320,0 0-12,0 0 196,5 0 1273,127-5 803,9-7-3127,-73 6 102,-56 5-409,35-2-109,-23 7-5575,-21 0 22,-2-1-4847</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14.098"/>
    </inkml:context>
    <inkml:brush xml:id="br0">
      <inkml:brushProperty name="width" value="0.05" units="cm"/>
      <inkml:brushProperty name="height" value="0.05" units="cm"/>
    </inkml:brush>
  </inkml:definitions>
  <inkml:trace contextRef="#ctx0" brushRef="#br0">1 1 11386,'0'0'2305,"0"0"-1345,0 0 1209,0 0-505,0 0-272,0 0-512,158 10-263,-94-10-305,-2 0-208,-4 0-88,-2-5-16,-9 3-48,-1 2-1345,-13 0-3208,-10 0-5249</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2.928"/>
    </inkml:context>
    <inkml:brush xml:id="br0">
      <inkml:brushProperty name="width" value="0.05" units="cm"/>
      <inkml:brushProperty name="height" value="0.05" units="cm"/>
    </inkml:brush>
  </inkml:definitions>
  <inkml:trace contextRef="#ctx0" brushRef="#br0">50 61 14459,'0'0'3732,"0"0"-1357,0 0-690,0 0-714,0 0-481,0 0-164,31-1-9,210-10 460,-216 11-733,-18 1-57,-1-1-1,1 0 1,-1 0 0,1 0-1,0-1 1,-1 0 0,0 0-1,1 0 1,-1-1 0,0 0-1,5-2 14,-11 3-32,1 1 0,-1 0 0,1 0 0,-1-1 0,0 1 0,1 0 0,-1 0-1,0-1 1,1 1 0,-1 0 0,0-1 0,1 1 0,-1 0 0,0-1 0,0 1 0,1-1-1,-1 1 1,0 0 0,0-1 0,0 1 0,0-1 0,0 1 0,0-1 0,1 1-1,-1 0 1,0-1 0,0 1 0,0-1 0,0 1 0,-1-1 0,1 1 0,0-1 0,0 1-1,0-1 1,0 1 0,0 0 0,0-1 0,-1 1 0,1-1 0,0 1 0,0 0-1,-1-1 1,1 1 0,0 0 0,-1-1 0,1 1 0,0 0 0,-1-1 0,1 1 0,0 0-1,-1 0 1,1-1 0,-1 1 0,1 0 32,-23-9-334,-1 5 309,0 2 0,-1 0 0,1 1 1,-1 2-1,1 0 0,-2 2 25,13-1 22,0 1 0,0 1 0,0 0 0,1 0 0,-1 1-1,1 1 1,1 0 0,-1 1 0,1 0 0,0 1 0,-9 8-22,9-7 128,1 1 1,-1 0-1,2 1 0,-5 5-128,11-12 83,0 1-1,1 0 1,-1-1 0,1 1-1,0 0 1,0 0-1,0 0 1,0 0 0,1 0-1,0 1 1,0-1-1,1 0 1,-1 3-83,47-7 367,-8-1-331,-14-1-26,0 1 1,0 1-1,0 1 0,12 3-10,-28-3 0,-1 0-1,1 0 1,-1 1 0,0 0-1,0 0 1,0 1-1,0 0 1,-1 0-1,0 0 1,1 1 0,-1 0-1,-1 0 1,1 1-1,-1 0 1,0-1-1,1 4 1,1 1-7,-1 1 0,0 0 0,-1 1 0,0 0 0,-1-1 0,0 2 0,-1-1 0,0 0 0,1 11 7,-2 0 4,0 0 0,-2 0 0,0 0-1,-2 0 1,0 0-4,1-18 67,0 0 0,-1 1-1,0-1 1,0 0-1,0 0 1,0 0 0,-1 0-1,0 0 1,0 0-1,0-1 1,0 1-1,-1-1 1,0 0 0,0 0-1,0 0 1,0-1-1,0 1 1,-1-1 0,0 0-1,-3 1-66,5-2 61,0-1-1,0 1 0,0-1 1,-1 0-1,1 0 1,0 0-1,-1 0 0,1-1 1,-1 1-1,1-1 1,-1 0-1,1 0 0,-1 0 1,1-1-1,-1 1 1,1-1-1,0 0 0,-1 0 1,1 0-1,0 0 1,-1-1-1,1 1 0,0-1 1,0 0-1,0 0 1,1 0-1,-1 0 0,0 0 1,1-1-1,-1 1 1,1-1-1,-2-1-60,-3-8-34,-1 0-1,2 0 1,0-1-1,0 0 1,1 0 0,1 0-1,0 0 1,1-1 0,0 0-1,1 1 1,1-1-1,0 0 1,1 0 0,1-9 34,-1 21-157,0-1 0,0 0 1,1 0-1,-1 0 0,1 0 1,0 1-1,0-1 0,0 0 1,0 1-1,0-1 0,1 0 1,-1 1-1,1 0 0,-1-1 1,1 1-1,0 0 0,0 0 1,0 0-1,0 0 0,3-1 157,31-19-5944,-1 7-4481</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3.317"/>
    </inkml:context>
    <inkml:brush xml:id="br0">
      <inkml:brushProperty name="width" value="0.05" units="cm"/>
      <inkml:brushProperty name="height" value="0.05" units="cm"/>
    </inkml:brush>
  </inkml:definitions>
  <inkml:trace contextRef="#ctx0" brushRef="#br0">9 40 4369,'0'0'8671,"0"0"-5373,0 0-893,0 0-709,0 0-560,0 0-521,-7 2 1411,7-2-1958,0 0 1,0 0-1,0 0 1,0 0-1,0-1 0,0 1 1,0 0-1,0 0 1,0 0-1,0 0 0,0 0 1,0 0-1,0 0 0,0 0 1,0 0-1,0 0 1,0 0-1,0-1 0,0 1 1,-1 0-1,1 0 1,0 0-1,0 0 0,0 0 1,0 0-1,0 0 1,0 0-1,0 0 0,0 0 1,0 0-1,0 0 0,0 0 1,0 0-1,0 0 1,0-1-69,10-4 15,1 0 1,-1 1-1,1 0 1,1 0-1,-1 1 1,0 0-1,1 1 1,-1 1-1,1 0 1,0 0-1,1 1-15,-12 0-1,-1 1-1,1-1 0,0 1 0,0-1 1,0 1-1,-1-1 0,1 1 0,0-1 0,-1 1 1,1 0-1,0-1 0,-1 1 0,1 0 1,-1-1-1,1 1 0,-1 0 0,1 0 1,-1 0-1,0-1 0,1 1 0,-1 0 0,0 0 1,0 0-1,0 0 0,1 0 0,-1 0 1,0 0-1,0-1 0,0 1 0,0 0 1,-1 0-1,1 0 0,0 0 0,0 0 0,0 0 1,-1 0-1,1-1 0,-1 1 0,1 0 1,0 0-1,-1 0 0,1-1 0,-1 1 1,0 0-1,1-1 0,-1 1 0,0 0 0,1-1 1,-1 1 1,-6 0 75,0 1 0,0-1 0,1-1 0,-1 1 0,0-1 0,-6-1-75,12 1-51,-1 0 0,1 0 0,0-1 0,-1 1 0,1 0 1,0-1-1,-1 1 0,1-1 0,0 1 0,-1-1 0,1 1 0,0-1 1,0 0-1,0 0 0,-1 0 0,1 0 0,0 0 0,0 0 1,0 0-1,1 0 0,-1 0 0,0 0 0,0 0 0,0 0 1,1-1-1,-1 1 0,1 0 0,-1-1 0,1 1 0,0 0 0,-1-1 1,1 1-1,0-1 0,0 1 0,0-1 51,0-5-2871,0 1-2362</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4.729"/>
    </inkml:context>
    <inkml:brush xml:id="br0">
      <inkml:brushProperty name="width" value="0.05" units="cm"/>
      <inkml:brushProperty name="height" value="0.05" units="cm"/>
    </inkml:brush>
  </inkml:definitions>
  <inkml:trace contextRef="#ctx0" brushRef="#br0">0 90 14899,'0'0'2339,"0"0"-684,0 0 167,0 0-190,0 0-361,0 0-289,3-6-309,1-2-563,0 1-1,1-1 0,0 1 0,1 0 1,0 0-1,0 1 0,0-1 0,1 1 1,0 1-1,0-1 0,6-3-109,-12 9 0,-1 0 0,1 0 0,-1 0 0,1 0 0,-1 0-1,0-1 1,1 1 0,-1 0 0,1 0 0,-1 0 0,1 0 0,-1 1 0,1-1 0,-1 0 0,1 0-1,-1 0 1,1 0 0,-1 0 0,0 1 0,1-1 0,-1 0 0,1 0 0,-1 1 0,1-1 0,-1 0 0,0 0-1,1 1 1,-1-1 0,0 0 0,0 1 0,1-1 0,-1 1 0,0-1 0,0 0 0,1 1 0,-1-1-1,0 1 1,0-1 0,0 1 0,0-1 0,0 1 0,1-1 0,-1 1 0,4 26-4,-3-20 35,12 154 571,-12-113-515,3-1 0,1 1-1,3-2 1,1 1 0,3 1-87,-11-47-18,-1 0 0,0 1 0,0-1 0,1 0 0,-1 0 0,0 0-1,1 0 1,-1 0 0,1 0 0,-1 0 0,1 0 0,0 0 0,0 0 0,-1 0 0,1 0 0,0 0 0,0 0 0,0-1 0,0 1 0,0 0 0,0-1 0,0 1 0,0 0 0,0-1-1,0 1 1,0-1 0,0 0 0,1 1 0,-1-1 0,0 0 0,0 0 0,0 0 0,0 0 0,1 0 0,-1 0 0,0 0 0,0 0 0,0 0 0,1-1 0,-1 1 0,0 0 0,0-1-1,0 1 1,0-1 0,0 1 0,0-1 0,0 0 0,0 1 0,0-1 0,0 0 0,0 0 0,0 0 18,8-7-794,-1 1 1,0-1-1,0-1 1,-1 1-1,1-3 794,-5 7-684,24-31-4799</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5.081"/>
    </inkml:context>
    <inkml:brush xml:id="br0">
      <inkml:brushProperty name="width" value="0.05" units="cm"/>
      <inkml:brushProperty name="height" value="0.05" units="cm"/>
    </inkml:brush>
  </inkml:definitions>
  <inkml:trace contextRef="#ctx0" brushRef="#br0">4 2 15427,'0'0'1853,"0"0"-598,0 0 441,0 29-320,-2 15-953,0-3 233,3 1 0,4 35-656,-5-71 56,1 0 1,0 1-1,0-1 0,1 0 0,0 0 0,0 0 0,0 0 1,1 0-1,0 0 0,0-1 0,0 1 0,1-1 0,0 0 0,0 0 1,0 0-1,0 0 0,1-1 0,0 0 0,0 0 0,0 0 0,1-1 1,-1 1-1,1-1 0,0-1 0,-1 1 0,1-1 0,1 0 1,-1 0-1,0-1 0,3 1-56,2 0 42,0-1-1,0-1 1,0 1-1,1-2 1,-1 1 0,0-2-1,0 0 1,0 0 0,0-1-1,0 0 1,0 0 0,-1-2-1,0 1 1,0-1 0,0-1-1,0 0 1,0 0-42,-2 0 82,-1-1-1,1 1 1,-1-1-1,0-1 1,-1 1 0,0-1-1,0 0 1,0-1 0,-1 1-1,-1-1 1,2-3-82,-4 7 57,0 0 0,-1 0 1,1 0-1,-1 0 0,0 0 0,0 0 0,-1-1 0,1 1 0,-1 0 0,0 0 1,-1-1-1,1 1 0,-1 0 0,0 0 0,-1-1 0,1 1 0,-1 0 0,0 0 1,0 1-1,-1-1 0,1 0 0,-2 0-57,-2-5 24,-1 1-1,-1 0 1,0 1 0,0-1 0,-1 2 0,0-1-1,0 1 1,-1 0 0,1 1 0,-2 0-1,1 1 1,-1 0 0,-9-3-24,11 5-161,1 1 1,0 0 0,-1 0-1,0 1 1,1 0 0,-1 1-1,0-1 1,1 2 0,-1-1-1,1 1 1,-1 1 0,0-1-1,1 1 1,0 1-1,0 0 1,-1 0 0,2 0-1,-1 1 1,0 1 160,-36 27-3995,8 5-2719</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5.744"/>
    </inkml:context>
    <inkml:brush xml:id="br0">
      <inkml:brushProperty name="width" value="0.05" units="cm"/>
      <inkml:brushProperty name="height" value="0.05" units="cm"/>
    </inkml:brush>
  </inkml:definitions>
  <inkml:trace contextRef="#ctx0" brushRef="#br0">1 40 5961,'0'0'2888,"0"0"-237,0 0-29,0 0-354,0 0-613,0 0-452,43 0 1290,133 7-1079,69 15-1414,126 8-21,142-31 149,423-59-128,-468 23 623,-441 36-580,-26 1-19,-1 0 52,0 0-8,-24 1-4672,7 4-29</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6.560"/>
    </inkml:context>
    <inkml:brush xml:id="br0">
      <inkml:brushProperty name="width" value="0.05" units="cm"/>
      <inkml:brushProperty name="height" value="0.05" units="cm"/>
    </inkml:brush>
  </inkml:definitions>
  <inkml:trace contextRef="#ctx0" brushRef="#br0">0 102 8250,'0'0'3003,"0"0"-501,0 0-196,0 0-376,0 0-522,0 0-429,6-12-231,-2 4-635,0 1 0,0-1 0,1 1 0,0 0 0,0 0 0,1 0 1,0 1-1,1-1-113,-3 4 45,-1 0 0,1 1 0,0-1 0,0 1 0,0 0 0,0 0 0,0 0 0,0 1 0,0 0 0,1 0 0,-1 0 0,1 0 0,-1 0 0,1 1 0,-1 0 0,0 0 0,1 0 0,-1 1 1,1-1-1,3 2-45,-5-1-1,1 0 0,0 1 0,-1 0 1,1 0-1,-1 0 0,0 0 1,0 0-1,0 1 0,0-1 0,0 1 1,0 0-1,-1 0 0,1 0 1,-1 0-1,0 0 0,0 1 0,0-1 1,0 1-1,-1-1 0,1 1 1,-1 0 0,5 11 2,-1 1 1,-1-1 0,-1 1 0,2 10-3,-1 2 31,-1 1 1,-1 0 0,-2 0 0,-2 20-32,1-41 17,1 0 0,-1 0 1,-1 0-1,0 0 0,0 0 0,0 0 0,-1-1 0,0 1 0,-1-1 0,0 0 0,0 0 0,0 0 0,-1 0 0,0-1 0,0 1 0,0-1 1,-1-1-1,0 1 0,-1-1-17,6-4 33,0 0 0,-1 0 0,1 0 0,-1 0 0,1-1 0,-1 1 0,1 0 0,-1-1 0,1 1 0,-1-1 0,1 1 0,-1-1 0,0 0 0,1 0 0,-1 0-1,0 0 1,1 0 0,-1 0 0,0 0 0,1-1 0,-1 1 0,1-1 0,-1 1 0,0-1 0,1 1 0,-1-1 0,1 0 0,0 0 0,-1 0 0,1 0 0,0 0 0,-1 0 0,1 0 0,0 0 0,0 0 0,0-1 0,0 1 0,0 0 0,0-1 0,0 1 0,0-1 0,1 1 0,-1-1 0,1 1 0,-1-1 0,1 1 0,-1-2-33,-2-7 74,-1 0 0,2-1 0,-1 1 0,1-1 0,1 0-1,0-6-73,0 10 4,1 0-1,0 0 0,0 0 0,1 0 0,-1 1 1,2-1-1,-1 0 0,1-1-3,0 5 1,-1 1-1,0 0 1,1 0-1,-1 0 1,1 0-1,-1 0 1,1 0-1,0 0 1,0 1-1,0-1 1,0 1 0,0-1-1,0 1 1,0 0-1,1 0 1,-1 0-1,0 0 1,1 0-1,-1 0 1,1 1-1,-1-1 1,1 1 0,-1 0-1,1-1 0,2 1 1,0-1 1,0 0-1,0 1 0,1 0 0,-1 0 0,0 0 1,0 1-1,0 0 0,0 0 0,0 0 1,0 1-1,0-1 0,0 1 0,0 0 1,-1 1-1,1-1 0,-1 1 0,0 0 0,0 0 1,0 0-1,0 1 0,2 1-1,0 2 11,-1 1 0,0-1 0,0 1 0,-1 0 0,1 0 0,-2 0 0,1 0 0,-1 1 0,-1 0 0,0-1 0,0 1 0,0 6-11,-1 11 35,-2-21-33,1-1 0,0 1 0,0 0 0,0-1 0,1 1 0,-1-1 1,1 1-1,0-1 0,1 0 0,0 2-2,22-4-2732,-12-3 1830,-3 1 73,0-1 1,0 0-1,0 0 1,0-1-1,0 0 1,0 0-1,-1-1 1,5-2 828,31-17-8003</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7.132"/>
    </inkml:context>
    <inkml:brush xml:id="br0">
      <inkml:brushProperty name="width" value="0.05" units="cm"/>
      <inkml:brushProperty name="height" value="0.05" units="cm"/>
    </inkml:brush>
  </inkml:definitions>
  <inkml:trace contextRef="#ctx0" brushRef="#br0">80 37 9154,'0'0'3081,"0"0"-881,0 0-798,0 0-805,0 0-398,25-5-115,75-16-61,-84 15 3211,-32 3-2632,-27 2-738,36 0 147,0 1-1,1 0 1,-1 1-1,1 0 1,-1 0-1,1 0 1,0 0-1,-1 1 1,1 0-1,0 1 1,0-1-1,0 1 0,1 1 1,-1-1-1,1 1 1,-1 0-1,1 0 1,0 0-1,1 1 1,-1-1-1,1 1 1,0 0-1,0 1 1,0-1-1,1 1 1,0-1-1,-2 5-10,4-7 24,-1-1-1,1 1 1,0 0 0,0 0-1,0 0 1,0 0-1,0 0 1,0 0 0,1 0-1,-1 0 1,1 0-1,0 0 1,0 0 0,0 0-1,1 0 1,-1 0-1,1 0 1,0 0 0,-1 0-1,1 0 1,1 0-1,-1 0 1,0-1 0,1 1-1,-1 0 1,1-1 0,0 1-1,0-1 1,0 0-1,0 1 1,0-1 0,0 0-1,1 0 1,-1 0-1,1-1 1,-1 1 0,3 0-24,17 8 33,-1 1 1,-1 1 0,0 1 0,0 0 0,-1 1 0,4 6-34,-17-14-4,0 1 1,0 0-1,-1 0 1,0 1-1,0-1 1,0 1-1,-1 0 1,-1 0-1,1 1 1,-1-1-1,-1 1 1,1 0-1,-2 0 1,1 0-1,-1-1 1,0 2-1,-1-1 1,0 0 3,0-4 54,0 0 0,0 1 0,0-1 0,-1 0 1,0 0-1,0 0 0,0 0 0,0 0 0,-1 0 0,0-1 1,0 1-1,-3 4-54,3-6 94,-1-1-1,1 1 1,-1-1 0,0 1 0,0-1 0,0 0-1,0 0 1,0 0 0,0-1 0,0 1 0,-1-1-1,1 0 1,-1 0 0,1 0 0,-1 0 0,1 0 0,-1-1-1,0 0 1,0 0-94,-2 1 94,-1 0 0,0-1 0,0-1 0,0 1 0,0-1 0,0 0 0,1 0 0,-1-1 1,0 0-1,-3-1-94,9 2-25,0 0 0,-1 1 1,1-1-1,0 0 1,0 0-1,-1 0 1,1 0-1,0 0 0,0 0 1,0 0-1,0 0 1,0 0-1,0 0 0,1-1 1,-1 1-1,0 0 1,1-1-1,-1 1 1,1-1-1,-1 0 25,1-1-135,0 1-1,0-1 1,0 1-1,0-1 1,1 1-1,-1 0 1,1-1-1,0 1 1,-1-1 0,1 1-1,0 0 1,1 0-1,-1-1 1,0 1-1,1 0 1,-1 0-1,1 0 136,26-26-4000,11 3-2592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7.516"/>
    </inkml:context>
    <inkml:brush xml:id="br0">
      <inkml:brushProperty name="width" value="0.05" units="cm"/>
      <inkml:brushProperty name="height" value="0.05" units="cm"/>
    </inkml:brush>
  </inkml:definitions>
  <inkml:trace contextRef="#ctx0" brushRef="#br0">0 1 11330,'0'0'2809,"0"0"-953,0 0-151,0 0-361,0 0-448,0 0-224,0 0 321,123 0-257,-76 0-384,-3 0-232,-6 0-120,-3 0-416,0 0-1593,-12 0-959,-8 0-2721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7.866"/>
    </inkml:context>
    <inkml:brush xml:id="br0">
      <inkml:brushProperty name="width" value="0.05" units="cm"/>
      <inkml:brushProperty name="height" value="0.05" units="cm"/>
    </inkml:brush>
  </inkml:definitions>
  <inkml:trace contextRef="#ctx0" brushRef="#br0">0 51 7058,'0'0'6633,"0"0"-4657,0 0 201,0 0 447,0 0-1087,0 0-1009,0 0-408,158-8-120,-105-3-680,11 1-1905,-11 2-2048,-9-6-8154</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8:28.522"/>
    </inkml:context>
    <inkml:brush xml:id="br0">
      <inkml:brushProperty name="width" value="0.05" units="cm"/>
      <inkml:brushProperty name="height" value="0.05" units="cm"/>
    </inkml:brush>
  </inkml:definitions>
  <inkml:trace contextRef="#ctx0" brushRef="#br0">1 115 6065,'0'0'4456,"0"0"-1503,0 0-630,0 0-262,0 0-368,0 0-618,1-10-322,-1 5-721,1 1 0,0-1-1,0 1 1,0 0 0,0-1 0,1 1-1,0 0 1,0 0 0,0 0 0,0 0-1,1 0 1,-1 0 0,1 1-1,0-1 1,0 1 0,1 0 0,-1 0-1,0 0 1,1 0 0,0 1 0,0-1-1,0 1 1,0 0 0,0 0 0,0 0-1,0 1 1,1 0 0,-1-1-1,2 1-31,1-1 12,0 0 0,0 0 0,0 1-1,0 0 1,0 0 0,0 1-1,0 0 1,0 0 0,0 0-1,0 1 1,5 1-12,-8-1 6,-1 1 0,1 0 0,-1-1 0,1 1 0,-1 0 0,0 1 0,0-1 0,0 1 0,0-1-1,0 1 1,-1 0 0,1 0 0,-1 0 0,0 0 0,0 0 0,0 1 0,0-1 0,-1 1 0,1-1 0,-1 1 0,1 2-6,3 14 31,0 0 0,-1 1 0,-1 0 0,-1-1 0,-1 1 0,-1 0 0,-1 0 0,-1 0 0,0 0 1,-3 4-32,3-16 93,0-1 0,0 0 0,-1 0 1,-1-1-1,1 1 0,-1-1 1,0 1-1,-1-1 0,0-1 1,0 1-1,0-1 0,-1 1 1,0-2-1,0 1 0,-1-1 0,1 1 1,-1-2-1,0 1 0,0-1 1,-1 0-1,0-1 0,1 0 1,-1 0-1,0 0 0,0-1 1,-1 0-1,1-1 0,-4 1-93,11-3 16,0 1 0,1-1 0,0 1 0,-1-1-1,1 1 1,-1-1 0,1 0 0,0 1 0,-1-1 0,1 1 0,0-1 0,-1 0-1,1 1 1,0-1 0,0 0 0,0 1 0,0-1 0,0 0 0,0 1-1,0-1 1,0 0 0,0 0 0,0 1 0,0-1 0,0 0 0,0 1 0,0-1-1,1 0 1,-1 1 0,0-1 0,1 1 0,-1-1 0,1 0-16,10-23-20,-8 22 20,0 1-1,0-1 1,1 1-1,-1 0 1,1 0-1,-1 1 1,0-1-1,1 1 1,-1 0-1,1 0 1,-1 0-1,1 0 1,-1 0-1,1 1 1,-1 0-1,1 0 1,-1 0-1,0 0 1,1 0 0,-1 0-1,0 1 1,0 0-1,0 0 1,0 0-1,0 0 1,0 0 0,11 9-8,-1 1 0,0 1 1,0 0-1,7 10 8,-1-2-3,-16-17 17,1 0 1,0-1 0,0 0 0,1 1-1,-1-1 1,0-1 0,1 1 0,0-1-1,0 0 1,0 0 0,0 0 0,0-1-1,0 1 1,0-1 0,0 0 0,1-1 0,-1 1-1,0-1 1,0 0 0,1-1 0,-1 1-1,0-1 1,0 0 0,1 0 0,-1-1-1,0 1 1,0-1 0,4-3-15,-2 2 23,-1 0-1,0-1 1,1 0 0,-1-1-1,-1 1 1,1-1 0,-1 0-1,0 0 1,0-1 0,0 0-1,-1 0 1,0 0 0,0 0-1,0 0 1,-1-1 0,0 0-1,0 0 1,-1 0 0,0 0-1,1-5-22,2-41-375,-9 37-4077,-6 15-1398</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0:59:05.059"/>
    </inkml:context>
    <inkml:brush xml:id="br0">
      <inkml:brushProperty name="width" value="0.05" units="cm"/>
      <inkml:brushProperty name="height" value="0.05" units="cm"/>
    </inkml:brush>
  </inkml:definitions>
  <inkml:trace contextRef="#ctx0" brushRef="#br0">1 1 656,'0'0'4033,"0"0"-3697,88 187-336,-12-124 392,12-16 72,8-13-280,7-20-184,2-14-104,35-11-616,-28-20-848,-22-9-1073</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1.787"/>
    </inkml:context>
    <inkml:brush xml:id="br0">
      <inkml:brushProperty name="width" value="0.05" units="cm"/>
      <inkml:brushProperty name="height" value="0.05" units="cm"/>
    </inkml:brush>
  </inkml:definitions>
  <inkml:trace contextRef="#ctx0" brushRef="#br0">0 0 15539,'0'0'2126,"0"0"-1004,0 0-178,4 31 292,-1-12-1004,19 203 1874,-15 0 39,4 59-461,-11-405-407,10-78-1277,-8 177 68,10-138 26,14-39-94,-26 200-4,0 0 1,0 0 0,0 0 0,1 0-1,-1 0 1,1 0 0,-1 0-1,1 0 1,0 0 0,-1 1 0,1-1-1,0 0 1,0 0 0,1 1-1,-1-1 1,0 1 0,0-1 0,1 1-1,-1-1 1,1 1 0,-1 0-1,2-1 4,-1 2-5,0 0 0,-1 0 0,1 1 0,0-1 0,0 0-1,-1 1 1,1-1 0,0 1 0,0 0 0,-1 0 0,1-1-1,-1 1 1,1 0 0,-1 0 0,1 0 0,-1 1 0,0-1-1,1 0 1,-1 0 0,0 1 0,0-1 0,0 1 0,0-1 0,0 1-1,0 1 6,27 41-12,-1 2 0,-3 0 0,-2 2-1,-2 0 1,7 29 12,0-3 71,37 69-71,-61-136 4,0 0 1,1 0-1,0-1 0,0 1 1,0-1-1,1 0 1,0 0-1,0 0 0,1 0 1,0-1-1,0 0 1,0-1-1,0 1 0,1-1 1,0 0-1,0-1 1,0 1-1,0-2 1,0 1-1,1-1 0,-1 0 1,1 0-1,-1-1 1,1 0-1,0 0 0,6-1-4,-9 1 8,0-1 0,-1 0 0,1 0 0,-1 0-1,1-1 1,0 1 0,-1-1 0,1 0 0,-1 0-1,1-1 1,-1 0 0,0 1 0,0-1 0,0-1 0,0 1-1,0 0 1,0-1 0,0 0 0,-1 0 0,0 0-1,1 0 1,-1-1 0,0 1 0,-1-1 0,1 0-1,-1 0 1,1 0 0,-1 0 0,0 0 0,-1-1-1,1 1 1,-1 0 0,0-1 0,0 0-8,6-26 71,-1-1 1,-2 0 0,-1 0-1,-1 0 1,-2 0 0,-2 0-1,-4-30-71,-2 27 57,-1 1-1,-1 0 1,-2 0 0,-1 1-1,-2 1 1,-1 0-1,-6-6-56,12 20-387,16 25-1582,24 28-2735,-1-13-1234</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2.158"/>
    </inkml:context>
    <inkml:brush xml:id="br0">
      <inkml:brushProperty name="width" value="0.05" units="cm"/>
      <inkml:brushProperty name="height" value="0.05" units="cm"/>
    </inkml:brush>
  </inkml:definitions>
  <inkml:trace contextRef="#ctx0" brushRef="#br0">0 1 14659,'0'0'3089,"0"0"-673,0 0 137,0 0-1105,0 0-816,0 0-152,0 0-48,129 7-175,-88-7-201,-3 0 0,-3 0-56,-5 0-8,-4 0-401,-11 3-1111,-7 2-1456,-8 1-3050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2.488"/>
    </inkml:context>
    <inkml:brush xml:id="br0">
      <inkml:brushProperty name="width" value="0.05" units="cm"/>
      <inkml:brushProperty name="height" value="0.05" units="cm"/>
    </inkml:brush>
  </inkml:definitions>
  <inkml:trace contextRef="#ctx0" brushRef="#br0">0 47 9642,'0'0'9106,"0"0"-7106,0 0 1089,0 0-1881,0 0-632,0 0-383,0 0 23,144 0-200,-89-7-16,30-9-889,-17 5-1743,-7-2-3113</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2.883"/>
    </inkml:context>
    <inkml:brush xml:id="br0">
      <inkml:brushProperty name="width" value="0.05" units="cm"/>
      <inkml:brushProperty name="height" value="0.05" units="cm"/>
    </inkml:brush>
  </inkml:definitions>
  <inkml:trace contextRef="#ctx0" brushRef="#br0">0 67 17860,'0'0'2519,"0"0"-511,0 0-509,0 0-789,31-10-437,99-27-109,-115 32-136,0 1 0,1 1 0,-1 1 0,1 0-1,0 1 1,0 0 0,7 2-28,9-1 17,-69 0 29,22-2-34,1 2 0,-1 0 0,1 0 0,-1 2 0,1 0 0,0 0 0,0 1 0,0 1 0,0 0 0,0 1 0,-8 5-12,17-8 9,-59 38 30,61-38-39,0 0 0,0 0-1,0 0 1,0 1 0,1-1 0,-1 1 0,1-1 0,0 1 0,0 0 0,0 0 0,0 0 0,0 1 0,0-1 0,1 0 0,0 1 0,0-1-1,0 1 1,-1 2 0,3-5 3,-1 0-1,1 0 0,0-1 0,0 1 0,-1 0 1,1-1-1,0 1 0,0-1 0,-1 1 0,1-1 1,0 1-1,0-1 0,0 0 0,0 1 0,0-1 1,0 0-1,0 0 0,0 0 0,-1 0 0,1 0 1,0 0-1,0 0 0,0 0 0,0 0 0,1 0-2,35 0 41,-29-1-39,12 1 5,-1 0 0,1 2 0,-1 0 0,0 1 0,0 1 0,0 1 0,0 0-1,0 2-6,-11-4 0,1 1-1,-1 1 1,-1-1-1,1 2 1,-1-1-1,1 1 0,-1 0 1,-1 0-1,1 1 1,-1-1-1,-1 2 1,1-1-1,-1 1 0,0-1 1,-1 1-1,0 1 1,0-1-1,0 2 1,2 7 36,-1 1 0,0 0 0,-2 0 0,0 1 0,-1-1 0,0 0 0,-2 1 0,0-1 0,-1 2-36,0-12 111,1 0 0,-1 0 0,0 0 0,-1 1 1,0-1-1,-1-1 0,1 1 0,-1 0 1,-1-1-1,1 1 0,-1-1 0,-1 0 1,1 0-1,-1-1 0,0 1 0,-1-1 0,0 0 1,0-1-1,0 1 0,0-1 0,-2 0-111,1-1 77,-1-1-1,0 0 0,0 0 1,0-1-1,0 0 0,0-1 1,0 1-1,-1-2 0,1 1 1,0-1-1,-1 0 1,1-1-1,0 0 0,-1 0 1,1-1-1,0 0 0,-3-1-76,4 0-27,0 1-1,0-1 0,0 0 1,0 0-1,0-1 0,1 0 1,-1 0-1,1-1 0,0 0 1,0 0-1,1 0 0,0-1 1,0 1-1,0-1 0,0 0 1,1-1-1,0 1 1,-3-7 27,6 7-314,-1 1 1,1 0-1,0 0 1,1-1-1,-1 1 1,1-1-1,0 1 1,0-1 0,1-4 313,8-27-7616,7 8-6290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3.251"/>
    </inkml:context>
    <inkml:brush xml:id="br0">
      <inkml:brushProperty name="width" value="0.05" units="cm"/>
      <inkml:brushProperty name="height" value="0.05" units="cm"/>
    </inkml:brush>
  </inkml:definitions>
  <inkml:trace contextRef="#ctx0" brushRef="#br0">91 1 4761,'0'0'9806,"0"0"-6328,-13 30-1099,-1 1-1741,4-9-205,0 0 0,2 0 0,0 1 0,1 1 0,2-1 0,0 1 0,-1 24-433,6-47 20,-3 28 453,2-1-1,1 1 1,1 0-1,2 0 0,1 5-472,-3-27 55,0-1-1,1 1 1,0-1 0,0 0-1,0 1 1,1-1-1,0 0 1,0 0-1,1-1 1,-1 1-1,1-1 1,0 1 0,1-1-1,0 0 1,-1-1-1,1 1 1,1-1-1,-1 0 1,1-1-1,-1 1 1,1-1 0,0 0-1,0 0 1,0-1-1,2 1-54,2 0 42,1-1 0,1 1 0,-1-2 0,0 0 0,0 0 0,0-1 0,1 0 0,-1-1 0,0 0 0,0-1 0,0 0 0,0-1 0,0 0 0,0-1 0,-1 0 0,1-1-1,-1 0 1,0 0 0,-1-1 0,0 0 0,1-1 0,-2 0 0,4-4-42,-1 0 102,-1 0 0,0 0 0,0-2 0,-1 1 0,-1-1 0,0 0 0,-1-1 0,0 0 0,-1 0 0,0 0 0,-2-1 0,1 0 0,-2 0 0,0 0 0,-1 0 0,0-15-102,-1 20 58,-1 1-1,0-1 1,-1 1 0,0 0-1,0-1 1,-1 1 0,0 0 0,-1 0-1,0 0 1,0 0 0,-3-3-58,3 7-34,0 1 0,-1-1 1,1 1-1,-1 0 0,0 0 1,0 0-1,0 0 0,-1 1 1,1 0-1,-1 0 0,0 0 1,0 0-1,0 1 0,0 0 1,0 0-1,-1 0 0,1 1 1,0-1-1,-1 1 0,-1 1 34,-14-3-628,0 1 0,0 1 0,0 1 0,1 0 0,-1 2 0,0 1 0,0 0 0,1 2 0,0 0 0,-14 6 628,-51 19-8266</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4.454"/>
    </inkml:context>
    <inkml:brush xml:id="br0">
      <inkml:brushProperty name="width" value="0.05" units="cm"/>
      <inkml:brushProperty name="height" value="0.05" units="cm"/>
    </inkml:brush>
  </inkml:definitions>
  <inkml:trace contextRef="#ctx0" brushRef="#br0">0 1 15771,'0'0'2849,"0"0"-1117,0 0-363,9 27-25,-2-4-1064,12 41 1211,25 53-1491,-20-63 602,72 180 823,-90-365 549,-6 117-1970,0 0 0,1 0-1,0 0 1,1 0 0,1 0 0,0 0 0,1 0 0,0 1-1,1-1 1,1 1 0,0 1 0,1-1 0,0 1 0,1 0-1,0 1 1,1-1 0,6-4-4,-5 5-12,1 0-1,0 1 0,1 0 1,0 1-1,0 0 0,12-5 13,-18 11-5,0 0-1,0 0 1,1 1-1,-1-1 1,1 1-1,0 1 1,-1-1-1,1 1 1,0 1-1,0-1 1,0 1-1,0 0 1,0 1-1,-1-1 1,1 1-1,1 1 6,-4 0-2,-1-1 0,0 1 0,0 0 0,0 0 0,0 0 1,0 0-1,0 1 0,-1-1 0,1 1 0,-1 0 0,1-1 0,-1 1 0,0 0 0,0 1 0,-1-1 0,1 0 0,-1 0 0,1 1 0,-1-1 0,0 1 0,0-1 2,4 16-6,0 0 0,-1 0-1,-1 7 7,-2-25 0,3 46-1,-1 40 1,-2-49-61,0 0-1,3-1 1,4 15 61,-8-49-102,1 0 0,-1 0 0,1-1 1,0 1-1,0 0 0,0-1 0,0 1 0,1-1 1,-1 1-1,1-1 0,-1 0 0,1 1 0,0-1 1,0 0-1,0 0 0,0 0 0,0 0 1,2 0 101,0 0-474,0 0 1,1 0 0,-1-1 0,1 1 0,0-1 0,0 0 0,-1-1 0,1 1 0,0-1 0,3 0 473,24 1-5615</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4.784"/>
    </inkml:context>
    <inkml:brush xml:id="br0">
      <inkml:brushProperty name="width" value="0.05" units="cm"/>
      <inkml:brushProperty name="height" value="0.05" units="cm"/>
    </inkml:brush>
  </inkml:definitions>
  <inkml:trace contextRef="#ctx0" brushRef="#br0">1 0 16019,'0'0'3817,"0"0"-2208,0 0 167,0 0-936,0 0-560,184 0-176,-140 0-104,-6 3-40,-8 2-616,-13-2-792,-5 0-1665,-9-3-2376</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5.118"/>
    </inkml:context>
    <inkml:brush xml:id="br0">
      <inkml:brushProperty name="width" value="0.05" units="cm"/>
      <inkml:brushProperty name="height" value="0.05" units="cm"/>
    </inkml:brush>
  </inkml:definitions>
  <inkml:trace contextRef="#ctx0" brushRef="#br0">0 0 13315,'0'0'1968,"0"0"569,0 0 63,0 0-687,0 0-705,0 0-248,164 37-456,-114-37-264,-6 0-144,-3 0-32,-9-5-64,-6 2-208,-8 3-952,-12 0-1000,-4 0-1969,-2 0-3433</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8.644"/>
    </inkml:context>
    <inkml:brush xml:id="br0">
      <inkml:brushProperty name="width" value="0.05" units="cm"/>
      <inkml:brushProperty name="height" value="0.05" units="cm"/>
    </inkml:brush>
  </inkml:definitions>
  <inkml:trace contextRef="#ctx0" brushRef="#br0">132 170 12323,'0'0'2484,"0"0"295,0 0-399,0 0-889,0 0-296,0 0-170,-12-3-361,9 2-624,1-1-1,-1 1 0,0 1 1,0-1-1,0 0 0,-1 1 1,1-1-1,0 1 0,0 0 1,0 0-1,0 0 1,0 0-1,0 1 0,0 0 1,-1-1-1,1 1 0,0 0 1,1 0-1,-1 0 0,0 1 1,0-1-1,0 1 0,1 0 1,-1-1-1,1 1 1,-1 0-1,1 1 0,0-1 1,0 0-1,0 1 0,0-1 1,0 1-1,1-1 0,-1 1 1,1 0-1,-1 0 1,1 1-40,-3 4 65,1 0 1,0 0 0,0 1-1,1-1 1,0 1 0,0 0-1,1 0 1,0-1 0,1 1-1,0 0 1,0 0 0,1 2-66,0-6 6,0-1 0,0 0 1,0 0-1,0 0 1,1 0-1,-1 0 1,1 0-1,0 0 1,1 0-1,-1-1 1,1 1-1,-1-1 1,1 1-1,0-1 0,0 0 1,0 0-1,1-1 1,-1 1-1,1-1 1,-1 1-1,1-1 1,0 0-1,0-1 1,0 1-1,3 0-6,13 4 17,0-2-1,1 0 1,0-1 0,0-1 0,0-2-1,0 0 1,0 0 0,0-2-1,0-1 1,-1-1 0,1 0 0,-1-1-1,0-2 1,0 0 0,9-5-17,-20 7 56,-1 0 0,0 0 0,0-1 1,0 0-1,0 0 0,-1-1 0,0 1 0,0-2 0,-1 1 1,0-1-1,-1 0 0,1 0 0,-1-1 0,-1 1 1,0-1-1,0 0 0,-1-1 0,0 1 0,0 0 1,-1-1-1,0 0 0,-1 1 0,0-1 0,-1 0 1,0 0-1,0 0 0,-1 1 0,0-1 0,-1 0 0,0 0-56,-1 2 33,1 2 0,-1-1-1,0 0 1,-1 1-1,1-1 1,-1 1-1,-1 0 1,1 0-1,-1 1 1,0-1-1,0 1 1,-1 0-1,1 0 1,-1 1-1,0 0 1,-1 0-1,1 0 1,-1 1 0,1 0-1,-1 0 1,0 0-1,0 1 1,0 0-1,0 1 1,-1 0-1,1 0 1,-7 0-33,6 0-102,0 0 1,0 0 0,-1 1 0,1 0 0,0 1-1,0 0 1,0 0 0,-1 1 0,1 0-1,1 0 1,-1 1 0,0 0 0,1 0 0,-1 1-1,1 0 1,0 0 0,0 1 0,1 0-1,-1 0 1,1 0 0,0 1 0,0 0 0,1 0-1,0 1 1,-1 1 101,-11 34-3002,10-11-2351,6-4-3993</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8.982"/>
    </inkml:context>
    <inkml:brush xml:id="br0">
      <inkml:brushProperty name="width" value="0.05" units="cm"/>
      <inkml:brushProperty name="height" value="0.05" units="cm"/>
    </inkml:brush>
  </inkml:definitions>
  <inkml:trace contextRef="#ctx0" brushRef="#br0">1 0 14755</inkml:trace>
  <inkml:trace contextRef="#ctx0" brushRef="#br0" timeOffset="1">1 0 14755,'83'143'2133,"-81"-140"-1965,0 0 1,0 0-1,-1 0 1,1 0-1,-1 1 1,0-1-1,0 0 1,0 1-1,-1-1 1,1 1-1,-1-1 1,0 1-1,0-1 1,0 0-1,0 1 1,0-1-1,-1 1 1,0-1-1,0 1 1,0-1-1,0 0 1,-1 3-169,-4 12 894,-1 12-237,2 1 0,1 1 1,1-1-1,2 0 1,1 1-1,3 7-657,-3-30 53,1-1 0,0 1 0,1-1 0,0 0 0,1 1 0,-1-1 0,1 0 0,1 0 0,0-1 0,0 1 0,0-1 0,1 0 0,0 0 0,1 0 0,-1-1 0,1 0 0,0 0 0,1 0 0,-1-1 0,1 0 0,1 0 0,-1 0 0,0-1 0,1-1 0,1 1-53,8 2 35,-1-1 0,2-1 0,-1-1 0,0-1 0,1 0 0,0-1 0,-1-1 0,1 0 0,-1-1 1,1-2-1,-1 1 0,1-2 0,-1 0 0,0-1 0,-1-1 0,1-1 0,-1 0 0,-1-1 0,1 0 0,-1-2 1,-1 0-1,0 0 0,0-1 0,-1-1 0,0 0 0,10-14-35,-18 19 39,0 1-1,0-1 1,-1 0 0,0-1 0,0 1-1,-1-1 1,0 1 0,0-1 0,-1 0-1,0 0 1,0-1 0,-1 1 0,0 0-1,0 0 1,-1-1 0,0 1 0,-1 0-1,0-1 1,0 1 0,-1 0 0,0 0-1,0 0 1,-1 0 0,0 0 0,0 1-1,-1-1 1,0 1 0,-4-7-39,0 5-81,0-1 1,0 1-1,0 0 1,-1 1-1,-1 0 1,1 0 0,-1 1-1,-1 0 1,1 1-1,-1 0 1,0 1-1,-1 0 1,1 1-1,-1 0 1,0 1-1,0 0 1,0 1-1,0 0 1,-12 0 80,-79 0-3065,30 5-3308,-5 5-7310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29.980"/>
    </inkml:context>
    <inkml:brush xml:id="br0">
      <inkml:brushProperty name="width" value="0.05" units="cm"/>
      <inkml:brushProperty name="height" value="0.05" units="cm"/>
    </inkml:brush>
  </inkml:definitions>
  <inkml:trace contextRef="#ctx0" brushRef="#br0">0 1 11682,'0'0'2993,"0"0"-392,0 0-397,0 0-582,17 25-18,-3-5-1269,1 0-47,-2 0 1,0 1-1,-1 0 1,-1 1-1,-2 1 1,0-1-1,5 22-288,11 80 2077,9 121-2077,-18-107 39,-10-106-699,-2-28-1682,1-19-1821,0-17-4574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30.489"/>
    </inkml:context>
    <inkml:brush xml:id="br0">
      <inkml:brushProperty name="width" value="0.05" units="cm"/>
      <inkml:brushProperty name="height" value="0.05" units="cm"/>
    </inkml:brush>
  </inkml:definitions>
  <inkml:trace contextRef="#ctx0" brushRef="#br0">284 1 12939,'0'0'3823,"0"0"-1702,0 0-1024,0 0-113,-13 29 33,1-1-776,-10 23 429,-3-1 0,-26 39-670,-85 104 1361,112-161-1213,23-31 20,8-16 120,5-1-283,1 1 0,1 0 0,0 1-1,1 1 1,15-11-5,-22 18-2,0 1 0,1-1 0,-1 1 0,1 1 0,0 0 0,1 0 0,-1 1 0,1 0 0,-1 0 0,1 1 0,0 1 0,0 0 0,0 0 2,-7 1-2,0 1-1,0-1 0,-1 1 0,1 0 0,0 0 0,0 0 0,-1 0 0,1 0 0,-1 1 0,1-1 0,-1 1 0,1 0 0,-1 0 0,0 0 0,0 0 1,0 0-1,0 0 0,0 0 0,-1 1 0,1-1 0,0 2 3,34 68-27,-18-32 34,-14-32 5,0 0 1,1 0-1,0 0 0,0-1 0,1 0 1,0 0-1,0-1 0,0 1 0,1-1 1,0-1-1,0 1 0,1-1 0,-1 0 1,1-1-1,0 0 0,0 0 0,1-1 1,-1 0-1,1 0 0,-1-1 1,1 0-1,0 0 0,0-1 0,0-1 1,0 1-1,6-2-12,6 2 87,32 0 258,-51-1-318,0 0-1,0 0 1,-1 0 0,1 0 0,0-1 0,0 1 0,0 0 0,-1-1 0,1 0-1,0 1 1,-1-1 0,1 0 0,0 0 0,-1 0 0,1 0 0,-1 0-1,1 0 1,-1 0 0,0-1 0,0 1 0,1 0 0,-1-1-27,0-19-336,-1 12-4220,0 2-1319</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30.905"/>
    </inkml:context>
    <inkml:brush xml:id="br0">
      <inkml:brushProperty name="width" value="0.05" units="cm"/>
      <inkml:brushProperty name="height" value="0.05" units="cm"/>
    </inkml:brush>
  </inkml:definitions>
  <inkml:trace contextRef="#ctx0" brushRef="#br0">1 1 12979,'0'0'2560,"0"0"-919,0 0 359,0 0-808,0 0-255,0 0-17,187 5-384,-149-5-256,-6 0-176,-5 0-96,-1 0-8,-3 0-904,-5 0-1945,-9 0-3208</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31.232"/>
    </inkml:context>
    <inkml:brush xml:id="br0">
      <inkml:brushProperty name="width" value="0.05" units="cm"/>
      <inkml:brushProperty name="height" value="0.05" units="cm"/>
    </inkml:brush>
  </inkml:definitions>
  <inkml:trace contextRef="#ctx0" brushRef="#br0">0 0 9690,'0'0'3089,"0"0"-969,0 0 1721,0 0-1993,152 8-823,-99-8-553,-6 0-344,-9-2-72,-9 2-56,-11 0-1257,-7 7-2855,-8 4-4658</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37.548"/>
    </inkml:context>
    <inkml:brush xml:id="br0">
      <inkml:brushProperty name="width" value="0.05" units="cm"/>
      <inkml:brushProperty name="height" value="0.05" units="cm"/>
    </inkml:brush>
  </inkml:definitions>
  <inkml:trace contextRef="#ctx0" brushRef="#br0">112 59 11763,'0'0'2300,"0"0"-536,0 0-303,0 0-634,0 0-402,7 1 3190,39 1-2858,-25-5-662,0 0 0,0-1 0,0-1 1,-1-1-1,6-3-95,-7 2 10,0 1-1,1 1 1,0 1-1,0 0 1,0 1-1,7 1-9,-26 2 0,1 0 1,-1 0-1,1 0 0,-1 0 1,1 0-1,-1 0 0,1 0 1,-1 0-1,1 1 0,-1-1 1,1 1-1,-1-1 0,1 1 1,-1-1-1,0 1 1,1 0-1,-1 0 0,0 0 1,1 0-1,-1 0 0,0 0 1,0 0-1,1 2 17,-1 0 1,0 1 0,-1-1-1,1 0 1,0 0-1,-1 0 1,0 1 0,0-1-1,0 0 1,0 3-18,-1 1 97,0 0-1,-1 0 1,1 0-1,-1 1 1,-1-2 0,1 1-1,-1 0 1,0 0-1,-1-1 1,0 0 0,0 0-1,-2 4-96,-66 74 603,42-51-406,1 3-5,15-17-59,-2-1 0,-15 15-133,30-32 41,1-1 31,0 0 76,0 0 33,0 0-31,0 0-80,22-19 4,-10 10-77,0 1 0,0 1 0,1 0 1,0 1-1,0 0 0,0 1 0,1 0 1,0 1-1,7-1 3,-15 4-3,1-1 1,-1 2-1,1-1 1,0 1-1,-1-1 0,1 2 1,-1-1-1,1 1 1,-1 0-1,1 0 1,-1 1-1,1 0 1,-1 0-1,0 1 0,0-1 1,0 1-1,0 0 1,-1 1-1,1 0 1,-1 0-1,3 3 3,1 2 0,-2 0-1,1 1 1,-1 0-1,-1 1 1,0-1-1,-1 1 1,0 0-1,0 1 1,-1-1-1,0 1 1,-1 0-1,-1 0 1,0 0-1,0 0 1,-2 0-1,1 1 1,-1-1-1,-1 0 1,0 2 0,0-8 8,-1 0 1,1 0-1,-1-1 1,0 1-1,0 0 1,0-1 0,-1 0-1,0 1 1,0-1-1,0 0 1,-1-1-1,1 1 1,-1 0-1,0-1 1,-1 0 0,1 0-1,-1 0 1,0-1-1,0 0 1,0 0-1,0 1-8,-6 2 52,1-1 0,-1 1-1,-1-2 1,1 1 0,-1-2-1,1 1 1,-1-1 0,0-1-1,0-1 1,0 1-52,-16-1 58,-13 2-6,0-2 1,0-2 0,-21-4-53,47 0-84,1 0 0,0-1 0,0 0-1,0-1 1,1-1 0,0 0 0,0 0 0,-4-6 84,-22-12-3525,17 12-2243,2 1-4630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44.413"/>
    </inkml:context>
    <inkml:brush xml:id="br0">
      <inkml:brushProperty name="width" value="0.05" units="cm"/>
      <inkml:brushProperty name="height" value="0.05" units="cm"/>
    </inkml:brush>
  </inkml:definitions>
  <inkml:trace contextRef="#ctx0" brushRef="#br0">132 0 11779,'0'0'2032,"0"0"18,0 32 664,0 8-1900,-4 174 2574,-56 475 1830,59-679-5199,-3 53 77,-2 0-1,-4 0 1,-16 59-96,26-122-26,0 0-1,0 0 1,0 0 0,0 0 0,0 0 0,0 0 0,0 0 0,0 0 0,0 0-1,0 0 1,-1 0 0,1 0 0,0 0 0,0 0 0,0 0 0,0 0 0,0 0-1,0 0 1,0 0 0,0 0 0,0 0 0,-1 0 0,1 0 0,0 0 0,0 0-1,0 0 1,0 0 0,0 0 0,0 0 0,0 0 0,0 0 0,0 0-1,-1 0 1,1 0 0,0 0 0,0 0 0,0 0 0,0 0 0,0 0 0,0 0-1,0 0 1,0 0 0,0 0 0,0 1 0,0-1 0,0 0 0,0 0 0,0 0-1,0 0 1,-1 0 0,1 0 0,0 0 0,0 0 0,0 0 0,0 1 0,0-1-1,0 0 1,0 0 26,-3-16-1109,-4-35-1668,6 34 693,-5-20-3640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44.847"/>
    </inkml:context>
    <inkml:brush xml:id="br0">
      <inkml:brushProperty name="width" value="0.05" units="cm"/>
      <inkml:brushProperty name="height" value="0.05" units="cm"/>
    </inkml:brush>
  </inkml:definitions>
  <inkml:trace contextRef="#ctx0" brushRef="#br0">1 243 10922,'0'0'1691,"0"0"835,0 0-533,24-26-205,79-80-210,-93 95-1394,2 0 1,-1 1 0,1 1-1,1 0 1,-1 1 0,1 0-1,1 1 1,0 0-1,0 1 1,0 1 0,0 0-1,1 1 1,0 1 0,0 0-1,0 1 1,0 0-1,0 2 1,13 0-185,-19 0 26,-1 0-1,1 0 1,-1 1 0,1 0-1,-1 1 1,0 0 0,1 0-1,-1 1 1,0 0 0,0 0-1,-1 1 1,1 0-1,-1 1 1,1-1 0,-2 1-1,1 1 1,0-1 0,-1 1-1,0 0 1,0 1 0,-1-1-1,0 1 1,0 0-1,-1 1 1,1-1 0,1 7-26,3 8 139,0 0-1,-2 0 1,-1 1 0,-1 0 0,-1 1 0,0-1 0,-2 1 0,-1-1 0,-1 6-139,-1-16 80,-1-1 1,0 0-1,-1 0 1,0 0-1,-1-1 1,0 1-1,-1-1 1,0 0-1,-1 0 1,0-1-1,-1 1 1,0-1-1,0-1 1,-1 1-1,-1-1 1,1-1-1,-1 0 1,-1 0-1,-5 4-80,-6 3 84,0 0 1,-1-2-1,0 0 0,-1-2 0,-1 0 0,1-2 0,-2 0 1,-24 5-85,21-10 32,0-1 1,0-2-1,0 0 1,-14-3-33,-11 1-357,52 1 263,0 0 1,0 0 0,0 0-1,0 0 1,0 0-1,0 0 1,0 0 0,0 0-1,1-1 1,-1 1-1,0 0 1,0-1-1,0 1 1,0 0 0,1-1-1,-1 1 1,0-1-1,0 1 1,1-1-1,-1 0 1,0 1 0,1-1-1,-1 0 1,1 1-1,-1-1 1,1 0 93,0 0-262,0 0 0,0 1-1,0-1 1,0 0 0,0 0 0,0 1 0,0-1 0,0 0 0,1 1-1,-1-1 1,0 0 0,0 0 0,1 1 0,-1-1 0,1 0 0,-1 1-1,0-1 1,1 1 0,-1-1 0,1 1 0,0-1 0,-1 1 0,1-1-1,0 0 263,17-11-7879</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1:45.238"/>
    </inkml:context>
    <inkml:brush xml:id="br0">
      <inkml:brushProperty name="width" value="0.05" units="cm"/>
      <inkml:brushProperty name="height" value="0.05" units="cm"/>
    </inkml:brush>
  </inkml:definitions>
  <inkml:trace contextRef="#ctx0" brushRef="#br0">287 0 12187,'0'0'2830,"0"0"154,0 0 120,0 0-1547,0 0-487,0 0-335,-16 6-231,15-6-495,-8 3 68,-1 1 0,1-1-1,0 1 1,0 1 0,1 0-1,-1 0 1,1 1 0,0-1-1,1 2 1,-1-1 0,1 1-1,1 1 1,-1-1 0,1 1-77,-14 21 169,2 0 0,1 1 1,1 1-1,2 0 0,1 1 1,2 1-1,1 0 1,1 1-1,2-1 0,1 1 1,2 1-1,1-1 0,2 16-169,1-41 1,1 1-1,0-1 1,1 0-1,0 1 1,1-1-1,0 0 0,0 0 1,0 0-1,1-1 1,1 1-1,0-1 1,0 0-1,0 0 1,1 0-1,6 5 33,0 0 0,0-1 0,1-1 0,0 0 1,1 0-1,0-2 0,11 6-33,23 9-702,1-2 0,1-2 1,1-2-1,29 5 702,-9-3-4927,-13-4-4855</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2:03.709"/>
    </inkml:context>
    <inkml:brush xml:id="br0">
      <inkml:brushProperty name="width" value="0.05" units="cm"/>
      <inkml:brushProperty name="height" value="0.05" units="cm"/>
    </inkml:brush>
  </inkml:definitions>
  <inkml:trace contextRef="#ctx0" brushRef="#br0">1 121 6265,'0'0'3438,"0"0"-1617,0 0-33,7-4-281,55-40 1016,-45 30-1825,0 2 0,1 0 0,5-2-698,-17 11 55,1 0 0,-1 0 0,1 0 1,0 1-1,0 0 0,0 1 0,0-1 0,0 1 1,0 1-1,0-1 0,7 1-55,-11 1 13,0 0 1,0 0 0,0 0-1,0 0 1,0 0-1,-1 0 1,1 1-1,0-1 1,-1 1-1,1 0 1,-1 0-1,0 0 1,0 0-1,0 0 1,0 0-1,0 1 1,0-1 0,0 1-14,30 51 464,-28-47-357,15 37 349,-1 2 0,-3 0-1,-2 0 1,-1 2 0,2 29-456,2 3 693,11 26-693,-21-87-37,-6-19-391,-2-2-726,-29-27-7230,9 10-3411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2:04.165"/>
    </inkml:context>
    <inkml:brush xml:id="br0">
      <inkml:brushProperty name="width" value="0.05" units="cm"/>
      <inkml:brushProperty name="height" value="0.05" units="cm"/>
    </inkml:brush>
  </inkml:definitions>
  <inkml:trace contextRef="#ctx0" brushRef="#br0">492 1 12043,'0'0'1901,"0"0"-494,0 0-230,0 0-313,0 0 205,0 0 252,-9 27-112,-33 91-142,33-99-805,0 0 0,-1-1 0,-1-1-1,-1 0 1,0 0 0,-1-1 0,-1-1 0,-8 8-262,-14 15 326,-1 5-10,0 2-95,-2-1-1,-2-3 1,-2-1-1,-40 28-220,70-63-2485,19-17 844,22-23-5228,0 7-6389</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2:04.629"/>
    </inkml:context>
    <inkml:brush xml:id="br0">
      <inkml:brushProperty name="width" value="0.05" units="cm"/>
      <inkml:brushProperty name="height" value="0.05" units="cm"/>
    </inkml:brush>
  </inkml:definitions>
  <inkml:trace contextRef="#ctx0" brushRef="#br0">277 0 7242,'0'0'4216,"0"0"-2103,0 0-567,0 0-782,0 0-344,0 0 281,-16 9 145,-1 0-751,-21 13 1313,0 2 0,-28 22-1408,58-40 114,-1 0 1,1 1-1,1 0 0,-1 1 0,1 0 0,0 0 0,1 0 0,0 1 1,0-1-1,1 2 0,0-1 0,1 0 0,-1 1 0,2 0 0,-3 9-114,6-17 23,-1-1-1,1 0 0,0 1 1,0-1-1,0 0 0,0 1 1,0-1-1,0 0 0,0 1 0,0-1 1,0 0-1,0 1 0,1-1 1,-1 0-1,1 1 0,-1-1 1,1 0-1,-1 0 0,1 1 1,0-1-1,-1 0 0,1 0 0,0 0 1,0 0-1,0 0 0,0 0 1,0 0-1,0 0 0,1 0-22,1 0 112,1 0 0,0 0 0,0-1 0,-1 1 1,1-1-1,0 0 0,0 0 0,0 0 0,1 0-112,10-1 122,32 0 70,-33 0-360,1 0-1,0 1 1,0 0 0,0 1-1,-1 1 1,1 0 0,-1 1 0,1 1-1,11 4 169,-13-2-1095,35 16-6444,-21-9-2632</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2:04.981"/>
    </inkml:context>
    <inkml:brush xml:id="br0">
      <inkml:brushProperty name="width" value="0.05" units="cm"/>
      <inkml:brushProperty name="height" value="0.05" units="cm"/>
    </inkml:brush>
  </inkml:definitions>
  <inkml:trace contextRef="#ctx0" brushRef="#br0">571 30 12875,'0'0'1984,"0"0"417,0 0-265,0 0-952,0 0-415,0 0-17,-182-6-168,121 6-72,-6-2-216,-4 2-88,7 0-160,11 0 0,15 0-48,12 0-56,17 0-488,9-6-1384,9 1-2601,17-5-3017</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2:05.591"/>
    </inkml:context>
    <inkml:brush xml:id="br0">
      <inkml:brushProperty name="width" value="0.05" units="cm"/>
      <inkml:brushProperty name="height" value="0.05" units="cm"/>
    </inkml:brush>
  </inkml:definitions>
  <inkml:trace contextRef="#ctx0" brushRef="#br0">1 99 10058,'0'0'2270,"0"0"-608,0 0 30,0 0-826,0 0-444,0 0 62,24-17 43,79-50 15,-100 65-483,0 0 0,0 1 0,1-1 0,-1 0 0,1 1 0,-1 0 0,1 0 0,-1 0 0,1 0 0,0 1 0,1-1-59,-4 1 10,0 0 0,0 0 0,0 0 0,0 1 1,0-1-1,0 0 0,0 0 0,0 1 0,0-1 0,0 1 0,0-1 0,0 1 0,0-1 0,-1 1 0,1-1 0,0 1 0,0 0 0,0 0 0,-1-1 0,1 1 0,0 0 0,-1 0 0,1 0-10,1 4-1,-1-1 1,1 1-1,-1 0 0,0 0 0,-1-1 1,1 1-1,-1 0 0,0 0 0,0 0 1,-1 2 0,1 5 53,1 19 66,2 12-174,-3 0 0,-1 1 0,-8 41 55,7-72 132,0-1 0,-2 1 0,1-1 0,-2 0 0,1 0 0,-2-1 0,1 1 0,-2-1 0,1 0 0,-2-1 0,1 0 0,-1 0 0,-1 0 0,0-1 0,-8 6-132,15-13 66,-1 0-1,1-1 1,-1 1-1,1-1 0,-1 0 1,0 0-1,0 0 1,1 0-1,-1 0 1,0 0-1,0-1 0,0 1 1,0-1-1,0 0 1,0 0-1,-2 0-65,4-4 122,0 0 0,0 0 0,1 0 0,-1 0 0,1 1 0,0-1 0,0 0 0,0 0 0,1 0 0,-1 0 0,2-3-122,0 4 2,0 0 0,0 1-1,0 0 1,0-1 0,1 1 0,-1 0 0,1 0 0,-1 0 0,1 1 0,0-1 0,0 1 0,0-1 0,0 1-1,0 0 1,0 0 0,0 0 0,0 0 0,0 1 0,0-1 0,0 1 0,1 0 0,0 0-2,1 0-1,-1 0-1,1 0 1,-1 1 0,1-1 0,0 1 0,-1 0 0,0 0 0,1 1 0,-1-1 0,0 1 0,1 0-1,-1 0 1,0 0 0,-1 1 0,4 2 1,4 6 68,1-1 0,0 0 0,1-1-1,0 0 1,0-1 0,1 0 0,0-1 0,1 0 0,-1-2 0,1 1-1,0-2 1,1 0 0,-1-1 0,1 0 0,0-2 0,11 1-68,-24-2 33,1 0 1,-1 0-1,1 0 0,-1 0 1,1-1-1,-1 0 1,0 1-1,1-1 1,-1 0-1,0-1 1,0 1-1,0-1 0,0 1 1,0-1-1,0 0 1,0 0-34,2-4-240,0 1 0,0-1 0,-1 0 0,0 0 0,0-1-1,2-5 241,0 1-844,25-37-5897,-16 26-169</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2:06.169"/>
    </inkml:context>
    <inkml:brush xml:id="br0">
      <inkml:brushProperty name="width" value="0.05" units="cm"/>
      <inkml:brushProperty name="height" value="0.05" units="cm"/>
    </inkml:brush>
  </inkml:definitions>
  <inkml:trace contextRef="#ctx0" brushRef="#br0">1 1 2969,'0'0'6696,"0"0"-3956,0 0-966,0 0-208,0 0-139,0 0 110,28 26-162,88 89-189,-107-106-1026,0 0 1,0 0-1,-1 1 1,0 1-1,-1-1 1,0 1-1,-1 0 0,0 1 1,-1-1-1,0 1 1,-1 0-1,2 9-160,-1-4 147,4 22 164,-2 0 0,-1 1 0,-3 0 0,-1 0 0,-2 0 0,-2 0 0,-2 12-311,1-32 73,0 1 0,-2 0 0,0-1 1,-1 0-1,-1 0 0,-1-1 0,-1 1 0,0-2 1,-8 11-74,14-25-263,0 0 1,0 0-1,-1-1 1,1 1 0,-1-1-1,0 0 1,0 0-1,0 0 1,-1 0 0,1-1-1,-1 1 1,1-1 262,-36 13-8198,25-10-424</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0.491"/>
    </inkml:context>
    <inkml:brush xml:id="br0">
      <inkml:brushProperty name="width" value="0.05" units="cm"/>
      <inkml:brushProperty name="height" value="0.05" units="cm"/>
    </inkml:brush>
  </inkml:definitions>
  <inkml:trace contextRef="#ctx0" brushRef="#br0">1 1 12067,'0'0'4905,"0"0"-3025,0 0 192,0 0-551,0 0-321,0 0-368,35 8-168,12-8-184,6 0-207,5 2-113,1 1-152,-1 0-8,-5-1-216,-1 3-1241,-13 1-2320,-16-1-1448</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0.826"/>
    </inkml:context>
    <inkml:brush xml:id="br0">
      <inkml:brushProperty name="width" value="0.05" units="cm"/>
      <inkml:brushProperty name="height" value="0.05" units="cm"/>
    </inkml:brush>
  </inkml:definitions>
  <inkml:trace contextRef="#ctx0" brushRef="#br0">1 34 15739,'0'0'3065,"0"0"-1673,0 0 505,0 0-993,0 0-632,0 0-176,178-10-32,-113-1-64,2 4-552,29 4-1377,-16 0-1087,-10 3-4818</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47.784"/>
    </inkml:context>
    <inkml:brush xml:id="br0">
      <inkml:brushProperty name="width" value="0.05" units="cm"/>
      <inkml:brushProperty name="height" value="0.05" units="cm"/>
    </inkml:brush>
  </inkml:definitions>
  <inkml:trace contextRef="#ctx0" brushRef="#br0">29 0 12307,'0'0'2360,"0"0"159,0 0 146,-6 0-1022,5 0-1552,0 0-1,0 0 1,0 0 0,0 0 0,0 0 0,-1 0-1,1 1 1,0-1 0,0 0 0,0 1-1,0-1 1,0 0 0,0 1 0,0 0-1,0-1 1,0 1 0,0-1 0,0 1-1,1 0 1,-1 0 0,0-1 0,0 1-91,5 8 1540,16-1-847,8-3-310,0-1 0,1-2 1,0-1-1,-1-1 0,15-2-383,72 1 65,-111 1-170,-1 0 0,0 1 0,0-1 0,1 1 0,-1 0 0,0 0 0,0 0 0,0 0 0,0 1 0,0-1 1,0 1-1,0-1 0,0 1 0,0 0 0,-1 1 0,1-1 0,-1 0 0,0 1 0,0-1 0,1 1 0,0 2 105,-1-2-735,0 1-1,-1-1 1,1 1-1,-1 0 1,0 0-1,0 0 1,0 0-1,0 0 0,-1 0 1,0 0-1,0 2 736,0 12-5103</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48.122"/>
    </inkml:context>
    <inkml:brush xml:id="br0">
      <inkml:brushProperty name="width" value="0.05" units="cm"/>
      <inkml:brushProperty name="height" value="0.05" units="cm"/>
    </inkml:brush>
  </inkml:definitions>
  <inkml:trace contextRef="#ctx0" brushRef="#br0">1 24 12563,'0'0'4137,"0"0"-3617,0 0 2048,0 0-1336,0 0-199,0 0 143,0 0-312,117 11-312,-76-17-240,-6-2-120,-3 1-144,-5-1-48,-1 2-64,-3 6-512,7 0-1168,-4 0-2601,-6 0-2384</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51.141"/>
    </inkml:context>
    <inkml:brush xml:id="br0">
      <inkml:brushProperty name="width" value="0.05" units="cm"/>
      <inkml:brushProperty name="height" value="0.05" units="cm"/>
    </inkml:brush>
  </inkml:definitions>
  <inkml:trace contextRef="#ctx0" brushRef="#br0">280 2 4481,'0'0'2072,"0"0"-482,0 0 220,0 0-28,0 0-397,0 0-293,-4-1 6229,-15 2-6457,0 15-498,0 1 1,2 1-1,0 0 1,1 1-1,1 1 1,1 1-1,0 0 1,2 0-1,1 2 1,-5 12-367,-1 6 68,2 0 1,2 1 0,2 1 0,2 0 0,-2 25-69,4 33 47,3 1 0,8 41-47,-3-67 10,4 7 63,3 1 1,13 54-74,45 164 76,-43-205-29,-5-28-12,-8-34 308,-2 1 0,3 31-343,12 8 1645,-23-74-1526,0-1 16,0 0 5,0 0-11,0 0-25,0 0-59,0 0 18,23-8-2211,-7 3-584,1-1-3337</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54.604"/>
    </inkml:context>
    <inkml:brush xml:id="br0">
      <inkml:brushProperty name="width" value="0.05" units="cm"/>
      <inkml:brushProperty name="height" value="0.05" units="cm"/>
    </inkml:brush>
  </inkml:definitions>
  <inkml:trace contextRef="#ctx0" brushRef="#br0">1 0 5241,'0'0'0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55.787"/>
    </inkml:context>
    <inkml:brush xml:id="br0">
      <inkml:brushProperty name="width" value="0.05" units="cm"/>
      <inkml:brushProperty name="height" value="0.05" units="cm"/>
    </inkml:brush>
  </inkml:definitions>
  <inkml:trace contextRef="#ctx0" brushRef="#br0">59 129 9794,'0'0'2005,"0"0"-390,0 0 390,0 0-540,0 0-548,0 0 3,29-21 71,93-63-171,-118 81-779,-1 0 0,1 1-1,0 0 1,0 0-1,0 0 1,1 0-1,-1 0 1,0 1 0,1 0-1,-1 0 1,1 0-1,-1 0 1,1 1 0,-1 0-1,1 0 1,-1 0-1,1 0 1,1 1-41,5 1 79,-9-2-64,1 0 1,-1 1-1,1 0 1,-1-1-1,0 1 1,1 0-1,-1 0 1,0 0-1,0 1 1,0-1-1,0 0 1,0 1-1,0-1 1,0 1-1,0 0 1,0 0 0,-1 0-1,1 0 1,-1 0-1,0 0 1,1 0-1,-1 0 1,0 0-1,0 1 1,0-1-1,-1 0 1,1 1-1,0-1 1,-1 1-1,0-1 1,1 0-1,-1 1 1,0-1-1,0 1 1,-1-1-1,1 1 1,0-1-1,-1 1-15,0 4 105,1 0 0,-2 0 0,1 0-1,-1 0 1,0 0 0,0 0 0,-1-1 0,0 1 0,0-1-1,-1 0 1,1 0 0,-5 5-105,-5 2 139,-1 0 0,0-1-1,0-1 1,-1 0 0,-1-1 0,0 0 0,0-2 0,-1 0 0,-13 4-139,29-11 82,1-1 50,4-1 0,43-9-48,-30 5-78,-1 1 1,1 1-1,16-1-6,-29 4-2,0 0 0,-1 0 0,1 0 1,-1 0-1,1 1 0,-1-1 0,1 1 0,-1 0 0,1 0 0,-1 0 0,0 0 1,1 1-1,-1-1 0,0 1 0,0 0 0,0 0 0,0 0 0,0 1 1,-1-1-1,2 2 2,2 3-2,-2 1 1,1 0 0,-1 0-1,0 0 1,0 1-1,-1-1 1,0 1 0,-1 0-1,1 0 1,-2 0-1,0 0 1,1 4 1,-2-7 2,1 0 0,-1 0-1,0 0 1,0 0 0,-1 0-1,0 0 1,0 0 0,0 0 0,-1-1-1,0 1 1,0 0 0,0-1-1,-1 0 1,0 1 0,0-1 0,0 0-1,-1 0 1,1-1 0,-3 3-2,-2-1 43,1 0 0,0-1 0,-1 0 1,0 0-1,0-1 0,-1 0 0,1-1 0,-1 1 1,0-2-1,0 1 0,0-1 0,0-1 1,0 0-1,-1 0-43,-6 0 51,0-1 0,0-1-1,0 0 1,1-1 0,-1-1 0,0-1 0,-11-3-51,-6 0 5,27 6-8,1 1 0,-1-1 1,1 0-1,0-1 1,-1 1-1,1-1 1,0 0-1,0 0 0,0-1 1,-3-1 2,4-10-1695,9 6-3220,5 3-1927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5.069"/>
    </inkml:context>
    <inkml:brush xml:id="br0">
      <inkml:brushProperty name="width" value="0.05" units="cm"/>
      <inkml:brushProperty name="height" value="0.05" units="cm"/>
    </inkml:brush>
  </inkml:definitions>
  <inkml:trace contextRef="#ctx0" brushRef="#br0">212 1 2961,'0'0'7217,"0"0"-3976,0 0-1211,0 0-414,0 0-529,0 0-250,-27 0 4096,20 4-4806,0 1-1,1 0 0,-1 0 1,1 0-1,1 1 0,-1 0 0,1 0 1,0 1-1,0 0 0,-1 3-126,-39 76 528,32-55-448,2 1-1,2 0 0,1 0 0,1 1 0,1 0 0,2 1-79,-4 76 295,5 21-295,3-112 27,-2 55 66,-1 113 355,16 128-448,-9-281 39,2 0 1,1 0-1,2-1 0,2 0 0,0 0 1,2-1-1,2-1 0,1 0 1,18 26-40,2 2-5,117 182-38,-152-240-46,0 0 1,0 1 0,0-1-1,0 0 1,0 0 0,1 0-1,-1 0 1,0 0 0,0 0-1,1 0 1,-1 0 0,0-1-1,1 1 1,-1 0 0,1-1-1,-1 1 1,1-1 0,0 0-1,-1 1 1,1-1 0,0 0 88,0 0-393,0 0 0,0 0 0,1-1 0,-1 1 0,0-1 1,0 1-1,0-1 0,0 0 0,0 0 0,0 0 0,0 0 0,0 0 0,0 0 1,1-2 392,17-16-7351</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5.877"/>
    </inkml:context>
    <inkml:brush xml:id="br0">
      <inkml:brushProperty name="width" value="0.05" units="cm"/>
      <inkml:brushProperty name="height" value="0.05" units="cm"/>
    </inkml:brush>
  </inkml:definitions>
  <inkml:trace contextRef="#ctx0" brushRef="#br0">1 59 9394,'0'0'2657,"0"0"-784,0 0-475,0 0-510,0 0-246,29-11 80,90-31 60,-116 41-729,1 0 0,-1 0 1,1 0-1,-1 0 0,1 1 0,0-1 1,0 1-1,-1 0 0,1 0 0,0 1 0,0-1-53,-3 1 20,0-1-1,1 0 0,-1 1 0,0-1 1,0 1-1,0-1 0,0 1 0,1 0 1,-1 0-1,0-1 0,0 1 0,0 0 1,0 0-1,-1 0 0,1 0 0,0 0 1,0 0-1,0 0 0,0 1-19,0 3 36,1 0-1,-1-1 1,-1 1 0,1 0 0,0-1-1,-1 1 1,0 0 0,0 0 0,-1 0-1,0 3-35,0 7 86,1-6-12,-1 1 0,-1-1 0,1 0 1,-2 0-1,1 1 0,-1-2 0,-1 1 1,1 0-1,-1-1 0,-1 1 0,0-1 1,0 0-1,-6 6-74,-9 10 282,-2 0 1,0-1-1,-12 8-282,33-31 3,1 0 0,0 0 1,0 0-1,0 0 0,0 0 1,0 1-1,0-1 0,0 0 0,0 0 1,0 0-1,-1 0 0,1 0 0,0 0 1,0 0-1,0 1 0,0-1 0,0 0 1,0 0-1,0 0 0,0 0 0,0 0 1,0 1-1,0-1 0,0 0 0,0 0 1,0 0-1,0 0 0,0 0 1,0 0-1,0 1 0,0-1 0,0 0 1,0 0-1,0 0 0,0 0 0,1 0 1,-1 0-1,0 1 0,0-1 0,0 0 1,0 0-1,0 0 0,0 0 0,0 0 1,0 0-1,0 0 0,1 0 1,-1 0-1,0 0 0,0 1 0,0-1 1,0 0-1,0 0 0,0 0 0,1 0 1,-1 0-1,0 0 0,0 0 0,0 0 1,0 0-1,0 0 0,1 0 0,-1 0 1,0 0-1,0 0 0,0 0 0,0 0 1,0-1-4,20 2 55,21-4-8,-30 2-21,2-1-28,0 0 0,0 1 1,0 1-1,0 0 0,12 2 2,-22-2-3,-1 1 0,1-1 0,0 1 1,0 0-1,-1 0 0,1 0 0,-1 0 0,1 1 0,-1-1 0,1 1 0,-1-1 0,0 1 0,1 0 1,-1 0-1,0 0 0,0 0 0,0 0 0,-1 0 0,1 1 0,-1-1 0,1 1 0,-1-1 0,0 1 1,0-1-1,0 1 0,0 0 0,0-1 0,0 4 3,0 1 21,0 1 1,0 0-1,-1-1 0,0 1 1,-1 0-1,0-1 1,0 1-1,0 0 0,-1-1 1,0 0-1,0 1 0,-1-1 1,0 0-1,-1 0 1,1-1-1,-1 1 0,0-1 1,-1 1-1,0-1 0,0-1 1,0 1-1,0-1 1,-1 0-1,0 0 0,0 0 1,-1-1-1,1 0 0,-1 0 1,0-1-1,0 0 1,0 0-1,0 0 0,0-1 1,-1 0-1,1-1 0,-1 1 1,0-2-1,1 1 1,-1-1-1,-1 0-21,7 0-10,0-1 0,1 0 0,-1 1 0,1-1 0,-1 0 0,1 1 0,0-1 0,-1 0 0,1 0 0,0 0 0,-1-1 0,1 1 0,0 0 0,0 0 0,0-1 0,0 1 0,0 0 0,0-1 0,1 1 0,-1-1 0,0 1 0,1-1 0,-1 1 0,1-1 0,0 0 0,-1 1 0,1-1 0,0 1 0,0-1 0,0 0 0,0 1 0,0-2 10,3-30-2372,-2 32 1914,-1-1 0,1 0-1,-1 1 1,1-1 0,0 1-1,0-1 1,-1 1-1,1 0 1,0-1 0,0 1-1,0 0 1,1-1 0,-1 1-1,1-1 459,15-6-9319</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6.603"/>
    </inkml:context>
    <inkml:brush xml:id="br0">
      <inkml:brushProperty name="width" value="0.05" units="cm"/>
      <inkml:brushProperty name="height" value="0.05" units="cm"/>
    </inkml:brush>
  </inkml:definitions>
  <inkml:trace contextRef="#ctx0" brushRef="#br0">79 47 10626,'0'0'2968,"0"0"-461,0 0-444,0 0-883,0 0-661,0 0-300,13-8-98,38-21-46,-49 27-71,1 1 1,-1 0-1,0 0 1,0 0 0,1 0-1,-1 1 1,1-1-1,-1 0 1,0 1 0,1 0-1,-1 0 1,1 0-1,-1 0 1,1 0-1,-1 0 1,1 0 0,-1 1-1,2 0-4,-2 0 3,-1 0-1,1 0 1,-1 0-1,1 0 1,-1 0-1,1 0 1,-1 1-1,0-1 1,0 1-1,1-1 1,-1 1-1,0-1 1,-1 1 0,1-1-1,0 1 1,0 0-1,-1 0 1,1-1-1,-1 1-2,3 10 10,-1 0-1,-1 0 1,0 0-1,-1 0 0,0 0 1,-1 6-10,0 0 21,0-2 103,0 0 0,0-1 1,-2 1-1,0-1 0,-1 0 1,0 0-1,-1 0 0,-1-1 0,-1 1 1,0-1-1,0-1 0,-1 1 1,-1-2-1,0 1 0,-1-1 1,-1 0-1,0-1 0,0 0 1,-5 2-125,12-10 160,0-1 0,0 0 0,0 0 1,0 0-1,-1 0 0,1-1 0,-1 0 1,1 0-1,-1 0 0,0 0 0,1-1 1,-1 1-1,0-1 0,1-1 0,-3 1-160,0 0 684,6-1-662,1 0 0,0 0 0,-1 0 0,1 1 0,0-1 1,0 0-1,0 0 0,-1 0 0,1 0 0,0 0 0,0 0 0,0 0 0,1 0 1,-1 1-1,0-1 0,0 0 0,0 0 0,1 0 0,-1 0 0,0 0 0,1 0 1,-1 1-1,1-1 0,-1 0 0,1 0 0,-1 1 0,1-1 0,-1 0 0,1 1 1,0-1-1,0 0 0,-1 1 0,1-1 0,0 1-22,4-2 7,1 0-1,-1 1 1,1 0-1,-1 0 1,1 0-1,0 1 1,-1 0 0,1 0-1,0 0 1,-1 1-1,1 0 1,-1 0-1,1 0 1,1 1-7,8 4 29,0 0-1,0 1 1,-1 1 0,4 3-29,23 12 24,-36-20-60,0-1-1,0 0 1,1 0 0,-1 0 0,0-1-1,1 0 1,0 0 0,-1 0 0,1 0 0,-1-1-1,1 0 1,0 0 0,-1-1 0,1 0 0,-1 0-1,1 0 1,-1 0 0,1-1 0,-1 0 0,0 0-1,0-1 1,0 1 0,0-1 0,0 0-1,0 0 1,-1-1 0,0 1 0,0-1 0,0 0-1,0 0 1,0-1 0,-1 1 0,2-2 36,111-131-7280,-75 94 1416</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7.247"/>
    </inkml:context>
    <inkml:brush xml:id="br0">
      <inkml:brushProperty name="width" value="0.05" units="cm"/>
      <inkml:brushProperty name="height" value="0.05" units="cm"/>
    </inkml:brush>
  </inkml:definitions>
  <inkml:trace contextRef="#ctx0" brushRef="#br0">0 1 5393,'0'0'5392,"0"0"-2794,0 0-942,0 0-113,0 0-344,0 0-32,13 16-124,23 32-602,-1 1-1,-2 2 1,-3 1 0,7 21-441,-14-10 190,-3 1 0,-2 1 0,-4 0 0,-2 1 1,0 36-191,0 86 564,-8 63-564,-6-198 382,-1 0-1,-3 0 1,-3-1-1,-2 0 1,-15 44-382,-2-14 377,-3-1 1,-4-2 0,-13 16-378,45-89-552,-18 37 1385,17-28-3470,3-2-3948,1-12-4975</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7.935"/>
    </inkml:context>
    <inkml:brush xml:id="br0">
      <inkml:brushProperty name="width" value="0.05" units="cm"/>
      <inkml:brushProperty name="height" value="0.05" units="cm"/>
    </inkml:brush>
  </inkml:definitions>
  <inkml:trace contextRef="#ctx0" brushRef="#br0">299 0 11626,'0'0'2798,"0"0"-296,0 0-23,0 0-845,0 0-711,0 0-281,-13 4-16,1 0-469,7-3-87,-1 0 0,1 1 1,-1 0-1,1 0 0,-1 0 1,1 1-1,0 0 0,0 0 0,0 0 1,1 0-1,-1 1 0,1 0 1,0 0-1,0 0 0,-3 5-70,-11 18 296,1 2-1,1 0 0,2 1 0,0 0 1,3 1-1,0 1 0,-5 30-295,-8 52 888,-3 69-888,27-178 17,-17 185 844,10 189-861,7-321 60,1-4-76,2 0 1,2 0-1,3-1 0,2 1 1,2-2-1,3 0 0,2 0 1,12 23 15,-27-70-103,0 1 1,1 0 0,0-1 0,0 1 0,1-1-1,-1 0 1,1 0 0,0 0 0,1-1-1,-1 0 1,1 1 0,-1-1 0,5 2 102,-2-3-588,0 0 0,-1-1 0,1 1 0,1-1 0,-1-1 0,0 1 0,0-1 0,1-1 0,-1 1 0,0-1 0,3-1 588,34 1-7769</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8.651"/>
    </inkml:context>
    <inkml:brush xml:id="br0">
      <inkml:brushProperty name="width" value="0.05" units="cm"/>
      <inkml:brushProperty name="height" value="0.05" units="cm"/>
    </inkml:brush>
  </inkml:definitions>
  <inkml:trace contextRef="#ctx0" brushRef="#br0">282 1 5009,'0'0'2507,"0"0"-318,0 0-170,0 0-263,-27 6-217,-88 22-181,110-26-1228,-1-1 0,1 1 1,-1 0-1,1 1 0,0-1 1,0 1-1,0 0 0,0 0 0,1 1 1,-1-1-1,1 1 0,0 0 1,0 0-1,0 1 0,1-1 0,-1 1 1,1-1-1,-1 4-130,1-1 89,0 1 1,1 0-1,0 1 0,0-1 0,1 0 1,0 0-1,0 1 0,1-1 1,0 5-90,1-11 6,-1 1 0,1-1 0,-1 1 0,1-1 1,0 0-1,0 1 0,0-1 0,0 0 0,0 0 1,1 0-1,-1 0 0,0 0 0,1 0 1,0 0-1,0 0 0,0 0-6,40 32 145,-8-6-79,-27-21-58,0 1-1,-1 0 1,0 0-1,-1 1 1,1-1-1,-2 1 1,1 0 0,-1 1-1,-1-1 1,1 1-1,-2-1 1,1 1-1,-2 0 1,1 0-1,-1 0 1,-1 0-1,1 1 1,-2-1-1,0 0 1,0 3-8,-1-10 102,1 0 0,-1 0 0,0 0 0,1-1 0,-1 1 0,-1-1 0,1 1 0,0-1 1,0 0-1,-1 0 0,0 0 0,1 0 0,-1 0 0,0-1 0,0 1 0,0-1 0,0 0 0,0 0 0,0 0 0,0 0 0,0 0 0,-2 0-102,-8 2 434,0-1-1,-1 0 1,0 0-1,-9-1-433,8-1 85,12 0-31,0 1 0,0-1 0,0 0 0,0 0 0,0-1 0,0 1 0,0-1-1,0 1 1,1-1 0,-1 0 0,-2-1-54,4 1-52,0 0-1,0 0 0,0-1 1,0 1-1,0 0 1,1-1-1,-1 1 1,0-1-1,0 1 0,1-1 1,-1 1-1,1-1 1,0 0-1,-1 1 1,1-1-1,0 0 0,0 1 1,0-1-1,0 0 1,0 1-1,1-1 0,-1 0 1,0 1-1,1-1 53,0-2-417,1-1-1,0 0 1,0 1-1,1 0 0,-1-1 1,1 1-1,0 0 1,0 0-1,0 1 0,1-1 1,-1 1-1,1-1 1,0 1-1,0 0 0,0 0 1,2 0 417,13-13-4128,14-13-6533</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8.989"/>
    </inkml:context>
    <inkml:brush xml:id="br0">
      <inkml:brushProperty name="width" value="0.05" units="cm"/>
      <inkml:brushProperty name="height" value="0.05" units="cm"/>
    </inkml:brush>
  </inkml:definitions>
  <inkml:trace contextRef="#ctx0" brushRef="#br0">0 32 3505,'0'0'8687,"0"0"-5400,0 26-1257,2 85-496,-3-105-1465,1-1 1,1 1-1,-1 0 1,1-1-1,0 1 0,0-1 1,0 1-1,1-1 1,0 1-1,0-1 1,1 0-1,-1 0 0,1 0 1,0 0-1,0-1 1,1 1-1,-1-1 1,1 0-1,0 0 1,0 0-1,1 0 0,-1-1 1,1 1-1,4 1-69,1-1 105,0 0-1,0-1 0,1-1 1,-1 0-1,0 0 0,1-1 0,-1 0 1,1-1-1,-1 0 0,1-1 1,3-1-105,-7 1 45,1-1 0,-1 1 1,0-1-1,-1-1 0,1 0 1,0 0-1,-1 0 0,1-1 1,-1 1-1,0-2 0,0 1 1,-1-1-1,1 1 0,-1-2 1,0 1-1,0 0 0,-1-1 1,1 0-1,-1 0 1,-1-1-1,1 1 0,-1-1 1,0 1-1,-1-1 0,1 0 1,-1 0-1,-1 0 0,1 0 1,-1-1-1,-1 1 0,1 0 1,-1-5-46,0 4 142,0 0 1,0 0 0,-1-1 0,0 1 0,0 0 0,0 0-1,-1 1 1,-1-1 0,-2-6-143,3 11 31,0 0-1,-1 0 1,1-1-1,-1 1 1,0 1 0,0-1-1,0 0 1,0 1 0,-1 0-1,1 0 1,-1 0-1,1 0 1,-1 0 0,0 1-1,1-1 1,-1 1 0,0 0-1,0 0 1,0 1-1,-3-1-30,-43-4 38,28 5-4705,22 0-962</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9.342"/>
    </inkml:context>
    <inkml:brush xml:id="br0">
      <inkml:brushProperty name="width" value="0.05" units="cm"/>
      <inkml:brushProperty name="height" value="0.05" units="cm"/>
    </inkml:brush>
  </inkml:definitions>
  <inkml:trace contextRef="#ctx0" brushRef="#br0">0 30 15443,'0'0'2177,"0"0"-649,0 0-48,0 0-975,0 0-409,0 0-24,0 0-72,100 0 0,-48-5-40,-8-6-1673,0-2-2872</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9.703"/>
    </inkml:context>
    <inkml:brush xml:id="br0">
      <inkml:brushProperty name="width" value="0.05" units="cm"/>
      <inkml:brushProperty name="height" value="0.05" units="cm"/>
    </inkml:brush>
  </inkml:definitions>
  <inkml:trace contextRef="#ctx0" brushRef="#br0">92 61 12635,'0'0'1963,"0"0"-820,0 0 33,0 0-433,25-10-108,81-33 433,-103 42-975,0 0 0,0 0-1,0 0 1,1 0 0,-1 0 0,0 1 0,1-1 0,-1 1 0,0 0-1,1 0 1,-1 0 0,0 0 0,1 1 0,-1-1 0,0 1 0,1 0 0,1 1-93,-3-1 27,0 0 0,-1 1 0,1-1 0,0 0 0,-1 1 0,1-1 0,-1 1 0,0 0 0,1-1 0,-1 1 0,0 0 0,0 0 0,0 0 0,0 0 0,-1 0 0,1 0 0,0 0 0,-1 0 0,0 0 0,1 0-27,0 6 23,-1-1 0,0 0 0,0 1 0,-1-1 0,1 0-1,-1 1 1,-1-1 0,0 0 0,0 0 0,0 0 0,-4 6-23,1-5 28,0 0 1,-1-1 0,0 0-1,0 0 1,-1 0-1,0-1 1,0 0-1,0 0 1,-1 0-1,0-1-28,-32 26 75,71-30-387,-25-1 299,1 0 0,-1 0 0,0 0 0,1 1 0,-1 0 1,0 0-1,1 1 0,-1 0 0,2 1 13,-6-2 4,1 1 0,-1 0 0,1 0 0,-1-1 0,0 2 0,0-1 0,0 0 0,0 0 0,-1 1 1,1-1-1,-1 1 0,1-1 0,-1 1 0,0-1 0,0 1 0,0 0 0,0 0 0,0 0 0,-1 0 0,1-1 0,-1 4-4,2 1 105,-1 1 0,1 0 0,-2 0 0,1 0 0,-1 0 0,0 0-1,-1 0 1,0-1 0,0 1 0,0 0 0,-1 0 0,0-1 0,-1 1 0,0-1-1,0 1 1,-1-1 0,0 0 0,0-1 0,0 1 0,-1-1 0,0 1 0,0-2-1,-1 1 1,1 0 0,-6 3-105,0 0 86,-1 0-1,0-1 1,0 0-1,-1 0 1,0-1-1,0-1 1,0 0-1,-1-1 0,0-1 1,-14 3-86,16-5-1094,0 0 0,-1-1-1,1-1 1,-13 0 1094,9-3-5816</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1.105"/>
    </inkml:context>
    <inkml:brush xml:id="br0">
      <inkml:brushProperty name="width" value="0.05" units="cm"/>
      <inkml:brushProperty name="height" value="0.05" units="cm"/>
    </inkml:brush>
  </inkml:definitions>
  <inkml:trace contextRef="#ctx0" brushRef="#br0">121 0 8010,'0'0'3090,"0"0"-679,0 0-637,0 0-365,0 0-131,0 0-231,-20 26-206,-60 80-149,78-103-606,-1 0 0,1 0 0,0 1 0,0-1 0,0 1 0,1-1 0,0 1 0,-1 0 0,1 0 0,0-1 0,1 1 0,-1 0 0,1 0 0,-1 2-86,2-4 47,-1-1 0,0 0-1,1 1 1,-1-1 0,1 1-1,-1-1 1,1 0 0,0 1-1,0-1 1,-1 0 0,1 0-1,0 1 1,0-1 0,0 0-1,0 0 1,0 0 0,1 0-1,-1 0 1,0-1 0,0 1-1,1 0 1,-1 0 0,0-1-1,1 1-46,7 1 170,0 1-1,0-2 1,0 1-1,1-1 1,-1-1 0,0 1-1,1-2 1,2 0-170,0 1 43,-3 0-16,-1 0 1,0-1-1,0 0 0,0-1 1,0 0-1,0 0 1,0 0-1,0-1 0,-1 0 1,1-1-1,-1 0 0,6-4-27,-10 6 29,1-1 0,-1 1 0,0-1 0,0 0-1,0 0 1,0-1 0,-1 1 0,0 0 0,1-1 0,-1 0-1,0 1 1,-1-1 0,1 0 0,-1 0 0,1 0-1,-1 0 1,0 0 0,-1 0 0,1 0 0,-1-1-1,0 1 1,0 0 0,0 0 0,0 0 0,-1 0-1,0-1-28,0 2 9,0 1-1,0-1 0,-1 1 1,0 0-1,1-1 1,-1 1-1,0 0 0,0 0 1,0 0-1,0 0 0,0 1 1,0-1-1,-1 0 0,1 1 1,0 0-1,-1-1 0,0 1 1,1 0-1,-1 0 0,1 0 1,-1 1-1,0-1 1,0 1-1,1 0 0,-4-1-8,-73-4-1082,78 5 1053,-11-1-716,-17 2-2596,12 7-2408,7 5-2818</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1.450"/>
    </inkml:context>
    <inkml:brush xml:id="br0">
      <inkml:brushProperty name="width" value="0.05" units="cm"/>
      <inkml:brushProperty name="height" value="0.05" units="cm"/>
    </inkml:brush>
  </inkml:definitions>
  <inkml:trace contextRef="#ctx0" brushRef="#br0">22 77 11666,'0'0'2446,"0"0"-203,0 0-502,-4 24-517,-13 77-330,17-99-848,0 0 0,-1 1-1,1-1 1,0 1 0,0-1 0,0 1 0,1-1 0,-1 0 0,0 1 0,1-1 0,0 1 0,-1-1 0,1 0 0,0 0 0,0 0-1,1 1 1,-1-1 0,0 0 0,1 0 0,-1 0 0,1-1 0,-1 1 0,1 0 0,0-1 0,0 1 0,0-1 0,0 1 0,0-1 0,0 0-1,2 1-45,3 0 94,0 1 0,0-2-1,1 1 1,-1-1 0,1 0-1,0 0 1,5-1-94,-2 0 119,3 2-62,0-2-1,0 0 0,-1 0 1,1-1-1,0-1 1,-1 0-1,9-3-56,-18 3 5,-1 1 0,1 0-1,-1-1 1,1 0 0,-1 0-1,0 0 1,1 0 0,-1-1-1,0 1 1,-1-1 0,1 0 0,0 0-1,-1 0 1,0 0 0,1 0-1,-1 0 1,-1-1 0,1 1 0,0-1-1,-1 1 1,0-1 0,1 0-1,-1 1 1,-1-1 0,1 0-1,-1 0 1,1 0 0,-1-3-5,0 0 18,1-1 0,-1 0 1,0 1-1,-1-1 0,0 1 0,0-1 0,-2-4-18,1 8 3,1 0 0,-1 1-1,0 0 1,0-1-1,0 1 1,-1 0 0,1 0-1,-1 0 1,0 0 0,1 1-1,-1-1 1,0 1-1,-1 0 1,1 0 0,-2-1-3,-14-7-293,15 8 270,1 1 0,-1-1 0,1 0 0,0 0 0,0 0 1,0 0-1,0-1 0,0 1 0,-1-2 23,3 3-424,1 0 0,-1 0 0,0-1 1,1 1-1,-1 0 0,1 0 0,-1-1 0,1 1 0,-1 0 0,1-1 1,0 1-1,0 0 0,0-1 0,0 1 0,0-1 0,0 1 0,0-2 424,3-7-10626</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1.802"/>
    </inkml:context>
    <inkml:brush xml:id="br0">
      <inkml:brushProperty name="width" value="0.05" units="cm"/>
      <inkml:brushProperty name="height" value="0.05" units="cm"/>
    </inkml:brush>
  </inkml:definitions>
  <inkml:trace contextRef="#ctx0" brushRef="#br0">1 6 8690,'0'0'4569,"0"0"-3841,0 0 840,0 0-655,0 0-529,0 0-248,0 0-136,187 0-40,-155 0-753,0-5-2407</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2.145"/>
    </inkml:context>
    <inkml:brush xml:id="br0">
      <inkml:brushProperty name="width" value="0.05" units="cm"/>
      <inkml:brushProperty name="height" value="0.05" units="cm"/>
    </inkml:brush>
  </inkml:definitions>
  <inkml:trace contextRef="#ctx0" brushRef="#br0">73 0 10802,'0'0'2945,"0"0"-406,0 0-297,0 0-1042,0 0-712,0 0-309,17 1-143,54 7-5,-70-8-28,1 1 1,0-1 0,-1 1-1,1 0 1,-1 0 0,1-1 0,-1 1-1,0 0 1,1 0 0,-1 0-1,0 1 1,1-1 0,-1 0-1,0 0 1,0 1 0,0-1-1,0 1 1,-1-1 0,1 1-1,0-1 1,0 1 0,-1-1 0,1 1-1,-1 1-3,2 38 53,-3-28-52,1-2 52,-1 0-1,-1 0 0,0 0 0,0-1 0,-1 1 0,0 0 1,-1-1-1,-1 0 0,1 0 0,-2 0 0,1 0 0,-1-1 1,-1 0-1,1 0 0,-2-1 0,1 0 0,-1 0 0,0 0 1,-1-1-1,1-1 0,-2 1 0,1-2 0,-1 1 0,1-1 1,-2 0-1,-7 2-52,17-7 12,0 0 1,1 0-1,-1 0 1,0 0 0,0 0-1,0 0 1,0 1-1,0-1 1,0 0 0,1 1-1,-1-1 1,0 0-1,0 1 1,0-1 0,1 1-1,-1-1 1,0 1-1,1 0 1,-1-1-1,0 1 1,1 0 0,-1-1-1,1 1 1,-1 0-13,26 10 67,-25-11-68,29 7 189,0-1 1,0-2 0,0-1-1,0-1 1,1-1 0,9-2-189,-12 1 80,-18 0-65,0-1 1,-1 0-1,1 0 0,0 0 1,-1-1-1,1-1 0,-1 1 1,0-1-1,0-1 0,0 0 1,0 0-1,4-3-15,-8 4 16,1 0-1,-1-1 1,0 0 0,0 0 0,0 0-1,-1 0 1,1 0 0,-1-1 0,0 0-1,0 1 1,0-1 0,-1 0-1,0-1 1,0 1 0,0 0 0,-1 0-1,1-1 1,-1 1 0,0-6-16,6-51-3333,-2 46-1195</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2.796"/>
    </inkml:context>
    <inkml:brush xml:id="br0">
      <inkml:brushProperty name="width" value="0.05" units="cm"/>
      <inkml:brushProperty name="height" value="0.05" units="cm"/>
    </inkml:brush>
  </inkml:definitions>
  <inkml:trace contextRef="#ctx0" brushRef="#br0">205 1 10722,'0'0'2371,"0"0"-230,0 0-303,0 0-401,0 0-517,0 0-214,7 12-167,39 59 257,-5-10 244,-3 2-1,26 62-1039,-37-56 241,-3 1 0,-4 2-1,-3 0 1,-2 1 0,2 56-241,-7 2 428,-5-1-1,-11 108-427,1-182 226,-3-1 0,-1-1 0,-4 0 1,-1 0-1,-3-1 0,-2-1 0,-19 36-226,-8 0-372,-3-1 0,-4-3 0,-51 61 372,42-69-2983,16-27-3128,-1-4-5989</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3.650"/>
    </inkml:context>
    <inkml:brush xml:id="br0">
      <inkml:brushProperty name="width" value="0.05" units="cm"/>
      <inkml:brushProperty name="height" value="0.05" units="cm"/>
    </inkml:brush>
  </inkml:definitions>
  <inkml:trace contextRef="#ctx0" brushRef="#br0">1 480 5641,'0'0'930,"0"0"199,0 0 796,0 0 138,0 0-464,0 0-292,29-9-455,11-4-616,4-1 228,0 2 0,29-4-464,69-7 952,1 7 0,0 6-1,73 7-951,677-48 1388,-373 12-322,378-24-385,507-20 165,-1120 81-834,-1 0-9,126-22-3,-384 21-187,1-1 1,-1-2-1,0 0 0,20-10 187,41-24-5393,-51 15-1902</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3.988"/>
    </inkml:context>
    <inkml:brush xml:id="br0">
      <inkml:brushProperty name="width" value="0.05" units="cm"/>
      <inkml:brushProperty name="height" value="0.05" units="cm"/>
    </inkml:brush>
  </inkml:definitions>
  <inkml:trace contextRef="#ctx0" brushRef="#br0">0 240 8850,'0'0'1120,"0"0"-1120,0 0-728,0 0-96,176-142 736,-115 103 88,-14 10-504,-9 0-4041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4.432"/>
    </inkml:context>
    <inkml:brush xml:id="br0">
      <inkml:brushProperty name="width" value="0.05" units="cm"/>
      <inkml:brushProperty name="height" value="0.05" units="cm"/>
    </inkml:brush>
  </inkml:definitions>
  <inkml:trace contextRef="#ctx0" brushRef="#br0">354 0 13379,'0'0'2207,"0"0"-52,0 0-184,0 0-981,0 0-402,-27 28 167,-85 96 89,96-103-615,2 1 0,0 0 1,1 0-1,2 2 0,0-1 1,1 1-1,2 1 0,0 0 0,2 0 1,-1 7-230,-5 17 334,-14 58 175,4 1 0,6 1 1,4 0-1,4 1 0,7 95-509,2-194-23,0 0 0,1 1 1,0-1-1,0 0 0,1 0 0,1-1 1,0 1-1,0-1 0,2 4 23,-3-9-33,0-1 0,0 1-1,0-1 1,0 1 0,1-1 0,0 0-1,0 0 1,0-1 0,0 1 0,0-1 0,1 0-1,0 0 1,-1 0 0,1 0 0,0-1-1,0 0 1,1 0 0,-1-1 0,5 2 33,9 0-655,-1-1 1,1-1-1,-1-1 0,1 0 1,7-2 654,51-12-5312,-17-8-1951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5.053"/>
    </inkml:context>
    <inkml:brush xml:id="br0">
      <inkml:brushProperty name="width" value="0.05" units="cm"/>
      <inkml:brushProperty name="height" value="0.05" units="cm"/>
    </inkml:brush>
  </inkml:definitions>
  <inkml:trace contextRef="#ctx0" brushRef="#br0">182 1 8674,'0'0'1604,"0"0"-35,0 0-199,0 0-479,0 0-114,0 0 41,-22 22-199,-64 71-143,84-91-442,0 0-1,1-1 0,-1 1 0,0 1 1,1-1-1,-1 0 0,1 0 0,-1 1 1,1-1-1,0 0 0,0 1 0,0 0 1,1-1-1,-1 1 0,0-1 0,1 1 1,0 0-1,0-1 0,-1 1 0,2 0 1,-1-1-1,0 1 0,0 0 0,1 1-33,1-1 53,0 0 1,0 0-1,0 0 0,0 0 0,0-1 0,1 1 0,-1-1 1,1 0-1,-1 1 0,1-1 0,0 0 0,1 0-53,4 4 121,4 3 20,-1 1 1,0 0-1,-1 1 1,0 0-1,0 1 0,-1 0-141,-5-5 191,0-1 0,0 1 0,-1 0 0,0 0 0,-1 0 0,1 1 0,-2-1 0,1 1 0,-1-1 0,0 1 0,0-1 0,-1 7-191,0-12 93,-1 0 0,0 0 0,0 0-1,1 0 1,-1 0 0,-1 0-1,1 0 1,0-1 0,0 1 0,-1 0-1,1-1 1,-1 1 0,1-1 0,-1 1-1,0-1 1,1 0 0,-1 0 0,0 0-1,0 0 1,0 0 0,0 0 0,0 0-1,0-1 1,0 1 0,0-1 0,0 1-1,-1-1-92,-58 11 1245,56-11-1221,1 0-1,0 0 0,-1 0 1,1-1-1,0 1 1,-1-1-1,1 0 1,0-1-1,0 1 1,0-1-1,0 0 1,0 0-1,0 0 1,0 0-1,0-1 0,-2-1-23,5 2-152,-1 1-1,1-1 0,-1 0 0,1 0 0,-1 1 0,1-1 0,0 0 0,0 0 0,0-1 1,0 1-1,0 0 0,0 0 0,1 0 0,-1 0 0,1-1 0,-1 1 0,1 0 1,0-1-1,0 1 0,0 0 0,0-1 0,0 1 0,1 0 0,-1 0 0,1-1 0,-1 1 1,1 0-1,0 0 0,0 0 0,0 0 0,0 0 0,1-1 153,21-22-4440,6 1-1885</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55.408"/>
    </inkml:context>
    <inkml:brush xml:id="br0">
      <inkml:brushProperty name="width" value="0.05" units="cm"/>
      <inkml:brushProperty name="height" value="0.05" units="cm"/>
    </inkml:brush>
  </inkml:definitions>
  <inkml:trace contextRef="#ctx0" brushRef="#br0">1 46 11266,'0'0'2656,"0"0"-375,0 24-364,1 78-483,-2-96-1300,1 0 1,0-1-1,1 1 1,0 0 0,-1-1-1,2 1 1,-1-1 0,1 1-1,0-1 1,0 0 0,0 1-1,1-1 1,-1 0-1,1 0 1,1-1 0,-1 1-1,1-1 1,-1 0 0,1 1-1,1-2 1,-1 2-135,2-2 123,0 0 1,0 0-1,1-1 0,-1 0 1,0 0-1,1 0 1,-1-1-1,1 0 0,0 0 1,-1 0-1,1-1 1,0 0-1,-1-1 0,1 1 1,0-1-124,-3 0 22,-1 0 0,1 0 0,0 0 1,-1-1-1,1 1 0,-1-1 0,0 0 1,1 1-1,-1-2 0,0 1 0,0 0 0,0-1 1,0 1-1,-1-1 0,1 0 0,-1 0 0,1 0 1,-1 0-1,0 0 0,0-1 0,-1 1 0,1 0 1,-1-1-1,1 0 0,-1 1 0,0-1 1,-1 0-1,1-3-22,3-15 234,-1 1 0,-1-1 0,-1 0 0,-1-13-234,0 21 125,0 10-95,0 1 1,0 0-1,0-1 0,-1 1 1,1-1-1,-1 1 0,0-1 1,0 1-1,0 0 0,0-1 1,0 1-1,-1 0 0,1 0 1,-1 0-1,0 0 0,0 0 1,0 1-1,-1-1 0,1 1 1,-1-1-1,-1 0-30,0 0-46,-1 0 1,0 1-1,-1 0 1,1 0-1,0 0 1,0 0-1,-1 1 1,1 0-1,-1 0 1,1 1-1,-1 0 1,0-1-1,-1 2 46,-2-1-410,-18 2-2826,14 12-3249,7 1-4247</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03.246"/>
    </inkml:context>
    <inkml:brush xml:id="br0">
      <inkml:brushProperty name="width" value="0.05" units="cm"/>
      <inkml:brushProperty name="height" value="0.05" units="cm"/>
    </inkml:brush>
  </inkml:definitions>
  <inkml:trace contextRef="#ctx0" brushRef="#br0">71 0 13259,'0'0'1575,"0"0"-448,0 0-155,0 0-199,0 0 152,-13 27 70,-36 86-282,47-111-663,1 0 0,0 0 0,0 0 0,1 0 0,-1 1 0,0-1 0,1 0 0,-1 0 0,1 0 0,0 1 0,0-1 0,0 0 0,0 1-1,0-1 1,0 0 0,1 0 0,-1 1 0,1-1 0,-1 0 0,1 0 0,0 0 0,0 0 0,0 0 0,0 0 0,0 0 0,1 0 0,-1 0 0,0 0 0,1-1 0,0 1 0,-1 0 0,1-1 0,0 1 0,0-1 0,-1 0 0,1 0 0,1 1-50,0-1 136,1 0 1,0 1 0,-1-1-1,1 0 1,0-1 0,0 1-1,-1-1 1,1 1 0,0-1-1,0 0 1,0-1 0,-1 1-1,1-1 1,0 1 0,0-1 0,0-1-137,0 0 62,0 0 1,0-1 0,0 1 0,-1-1-1,0 0 1,1 0 0,-1 0 0,0-1-1,0 1 1,-1-1 0,1 0 0,-1 1-1,0-1 1,0 0 0,0-1 0,0 1-1,-1 0 1,1 0 0,-1-1 0,0-3-63,2-12 198,0 0 1,-2 0-1,-1-1 1,0-2-199,0 6 40,0 16-98,0 1 0,0-1-1,0 0 1,0 0 0,-1 1 0,1-1-1,0 0 1,0 1 0,-1-1 0,1 1-1,0-1 1,-1 0 0,1 1-1,0-1 1,-1 1 0,1-1 0,-1 1-1,1-1 1,-1 1 0,1-1-1,-1 1 1,1-1 0,-1 1 0,0 0-1,1-1 1,-1 1 0,1 0-1,-1 0 1,0 0 0,1-1 0,-1 1-1,0 0 1,1 0 0,-1 0-1,0 0 1,1 0 0,-1 0 0,0 0-1,0 0 1,1 0 0,-1 0-1,0 1 60,-1-1-552,0 0 0,0 1 0,0-1 0,0 1 0,0 0 1,0-1-1,0 1 0,0 0 0,0 0 0,0 0 0,1 1 0,-1-1 1,0 0-1,0 1 551,-12 20-8103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03.585"/>
    </inkml:context>
    <inkml:brush xml:id="br0">
      <inkml:brushProperty name="width" value="0.05" units="cm"/>
      <inkml:brushProperty name="height" value="0.05" units="cm"/>
    </inkml:brush>
  </inkml:definitions>
  <inkml:trace contextRef="#ctx0" brushRef="#br0">62 0 1856,'0'0'6767,"0"0"-4038,0 0-401,-11 27-389,-30 84-380,39-105-1346,0 0-1,1 0 1,-1 0-1,1 1 0,0-1 1,1 1-1,-1-1 1,1 0-1,1 1 1,-1-1-1,1 1 1,0-1-1,1 2-212,-1-5 109,0 1-1,1-1 1,-1 0-1,1 0 1,0 0 0,0 0-1,0 0 1,0-1-1,1 1 1,-1 0-1,1-1 1,-1 0 0,1 0-1,0 0 1,0 0-1,0 0 1,2 1-109,4 0 128,1 0 1,-1 0-1,1-1 1,0 0-1,-1-1 1,1 0-1,0-1 1,0 0-1,0 0 0,0-1 1,-1 0-1,1-1 1,4-1-129,-7 2 57,-1-1 1,1 0-1,-1 0 1,0-1-1,0 0 1,0 0-1,0-1 0,0 1 1,-1-1-1,1 0 1,-1-1-1,0 1 1,0-1-1,-1 0 1,1 0-1,-1-1 1,0 1-1,-1-1 1,1 0-1,-1 0 1,0 0-1,-1 0 1,0-1-1,0 1 0,0-1 1,0 1-1,-1-1 1,0 0-1,-1 0 1,0 1-1,0-1 1,0 0-1,-1 0 1,1 1-1,-2-1 1,1 0-1,-1 1 1,0-1-1,0 1 1,-1 0-1,0 0 1,-2-4-58,2 6-160,-10-20-1,13 23 51,0 1-1,-1-1 1,1 1 0,0-1-1,0 0 1,0 1 0,0-1-1,0 1 1,0-1 0,0 0 0,0 1-1,0-1 1,0 1 0,0-1-1,0 0 1,0 1 0,1-1-1,-1 1 1,0-1 0,0 1-1,1-1 1,-1 1 0,0-1-1,1 1 1,-1-1 0,0 1 0,1-1-1,-1 1 1,1 0 0,-1-1-1,1 1 1,-1-1 0,1 1-1,-1 0 1,1 0 0,-1-1-1,1 1 1,-1 0 0,1 0 0,0 0 110,20-6-4822</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03.930"/>
    </inkml:context>
    <inkml:brush xml:id="br0">
      <inkml:brushProperty name="width" value="0.05" units="cm"/>
      <inkml:brushProperty name="height" value="0.05" units="cm"/>
    </inkml:brush>
  </inkml:definitions>
  <inkml:trace contextRef="#ctx0" brushRef="#br0">475 1 10786,'0'0'1793,"0"0"95,0 0-72,11 200-543,-2-108 327,-6 13-144,-3 8-287,-6 3-249,-20-3-272,-9-2-264,-3-6-256,-3-10-128,-6-13-144,-3-6-344,-2-8-680,-28 17-513,16-22-943,6-16-3938</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1.179"/>
    </inkml:context>
    <inkml:brush xml:id="br0">
      <inkml:brushProperty name="width" value="0.05" units="cm"/>
      <inkml:brushProperty name="height" value="0.05" units="cm"/>
    </inkml:brush>
  </inkml:definitions>
  <inkml:trace contextRef="#ctx0" brushRef="#br0">0 1 13755,'0'0'2331,"0"0"248,0 0-138,0 0-1130,0 0-806,0 0-13,6 32 418,-2-13-780,71 443 2218,-7 30-2219,-66-476-939,0-22-1807,-1-25-2354,-1-3-415</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1.507"/>
    </inkml:context>
    <inkml:brush xml:id="br0">
      <inkml:brushProperty name="width" value="0.05" units="cm"/>
      <inkml:brushProperty name="height" value="0.05" units="cm"/>
    </inkml:brush>
  </inkml:definitions>
  <inkml:trace contextRef="#ctx0" brushRef="#br0">1 160 11386,'0'0'2156,"0"0"-709,34-24 549,114-75-144,-141 94-1722,1 1-1,0-1 1,0 1-1,0 1 1,0 0-1,1 0 1,-1 0-1,1 1 1,0 1-1,-1-1 1,1 1-1,0 1 1,0 0-1,0 0 1,0 0-1,3 2-129,-3-1 130,-1 0-45,0 0 0,0 1 1,-1 0-1,1 1 0,-1 0 0,1 0 0,-1 0 0,0 1 1,0 0-1,0 0 0,-1 1 0,0 0 0,0 0 0,0 1 0,0-1 1,-1 1-1,0 0 0,0 1 0,0-1 0,-1 1 0,0 0 1,-1 0-1,1 1 0,1 5-85,1 4 139,0 0 0,-2 0 0,0 0 1,0 0-1,-2 1 0,0 0 0,-1-1 0,-1 1 0,0 0 1,-4 17-140,2-26 68,-1-1 1,0 1 0,-1-1 0,0 1 0,0-1 0,0 0 0,-1-1-1,-1 1 1,1-1 0,-1 0 0,0 0 0,-1-1 0,0 0-1,0 0 1,0 0 0,0-1 0,-1 0 0,0-1 0,0 0 0,-1 0-69,-20 11 91,-2-2 1,1-1 0,-1-2 0,-31 7-92,20-11-610,41-6-280,12-1-4585,8-1 762</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1.858"/>
    </inkml:context>
    <inkml:brush xml:id="br0">
      <inkml:brushProperty name="width" value="0.05" units="cm"/>
      <inkml:brushProperty name="height" value="0.05" units="cm"/>
    </inkml:brush>
  </inkml:definitions>
  <inkml:trace contextRef="#ctx0" brushRef="#br0">100 0 13715,'0'0'2060,"0"0"-698,0 0 514,-13 26-305,-1-1-1215,4-8-124,1 0-1,1 0 1,0 1-1,1-1 1,1 2 0,1-1-1,1 1 1,-2 15-232,1 1 422,2-1 0,2 1 0,1 0 0,1 0 0,2 0 0,3 10-422,-3-32 17,0-1 0,0 0 0,1 1 0,1-1 0,0-1-1,0 1 1,2-1 0,-1 0 0,1 0 0,1-1-1,0 0 1,0 0 0,1 0 0,0-2 0,1 1 0,0-1-1,0 0 1,8 4-17,-8-7-398,-1 1 0,1-1-1,1-1 1,-1 0 0,1-1 0,-1 1-1,8-1 399,-13-2-519,-1 0 0,1-1 0,-1 1 0,1-1 0,-1-1 0,1 1 0,0 0 0,-1-1 0,0 0-1,1 0 1,-1-1 0,1 1 0,-1-1 0,0 0 0,0 0 0,0 0 0,0-1 0,0 1-1,0-2 520,22-19-6840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2.250"/>
    </inkml:context>
    <inkml:brush xml:id="br0">
      <inkml:brushProperty name="width" value="0.05" units="cm"/>
      <inkml:brushProperty name="height" value="0.05" units="cm"/>
    </inkml:brush>
  </inkml:definitions>
  <inkml:trace contextRef="#ctx0" brushRef="#br0">0 0 12523,'0'0'2424,"0"0"-493,0 0 314,28 17-409,92 59-566,-109-68-1105,-1 1 0,0 0 0,-1 0 0,0 1 0,0 0 0,-1 1 0,-1 0 0,0 0 1,0 0-1,-1 1 0,0 0 0,-1 1 0,1 6-165,7 12 246,24 76 104,-31-82-378,2-1-1,1 0 1,0 0 0,2-1 0,1 0-1,7 11 29,-8-27-2279,-3-9-1991,-2-2-331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2.579"/>
    </inkml:context>
    <inkml:brush xml:id="br0">
      <inkml:brushProperty name="width" value="0.05" units="cm"/>
      <inkml:brushProperty name="height" value="0.05" units="cm"/>
    </inkml:brush>
  </inkml:definitions>
  <inkml:trace contextRef="#ctx0" brushRef="#br0">324 0 13515,'0'0'2492,"0"0"-1151,0 0-614,0 0-49,-8 29 520,1-4-884,-3 14 251,-3 1-1,-1-2 1,-1 0-1,-7 8-564,-81 128 2140,60-107-1786,4 2 1,-8 22-355,44-82-238,6-8-778,10-13-1596,-8 7 1925,20-17-5137</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2.924"/>
    </inkml:context>
    <inkml:brush xml:id="br0">
      <inkml:brushProperty name="width" value="0.05" units="cm"/>
      <inkml:brushProperty name="height" value="0.05" units="cm"/>
    </inkml:brush>
  </inkml:definitions>
  <inkml:trace contextRef="#ctx0" brushRef="#br0">1 1 13795,'0'0'3081,"0"0"-1209,0 0-256,0 0-103,0 0-777,0 0-336,175 13 88,-122-13-128,-6 0-168,-9 0-112,-9-3-40,-9 1-40,-11 2-392,-9 0-984,0 0-2689,-9 0-560,-11 0-5561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3.315"/>
    </inkml:context>
    <inkml:brush xml:id="br0">
      <inkml:brushProperty name="width" value="0.05" units="cm"/>
      <inkml:brushProperty name="height" value="0.05" units="cm"/>
    </inkml:brush>
  </inkml:definitions>
  <inkml:trace contextRef="#ctx0" brushRef="#br0">1 64 10938,'0'0'2897,"0"0"-136,0 0 975,0 0-2055,0 0-433,0 0-120,0 0 8,32 45-255,6-45-393,9 0-288,3-11-128,-1-2-72,-5 0-256,12-14-768,-15 6-2745,-3-2-4681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3.732"/>
    </inkml:context>
    <inkml:brush xml:id="br0">
      <inkml:brushProperty name="width" value="0.05" units="cm"/>
      <inkml:brushProperty name="height" value="0.05" units="cm"/>
    </inkml:brush>
  </inkml:definitions>
  <inkml:trace contextRef="#ctx0" brushRef="#br0">84 1 15619,'0'0'1999,"0"0"-87,-12 27-99,-2 2-1367,5-13-227,1 1 0,1 0 0,0 0-1,1 1 1,1 0 0,1 0 0,0 0 0,2 1-1,0 3-218,0-5 261,1 0-1,1 0 0,1 0 1,0 0-1,1 0 0,1 0 1,0-1-1,2 1-260,-3-11 34,0-1 1,1 0-1,-1 1 1,1-1-1,1 0 0,-1 0 1,1-1-1,0 1 1,0-1-1,0 1 1,1-1-1,-1-1 0,1 1 1,0-1-1,0 1 1,0-2-1,0 1 0,1 0 1,-1-1-1,1 0 1,0 0-1,0-1 1,-1 0-1,3 1-34,10 1 44,0-1 0,-1-1 0,1 0 0,0-1-1,0-1 1,0-1 0,0 0 0,0-1 0,-1-1 0,0-1 0,0-1 0,0 0 0,0-1-1,-1-1 1,0 0 0,7-6-44,-12 7 10,0-1-1,0 0 1,-1-1 0,0 0-1,0-1 1,-1 0 0,-1 0 0,1-1-1,-2 0 1,0 0 0,0-1-1,-1 0 1,0 0 0,-1-1-1,0 1 1,-1-1 0,-1 0-1,0 0 1,-1-1 0,0 1-1,-1 0 1,0-5-10,-1 12-1,0 0 1,0 0-1,-1 0 0,0 0 1,0 0-1,0 0 0,0 0 1,-1 1-1,0-1 0,-1 0 1,1 2-32,0 1-1,-1-1 0,0 1 0,1 0 0,-1 0 1,0 0-1,0 1 0,-1-1 0,1 1 0,-1-1 0,1 1 1,-1 0-1,0 0 0,1 1 0,-3-1 33,-10-4-686,-1 2 0,1 0 0,-1 0 0,0 2 0,-1 0 0,1 1 0,0 1 0,-10 1 686,-13-1-3320,-31-1-5305</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4.392"/>
    </inkml:context>
    <inkml:brush xml:id="br0">
      <inkml:brushProperty name="width" value="0.05" units="cm"/>
      <inkml:brushProperty name="height" value="0.05" units="cm"/>
    </inkml:brush>
  </inkml:definitions>
  <inkml:trace contextRef="#ctx0" brushRef="#br0">1 0 8906,'0'0'5469,"0"0"-3224,0 0-393,27 23-120,-27-23-1732,43 39 1263,26 28-1263,-61-56 136,1 0-1,-2 0 0,0 1 1,0 0-1,-1 1 1,0-1-1,-1 1 1,-1 0-1,0 0 0,-1 1 1,0-1-1,-1 1 1,-1 0-1,0-1 0,0 1 1,-2 6-136,1-7 100,2 7 96,-2 0-1,-1 1 1,-1-1 0,-3 17-196,3-28 62,-1 1 1,0-1-1,0 1 1,-1-1 0,-1 0-1,0-1 1,0 1-1,0-1 1,-1 0 0,-5 5-63,-2 1 97,-1 0 0,0-1 0,-1-1 0,-2 1-97,-31 25-195,47-37-274,5-6-489,54-48-5849,-18 24-117</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4.736"/>
    </inkml:context>
    <inkml:brush xml:id="br0">
      <inkml:brushProperty name="width" value="0.05" units="cm"/>
      <inkml:brushProperty name="height" value="0.05" units="cm"/>
    </inkml:brush>
  </inkml:definitions>
  <inkml:trace contextRef="#ctx0" brushRef="#br0">1 1 18532,'0'0'3443,"0"0"-2136,0 0-390,5 35 115,1 7-734,8 60 871,-2 21-1169,-6 42 765,-2-43-513,8 22-252,-15-192-9798,-9 16 1603</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5.074"/>
    </inkml:context>
    <inkml:brush xml:id="br0">
      <inkml:brushProperty name="width" value="0.05" units="cm"/>
      <inkml:brushProperty name="height" value="0.05" units="cm"/>
    </inkml:brush>
  </inkml:definitions>
  <inkml:trace contextRef="#ctx0" brushRef="#br0">1 195 13827,'0'0'2937,"0"0"-169,0 0-239,0 0-993,0 0-920,0 0-168,202-71-160,-126 45-176,-6 2-112,-6 6 64,-8 2-64,11-2-776,-14 7-2120,-9 1-3202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5.440"/>
    </inkml:context>
    <inkml:brush xml:id="br0">
      <inkml:brushProperty name="width" value="0.05" units="cm"/>
      <inkml:brushProperty name="height" value="0.05" units="cm"/>
    </inkml:brush>
  </inkml:definitions>
  <inkml:trace contextRef="#ctx0" brushRef="#br0">89 95 16371,'0'0'2333,"0"0"-1065,0 0-95,0 24 109,0 455 3109,-2-412-4207,-1-44-191,2 0 0,1 1-1,1-1 1,1 0 0,1 0-1,1 0 1,4 9 7,1-18-1118,-4-23-1937,0-27-3572,-4-3-2691</inkml:trace>
  <inkml:trace contextRef="#ctx0" brushRef="#br0" timeOffset="1">1 295 10338,'0'0'2941,"0"0"-958,21-31 64,-21 31-2047,42-61 1502,12-9-1502,-44 58 149,1 1 1,1 0-1,0 0 1,0 2-1,1-1 1,0 2-1,1-1 1,0 2 0,0 0-1,1 1 1,0 0-1,0 1 1,0 0-1,0 2 1,15-2-150,-19 2 176,1 1-1,-1 1 1,1 0 0,0 0 0,0 1 0,0 1-1,-1 0 1,4 1-176,-11-1 28,0 0 0,0 0 0,0 1 0,-1-1 0,1 1 0,0 0 0,-1 0 0,1 0 0,-1 0 1,0 1-1,0 0 0,0-1 0,0 1 0,0 0 0,0 0 0,-1 1 0,0-1 0,1 0 0,-1 1 0,-1 0 0,1-1 0,0 1 0,-1 0 0,1 3-28,1 5 71,0 1 0,-1 0 1,0 1-1,-1-1 0,-1 0 0,0 0 0,-1 0 0,0 1 1,-1-1-1,0 0 0,-1 0 0,-1-1 0,0 1 1,0-1-1,-2 1 0,1-1 0,-2-1 0,1 1 1,-2 0-73,-8 11 149,-1-2 0,0 1 0,-1-2-1,-2-1 1,0 0 0,-1-1-1,0-1 1,-21 11-148,35-23-14,-1 0 1,0-1-1,-1 0 1,1 0 0,-1 0-1,1-1 1,-1-1-1,0 0 1,0 0-1,0 0 1,-1-1-1,-6 0 14,15-2-80,1 1 0,-1 0 0,1-1 0,-1 1 0,1-1 0,-1 1-1,1 0 1,-1-1 0,1 1 0,-1-1 0,1 1 0,0-1 0,-1 1-1,1-1 1,0 0 0,-1 1 0,1-1 0,0 1 0,0-1 0,-1 0-1,1 1 1,0-1 0,0 0 0,0 1 0,0-1 0,0 1 0,0-1-1,0 0 1,0 1 0,0-1 0,0 0 0,1 1 0,-1-1 0,0 0-1,0 1 1,1-1 0,-1 1 0,0-1 0,1 1 0,-1-1 0,0 0 80,13-28-5667,11 0-5749</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5.785"/>
    </inkml:context>
    <inkml:brush xml:id="br0">
      <inkml:brushProperty name="width" value="0.05" units="cm"/>
      <inkml:brushProperty name="height" value="0.05" units="cm"/>
    </inkml:brush>
  </inkml:definitions>
  <inkml:trace contextRef="#ctx0" brushRef="#br0">97 0 9434,'0'0'5585,"0"0"-4465,0 0 1481,-52 148-673,34-62-591,0 4-337,10-3 200,8-11-448,0-13-344,3-13-192,26-13-64,6-13-63,6-8-89,3-8 0,3-8-337,20-8-1231,-9-19-3185,-11-4-5513</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6.106"/>
    </inkml:context>
    <inkml:brush xml:id="br0">
      <inkml:brushProperty name="width" value="0.05" units="cm"/>
      <inkml:brushProperty name="height" value="0.05" units="cm"/>
    </inkml:brush>
  </inkml:definitions>
  <inkml:trace contextRef="#ctx0" brushRef="#br0">0 0 16019,'0'0'2537,"0"0"-1113,0 0 473,0 0-513,0 0-344,114 200-288,-88-126 161,-2 0-313,-4-11-312,-2-8-144,-3-13-96,-7-10-40,1-11-8,-3-8-96,0-13-728,3 0-857,-1-24-1375,-2-2-5946</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6.489"/>
    </inkml:context>
    <inkml:brush xml:id="br0">
      <inkml:brushProperty name="width" value="0.05" units="cm"/>
      <inkml:brushProperty name="height" value="0.05" units="cm"/>
    </inkml:brush>
  </inkml:definitions>
  <inkml:trace contextRef="#ctx0" brushRef="#br0">416 0 15859,'0'0'2961,"0"0"-2145,0 0 488,0 0 217,-115 172-265,57-91-72,-1 1-175,1-6-289,11-10-456,12-16-144,9-11-112,11-12 0,12-14-8,3-8-160,29-5-608,18-24-1185,3-5-3696</inkml:trace>
  <inkml:trace contextRef="#ctx0" brushRef="#br0" timeOffset="1">919 40 14211,'0'0'2897,"0"0"-769,0 0-400,0 0-663,0 0-457,0 0 96,0 0-56,146 31-336,-99-25-184,0-6-128,0 2-312,-12-2-2128,-15 0-3674</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6.847"/>
    </inkml:context>
    <inkml:brush xml:id="br0">
      <inkml:brushProperty name="width" value="0.05" units="cm"/>
      <inkml:brushProperty name="height" value="0.05" units="cm"/>
    </inkml:brush>
  </inkml:definitions>
  <inkml:trace contextRef="#ctx0" brushRef="#br0">0 22 14539,'0'0'2801,"0"0"-265,0 0-391,0 0-833,0 0-616,0 0-408,0 0-288,167 5-480,-94-18-1464,-5 0-3553</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7.191"/>
    </inkml:context>
    <inkml:brush xml:id="br0">
      <inkml:brushProperty name="width" value="0.05" units="cm"/>
      <inkml:brushProperty name="height" value="0.05" units="cm"/>
    </inkml:brush>
  </inkml:definitions>
  <inkml:trace contextRef="#ctx0" brushRef="#br0">183 212 9874,'0'0'2523,"0"0"-370,0 0 7,0 0-141,-1-25-258,1 20-1583,-4-93 1473,3 14 2777,3 119-4431,2-1 0,1 1 0,5 16 3,-1-8 20,2 38-20,-8-17 29,-3 53-29,-1-114-41,1 0 0,0 0 0,-1 0 0,0-1 0,1 1 0,-1 0 0,0 0 0,0-1 0,-1 1 0,1-1 0,-1 1 0,1-1 0,-1 1 0,0-1 0,0 0 0,0 0 0,0 0 0,0 0 0,0 0 41,-4 2-73,1-1 1,-1 0-1,0 0 0,1 0 0,-1 0 0,-1-1 0,1 0 0,-5 0 73,-14 3-25,0-2 0,0-1-1,0-1 1,-4-1 25,21 0 79,39 1 956,-4 0-1046,1-1-1,-1-1 1,0-2 0,1 0 0,-1-2 11,114-38-5239,-83 20-1685</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7.542"/>
    </inkml:context>
    <inkml:brush xml:id="br0">
      <inkml:brushProperty name="width" value="0.05" units="cm"/>
      <inkml:brushProperty name="height" value="0.05" units="cm"/>
    </inkml:brush>
  </inkml:definitions>
  <inkml:trace contextRef="#ctx0" brushRef="#br0">129 0 496,'0'0'11636,"0"0"-7417,0 0-1741,16 35-216,2 0-1733,-7-13-250,0 0-1,-1 1 0,-1 0 1,-1 0-1,-1 0 1,-2 1-1,0 0 1,1 23-279,-2 0 523,-2 0 1,-2 1 0,-3-1 0,-1 0-1,-3 5-523,3-34 88,0-1 0,-1 0 0,-1 0 0,-1-1-1,0 1 1,-1-1 0,-1 0-88,3-6 7,-1-1-1,0 0 1,0 0 0,-1 0-1,0-1 1,0-1-1,-1 1 1,0-1 0,0-1-1,0 0 1,-7 3-7,11-7-95,0 1 0,0-1 0,0-1 0,0 1 0,0-1 1,0 0-1,-3 0 95,-21 1-5345,28-4-905,1-4-4844</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7.881"/>
    </inkml:context>
    <inkml:brush xml:id="br0">
      <inkml:brushProperty name="width" value="0.05" units="cm"/>
      <inkml:brushProperty name="height" value="0.05" units="cm"/>
    </inkml:brush>
  </inkml:definitions>
  <inkml:trace contextRef="#ctx0" brushRef="#br0">1 1 16035,'0'0'2265,"0"0"327,0 179-7,0-87-1089,0 8-559,0-8-313,0-10-208,0-14-232,0-15-136,0-16-40,3-14-16,-3-10-200,0-13-728,0-13-1065,0-13-3568</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8.206"/>
    </inkml:context>
    <inkml:brush xml:id="br0">
      <inkml:brushProperty name="width" value="0.05" units="cm"/>
      <inkml:brushProperty name="height" value="0.05" units="cm"/>
    </inkml:brush>
  </inkml:definitions>
  <inkml:trace contextRef="#ctx0" brushRef="#br0">0 379 19036,'0'0'3881,"0"0"-3137,0 0 848,0 0-1055,0 0-361,202-39-176,-129 20 0,6-2-489,27-8-743,-22 3-920,-10 5-3089</inkml:trace>
  <inkml:trace contextRef="#ctx0" brushRef="#br0" timeOffset="1">1138 0 10658,'0'0'9842,"0"0"-8217,0 0-1185,0 0 384,0 0 208,12 195-352,-3-103 89,0 3-1,-3-3-216,-4-5-232,4-16-88,-3-13-176,-3-19-40,3-10-16,-3-16-360,9-13-728,-3-5-1513,3-19-3832</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8.577"/>
    </inkml:context>
    <inkml:brush xml:id="br0">
      <inkml:brushProperty name="width" value="0.05" units="cm"/>
      <inkml:brushProperty name="height" value="0.05" units="cm"/>
    </inkml:brush>
  </inkml:definitions>
  <inkml:trace contextRef="#ctx0" brushRef="#br0">162 89 8066,'0'0'5905,"0"0"-4069,35-15-805,119-45 435,-145 57-1276,0 0 1,1 1-1,0 0 1,0 0-1,-1 1 1,1 0-1,0 1 1,0 0-1,0 1 0,0 0 1,0 0-1,2 2-190,-7-2 108,0 1 0,1 0 0,-1 0 0,0 1 1,0-1-1,0 1 0,-1 0 0,1 0 0,-1 1 0,0 0 0,1-1 0,-2 1 0,1 1 0,0-1 0,-1 0 0,1 2-108,0 2 110,0 0 1,-1 0-1,0 1 1,0-1-1,-1 1 1,0-1-1,-1 1 0,1 0 1,-2 0-1,1-1 1,-1 1-1,-1 0 1,1 0-1,-2 0 1,1-1-1,-1 1 1,0-1-1,-1 1 1,0-1-1,-1 0 0,1 0 1,-2 1-111,-4 6 110,0-1-1,-1 1 1,-1-1 0,-1-1-1,0 0 1,0-1-1,-1 0 1,-1-1 0,0-1-1,-15 9-109,-5 2 38,-2-2 0,0-2-1,-1-1 1,-12 2-38,36-13-117,0-1 1,-1 0-1,1-1 0,-1-1 0,0 0 1,-12-1 116,22 0-356,-1-2 1,0 1-1,1 0 1,-1-1 0,1 0-1,-1 0 1,1 0-1,0-1 1,-1 0-1,1 0 1,0 0-1,0 0 1,0 0 0,0-1-1,0 0 1,1 1-1,-1-1 1,1-1-1,0 1 1,0-1-1,-3-3 356,-13-29-7124</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9.184"/>
    </inkml:context>
    <inkml:brush xml:id="br0">
      <inkml:brushProperty name="width" value="0.05" units="cm"/>
      <inkml:brushProperty name="height" value="0.05" units="cm"/>
    </inkml:brush>
  </inkml:definitions>
  <inkml:trace contextRef="#ctx0" brushRef="#br0">290 1 696,'0'0'12856,"0"0"-7696,0 0-3368,0 0-431,-31 32-360,-101 110-82,118-126-745,1 1 0,1 0 0,1 1 0,0 0 1,2 1-1,0 0 0,1 1 0,0 0 0,2 0 0,0 0 0,2 1 0,0 0 0,0 7-174,1-9 114,1 0-1,0 0 0,2 0 1,0 0-1,2 7-113,-2-19 12,1-1 0,0 0-1,1 0 1,0-1 0,0 1-1,0 0 1,0-1 0,1 1 0,0-1-1,0 0 1,0 1 0,1-2-1,0 1 1,0 0 0,0-1-1,1 0 1,-1 0 0,2 1-12,8 4-16,1-1-1,-1 0 1,1-2 0,1 1 0,-1-2 0,1 0 0,0-1-1,0-1 1,1 0 0,9 0 16,22 1-1195,0-3-1,42-4 1196,-7-8-4303,-13-10-3040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9.550"/>
    </inkml:context>
    <inkml:brush xml:id="br0">
      <inkml:brushProperty name="width" value="0.05" units="cm"/>
      <inkml:brushProperty name="height" value="0.05" units="cm"/>
    </inkml:brush>
  </inkml:definitions>
  <inkml:trace contextRef="#ctx0" brushRef="#br0">0 1 15507,'0'0'5240,"0"0"-2610,0 0-1031,0 0-497,27 11-318,-6-3-634,3 1 11,0 2 0,-1 0 0,0 1-1,-1 1 1,0 2 0,8 7-161,42 41 968,33 40-968,-45-43-63,-41-44 240,-9-11-2147,-6-9-7199,-4-12-221</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19.890"/>
    </inkml:context>
    <inkml:brush xml:id="br0">
      <inkml:brushProperty name="width" value="0.05" units="cm"/>
      <inkml:brushProperty name="height" value="0.05" units="cm"/>
    </inkml:brush>
  </inkml:definitions>
  <inkml:trace contextRef="#ctx0" brushRef="#br0">445 1 17124,'0'0'2760,"0"0"-2064,0 0 777,0 0-569,-155 202-112,100-131 8,2 0 112,3-7-407,6-12-241,9-7-160,12-8-96,5-11 0,9-7-8,6-6-384,3-8-729,15-5-1087,17-10-2337,6-11-5513</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20.244"/>
    </inkml:context>
    <inkml:brush xml:id="br0">
      <inkml:brushProperty name="width" value="0.05" units="cm"/>
      <inkml:brushProperty name="height" value="0.05" units="cm"/>
    </inkml:brush>
  </inkml:definitions>
  <inkml:trace contextRef="#ctx0" brushRef="#br0">91 1 16524,'0'0'3944,"0"0"-3119,0 0 727,0 0-848,0 0-280,0 0-280,185 37-48,-144-32-96,-6-2-304,-15 2-1264,-8-3-3137,-9 1-4601</inkml:trace>
  <inkml:trace contextRef="#ctx0" brushRef="#br0" timeOffset="1">1 272 13795,'0'0'2849,"0"0"-217,0 0-423,0 0-801,0 0-240,0 0-392,0 0-352,128 24-272,-72-24-144,0 0-8,14 0-720,-15-6-1824,-8-2-4306</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20.722"/>
    </inkml:context>
    <inkml:brush xml:id="br0">
      <inkml:brushProperty name="width" value="0.05" units="cm"/>
      <inkml:brushProperty name="height" value="0.05" units="cm"/>
    </inkml:brush>
  </inkml:definitions>
  <inkml:trace contextRef="#ctx0" brushRef="#br0">53 126 10426,'0'0'5855,"0"0"-2961,0 0-962,0 0-525,0 0-783,0 0-340,22-21 51,70-61 6,-89 79-316,0 1 0,-1 0 0,1 0 0,0 0 0,0 0 0,0 1-1,0-1 1,0 1 0,1 0 0,-1 0 0,0 0 0,1 0 0,-1 0-1,1 1 1,-1-1 0,1 1 0,0 0-25,-2 1 10,0-1 0,0 1 0,-1 0-1,1-1 1,0 1 0,0 0 0,-1 0 0,1 0 0,-1 0 0,1 0 0,-1 1-1,0-1 1,1 0 0,-1 1 0,0-1 0,0 1 0,0-1 0,0 1 0,0 0-1,0-1 1,0 2-10,3 7 20,-1-1 0,-1 1 0,1 0-1,-2 0 1,1 0 0,-2 0 0,1 8-20,0-2 14,-1 0 0,-1 1 0,-1-1 1,0 0-1,-1 0 0,0 0 1,-2 0-1,1 0 0,-2-1 0,0 0 1,-1 0-1,-1 0 0,0-1 1,-1 0-1,0-1 0,-1 0 0,-8 7-14,5-4 118,-1-1-1,-1 0 0,0-1 1,-1-1-1,0 0 1,-1-1-1,-1-1 0,-8 4-117,25-14 21,1-1-1,-1 0 0,1 0 0,-1 1 1,1-1-1,-1 0 0,1 0 1,-1 1-1,1-1 0,-1 0 1,1 0-1,-1 0 0,1 0 0,-1 0 1,0 0-1,1 0 0,-1 0 1,1 0-1,-1 0 0,1 0 0,-1 0 1,1 0-1,-1-1 0,1 1 1,-1 0-1,1 0 0,-1-1 1,1 1-1,-1 0 0,1-1 0,-1 1 1,1 0-1,-1-1 0,1 1 1,0 0-1,-1-1 0,1 1 1,0-1-1,-1 1 0,1-1 0,0 1 1,0-1-1,0 1 0,-1-1 1,1 1-1,0-1 0,0 1 1,0-1-1,0 0 0,0 1 0,0-1 1,0 1-1,0-1 0,0 1 1,0-1-1,0 1 0,0-1 1,0 0-21,0 0 3,1 0 0,-1 0 1,0 0-1,0-1 1,0 1-1,1 0 0,-1 0 1,1 0-1,-1-1 1,1 1-1,-1 0 1,1 0-1,0 0 0,0 0 1,-1 0-1,1 0 1,0 0-1,0 1 1,0-1-1,0 0 0,0 0 1,0 1-1,0-1 1,0 0-1,0 1 0,0-1 1,1 1-4,3-1 1,0 1 1,1 0 0,-1 0-1,1 0 1,-1 0 0,0 1-1,1 0 1,-1 0 0,0 1-1,0-1 1,0 1 0,0 0-1,4 3-1,6 3 49,-1 2-1,0 0 1,9 9-49,-14-11 85,1 0-1,0 0 1,0-1 0,1-1-1,0 1 1,0-2 0,0 0 0,1 0-1,-1-1-84,13 1 153,0-2-1,0-1 1,1 0-1,-1-2 1,9-2-153,18 1-275,-47 0-31,0 0-1,-1 0 0,1 0 0,-1 0 1,1-1-1,-1 0 0,0 0 0,1 0 1,-1 0-1,0 0 0,0 0 0,0-1 1,-1 0-1,1 1 0,1-3 307,10-8-4115,9-8-5998</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21.157"/>
    </inkml:context>
    <inkml:brush xml:id="br0">
      <inkml:brushProperty name="width" value="0.05" units="cm"/>
      <inkml:brushProperty name="height" value="0.05" units="cm"/>
    </inkml:brush>
  </inkml:definitions>
  <inkml:trace contextRef="#ctx0" brushRef="#br0">148 1 13067,'0'0'2890,"0"0"-274,18 24-230,-3-5-1943,-1-1-154,0 0 0,-1 1 0,-1 0 0,-1 1 0,-1 1 0,0-1 0,-2 2 0,0 1-289,2 16 388,-2 0 1,-2 1-1,-1 0 0,-3 0 0,-1 0 0,-1 1 0,-3-1 0,-2 7-388,0-20 103,-1 0 0,-1 0-1,-1-1 1,-1 0 0,-2 0 0,0-1-1,-2-1 1,-12 18-103,4-10-47,-2-2 0,0 0 0,-2-2 0,-2 0 0,0-2 0,-5 2 47,27-24 213,-12 8-2396,16-12 2019,1 0-1,0 0 1,-1 0 0,1 0 0,-1 0-1,1 0 1,0-1 0,-1 1 0,1 0-1,0 0 1,-1 0 0,1 0 0,0-1-1,-1 1 1,1 0 0,0 0 0,-1-1-1,1 1 1,0 0 0,0 0 0,-1-1-1,1 1 1,0 0 0,0-1 0,-1 1-1,1 0 1,0-1 0,0 1 0,0-1-1,0 1 1,0 0 0,0-1 0,0 1-1,0 0 1,0-1 0,0 1 0,0-1-1,0 1 1,0 0 0,0-1 0,0 1-1,0-1 1,0 1 0,0 0 0,0-1-1,1 1 1,-1 0 164,0-23-9659</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3.912"/>
    </inkml:context>
    <inkml:brush xml:id="br0">
      <inkml:brushProperty name="width" value="0.05" units="cm"/>
      <inkml:brushProperty name="height" value="0.05" units="cm"/>
    </inkml:brush>
  </inkml:definitions>
  <inkml:trace contextRef="#ctx0" brushRef="#br0">16 1 12963,'0'0'2692,"0"0"-1194,0 0 188,0 31 1,0 217 281,-8 35-5,3-156-2455,3-12-3694,2-141-1483,0-10-5824</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44.250"/>
    </inkml:context>
    <inkml:brush xml:id="br0">
      <inkml:brushProperty name="width" value="0.05" units="cm"/>
      <inkml:brushProperty name="height" value="0.05" units="cm"/>
    </inkml:brush>
  </inkml:definitions>
  <inkml:trace contextRef="#ctx0" brushRef="#br0">0 105 6129,'0'0'8194,"0"0"-6089,0 0-713,0 0 136,0 0-560,0 0-592,170-15-304,-100 4-72,0-7 0,24-6-960,-21 3-1904,-9 5-7539</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3:58.837"/>
    </inkml:context>
    <inkml:brush xml:id="br0">
      <inkml:brushProperty name="width" value="0.05" units="cm"/>
      <inkml:brushProperty name="height" value="0.05" units="cm"/>
    </inkml:brush>
  </inkml:definitions>
  <inkml:trace contextRef="#ctx0" brushRef="#br0">49 115 5937,'0'0'4516,"0"0"-2926,0 0-462,0 0-65,0 0-594,0 0-323,-6 4-86,3 0-50,-1 1 0,0-1 0,1 0 1,0 1-1,0 0 0,0-1 0,0 1 1,1 1-1,0-1 0,0 0 0,1 0 0,-1 1 1,1-1-1,0 1 0,0-1 0,1 1 1,0-1-1,0 1 0,0 4-10,-1 23 255,-1-5 142,1 0 0,1 0 0,4 21-397,-3-42 63,0 0 1,0 0-1,1 0 0,0-1 1,0 1-1,1-1 0,0 1 1,0-1-1,0 0 0,1 0 0,0 0 1,0-1-1,0 1 0,1-1 1,0 0-1,0-1 0,2 3-63,-1-4 129,-1-1 0,1 1 1,0-1-1,0 0 0,0-1 0,0 1 0,0-1 0,0-1 1,0 1-1,0-1 0,0 0 0,0 0 0,0-1 0,0 1 0,0-2 1,0 1-1,0 0 0,0-1 0,0 0 0,-1-1 0,1 1 1,-1-1-1,1 0 0,-1-1 0,0 1 0,2-2-129,3-6 153,1 1-1,-2-2 0,1 1 1,-1-1-1,-1-1 1,0 0-1,-1 0 1,-1 0-1,0-1 0,0 0 1,-1 0-1,-1 0 1,0-2-153,1-12 326,-1 1 0,-1-1 0,-2 1 0,0-1 0,-2 0 0,-3-15-326,3 36 22,0 1 1,0-1-1,0 1 0,-1-1 0,0 1 0,-1 0 0,1 0 0,-1 0 0,0 0 0,-4-3-22,6 7-69,0 0-1,-1 0 1,1 1 0,-1-1-1,1 0 1,-1 1-1,0-1 1,0 1-1,1 0 1,-1-1-1,0 1 1,0 0-1,0 0 1,-1 0-1,1 1 1,0-1-1,0 1 1,0-1-1,-1 1 1,1-1-1,0 1 1,-1 0 0,1 0-1,0 0 1,0 1-1,-1-1 1,1 0-1,0 1 1,0-1-1,-2 2 70,-28 18-4023,0 8-3089</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00.392"/>
    </inkml:context>
    <inkml:brush xml:id="br0">
      <inkml:brushProperty name="width" value="0.05" units="cm"/>
      <inkml:brushProperty name="height" value="0.05" units="cm"/>
    </inkml:brush>
  </inkml:definitions>
  <inkml:trace contextRef="#ctx0" brushRef="#br0">27 14 9098,'0'0'1539,"0"0"-160,0 0-143,0 0-304,0 0-181,0 0 233,0-13 4355,1 32-5217,2 0 0,0 0 0,1 0 0,5 14-122,9 46 653,1 17 361,26 82-1014,-18-82 152,11 81-152,-21-61 205,-5 1-1,-3 58-204,-9-109 48,-3 0 0,-4 8-48,4-50 70,-1-1 1,-2 1 0,0-1 0,-2-1 0,0 1-1,-2-2 1,-8 15-71,8-16 211,-2-1 1,0 0-1,-1-1 0,0 0 0,-2-1 1,0-1-1,-1 0 0,-4 2-211,11-8 181,8-9-153,0 0 1,0 1-1,-1-1 1,1 0-1,0 0 1,0 0-1,-1 1 1,1-1-1,-1-1 1,1 1-1,-1 0 1,1 0-1,-1 0 1,1-1-1,-2 1-28,3-1 21,0 0 14,0 0-30,0 0-121,14-2-1849,10-8-1733,2-7-4188</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02.170"/>
    </inkml:context>
    <inkml:brush xml:id="br0">
      <inkml:brushProperty name="width" value="0.05" units="cm"/>
      <inkml:brushProperty name="height" value="0.05" units="cm"/>
    </inkml:brush>
  </inkml:definitions>
  <inkml:trace contextRef="#ctx0" brushRef="#br0">255 0 5473,'0'0'2794,"0"0"-611,0 0-388,0 0-472,0 0-473,0 0-151,-27 2 6852,18 19-7362,0 1 0,1 0 1,-4 17-190,-5 16 505,-13 34-229,4 0 1,3 2-1,5 1 1,1 21-277,-16 185 870,7 216-870,27-481 36,2 1-1,1-1 1,1 0-1,2 0 1,2-1-1,0 0 0,13 27-35,12 15 257,3-1-1,30 43-256,-34-62 261,-31-53-411,0 0 0,0-1 0,1 1 1,-1-1-1,0 1 0,0-1 0,1 0 0,-1 0 0,0 0 0,0 0 0,1 0 1,0-1 149,2 1-831,16 0-5343,-1 0-4184</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04.557"/>
    </inkml:context>
    <inkml:brush xml:id="br0">
      <inkml:brushProperty name="width" value="0.05" units="cm"/>
      <inkml:brushProperty name="height" value="0.05" units="cm"/>
    </inkml:brush>
  </inkml:definitions>
  <inkml:trace contextRef="#ctx0" brushRef="#br0">246 11 7314,'0'0'1835,"0"0"-327,0 0-22,0 0-497,0 0-443,0 0-85,17 0 176,51-2 96,-51 0 796,-15-1 144,-11 0-493,-19 3-1125,1 1 0,-1 1 0,1 2 0,0 1 0,0 0 0,1 2 0,-3 3-55,11-4 17,0 2 0,0 0 0,-14 10-17,32-18-2,-1 0 1,1 0-1,-1 1 1,0-1-1,1 0 0,-1 1 1,1-1-1,-1 0 0,1 1 1,-1-1-1,1 1 1,-1-1-1,1 1 0,0-1 1,-1 1-1,1-1 1,0 1-1,-1 0 0,1-1 1,0 1-1,0-1 0,-1 1 1,1 0-1,0-1 1,0 1-1,0 0 0,0-1 1,0 1-1,0 0 0,0-1 1,0 1 1,15 15-11,27 2 56,-27-14-35,0 1 0,0 1-1,0 0 1,-1 2 0,0-1 0,0 1 0,10 10-10,-18-14 5,-1 0 1,-1 1 0,1 0 0,0 0 0,-1 0-1,0 0 1,-1 1 0,1-1 0,-1 1-1,0 0 1,0 0 0,-1 1 0,0-1-1,0 0 1,0 1 0,-1-1 0,0 1 0,0-1-1,-1 1 1,0 0-6,1 9 123,-1-14-39,1 0-1,-1 0 1,1 0 0,-1 0-1,0 1 1,0-1-1,0 0 1,0 0 0,-1 0-1,1 0 1,0 0 0,-1 0-1,0 0 1,1 0 0,-1 0-1,0 0 1,0 0-1,0 0 1,0 0 0,0-1-1,-1 1 1,1 0 0,0-1-1,-1 1 1,1-1 0,-1 1-1,0-1 1,1 0-1,-1 0 1,0 0 0,0 0-1,-1 1-83,-12 4 270,-1-1-1,0-1 1,0 0-1,0-1 0,0 0 1,-7-1-270,-100 2-833,122-4 303,1 0-230,15-3-2284,43-29-1998,-28 15-866</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04.969"/>
    </inkml:context>
    <inkml:brush xml:id="br0">
      <inkml:brushProperty name="width" value="0.05" units="cm"/>
      <inkml:brushProperty name="height" value="0.05" units="cm"/>
    </inkml:brush>
  </inkml:definitions>
  <inkml:trace contextRef="#ctx0" brushRef="#br0">15 45 10610,'0'0'1782,"0"0"-104,0 0 478,-3 29-305,1 0-1376,-4 28 1135,3 0-1,3 23-1609,0-77 83,0 1-1,0-1 0,1 0 0,0 0 1,-1 0-1,1 0 0,0 0 1,1 0-1,-1 0 0,0 0 1,1-1-1,0 1 0,-1 0 0,1-1 1,0 1-1,0-1 0,1 0 1,-1 0-1,0 0 0,1 0 0,0 1-82,2 0 117,1 0-1,-1-1 1,1 1-1,0-1 0,0 0 1,0 0-1,0-1 1,0 0-1,0 0 0,7 0-116,-2 0 74,1-1-1,0-1 0,0 0 1,-1 0-1,1-1 0,0 0 0,-1-1 1,0-1-1,1 0 0,-2 0 0,10-6-73,-15 7 19,-2 0-1,1-1 1,0 0-1,-1 0 1,1 0-1,-1 0 1,0 0-1,-1-1 1,1 1-1,-1-1 1,0 1-1,0-1 1,0 0-1,-1 0 1,1 0-1,-1 0 1,0 0-1,-1-1 1,1 1-1,-1 0 1,0 0-1,-1 0 1,1 0-1,-1-1 1,0 1-1,-1-4-18,-1-5 77,-1 1-1,0 0 1,0 0-1,-1 0 1,-1 1-1,0 0 1,-1 0-1,0 0 1,-6-6-77,-7-7 90,-1 2 0,-16-14-90,36 37-227,1 0-483,0 3-4334,1 10 9,1 2-5551</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05.699"/>
    </inkml:context>
    <inkml:brush xml:id="br0">
      <inkml:brushProperty name="width" value="0.05" units="cm"/>
      <inkml:brushProperty name="height" value="0.05" units="cm"/>
    </inkml:brush>
  </inkml:definitions>
  <inkml:trace contextRef="#ctx0" brushRef="#br0">74 5 7738,'0'0'1773,"0"0"-111,0 0 34,0 0-621,0 0-407,0 0-273,22 0-181,70 0 96,-69 0 429,-31 0 1132,-40-2-960,30 1-818,0 0 1,0 1 0,0 1-1,0 0 1,0 2 0,-5 1-94,23-4-5,1 0 1,-1 0 0,0 0 0,0 0 0,0 0 0,0 0 0,0 0 0,0 0 0,1 0 0,-1 1 0,0-1 0,0 0 0,0 0 0,0 0 0,0 0 0,0 0 0,0 0 0,0 0 0,0 1 0,1-1 0,-1 0 0,0 0 0,0 0 0,0 0 0,0 0 0,0 0-1,0 1 1,0-1 0,0 0 0,0 0 0,0 0 0,0 0 0,0 0 0,0 1 0,0-1 0,0 0 0,0 0 0,0 0 0,0 0 0,0 0 0,-1 1 0,1-1 0,0 0 0,0 0 0,0 0 0,0 0 0,0 0 0,0 0 0,0 0 0,0 1 0,0-1 0,-1 0-1,1 0 1,0 0 0,0 0 0,0 0 0,0 0 0,0 0 0,-1 0 0,1 0 0,0 0 0,0 0 0,0 0 0,0 0 4,12 4-100,79-2-11,-53-4 497,-30 1 392,-11 0 572,-17-2-1399,-51-5 141,66 8-465,0 0 0,0 0 0,0 1-1,0-1 1,0 1 0,1 0 0,-1 0 0,0 0 0,0 1 0,1 0 0,-1 0 0,0 1 373,-11 7-4101</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07.673"/>
    </inkml:context>
    <inkml:brush xml:id="br0">
      <inkml:brushProperty name="width" value="0.05" units="cm"/>
      <inkml:brushProperty name="height" value="0.05" units="cm"/>
    </inkml:brush>
  </inkml:definitions>
  <inkml:trace contextRef="#ctx0" brushRef="#br0">0 67 9338,'0'0'2316,"0"0"-725,0 0-246,0 0-253,0 0-304,0 0-32,27-12 79,86-35-87,-110 45-694,0 1 0,0 0-1,0 0 1,0 0-1,0 0 1,1 1-1,-1 0 1,0-1 0,1 1-1,-1 0 1,0 0-1,3 1-53,-5-1 16,0 1-1,1-1 1,-1 1-1,0-1 0,0 1 1,0 0-1,1-1 1,-1 1-1,0 0 0,0 0 1,0 0-1,0 0 1,0 0-1,0 0 0,0 0 1,-1 0-1,1 0 1,0 0-1,0 1-15,1 3 38,-1 0 0,0 1 0,0-1-1,0 0 1,0 0 0,-1 1 0,0-1 0,0 0 0,-1 5-38,1 0 180,0-4-83,0 0 0,-1-1 0,1 1 0,-1-1 1,-1 1-1,1-1 0,-1 1 0,0-1 0,0 0 1,0 0-1,-1 0 0,1 0 0,-1 0 0,0 0 1,-1-1-1,0 1-97,-7 6 186,-1 0 1,0-1-1,-1 0 0,0-1 1,-1 1-187,-4 5 111,18-15-109,0 0 0,0 0 1,0 0-1,0 0 0,0 0 0,0 1 0,0-1 1,0 0-1,0 0 0,0 0 0,0 0 0,0 1 1,0-1-1,0 0 0,0 0 0,0 0 0,0 0 1,0 1-1,0-1 0,0 0 0,0 0 0,0 0 1,0 0-1,0 1 0,0-1 0,0 0 0,0 0 0,0 0 1,0 0-1,0 0 0,0 1 0,1-1 0,-1 0 1,0 0-1,0 0 0,0 0 0,0 0 0,0 0 1,1 0-1,-1 1 0,0-1 0,0 0 0,0 0 1,0 0-1,0 0 0,1 0 0,-1 0 0,0 0 0,0 0 1,0 0-3,38-1 149,-13 0-148,-16 0 0,-1 1 1,0 1-1,0 0 1,1 0-1,-1 0 1,0 1-1,0 0 1,0 1-1,0 0-1,-4-1 1,0 0 0,0 1-1,-1-1 1,1 1 0,-1 0-1,0 0 1,0 0 0,0 0-1,0 1 1,0-1-1,-1 1 1,0 0 0,1 0-1,-1 0 1,-1 0 0,1 0-1,-1 0 1,1 1-1,1 7 5,0-1-1,0 1 1,-1 0 0,-1 0-1,0 0 1,0 0 0,-2 0-1,0 12-4,0-22 13,0 0-1,0 0 1,0 0 0,0-1-1,0 1 1,0 0-1,0 0 1,0-1 0,-1 1-1,1-1 1,-1 1-1,1-1 1,-1 0 0,1 1-1,-1-1 1,0 0-1,0 0 1,0 0-1,0 0 1,0 0 0,0-1-1,0 1 1,0-1-1,0 1 1,0-1 0,0 0-1,0 0 1,0 0-1,-1 0-12,-72 0 507,59-1-436,8 0-26,0 0 0,0-1-1,0 0 1,0 0 0,0-1 0,0 0-1,1 0 1,0-1 0,-1 0 0,1-1 0,1 1-1,-1-1 1,1 0 0,0-1 0,0 0-1,0 0-44,5 6-117,1 0-430,0 39-6640,0-15 1924</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0.974"/>
    </inkml:context>
    <inkml:brush xml:id="br0">
      <inkml:brushProperty name="width" value="0.05" units="cm"/>
      <inkml:brushProperty name="height" value="0.05" units="cm"/>
    </inkml:brush>
  </inkml:definitions>
  <inkml:trace contextRef="#ctx0" brushRef="#br0">143 54 6369,'0'0'1778,"0"0"2,0 0 77,0 0-621,0 0-412,0 0-66,-20 18 94,-62 57 53,78-71-780,0 0 0,1-1 0,-1 1 0,1 1 0,0-1 0,0 0 0,1 1 0,-1 0 0,1-1 0,0 1 0,0 0 0,1 0 0,-1 0 0,1 0 0,0 1 0,1-1 0,-1 0 0,1 0 0,0 1 0,0-1 0,1 4-125,0 10 520,-1-16-450,1-1-1,-1 0 0,1 0 1,-1 0-1,1 0 0,0 0 1,0 0-1,0 0 0,0 0 1,0-1-1,0 1 0,0 0 1,1 0-1,-1-1 0,1 1 1,-1-1-1,1 1 0,0-1 1,-1 0-1,1 0 0,0 0 1,0 0-1,0 0 0,0 0 1,0 0-1,0 0 0,0-1 1,0 1-1,0-1 1,0 0-1,0 1 0,1-1-69,13 2 317,0 0 1,0-2-1,0 1 0,2-2-317,-2 1 165,-12-1-127,1 1 0,-1-1 0,1 0 0,-1 0 0,0 0 0,1-1 0,-1 1 0,0-1 0,0 0 0,0 0 0,0-1 0,0 1 0,-1-1 0,1 0 0,-1 0 0,1 0 0,-1 0 0,0-1 0,0 1 0,-1-1 0,1 0 0,-1 0 0,0 0 0,0 0 0,0 0 0,0 0 0,0-5-38,0 4 66,0 0 0,-1 0 0,0-1 0,0 1 0,0 0 0,0-1-1,-1 1 1,0-1 0,0 1 0,-1-1 0,0 1 0,0-1 0,0 1 0,0 0 0,-1 0 0,0-1-1,0 1 1,0 0 0,-1 1 0,1-1 0,-1 0 0,0 1 0,-1-2-66,-16-13 68,-1 1-1,-1 0 1,0 2 0,-1 1 0,-23-12-68,46 27-55,0-1 1,-1 1 0,0-1-1,1 1 1,-1-1 0,1 1-1,-1-1 1,1 1 0,-1 0 0,0-1-1,1 1 1,-1 0 0,0 0-1,0-1 1,1 1 0,-1 0-1,0 0 1,1 0 0,-1 0 0,0 0-1,0 0 1,1 0 0,-1 0-1,0 0 1,0 0 0,1 0-1,-1 1 1,0-1 0,1 0-1,-1 0 1,0 1 0,1-1 0,-1 0-1,0 1 1,1-1 0,-1 1-1,1-1 1,-1 1 0,1-1-1,-1 1 1,1-1 0,-1 1 0,1 0-1,0-1 1,-1 1 0,1 0-1,0-1 1,-1 1 0,1 0-1,0-1 1,0 1 0,0 0 0,-1 0-1,1-1 1,0 1 0,0 0-1,0-1 1,0 1 0,0 0-1,1 0 1,-1-1 0,0 1-1,0 0 55,1 5-833,-1-1 0,1 1-1,0-1 1,1 1-1,-1-1 1,1 1-1,0-1 1,0 0 833,15 19-7419</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1.307"/>
    </inkml:context>
    <inkml:brush xml:id="br0">
      <inkml:brushProperty name="width" value="0.05" units="cm"/>
      <inkml:brushProperty name="height" value="0.05" units="cm"/>
    </inkml:brush>
  </inkml:definitions>
  <inkml:trace contextRef="#ctx0" brushRef="#br0">10 35 8066,'0'0'1164,"0"0"-134,0 0 1137,-1 27-467,-2 8-1201,-1 12 1007,3 0-1,2 25-1505,-1-71 99,0 1-1,0 0 0,1-1 1,-1 1-1,0 0 1,1-1-1,-1 1 0,1 0 1,-1-1-1,1 1 1,0-1-1,0 1 0,0-1 1,0 0-1,0 1 1,0-1-1,0 0 0,0 0 1,1 0-1,-1 0 1,0 0-1,1 0 0,-1 0 1,1 1-99,2-1 172,0 0-1,-1 0 1,1 0 0,-1 0 0,1 0 0,0-1-1,0 0 1,-1 0 0,1 0 0,0 0-1,1 0-171,4-2 190,0 1-1,0-1 0,-1 0 0,1-1 1,-1 0-1,0 0 0,0-1 0,0 0 1,6-4-190,-7 3 58,0-1 0,0 0 1,0 0-1,-1 0 0,1-1 0,-2 0 1,1-1-1,-1 1 0,0-1 1,0 0-1,-1 0 0,0-1 0,-1 1 1,0-1-1,0 0 0,-1 0 1,0 0-1,0 0 0,-1 0 1,-1 0-1,1 0 0,-1-1 0,-1 1 1,0-3-59,0 8 27,0 1 0,0 0 1,-1 0-1,1-1 1,-1 1-1,0 0 0,0 0 1,0 1-1,0-1 0,0 0 1,0 1-1,-1-1 1,1 1-1,-1 0 0,0 0 1,0 0-1,0 0 0,0 0 1,0 0-1,0 1 0,0 0 1,0-1-1,-1 1 1,1 1-1,0-1 0,-1 0-27,-12-2-83,0 0 1,0 1-1,0 1 0,-15 0 83,30 1-46,1 0 0,0 1 1,-1-1-1,1 0 0,0 0 1,-1 0-1,1 0 0,0 0 0,-1 0 1,1 1-1,0-1 0,-1 0 1,1 0-1,0 1 0,-1-1 0,1 0 1,0 0-1,0 1 0,-1-1 1,1 0-1,0 1 0,0-1 1,0 0-1,-1 1 0,1-1 0,0 0 1,0 1-1,0-1 0,0 1 1,0-1-1,0 0 0,0 1 0,0-1 1,0 1-1,0-1 0,0 0 1,0 1-1,0-1 0,0 0 1,0 1-1,0-1 0,0 1 0,1-1 46,9 19-2542,19-4-1587,8-4-1883</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1.735"/>
    </inkml:context>
    <inkml:brush xml:id="br0">
      <inkml:brushProperty name="width" value="0.05" units="cm"/>
      <inkml:brushProperty name="height" value="0.05" units="cm"/>
    </inkml:brush>
  </inkml:definitions>
  <inkml:trace contextRef="#ctx0" brushRef="#br0">232 72 5353,'0'0'5336,"0"0"-2673,0 0-650,0 0-250,0 0-199,0 0-248,12-2-91,-5 1-1243,29-6 1630,-36 7-1596,0 0-1,0 0 1,0 0 0,-1 0-1,1 0 1,0 0 0,0 0-1,0 0 1,0 0 0,0 0-1,0 0 1,0-1 0,0 1 0,0 0-1,0 0 1,0 0 0,0 0-1,0 0 1,0 0 0,0 0-1,0-1 1,0 1 0,0 0-1,0 0 1,0 0 0,0 0-1,0 0 1,0 0 0,0 0 0,0 0-1,0-1 1,0 1 0,0 0-1,0 0 1,0 0 0,0 0-1,1 0 1,-1 0 0,0 0-1,0 0 1,0 0 0,0 0 0,0 0-1,0-1 1,0 1 0,0 0-1,0 0 1,0 0 0,1 0-1,-1 0 1,0 0 0,0 0-1,0 0 1,0 0 0,0 0 0,0 0-1,0 0 1,0 0 0,1 0-1,-1 0 1,0 0 0,0 0-1,0 0 1,0 0 0,0 0-1,0 0 1,0 0-16,-23-4 730,-44 1-392,-47 4-338,31 1 65,82-2-11,1 0-34,14 0 32,15-2 65,0-2-1,-1 0 0,1-2 0,13-5-116,23-4-1491,-1 5-3731,-37 9-1664</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2.170"/>
    </inkml:context>
    <inkml:brush xml:id="br0">
      <inkml:brushProperty name="width" value="0.05" units="cm"/>
      <inkml:brushProperty name="height" value="0.05" units="cm"/>
    </inkml:brush>
  </inkml:definitions>
  <inkml:trace contextRef="#ctx0" brushRef="#br0">68 6 11106,'0'0'3917,"0"0"-2187,0 0-942,0 0 162,0 0 150,-11 26 39,-34 82 101,43-103-1071,0 1 0,0 0 1,1 0-1,-1 0 0,1 0 0,1 1 0,-1-1 0,1 0 1,0 0-1,0 0 0,1 1 0,1 4-169,-2-8 90,1-1-1,0 1 1,1 0-1,-1-1 1,0 1-1,1-1 1,-1 1 0,1-1-1,0 0 1,0 1-1,0-1 1,0 0-1,0 0 1,0-1 0,0 1-1,1 0 1,-1-1-1,1 1 1,0-1-90,3 1 80,0 0-1,0 0 1,1-1 0,-1 0 0,0 0 0,1-1 0,-1 0 0,1 0 0,-1 0-1,0-1 1,1 0 0,-1 0 0,0-1 0,0 0 0,0 0 0,0 0-1,0 0 1,0-1 0,1-1-80,6-3 22,0-1 0,-1 0 0,0-1-1,-1-1 1,0 1 0,6-8-22,-13 13 64,0-1-1,0-1 1,0 1 0,0 0 0,-1-1-1,0 0 1,0 0 0,0 0 0,-1 0 0,0 0-1,0 0 1,-1-1 0,1 1 0,-1-1-1,-1 1 1,1-1-64,-2 5 17,1 0 0,-1-1 0,0 1-1,1 0 1,-1 0 0,0-1 0,0 1 0,-1 0 0,1 0 0,0 0-1,-1 0 1,1 0 0,-1 1 0,1-1 0,-1 0 0,0 1-1,0-1 1,0 1 0,0 0 0,0-1 0,-2 0-17,-51-23-35,46 22 36,-12-4-323,-3 0 218,24 5-2752,13 1-3520,9 1-205</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2.742"/>
    </inkml:context>
    <inkml:brush xml:id="br0">
      <inkml:brushProperty name="width" value="0.05" units="cm"/>
      <inkml:brushProperty name="height" value="0.05" units="cm"/>
    </inkml:brush>
  </inkml:definitions>
  <inkml:trace contextRef="#ctx0" brushRef="#br0">173 18 384,'0'0'8104,"0"0"-5015,0 0-482,0 0 39,0 0-725,0 0-560,-8-4-271,-25-9-367,32 12-715,1 1 1,0 0 0,0 0-1,-1 0 1,1 0 0,0 0-1,0 0 1,-1 1 0,1-1 0,0 0-1,0 0 1,-1 0 0,1 0-1,0 0 1,0 0 0,-1 0-1,1 0 1,0 1 0,0-1-1,0 0 1,-1 0 0,1 0-1,0 0 1,0 1 0,0-1 0,0 0-1,-1 0 1,1 0 0,0 1-1,0-1 1,0 0 0,0 0-1,0 1 1,0-1 0,0 0-1,0 0 1,0 1 0,0-1-1,0 0 1,0 0 0,0 1 0,0-1-1,0 0 1,0 1 0,0-1-1,0 0 1,0 0 0,0 1-1,0-1 1,0 0 0,0 0-1,0 0 1,1 1 0,-1-1-1,0 0 1,0 0 0,0 0 0,1 1-9,4 16 137,22 42 497,-2-6 9,-2 1 1,10 41-644,-7 11 323,-4 0 0,-5 2 0,-5 0 0,-5 0 0,-4 1 1,-6 28-324,-1-95 226,-1 0 1,-2 0-1,-2-1 1,-8 21-227,-61 160 379,50-147-419,18-48-580,-1 0 1,-2-2-1,0 1 0,-7 6 620,11-17-2156,-2-1 1,0-1-1,-1 0 0,-11 9 2156,-20 11-12776</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3.727"/>
    </inkml:context>
    <inkml:brush xml:id="br0">
      <inkml:brushProperty name="width" value="0.05" units="cm"/>
      <inkml:brushProperty name="height" value="0.05" units="cm"/>
    </inkml:brush>
  </inkml:definitions>
  <inkml:trace contextRef="#ctx0" brushRef="#br0">1 203 8634,'0'0'1766,"0"0"-253,0 0 316,26 0-612,166 0-298,184 3 1448,226 36-2367,-247-13-423,225-16 423,-312-9 30,-171 0-33,107 2-3,-1-8-1,148-26 7,583-62 112,-542 63-120,249-15 32,-78 8 345,-546 36-147,39-5-65,-53 5 197,-1 0-1,1 1 1,0-1 0,0-1-1,-1 1 1,1 0 0,0-1-1,-1 1 1,1-1 0,-1 0-354,3-5 4083,0-6-9540,-5 9 121</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6.503"/>
    </inkml:context>
    <inkml:brush xml:id="br0">
      <inkml:brushProperty name="width" value="0.05" units="cm"/>
      <inkml:brushProperty name="height" value="0.05" units="cm"/>
    </inkml:brush>
  </inkml:definitions>
  <inkml:trace contextRef="#ctx0" brushRef="#br0">221 34 4761,'0'0'1603,"0"0"-228,0 0 29,0 0-342,0 0-46,0 0 199,0-4 128,-3-6-1074,3 8 75,-1 1 0,0 0 0,0 0 0,1 0 0,-1 0 0,0 0 0,0 0 0,0 0 1,0 0-1,0 0 0,0 0 0,0 0 0,-1 0 0,1 1 0,0-1 0,0 0 0,-1 1 0,1 0 0,0-1 1,-1 1-1,1-1 0,0 1 0,-1 0 0,1 0 0,-1 0 0,1 0-344,-20 7 908,15-1-892,0 1 1,0-1-1,1 1 0,0 0 0,0 0 0,1 1 0,0-1 0,0 1 0,1 0 0,0 0 0,0 0 0,1 2-16,-3 2 23,-18 59 371,2 2 0,4 0 0,3 1 0,-3 68-394,7-2 603,7 1 0,7 24-603,1-129 29,1-1 0,1 0 0,2-1-1,2 0 1,1 0 0,14 27-29,-12-28-37,-14-32-15,0 0 0,0-1 0,0 1 0,0 0 0,1-1 0,-1 1 0,0 0 0,1 0 0,-1-1 0,0 1 0,1-1-1,-1 1 1,1 0 0,-1-1 0,1 1 0,-1-1 0,1 1 0,-1-1 0,1 1 0,0-1 0,-1 1 0,1-1 0,0 0 0,-1 1-1,1-1 1,0 0 0,-1 0 0,1 0 0,0 1 0,0-1 0,-1 0 0,1 0 0,0 0 0,0 0 0,-1 0 0,1 0 0,0 0-1,0 0 1,-1-1 0,1 1 0,0 0 0,-1 0 0,1-1 0,0 1 52,21-21-4053,-8 1-2332</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7.519"/>
    </inkml:context>
    <inkml:brush xml:id="br0">
      <inkml:brushProperty name="width" value="0.05" units="cm"/>
      <inkml:brushProperty name="height" value="0.05" units="cm"/>
    </inkml:brush>
  </inkml:definitions>
  <inkml:trace contextRef="#ctx0" brushRef="#br0">132 32 8482,'0'0'1289,"0"0"-183,0 0-154,0 0-494,0 0-196,0 0 150,19-2 239,4-1-326,55-3 2502,-55-3 488,-16 2-2735,-20 5-104,-11 1-391,11 0-19,-1 1 0,1 0 0,-1 1 0,1 0 1,-1 1-1,1 0 0,0 1 0,0 1 0,0 0 0,1 1 0,-6 3-66,5-1 30,-32 19 169,43-25-179,0 0-1,0 1 1,1-1 0,-1 1-1,0-1 1,1 1 0,0 0 0,-1 0-1,1 0 1,0 0 0,0 0-1,0 0 1,0 0 0,0 0 0,0 0-1,1 0 1,-1 0 0,1 0-1,-1 1 1,1-1-20,1-1 4,-1 0-1,1 1 0,-1-1 1,1 0-1,0 0 1,-1 0-1,1 0 0,0 0 1,0 0-1,0 0 1,0 0-1,0 0 0,0-1 1,0 1-1,0 0 1,0 0-1,0-1 0,0 1 1,0-1-1,0 1 1,1-1-5,37 15 62,-22-9-37,-15-5-21,27 11 4,-1 2-1,-1 0 1,-1 2-1,18 14-6,-37-25-1,-1 0 1,0 0-1,0 1 0,0 0 0,-1 0 1,0 0-1,0 1 0,-1 0 1,0 0-1,0 0 0,0 0 1,-1 1-1,0-1 0,-1 1 0,1 0 1,-2 0-1,1 0 0,-1 0 1,0 0-1,-1 4 1,0-11 34,0 0 0,0 1 1,0-1-1,0 0 0,-1 1 1,1-1-1,0 1 0,-1-1 1,1 0-1,-1 0 0,0 1 1,1-1-1,-1 0 0,0 0 1,0 0-1,0 0 0,0 0 0,0 0 1,0 0-1,0 0 0,0 0 1,0 0-1,0 0 0,0-1 1,-2 1-35,-1 1 99,0 0 0,-1-1 0,1 0 0,-1 0 0,1 0 1,-1 0-1,1-1 0,-1 0 0,0 0-99,-8 0 152,0-1-1,0 0 1,1-1-1,-1-1 1,0 0-1,-4-2-151,5 1 15,0-1-1,1 0 1,-1-1-1,1-1 1,0 0-1,1 0 1,-1-1-1,2 0 1,-1-1-1,-4-5-14,13 13-73,1 0 0,0 0 0,0 0 0,0 0 0,-1 0 0,1 0 0,0 1 0,0-1 0,1 0 0,-1 0 0,0 0 0,0 0 0,0 0 0,0 0 0,1 1 0,-1-1 0,1 0 0,-1 0 0,0 0 0,1 1 0,-1-1 0,1 0 0,-1 1 0,1-1 0,0 0 0,-1 1 0,1-1 0,0 1 0,-1-1 0,1 1 0,0-1 0,0 1 0,0-1 0,-1 1 0,1 0 0,0-1 0,0 1 0,0 0 73,37-15-3742,-34 14 2865,36-12-5849</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7.855"/>
    </inkml:context>
    <inkml:brush xml:id="br0">
      <inkml:brushProperty name="width" value="0.05" units="cm"/>
      <inkml:brushProperty name="height" value="0.05" units="cm"/>
    </inkml:brush>
  </inkml:definitions>
  <inkml:trace contextRef="#ctx0" brushRef="#br0">11 96 12779,'0'0'1739,"0"0"-548,0 0 557,-3 28-208,-4 93-419,7-116-1052,-1 0 0,1 0 0,0 0 1,1 1-1,-1-1 0,1 0 0,0 0 0,1 0 1,-1 0-1,1 0 0,0-1 0,0 1 1,0 0-1,1-1 0,0 0 0,0 1 0,0-1 1,0 0-1,0 0 0,1-1 0,0 1 1,0-1-1,0 0 0,0 0 0,0 0 0,1 0 1,-1-1-1,1 0 0,0 0 0,-1 0 1,1 0-1,0-1 0,0 0 0,0 0 0,0 0 1,5 0-70,0-1 109,0 0 1,0 0-1,-1-1 1,1 0-1,0 0 0,-1-1 1,1-1-1,-1 1 1,0-2-1,1 1 1,-1-1-1,-1-1 1,1 1-1,-1-1 1,0-1-1,0 0 1,1-1-110,-4 3 90,-1-1 0,1 0 0,-1-1 1,0 1-1,0-1 0,0 0 1,-1 0-1,0 0 0,0 0 0,-1-1 1,1 1-1,-1-1 0,-1 1 1,1-1-1,-1 0 0,0 0 1,-1 0-1,0 1 0,0-1 0,0 0 1,-1 0-1,0 0 0,0 1 1,-2-6-91,-1 3 48,1-1 0,-2 1 1,1 0-1,-1 0 1,-1 0-1,1 0 1,-2 1-1,1 0 1,-1 1-1,0-1 0,-1 1 1,1 1-1,-1-1 1,-1 1-1,1 1 1,-1-1-49,1 2-11,1 0 1,-1 0 0,1 1-1,-1 0 1,0 0 0,0 1-1,0 0 1,-1 0 0,1 1-1,0 0 1,-1 1 0,-7 0 10,13 0-168,-1 0 0,1 1 0,-1 0 0,1 0 0,0 0 0,-1 0 0,1 1 1,0-1-1,0 1 0,0 0 0,0 0 0,0 0 0,0 0 0,1 0 0,-1 1 0,0-1 0,1 1 0,0-1 0,0 1 1,0 0-1,0 0 0,0 0 0,1 0 0,-1 1 0,1-1 0,0 0 0,0 1 0,0-1 0,0 0 0,0 4 168,-4 39-5599</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9.235"/>
    </inkml:context>
    <inkml:brush xml:id="br0">
      <inkml:brushProperty name="width" value="0.05" units="cm"/>
      <inkml:brushProperty name="height" value="0.05" units="cm"/>
    </inkml:brush>
  </inkml:definitions>
  <inkml:trace contextRef="#ctx0" brushRef="#br0">1 198 10642,'0'0'2141,"0"0"-722,0 0-360,0 0-269,0 0-101,0 0 83,29 20 191,94 57 84,-120-75-1010,0-1 0,0 1 0,0-1 0,0 0 1,1 0-1,-1 0 0,0 0 0,1 0 1,-1-1-1,0 1 0,1-1 0,-1 0 1,0 0-1,1 0 0,-1-1 0,0 1 1,1-1-1,-1 0 0,0 0 0,1 0 1,-1 0-1,0 0 0,0-1 0,0 1 1,0-1-1,-1 0 0,1 0 0,0 0 0,-1 0 1,1-1-1,-1 1 0,0-1 0,0 1 1,0-1-1,0 0 0,0 0 0,0 0 1,0-1-38,4-4 58,-2 3 43,-1 1 0,0-1 0,0 0 0,0 0 0,0 0 0,-1-1 0,0 1 0,0-1 1,0 1-1,-1-1 0,1 1 0,-1-1 0,-1 0 0,1 0 0,-1 0 0,0 1 0,-1-1 0,1 0 0,-1 0 0,0 1 0,0-1 0,-1 0 0,0 1 0,0-1 0,0 1 0,-1 0 0,1 0 0,-1 0 0,-1 0 0,1 0 0,-1 1 0,1-1 0,-1 1 1,0 0-1,-1 0 0,1 0 0,-1 1 0,0-1-101,-6-3-16,1 0 1,-1 1-1,0 1 1,0 0 0,-1 0-1,0 1 1,0 0 0,0 1-1,0 1 1,0-1-1,0 2 1,-1 0 0,-2 1 15,12 0-202,0 0 0,0 0 0,0 1 0,1 0 0,-1-1 0,0 1 0,1 0 0,-1 0 0,0 0 0,1 1 0,-1-1 0,1 1 0,0-1 0,-1 1 0,1 0 0,0 0 0,0 0 0,0 0 0,0 0 0,1 1 0,-1-1 0,1 0 0,-1 1 0,1-1 0,0 1 0,0 0 0,0-1 0,0 1 0,0 0 0,0 0 0,1 1 202,-7 25-4834</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19.573"/>
    </inkml:context>
    <inkml:brush xml:id="br0">
      <inkml:brushProperty name="width" value="0.05" units="cm"/>
      <inkml:brushProperty name="height" value="0.05" units="cm"/>
    </inkml:brush>
  </inkml:definitions>
  <inkml:trace contextRef="#ctx0" brushRef="#br0">1 6 10114</inkml:trace>
  <inkml:trace contextRef="#ctx0" brushRef="#br0" timeOffset="1">1 6 10114,'46'137'1622,"-42"-123"-763,-1-1 0,0 1 0,-1 0 1,0 4-860,-2-16 79,-1 0 0,1 0 0,0 1 0,1-1 0,-1 0 0,0 1 0,1-1 0,-1 0 0,1 0 1,0 1-1,0-1 0,-1 0 0,2 0 0,-1 0 0,0 0 0,0 0 0,1 0 0,-1-1 1,1 1-1,-1 0 0,1-1 0,0 1 0,-1-1 0,1 1 0,0-1 0,0 0 0,0 0 0,0 0 1,0 0-1,1 0 0,-1 0 0,0-1 0,0 1 0,1-1 0,0 1-79,8 2 159,1-1 0,-1 0 0,0 0 0,1-1 0,0-1-1,-1 0 1,1 0 0,-1-1 0,1-1 0,-1 0 0,1 0 0,-1-1 0,0-1 0,0 0-1,0 0 1,-1-1 0,0 0 0,0-1 0,0 0 0,0-1 0,-1 0 0,0-1-159,-6 6 55,-1 0 1,1-1 0,-1 1-1,0-1 1,0 1 0,0-1 0,0 0-1,0 0 1,-1 0 0,1 0 0,-1 0-1,0 0 1,0-1 0,0 1-1,0 0 1,-1 0 0,1-1 0,-1 1-1,0 0 1,0-1 0,0 1 0,0-1-1,-1 1 1,1 0 0,-1-1-1,0 1 1,0 0 0,-1-2-56,-1-1 61,0 1 0,0-1 0,-1 1 0,1 0 0,-1 0 0,0 1 0,-1-1 0,1 1 0,-1 0 0,0 0 0,0 0 0,0 1-1,-1 0 1,-3-2-61,-20-9 4,-1 2 0,-11-2-4,17 6-166,24 8 142,-12-5-502,10 2-1080,10 1-2172,17 0-2554</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0.152"/>
    </inkml:context>
    <inkml:brush xml:id="br0">
      <inkml:brushProperty name="width" value="0.05" units="cm"/>
      <inkml:brushProperty name="height" value="0.05" units="cm"/>
    </inkml:brush>
  </inkml:definitions>
  <inkml:trace contextRef="#ctx0" brushRef="#br0">147 1 9274,'0'0'2535,"0"0"-65,0 0-85,0 0-416,0 0-516,0 0-525,0 0-272,-1 0-637,1 0 1,0 0-1,0 0 1,-1 0-1,1-1 1,0 1-1,0 0 1,-1 0-1,1 0 1,0 0-1,-1 0 1,1 0-1,0 0 0,0 0 1,-1 0-1,1 0 1,0 1-1,0-1 1,-1 0-1,1 0 1,0 0-1,0 0 1,-1 0-1,1 0 1,0 0-1,0 1 0,-1-1 1,1 0-1,0 0 1,0 0-1,0 1 1,0-1-1,-1 0 1,1 0-1,0 0 1,0 1-1,0-1-19,1 5 96,0 0-1,0 0 1,1 0-1,0 0 1,0 0-1,0 0 1,0 0 0,1-1-1,0 0 1,0 1-1,0-1 1,4 4-96,7 12 277,7 21-80,-1 0 0,-3 1 0,-1 1 0,-2 1 0,-2 0 0,-2 1 0,2 26-197,0 43 86,-4 2-1,-6 45-85,-4-117 168,-1-1-1,-3 0 0,-1 1 1,-3-2-1,-1 0 1,-15 38-168,-22 38 545,-46 81-545,91-195-163,1 1 1,-1-1 0,0 0-1,0 0 1,0 0 0,-1-1-1,1 1 1,-1-1 0,0 0-1,0 0 1,0 0 0,0 0-1,-1-1 1,1 0 0,-1 0-1,1 0 1,-1 0 0,0-1-1,-1 1 163,-13 5-2319,-5 3-3252</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1.389"/>
    </inkml:context>
    <inkml:brush xml:id="br0">
      <inkml:brushProperty name="width" value="0.05" units="cm"/>
      <inkml:brushProperty name="height" value="0.05" units="cm"/>
    </inkml:brush>
  </inkml:definitions>
  <inkml:trace contextRef="#ctx0" brushRef="#br0">66 28 6225,'0'0'2570,"0"0"91,0 0 22,0 0-368,0 0-394,-1-7-342,-4-14-843,2 28-199,-2 46 250,4-28-423,-19 171 1323,5-72-987,4 83-700,8-164-1573,2-41-127,1-4-1,2-20-656,3-7-407,3 0-1712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1.718"/>
    </inkml:context>
    <inkml:brush xml:id="br0">
      <inkml:brushProperty name="width" value="0.05" units="cm"/>
      <inkml:brushProperty name="height" value="0.05" units="cm"/>
    </inkml:brush>
  </inkml:definitions>
  <inkml:trace contextRef="#ctx0" brushRef="#br0">0 11 6753,'0'0'8034,"0"0"-6113,0 0 39,0 0 8,0 0-879,149 8-601,-84-8-32,5 0-144,-3-5-152,-8-3-96,-6 3-64,-12 5-200,11 0-1192,-11 0-1529,-9 0-3320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6.224"/>
    </inkml:context>
    <inkml:brush xml:id="br0">
      <inkml:brushProperty name="width" value="0.05" units="cm"/>
      <inkml:brushProperty name="height" value="0.05" units="cm"/>
    </inkml:brush>
  </inkml:definitions>
  <inkml:trace contextRef="#ctx0" brushRef="#br0">0 0 8978,'0'0'1738,"0"0"-549,0 0 322,0 0-325,0 0-306,0 0-57,21 20-28,68 66-22,-71-66-447,-1 1 0,0 1-1,-2 1 1,0 0 0,-2 1 0,-1 0 0,-1 1-1,0 1 1,-2-1 0,-1 2 0,-1 0-326,11 42 222,-3 0 0,-3 1 1,-3 1-1,-4-1 1,-2 66-223,-5-107 149,-1 1-1,-1 0 1,-2-1 0,0 0-1,-2 0 1,-2-1 0,0 0 0,-4 3-149,-31 63 1335,-38 57-1335,75-136 37,-22 33 99,19-31-96,0 2 0,1-1 0,0 2 0,0 2-40,11-22-90,-1 0 1,0 1 0,0-1 0,0 0-1,0 0 1,0 0 0,0 1-1,1-1 1,-1 0 0,0 0-1,0 0 1,0 0 0,0 0 0,1 1-1,-1-1 1,0 0 0,0 0-1,0 0 1,1 0 0,-1 0-1,0 0 1,0 0 0,0 0 0,1 0-1,-1 0 1,0 0 0,0 1-1,1-1 1,-1 0 0,0-1-1,0 1 1,0 0 0,1 0-1,-1 0 1,0 0 0,0 0 0,1 0-1,-1 0 1,0 0 0,0 0-1,0 0 1,1 0 0,-1-1-1,0 1 1,0 0 0,0 0 0,0 0-1,1 0 1,-1-1 0,0 1-1,0 0 1,0 0 0,0 0-1,0-1 90,16-12-5217</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6.922"/>
    </inkml:context>
    <inkml:brush xml:id="br0">
      <inkml:brushProperty name="width" value="0.05" units="cm"/>
      <inkml:brushProperty name="height" value="0.05" units="cm"/>
    </inkml:brush>
  </inkml:definitions>
  <inkml:trace contextRef="#ctx0" brushRef="#br0">156 1 7346,'0'0'2764,"0"0"-635,0 0-210,0 0-564,0 0-531,0 0-391,-14 6-93,4-1-254,5-4-32,1 1 0,-1 0-1,0 0 1,1 1 0,-1-1 0,1 1 0,0 0-1,0 0 1,0 1 0,0-1 0,1 1 0,-1 0-1,1 0 1,0 0 0,0 0 0,1 0 0,-1 1-1,1-1 1,0 1 0,-1 2-54,-11 41 906,2 1 0,3 0 0,1 1 0,1 35-906,1 206 1974,7-203-1457,-1-10-314,4-1 0,3 0 1,3-1-1,4 0 1,3-1-1,4 0 1,20 48-204,-39-117 11,1 1 0,0-1 1,0 0-1,0-1 0,1 1 0,3 5-11,-5-9-66,0 0 0,0-1 0,0 1 0,1 0 0,-1-1 0,0 1 0,1-1 0,-1 0 0,1 0 0,-1 0 0,1 0 0,-1 0 0,1 0-1,0-1 1,0 1 0,-1-1 0,1 0 0,0 0 66,60-1-7027,-34-5 527</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8.950"/>
    </inkml:context>
    <inkml:brush xml:id="br0">
      <inkml:brushProperty name="width" value="0.05" units="cm"/>
      <inkml:brushProperty name="height" value="0.05" units="cm"/>
    </inkml:brush>
  </inkml:definitions>
  <inkml:trace contextRef="#ctx0" brushRef="#br0">124 24 7402,'0'0'2371,"0"0"-459,0 0-14,0 0-734,0 0-526,0 0-32,11-3 117,20-3-212,0 2 0,0 1 0,14 0-511,-82 1 1289,20 1-1162,-1 0 0,1 0 1,-1 2-1,1 0 1,-18 4-128,32-5-5,1 1 1,-1 0-1,0-1 0,0 1 1,1 0-1,-1 0 1,1 1-1,-1-1 1,1 1-1,-1-1 0,1 1 1,0 0-1,0 0 1,0 0-1,0 0 1,0 0-1,0 0 0,0 0 1,1 1-1,-1-1 1,1 1-1,0-1 1,0 1-1,0 0 0,0-1 1,0 1-1,0 0 1,1 0-1,-1-1 1,1 1-1,0 0 0,0 0 1,0 0-1,0 0 1,0-1-1,1 1 1,-1 0-1,1 1 5,2 2 0,0-1-1,-1 1 1,2-1 0,-1 0 0,1 0 0,0 0-1,0-1 1,0 1 0,0-1 0,1 0-1,3 2 1,14 15 3,39 55 15,-55-68-16,-1 0-1,0 1 1,0-1 0,-1 1-1,0 0 1,0 0-1,-1 1 1,2 7-2,-6-15 19,1 0 1,-1 0 0,0 0 0,1 0-1,-1 0 1,0 0 0,0 0 0,0 0 0,0 0-1,-1-1 1,1 1 0,0 0 0,-1-1-1,1 1 1,-1-1 0,1 1 0,-1-1 0,0 0-1,0 0 1,0 0 0,0 0 0,1 0-1,-1 0 1,0 0 0,-1-1 0,1 1-1,-2 0-19,-62 16 1455,59-16-1323,0-1 0,0 1 1,1-1-1,-1 0 0,0 0 0,0-1 1,0 0-1,1 0 0,-1 0 0,0-1 1,-4-2-133,9 3 35,-1-1 1,1 0-1,-1 0 1,1 1 0,-1-1-1,1-1 1,0 1-1,0 0 1,0 0 0,0-1-1,1 1 1,-1-1 0,0 0-1,1 1 1,0-1-1,0 0 1,0 0 0,0 0-1,0 0 1,1 0-1,-1 0 1,1 0 0,0 0-1,-1 0 1,1 0 0,1-2-36,-1 3-81,0 0 0,0 0 0,0 0 0,1 0 0,-1 0 1,1 1-1,-1-1 0,1 0 0,0 0 0,0 1 1,0-1-1,0 0 0,0 1 0,0-1 0,0 1 1,0-1-1,0 1 0,1-1 0,-1 1 0,1 0 1,-1 0-1,1 0 0,-1 0 0,1 0 0,0 0 0,0 0 81,52-14-4478,-40 12 2518,11-2-5145</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9.370"/>
    </inkml:context>
    <inkml:brush xml:id="br0">
      <inkml:brushProperty name="width" value="0.05" units="cm"/>
      <inkml:brushProperty name="height" value="0.05" units="cm"/>
    </inkml:brush>
  </inkml:definitions>
  <inkml:trace contextRef="#ctx0" brushRef="#br0">22 1 8282,'0'0'3503,"0"0"-2117,0 0 57,-3 27-388,-7 65 1303,3 51-2358,6-138 52,1-1 1,0 1 0,0-1 0,0 1 0,1 0 0,0-1 0,0 1 0,0-1 0,0 0 0,1 1-1,0-1 1,0 0 0,0 0 0,0 0 0,1 0 0,-1 0 0,1-1 0,0 1 0,0-1 0,0 1-1,1-1 1,-1 0 0,1 0 0,0-1 0,-1 1 0,1-1 0,0 0 0,1 0 0,-1 0 0,0-1-1,1 1 1,-1-1 0,0 0 0,1 0 0,-1-1 0,1 1 0,0-1 0,-1 0 0,5-1-53,2 2 53,1-1 1,-1-1 0,1 0-1,-1-1 1,1 0 0,-1 0-1,0-1 1,0-1 0,0 0-1,-1-1 1,6-2-54,-11 4 9,-1 0 0,1 0 0,0-1 0,-1 1 0,0-1 0,0 0 0,0 0 0,0-1 0,-1 1 0,0-1 0,0 0 0,0 0 0,0 0-1,-1 0 1,1 0 0,-2 0 0,1-1 0,0 1 0,-1-1 0,0 0 0,0 1 0,-1-1 0,0 0 0,0-1-9,0 0 126,0 0 0,-1 0 0,0-1 0,0 1 0,0 0 0,-1 0 0,-1 0 0,1 0 0,-1 1 0,0-1 0,0 1 0,-1 0 0,-1-2-126,2 4-44,0 1-1,0-1 1,0 0-1,-1 1 1,0 0-1,0-1 1,0 2-1,0-1 1,0 0-1,-1 1 0,1 0 1,-1 0-1,1 0 1,-1 0-1,0 1 1,0 0-1,0 0 1,0 0-1,-4 0 45,-25 1-3847,23 0-893,7 0-4031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9.800"/>
    </inkml:context>
    <inkml:brush xml:id="br0">
      <inkml:brushProperty name="width" value="0.05" units="cm"/>
      <inkml:brushProperty name="height" value="0.05" units="cm"/>
    </inkml:brush>
  </inkml:definitions>
  <inkml:trace contextRef="#ctx0" brushRef="#br0">53 12 7162,'0'0'2900,"0"0"-1199,0 0-359,0 0-279,0 0-262,0 0-60,22-1-59,50-8-5,-59 7 379,-62 7-72,32-3-834,1 1 0,-1 0-1,1 1 1,0 1 0,-12 5-150,63-9-6263,-7-1-1067</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0.355"/>
    </inkml:context>
    <inkml:brush xml:id="br0">
      <inkml:brushProperty name="width" value="0.05" units="cm"/>
      <inkml:brushProperty name="height" value="0.05" units="cm"/>
    </inkml:brush>
  </inkml:definitions>
  <inkml:trace contextRef="#ctx0" brushRef="#br0">85 19 12723,'0'0'1807,"0"0"-611,0 0-42,0 0-560,0 0-392,26-4-40,3-2-92,-1 2-1,22 0-69,-49 4 3,0 0-1,0 0 1,1 0-1,-1 0 1,0 0-1,0 0 1,1 1-1,-1-1 1,0 0-1,0 1 1,1-1-1,-1 1 1,0-1-1,0 1 1,0 0-1,0-1 1,0 1-1,0 0 1,0 0-1,0 0 1,0 0-1,0 0 1,-1 0 0,1 0-1,0 0 1,-1 0-1,1 0 1,0 1-3,1 30 35,-3-21-15,1 0 56,-1-1 0,0 0 0,-1 0 1,0 0-1,0-1 0,-1 1 0,-1 0 1,1-1-1,-1 0 0,-1 0 0,0 0 1,0 0-1,-1-1 0,0 0 0,0 0 0,-1 0 1,0-1-1,0 0 0,-1-1 0,0 1 1,0-1-1,0-1 0,-3 1-76,10-5 91,38-4-781,-34 2 670,1 0 0,-1 0 0,1 0-1,-1 1 1,1-1 0,-1 1 0,1 0 0,0 0 0,-1 0 0,1 1-1,-1-1 1,1 1 0,0 0 0,-1 0 0,0 0 0,1 0 0,-1 1-1,0-1 1,0 1 0,1 0 0,-1 0 0,-1 0 0,1 0 0,0 1-1,0-1 1,0 2 20,1 2 23,0 1-1,-1-1 1,0 1-1,0 0 0,0 0 1,-1 0-1,0 1 1,-1-1-1,1 0 0,-2 1 1,1-1-1,-1 6-22,1-7 94,-1-1-1,-1 1 0,1-1 1,-1 1-1,0 0 0,0-1 0,0 0 1,-1 1-1,0-1 0,0 0 1,0 0-1,0 0 0,-1 0 1,0 0-1,0-1 0,-1 1 0,1-1-93,-4 2 122,0-1 0,0 1 0,-1-2 0,0 1 0,1-1 0,-1-1 0,-1 1 0,1-1 1,0 0-1,-1-1 0,1 0 0,-1-1 0,0 0 0,-8 0-122,6 0-631,-1-1 0,1-1 0,0 0 0,-1 0 0,1-1 0,0-1 0,-2-1 631,-20-8-6846</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3.508"/>
    </inkml:context>
    <inkml:brush xml:id="br0">
      <inkml:brushProperty name="width" value="0.05" units="cm"/>
      <inkml:brushProperty name="height" value="0.05" units="cm"/>
    </inkml:brush>
  </inkml:definitions>
  <inkml:trace contextRef="#ctx0" brushRef="#br0">30 0 9378,'0'0'2577,"0"0"-614,0 0-574,0 0-251,19 32 7,4 2-772,-7-11-105,-1 0-1,-1 0 1,-1 2 0,-1-1 0,-2 2 0,0-1 0,2 16-268,0 16 394,-3 0 0,-2 1 0,-3-1 0,-3 1 0,-2 0 0,-6 43-394,-7-2 428,-4-1 0,-4-1 0,-10 19-428,-5 25 27,5 4-27,13-54-2071,5-33-2535,3-19-924</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4.251"/>
    </inkml:context>
    <inkml:brush xml:id="br0">
      <inkml:brushProperty name="width" value="0.05" units="cm"/>
      <inkml:brushProperty name="height" value="0.05" units="cm"/>
    </inkml:brush>
  </inkml:definitions>
  <inkml:trace contextRef="#ctx0" brushRef="#br0">0 132 8122,'0'0'2468,"0"0"-1139,0 0-348,0 0-246,0 0-310,28 1-186,169 8 560,536-3 2089,-406-9-2794,338-8-66,8-1 941,-383 13-244,779-20 507,-731 0-799,337-29 1304,-571 32-1479,-60 8-205,0 2 0,0 2 0,1 2-53,-37 2 121,5-1-349,0 1 1,0 1-1,0 0 0,10 3 228,-22-4-97,0 1-1,0-1 1,1 0 0,-1 1-1,0-1 1,0 1-1,0-1 1,0 1 0,0-1-1,1 1 1,-1 0-1,0 0 1,0 0 0,-1-1-1,1 1 1,0 0-1,0 0 1,0 0 0,0 0-1,-1 1 1,1-1 97,-1 0-154,0 1 1,0-1-1,0 1 1,0-1-1,-1 1 1,1-1-1,0 1 0,-1-1 1,1 0-1,-1 1 1,1-1-1,-1 0 1,0 1-1,0-1 1,0 0-1,1 1 1,-1-1-1,0 0 1,0 0-1,0 0 0,-1 0 1,1 0-1,0 0 154,-34 22-4935,-11-4-4303</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4.843"/>
    </inkml:context>
    <inkml:brush xml:id="br0">
      <inkml:brushProperty name="width" value="0.05" units="cm"/>
      <inkml:brushProperty name="height" value="0.05" units="cm"/>
    </inkml:brush>
  </inkml:definitions>
  <inkml:trace contextRef="#ctx0" brushRef="#br0">189 1 9538,'0'0'4308,"0"0"-2428,0 0-880,0 0-110,0 0-34,0 0-213,-16 23 153,1-3-548,4-5-59,1 0 0,0 0 0,1 1 0,0 0 0,1 1 0,1 0 1,1 0-1,1 0 0,0 2-189,-21 104 1872,5 2-1,-2 117-1871,15-37 1122,13 86-1122,-4-282 5,6 76 41,-7-79-53,1 0 0,0-1 0,1 1 0,-1-1 0,1 1 0,0-1 0,0 1 1,1-1-1,0 0 0,0 0 0,0 0 0,2 1 7,-4-5-66,1 0 0,0 1 1,0-1-1,0 0 0,0 0 0,1 0 1,-1-1-1,0 1 0,0 0 1,0-1-1,1 0 0,-1 1 0,0-1 1,1 0-1,-1 0 0,1 0 66,44-7-1786,-25 1 262,0-2 0,0 0 0,-1-1 1,0-2-1,2-1 1524,39-25-7051</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5.460"/>
    </inkml:context>
    <inkml:brush xml:id="br0">
      <inkml:brushProperty name="width" value="0.05" units="cm"/>
      <inkml:brushProperty name="height" value="0.05" units="cm"/>
    </inkml:brush>
  </inkml:definitions>
  <inkml:trace contextRef="#ctx0" brushRef="#br0">118 123 3041,'0'0'2160,"0"0"-2095,27-14-91,82-45 843,-106 58-292,1-1-1,-1 0 0,0 0 0,1 0 1,-1 0-1,0-1 0,-1 1 1,1-1-1,0 1 0,-1-1 0,2-3-524,-3 6 70,-1-1 0,0 1-1,0-1 1,0 1 0,0-1-1,0 1 1,0-1 0,0 1-1,0-1 1,0 1 0,-1-1-1,1 1 1,0-1 0,0 1-1,0-1 1,0 1-1,-1-1 1,1 1 0,0-1-1,-1 1 1,1 0 0,0-1-1,-1 1 1,1 0 0,0-1-1,-1 1 1,1 0 0,0-1-1,-1 1 1,1 0 0,-1 0-1,1-1 1,-1 1 0,1 0-1,-1 0 1,1 0 0,-1 0-1,1 0 1,-1 0 0,1 0-1,-1 0-69,-9-2 207,0 0 0,0 1 0,0 1 0,0 0 0,-2 0-207,8 1 3,-4-2 155,0 1 1,1 1-1,-1-1 0,0 2 0,1-1 1,-1 1-1,1 0 0,-1 0 1,1 1-1,0 0 0,0 0 0,-2 2-158,6-3 66,-1 1-1,1 0 0,0 0 1,0 0-1,0 0 0,1 1 1,-1-1-1,1 1 0,-1 0 1,1 0-1,1 0 0,-1 0 1,0 0-1,1 0 0,0 0 1,0 0-1,0 1 0,0-1 1,1 0-1,0 1 0,0-1 1,0 4-66,1 0 14,0 0 0,1 1 1,0-1-1,0 0 0,1 0 0,0-1 1,0 1-1,1 0 0,0-1 1,1 0-1,-1 0 0,1 0 0,3 2-14,-3-3 26,0 0 0,-1 0-1,1 0 1,-1 1 0,-1-1-1,1 1 1,-1 0 0,0 0-1,-1 0 1,0 1 0,0-1-1,-1 1 1,1-1 0,-1 1-1,-1-1 1,0 7-26,-1-13 90,1 1-1,-1-1 1,0 1 0,0-1-1,0 1 1,0-1 0,0 0-1,0 1 1,-1-1 0,1 0-1,0 0 1,-1 0 0,1 0-1,0 0 1,-1 0 0,1 0-1,-1 0 1,0-1 0,1 1-1,-1-1 1,0 1 0,1-1 0,-1 0-1,0 1 1,0-1-90,-44 5 812,-28-5-514,62 0-6141,33-1 309,3-3-5356</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5.809"/>
    </inkml:context>
    <inkml:brush xml:id="br0">
      <inkml:brushProperty name="width" value="0.05" units="cm"/>
      <inkml:brushProperty name="height" value="0.05" units="cm"/>
    </inkml:brush>
  </inkml:definitions>
  <inkml:trace contextRef="#ctx0" brushRef="#br0">0 86 11618,'0'0'2008,"0"0"-401,0 0 214,0 25-463,4 76-479,-3-98-838,-1-1 0,0 1 1,1-1-1,0 1 0,-1-1 0,1 1 1,0-1-1,0 0 0,0 0 0,1 1 1,-1-1-1,0 0 0,1 0 1,0 0-1,-1 0 0,1-1 0,0 1 1,0 0-1,0-1 0,0 1 0,0-1 1,0 0-1,0 1 0,2-1-41,1 1 100,0-1-1,1 0 0,0 0 1,-1 0-1,1-1 1,-1 0-1,1 0 0,1 0-99,3 0 118,6 0-45,0 0 0,0-2 1,0 1-1,-1-2 0,1 0 1,0-1-1,-1-1 0,3-1-73,-13 4 10,0 0-1,0-1 0,0 0 0,0 0 0,0 0 1,-1-1-1,0 1 0,0-1 0,0 0 0,0 0 0,0-1 1,-1 1-1,0-1 0,1 0 0,-2 1 0,1-2 1,-1 1-1,0 0 0,0 0 0,0-1 0,-1 1 0,1-1 1,-1 1-1,-1-1 0,1-1-9,0 3 30,-1-1 1,0 0-1,0 1 0,0-1 1,0 0-1,-1 0 1,0 1-1,0-1 0,0 0 1,0 1-1,-1-1 0,0 1 1,0 0-1,0-1 0,0 1 1,-1 0-1,-1-1-30,0 0 0,0 1 1,-1 0-1,0 1 0,0-1 1,0 1-1,0 0 0,-1 0 1,1 0-1,-1 1 0,1 0 0,-1 0 1,0 0-1,-5 0 0,-42-4-1904,19 10-2248,10 7-2768</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6.751"/>
    </inkml:context>
    <inkml:brush xml:id="br0">
      <inkml:brushProperty name="width" value="0.05" units="cm"/>
      <inkml:brushProperty name="height" value="0.05" units="cm"/>
    </inkml:brush>
  </inkml:definitions>
  <inkml:trace contextRef="#ctx0" brushRef="#br0">171 25 2208,'0'0'2698,"0"0"-189,0 0 186,0 0-437,0 0-380,0 0-23,9 1 43,-6-1-1809,0 0 1,1 0 0,-1 0-1,0 1 1,0 0 0,0-1-1,0 1 1,0 1 0,0-1-1,0 0 1,0 1-1,0-1 1,0 1 0,-1 0-1,1 0 1,-1 0 0,1 0-1,-1 0 1,0 1 0,0-1-1,0 1 1,0-1 0,0 1-1,-1 0 1,1 0 0,-1 0-1,0 0 1,0 0 0,0 0-1,0 0 1,0 0 0,-1 0-1,1 0 1,-1 3-90,1 0 83,-1-1 0,0 0 0,0 1 0,0-1 0,0 0 1,-1 0-1,0 1 0,0-1 0,-1 0 0,1 0 0,-1 0 0,0 0 0,-1-1 0,1 1 0,-1 0 0,0-1 0,0 0 0,-1 2-83,-1-1 78,0 0 0,-1-1 0,1 1 0,-1-1 0,0 0-1,0-1 1,0 0 0,-1 0 0,1 0 0,-1 0 0,0-1 0,0 0-1,-6 0-77,7 0 50,-1 0-1,0-1 1,1 0 0,-1-1-1,0 1 1,0-1-1,1 0 1,-1-1-1,0 0 1,0 0-1,1 0 1,-1-1 0,-2-1-50,6 1 20,0 0 0,0 0 0,1 0 0,-1-1 0,1 1 0,-1-1 0,1 1 0,0-1 0,0 0 0,0 0 0,0 0 0,0 0 0,1 0 0,-1 0 0,1-1 0,0 1 0,0 0 0,0-1 0,1 1 0,-1-1 0,1 1 0,0-1 0,0 1 0,0-1 0,0 1 0,1-1-20,-2-2-18,1 1 1,1 0-1,-1-1 1,1 1-1,0 0 1,0-1-1,1 1 1,-1 0-1,1 0 1,0 0-1,1 0 1,-1 1-1,1-1 1,0 1-1,3-4 18,-1 2-104,1 1-1,1-1 1,-1 1 0,1 0 0,0 1-1,0 0 1,0 0 0,1 1-1,-1-1 1,5 0 104,1 0-577,1 0-1,-1 0 1,1 2 0,5-1 577,31-2-5006,-19 4-1746</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7.088"/>
    </inkml:context>
    <inkml:brush xml:id="br0">
      <inkml:brushProperty name="width" value="0.05" units="cm"/>
      <inkml:brushProperty name="height" value="0.05" units="cm"/>
    </inkml:brush>
  </inkml:definitions>
  <inkml:trace contextRef="#ctx0" brushRef="#br0">274 19 9874,'0'0'1802,"0"0"-465,0 0 24,0 0-561,0 0-425,16 24-62,46 77 150,-60-98-401,0 1-1,-1-1 1,0 0 0,1 1-1,-1-1 1,0 1 0,-1-1-1,1 1 1,0 0 0,-1-1-1,0 1 1,0-1 0,0 1-1,-1 0 1,1-1 0,-1 1-1,0 0 1,1-1 0,-2 0-1,1 1 1,0-1 0,-1 1 0,0-1-1,1 0 1,-1 0 0,0 0-1,-1 0 1,1 0-62,-6 5 330,0 0 1,-1-1-1,0 0 1,0 0-1,0-1 1,-1 0-1,-1 0-330,8-4 118,-9 4 118,1 0 0,-1-1 0,-1-1-1,1 0 1,0 0 0,-1-1 0,0-1 0,0 0 0,0-1 0,-12 0-236,20-1 61,1 0 1,-1 0 0,0 0 0,1-1 0,-1 0 0,1 0 0,-1 0 0,1 0-1,0-1 1,-1 1 0,1-1 0,0 0 0,0-1 0,0 1 0,0-1 0,1 1 0,-1-1-1,1 0 1,-1-1 0,1 1 0,0 0 0,0-1 0,1 0 0,-1 0 0,1 0 0,0 0-1,0 0 1,0 0 0,0 0 0,1-1 0,-1-2-62,0-2-1,0 1-1,1-1 1,0 1 0,0-1-1,1 0 1,0 1-1,1-1 1,0 0 0,0 1-1,3-8 2,-2 11-78,0 0-1,0 0 1,0 0-1,1 0 1,0 1-1,0 0 1,0-1-1,1 1 1,-1 0-1,1 1 1,0-1-1,0 0 1,0 1-1,1 0 1,-1 0-1,1 1 0,-1-1 1,2 1 78,19-10-1285,1 2 1,1 0-1,0 2 1,9-1 1284,14-4-4012,15-5-5322</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7.487"/>
    </inkml:context>
    <inkml:brush xml:id="br0">
      <inkml:brushProperty name="width" value="0.05" units="cm"/>
      <inkml:brushProperty name="height" value="0.05" units="cm"/>
    </inkml:brush>
  </inkml:definitions>
  <inkml:trace contextRef="#ctx0" brushRef="#br0">252 0 7242,'0'0'2408,"0"0"-315,0 0 367,0 0-585,12 32-471,3 4-980,-5-13-101,0 1-1,-1 1 1,-2-1 0,0 2-1,-2-1 1,-1 0-1,0 11-322,-1-3 360,-1 0 0,-1 1-1,-2-1 1,-2 0 0,0-1 0,-3 1-1,-1 0 1,-1-1 0,-1-1-1,-2 1 1,-2 1-360,-22 33 476,-3-2 0,-2-1 1,-16 15-477,-51 79-263,103-150-323,4-7-8005,0 0-3102</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09.157"/>
    </inkml:context>
    <inkml:brush xml:id="br0">
      <inkml:brushProperty name="width" value="0.05" units="cm"/>
      <inkml:brushProperty name="height" value="0.05" units="cm"/>
    </inkml:brush>
  </inkml:definitions>
  <inkml:trace contextRef="#ctx0" brushRef="#br0">0 0 12363,'0'0'3000,"0"0"-543,0 0 287,0 0-1159,0 0-745,0 0-448,3 0 184,21 0-168,8 0-40,9 0-200,0 0-96,0 0-72,-3 0-120,-3 0-728,-9 0-1176,-11 8-937,-6 8-1760,-9-3-7209</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09.499"/>
    </inkml:context>
    <inkml:brush xml:id="br0">
      <inkml:brushProperty name="width" value="0.05" units="cm"/>
      <inkml:brushProperty name="height" value="0.05" units="cm"/>
    </inkml:brush>
  </inkml:definitions>
  <inkml:trace contextRef="#ctx0" brushRef="#br0">1 8 14067,'0'0'2873,"0"0"-889,0 0 120,0 0-855,0 0-401,0 0-592,0 0 80,93 11-336,-37-22 0,-3 9-976,11-4-769,-17 6-1247,-9 0-3682</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09.833"/>
    </inkml:context>
    <inkml:brush xml:id="br0">
      <inkml:brushProperty name="width" value="0.05" units="cm"/>
      <inkml:brushProperty name="height" value="0.05" units="cm"/>
    </inkml:brush>
  </inkml:definitions>
  <inkml:trace contextRef="#ctx0" brushRef="#br0">109 88 13051,'0'0'2658,"0"0"-634,0 0-179,0 0-628,-16 22-449,-52 75-113,65-92-542,0 1-1,0-1 1,0 1 0,1 0-1,-1 0 1,1 0 0,1 0-1,-1 0 1,1 1 0,0-1-1,1 0 1,-1 1 0,1-1-1,1 1 1,-1-1-1,1 0 1,1 6-113,-1-4 187,0-5-135,0 1-1,0-1 1,1 1 0,-1-1 0,0 0 0,1 0-1,0 0 1,0 0 0,0 0 0,0 0-1,0 0 1,1-1 0,-1 1 0,1-1 0,0 1-1,0-1 1,0 0 0,0 0 0,0 0-1,0-1 1,0 1 0,1-1 0,-1 0 0,0 0-1,1 0 1,-1 0 0,2 0-52,14 2 160,-1 0 0,0-1 1,1-1-1,12-1-160,-31 0 0,12 0 34,1-1 1,-1 0-1,0-1 1,0 0-1,0 0 1,0-2-1,0 1 1,-1-2-1,0 0 1,1 0-1,-2-1 1,5-2-35,-9 4 4,0-1 1,0 0-1,0 0 0,-1 0 1,1-1-1,-1 0 1,-1 0-1,1 0 1,-1 0-1,0-1 1,0 0-1,-1 0 1,0 0-1,0 0 0,-1 0 1,0 0-1,0-1 1,-1 1-1,1-1 1,-1-3-5,-1 1 18,1 1-1,-1-1 1,0 0 0,-1 1 0,0-1-1,-1 0 1,0 1 0,-1 0 0,0 0-1,0-1 1,0 1 0,-2 1 0,1-2-18,-1 4 7,1-1 0,-1 1 0,-1 0 0,1 0 0,-1 1 0,0-1 0,0 1 0,0 1 0,-1-1 0,0 1 0,0 0 0,0 1 0,0-1 0,-1 1-1,1 1 1,-2-1-7,-1 0-100,-1 1-1,1-1 0,-1 2 0,1 0 0,-1 0 0,0 0 0,1 2 0,-1-1 0,-4 2 101,14-2-71,-1 1-1,1-1 1,-1 0-1,1 1 1,-1-1-1,1 1 0,-1 0 1,1-1-1,0 1 1,-1 0-1,1 0 1,0 0-1,0 0 1,0 0-1,-1 0 1,1 0-1,0 1 0,1-1 1,-1 0-1,0 0 1,0 1-1,0-1 1,1 1-1,-1-1 1,1 1-1,-1 0 72,-3 44-4215,5-34 2165,-1 22-4799</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10.180"/>
    </inkml:context>
    <inkml:brush xml:id="br0">
      <inkml:brushProperty name="width" value="0.05" units="cm"/>
      <inkml:brushProperty name="height" value="0.05" units="cm"/>
    </inkml:brush>
  </inkml:definitions>
  <inkml:trace contextRef="#ctx0" brushRef="#br0">100 1 9234,'0'0'5065,"0"0"-2880,0 0 479,0 0-535,0 0-617,-12 158-768,-2-124-360,-4-5-184,4 3 40,-1-11-240,3 2 56,3-4-56,4-9-344,5-2-1232,8-8-2849,16 0-2249</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11.957"/>
    </inkml:context>
    <inkml:brush xml:id="br0">
      <inkml:brushProperty name="width" value="0.05" units="cm"/>
      <inkml:brushProperty name="height" value="0.05" units="cm"/>
    </inkml:brush>
  </inkml:definitions>
  <inkml:trace contextRef="#ctx0" brushRef="#br0">488 29 6433,'0'0'2364,"0"0"-393,0 0-160,0 0-519,0 0-511,0 0-298,-24-5 83,7 1-432,-5-1 152,-1 0-1,1 1 1,-1 1 0,0 2-1,0 0 1,-17 2-286,21 2 313,-1 2-1,1 0 1,0 1-1,0 0 1,1 2-1,0 0 1,0 1-1,1 1 1,0 1-1,1 0 1,0 1-1,-1 3-312,13-11 39,0 1 0,1-1 0,-1 1 1,1 0-1,0 0 0,0 0 0,1 1 0,0-1 0,0 1 0,0-1 0,0 1 0,1 0 0,0-1 0,0 1 0,1 0 0,-1 0 0,1 0 1,1 0-1,-1-1 0,1 4-39,0-7 9,-1 0 1,1-1-1,-1 1 1,1 0-1,0 0 1,0-1-1,-1 1 1,1-1-1,0 1 1,0-1-1,1 1 1,-1-1-1,0 1 1,0-1-1,1 0 1,-1 0-1,1 0 1,-1 0-1,1 0 1,-1 0-1,1 0 1,0 0-1,-1-1 1,1 1-1,0-1 1,0 1-1,-1-1 1,1 1-1,0-1 1,1 0-10,66 2 154,-50-3-112,4 1-42,0-2 0,-1 0 0,1-2 0,-1 0 0,1-2 0,3-2 0,-14 4-50,1 0 0,-1-1 0,-1-1 1,1 0-1,-1-1 0,0 0 0,0 0 0,-1-1 1,0-1-1,0 1 0,5-8 50,-10 9 99,0-1 0,0 1 0,-1-1 0,0 0 0,0 0 0,-1-1 0,0 1 0,0-1 0,-1 1 1,0-1-1,0-7-99,13 83 1016,-2 86 191,-9-91-817,3 1 0,2-1 1,4 5-391,-13-66-49,0 0 0,0 0 0,1 0 0,-1 0 0,0-1 0,0 1 0,1 0 0,-1 0 0,0 0 0,1 0 0,-1-1 0,1 1 0,-1 0 1,1-1-1,-1 1 0,1 0 0,0-1 0,-1 1 0,1-1 0,0 1 0,0-1 0,-1 1 0,1-1 0,0 1 0,0-1 0,0 0 0,-1 1 0,1-1 0,0 0 0,0 0 1,0 0-1,0 0 0,0 1 0,-1-1 0,1 0 0,0-1 0,0 1 0,0 0 0,0 0 0,0 0 0,0 0 0,-1-1 0,1 1 0,0 0 0,0-1 0,0 1 0,-1-1 1,1 1 48,37-28-5989,-35 24 4923,15-12-5066</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12.736"/>
    </inkml:context>
    <inkml:brush xml:id="br0">
      <inkml:brushProperty name="width" value="0.05" units="cm"/>
      <inkml:brushProperty name="height" value="0.05" units="cm"/>
    </inkml:brush>
  </inkml:definitions>
  <inkml:trace contextRef="#ctx0" brushRef="#br0">381 7 5697,'0'0'4944,"0"0"-2477,0 0-964,0 0-424,0 0-256,0 0-168,-24-1 109,-5-1-465,-19-1 896,1 2 1,-16 3-1196,53 0 161,1-1 0,0 1 1,0 1-1,0 0 0,0 0 0,0 1 1,0 0-1,1 1 0,0 0 0,0 0 1,0 0-1,-5 6-161,8-7 53,1 0 1,0-1-1,0 1 0,0 1 1,1-1-1,-1 0 1,1 1-1,0 0 0,1 0 1,-1 0-1,1 0 1,0 0-1,0 0 0,0 1 1,1-1-1,0 0 1,0 1-1,0 0 0,1-1 1,-1 1-1,1-1 1,1 2-54,-1-6 15,1 0 0,-1 0 0,1 0 0,0 0 0,-1 0 0,1 0 0,0 0 0,0 0 0,0 0 0,0 0 0,0-1 0,-1 1 0,1 0 1,0-1-1,1 1 0,-1-1 0,0 1 0,0-1 0,0 1 0,0-1 0,0 0 0,0 1 0,1-1 0,-1 0 0,0 0 0,0 0-15,36 2 233,-35-2-210,30 0 78,-14 1-53,1-1 0,0 0 0,-1-2 0,1 0 0,12-4-48,-25 4 13,0 0 1,-1 0-1,1-1 1,0 0-1,-1 0 1,1 0-1,-1-1 1,0 1-1,0-1 1,-1-1-1,1 1 1,-1-1-1,0 1 1,0-1-1,0 0 1,-1-1-1,0 1 1,0 0-1,0-2-13,2-3 262,-2 0 0,1-1 0,-1 1 0,1-9-262,9 227 1575,-9 56-1575,-4-263 54,0-1 11,0 0 42,0 0-89,0 0-139,0 0-247,0 0-370,0 15-3760,0-4-880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34.912"/>
    </inkml:context>
    <inkml:brush xml:id="br0">
      <inkml:brushProperty name="width" value="0.05" units="cm"/>
      <inkml:brushProperty name="height" value="0.05" units="cm"/>
    </inkml:brush>
  </inkml:definitions>
  <inkml:trace contextRef="#ctx0" brushRef="#br0">1 0 9938,'0'0'0,"0"0"-800,0 0 520,0 0-584,0 0-1785</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36.017"/>
    </inkml:context>
    <inkml:brush xml:id="br0">
      <inkml:brushProperty name="width" value="0.05" units="cm"/>
      <inkml:brushProperty name="height" value="0.05" units="cm"/>
    </inkml:brush>
  </inkml:definitions>
  <inkml:trace contextRef="#ctx0" brushRef="#br0">0 0 5209,'0'0'0,"0"0"-1584,0 0 167</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37.232"/>
    </inkml:context>
    <inkml:brush xml:id="br0">
      <inkml:brushProperty name="width" value="0.05" units="cm"/>
      <inkml:brushProperty name="height" value="0.05" units="cm"/>
    </inkml:brush>
  </inkml:definitions>
  <inkml:trace contextRef="#ctx0" brushRef="#br0">0 49 9778,'0'0'1985,"0"0"-703,0 0 80,0 0-392,0 0-246,0 0-87,5-9 111,12-24 46,-17 33-772,0-1-1,1 1 1,-1 0 0,0-1-1,0 1 1,0 0 0,1-1 0,-1 1-1,0 0 1,0-1 0,1 1-1,-1 0 1,0 0 0,0-1-1,1 1 1,-1 0 0,0 0 0,1 0-1,-1-1 1,1 1 0,-1 0-1,0 0 1,1 0 0,-1 0 0,0 0-1,1 0 1,-1 0 0,1 0-1,-1 0 1,0 0 0,1 0-1,-1 0 1,0 0 0,1 0 0,-1 0-1,1 0 1,-1 0 0,0 1-1,1-1 1,-1 0 0,0 0-1,1 0 1,-1 1 0,0-1 0,1 0-1,-1 0 1,0 1 0,0-1-1,1 0 1,-1 1 0,0-1 0,0 0-1,0 1 1,1-1 0,-1 0-1,0 1 1,0-1 0,0 0-1,0 1 1,0-1 0,0 0-22,11 23-46,-11-22 131,30 82 812,-4 1 1,10 66-898,-14-59 165,-20-74-2095,-15-15-1800,6-2 3686,-13 0-2935,2 0-1883</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5:37.563"/>
    </inkml:context>
    <inkml:brush xml:id="br0">
      <inkml:brushProperty name="width" value="0.05" units="cm"/>
      <inkml:brushProperty name="height" value="0.05" units="cm"/>
    </inkml:brush>
  </inkml:definitions>
  <inkml:trace contextRef="#ctx0" brushRef="#br0">1 77 9522,'0'0'3429,"0"0"-1958,0 0-962,0 0-187,0 0 200,0 0 83,13 12-15,4 2-424,-5-5-34,0 2-1,-1 0 0,0 0 1,-1 1-1,3 4-131,-13-15 38,1 0-1,0 0 0,0 0 1,0 0-1,1 0 1,-1-1-1,0 1 1,0 0-1,0-1 1,1 1-1,-1 0 0,0-1 1,0 0-1,1 1 1,-1-1-1,0 0 1,1 0-1,-1 0 0,1 0 1,-1 0-1,0 0 1,1 0-1,-1 0 1,0 0-1,1-1 1,-1 1-1,0 0 0,1-1 1,-1 0-1,0 1 1,0-1-1,0 0 1,1 1-1,-1-1 1,0 0-1,1-1-37,39-36 483,-35 31-476,12-14 22,-1-1 0,-2 0 1,14-24-30,-25 40-17,-4 5-116,1 0 1,-1 0 0,1 0 0,-1 0-1,1 1 1,0-1 0,0 0 0,-1 1 0,1-1-1,0 0 1,0 1 0,0-1 0,0 1-1,-1-1 1,1 1 0,0 0 0,0-1-1,0 1 1,0 0 0,0 0 0,0-1 0,0 1-1,0 0 1,0 0 0,0 0 0,0 0-1,0 0 1,1 1 132,2-1-1315,5 0-5455</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2.152"/>
    </inkml:context>
    <inkml:brush xml:id="br0">
      <inkml:brushProperty name="width" value="0.05" units="cm"/>
      <inkml:brushProperty name="height" value="0.05" units="cm"/>
    </inkml:brush>
  </inkml:definitions>
  <inkml:trace contextRef="#ctx0" brushRef="#br0">150 0 6241,'0'0'1947,"0"0"398,0 0-71,0 0-771,0 0-343,0 0 143,-15 13 1,-48 41-118,60-52-1082,0 2 0,0-1 0,0 0 0,0 1 0,0-1 0,1 1 0,0 0 0,0 0 0,0 0 0,0 0 1,1 0-1,-1 0 0,1 1 0,0-1 0,1 0 0,-1 1 0,1-1 0,-1 1 0,1-1 0,1 1 0,-1 3-104,1 7 169,-1-14-149,1 0 1,0 0 0,-1 1 0,1-1 0,0 0 0,0 0 0,0 0 0,0 0 0,0 0-1,0 0 1,0 0 0,0-1 0,0 1 0,1 0 0,-1-1 0,0 1 0,0 0-1,1-1 1,-1 0 0,0 1 0,1-1 0,-1 0 0,0 1 0,1-1 0,-1 0-1,1 0 1,-1 0 0,0 0 0,1-1 0,-1 1 0,0 0-21,51-3 365,-47 3-328,0-1 1,-1 0 0,1 0-1,0 0 1,-1-1 0,1 0-1,-1 0 1,0 0 0,1 0-1,-1-1 1,0 0-1,0 1 1,-1-1 0,1-1-1,-1 1 1,1-1 0,-1 1-1,0-1 1,0 0 0,-1 0-1,1 0 1,-1 0 0,0-1-1,0 1 1,0-1-1,-1 1 1,0-1 0,1 1-1,-2-1 1,1 0 0,0 0-1,-1 0 1,0 1 0,0-1-1,0 0 1,-1-2-38,0 5 36,1 0 1,0 0-1,-1 1 1,1-1-1,-1 0 1,0 1-1,0-1 1,1 0-1,-1 1 1,0-1 0,0 1-1,0-1 1,-1 1-1,1-1 1,0 1-1,0 0 1,-1 0-1,1 0 1,-1 0-1,-1-1-36,-2-1 35,0 0 0,0 1 0,-1 0-1,1 0 1,-1 1 0,1-1 0,-4 1-35,-3-1-42,0 0 0,0 2-1,0-1 1,0 2 0,0-1 0,0 2 0,0 0 42,9-2-171,1 1 1,-1 1 0,0-1 0,1 0 0,-1 1 0,0-1-1,1 1 1,0 0 0,-1 0 0,1 0 0,0 0 0,0 0-1,0 0 1,0 0 0,0 2 170,-14 23-4934,9-8-2032</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2.489"/>
    </inkml:context>
    <inkml:brush xml:id="br0">
      <inkml:brushProperty name="width" value="0.05" units="cm"/>
      <inkml:brushProperty name="height" value="0.05" units="cm"/>
    </inkml:brush>
  </inkml:definitions>
  <inkml:trace contextRef="#ctx0" brushRef="#br0">30 0 10354,'0'0'2321,"0"0"-545,-5 25 58,0-4-1427,0-2-114,1 0-1,0 0 0,1 0 1,1 0-1,1 1 0,1-1 0,0 0 1,2 5-293,-1-20 69,0-1 0,1 1 0,-1-1 0,1 1 1,0-1-1,0 1 0,0-1 0,0 0 0,1 0 0,-1 0 1,1 0-1,-1-1 0,1 1 0,0-1 0,0 0 1,1 1-1,-1-1 0,0-1 0,1 1 0,-1 0 0,1-1 1,-1 0-1,1 0 0,0 0 0,0 0 0,0 0-69,7 1 74,-1 0 0,1-1 0,-1-1 0,1 1 0,-1-2-1,1 1 1,-1-1 0,1-1 0,1 0-74,-8 0 40,0 1-1,0-1 1,-1 0 0,1 0-1,-1 0 1,0 0 0,1-1-1,-1 1 1,0-1 0,-1 0 0,1 0-1,0 0 1,-1 0 0,1 0-1,-1 0 1,0-1 0,0 1-1,-1-1 1,1 0 0,-1 1 0,1-1-1,-1 0 1,0 0 0,-1 0-1,1 0 1,-1 0 0,0-2-40,1 0 86,0 1-1,-1-1 1,0 0 0,-1 0 0,1 0 0,-1 0-1,0 0 1,0 1 0,-1-1 0,0 0 0,0 1 0,0-1-1,-1 1 1,1 0 0,-1 0 0,-1 0 0,1 0-1,-1-1-85,-8-4-104,-10-16-31,18 1-3278,4 12-1442</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32.834"/>
    </inkml:context>
    <inkml:brush xml:id="br0">
      <inkml:brushProperty name="width" value="0.05" units="cm"/>
      <inkml:brushProperty name="height" value="0.05" units="cm"/>
    </inkml:brush>
  </inkml:definitions>
  <inkml:trace contextRef="#ctx0" brushRef="#br0">1 34 704,'0'0'12283,"0"0"-9867,0 0-687,0 0-169,0 0-1048,0 0-328,149-16-184,-125 16-8,-1-2-336,15-1-640,-3-2-737,-3-3-4632</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6:03.352"/>
    </inkml:context>
    <inkml:brush xml:id="br0">
      <inkml:brushProperty name="width" value="0.05" units="cm"/>
      <inkml:brushProperty name="height" value="0.05" units="cm"/>
    </inkml:brush>
  </inkml:definitions>
  <inkml:trace contextRef="#ctx0" brushRef="#br0">6 0 4961,'0'0'1368,"0"0"-1016,0 0-352,0 0-272,0 0 72,0 0 200,0 0 240,-5 26-240,5-26-368,0 0-5713</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6:05.814"/>
    </inkml:context>
    <inkml:brush xml:id="br0">
      <inkml:brushProperty name="width" value="0.05" units="cm"/>
      <inkml:brushProperty name="height" value="0.05" units="cm"/>
    </inkml:brush>
  </inkml:definitions>
  <inkml:trace contextRef="#ctx0" brushRef="#br0">1 1 5353,'0'0'680,"0"0"-680,0 0-920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4.573"/>
    </inkml:context>
    <inkml:brush xml:id="br0">
      <inkml:brushProperty name="width" value="0.05" units="cm"/>
      <inkml:brushProperty name="height" value="0.05" units="cm"/>
    </inkml:brush>
  </inkml:definitions>
  <inkml:trace contextRef="#ctx0" brushRef="#br0">30 0 10490,'0'0'3808,"0"0"-1848,0 0-596,0 0-409,0 0-564,0 0-250,-3 16 66,-9 65 1612,4 0-1,2 43-1818,6 184 2272,2-128-1693,-1-99-305,4-1-1,3 1 0,14 56-273,-12-84 48,22 87 30,-27-123-77,1 0 0,0 0 1,2-1-1,0 0 0,0 0 1,8 8-2,-15-22-74,0 0-1,0 0 1,1 0 0,-1 0 0,1-1 0,-1 1-1,1-1 1,0 1 0,-1-1 0,1 1 0,0-1 0,0 0-1,0 0 1,0 0 0,0 0 0,0 0 0,1-1-1,-1 1 1,0-1 0,0 1 0,0-1 0,1 0 0,-1 0-1,0 0 1,1 0 0,-1 0 0,0 0 0,0-1 0,1 1-1,-1-1 1,0 1 0,0-1 0,0 0 0,0 0-1,0 0 1,0 0 0,2-2 74,3-2-1062,1-1 0,-1 1-1,-1-2 1,1 1 0,-1-1 0,0 0 0,-1 0-1,4-6 1063,18-33-11130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5.177"/>
    </inkml:context>
    <inkml:brush xml:id="br0">
      <inkml:brushProperty name="width" value="0.05" units="cm"/>
      <inkml:brushProperty name="height" value="0.05" units="cm"/>
    </inkml:brush>
  </inkml:definitions>
  <inkml:trace contextRef="#ctx0" brushRef="#br0">0 84 1040,'0'0'9099,"0"0"-5531,0 0-1946,0 0-559,29-14-527,92-42-266,-116 53-240,0 1 0,0 0 0,0 1 1,1-1-1,-1 1 0,0 0 0,0 0 0,1 1 0,-1 0 0,0 0 0,1 0 0,-1 0 0,5 2-30,-8-2 27,0 1-1,0 0 1,0 0-1,0 0 1,0 0 0,0 1-1,0-1 1,0 0-1,0 1 1,0 0 0,-1-1-1,1 1 1,-1 0 0,1 0-1,-1 0 1,1 0-1,-1 0 1,0 0 0,0 0-1,0 2-26,2 7 212,-1 0 0,0 1 0,-1-1 0,0 1 0,-1-1 0,0 1 0,-1 0 0,-1 9-212,1-14 162,0 2-52,-1-1 0,0 1 1,-1-1-1,1 0 0,-2 1 1,1-1-1,-1-1 0,0 1 0,-1-1 1,0 1-1,-2 2-110,-4 4 97,-1-1-1,0-1 1,0 0 0,-1-1-1,-5 4-96,28-15 5,1 0 0,-1 0 1,1-1-1,0 0 0,-1 0-5,1-1-9,0 0 0,0 1 0,1 1 1,-1 0-1,0 0 0,0 1 0,0 1 1,8 1 8,-15-1-3,0-1 1,0 1 0,0 0 0,0 0 0,0 0-1,0 0 1,-1 1 0,1 0 0,-1 0-1,0 0 1,0 0 0,0 0 0,0 0-1,0 1 1,-1-1 0,0 1 0,1 0-1,-1 0 1,-1 0 0,1 0 0,-1 0-1,1 0 1,-1 1 2,1 1 7,0 0 0,-1 0 0,0 0-1,0 0 1,0 0 0,-1 0 0,0 0-1,0 0 1,0 1 0,-1-1 0,0 0-1,0 0 1,-1 0 0,1 0 0,-1 0-1,-1-1 1,1 1 0,-1-1 0,0 1-1,0-1 1,-1 0 0,1 0 0,-4 3-7,2-3 7,-1 0 0,0 0 0,0-1 0,0 1 0,-1-1 0,0-1 1,1 0-1,-1 0 0,0 0 0,-1 0 0,1-1 0,0-1 0,-1 1 0,1-1 1,-1 0-1,1-1 0,-1 0 0,1 0 0,-2 0-7,8 0-199,0 0 1,-1 0-1,1-1 0,0 1 1,-1 0-1,1 0 0,0-1 1,0 1-1,0-1 0,-1 1 1,1-1-1,0 1 0,0-1 1,0 0-1,0 1 0,0-1 1,0 0-1,0 0 0,0 0 1,0 0-1,0 0 0,1 0 1,-1 0-1,0 0 0,1 0 1,-1 0-1,1-1 0,-1 1 199,-3-16-7625</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4:25.538"/>
    </inkml:context>
    <inkml:brush xml:id="br0">
      <inkml:brushProperty name="width" value="0.05" units="cm"/>
      <inkml:brushProperty name="height" value="0.05" units="cm"/>
    </inkml:brush>
  </inkml:definitions>
  <inkml:trace contextRef="#ctx0" brushRef="#br0">41 0 5521,'0'0'5671,"0"0"-2743,0 0-1018,0 0-430,0 0-701,0 0-455,0 11 90,0 60 606,-3-1 0,-3-1 0,-3 1 1,-13 47-1021,21-96-246,12-14-1548,-7-7 1299,1-1 1,-1 0-1,0 0 0,0 0 0,0 0 0,0 0 0,0-1 0,3-1 495,30-17-4210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6:06.610"/>
    </inkml:context>
    <inkml:brush xml:id="br0">
      <inkml:brushProperty name="width" value="0.05" units="cm"/>
      <inkml:brushProperty name="height" value="0.05" units="cm"/>
    </inkml:brush>
  </inkml:definitions>
  <inkml:trace contextRef="#ctx0" brushRef="#br0">0 1 3809,'0'0'0,"0"0"-1016</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3T01:06:12.399"/>
    </inkml:context>
    <inkml:brush xml:id="br0">
      <inkml:brushProperty name="width" value="0.05" units="cm"/>
      <inkml:brushProperty name="height" value="0.05" units="cm"/>
    </inkml:brush>
  </inkml:definitions>
  <inkml:trace contextRef="#ctx0" brushRef="#br0">1 0 10818,'0'0'2608,"0"0"-805,0 0 25,1 23-78,3 20-739,2-1 0,1 0 1,13 37-1012,-12-51 791,-1 1 0,-1-1 0,2 26-791,-5 8-4376,-3-60-499</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388D81-75A7-4C4D-A754-8497A4ECABF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206DE2C4-CB62-4D1E-9BC5-2C17F6B01B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57EFFF8-4365-47D0-895D-D34B4A959590}"/>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5" name="Marcador de pie de página 4">
            <a:extLst>
              <a:ext uri="{FF2B5EF4-FFF2-40B4-BE49-F238E27FC236}">
                <a16:creationId xmlns:a16="http://schemas.microsoft.com/office/drawing/2014/main" id="{153A0BFA-6718-4631-981E-ED21823D3AE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6B0A2F0-BE0F-4830-AB78-941ED3E60446}"/>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3984464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7ADAA-BB54-4E0D-BAE0-E0F8E59DA59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AE701E3-B697-4EA3-89AD-97DD0432F80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40968C5-CE40-412D-AD56-34DEB5E39ED6}"/>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5" name="Marcador de pie de página 4">
            <a:extLst>
              <a:ext uri="{FF2B5EF4-FFF2-40B4-BE49-F238E27FC236}">
                <a16:creationId xmlns:a16="http://schemas.microsoft.com/office/drawing/2014/main" id="{9D0F1C0C-B83A-43D7-8FEA-DA1CE9C0385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F7316F1-F1A0-4DD4-9102-400DD6EC28CA}"/>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3039506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A933CB-D8BF-4FF9-B9F2-9D76E0C8566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7EDA64A8-FAC2-42FE-A0B1-11656A93EC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42C77C9-9BC8-43F6-962C-5CFC76A4102D}"/>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5" name="Marcador de pie de página 4">
            <a:extLst>
              <a:ext uri="{FF2B5EF4-FFF2-40B4-BE49-F238E27FC236}">
                <a16:creationId xmlns:a16="http://schemas.microsoft.com/office/drawing/2014/main" id="{45598AE5-2228-469F-8A61-94EDC453333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F35BF29-3E86-4325-B194-A7A156111AA0}"/>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3041924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DC8B5B-AB1D-497D-9933-6E56889D93E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FF8BC6F-6BA5-4F9B-8932-EE7AECC5030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EC2E4F28-63F0-4EC3-BBF2-6BBF9CC6EAD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3CD54F27-1A8D-42AE-A394-ED63A916A182}"/>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6" name="Marcador de pie de página 5">
            <a:extLst>
              <a:ext uri="{FF2B5EF4-FFF2-40B4-BE49-F238E27FC236}">
                <a16:creationId xmlns:a16="http://schemas.microsoft.com/office/drawing/2014/main" id="{46781E26-B008-4A09-9C03-E9E3900AC38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E628F47-42D4-46A0-AED4-8D6906C38F70}"/>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1773518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07DAF4-CB84-437D-B09C-5BC0C5A0007F}"/>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1FC5CD6-FE1D-4EEB-8CF3-72EF8EDCA2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C27D38-0204-430E-84AC-D9558DA87B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B53D86AD-E4C9-415B-8C5E-260A912411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49FAE43-46BC-409A-ACB5-1D9D555043D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123C4DD-FEC3-4A7E-B63B-4D667592F6A7}"/>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8" name="Marcador de pie de página 7">
            <a:extLst>
              <a:ext uri="{FF2B5EF4-FFF2-40B4-BE49-F238E27FC236}">
                <a16:creationId xmlns:a16="http://schemas.microsoft.com/office/drawing/2014/main" id="{DAF4F252-C0C4-492E-8210-49FA811DF22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B1DCA72-5F8C-4476-B993-41D4E9CBBFBC}"/>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552028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AF6691-6C48-42DC-BB91-9FADE981B5A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DD16232-D95C-4201-89CF-254DB9FCAE98}"/>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4" name="Marcador de pie de página 3">
            <a:extLst>
              <a:ext uri="{FF2B5EF4-FFF2-40B4-BE49-F238E27FC236}">
                <a16:creationId xmlns:a16="http://schemas.microsoft.com/office/drawing/2014/main" id="{A288C3C8-4244-4E48-B3D5-918EBCC547D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6BDA860-BE52-4E3F-B7A2-CDED91CBBE13}"/>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1563476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C578AA1-D5E3-453E-B4D7-24B877C0ABA2}"/>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3" name="Marcador de pie de página 2">
            <a:extLst>
              <a:ext uri="{FF2B5EF4-FFF2-40B4-BE49-F238E27FC236}">
                <a16:creationId xmlns:a16="http://schemas.microsoft.com/office/drawing/2014/main" id="{EA32F852-6AFC-422F-9058-542A0F1A3BE9}"/>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921466DE-7255-4DB7-8145-3BD6570171B8}"/>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243037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64C97E-7F72-49C0-B7AC-497FB7C461F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604A340-7033-4E0F-8820-CE247F33FD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80669E33-4B3E-4E1F-A0CA-B4B0EE0AC7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6AF7E16-8C0C-4E53-8E3A-E6F3486E4C54}"/>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6" name="Marcador de pie de página 5">
            <a:extLst>
              <a:ext uri="{FF2B5EF4-FFF2-40B4-BE49-F238E27FC236}">
                <a16:creationId xmlns:a16="http://schemas.microsoft.com/office/drawing/2014/main" id="{5B75EE83-CBB1-46F4-BB1C-8CA02CA8732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DEE8339-5685-4ED4-AEFC-41338FE9A4DE}"/>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406408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3C4DD-4A52-4A0B-8067-7E91196DBBA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314666C-CE85-4729-97BF-5A7844A53B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335BF9E7-4360-448A-A811-AF8736284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067F893-CEC0-4F46-95E4-0F39ADABC59A}"/>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6" name="Marcador de pie de página 5">
            <a:extLst>
              <a:ext uri="{FF2B5EF4-FFF2-40B4-BE49-F238E27FC236}">
                <a16:creationId xmlns:a16="http://schemas.microsoft.com/office/drawing/2014/main" id="{4416B405-E8D7-4EF8-A521-C1E28DDA912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EA701BD-3E48-447B-BE34-758D6BE8A68C}"/>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3426985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725B8-B8F1-4FED-B72F-43DB33634D6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10594A8E-4CD6-4F86-AE6C-E70ABBF92FD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37A26A1-8DAC-40AB-B01A-68CB8B83D987}"/>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5" name="Marcador de pie de página 4">
            <a:extLst>
              <a:ext uri="{FF2B5EF4-FFF2-40B4-BE49-F238E27FC236}">
                <a16:creationId xmlns:a16="http://schemas.microsoft.com/office/drawing/2014/main" id="{73AB6F68-4519-4746-A14A-A2FC5430541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B9E38D7-52A7-49FF-AA33-8C91840FDDC7}"/>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2895951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6D41874-685E-4501-B12D-F34E710714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65B4973-2407-41CF-AA2D-E6F3D8C2D07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79FC4CA-2FDF-412E-9D9D-9AA3663EF2E4}"/>
              </a:ext>
            </a:extLst>
          </p:cNvPr>
          <p:cNvSpPr>
            <a:spLocks noGrp="1"/>
          </p:cNvSpPr>
          <p:nvPr>
            <p:ph type="dt" sz="half" idx="10"/>
          </p:nvPr>
        </p:nvSpPr>
        <p:spPr/>
        <p:txBody>
          <a:bodyPr/>
          <a:lstStyle/>
          <a:p>
            <a:fld id="{C679F92A-925D-46E1-A7F2-AFE2DBE40E10}" type="datetimeFigureOut">
              <a:rPr lang="es-ES" smtClean="0"/>
              <a:t>12/05/2020</a:t>
            </a:fld>
            <a:endParaRPr lang="es-ES"/>
          </a:p>
        </p:txBody>
      </p:sp>
      <p:sp>
        <p:nvSpPr>
          <p:cNvPr id="5" name="Marcador de pie de página 4">
            <a:extLst>
              <a:ext uri="{FF2B5EF4-FFF2-40B4-BE49-F238E27FC236}">
                <a16:creationId xmlns:a16="http://schemas.microsoft.com/office/drawing/2014/main" id="{CC2BB630-C6C9-4E49-8B32-E18F9684B43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4E6DEB2-FF4E-4337-B3E6-FEEF3F4366ED}"/>
              </a:ext>
            </a:extLst>
          </p:cNvPr>
          <p:cNvSpPr>
            <a:spLocks noGrp="1"/>
          </p:cNvSpPr>
          <p:nvPr>
            <p:ph type="sldNum" sz="quarter" idx="12"/>
          </p:nvPr>
        </p:nvSpPr>
        <p:spPr/>
        <p:txBody>
          <a:bodyPr/>
          <a:lstStyle/>
          <a:p>
            <a:fld id="{B4DF9D81-DECE-4A5D-B2BA-F298E64EFDE7}" type="slidenum">
              <a:rPr lang="es-ES" smtClean="0"/>
              <a:t>‹Nº›</a:t>
            </a:fld>
            <a:endParaRPr lang="es-ES"/>
          </a:p>
        </p:txBody>
      </p:sp>
    </p:spTree>
    <p:extLst>
      <p:ext uri="{BB962C8B-B14F-4D97-AF65-F5344CB8AC3E}">
        <p14:creationId xmlns:p14="http://schemas.microsoft.com/office/powerpoint/2010/main" val="3295896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18AB2C3-1C5F-4EB6-9B3C-28B5BF0A26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30B199D-751B-48C3-9486-1EFABA897D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C4D6163-9DE9-4051-8365-A7340F4C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79F92A-925D-46E1-A7F2-AFE2DBE40E10}" type="datetimeFigureOut">
              <a:rPr lang="es-ES" smtClean="0"/>
              <a:t>12/05/2020</a:t>
            </a:fld>
            <a:endParaRPr lang="es-ES"/>
          </a:p>
        </p:txBody>
      </p:sp>
      <p:sp>
        <p:nvSpPr>
          <p:cNvPr id="5" name="Marcador de pie de página 4">
            <a:extLst>
              <a:ext uri="{FF2B5EF4-FFF2-40B4-BE49-F238E27FC236}">
                <a16:creationId xmlns:a16="http://schemas.microsoft.com/office/drawing/2014/main" id="{6B1B85D3-0279-4231-829F-458F75D2A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0C6F9DC1-F754-4C9F-9516-C7696C676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DF9D81-DECE-4A5D-B2BA-F298E64EFDE7}" type="slidenum">
              <a:rPr lang="es-ES" smtClean="0"/>
              <a:t>‹Nº›</a:t>
            </a:fld>
            <a:endParaRPr lang="es-ES"/>
          </a:p>
        </p:txBody>
      </p:sp>
    </p:spTree>
    <p:extLst>
      <p:ext uri="{BB962C8B-B14F-4D97-AF65-F5344CB8AC3E}">
        <p14:creationId xmlns:p14="http://schemas.microsoft.com/office/powerpoint/2010/main" val="2528170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63" Type="http://schemas.openxmlformats.org/officeDocument/2006/relationships/image" Target="../media/image31.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79.png"/><Relationship Id="rId170" Type="http://schemas.openxmlformats.org/officeDocument/2006/relationships/customXml" Target="../ink/ink85.xml"/><Relationship Id="rId191" Type="http://schemas.openxmlformats.org/officeDocument/2006/relationships/customXml" Target="../ink/ink96.xml"/><Relationship Id="rId205" Type="http://schemas.openxmlformats.org/officeDocument/2006/relationships/customXml" Target="../ink/ink103.xml"/><Relationship Id="rId226" Type="http://schemas.openxmlformats.org/officeDocument/2006/relationships/image" Target="../media/image112.png"/><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53" Type="http://schemas.openxmlformats.org/officeDocument/2006/relationships/image" Target="../media/image26.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4.png"/><Relationship Id="rId5" Type="http://schemas.openxmlformats.org/officeDocument/2006/relationships/image" Target="../media/image2.png"/><Relationship Id="rId95" Type="http://schemas.openxmlformats.org/officeDocument/2006/relationships/image" Target="../media/image47.png"/><Relationship Id="rId160" Type="http://schemas.openxmlformats.org/officeDocument/2006/relationships/customXml" Target="../ink/ink80.xml"/><Relationship Id="rId181" Type="http://schemas.openxmlformats.org/officeDocument/2006/relationships/image" Target="../media/image90.png"/><Relationship Id="rId216" Type="http://schemas.openxmlformats.org/officeDocument/2006/relationships/image" Target="../media/image107.png"/><Relationship Id="rId237" Type="http://schemas.openxmlformats.org/officeDocument/2006/relationships/customXml" Target="../ink/ink119.xml"/><Relationship Id="rId22" Type="http://schemas.openxmlformats.org/officeDocument/2006/relationships/customXml" Target="../ink/ink11.xml"/><Relationship Id="rId43" Type="http://schemas.openxmlformats.org/officeDocument/2006/relationships/image" Target="../media/image21.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69.png"/><Relationship Id="rId85" Type="http://schemas.openxmlformats.org/officeDocument/2006/relationships/image" Target="../media/image42.png"/><Relationship Id="rId150" Type="http://schemas.openxmlformats.org/officeDocument/2006/relationships/customXml" Target="../ink/ink75.xml"/><Relationship Id="rId171" Type="http://schemas.openxmlformats.org/officeDocument/2006/relationships/image" Target="../media/image85.png"/><Relationship Id="rId192" Type="http://schemas.openxmlformats.org/officeDocument/2006/relationships/image" Target="../media/image95.png"/><Relationship Id="rId206" Type="http://schemas.openxmlformats.org/officeDocument/2006/relationships/image" Target="../media/image102.png"/><Relationship Id="rId227" Type="http://schemas.openxmlformats.org/officeDocument/2006/relationships/customXml" Target="../ink/ink114.xml"/><Relationship Id="rId12" Type="http://schemas.openxmlformats.org/officeDocument/2006/relationships/customXml" Target="../ink/ink6.xml"/><Relationship Id="rId33" Type="http://schemas.openxmlformats.org/officeDocument/2006/relationships/image" Target="../media/image16.png"/><Relationship Id="rId108" Type="http://schemas.openxmlformats.org/officeDocument/2006/relationships/customXml" Target="../ink/ink54.xml"/><Relationship Id="rId129" Type="http://schemas.openxmlformats.org/officeDocument/2006/relationships/image" Target="../media/image64.png"/><Relationship Id="rId54" Type="http://schemas.openxmlformats.org/officeDocument/2006/relationships/customXml" Target="../ink/ink27.xml"/><Relationship Id="rId75" Type="http://schemas.openxmlformats.org/officeDocument/2006/relationships/image" Target="../media/image37.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0.png"/><Relationship Id="rId182" Type="http://schemas.openxmlformats.org/officeDocument/2006/relationships/customXml" Target="../ink/ink91.xml"/><Relationship Id="rId217" Type="http://schemas.openxmlformats.org/officeDocument/2006/relationships/customXml" Target="../ink/ink109.xml"/><Relationship Id="rId6" Type="http://schemas.openxmlformats.org/officeDocument/2006/relationships/customXml" Target="../ink/ink3.xml"/><Relationship Id="rId238" Type="http://schemas.openxmlformats.org/officeDocument/2006/relationships/image" Target="../media/image118.png"/><Relationship Id="rId23" Type="http://schemas.openxmlformats.org/officeDocument/2006/relationships/image" Target="../media/image11.png"/><Relationship Id="rId119" Type="http://schemas.openxmlformats.org/officeDocument/2006/relationships/image" Target="../media/image59.png"/><Relationship Id="rId44" Type="http://schemas.openxmlformats.org/officeDocument/2006/relationships/customXml" Target="../ink/ink22.xml"/><Relationship Id="rId65" Type="http://schemas.openxmlformats.org/officeDocument/2006/relationships/image" Target="../media/image32.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5.png"/><Relationship Id="rId172" Type="http://schemas.openxmlformats.org/officeDocument/2006/relationships/customXml" Target="../ink/ink86.xml"/><Relationship Id="rId193" Type="http://schemas.openxmlformats.org/officeDocument/2006/relationships/customXml" Target="../ink/ink97.xml"/><Relationship Id="rId207" Type="http://schemas.openxmlformats.org/officeDocument/2006/relationships/customXml" Target="../ink/ink104.xml"/><Relationship Id="rId228" Type="http://schemas.openxmlformats.org/officeDocument/2006/relationships/image" Target="../media/image113.png"/><Relationship Id="rId13" Type="http://schemas.openxmlformats.org/officeDocument/2006/relationships/image" Target="../media/image6.png"/><Relationship Id="rId109" Type="http://schemas.openxmlformats.org/officeDocument/2006/relationships/image" Target="../media/image54.png"/><Relationship Id="rId34" Type="http://schemas.openxmlformats.org/officeDocument/2006/relationships/customXml" Target="../ink/ink17.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20" Type="http://schemas.openxmlformats.org/officeDocument/2006/relationships/customXml" Target="../ink/ink60.xml"/><Relationship Id="rId141" Type="http://schemas.openxmlformats.org/officeDocument/2006/relationships/image" Target="../media/image70.png"/><Relationship Id="rId7" Type="http://schemas.openxmlformats.org/officeDocument/2006/relationships/image" Target="../media/image3.png"/><Relationship Id="rId162" Type="http://schemas.openxmlformats.org/officeDocument/2006/relationships/customXml" Target="../ink/ink81.xml"/><Relationship Id="rId183" Type="http://schemas.openxmlformats.org/officeDocument/2006/relationships/image" Target="../media/image91.png"/><Relationship Id="rId218" Type="http://schemas.openxmlformats.org/officeDocument/2006/relationships/image" Target="../media/image108.png"/><Relationship Id="rId24" Type="http://schemas.openxmlformats.org/officeDocument/2006/relationships/customXml" Target="../ink/ink12.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31" Type="http://schemas.openxmlformats.org/officeDocument/2006/relationships/image" Target="../media/image65.png"/><Relationship Id="rId152" Type="http://schemas.openxmlformats.org/officeDocument/2006/relationships/customXml" Target="../ink/ink76.xml"/><Relationship Id="rId173" Type="http://schemas.openxmlformats.org/officeDocument/2006/relationships/image" Target="../media/image86.png"/><Relationship Id="rId194" Type="http://schemas.openxmlformats.org/officeDocument/2006/relationships/image" Target="../media/image96.png"/><Relationship Id="rId208" Type="http://schemas.openxmlformats.org/officeDocument/2006/relationships/image" Target="../media/image103.png"/><Relationship Id="rId229" Type="http://schemas.openxmlformats.org/officeDocument/2006/relationships/customXml" Target="../ink/ink115.xml"/><Relationship Id="rId14" Type="http://schemas.openxmlformats.org/officeDocument/2006/relationships/customXml" Target="../ink/ink7.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0.png"/><Relationship Id="rId142" Type="http://schemas.openxmlformats.org/officeDocument/2006/relationships/customXml" Target="../ink/ink71.xml"/><Relationship Id="rId163" Type="http://schemas.openxmlformats.org/officeDocument/2006/relationships/image" Target="../media/image81.png"/><Relationship Id="rId184" Type="http://schemas.openxmlformats.org/officeDocument/2006/relationships/customXml" Target="../ink/ink92.xml"/><Relationship Id="rId219" Type="http://schemas.openxmlformats.org/officeDocument/2006/relationships/customXml" Target="../ink/ink110.xml"/><Relationship Id="rId230" Type="http://schemas.openxmlformats.org/officeDocument/2006/relationships/image" Target="../media/image114.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88" Type="http://schemas.openxmlformats.org/officeDocument/2006/relationships/customXml" Target="../ink/ink44.xml"/><Relationship Id="rId111" Type="http://schemas.openxmlformats.org/officeDocument/2006/relationships/image" Target="../media/image55.png"/><Relationship Id="rId132" Type="http://schemas.openxmlformats.org/officeDocument/2006/relationships/customXml" Target="../ink/ink66.xml"/><Relationship Id="rId153" Type="http://schemas.openxmlformats.org/officeDocument/2006/relationships/image" Target="../media/image76.png"/><Relationship Id="rId174" Type="http://schemas.openxmlformats.org/officeDocument/2006/relationships/customXml" Target="../ink/ink87.xml"/><Relationship Id="rId195" Type="http://schemas.openxmlformats.org/officeDocument/2006/relationships/customXml" Target="../ink/ink98.xml"/><Relationship Id="rId209" Type="http://schemas.openxmlformats.org/officeDocument/2006/relationships/customXml" Target="../ink/ink105.xml"/><Relationship Id="rId190" Type="http://schemas.openxmlformats.org/officeDocument/2006/relationships/customXml" Target="../ink/ink95.xml"/><Relationship Id="rId204" Type="http://schemas.openxmlformats.org/officeDocument/2006/relationships/image" Target="../media/image101.png"/><Relationship Id="rId220" Type="http://schemas.openxmlformats.org/officeDocument/2006/relationships/image" Target="../media/image109.png"/><Relationship Id="rId225" Type="http://schemas.openxmlformats.org/officeDocument/2006/relationships/customXml" Target="../ink/ink113.xml"/><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27" Type="http://schemas.openxmlformats.org/officeDocument/2006/relationships/image" Target="../media/image63.png"/><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 Id="rId143" Type="http://schemas.openxmlformats.org/officeDocument/2006/relationships/image" Target="../media/image71.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4.png"/><Relationship Id="rId185" Type="http://schemas.openxmlformats.org/officeDocument/2006/relationships/image" Target="../media/image92.png"/><Relationship Id="rId4" Type="http://schemas.openxmlformats.org/officeDocument/2006/relationships/customXml" Target="../ink/ink2.xml"/><Relationship Id="rId9" Type="http://schemas.openxmlformats.org/officeDocument/2006/relationships/image" Target="../media/image4.png"/><Relationship Id="rId180" Type="http://schemas.openxmlformats.org/officeDocument/2006/relationships/customXml" Target="../ink/ink90.xml"/><Relationship Id="rId210" Type="http://schemas.openxmlformats.org/officeDocument/2006/relationships/image" Target="../media/image104.png"/><Relationship Id="rId215" Type="http://schemas.openxmlformats.org/officeDocument/2006/relationships/customXml" Target="../ink/ink108.xml"/><Relationship Id="rId236" Type="http://schemas.openxmlformats.org/officeDocument/2006/relationships/image" Target="../media/image117.png"/><Relationship Id="rId26" Type="http://schemas.openxmlformats.org/officeDocument/2006/relationships/customXml" Target="../ink/ink13.xml"/><Relationship Id="rId231" Type="http://schemas.openxmlformats.org/officeDocument/2006/relationships/customXml" Target="../ink/ink116.xml"/><Relationship Id="rId47" Type="http://schemas.openxmlformats.org/officeDocument/2006/relationships/image" Target="../media/image23.png"/><Relationship Id="rId68" Type="http://schemas.openxmlformats.org/officeDocument/2006/relationships/customXml" Target="../ink/ink34.xml"/><Relationship Id="rId89" Type="http://schemas.openxmlformats.org/officeDocument/2006/relationships/image" Target="../media/image44.png"/><Relationship Id="rId112" Type="http://schemas.openxmlformats.org/officeDocument/2006/relationships/customXml" Target="../ink/ink56.xml"/><Relationship Id="rId133" Type="http://schemas.openxmlformats.org/officeDocument/2006/relationships/image" Target="../media/image66.png"/><Relationship Id="rId154" Type="http://schemas.openxmlformats.org/officeDocument/2006/relationships/customXml" Target="../ink/ink77.xml"/><Relationship Id="rId175" Type="http://schemas.openxmlformats.org/officeDocument/2006/relationships/image" Target="../media/image87.png"/><Relationship Id="rId196" Type="http://schemas.openxmlformats.org/officeDocument/2006/relationships/image" Target="../media/image97.png"/><Relationship Id="rId200" Type="http://schemas.openxmlformats.org/officeDocument/2006/relationships/image" Target="../media/image99.png"/><Relationship Id="rId16" Type="http://schemas.openxmlformats.org/officeDocument/2006/relationships/customXml" Target="../ink/ink8.xml"/><Relationship Id="rId221" Type="http://schemas.openxmlformats.org/officeDocument/2006/relationships/customXml" Target="../ink/ink111.xml"/><Relationship Id="rId37" Type="http://schemas.openxmlformats.org/officeDocument/2006/relationships/image" Target="../media/image18.png"/><Relationship Id="rId58" Type="http://schemas.openxmlformats.org/officeDocument/2006/relationships/customXml" Target="../ink/ink29.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2.png"/><Relationship Id="rId186" Type="http://schemas.openxmlformats.org/officeDocument/2006/relationships/customXml" Target="../ink/ink93.xml"/><Relationship Id="rId211" Type="http://schemas.openxmlformats.org/officeDocument/2006/relationships/customXml" Target="../ink/ink106.xml"/><Relationship Id="rId232" Type="http://schemas.openxmlformats.org/officeDocument/2006/relationships/image" Target="../media/image115.png"/><Relationship Id="rId27" Type="http://schemas.openxmlformats.org/officeDocument/2006/relationships/image" Target="../media/image13.png"/><Relationship Id="rId48" Type="http://schemas.openxmlformats.org/officeDocument/2006/relationships/customXml" Target="../ink/ink24.xml"/><Relationship Id="rId69" Type="http://schemas.openxmlformats.org/officeDocument/2006/relationships/image" Target="../media/image34.png"/><Relationship Id="rId113" Type="http://schemas.openxmlformats.org/officeDocument/2006/relationships/image" Target="../media/image56.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77.png"/><Relationship Id="rId176" Type="http://schemas.openxmlformats.org/officeDocument/2006/relationships/customXml" Target="../ink/ink88.xml"/><Relationship Id="rId197" Type="http://schemas.openxmlformats.org/officeDocument/2006/relationships/customXml" Target="../ink/ink99.xml"/><Relationship Id="rId201" Type="http://schemas.openxmlformats.org/officeDocument/2006/relationships/customXml" Target="../ink/ink101.xml"/><Relationship Id="rId222" Type="http://schemas.openxmlformats.org/officeDocument/2006/relationships/image" Target="../media/image110.png"/><Relationship Id="rId17" Type="http://schemas.openxmlformats.org/officeDocument/2006/relationships/image" Target="../media/image8.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5.png"/><Relationship Id="rId145" Type="http://schemas.openxmlformats.org/officeDocument/2006/relationships/image" Target="../media/image72.png"/><Relationship Id="rId166" Type="http://schemas.openxmlformats.org/officeDocument/2006/relationships/customXml" Target="../ink/ink83.xml"/><Relationship Id="rId187" Type="http://schemas.openxmlformats.org/officeDocument/2006/relationships/image" Target="../media/image93.png"/><Relationship Id="rId1" Type="http://schemas.openxmlformats.org/officeDocument/2006/relationships/slideLayout" Target="../slideLayouts/slideLayout1.xml"/><Relationship Id="rId212" Type="http://schemas.openxmlformats.org/officeDocument/2006/relationships/image" Target="../media/image105.png"/><Relationship Id="rId233" Type="http://schemas.openxmlformats.org/officeDocument/2006/relationships/customXml" Target="../ink/ink117.xml"/><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0.png"/><Relationship Id="rId135" Type="http://schemas.openxmlformats.org/officeDocument/2006/relationships/image" Target="../media/image67.png"/><Relationship Id="rId156" Type="http://schemas.openxmlformats.org/officeDocument/2006/relationships/customXml" Target="../ink/ink78.xml"/><Relationship Id="rId177" Type="http://schemas.openxmlformats.org/officeDocument/2006/relationships/image" Target="../media/image88.png"/><Relationship Id="rId198" Type="http://schemas.openxmlformats.org/officeDocument/2006/relationships/image" Target="../media/image98.png"/><Relationship Id="rId202" Type="http://schemas.openxmlformats.org/officeDocument/2006/relationships/image" Target="../media/image100.png"/><Relationship Id="rId223" Type="http://schemas.openxmlformats.org/officeDocument/2006/relationships/customXml" Target="../ink/ink112.xml"/><Relationship Id="rId18" Type="http://schemas.openxmlformats.org/officeDocument/2006/relationships/customXml" Target="../ink/ink9.xml"/><Relationship Id="rId39" Type="http://schemas.openxmlformats.org/officeDocument/2006/relationships/image" Target="../media/image19.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2.png"/><Relationship Id="rId146" Type="http://schemas.openxmlformats.org/officeDocument/2006/relationships/customXml" Target="../ink/ink73.xml"/><Relationship Id="rId167" Type="http://schemas.openxmlformats.org/officeDocument/2006/relationships/image" Target="../media/image83.png"/><Relationship Id="rId188" Type="http://schemas.openxmlformats.org/officeDocument/2006/relationships/customXml" Target="../ink/ink94.xml"/><Relationship Id="rId71" Type="http://schemas.openxmlformats.org/officeDocument/2006/relationships/image" Target="../media/image35.png"/><Relationship Id="rId92" Type="http://schemas.openxmlformats.org/officeDocument/2006/relationships/customXml" Target="../ink/ink46.xml"/><Relationship Id="rId213" Type="http://schemas.openxmlformats.org/officeDocument/2006/relationships/customXml" Target="../ink/ink107.xml"/><Relationship Id="rId234" Type="http://schemas.openxmlformats.org/officeDocument/2006/relationships/image" Target="../media/image116.png"/><Relationship Id="rId2" Type="http://schemas.openxmlformats.org/officeDocument/2006/relationships/customXml" Target="../ink/ink1.xml"/><Relationship Id="rId29" Type="http://schemas.openxmlformats.org/officeDocument/2006/relationships/image" Target="../media/image14.png"/><Relationship Id="rId40" Type="http://schemas.openxmlformats.org/officeDocument/2006/relationships/customXml" Target="../ink/ink20.xml"/><Relationship Id="rId115" Type="http://schemas.openxmlformats.org/officeDocument/2006/relationships/image" Target="../media/image57.png"/><Relationship Id="rId136" Type="http://schemas.openxmlformats.org/officeDocument/2006/relationships/customXml" Target="../ink/ink68.xml"/><Relationship Id="rId157" Type="http://schemas.openxmlformats.org/officeDocument/2006/relationships/image" Target="../media/image78.png"/><Relationship Id="rId178" Type="http://schemas.openxmlformats.org/officeDocument/2006/relationships/customXml" Target="../ink/ink89.xml"/><Relationship Id="rId61" Type="http://schemas.openxmlformats.org/officeDocument/2006/relationships/image" Target="../media/image30.png"/><Relationship Id="rId82" Type="http://schemas.openxmlformats.org/officeDocument/2006/relationships/customXml" Target="../ink/ink41.xml"/><Relationship Id="rId199" Type="http://schemas.openxmlformats.org/officeDocument/2006/relationships/customXml" Target="../ink/ink100.xml"/><Relationship Id="rId203" Type="http://schemas.openxmlformats.org/officeDocument/2006/relationships/customXml" Target="../ink/ink102.xml"/><Relationship Id="rId19" Type="http://schemas.openxmlformats.org/officeDocument/2006/relationships/image" Target="../media/image9.png"/><Relationship Id="rId224" Type="http://schemas.openxmlformats.org/officeDocument/2006/relationships/image" Target="../media/image111.png"/><Relationship Id="rId30" Type="http://schemas.openxmlformats.org/officeDocument/2006/relationships/customXml" Target="../ink/ink15.xml"/><Relationship Id="rId105" Type="http://schemas.openxmlformats.org/officeDocument/2006/relationships/image" Target="../media/image52.png"/><Relationship Id="rId126" Type="http://schemas.openxmlformats.org/officeDocument/2006/relationships/customXml" Target="../ink/ink63.xml"/><Relationship Id="rId147" Type="http://schemas.openxmlformats.org/officeDocument/2006/relationships/image" Target="../media/image73.png"/><Relationship Id="rId168" Type="http://schemas.openxmlformats.org/officeDocument/2006/relationships/customXml" Target="../ink/ink8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189" Type="http://schemas.openxmlformats.org/officeDocument/2006/relationships/image" Target="../media/image94.png"/><Relationship Id="rId3" Type="http://schemas.openxmlformats.org/officeDocument/2006/relationships/image" Target="../media/image1.png"/><Relationship Id="rId214" Type="http://schemas.openxmlformats.org/officeDocument/2006/relationships/image" Target="../media/image106.png"/><Relationship Id="rId235" Type="http://schemas.openxmlformats.org/officeDocument/2006/relationships/customXml" Target="../ink/ink118.xml"/><Relationship Id="rId116" Type="http://schemas.openxmlformats.org/officeDocument/2006/relationships/customXml" Target="../ink/ink58.xml"/><Relationship Id="rId137" Type="http://schemas.openxmlformats.org/officeDocument/2006/relationships/image" Target="../media/image68.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179" Type="http://schemas.openxmlformats.org/officeDocument/2006/relationships/image" Target="../media/image89.png"/></Relationships>
</file>

<file path=ppt/slides/_rels/slide2.xml.rels><?xml version="1.0" encoding="UTF-8" standalone="yes"?>
<Relationships xmlns="http://schemas.openxmlformats.org/package/2006/relationships"><Relationship Id="rId117" Type="http://schemas.openxmlformats.org/officeDocument/2006/relationships/image" Target="../media/image176.png"/><Relationship Id="rId21" Type="http://schemas.openxmlformats.org/officeDocument/2006/relationships/image" Target="../media/image128.png"/><Relationship Id="rId63" Type="http://schemas.openxmlformats.org/officeDocument/2006/relationships/image" Target="../media/image149.png"/><Relationship Id="rId159" Type="http://schemas.openxmlformats.org/officeDocument/2006/relationships/image" Target="../media/image197.png"/><Relationship Id="rId170" Type="http://schemas.openxmlformats.org/officeDocument/2006/relationships/customXml" Target="../ink/ink204.xml"/><Relationship Id="rId226" Type="http://schemas.openxmlformats.org/officeDocument/2006/relationships/image" Target="../media/image230.png"/><Relationship Id="rId268" Type="http://schemas.openxmlformats.org/officeDocument/2006/relationships/image" Target="../media/image251.png"/><Relationship Id="rId32" Type="http://schemas.openxmlformats.org/officeDocument/2006/relationships/customXml" Target="../ink/ink135.xml"/><Relationship Id="rId74" Type="http://schemas.openxmlformats.org/officeDocument/2006/relationships/customXml" Target="../ink/ink156.xml"/><Relationship Id="rId128" Type="http://schemas.openxmlformats.org/officeDocument/2006/relationships/customXml" Target="../ink/ink183.xml"/><Relationship Id="rId5" Type="http://schemas.openxmlformats.org/officeDocument/2006/relationships/image" Target="../media/image120.png"/><Relationship Id="rId181" Type="http://schemas.openxmlformats.org/officeDocument/2006/relationships/image" Target="../media/image208.png"/><Relationship Id="rId237" Type="http://schemas.openxmlformats.org/officeDocument/2006/relationships/customXml" Target="../ink/ink238.xml"/><Relationship Id="rId279" Type="http://schemas.openxmlformats.org/officeDocument/2006/relationships/customXml" Target="../ink/ink259.xml"/><Relationship Id="rId43" Type="http://schemas.openxmlformats.org/officeDocument/2006/relationships/image" Target="../media/image139.png"/><Relationship Id="rId139" Type="http://schemas.openxmlformats.org/officeDocument/2006/relationships/image" Target="../media/image187.png"/><Relationship Id="rId290" Type="http://schemas.openxmlformats.org/officeDocument/2006/relationships/image" Target="../media/image262.png"/><Relationship Id="rId85" Type="http://schemas.openxmlformats.org/officeDocument/2006/relationships/image" Target="../media/image160.png"/><Relationship Id="rId150" Type="http://schemas.openxmlformats.org/officeDocument/2006/relationships/customXml" Target="../ink/ink194.xml"/><Relationship Id="rId192" Type="http://schemas.openxmlformats.org/officeDocument/2006/relationships/customXml" Target="../ink/ink215.xml"/><Relationship Id="rId206" Type="http://schemas.openxmlformats.org/officeDocument/2006/relationships/image" Target="../media/image220.png"/><Relationship Id="rId248" Type="http://schemas.openxmlformats.org/officeDocument/2006/relationships/image" Target="../media/image241.png"/><Relationship Id="rId12" Type="http://schemas.openxmlformats.org/officeDocument/2006/relationships/customXml" Target="../ink/ink125.xml"/><Relationship Id="rId33" Type="http://schemas.openxmlformats.org/officeDocument/2006/relationships/image" Target="../media/image134.png"/><Relationship Id="rId108" Type="http://schemas.openxmlformats.org/officeDocument/2006/relationships/customXml" Target="../ink/ink173.xml"/><Relationship Id="rId129" Type="http://schemas.openxmlformats.org/officeDocument/2006/relationships/image" Target="../media/image182.png"/><Relationship Id="rId280" Type="http://schemas.openxmlformats.org/officeDocument/2006/relationships/image" Target="../media/image257.png"/><Relationship Id="rId54" Type="http://schemas.openxmlformats.org/officeDocument/2006/relationships/customXml" Target="../ink/ink146.xml"/><Relationship Id="rId75" Type="http://schemas.openxmlformats.org/officeDocument/2006/relationships/image" Target="../media/image155.png"/><Relationship Id="rId96" Type="http://schemas.openxmlformats.org/officeDocument/2006/relationships/customXml" Target="../ink/ink167.xml"/><Relationship Id="rId140" Type="http://schemas.openxmlformats.org/officeDocument/2006/relationships/customXml" Target="../ink/ink189.xml"/><Relationship Id="rId161" Type="http://schemas.openxmlformats.org/officeDocument/2006/relationships/image" Target="../media/image198.png"/><Relationship Id="rId182" Type="http://schemas.openxmlformats.org/officeDocument/2006/relationships/customXml" Target="../ink/ink210.xml"/><Relationship Id="rId217" Type="http://schemas.openxmlformats.org/officeDocument/2006/relationships/customXml" Target="../ink/ink228.xml"/><Relationship Id="rId6" Type="http://schemas.openxmlformats.org/officeDocument/2006/relationships/customXml" Target="../ink/ink122.xml"/><Relationship Id="rId238" Type="http://schemas.openxmlformats.org/officeDocument/2006/relationships/image" Target="../media/image236.png"/><Relationship Id="rId259" Type="http://schemas.openxmlformats.org/officeDocument/2006/relationships/customXml" Target="../ink/ink249.xml"/><Relationship Id="rId23" Type="http://schemas.openxmlformats.org/officeDocument/2006/relationships/image" Target="../media/image129.png"/><Relationship Id="rId119" Type="http://schemas.openxmlformats.org/officeDocument/2006/relationships/image" Target="../media/image177.png"/><Relationship Id="rId270" Type="http://schemas.openxmlformats.org/officeDocument/2006/relationships/image" Target="../media/image252.png"/><Relationship Id="rId291" Type="http://schemas.openxmlformats.org/officeDocument/2006/relationships/customXml" Target="../ink/ink265.xml"/><Relationship Id="rId44" Type="http://schemas.openxmlformats.org/officeDocument/2006/relationships/customXml" Target="../ink/ink141.xml"/><Relationship Id="rId65" Type="http://schemas.openxmlformats.org/officeDocument/2006/relationships/image" Target="../media/image150.png"/><Relationship Id="rId86" Type="http://schemas.openxmlformats.org/officeDocument/2006/relationships/customXml" Target="../ink/ink162.xml"/><Relationship Id="rId130" Type="http://schemas.openxmlformats.org/officeDocument/2006/relationships/customXml" Target="../ink/ink184.xml"/><Relationship Id="rId151" Type="http://schemas.openxmlformats.org/officeDocument/2006/relationships/image" Target="../media/image193.png"/><Relationship Id="rId172" Type="http://schemas.openxmlformats.org/officeDocument/2006/relationships/customXml" Target="../ink/ink205.xml"/><Relationship Id="rId193" Type="http://schemas.openxmlformats.org/officeDocument/2006/relationships/image" Target="../media/image214.png"/><Relationship Id="rId207" Type="http://schemas.openxmlformats.org/officeDocument/2006/relationships/customXml" Target="../ink/ink223.xml"/><Relationship Id="rId228" Type="http://schemas.openxmlformats.org/officeDocument/2006/relationships/image" Target="../media/image231.png"/><Relationship Id="rId249" Type="http://schemas.openxmlformats.org/officeDocument/2006/relationships/customXml" Target="../ink/ink244.xml"/><Relationship Id="rId13" Type="http://schemas.openxmlformats.org/officeDocument/2006/relationships/image" Target="../media/image124.png"/><Relationship Id="rId109" Type="http://schemas.openxmlformats.org/officeDocument/2006/relationships/image" Target="../media/image172.png"/><Relationship Id="rId260" Type="http://schemas.openxmlformats.org/officeDocument/2006/relationships/image" Target="../media/image247.png"/><Relationship Id="rId281" Type="http://schemas.openxmlformats.org/officeDocument/2006/relationships/customXml" Target="../ink/ink260.xml"/><Relationship Id="rId34" Type="http://schemas.openxmlformats.org/officeDocument/2006/relationships/customXml" Target="../ink/ink136.xml"/><Relationship Id="rId55" Type="http://schemas.openxmlformats.org/officeDocument/2006/relationships/image" Target="../media/image145.png"/><Relationship Id="rId76" Type="http://schemas.openxmlformats.org/officeDocument/2006/relationships/customXml" Target="../ink/ink157.xml"/><Relationship Id="rId97" Type="http://schemas.openxmlformats.org/officeDocument/2006/relationships/image" Target="../media/image166.png"/><Relationship Id="rId120" Type="http://schemas.openxmlformats.org/officeDocument/2006/relationships/customXml" Target="../ink/ink179.xml"/><Relationship Id="rId141" Type="http://schemas.openxmlformats.org/officeDocument/2006/relationships/image" Target="../media/image188.png"/><Relationship Id="rId7" Type="http://schemas.openxmlformats.org/officeDocument/2006/relationships/image" Target="../media/image121.png"/><Relationship Id="rId162" Type="http://schemas.openxmlformats.org/officeDocument/2006/relationships/customXml" Target="../ink/ink200.xml"/><Relationship Id="rId183" Type="http://schemas.openxmlformats.org/officeDocument/2006/relationships/image" Target="../media/image209.png"/><Relationship Id="rId218" Type="http://schemas.openxmlformats.org/officeDocument/2006/relationships/image" Target="../media/image226.png"/><Relationship Id="rId239" Type="http://schemas.openxmlformats.org/officeDocument/2006/relationships/customXml" Target="../ink/ink239.xml"/><Relationship Id="rId250" Type="http://schemas.openxmlformats.org/officeDocument/2006/relationships/image" Target="../media/image242.png"/><Relationship Id="rId271" Type="http://schemas.openxmlformats.org/officeDocument/2006/relationships/customXml" Target="../ink/ink255.xml"/><Relationship Id="rId292" Type="http://schemas.openxmlformats.org/officeDocument/2006/relationships/image" Target="../media/image263.png"/><Relationship Id="rId24" Type="http://schemas.openxmlformats.org/officeDocument/2006/relationships/customXml" Target="../ink/ink131.xml"/><Relationship Id="rId45" Type="http://schemas.openxmlformats.org/officeDocument/2006/relationships/image" Target="../media/image140.png"/><Relationship Id="rId66" Type="http://schemas.openxmlformats.org/officeDocument/2006/relationships/customXml" Target="../ink/ink152.xml"/><Relationship Id="rId87" Type="http://schemas.openxmlformats.org/officeDocument/2006/relationships/image" Target="../media/image161.png"/><Relationship Id="rId110" Type="http://schemas.openxmlformats.org/officeDocument/2006/relationships/customXml" Target="../ink/ink174.xml"/><Relationship Id="rId131" Type="http://schemas.openxmlformats.org/officeDocument/2006/relationships/image" Target="../media/image183.png"/><Relationship Id="rId152" Type="http://schemas.openxmlformats.org/officeDocument/2006/relationships/customXml" Target="../ink/ink195.xml"/><Relationship Id="rId173" Type="http://schemas.openxmlformats.org/officeDocument/2006/relationships/image" Target="../media/image204.png"/><Relationship Id="rId194" Type="http://schemas.openxmlformats.org/officeDocument/2006/relationships/customXml" Target="../ink/ink216.xml"/><Relationship Id="rId208" Type="http://schemas.openxmlformats.org/officeDocument/2006/relationships/image" Target="../media/image221.png"/><Relationship Id="rId229" Type="http://schemas.openxmlformats.org/officeDocument/2006/relationships/customXml" Target="../ink/ink234.xml"/><Relationship Id="rId240" Type="http://schemas.openxmlformats.org/officeDocument/2006/relationships/image" Target="../media/image237.png"/><Relationship Id="rId261" Type="http://schemas.openxmlformats.org/officeDocument/2006/relationships/customXml" Target="../ink/ink250.xml"/><Relationship Id="rId14" Type="http://schemas.openxmlformats.org/officeDocument/2006/relationships/customXml" Target="../ink/ink126.xml"/><Relationship Id="rId35" Type="http://schemas.openxmlformats.org/officeDocument/2006/relationships/image" Target="../media/image135.png"/><Relationship Id="rId56" Type="http://schemas.openxmlformats.org/officeDocument/2006/relationships/customXml" Target="../ink/ink147.xml"/><Relationship Id="rId77" Type="http://schemas.openxmlformats.org/officeDocument/2006/relationships/image" Target="../media/image156.png"/><Relationship Id="rId100" Type="http://schemas.openxmlformats.org/officeDocument/2006/relationships/customXml" Target="../ink/ink169.xml"/><Relationship Id="rId282" Type="http://schemas.openxmlformats.org/officeDocument/2006/relationships/image" Target="../media/image258.png"/><Relationship Id="rId8" Type="http://schemas.openxmlformats.org/officeDocument/2006/relationships/customXml" Target="../ink/ink123.xml"/><Relationship Id="rId98" Type="http://schemas.openxmlformats.org/officeDocument/2006/relationships/customXml" Target="../ink/ink168.xml"/><Relationship Id="rId121" Type="http://schemas.openxmlformats.org/officeDocument/2006/relationships/image" Target="../media/image178.png"/><Relationship Id="rId142" Type="http://schemas.openxmlformats.org/officeDocument/2006/relationships/customXml" Target="../ink/ink190.xml"/><Relationship Id="rId163" Type="http://schemas.openxmlformats.org/officeDocument/2006/relationships/image" Target="../media/image199.png"/><Relationship Id="rId184" Type="http://schemas.openxmlformats.org/officeDocument/2006/relationships/customXml" Target="../ink/ink211.xml"/><Relationship Id="rId219" Type="http://schemas.openxmlformats.org/officeDocument/2006/relationships/customXml" Target="../ink/ink229.xml"/><Relationship Id="rId230" Type="http://schemas.openxmlformats.org/officeDocument/2006/relationships/image" Target="../media/image232.png"/><Relationship Id="rId251" Type="http://schemas.openxmlformats.org/officeDocument/2006/relationships/customXml" Target="../ink/ink245.xml"/><Relationship Id="rId25" Type="http://schemas.openxmlformats.org/officeDocument/2006/relationships/image" Target="../media/image130.png"/><Relationship Id="rId46" Type="http://schemas.openxmlformats.org/officeDocument/2006/relationships/customXml" Target="../ink/ink142.xml"/><Relationship Id="rId67" Type="http://schemas.openxmlformats.org/officeDocument/2006/relationships/image" Target="../media/image151.png"/><Relationship Id="rId272" Type="http://schemas.openxmlformats.org/officeDocument/2006/relationships/image" Target="../media/image253.png"/><Relationship Id="rId293" Type="http://schemas.openxmlformats.org/officeDocument/2006/relationships/customXml" Target="../ink/ink266.xml"/><Relationship Id="rId88" Type="http://schemas.openxmlformats.org/officeDocument/2006/relationships/customXml" Target="../ink/ink163.xml"/><Relationship Id="rId111" Type="http://schemas.openxmlformats.org/officeDocument/2006/relationships/image" Target="../media/image173.png"/><Relationship Id="rId132" Type="http://schemas.openxmlformats.org/officeDocument/2006/relationships/customXml" Target="../ink/ink185.xml"/><Relationship Id="rId153" Type="http://schemas.openxmlformats.org/officeDocument/2006/relationships/image" Target="../media/image194.png"/><Relationship Id="rId174" Type="http://schemas.openxmlformats.org/officeDocument/2006/relationships/customXml" Target="../ink/ink206.xml"/><Relationship Id="rId195" Type="http://schemas.openxmlformats.org/officeDocument/2006/relationships/image" Target="../media/image215.png"/><Relationship Id="rId209" Type="http://schemas.openxmlformats.org/officeDocument/2006/relationships/customXml" Target="../ink/ink224.xml"/><Relationship Id="rId220" Type="http://schemas.openxmlformats.org/officeDocument/2006/relationships/image" Target="../media/image227.png"/><Relationship Id="rId241" Type="http://schemas.openxmlformats.org/officeDocument/2006/relationships/customXml" Target="../ink/ink240.xml"/><Relationship Id="rId15" Type="http://schemas.openxmlformats.org/officeDocument/2006/relationships/image" Target="../media/image125.png"/><Relationship Id="rId36" Type="http://schemas.openxmlformats.org/officeDocument/2006/relationships/customXml" Target="../ink/ink137.xml"/><Relationship Id="rId57" Type="http://schemas.openxmlformats.org/officeDocument/2006/relationships/image" Target="../media/image146.png"/><Relationship Id="rId262" Type="http://schemas.openxmlformats.org/officeDocument/2006/relationships/image" Target="../media/image248.png"/><Relationship Id="rId283" Type="http://schemas.openxmlformats.org/officeDocument/2006/relationships/customXml" Target="../ink/ink261.xml"/><Relationship Id="rId78" Type="http://schemas.openxmlformats.org/officeDocument/2006/relationships/customXml" Target="../ink/ink158.xml"/><Relationship Id="rId99" Type="http://schemas.openxmlformats.org/officeDocument/2006/relationships/image" Target="../media/image167.png"/><Relationship Id="rId101" Type="http://schemas.openxmlformats.org/officeDocument/2006/relationships/image" Target="../media/image168.png"/><Relationship Id="rId122" Type="http://schemas.openxmlformats.org/officeDocument/2006/relationships/customXml" Target="../ink/ink180.xml"/><Relationship Id="rId143" Type="http://schemas.openxmlformats.org/officeDocument/2006/relationships/image" Target="../media/image189.png"/><Relationship Id="rId164" Type="http://schemas.openxmlformats.org/officeDocument/2006/relationships/customXml" Target="../ink/ink201.xml"/><Relationship Id="rId185" Type="http://schemas.openxmlformats.org/officeDocument/2006/relationships/image" Target="../media/image210.png"/><Relationship Id="rId9" Type="http://schemas.openxmlformats.org/officeDocument/2006/relationships/image" Target="../media/image122.png"/><Relationship Id="rId210" Type="http://schemas.openxmlformats.org/officeDocument/2006/relationships/image" Target="../media/image222.png"/><Relationship Id="rId26" Type="http://schemas.openxmlformats.org/officeDocument/2006/relationships/customXml" Target="../ink/ink132.xml"/><Relationship Id="rId231" Type="http://schemas.openxmlformats.org/officeDocument/2006/relationships/customXml" Target="../ink/ink235.xml"/><Relationship Id="rId252" Type="http://schemas.openxmlformats.org/officeDocument/2006/relationships/image" Target="../media/image243.png"/><Relationship Id="rId273" Type="http://schemas.openxmlformats.org/officeDocument/2006/relationships/customXml" Target="../ink/ink256.xml"/><Relationship Id="rId294" Type="http://schemas.openxmlformats.org/officeDocument/2006/relationships/image" Target="../media/image264.png"/><Relationship Id="rId47" Type="http://schemas.openxmlformats.org/officeDocument/2006/relationships/image" Target="../media/image141.png"/><Relationship Id="rId68" Type="http://schemas.openxmlformats.org/officeDocument/2006/relationships/customXml" Target="../ink/ink153.xml"/><Relationship Id="rId89" Type="http://schemas.openxmlformats.org/officeDocument/2006/relationships/image" Target="../media/image162.png"/><Relationship Id="rId112" Type="http://schemas.openxmlformats.org/officeDocument/2006/relationships/customXml" Target="../ink/ink175.xml"/><Relationship Id="rId133" Type="http://schemas.openxmlformats.org/officeDocument/2006/relationships/image" Target="../media/image184.png"/><Relationship Id="rId154" Type="http://schemas.openxmlformats.org/officeDocument/2006/relationships/customXml" Target="../ink/ink196.xml"/><Relationship Id="rId175" Type="http://schemas.openxmlformats.org/officeDocument/2006/relationships/image" Target="../media/image205.png"/><Relationship Id="rId196" Type="http://schemas.openxmlformats.org/officeDocument/2006/relationships/customXml" Target="../ink/ink217.xml"/><Relationship Id="rId200" Type="http://schemas.openxmlformats.org/officeDocument/2006/relationships/customXml" Target="../ink/ink219.xml"/><Relationship Id="rId16" Type="http://schemas.openxmlformats.org/officeDocument/2006/relationships/customXml" Target="../ink/ink127.xml"/><Relationship Id="rId221" Type="http://schemas.openxmlformats.org/officeDocument/2006/relationships/customXml" Target="../ink/ink230.xml"/><Relationship Id="rId242" Type="http://schemas.openxmlformats.org/officeDocument/2006/relationships/image" Target="../media/image238.png"/><Relationship Id="rId263" Type="http://schemas.openxmlformats.org/officeDocument/2006/relationships/customXml" Target="../ink/ink251.xml"/><Relationship Id="rId284" Type="http://schemas.openxmlformats.org/officeDocument/2006/relationships/image" Target="../media/image259.png"/><Relationship Id="rId37" Type="http://schemas.openxmlformats.org/officeDocument/2006/relationships/image" Target="../media/image136.png"/><Relationship Id="rId58" Type="http://schemas.openxmlformats.org/officeDocument/2006/relationships/customXml" Target="../ink/ink148.xml"/><Relationship Id="rId79" Type="http://schemas.openxmlformats.org/officeDocument/2006/relationships/image" Target="../media/image157.png"/><Relationship Id="rId102" Type="http://schemas.openxmlformats.org/officeDocument/2006/relationships/customXml" Target="../ink/ink170.xml"/><Relationship Id="rId123" Type="http://schemas.openxmlformats.org/officeDocument/2006/relationships/image" Target="../media/image179.png"/><Relationship Id="rId144" Type="http://schemas.openxmlformats.org/officeDocument/2006/relationships/customXml" Target="../ink/ink191.xml"/><Relationship Id="rId90" Type="http://schemas.openxmlformats.org/officeDocument/2006/relationships/customXml" Target="../ink/ink164.xml"/><Relationship Id="rId165" Type="http://schemas.openxmlformats.org/officeDocument/2006/relationships/image" Target="../media/image200.png"/><Relationship Id="rId186" Type="http://schemas.openxmlformats.org/officeDocument/2006/relationships/customXml" Target="../ink/ink212.xml"/><Relationship Id="rId211" Type="http://schemas.openxmlformats.org/officeDocument/2006/relationships/customXml" Target="../ink/ink225.xml"/><Relationship Id="rId232" Type="http://schemas.openxmlformats.org/officeDocument/2006/relationships/image" Target="../media/image233.png"/><Relationship Id="rId253" Type="http://schemas.openxmlformats.org/officeDocument/2006/relationships/customXml" Target="../ink/ink246.xml"/><Relationship Id="rId274" Type="http://schemas.openxmlformats.org/officeDocument/2006/relationships/image" Target="../media/image254.png"/><Relationship Id="rId295" Type="http://schemas.openxmlformats.org/officeDocument/2006/relationships/customXml" Target="../ink/ink267.xml"/><Relationship Id="rId27" Type="http://schemas.openxmlformats.org/officeDocument/2006/relationships/image" Target="../media/image131.png"/><Relationship Id="rId48" Type="http://schemas.openxmlformats.org/officeDocument/2006/relationships/customXml" Target="../ink/ink143.xml"/><Relationship Id="rId69" Type="http://schemas.openxmlformats.org/officeDocument/2006/relationships/image" Target="../media/image152.png"/><Relationship Id="rId113" Type="http://schemas.openxmlformats.org/officeDocument/2006/relationships/image" Target="../media/image174.png"/><Relationship Id="rId134" Type="http://schemas.openxmlformats.org/officeDocument/2006/relationships/customXml" Target="../ink/ink186.xml"/><Relationship Id="rId80" Type="http://schemas.openxmlformats.org/officeDocument/2006/relationships/customXml" Target="../ink/ink159.xml"/><Relationship Id="rId155" Type="http://schemas.openxmlformats.org/officeDocument/2006/relationships/image" Target="../media/image195.png"/><Relationship Id="rId176" Type="http://schemas.openxmlformats.org/officeDocument/2006/relationships/customXml" Target="../ink/ink207.xml"/><Relationship Id="rId197" Type="http://schemas.openxmlformats.org/officeDocument/2006/relationships/image" Target="../media/image216.png"/><Relationship Id="rId201" Type="http://schemas.openxmlformats.org/officeDocument/2006/relationships/customXml" Target="../ink/ink220.xml"/><Relationship Id="rId222" Type="http://schemas.openxmlformats.org/officeDocument/2006/relationships/image" Target="../media/image228.png"/><Relationship Id="rId243" Type="http://schemas.openxmlformats.org/officeDocument/2006/relationships/customXml" Target="../ink/ink241.xml"/><Relationship Id="rId264" Type="http://schemas.openxmlformats.org/officeDocument/2006/relationships/image" Target="../media/image249.png"/><Relationship Id="rId285" Type="http://schemas.openxmlformats.org/officeDocument/2006/relationships/customXml" Target="../ink/ink262.xml"/><Relationship Id="rId17" Type="http://schemas.openxmlformats.org/officeDocument/2006/relationships/image" Target="../media/image126.png"/><Relationship Id="rId38" Type="http://schemas.openxmlformats.org/officeDocument/2006/relationships/customXml" Target="../ink/ink138.xml"/><Relationship Id="rId59" Type="http://schemas.openxmlformats.org/officeDocument/2006/relationships/image" Target="../media/image147.png"/><Relationship Id="rId103" Type="http://schemas.openxmlformats.org/officeDocument/2006/relationships/image" Target="../media/image169.png"/><Relationship Id="rId124" Type="http://schemas.openxmlformats.org/officeDocument/2006/relationships/customXml" Target="../ink/ink181.xml"/><Relationship Id="rId70" Type="http://schemas.openxmlformats.org/officeDocument/2006/relationships/customXml" Target="../ink/ink154.xml"/><Relationship Id="rId91" Type="http://schemas.openxmlformats.org/officeDocument/2006/relationships/image" Target="../media/image163.png"/><Relationship Id="rId145" Type="http://schemas.openxmlformats.org/officeDocument/2006/relationships/image" Target="../media/image190.png"/><Relationship Id="rId166" Type="http://schemas.openxmlformats.org/officeDocument/2006/relationships/customXml" Target="../ink/ink202.xml"/><Relationship Id="rId187" Type="http://schemas.openxmlformats.org/officeDocument/2006/relationships/image" Target="../media/image211.png"/><Relationship Id="rId1" Type="http://schemas.openxmlformats.org/officeDocument/2006/relationships/slideLayout" Target="../slideLayouts/slideLayout7.xml"/><Relationship Id="rId212" Type="http://schemas.openxmlformats.org/officeDocument/2006/relationships/image" Target="../media/image223.png"/><Relationship Id="rId233" Type="http://schemas.openxmlformats.org/officeDocument/2006/relationships/customXml" Target="../ink/ink236.xml"/><Relationship Id="rId254" Type="http://schemas.openxmlformats.org/officeDocument/2006/relationships/image" Target="../media/image244.png"/><Relationship Id="rId28" Type="http://schemas.openxmlformats.org/officeDocument/2006/relationships/customXml" Target="../ink/ink133.xml"/><Relationship Id="rId49" Type="http://schemas.openxmlformats.org/officeDocument/2006/relationships/image" Target="../media/image142.png"/><Relationship Id="rId114" Type="http://schemas.openxmlformats.org/officeDocument/2006/relationships/customXml" Target="../ink/ink176.xml"/><Relationship Id="rId275" Type="http://schemas.openxmlformats.org/officeDocument/2006/relationships/customXml" Target="../ink/ink257.xml"/><Relationship Id="rId296" Type="http://schemas.openxmlformats.org/officeDocument/2006/relationships/image" Target="../media/image1.png"/><Relationship Id="rId60" Type="http://schemas.openxmlformats.org/officeDocument/2006/relationships/customXml" Target="../ink/ink149.xml"/><Relationship Id="rId81" Type="http://schemas.openxmlformats.org/officeDocument/2006/relationships/image" Target="../media/image158.png"/><Relationship Id="rId135" Type="http://schemas.openxmlformats.org/officeDocument/2006/relationships/image" Target="../media/image185.png"/><Relationship Id="rId156" Type="http://schemas.openxmlformats.org/officeDocument/2006/relationships/customXml" Target="../ink/ink197.xml"/><Relationship Id="rId177" Type="http://schemas.openxmlformats.org/officeDocument/2006/relationships/image" Target="../media/image206.png"/><Relationship Id="rId198" Type="http://schemas.openxmlformats.org/officeDocument/2006/relationships/customXml" Target="../ink/ink218.xml"/><Relationship Id="rId202" Type="http://schemas.openxmlformats.org/officeDocument/2006/relationships/image" Target="../media/image218.png"/><Relationship Id="rId223" Type="http://schemas.openxmlformats.org/officeDocument/2006/relationships/customXml" Target="../ink/ink231.xml"/><Relationship Id="rId244" Type="http://schemas.openxmlformats.org/officeDocument/2006/relationships/image" Target="../media/image239.png"/><Relationship Id="rId18" Type="http://schemas.openxmlformats.org/officeDocument/2006/relationships/customXml" Target="../ink/ink128.xml"/><Relationship Id="rId39" Type="http://schemas.openxmlformats.org/officeDocument/2006/relationships/image" Target="../media/image137.png"/><Relationship Id="rId265" Type="http://schemas.openxmlformats.org/officeDocument/2006/relationships/customXml" Target="../ink/ink252.xml"/><Relationship Id="rId286" Type="http://schemas.openxmlformats.org/officeDocument/2006/relationships/image" Target="../media/image260.png"/><Relationship Id="rId50" Type="http://schemas.openxmlformats.org/officeDocument/2006/relationships/customXml" Target="../ink/ink144.xml"/><Relationship Id="rId104" Type="http://schemas.openxmlformats.org/officeDocument/2006/relationships/customXml" Target="../ink/ink171.xml"/><Relationship Id="rId125" Type="http://schemas.openxmlformats.org/officeDocument/2006/relationships/image" Target="../media/image180.png"/><Relationship Id="rId146" Type="http://schemas.openxmlformats.org/officeDocument/2006/relationships/customXml" Target="../ink/ink192.xml"/><Relationship Id="rId167" Type="http://schemas.openxmlformats.org/officeDocument/2006/relationships/image" Target="../media/image201.png"/><Relationship Id="rId188" Type="http://schemas.openxmlformats.org/officeDocument/2006/relationships/customXml" Target="../ink/ink213.xml"/><Relationship Id="rId71" Type="http://schemas.openxmlformats.org/officeDocument/2006/relationships/image" Target="../media/image153.png"/><Relationship Id="rId92" Type="http://schemas.openxmlformats.org/officeDocument/2006/relationships/customXml" Target="../ink/ink165.xml"/><Relationship Id="rId213" Type="http://schemas.openxmlformats.org/officeDocument/2006/relationships/customXml" Target="../ink/ink226.xml"/><Relationship Id="rId234" Type="http://schemas.openxmlformats.org/officeDocument/2006/relationships/image" Target="../media/image234.png"/><Relationship Id="rId2" Type="http://schemas.openxmlformats.org/officeDocument/2006/relationships/customXml" Target="../ink/ink120.xml"/><Relationship Id="rId29" Type="http://schemas.openxmlformats.org/officeDocument/2006/relationships/image" Target="../media/image132.png"/><Relationship Id="rId255" Type="http://schemas.openxmlformats.org/officeDocument/2006/relationships/customXml" Target="../ink/ink247.xml"/><Relationship Id="rId276" Type="http://schemas.openxmlformats.org/officeDocument/2006/relationships/image" Target="../media/image255.png"/><Relationship Id="rId40" Type="http://schemas.openxmlformats.org/officeDocument/2006/relationships/customXml" Target="../ink/ink139.xml"/><Relationship Id="rId115" Type="http://schemas.openxmlformats.org/officeDocument/2006/relationships/image" Target="../media/image175.png"/><Relationship Id="rId136" Type="http://schemas.openxmlformats.org/officeDocument/2006/relationships/customXml" Target="../ink/ink187.xml"/><Relationship Id="rId157" Type="http://schemas.openxmlformats.org/officeDocument/2006/relationships/image" Target="../media/image196.png"/><Relationship Id="rId178" Type="http://schemas.openxmlformats.org/officeDocument/2006/relationships/customXml" Target="../ink/ink208.xml"/><Relationship Id="rId61" Type="http://schemas.openxmlformats.org/officeDocument/2006/relationships/image" Target="../media/image148.png"/><Relationship Id="rId82" Type="http://schemas.openxmlformats.org/officeDocument/2006/relationships/customXml" Target="../ink/ink160.xml"/><Relationship Id="rId199" Type="http://schemas.openxmlformats.org/officeDocument/2006/relationships/image" Target="../media/image217.png"/><Relationship Id="rId203" Type="http://schemas.openxmlformats.org/officeDocument/2006/relationships/customXml" Target="../ink/ink221.xml"/><Relationship Id="rId19" Type="http://schemas.openxmlformats.org/officeDocument/2006/relationships/image" Target="../media/image127.png"/><Relationship Id="rId224" Type="http://schemas.openxmlformats.org/officeDocument/2006/relationships/image" Target="../media/image229.png"/><Relationship Id="rId245" Type="http://schemas.openxmlformats.org/officeDocument/2006/relationships/customXml" Target="../ink/ink242.xml"/><Relationship Id="rId266" Type="http://schemas.openxmlformats.org/officeDocument/2006/relationships/image" Target="../media/image250.png"/><Relationship Id="rId287" Type="http://schemas.openxmlformats.org/officeDocument/2006/relationships/customXml" Target="../ink/ink263.xml"/><Relationship Id="rId30" Type="http://schemas.openxmlformats.org/officeDocument/2006/relationships/customXml" Target="../ink/ink134.xml"/><Relationship Id="rId105" Type="http://schemas.openxmlformats.org/officeDocument/2006/relationships/image" Target="../media/image170.png"/><Relationship Id="rId126" Type="http://schemas.openxmlformats.org/officeDocument/2006/relationships/customXml" Target="../ink/ink182.xml"/><Relationship Id="rId147" Type="http://schemas.openxmlformats.org/officeDocument/2006/relationships/image" Target="../media/image191.png"/><Relationship Id="rId168" Type="http://schemas.openxmlformats.org/officeDocument/2006/relationships/customXml" Target="../ink/ink203.xml"/><Relationship Id="rId51" Type="http://schemas.openxmlformats.org/officeDocument/2006/relationships/image" Target="../media/image143.png"/><Relationship Id="rId72" Type="http://schemas.openxmlformats.org/officeDocument/2006/relationships/customXml" Target="../ink/ink155.xml"/><Relationship Id="rId93" Type="http://schemas.openxmlformats.org/officeDocument/2006/relationships/image" Target="../media/image164.png"/><Relationship Id="rId189" Type="http://schemas.openxmlformats.org/officeDocument/2006/relationships/image" Target="../media/image212.png"/><Relationship Id="rId3" Type="http://schemas.openxmlformats.org/officeDocument/2006/relationships/image" Target="../media/image119.png"/><Relationship Id="rId214" Type="http://schemas.openxmlformats.org/officeDocument/2006/relationships/image" Target="../media/image224.png"/><Relationship Id="rId235" Type="http://schemas.openxmlformats.org/officeDocument/2006/relationships/customXml" Target="../ink/ink237.xml"/><Relationship Id="rId256" Type="http://schemas.openxmlformats.org/officeDocument/2006/relationships/image" Target="../media/image245.png"/><Relationship Id="rId277" Type="http://schemas.openxmlformats.org/officeDocument/2006/relationships/customXml" Target="../ink/ink258.xml"/><Relationship Id="rId116" Type="http://schemas.openxmlformats.org/officeDocument/2006/relationships/customXml" Target="../ink/ink177.xml"/><Relationship Id="rId137" Type="http://schemas.openxmlformats.org/officeDocument/2006/relationships/image" Target="../media/image186.png"/><Relationship Id="rId158" Type="http://schemas.openxmlformats.org/officeDocument/2006/relationships/customXml" Target="../ink/ink198.xml"/><Relationship Id="rId20" Type="http://schemas.openxmlformats.org/officeDocument/2006/relationships/customXml" Target="../ink/ink129.xml"/><Relationship Id="rId41" Type="http://schemas.openxmlformats.org/officeDocument/2006/relationships/image" Target="../media/image138.png"/><Relationship Id="rId62" Type="http://schemas.openxmlformats.org/officeDocument/2006/relationships/customXml" Target="../ink/ink150.xml"/><Relationship Id="rId83" Type="http://schemas.openxmlformats.org/officeDocument/2006/relationships/image" Target="../media/image159.png"/><Relationship Id="rId179" Type="http://schemas.openxmlformats.org/officeDocument/2006/relationships/image" Target="../media/image207.png"/><Relationship Id="rId190" Type="http://schemas.openxmlformats.org/officeDocument/2006/relationships/customXml" Target="../ink/ink214.xml"/><Relationship Id="rId204" Type="http://schemas.openxmlformats.org/officeDocument/2006/relationships/image" Target="../media/image219.png"/><Relationship Id="rId225" Type="http://schemas.openxmlformats.org/officeDocument/2006/relationships/customXml" Target="../ink/ink232.xml"/><Relationship Id="rId246" Type="http://schemas.openxmlformats.org/officeDocument/2006/relationships/image" Target="../media/image240.png"/><Relationship Id="rId267" Type="http://schemas.openxmlformats.org/officeDocument/2006/relationships/customXml" Target="../ink/ink253.xml"/><Relationship Id="rId288" Type="http://schemas.openxmlformats.org/officeDocument/2006/relationships/image" Target="../media/image261.png"/><Relationship Id="rId106" Type="http://schemas.openxmlformats.org/officeDocument/2006/relationships/customXml" Target="../ink/ink172.xml"/><Relationship Id="rId127" Type="http://schemas.openxmlformats.org/officeDocument/2006/relationships/image" Target="../media/image181.png"/><Relationship Id="rId10" Type="http://schemas.openxmlformats.org/officeDocument/2006/relationships/customXml" Target="../ink/ink124.xml"/><Relationship Id="rId31" Type="http://schemas.openxmlformats.org/officeDocument/2006/relationships/image" Target="../media/image133.png"/><Relationship Id="rId52" Type="http://schemas.openxmlformats.org/officeDocument/2006/relationships/customXml" Target="../ink/ink145.xml"/><Relationship Id="rId73" Type="http://schemas.openxmlformats.org/officeDocument/2006/relationships/image" Target="../media/image154.png"/><Relationship Id="rId94" Type="http://schemas.openxmlformats.org/officeDocument/2006/relationships/customXml" Target="../ink/ink166.xml"/><Relationship Id="rId148" Type="http://schemas.openxmlformats.org/officeDocument/2006/relationships/customXml" Target="../ink/ink193.xml"/><Relationship Id="rId169" Type="http://schemas.openxmlformats.org/officeDocument/2006/relationships/image" Target="../media/image202.png"/><Relationship Id="rId4" Type="http://schemas.openxmlformats.org/officeDocument/2006/relationships/customXml" Target="../ink/ink121.xml"/><Relationship Id="rId180" Type="http://schemas.openxmlformats.org/officeDocument/2006/relationships/customXml" Target="../ink/ink209.xml"/><Relationship Id="rId215" Type="http://schemas.openxmlformats.org/officeDocument/2006/relationships/customXml" Target="../ink/ink227.xml"/><Relationship Id="rId236" Type="http://schemas.openxmlformats.org/officeDocument/2006/relationships/image" Target="../media/image235.png"/><Relationship Id="rId257" Type="http://schemas.openxmlformats.org/officeDocument/2006/relationships/customXml" Target="../ink/ink248.xml"/><Relationship Id="rId278" Type="http://schemas.openxmlformats.org/officeDocument/2006/relationships/image" Target="../media/image256.png"/><Relationship Id="rId42" Type="http://schemas.openxmlformats.org/officeDocument/2006/relationships/customXml" Target="../ink/ink140.xml"/><Relationship Id="rId84" Type="http://schemas.openxmlformats.org/officeDocument/2006/relationships/customXml" Target="../ink/ink161.xml"/><Relationship Id="rId138" Type="http://schemas.openxmlformats.org/officeDocument/2006/relationships/customXml" Target="../ink/ink188.xml"/><Relationship Id="rId191" Type="http://schemas.openxmlformats.org/officeDocument/2006/relationships/image" Target="../media/image213.png"/><Relationship Id="rId205" Type="http://schemas.openxmlformats.org/officeDocument/2006/relationships/customXml" Target="../ink/ink222.xml"/><Relationship Id="rId247" Type="http://schemas.openxmlformats.org/officeDocument/2006/relationships/customXml" Target="../ink/ink243.xml"/><Relationship Id="rId107" Type="http://schemas.openxmlformats.org/officeDocument/2006/relationships/image" Target="../media/image171.png"/><Relationship Id="rId289" Type="http://schemas.openxmlformats.org/officeDocument/2006/relationships/customXml" Target="../ink/ink264.xml"/><Relationship Id="rId11" Type="http://schemas.openxmlformats.org/officeDocument/2006/relationships/image" Target="../media/image123.png"/><Relationship Id="rId53" Type="http://schemas.openxmlformats.org/officeDocument/2006/relationships/image" Target="../media/image144.png"/><Relationship Id="rId149" Type="http://schemas.openxmlformats.org/officeDocument/2006/relationships/image" Target="../media/image192.png"/><Relationship Id="rId95" Type="http://schemas.openxmlformats.org/officeDocument/2006/relationships/image" Target="../media/image165.png"/><Relationship Id="rId160" Type="http://schemas.openxmlformats.org/officeDocument/2006/relationships/customXml" Target="../ink/ink199.xml"/><Relationship Id="rId216" Type="http://schemas.openxmlformats.org/officeDocument/2006/relationships/image" Target="../media/image225.png"/><Relationship Id="rId258" Type="http://schemas.openxmlformats.org/officeDocument/2006/relationships/image" Target="../media/image246.png"/><Relationship Id="rId22" Type="http://schemas.openxmlformats.org/officeDocument/2006/relationships/customXml" Target="../ink/ink130.xml"/><Relationship Id="rId64" Type="http://schemas.openxmlformats.org/officeDocument/2006/relationships/customXml" Target="../ink/ink151.xml"/><Relationship Id="rId118" Type="http://schemas.openxmlformats.org/officeDocument/2006/relationships/customXml" Target="../ink/ink178.xml"/><Relationship Id="rId171" Type="http://schemas.openxmlformats.org/officeDocument/2006/relationships/image" Target="../media/image203.png"/><Relationship Id="rId227" Type="http://schemas.openxmlformats.org/officeDocument/2006/relationships/customXml" Target="../ink/ink233.xml"/><Relationship Id="rId269" Type="http://schemas.openxmlformats.org/officeDocument/2006/relationships/customXml" Target="../ink/ink254.xml"/></Relationships>
</file>

<file path=ppt/slides/_rels/slide3.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6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17" Type="http://schemas.openxmlformats.org/officeDocument/2006/relationships/image" Target="../media/image324.png"/><Relationship Id="rId299" Type="http://schemas.openxmlformats.org/officeDocument/2006/relationships/image" Target="../media/image414.png"/><Relationship Id="rId21" Type="http://schemas.openxmlformats.org/officeDocument/2006/relationships/image" Target="../media/image276.png"/><Relationship Id="rId63" Type="http://schemas.openxmlformats.org/officeDocument/2006/relationships/image" Target="../media/image297.png"/><Relationship Id="rId159" Type="http://schemas.openxmlformats.org/officeDocument/2006/relationships/image" Target="../media/image345.png"/><Relationship Id="rId324" Type="http://schemas.openxmlformats.org/officeDocument/2006/relationships/customXml" Target="../ink/ink429.xml"/><Relationship Id="rId170" Type="http://schemas.openxmlformats.org/officeDocument/2006/relationships/customXml" Target="../ink/ink352.xml"/><Relationship Id="rId226" Type="http://schemas.openxmlformats.org/officeDocument/2006/relationships/customXml" Target="../ink/ink380.xml"/><Relationship Id="rId268" Type="http://schemas.openxmlformats.org/officeDocument/2006/relationships/customXml" Target="../ink/ink401.xml"/><Relationship Id="rId32" Type="http://schemas.openxmlformats.org/officeDocument/2006/relationships/customXml" Target="../ink/ink283.xml"/><Relationship Id="rId74" Type="http://schemas.openxmlformats.org/officeDocument/2006/relationships/customXml" Target="../ink/ink304.xml"/><Relationship Id="rId128" Type="http://schemas.openxmlformats.org/officeDocument/2006/relationships/customXml" Target="../ink/ink331.xml"/><Relationship Id="rId335" Type="http://schemas.openxmlformats.org/officeDocument/2006/relationships/image" Target="../media/image432.png"/><Relationship Id="rId5" Type="http://schemas.openxmlformats.org/officeDocument/2006/relationships/image" Target="../media/image268.png"/><Relationship Id="rId181" Type="http://schemas.openxmlformats.org/officeDocument/2006/relationships/image" Target="../media/image356.png"/><Relationship Id="rId237" Type="http://schemas.openxmlformats.org/officeDocument/2006/relationships/image" Target="../media/image384.png"/><Relationship Id="rId279" Type="http://schemas.openxmlformats.org/officeDocument/2006/relationships/image" Target="../media/image405.png"/><Relationship Id="rId43" Type="http://schemas.openxmlformats.org/officeDocument/2006/relationships/image" Target="../media/image287.png"/><Relationship Id="rId139" Type="http://schemas.openxmlformats.org/officeDocument/2006/relationships/image" Target="../media/image335.png"/><Relationship Id="rId290" Type="http://schemas.openxmlformats.org/officeDocument/2006/relationships/customXml" Target="../ink/ink412.xml"/><Relationship Id="rId304" Type="http://schemas.openxmlformats.org/officeDocument/2006/relationships/customXml" Target="../ink/ink419.xml"/><Relationship Id="rId346" Type="http://schemas.openxmlformats.org/officeDocument/2006/relationships/customXml" Target="../ink/ink440.xml"/><Relationship Id="rId85" Type="http://schemas.openxmlformats.org/officeDocument/2006/relationships/image" Target="../media/image308.png"/><Relationship Id="rId150" Type="http://schemas.openxmlformats.org/officeDocument/2006/relationships/customXml" Target="../ink/ink342.xml"/><Relationship Id="rId192" Type="http://schemas.openxmlformats.org/officeDocument/2006/relationships/customXml" Target="../ink/ink363.xml"/><Relationship Id="rId206" Type="http://schemas.openxmlformats.org/officeDocument/2006/relationships/customXml" Target="../ink/ink370.xml"/><Relationship Id="rId248" Type="http://schemas.openxmlformats.org/officeDocument/2006/relationships/customXml" Target="../ink/ink391.xml"/><Relationship Id="rId12" Type="http://schemas.openxmlformats.org/officeDocument/2006/relationships/customXml" Target="../ink/ink273.xml"/><Relationship Id="rId108" Type="http://schemas.openxmlformats.org/officeDocument/2006/relationships/customXml" Target="../ink/ink321.xml"/><Relationship Id="rId315" Type="http://schemas.openxmlformats.org/officeDocument/2006/relationships/image" Target="../media/image422.png"/><Relationship Id="rId357" Type="http://schemas.openxmlformats.org/officeDocument/2006/relationships/image" Target="../media/image443.png"/><Relationship Id="rId54" Type="http://schemas.openxmlformats.org/officeDocument/2006/relationships/customXml" Target="../ink/ink294.xml"/><Relationship Id="rId96" Type="http://schemas.openxmlformats.org/officeDocument/2006/relationships/customXml" Target="../ink/ink315.xml"/><Relationship Id="rId161" Type="http://schemas.openxmlformats.org/officeDocument/2006/relationships/image" Target="../media/image346.png"/><Relationship Id="rId217" Type="http://schemas.openxmlformats.org/officeDocument/2006/relationships/image" Target="../media/image374.png"/><Relationship Id="rId259" Type="http://schemas.openxmlformats.org/officeDocument/2006/relationships/image" Target="../media/image395.png"/><Relationship Id="rId23" Type="http://schemas.openxmlformats.org/officeDocument/2006/relationships/image" Target="../media/image277.png"/><Relationship Id="rId119" Type="http://schemas.openxmlformats.org/officeDocument/2006/relationships/image" Target="../media/image325.png"/><Relationship Id="rId270" Type="http://schemas.openxmlformats.org/officeDocument/2006/relationships/customXml" Target="../ink/ink402.xml"/><Relationship Id="rId326" Type="http://schemas.openxmlformats.org/officeDocument/2006/relationships/customXml" Target="../ink/ink430.xml"/><Relationship Id="rId65" Type="http://schemas.openxmlformats.org/officeDocument/2006/relationships/image" Target="../media/image298.png"/><Relationship Id="rId130" Type="http://schemas.openxmlformats.org/officeDocument/2006/relationships/customXml" Target="../ink/ink332.xml"/><Relationship Id="rId172" Type="http://schemas.openxmlformats.org/officeDocument/2006/relationships/customXml" Target="../ink/ink353.xml"/><Relationship Id="rId228" Type="http://schemas.openxmlformats.org/officeDocument/2006/relationships/customXml" Target="../ink/ink381.xml"/><Relationship Id="rId281" Type="http://schemas.openxmlformats.org/officeDocument/2006/relationships/image" Target="../media/image406.png"/><Relationship Id="rId337" Type="http://schemas.openxmlformats.org/officeDocument/2006/relationships/image" Target="../media/image433.png"/><Relationship Id="rId34" Type="http://schemas.openxmlformats.org/officeDocument/2006/relationships/customXml" Target="../ink/ink284.xml"/><Relationship Id="rId76" Type="http://schemas.openxmlformats.org/officeDocument/2006/relationships/customXml" Target="../ink/ink305.xml"/><Relationship Id="rId141" Type="http://schemas.openxmlformats.org/officeDocument/2006/relationships/image" Target="../media/image336.png"/><Relationship Id="rId7" Type="http://schemas.openxmlformats.org/officeDocument/2006/relationships/image" Target="../media/image269.png"/><Relationship Id="rId183" Type="http://schemas.openxmlformats.org/officeDocument/2006/relationships/image" Target="../media/image357.png"/><Relationship Id="rId239" Type="http://schemas.openxmlformats.org/officeDocument/2006/relationships/image" Target="../media/image385.png"/><Relationship Id="rId250" Type="http://schemas.openxmlformats.org/officeDocument/2006/relationships/customXml" Target="../ink/ink392.xml"/><Relationship Id="rId292" Type="http://schemas.openxmlformats.org/officeDocument/2006/relationships/customXml" Target="../ink/ink413.xml"/><Relationship Id="rId306" Type="http://schemas.openxmlformats.org/officeDocument/2006/relationships/customXml" Target="../ink/ink420.xml"/><Relationship Id="rId45" Type="http://schemas.openxmlformats.org/officeDocument/2006/relationships/image" Target="../media/image288.png"/><Relationship Id="rId87" Type="http://schemas.openxmlformats.org/officeDocument/2006/relationships/image" Target="../media/image309.png"/><Relationship Id="rId110" Type="http://schemas.openxmlformats.org/officeDocument/2006/relationships/customXml" Target="../ink/ink322.xml"/><Relationship Id="rId348" Type="http://schemas.openxmlformats.org/officeDocument/2006/relationships/customXml" Target="../ink/ink441.xml"/><Relationship Id="rId152" Type="http://schemas.openxmlformats.org/officeDocument/2006/relationships/customXml" Target="../ink/ink343.xml"/><Relationship Id="rId194" Type="http://schemas.openxmlformats.org/officeDocument/2006/relationships/customXml" Target="../ink/ink364.xml"/><Relationship Id="rId208" Type="http://schemas.openxmlformats.org/officeDocument/2006/relationships/customXml" Target="../ink/ink371.xml"/><Relationship Id="rId261" Type="http://schemas.openxmlformats.org/officeDocument/2006/relationships/image" Target="../media/image396.png"/><Relationship Id="rId14" Type="http://schemas.openxmlformats.org/officeDocument/2006/relationships/customXml" Target="../ink/ink274.xml"/><Relationship Id="rId56" Type="http://schemas.openxmlformats.org/officeDocument/2006/relationships/customXml" Target="../ink/ink295.xml"/><Relationship Id="rId317" Type="http://schemas.openxmlformats.org/officeDocument/2006/relationships/image" Target="../media/image423.png"/><Relationship Id="rId359" Type="http://schemas.openxmlformats.org/officeDocument/2006/relationships/image" Target="../media/image444.png"/><Relationship Id="rId98" Type="http://schemas.openxmlformats.org/officeDocument/2006/relationships/customXml" Target="../ink/ink316.xml"/><Relationship Id="rId121" Type="http://schemas.openxmlformats.org/officeDocument/2006/relationships/image" Target="../media/image326.png"/><Relationship Id="rId163" Type="http://schemas.openxmlformats.org/officeDocument/2006/relationships/image" Target="../media/image347.png"/><Relationship Id="rId219" Type="http://schemas.openxmlformats.org/officeDocument/2006/relationships/image" Target="../media/image375.png"/><Relationship Id="rId230" Type="http://schemas.openxmlformats.org/officeDocument/2006/relationships/customXml" Target="../ink/ink382.xml"/><Relationship Id="rId25" Type="http://schemas.openxmlformats.org/officeDocument/2006/relationships/image" Target="../media/image278.png"/><Relationship Id="rId46" Type="http://schemas.openxmlformats.org/officeDocument/2006/relationships/customXml" Target="../ink/ink290.xml"/><Relationship Id="rId67" Type="http://schemas.openxmlformats.org/officeDocument/2006/relationships/image" Target="../media/image299.png"/><Relationship Id="rId272" Type="http://schemas.openxmlformats.org/officeDocument/2006/relationships/customXml" Target="../ink/ink403.xml"/><Relationship Id="rId293" Type="http://schemas.openxmlformats.org/officeDocument/2006/relationships/image" Target="../media/image411.png"/><Relationship Id="rId307" Type="http://schemas.openxmlformats.org/officeDocument/2006/relationships/image" Target="../media/image418.png"/><Relationship Id="rId328" Type="http://schemas.openxmlformats.org/officeDocument/2006/relationships/customXml" Target="../ink/ink431.xml"/><Relationship Id="rId349" Type="http://schemas.openxmlformats.org/officeDocument/2006/relationships/image" Target="../media/image439.png"/><Relationship Id="rId88" Type="http://schemas.openxmlformats.org/officeDocument/2006/relationships/customXml" Target="../ink/ink311.xml"/><Relationship Id="rId111" Type="http://schemas.openxmlformats.org/officeDocument/2006/relationships/image" Target="../media/image321.png"/><Relationship Id="rId132" Type="http://schemas.openxmlformats.org/officeDocument/2006/relationships/customXml" Target="../ink/ink333.xml"/><Relationship Id="rId153" Type="http://schemas.openxmlformats.org/officeDocument/2006/relationships/image" Target="../media/image342.png"/><Relationship Id="rId174" Type="http://schemas.openxmlformats.org/officeDocument/2006/relationships/customXml" Target="../ink/ink354.xml"/><Relationship Id="rId195" Type="http://schemas.openxmlformats.org/officeDocument/2006/relationships/image" Target="../media/image363.png"/><Relationship Id="rId209" Type="http://schemas.openxmlformats.org/officeDocument/2006/relationships/image" Target="../media/image370.png"/><Relationship Id="rId220" Type="http://schemas.openxmlformats.org/officeDocument/2006/relationships/customXml" Target="../ink/ink377.xml"/><Relationship Id="rId241" Type="http://schemas.openxmlformats.org/officeDocument/2006/relationships/image" Target="../media/image386.png"/><Relationship Id="rId15" Type="http://schemas.openxmlformats.org/officeDocument/2006/relationships/image" Target="../media/image273.png"/><Relationship Id="rId36" Type="http://schemas.openxmlformats.org/officeDocument/2006/relationships/customXml" Target="../ink/ink285.xml"/><Relationship Id="rId57" Type="http://schemas.openxmlformats.org/officeDocument/2006/relationships/image" Target="../media/image294.png"/><Relationship Id="rId262" Type="http://schemas.openxmlformats.org/officeDocument/2006/relationships/customXml" Target="../ink/ink398.xml"/><Relationship Id="rId283" Type="http://schemas.openxmlformats.org/officeDocument/2006/relationships/image" Target="../media/image407.png"/><Relationship Id="rId318" Type="http://schemas.openxmlformats.org/officeDocument/2006/relationships/customXml" Target="../ink/ink426.xml"/><Relationship Id="rId339" Type="http://schemas.openxmlformats.org/officeDocument/2006/relationships/image" Target="../media/image434.png"/><Relationship Id="rId78" Type="http://schemas.openxmlformats.org/officeDocument/2006/relationships/customXml" Target="../ink/ink306.xml"/><Relationship Id="rId99" Type="http://schemas.openxmlformats.org/officeDocument/2006/relationships/image" Target="../media/image315.png"/><Relationship Id="rId101" Type="http://schemas.openxmlformats.org/officeDocument/2006/relationships/image" Target="../media/image316.png"/><Relationship Id="rId122" Type="http://schemas.openxmlformats.org/officeDocument/2006/relationships/customXml" Target="../ink/ink328.xml"/><Relationship Id="rId143" Type="http://schemas.openxmlformats.org/officeDocument/2006/relationships/image" Target="../media/image337.png"/><Relationship Id="rId164" Type="http://schemas.openxmlformats.org/officeDocument/2006/relationships/customXml" Target="../ink/ink349.xml"/><Relationship Id="rId185" Type="http://schemas.openxmlformats.org/officeDocument/2006/relationships/image" Target="../media/image358.png"/><Relationship Id="rId350" Type="http://schemas.openxmlformats.org/officeDocument/2006/relationships/customXml" Target="../ink/ink442.xml"/><Relationship Id="rId9" Type="http://schemas.openxmlformats.org/officeDocument/2006/relationships/image" Target="../media/image270.png"/><Relationship Id="rId210" Type="http://schemas.openxmlformats.org/officeDocument/2006/relationships/customXml" Target="../ink/ink372.xml"/><Relationship Id="rId26" Type="http://schemas.openxmlformats.org/officeDocument/2006/relationships/customXml" Target="../ink/ink280.xml"/><Relationship Id="rId231" Type="http://schemas.openxmlformats.org/officeDocument/2006/relationships/image" Target="../media/image381.png"/><Relationship Id="rId252" Type="http://schemas.openxmlformats.org/officeDocument/2006/relationships/customXml" Target="../ink/ink393.xml"/><Relationship Id="rId273" Type="http://schemas.openxmlformats.org/officeDocument/2006/relationships/image" Target="../media/image402.png"/><Relationship Id="rId294" Type="http://schemas.openxmlformats.org/officeDocument/2006/relationships/customXml" Target="../ink/ink414.xml"/><Relationship Id="rId308" Type="http://schemas.openxmlformats.org/officeDocument/2006/relationships/customXml" Target="../ink/ink421.xml"/><Relationship Id="rId329" Type="http://schemas.openxmlformats.org/officeDocument/2006/relationships/image" Target="../media/image429.png"/><Relationship Id="rId47" Type="http://schemas.openxmlformats.org/officeDocument/2006/relationships/image" Target="../media/image289.png"/><Relationship Id="rId68" Type="http://schemas.openxmlformats.org/officeDocument/2006/relationships/customXml" Target="../ink/ink301.xml"/><Relationship Id="rId89" Type="http://schemas.openxmlformats.org/officeDocument/2006/relationships/image" Target="../media/image310.png"/><Relationship Id="rId112" Type="http://schemas.openxmlformats.org/officeDocument/2006/relationships/customXml" Target="../ink/ink323.xml"/><Relationship Id="rId133" Type="http://schemas.openxmlformats.org/officeDocument/2006/relationships/image" Target="../media/image332.png"/><Relationship Id="rId154" Type="http://schemas.openxmlformats.org/officeDocument/2006/relationships/customXml" Target="../ink/ink344.xml"/><Relationship Id="rId175" Type="http://schemas.openxmlformats.org/officeDocument/2006/relationships/image" Target="../media/image353.png"/><Relationship Id="rId340" Type="http://schemas.openxmlformats.org/officeDocument/2006/relationships/customXml" Target="../ink/ink437.xml"/><Relationship Id="rId196" Type="http://schemas.openxmlformats.org/officeDocument/2006/relationships/customXml" Target="../ink/ink365.xml"/><Relationship Id="rId200" Type="http://schemas.openxmlformats.org/officeDocument/2006/relationships/customXml" Target="../ink/ink367.xml"/><Relationship Id="rId16" Type="http://schemas.openxmlformats.org/officeDocument/2006/relationships/customXml" Target="../ink/ink275.xml"/><Relationship Id="rId221" Type="http://schemas.openxmlformats.org/officeDocument/2006/relationships/image" Target="../media/image376.png"/><Relationship Id="rId242" Type="http://schemas.openxmlformats.org/officeDocument/2006/relationships/customXml" Target="../ink/ink388.xml"/><Relationship Id="rId263" Type="http://schemas.openxmlformats.org/officeDocument/2006/relationships/image" Target="../media/image397.png"/><Relationship Id="rId284" Type="http://schemas.openxmlformats.org/officeDocument/2006/relationships/customXml" Target="../ink/ink409.xml"/><Relationship Id="rId319" Type="http://schemas.openxmlformats.org/officeDocument/2006/relationships/image" Target="../media/image424.png"/><Relationship Id="rId37" Type="http://schemas.openxmlformats.org/officeDocument/2006/relationships/image" Target="../media/image284.png"/><Relationship Id="rId58" Type="http://schemas.openxmlformats.org/officeDocument/2006/relationships/customXml" Target="../ink/ink296.xml"/><Relationship Id="rId79" Type="http://schemas.openxmlformats.org/officeDocument/2006/relationships/image" Target="../media/image305.png"/><Relationship Id="rId102" Type="http://schemas.openxmlformats.org/officeDocument/2006/relationships/customXml" Target="../ink/ink318.xml"/><Relationship Id="rId123" Type="http://schemas.openxmlformats.org/officeDocument/2006/relationships/image" Target="../media/image327.png"/><Relationship Id="rId144" Type="http://schemas.openxmlformats.org/officeDocument/2006/relationships/customXml" Target="../ink/ink339.xml"/><Relationship Id="rId330" Type="http://schemas.openxmlformats.org/officeDocument/2006/relationships/customXml" Target="../ink/ink432.xml"/><Relationship Id="rId90" Type="http://schemas.openxmlformats.org/officeDocument/2006/relationships/customXml" Target="../ink/ink312.xml"/><Relationship Id="rId165" Type="http://schemas.openxmlformats.org/officeDocument/2006/relationships/image" Target="../media/image348.png"/><Relationship Id="rId186" Type="http://schemas.openxmlformats.org/officeDocument/2006/relationships/customXml" Target="../ink/ink360.xml"/><Relationship Id="rId351" Type="http://schemas.openxmlformats.org/officeDocument/2006/relationships/image" Target="../media/image440.png"/><Relationship Id="rId211" Type="http://schemas.openxmlformats.org/officeDocument/2006/relationships/image" Target="../media/image371.png"/><Relationship Id="rId232" Type="http://schemas.openxmlformats.org/officeDocument/2006/relationships/customXml" Target="../ink/ink383.xml"/><Relationship Id="rId253" Type="http://schemas.openxmlformats.org/officeDocument/2006/relationships/image" Target="../media/image392.png"/><Relationship Id="rId274" Type="http://schemas.openxmlformats.org/officeDocument/2006/relationships/customXml" Target="../ink/ink404.xml"/><Relationship Id="rId295" Type="http://schemas.openxmlformats.org/officeDocument/2006/relationships/image" Target="../media/image412.png"/><Relationship Id="rId309" Type="http://schemas.openxmlformats.org/officeDocument/2006/relationships/image" Target="../media/image419.png"/><Relationship Id="rId27" Type="http://schemas.openxmlformats.org/officeDocument/2006/relationships/image" Target="../media/image279.png"/><Relationship Id="rId48" Type="http://schemas.openxmlformats.org/officeDocument/2006/relationships/customXml" Target="../ink/ink291.xml"/><Relationship Id="rId69" Type="http://schemas.openxmlformats.org/officeDocument/2006/relationships/image" Target="../media/image300.png"/><Relationship Id="rId113" Type="http://schemas.openxmlformats.org/officeDocument/2006/relationships/image" Target="../media/image322.png"/><Relationship Id="rId134" Type="http://schemas.openxmlformats.org/officeDocument/2006/relationships/customXml" Target="../ink/ink334.xml"/><Relationship Id="rId320" Type="http://schemas.openxmlformats.org/officeDocument/2006/relationships/customXml" Target="../ink/ink427.xml"/><Relationship Id="rId80" Type="http://schemas.openxmlformats.org/officeDocument/2006/relationships/customXml" Target="../ink/ink307.xml"/><Relationship Id="rId155" Type="http://schemas.openxmlformats.org/officeDocument/2006/relationships/image" Target="../media/image343.png"/><Relationship Id="rId176" Type="http://schemas.openxmlformats.org/officeDocument/2006/relationships/customXml" Target="../ink/ink355.xml"/><Relationship Id="rId197" Type="http://schemas.openxmlformats.org/officeDocument/2006/relationships/image" Target="../media/image364.png"/><Relationship Id="rId341" Type="http://schemas.openxmlformats.org/officeDocument/2006/relationships/image" Target="../media/image435.png"/><Relationship Id="rId201" Type="http://schemas.openxmlformats.org/officeDocument/2006/relationships/image" Target="../media/image366.png"/><Relationship Id="rId222" Type="http://schemas.openxmlformats.org/officeDocument/2006/relationships/customXml" Target="../ink/ink378.xml"/><Relationship Id="rId243" Type="http://schemas.openxmlformats.org/officeDocument/2006/relationships/image" Target="../media/image387.png"/><Relationship Id="rId264" Type="http://schemas.openxmlformats.org/officeDocument/2006/relationships/customXml" Target="../ink/ink399.xml"/><Relationship Id="rId285" Type="http://schemas.openxmlformats.org/officeDocument/2006/relationships/image" Target="../media/image408.png"/><Relationship Id="rId17" Type="http://schemas.openxmlformats.org/officeDocument/2006/relationships/image" Target="../media/image274.png"/><Relationship Id="rId38" Type="http://schemas.openxmlformats.org/officeDocument/2006/relationships/customXml" Target="../ink/ink286.xml"/><Relationship Id="rId59" Type="http://schemas.openxmlformats.org/officeDocument/2006/relationships/image" Target="../media/image295.png"/><Relationship Id="rId103" Type="http://schemas.openxmlformats.org/officeDocument/2006/relationships/image" Target="../media/image317.png"/><Relationship Id="rId124" Type="http://schemas.openxmlformats.org/officeDocument/2006/relationships/customXml" Target="../ink/ink329.xml"/><Relationship Id="rId310" Type="http://schemas.openxmlformats.org/officeDocument/2006/relationships/customXml" Target="../ink/ink422.xml"/><Relationship Id="rId70" Type="http://schemas.openxmlformats.org/officeDocument/2006/relationships/customXml" Target="../ink/ink302.xml"/><Relationship Id="rId91" Type="http://schemas.openxmlformats.org/officeDocument/2006/relationships/image" Target="../media/image311.png"/><Relationship Id="rId145" Type="http://schemas.openxmlformats.org/officeDocument/2006/relationships/image" Target="../media/image338.png"/><Relationship Id="rId166" Type="http://schemas.openxmlformats.org/officeDocument/2006/relationships/customXml" Target="../ink/ink350.xml"/><Relationship Id="rId187" Type="http://schemas.openxmlformats.org/officeDocument/2006/relationships/image" Target="../media/image359.png"/><Relationship Id="rId331" Type="http://schemas.openxmlformats.org/officeDocument/2006/relationships/image" Target="../media/image430.png"/><Relationship Id="rId352" Type="http://schemas.openxmlformats.org/officeDocument/2006/relationships/customXml" Target="../ink/ink443.xml"/><Relationship Id="rId1" Type="http://schemas.openxmlformats.org/officeDocument/2006/relationships/slideLayout" Target="../slideLayouts/slideLayout7.xml"/><Relationship Id="rId212" Type="http://schemas.openxmlformats.org/officeDocument/2006/relationships/customXml" Target="../ink/ink373.xml"/><Relationship Id="rId233" Type="http://schemas.openxmlformats.org/officeDocument/2006/relationships/image" Target="../media/image382.png"/><Relationship Id="rId254" Type="http://schemas.openxmlformats.org/officeDocument/2006/relationships/customXml" Target="../ink/ink394.xml"/><Relationship Id="rId28" Type="http://schemas.openxmlformats.org/officeDocument/2006/relationships/customXml" Target="../ink/ink281.xml"/><Relationship Id="rId49" Type="http://schemas.openxmlformats.org/officeDocument/2006/relationships/image" Target="../media/image290.png"/><Relationship Id="rId114" Type="http://schemas.openxmlformats.org/officeDocument/2006/relationships/customXml" Target="../ink/ink324.xml"/><Relationship Id="rId275" Type="http://schemas.openxmlformats.org/officeDocument/2006/relationships/image" Target="../media/image403.png"/><Relationship Id="rId296" Type="http://schemas.openxmlformats.org/officeDocument/2006/relationships/customXml" Target="../ink/ink415.xml"/><Relationship Id="rId300" Type="http://schemas.openxmlformats.org/officeDocument/2006/relationships/customXml" Target="../ink/ink417.xml"/><Relationship Id="rId60" Type="http://schemas.openxmlformats.org/officeDocument/2006/relationships/customXml" Target="../ink/ink297.xml"/><Relationship Id="rId81" Type="http://schemas.openxmlformats.org/officeDocument/2006/relationships/image" Target="../media/image306.png"/><Relationship Id="rId135" Type="http://schemas.openxmlformats.org/officeDocument/2006/relationships/image" Target="../media/image333.png"/><Relationship Id="rId156" Type="http://schemas.openxmlformats.org/officeDocument/2006/relationships/customXml" Target="../ink/ink345.xml"/><Relationship Id="rId177" Type="http://schemas.openxmlformats.org/officeDocument/2006/relationships/image" Target="../media/image354.png"/><Relationship Id="rId198" Type="http://schemas.openxmlformats.org/officeDocument/2006/relationships/customXml" Target="../ink/ink366.xml"/><Relationship Id="rId321" Type="http://schemas.openxmlformats.org/officeDocument/2006/relationships/image" Target="../media/image425.png"/><Relationship Id="rId342" Type="http://schemas.openxmlformats.org/officeDocument/2006/relationships/customXml" Target="../ink/ink438.xml"/><Relationship Id="rId202" Type="http://schemas.openxmlformats.org/officeDocument/2006/relationships/customXml" Target="../ink/ink368.xml"/><Relationship Id="rId223" Type="http://schemas.openxmlformats.org/officeDocument/2006/relationships/image" Target="../media/image377.png"/><Relationship Id="rId244" Type="http://schemas.openxmlformats.org/officeDocument/2006/relationships/customXml" Target="../ink/ink389.xml"/><Relationship Id="rId18" Type="http://schemas.openxmlformats.org/officeDocument/2006/relationships/customXml" Target="../ink/ink276.xml"/><Relationship Id="rId39" Type="http://schemas.openxmlformats.org/officeDocument/2006/relationships/image" Target="../media/image285.png"/><Relationship Id="rId265" Type="http://schemas.openxmlformats.org/officeDocument/2006/relationships/image" Target="../media/image398.png"/><Relationship Id="rId286" Type="http://schemas.openxmlformats.org/officeDocument/2006/relationships/customXml" Target="../ink/ink410.xml"/><Relationship Id="rId50" Type="http://schemas.openxmlformats.org/officeDocument/2006/relationships/customXml" Target="../ink/ink292.xml"/><Relationship Id="rId104" Type="http://schemas.openxmlformats.org/officeDocument/2006/relationships/customXml" Target="../ink/ink319.xml"/><Relationship Id="rId125" Type="http://schemas.openxmlformats.org/officeDocument/2006/relationships/image" Target="../media/image328.png"/><Relationship Id="rId146" Type="http://schemas.openxmlformats.org/officeDocument/2006/relationships/customXml" Target="../ink/ink340.xml"/><Relationship Id="rId167" Type="http://schemas.openxmlformats.org/officeDocument/2006/relationships/image" Target="../media/image349.png"/><Relationship Id="rId188" Type="http://schemas.openxmlformats.org/officeDocument/2006/relationships/customXml" Target="../ink/ink361.xml"/><Relationship Id="rId311" Type="http://schemas.openxmlformats.org/officeDocument/2006/relationships/image" Target="../media/image420.png"/><Relationship Id="rId332" Type="http://schemas.openxmlformats.org/officeDocument/2006/relationships/customXml" Target="../ink/ink433.xml"/><Relationship Id="rId353" Type="http://schemas.openxmlformats.org/officeDocument/2006/relationships/image" Target="../media/image441.png"/><Relationship Id="rId71" Type="http://schemas.openxmlformats.org/officeDocument/2006/relationships/image" Target="../media/image301.png"/><Relationship Id="rId92" Type="http://schemas.openxmlformats.org/officeDocument/2006/relationships/customXml" Target="../ink/ink313.xml"/><Relationship Id="rId213" Type="http://schemas.openxmlformats.org/officeDocument/2006/relationships/image" Target="../media/image372.png"/><Relationship Id="rId234" Type="http://schemas.openxmlformats.org/officeDocument/2006/relationships/customXml" Target="../ink/ink384.xml"/><Relationship Id="rId2" Type="http://schemas.openxmlformats.org/officeDocument/2006/relationships/customXml" Target="../ink/ink268.xml"/><Relationship Id="rId29" Type="http://schemas.openxmlformats.org/officeDocument/2006/relationships/image" Target="../media/image280.png"/><Relationship Id="rId255" Type="http://schemas.openxmlformats.org/officeDocument/2006/relationships/image" Target="../media/image393.png"/><Relationship Id="rId276" Type="http://schemas.openxmlformats.org/officeDocument/2006/relationships/customXml" Target="../ink/ink405.xml"/><Relationship Id="rId297" Type="http://schemas.openxmlformats.org/officeDocument/2006/relationships/image" Target="../media/image413.png"/><Relationship Id="rId40" Type="http://schemas.openxmlformats.org/officeDocument/2006/relationships/customXml" Target="../ink/ink287.xml"/><Relationship Id="rId115" Type="http://schemas.openxmlformats.org/officeDocument/2006/relationships/image" Target="../media/image323.png"/><Relationship Id="rId136" Type="http://schemas.openxmlformats.org/officeDocument/2006/relationships/customXml" Target="../ink/ink335.xml"/><Relationship Id="rId157" Type="http://schemas.openxmlformats.org/officeDocument/2006/relationships/image" Target="../media/image344.png"/><Relationship Id="rId178" Type="http://schemas.openxmlformats.org/officeDocument/2006/relationships/customXml" Target="../ink/ink356.xml"/><Relationship Id="rId301" Type="http://schemas.openxmlformats.org/officeDocument/2006/relationships/image" Target="../media/image415.png"/><Relationship Id="rId322" Type="http://schemas.openxmlformats.org/officeDocument/2006/relationships/customXml" Target="../ink/ink428.xml"/><Relationship Id="rId343" Type="http://schemas.openxmlformats.org/officeDocument/2006/relationships/image" Target="../media/image436.png"/><Relationship Id="rId61" Type="http://schemas.openxmlformats.org/officeDocument/2006/relationships/image" Target="../media/image296.png"/><Relationship Id="rId82" Type="http://schemas.openxmlformats.org/officeDocument/2006/relationships/customXml" Target="../ink/ink308.xml"/><Relationship Id="rId199" Type="http://schemas.openxmlformats.org/officeDocument/2006/relationships/image" Target="../media/image365.png"/><Relationship Id="rId203" Type="http://schemas.openxmlformats.org/officeDocument/2006/relationships/image" Target="../media/image367.png"/><Relationship Id="rId19" Type="http://schemas.openxmlformats.org/officeDocument/2006/relationships/image" Target="../media/image275.png"/><Relationship Id="rId224" Type="http://schemas.openxmlformats.org/officeDocument/2006/relationships/customXml" Target="../ink/ink379.xml"/><Relationship Id="rId245" Type="http://schemas.openxmlformats.org/officeDocument/2006/relationships/image" Target="../media/image388.png"/><Relationship Id="rId266" Type="http://schemas.openxmlformats.org/officeDocument/2006/relationships/customXml" Target="../ink/ink400.xml"/><Relationship Id="rId287" Type="http://schemas.openxmlformats.org/officeDocument/2006/relationships/image" Target="../media/image409.png"/><Relationship Id="rId30" Type="http://schemas.openxmlformats.org/officeDocument/2006/relationships/customXml" Target="../ink/ink282.xml"/><Relationship Id="rId105" Type="http://schemas.openxmlformats.org/officeDocument/2006/relationships/image" Target="../media/image318.png"/><Relationship Id="rId126" Type="http://schemas.openxmlformats.org/officeDocument/2006/relationships/customXml" Target="../ink/ink330.xml"/><Relationship Id="rId147" Type="http://schemas.openxmlformats.org/officeDocument/2006/relationships/image" Target="../media/image339.png"/><Relationship Id="rId168" Type="http://schemas.openxmlformats.org/officeDocument/2006/relationships/customXml" Target="../ink/ink351.xml"/><Relationship Id="rId312" Type="http://schemas.openxmlformats.org/officeDocument/2006/relationships/customXml" Target="../ink/ink423.xml"/><Relationship Id="rId333" Type="http://schemas.openxmlformats.org/officeDocument/2006/relationships/image" Target="../media/image431.png"/><Relationship Id="rId354" Type="http://schemas.openxmlformats.org/officeDocument/2006/relationships/customXml" Target="../ink/ink444.xml"/><Relationship Id="rId51" Type="http://schemas.openxmlformats.org/officeDocument/2006/relationships/image" Target="../media/image291.png"/><Relationship Id="rId72" Type="http://schemas.openxmlformats.org/officeDocument/2006/relationships/customXml" Target="../ink/ink303.xml"/><Relationship Id="rId93" Type="http://schemas.openxmlformats.org/officeDocument/2006/relationships/image" Target="../media/image312.png"/><Relationship Id="rId189" Type="http://schemas.openxmlformats.org/officeDocument/2006/relationships/image" Target="../media/image360.png"/><Relationship Id="rId3" Type="http://schemas.openxmlformats.org/officeDocument/2006/relationships/image" Target="../media/image267.png"/><Relationship Id="rId214" Type="http://schemas.openxmlformats.org/officeDocument/2006/relationships/customXml" Target="../ink/ink374.xml"/><Relationship Id="rId235" Type="http://schemas.openxmlformats.org/officeDocument/2006/relationships/image" Target="../media/image383.png"/><Relationship Id="rId256" Type="http://schemas.openxmlformats.org/officeDocument/2006/relationships/customXml" Target="../ink/ink395.xml"/><Relationship Id="rId277" Type="http://schemas.openxmlformats.org/officeDocument/2006/relationships/image" Target="../media/image404.png"/><Relationship Id="rId298" Type="http://schemas.openxmlformats.org/officeDocument/2006/relationships/customXml" Target="../ink/ink416.xml"/><Relationship Id="rId116" Type="http://schemas.openxmlformats.org/officeDocument/2006/relationships/customXml" Target="../ink/ink325.xml"/><Relationship Id="rId137" Type="http://schemas.openxmlformats.org/officeDocument/2006/relationships/image" Target="../media/image334.png"/><Relationship Id="rId158" Type="http://schemas.openxmlformats.org/officeDocument/2006/relationships/customXml" Target="../ink/ink346.xml"/><Relationship Id="rId302" Type="http://schemas.openxmlformats.org/officeDocument/2006/relationships/customXml" Target="../ink/ink418.xml"/><Relationship Id="rId323" Type="http://schemas.openxmlformats.org/officeDocument/2006/relationships/image" Target="../media/image426.png"/><Relationship Id="rId344" Type="http://schemas.openxmlformats.org/officeDocument/2006/relationships/customXml" Target="../ink/ink439.xml"/><Relationship Id="rId20" Type="http://schemas.openxmlformats.org/officeDocument/2006/relationships/customXml" Target="../ink/ink277.xml"/><Relationship Id="rId41" Type="http://schemas.openxmlformats.org/officeDocument/2006/relationships/image" Target="../media/image286.png"/><Relationship Id="rId62" Type="http://schemas.openxmlformats.org/officeDocument/2006/relationships/customXml" Target="../ink/ink298.xml"/><Relationship Id="rId83" Type="http://schemas.openxmlformats.org/officeDocument/2006/relationships/image" Target="../media/image307.png"/><Relationship Id="rId179" Type="http://schemas.openxmlformats.org/officeDocument/2006/relationships/image" Target="../media/image355.png"/><Relationship Id="rId190" Type="http://schemas.openxmlformats.org/officeDocument/2006/relationships/customXml" Target="../ink/ink362.xml"/><Relationship Id="rId204" Type="http://schemas.openxmlformats.org/officeDocument/2006/relationships/customXml" Target="../ink/ink369.xml"/><Relationship Id="rId225" Type="http://schemas.openxmlformats.org/officeDocument/2006/relationships/image" Target="../media/image378.png"/><Relationship Id="rId246" Type="http://schemas.openxmlformats.org/officeDocument/2006/relationships/customXml" Target="../ink/ink390.xml"/><Relationship Id="rId267" Type="http://schemas.openxmlformats.org/officeDocument/2006/relationships/image" Target="../media/image399.png"/><Relationship Id="rId288" Type="http://schemas.openxmlformats.org/officeDocument/2006/relationships/customXml" Target="../ink/ink411.xml"/><Relationship Id="rId106" Type="http://schemas.openxmlformats.org/officeDocument/2006/relationships/customXml" Target="../ink/ink320.xml"/><Relationship Id="rId127" Type="http://schemas.openxmlformats.org/officeDocument/2006/relationships/image" Target="../media/image329.png"/><Relationship Id="rId313" Type="http://schemas.openxmlformats.org/officeDocument/2006/relationships/image" Target="../media/image421.png"/><Relationship Id="rId10" Type="http://schemas.openxmlformats.org/officeDocument/2006/relationships/customXml" Target="../ink/ink272.xml"/><Relationship Id="rId31" Type="http://schemas.openxmlformats.org/officeDocument/2006/relationships/image" Target="../media/image281.png"/><Relationship Id="rId52" Type="http://schemas.openxmlformats.org/officeDocument/2006/relationships/customXml" Target="../ink/ink293.xml"/><Relationship Id="rId73" Type="http://schemas.openxmlformats.org/officeDocument/2006/relationships/image" Target="../media/image302.png"/><Relationship Id="rId94" Type="http://schemas.openxmlformats.org/officeDocument/2006/relationships/customXml" Target="../ink/ink314.xml"/><Relationship Id="rId148" Type="http://schemas.openxmlformats.org/officeDocument/2006/relationships/customXml" Target="../ink/ink341.xml"/><Relationship Id="rId169" Type="http://schemas.openxmlformats.org/officeDocument/2006/relationships/image" Target="../media/image350.png"/><Relationship Id="rId334" Type="http://schemas.openxmlformats.org/officeDocument/2006/relationships/customXml" Target="../ink/ink434.xml"/><Relationship Id="rId355" Type="http://schemas.openxmlformats.org/officeDocument/2006/relationships/image" Target="../media/image442.png"/><Relationship Id="rId4" Type="http://schemas.openxmlformats.org/officeDocument/2006/relationships/customXml" Target="../ink/ink269.xml"/><Relationship Id="rId180" Type="http://schemas.openxmlformats.org/officeDocument/2006/relationships/customXml" Target="../ink/ink357.xml"/><Relationship Id="rId215" Type="http://schemas.openxmlformats.org/officeDocument/2006/relationships/image" Target="../media/image373.png"/><Relationship Id="rId236" Type="http://schemas.openxmlformats.org/officeDocument/2006/relationships/customXml" Target="../ink/ink385.xml"/><Relationship Id="rId257" Type="http://schemas.openxmlformats.org/officeDocument/2006/relationships/image" Target="../media/image394.png"/><Relationship Id="rId278" Type="http://schemas.openxmlformats.org/officeDocument/2006/relationships/customXml" Target="../ink/ink406.xml"/><Relationship Id="rId303" Type="http://schemas.openxmlformats.org/officeDocument/2006/relationships/image" Target="../media/image416.png"/><Relationship Id="rId42" Type="http://schemas.openxmlformats.org/officeDocument/2006/relationships/customXml" Target="../ink/ink288.xml"/><Relationship Id="rId84" Type="http://schemas.openxmlformats.org/officeDocument/2006/relationships/customXml" Target="../ink/ink309.xml"/><Relationship Id="rId138" Type="http://schemas.openxmlformats.org/officeDocument/2006/relationships/customXml" Target="../ink/ink336.xml"/><Relationship Id="rId345" Type="http://schemas.openxmlformats.org/officeDocument/2006/relationships/image" Target="../media/image437.png"/><Relationship Id="rId191" Type="http://schemas.openxmlformats.org/officeDocument/2006/relationships/image" Target="../media/image361.png"/><Relationship Id="rId205" Type="http://schemas.openxmlformats.org/officeDocument/2006/relationships/image" Target="../media/image368.png"/><Relationship Id="rId247" Type="http://schemas.openxmlformats.org/officeDocument/2006/relationships/image" Target="../media/image389.png"/><Relationship Id="rId107" Type="http://schemas.openxmlformats.org/officeDocument/2006/relationships/image" Target="../media/image319.png"/><Relationship Id="rId289" Type="http://schemas.openxmlformats.org/officeDocument/2006/relationships/image" Target="../media/image1.png"/><Relationship Id="rId11" Type="http://schemas.openxmlformats.org/officeDocument/2006/relationships/image" Target="../media/image271.png"/><Relationship Id="rId53" Type="http://schemas.openxmlformats.org/officeDocument/2006/relationships/image" Target="../media/image292.png"/><Relationship Id="rId149" Type="http://schemas.openxmlformats.org/officeDocument/2006/relationships/image" Target="../media/image340.png"/><Relationship Id="rId314" Type="http://schemas.openxmlformats.org/officeDocument/2006/relationships/customXml" Target="../ink/ink424.xml"/><Relationship Id="rId356" Type="http://schemas.openxmlformats.org/officeDocument/2006/relationships/customXml" Target="../ink/ink445.xml"/><Relationship Id="rId95" Type="http://schemas.openxmlformats.org/officeDocument/2006/relationships/image" Target="../media/image313.png"/><Relationship Id="rId160" Type="http://schemas.openxmlformats.org/officeDocument/2006/relationships/customXml" Target="../ink/ink347.xml"/><Relationship Id="rId216" Type="http://schemas.openxmlformats.org/officeDocument/2006/relationships/customXml" Target="../ink/ink375.xml"/><Relationship Id="rId258" Type="http://schemas.openxmlformats.org/officeDocument/2006/relationships/customXml" Target="../ink/ink396.xml"/><Relationship Id="rId22" Type="http://schemas.openxmlformats.org/officeDocument/2006/relationships/customXml" Target="../ink/ink278.xml"/><Relationship Id="rId64" Type="http://schemas.openxmlformats.org/officeDocument/2006/relationships/customXml" Target="../ink/ink299.xml"/><Relationship Id="rId118" Type="http://schemas.openxmlformats.org/officeDocument/2006/relationships/customXml" Target="../ink/ink326.xml"/><Relationship Id="rId325" Type="http://schemas.openxmlformats.org/officeDocument/2006/relationships/image" Target="../media/image427.png"/><Relationship Id="rId171" Type="http://schemas.openxmlformats.org/officeDocument/2006/relationships/image" Target="../media/image351.png"/><Relationship Id="rId227" Type="http://schemas.openxmlformats.org/officeDocument/2006/relationships/image" Target="../media/image379.png"/><Relationship Id="rId269" Type="http://schemas.openxmlformats.org/officeDocument/2006/relationships/image" Target="../media/image400.png"/><Relationship Id="rId33" Type="http://schemas.openxmlformats.org/officeDocument/2006/relationships/image" Target="../media/image282.png"/><Relationship Id="rId129" Type="http://schemas.openxmlformats.org/officeDocument/2006/relationships/image" Target="../media/image330.png"/><Relationship Id="rId280" Type="http://schemas.openxmlformats.org/officeDocument/2006/relationships/customXml" Target="../ink/ink407.xml"/><Relationship Id="rId336" Type="http://schemas.openxmlformats.org/officeDocument/2006/relationships/customXml" Target="../ink/ink435.xml"/><Relationship Id="rId75" Type="http://schemas.openxmlformats.org/officeDocument/2006/relationships/image" Target="../media/image303.png"/><Relationship Id="rId140" Type="http://schemas.openxmlformats.org/officeDocument/2006/relationships/customXml" Target="../ink/ink337.xml"/><Relationship Id="rId182" Type="http://schemas.openxmlformats.org/officeDocument/2006/relationships/customXml" Target="../ink/ink358.xml"/><Relationship Id="rId6" Type="http://schemas.openxmlformats.org/officeDocument/2006/relationships/customXml" Target="../ink/ink270.xml"/><Relationship Id="rId238" Type="http://schemas.openxmlformats.org/officeDocument/2006/relationships/customXml" Target="../ink/ink386.xml"/><Relationship Id="rId291" Type="http://schemas.openxmlformats.org/officeDocument/2006/relationships/image" Target="../media/image410.png"/><Relationship Id="rId305" Type="http://schemas.openxmlformats.org/officeDocument/2006/relationships/image" Target="../media/image417.png"/><Relationship Id="rId347" Type="http://schemas.openxmlformats.org/officeDocument/2006/relationships/image" Target="../media/image438.png"/><Relationship Id="rId44" Type="http://schemas.openxmlformats.org/officeDocument/2006/relationships/customXml" Target="../ink/ink289.xml"/><Relationship Id="rId86" Type="http://schemas.openxmlformats.org/officeDocument/2006/relationships/customXml" Target="../ink/ink310.xml"/><Relationship Id="rId151" Type="http://schemas.openxmlformats.org/officeDocument/2006/relationships/image" Target="../media/image341.png"/><Relationship Id="rId193" Type="http://schemas.openxmlformats.org/officeDocument/2006/relationships/image" Target="../media/image362.png"/><Relationship Id="rId207" Type="http://schemas.openxmlformats.org/officeDocument/2006/relationships/image" Target="../media/image369.png"/><Relationship Id="rId249" Type="http://schemas.openxmlformats.org/officeDocument/2006/relationships/image" Target="../media/image390.png"/><Relationship Id="rId13" Type="http://schemas.openxmlformats.org/officeDocument/2006/relationships/image" Target="../media/image272.png"/><Relationship Id="rId109" Type="http://schemas.openxmlformats.org/officeDocument/2006/relationships/image" Target="../media/image320.png"/><Relationship Id="rId260" Type="http://schemas.openxmlformats.org/officeDocument/2006/relationships/customXml" Target="../ink/ink397.xml"/><Relationship Id="rId316" Type="http://schemas.openxmlformats.org/officeDocument/2006/relationships/customXml" Target="../ink/ink425.xml"/><Relationship Id="rId55" Type="http://schemas.openxmlformats.org/officeDocument/2006/relationships/image" Target="../media/image293.png"/><Relationship Id="rId97" Type="http://schemas.openxmlformats.org/officeDocument/2006/relationships/image" Target="../media/image314.png"/><Relationship Id="rId120" Type="http://schemas.openxmlformats.org/officeDocument/2006/relationships/customXml" Target="../ink/ink327.xml"/><Relationship Id="rId358" Type="http://schemas.openxmlformats.org/officeDocument/2006/relationships/customXml" Target="../ink/ink446.xml"/><Relationship Id="rId162" Type="http://schemas.openxmlformats.org/officeDocument/2006/relationships/customXml" Target="../ink/ink348.xml"/><Relationship Id="rId218" Type="http://schemas.openxmlformats.org/officeDocument/2006/relationships/customXml" Target="../ink/ink376.xml"/><Relationship Id="rId271" Type="http://schemas.openxmlformats.org/officeDocument/2006/relationships/image" Target="../media/image401.png"/><Relationship Id="rId24" Type="http://schemas.openxmlformats.org/officeDocument/2006/relationships/customXml" Target="../ink/ink279.xml"/><Relationship Id="rId66" Type="http://schemas.openxmlformats.org/officeDocument/2006/relationships/customXml" Target="../ink/ink300.xml"/><Relationship Id="rId131" Type="http://schemas.openxmlformats.org/officeDocument/2006/relationships/image" Target="../media/image331.png"/><Relationship Id="rId327" Type="http://schemas.openxmlformats.org/officeDocument/2006/relationships/image" Target="../media/image428.png"/><Relationship Id="rId173" Type="http://schemas.openxmlformats.org/officeDocument/2006/relationships/image" Target="../media/image352.png"/><Relationship Id="rId229" Type="http://schemas.openxmlformats.org/officeDocument/2006/relationships/image" Target="../media/image380.png"/><Relationship Id="rId240" Type="http://schemas.openxmlformats.org/officeDocument/2006/relationships/customXml" Target="../ink/ink387.xml"/><Relationship Id="rId35" Type="http://schemas.openxmlformats.org/officeDocument/2006/relationships/image" Target="../media/image283.png"/><Relationship Id="rId77" Type="http://schemas.openxmlformats.org/officeDocument/2006/relationships/image" Target="../media/image304.png"/><Relationship Id="rId100" Type="http://schemas.openxmlformats.org/officeDocument/2006/relationships/customXml" Target="../ink/ink317.xml"/><Relationship Id="rId282" Type="http://schemas.openxmlformats.org/officeDocument/2006/relationships/customXml" Target="../ink/ink408.xml"/><Relationship Id="rId338" Type="http://schemas.openxmlformats.org/officeDocument/2006/relationships/customXml" Target="../ink/ink436.xml"/><Relationship Id="rId8" Type="http://schemas.openxmlformats.org/officeDocument/2006/relationships/customXml" Target="../ink/ink271.xml"/><Relationship Id="rId142" Type="http://schemas.openxmlformats.org/officeDocument/2006/relationships/customXml" Target="../ink/ink338.xml"/><Relationship Id="rId184" Type="http://schemas.openxmlformats.org/officeDocument/2006/relationships/customXml" Target="../ink/ink359.xml"/><Relationship Id="rId251" Type="http://schemas.openxmlformats.org/officeDocument/2006/relationships/image" Target="../media/image391.png"/></Relationships>
</file>

<file path=ppt/slides/_rels/slide6.xml.rels><?xml version="1.0" encoding="UTF-8" standalone="yes"?>
<Relationships xmlns="http://schemas.openxmlformats.org/package/2006/relationships"><Relationship Id="rId117" Type="http://schemas.openxmlformats.org/officeDocument/2006/relationships/image" Target="../media/image499.png"/><Relationship Id="rId21" Type="http://schemas.openxmlformats.org/officeDocument/2006/relationships/image" Target="../media/image453.png"/><Relationship Id="rId63" Type="http://schemas.openxmlformats.org/officeDocument/2006/relationships/image" Target="../media/image472.png"/><Relationship Id="rId159" Type="http://schemas.openxmlformats.org/officeDocument/2006/relationships/image" Target="../media/image520.png"/><Relationship Id="rId170" Type="http://schemas.openxmlformats.org/officeDocument/2006/relationships/customXml" Target="../ink/ink531.xml"/><Relationship Id="rId226" Type="http://schemas.openxmlformats.org/officeDocument/2006/relationships/customXml" Target="../ink/ink559.xml"/><Relationship Id="rId268" Type="http://schemas.openxmlformats.org/officeDocument/2006/relationships/image" Target="../media/image573.png"/><Relationship Id="rId11" Type="http://schemas.openxmlformats.org/officeDocument/2006/relationships/image" Target="../media/image449.png"/><Relationship Id="rId32" Type="http://schemas.openxmlformats.org/officeDocument/2006/relationships/customXml" Target="../ink/ink462.xml"/><Relationship Id="rId53" Type="http://schemas.openxmlformats.org/officeDocument/2006/relationships/image" Target="../media/image468.png"/><Relationship Id="rId74" Type="http://schemas.openxmlformats.org/officeDocument/2006/relationships/customXml" Target="../ink/ink483.xml"/><Relationship Id="rId128" Type="http://schemas.openxmlformats.org/officeDocument/2006/relationships/customXml" Target="../ink/ink510.xml"/><Relationship Id="rId149" Type="http://schemas.openxmlformats.org/officeDocument/2006/relationships/image" Target="../media/image515.png"/><Relationship Id="rId5" Type="http://schemas.openxmlformats.org/officeDocument/2006/relationships/image" Target="../media/image446.png"/><Relationship Id="rId95" Type="http://schemas.openxmlformats.org/officeDocument/2006/relationships/image" Target="../media/image488.png"/><Relationship Id="rId160" Type="http://schemas.openxmlformats.org/officeDocument/2006/relationships/customXml" Target="../ink/ink526.xml"/><Relationship Id="rId181" Type="http://schemas.openxmlformats.org/officeDocument/2006/relationships/image" Target="../media/image531.png"/><Relationship Id="rId216" Type="http://schemas.openxmlformats.org/officeDocument/2006/relationships/customXml" Target="../ink/ink554.xml"/><Relationship Id="rId237" Type="http://schemas.openxmlformats.org/officeDocument/2006/relationships/image" Target="../media/image559.png"/><Relationship Id="rId258" Type="http://schemas.openxmlformats.org/officeDocument/2006/relationships/customXml" Target="../ink/ink576.xml"/><Relationship Id="rId22" Type="http://schemas.openxmlformats.org/officeDocument/2006/relationships/customXml" Target="../ink/ink457.xml"/><Relationship Id="rId43" Type="http://schemas.openxmlformats.org/officeDocument/2006/relationships/image" Target="../media/image463.png"/><Relationship Id="rId64" Type="http://schemas.openxmlformats.org/officeDocument/2006/relationships/customXml" Target="../ink/ink478.xml"/><Relationship Id="rId118" Type="http://schemas.openxmlformats.org/officeDocument/2006/relationships/customXml" Target="../ink/ink505.xml"/><Relationship Id="rId139" Type="http://schemas.openxmlformats.org/officeDocument/2006/relationships/image" Target="../media/image510.png"/><Relationship Id="rId85" Type="http://schemas.openxmlformats.org/officeDocument/2006/relationships/image" Target="../media/image483.png"/><Relationship Id="rId150" Type="http://schemas.openxmlformats.org/officeDocument/2006/relationships/customXml" Target="../ink/ink521.xml"/><Relationship Id="rId171" Type="http://schemas.openxmlformats.org/officeDocument/2006/relationships/image" Target="../media/image526.png"/><Relationship Id="rId192" Type="http://schemas.openxmlformats.org/officeDocument/2006/relationships/customXml" Target="../ink/ink542.xml"/><Relationship Id="rId206" Type="http://schemas.openxmlformats.org/officeDocument/2006/relationships/customXml" Target="../ink/ink549.xml"/><Relationship Id="rId227" Type="http://schemas.openxmlformats.org/officeDocument/2006/relationships/image" Target="../media/image554.png"/><Relationship Id="rId248" Type="http://schemas.openxmlformats.org/officeDocument/2006/relationships/customXml" Target="../ink/ink570.xml"/><Relationship Id="rId269" Type="http://schemas.openxmlformats.org/officeDocument/2006/relationships/customXml" Target="../ink/ink582.xml"/><Relationship Id="rId12" Type="http://schemas.openxmlformats.org/officeDocument/2006/relationships/customXml" Target="../ink/ink452.xml"/><Relationship Id="rId33" Type="http://schemas.openxmlformats.org/officeDocument/2006/relationships/image" Target="../media/image458.png"/><Relationship Id="rId108" Type="http://schemas.openxmlformats.org/officeDocument/2006/relationships/customXml" Target="../ink/ink500.xml"/><Relationship Id="rId129" Type="http://schemas.openxmlformats.org/officeDocument/2006/relationships/image" Target="../media/image505.png"/><Relationship Id="rId54" Type="http://schemas.openxmlformats.org/officeDocument/2006/relationships/customXml" Target="../ink/ink473.xml"/><Relationship Id="rId75" Type="http://schemas.openxmlformats.org/officeDocument/2006/relationships/image" Target="../media/image478.png"/><Relationship Id="rId96" Type="http://schemas.openxmlformats.org/officeDocument/2006/relationships/customXml" Target="../ink/ink494.xml"/><Relationship Id="rId140" Type="http://schemas.openxmlformats.org/officeDocument/2006/relationships/customXml" Target="../ink/ink516.xml"/><Relationship Id="rId161" Type="http://schemas.openxmlformats.org/officeDocument/2006/relationships/image" Target="../media/image521.png"/><Relationship Id="rId182" Type="http://schemas.openxmlformats.org/officeDocument/2006/relationships/customXml" Target="../ink/ink537.xml"/><Relationship Id="rId217" Type="http://schemas.openxmlformats.org/officeDocument/2006/relationships/image" Target="../media/image549.png"/><Relationship Id="rId6" Type="http://schemas.openxmlformats.org/officeDocument/2006/relationships/customXml" Target="../ink/ink449.xml"/><Relationship Id="rId238" Type="http://schemas.openxmlformats.org/officeDocument/2006/relationships/customXml" Target="../ink/ink565.xml"/><Relationship Id="rId259" Type="http://schemas.openxmlformats.org/officeDocument/2006/relationships/image" Target="../media/image569.png"/><Relationship Id="rId23" Type="http://schemas.openxmlformats.org/officeDocument/2006/relationships/image" Target="../media/image454.png"/><Relationship Id="rId119" Type="http://schemas.openxmlformats.org/officeDocument/2006/relationships/image" Target="../media/image500.png"/><Relationship Id="rId270" Type="http://schemas.openxmlformats.org/officeDocument/2006/relationships/customXml" Target="../ink/ink583.xml"/><Relationship Id="rId44" Type="http://schemas.openxmlformats.org/officeDocument/2006/relationships/customXml" Target="../ink/ink468.xml"/><Relationship Id="rId65" Type="http://schemas.openxmlformats.org/officeDocument/2006/relationships/image" Target="../media/image473.png"/><Relationship Id="rId86" Type="http://schemas.openxmlformats.org/officeDocument/2006/relationships/customXml" Target="../ink/ink489.xml"/><Relationship Id="rId130" Type="http://schemas.openxmlformats.org/officeDocument/2006/relationships/customXml" Target="../ink/ink511.xml"/><Relationship Id="rId151" Type="http://schemas.openxmlformats.org/officeDocument/2006/relationships/image" Target="../media/image516.png"/><Relationship Id="rId172" Type="http://schemas.openxmlformats.org/officeDocument/2006/relationships/customXml" Target="../ink/ink532.xml"/><Relationship Id="rId193" Type="http://schemas.openxmlformats.org/officeDocument/2006/relationships/image" Target="../media/image537.png"/><Relationship Id="rId207" Type="http://schemas.openxmlformats.org/officeDocument/2006/relationships/image" Target="../media/image544.png"/><Relationship Id="rId228" Type="http://schemas.openxmlformats.org/officeDocument/2006/relationships/customXml" Target="../ink/ink560.xml"/><Relationship Id="rId249" Type="http://schemas.openxmlformats.org/officeDocument/2006/relationships/customXml" Target="../ink/ink571.xml"/><Relationship Id="rId13" Type="http://schemas.openxmlformats.org/officeDocument/2006/relationships/image" Target="../media/image450.png"/><Relationship Id="rId109" Type="http://schemas.openxmlformats.org/officeDocument/2006/relationships/image" Target="../media/image495.png"/><Relationship Id="rId260" Type="http://schemas.openxmlformats.org/officeDocument/2006/relationships/customXml" Target="../ink/ink577.xml"/><Relationship Id="rId34" Type="http://schemas.openxmlformats.org/officeDocument/2006/relationships/customXml" Target="../ink/ink463.xml"/><Relationship Id="rId55" Type="http://schemas.openxmlformats.org/officeDocument/2006/relationships/image" Target="../media/image469.png"/><Relationship Id="rId76" Type="http://schemas.openxmlformats.org/officeDocument/2006/relationships/customXml" Target="../ink/ink484.xml"/><Relationship Id="rId97" Type="http://schemas.openxmlformats.org/officeDocument/2006/relationships/image" Target="../media/image489.png"/><Relationship Id="rId120" Type="http://schemas.openxmlformats.org/officeDocument/2006/relationships/customXml" Target="../ink/ink506.xml"/><Relationship Id="rId141" Type="http://schemas.openxmlformats.org/officeDocument/2006/relationships/image" Target="../media/image511.png"/><Relationship Id="rId7" Type="http://schemas.openxmlformats.org/officeDocument/2006/relationships/image" Target="../media/image447.png"/><Relationship Id="rId162" Type="http://schemas.openxmlformats.org/officeDocument/2006/relationships/customXml" Target="../ink/ink527.xml"/><Relationship Id="rId183" Type="http://schemas.openxmlformats.org/officeDocument/2006/relationships/image" Target="../media/image532.png"/><Relationship Id="rId218" Type="http://schemas.openxmlformats.org/officeDocument/2006/relationships/customXml" Target="../ink/ink555.xml"/><Relationship Id="rId239" Type="http://schemas.openxmlformats.org/officeDocument/2006/relationships/image" Target="../media/image560.png"/><Relationship Id="rId250" Type="http://schemas.openxmlformats.org/officeDocument/2006/relationships/customXml" Target="../ink/ink572.xml"/><Relationship Id="rId271" Type="http://schemas.openxmlformats.org/officeDocument/2006/relationships/image" Target="../media/image574.png"/><Relationship Id="rId24" Type="http://schemas.openxmlformats.org/officeDocument/2006/relationships/customXml" Target="../ink/ink458.xml"/><Relationship Id="rId45" Type="http://schemas.openxmlformats.org/officeDocument/2006/relationships/image" Target="../media/image464.png"/><Relationship Id="rId66" Type="http://schemas.openxmlformats.org/officeDocument/2006/relationships/customXml" Target="../ink/ink479.xml"/><Relationship Id="rId87" Type="http://schemas.openxmlformats.org/officeDocument/2006/relationships/image" Target="../media/image484.png"/><Relationship Id="rId110" Type="http://schemas.openxmlformats.org/officeDocument/2006/relationships/customXml" Target="../ink/ink501.xml"/><Relationship Id="rId131" Type="http://schemas.openxmlformats.org/officeDocument/2006/relationships/image" Target="../media/image506.png"/><Relationship Id="rId152" Type="http://schemas.openxmlformats.org/officeDocument/2006/relationships/customXml" Target="../ink/ink522.xml"/><Relationship Id="rId173" Type="http://schemas.openxmlformats.org/officeDocument/2006/relationships/image" Target="../media/image527.png"/><Relationship Id="rId194" Type="http://schemas.openxmlformats.org/officeDocument/2006/relationships/customXml" Target="../ink/ink543.xml"/><Relationship Id="rId208" Type="http://schemas.openxmlformats.org/officeDocument/2006/relationships/customXml" Target="../ink/ink550.xml"/><Relationship Id="rId229" Type="http://schemas.openxmlformats.org/officeDocument/2006/relationships/image" Target="../media/image555.png"/><Relationship Id="rId240" Type="http://schemas.openxmlformats.org/officeDocument/2006/relationships/customXml" Target="../ink/ink566.xml"/><Relationship Id="rId261" Type="http://schemas.openxmlformats.org/officeDocument/2006/relationships/image" Target="../media/image570.png"/><Relationship Id="rId14" Type="http://schemas.openxmlformats.org/officeDocument/2006/relationships/customXml" Target="../ink/ink453.xml"/><Relationship Id="rId35" Type="http://schemas.openxmlformats.org/officeDocument/2006/relationships/image" Target="../media/image459.png"/><Relationship Id="rId56" Type="http://schemas.openxmlformats.org/officeDocument/2006/relationships/customXml" Target="../ink/ink474.xml"/><Relationship Id="rId77" Type="http://schemas.openxmlformats.org/officeDocument/2006/relationships/image" Target="../media/image479.png"/><Relationship Id="rId100" Type="http://schemas.openxmlformats.org/officeDocument/2006/relationships/customXml" Target="../ink/ink496.xml"/><Relationship Id="rId8" Type="http://schemas.openxmlformats.org/officeDocument/2006/relationships/customXml" Target="../ink/ink450.xml"/><Relationship Id="rId98" Type="http://schemas.openxmlformats.org/officeDocument/2006/relationships/customXml" Target="../ink/ink495.xml"/><Relationship Id="rId121" Type="http://schemas.openxmlformats.org/officeDocument/2006/relationships/image" Target="../media/image501.png"/><Relationship Id="rId142" Type="http://schemas.openxmlformats.org/officeDocument/2006/relationships/customXml" Target="../ink/ink517.xml"/><Relationship Id="rId163" Type="http://schemas.openxmlformats.org/officeDocument/2006/relationships/image" Target="../media/image522.png"/><Relationship Id="rId184" Type="http://schemas.openxmlformats.org/officeDocument/2006/relationships/customXml" Target="../ink/ink538.xml"/><Relationship Id="rId219" Type="http://schemas.openxmlformats.org/officeDocument/2006/relationships/image" Target="../media/image550.png"/><Relationship Id="rId230" Type="http://schemas.openxmlformats.org/officeDocument/2006/relationships/customXml" Target="../ink/ink561.xml"/><Relationship Id="rId251" Type="http://schemas.openxmlformats.org/officeDocument/2006/relationships/image" Target="../media/image565.png"/><Relationship Id="rId25" Type="http://schemas.openxmlformats.org/officeDocument/2006/relationships/image" Target="../media/image455.png"/><Relationship Id="rId46" Type="http://schemas.openxmlformats.org/officeDocument/2006/relationships/customXml" Target="../ink/ink469.xml"/><Relationship Id="rId67" Type="http://schemas.openxmlformats.org/officeDocument/2006/relationships/image" Target="../media/image474.png"/><Relationship Id="rId88" Type="http://schemas.openxmlformats.org/officeDocument/2006/relationships/customXml" Target="../ink/ink490.xml"/><Relationship Id="rId111" Type="http://schemas.openxmlformats.org/officeDocument/2006/relationships/image" Target="../media/image496.png"/><Relationship Id="rId132" Type="http://schemas.openxmlformats.org/officeDocument/2006/relationships/customXml" Target="../ink/ink512.xml"/><Relationship Id="rId153" Type="http://schemas.openxmlformats.org/officeDocument/2006/relationships/image" Target="../media/image517.png"/><Relationship Id="rId174" Type="http://schemas.openxmlformats.org/officeDocument/2006/relationships/customXml" Target="../ink/ink533.xml"/><Relationship Id="rId195" Type="http://schemas.openxmlformats.org/officeDocument/2006/relationships/image" Target="../media/image538.png"/><Relationship Id="rId209" Type="http://schemas.openxmlformats.org/officeDocument/2006/relationships/image" Target="../media/image545.png"/><Relationship Id="rId220" Type="http://schemas.openxmlformats.org/officeDocument/2006/relationships/customXml" Target="../ink/ink556.xml"/><Relationship Id="rId241" Type="http://schemas.openxmlformats.org/officeDocument/2006/relationships/image" Target="../media/image561.png"/><Relationship Id="rId15" Type="http://schemas.openxmlformats.org/officeDocument/2006/relationships/image" Target="../media/image315.png"/><Relationship Id="rId36" Type="http://schemas.openxmlformats.org/officeDocument/2006/relationships/customXml" Target="../ink/ink464.xml"/><Relationship Id="rId57" Type="http://schemas.openxmlformats.org/officeDocument/2006/relationships/image" Target="../media/image470.png"/><Relationship Id="rId262" Type="http://schemas.openxmlformats.org/officeDocument/2006/relationships/customXml" Target="../ink/ink578.xml"/><Relationship Id="rId78" Type="http://schemas.openxmlformats.org/officeDocument/2006/relationships/customXml" Target="../ink/ink485.xml"/><Relationship Id="rId99" Type="http://schemas.openxmlformats.org/officeDocument/2006/relationships/image" Target="../media/image490.png"/><Relationship Id="rId101" Type="http://schemas.openxmlformats.org/officeDocument/2006/relationships/image" Target="../media/image491.png"/><Relationship Id="rId122" Type="http://schemas.openxmlformats.org/officeDocument/2006/relationships/customXml" Target="../ink/ink507.xml"/><Relationship Id="rId143" Type="http://schemas.openxmlformats.org/officeDocument/2006/relationships/image" Target="../media/image512.png"/><Relationship Id="rId164" Type="http://schemas.openxmlformats.org/officeDocument/2006/relationships/customXml" Target="../ink/ink528.xml"/><Relationship Id="rId185" Type="http://schemas.openxmlformats.org/officeDocument/2006/relationships/image" Target="../media/image533.png"/><Relationship Id="rId9" Type="http://schemas.openxmlformats.org/officeDocument/2006/relationships/image" Target="../media/image448.png"/><Relationship Id="rId210" Type="http://schemas.openxmlformats.org/officeDocument/2006/relationships/customXml" Target="../ink/ink551.xml"/><Relationship Id="rId26" Type="http://schemas.openxmlformats.org/officeDocument/2006/relationships/customXml" Target="../ink/ink459.xml"/><Relationship Id="rId231" Type="http://schemas.openxmlformats.org/officeDocument/2006/relationships/image" Target="../media/image556.png"/><Relationship Id="rId252" Type="http://schemas.openxmlformats.org/officeDocument/2006/relationships/customXml" Target="../ink/ink573.xml"/><Relationship Id="rId47" Type="http://schemas.openxmlformats.org/officeDocument/2006/relationships/image" Target="../media/image465.png"/><Relationship Id="rId68" Type="http://schemas.openxmlformats.org/officeDocument/2006/relationships/customXml" Target="../ink/ink480.xml"/><Relationship Id="rId89" Type="http://schemas.openxmlformats.org/officeDocument/2006/relationships/image" Target="../media/image485.png"/><Relationship Id="rId112" Type="http://schemas.openxmlformats.org/officeDocument/2006/relationships/customXml" Target="../ink/ink502.xml"/><Relationship Id="rId133" Type="http://schemas.openxmlformats.org/officeDocument/2006/relationships/image" Target="../media/image507.png"/><Relationship Id="rId154" Type="http://schemas.openxmlformats.org/officeDocument/2006/relationships/customXml" Target="../ink/ink523.xml"/><Relationship Id="rId175" Type="http://schemas.openxmlformats.org/officeDocument/2006/relationships/image" Target="../media/image528.png"/><Relationship Id="rId196" Type="http://schemas.openxmlformats.org/officeDocument/2006/relationships/customXml" Target="../ink/ink544.xml"/><Relationship Id="rId200" Type="http://schemas.openxmlformats.org/officeDocument/2006/relationships/customXml" Target="../ink/ink546.xml"/><Relationship Id="rId16" Type="http://schemas.openxmlformats.org/officeDocument/2006/relationships/customXml" Target="../ink/ink454.xml"/><Relationship Id="rId221" Type="http://schemas.openxmlformats.org/officeDocument/2006/relationships/image" Target="../media/image551.png"/><Relationship Id="rId242" Type="http://schemas.openxmlformats.org/officeDocument/2006/relationships/customXml" Target="../ink/ink567.xml"/><Relationship Id="rId263" Type="http://schemas.openxmlformats.org/officeDocument/2006/relationships/customXml" Target="../ink/ink579.xml"/><Relationship Id="rId37" Type="http://schemas.openxmlformats.org/officeDocument/2006/relationships/image" Target="../media/image460.png"/><Relationship Id="rId58" Type="http://schemas.openxmlformats.org/officeDocument/2006/relationships/customXml" Target="../ink/ink475.xml"/><Relationship Id="rId79" Type="http://schemas.openxmlformats.org/officeDocument/2006/relationships/image" Target="../media/image480.png"/><Relationship Id="rId102" Type="http://schemas.openxmlformats.org/officeDocument/2006/relationships/customXml" Target="../ink/ink497.xml"/><Relationship Id="rId123" Type="http://schemas.openxmlformats.org/officeDocument/2006/relationships/image" Target="../media/image502.png"/><Relationship Id="rId144" Type="http://schemas.openxmlformats.org/officeDocument/2006/relationships/customXml" Target="../ink/ink518.xml"/><Relationship Id="rId90" Type="http://schemas.openxmlformats.org/officeDocument/2006/relationships/customXml" Target="../ink/ink491.xml"/><Relationship Id="rId165" Type="http://schemas.openxmlformats.org/officeDocument/2006/relationships/image" Target="../media/image523.png"/><Relationship Id="rId186" Type="http://schemas.openxmlformats.org/officeDocument/2006/relationships/customXml" Target="../ink/ink539.xml"/><Relationship Id="rId211" Type="http://schemas.openxmlformats.org/officeDocument/2006/relationships/image" Target="../media/image546.png"/><Relationship Id="rId232" Type="http://schemas.openxmlformats.org/officeDocument/2006/relationships/customXml" Target="../ink/ink562.xml"/><Relationship Id="rId253" Type="http://schemas.openxmlformats.org/officeDocument/2006/relationships/image" Target="../media/image566.png"/><Relationship Id="rId27" Type="http://schemas.openxmlformats.org/officeDocument/2006/relationships/image" Target="../media/image441.png"/><Relationship Id="rId48" Type="http://schemas.openxmlformats.org/officeDocument/2006/relationships/customXml" Target="../ink/ink470.xml"/><Relationship Id="rId69" Type="http://schemas.openxmlformats.org/officeDocument/2006/relationships/image" Target="../media/image475.png"/><Relationship Id="rId113" Type="http://schemas.openxmlformats.org/officeDocument/2006/relationships/image" Target="../media/image497.png"/><Relationship Id="rId134" Type="http://schemas.openxmlformats.org/officeDocument/2006/relationships/customXml" Target="../ink/ink513.xml"/><Relationship Id="rId80" Type="http://schemas.openxmlformats.org/officeDocument/2006/relationships/customXml" Target="../ink/ink486.xml"/><Relationship Id="rId155" Type="http://schemas.openxmlformats.org/officeDocument/2006/relationships/image" Target="../media/image518.png"/><Relationship Id="rId176" Type="http://schemas.openxmlformats.org/officeDocument/2006/relationships/customXml" Target="../ink/ink534.xml"/><Relationship Id="rId197" Type="http://schemas.openxmlformats.org/officeDocument/2006/relationships/image" Target="../media/image539.png"/><Relationship Id="rId201" Type="http://schemas.openxmlformats.org/officeDocument/2006/relationships/image" Target="../media/image541.png"/><Relationship Id="rId222" Type="http://schemas.openxmlformats.org/officeDocument/2006/relationships/customXml" Target="../ink/ink557.xml"/><Relationship Id="rId243" Type="http://schemas.openxmlformats.org/officeDocument/2006/relationships/image" Target="../media/image562.png"/><Relationship Id="rId264" Type="http://schemas.openxmlformats.org/officeDocument/2006/relationships/image" Target="../media/image571.png"/><Relationship Id="rId17" Type="http://schemas.openxmlformats.org/officeDocument/2006/relationships/image" Target="../media/image451.png"/><Relationship Id="rId38" Type="http://schemas.openxmlformats.org/officeDocument/2006/relationships/customXml" Target="../ink/ink465.xml"/><Relationship Id="rId59" Type="http://schemas.openxmlformats.org/officeDocument/2006/relationships/image" Target="../media/image471.png"/><Relationship Id="rId103" Type="http://schemas.openxmlformats.org/officeDocument/2006/relationships/image" Target="../media/image492.png"/><Relationship Id="rId124" Type="http://schemas.openxmlformats.org/officeDocument/2006/relationships/customXml" Target="../ink/ink508.xml"/><Relationship Id="rId70" Type="http://schemas.openxmlformats.org/officeDocument/2006/relationships/customXml" Target="../ink/ink481.xml"/><Relationship Id="rId91" Type="http://schemas.openxmlformats.org/officeDocument/2006/relationships/image" Target="../media/image486.png"/><Relationship Id="rId145" Type="http://schemas.openxmlformats.org/officeDocument/2006/relationships/image" Target="../media/image513.png"/><Relationship Id="rId166" Type="http://schemas.openxmlformats.org/officeDocument/2006/relationships/customXml" Target="../ink/ink529.xml"/><Relationship Id="rId187" Type="http://schemas.openxmlformats.org/officeDocument/2006/relationships/image" Target="../media/image534.png"/><Relationship Id="rId1" Type="http://schemas.openxmlformats.org/officeDocument/2006/relationships/slideLayout" Target="../slideLayouts/slideLayout7.xml"/><Relationship Id="rId212" Type="http://schemas.openxmlformats.org/officeDocument/2006/relationships/customXml" Target="../ink/ink552.xml"/><Relationship Id="rId233" Type="http://schemas.openxmlformats.org/officeDocument/2006/relationships/image" Target="../media/image557.png"/><Relationship Id="rId254" Type="http://schemas.openxmlformats.org/officeDocument/2006/relationships/customXml" Target="../ink/ink574.xml"/><Relationship Id="rId28" Type="http://schemas.openxmlformats.org/officeDocument/2006/relationships/customXml" Target="../ink/ink460.xml"/><Relationship Id="rId49" Type="http://schemas.openxmlformats.org/officeDocument/2006/relationships/image" Target="../media/image466.png"/><Relationship Id="rId114" Type="http://schemas.openxmlformats.org/officeDocument/2006/relationships/customXml" Target="../ink/ink503.xml"/><Relationship Id="rId60" Type="http://schemas.openxmlformats.org/officeDocument/2006/relationships/customXml" Target="../ink/ink476.xml"/><Relationship Id="rId81" Type="http://schemas.openxmlformats.org/officeDocument/2006/relationships/image" Target="../media/image481.png"/><Relationship Id="rId135" Type="http://schemas.openxmlformats.org/officeDocument/2006/relationships/image" Target="../media/image508.png"/><Relationship Id="rId156" Type="http://schemas.openxmlformats.org/officeDocument/2006/relationships/customXml" Target="../ink/ink524.xml"/><Relationship Id="rId177" Type="http://schemas.openxmlformats.org/officeDocument/2006/relationships/image" Target="../media/image529.png"/><Relationship Id="rId198" Type="http://schemas.openxmlformats.org/officeDocument/2006/relationships/customXml" Target="../ink/ink545.xml"/><Relationship Id="rId202" Type="http://schemas.openxmlformats.org/officeDocument/2006/relationships/customXml" Target="../ink/ink547.xml"/><Relationship Id="rId223" Type="http://schemas.openxmlformats.org/officeDocument/2006/relationships/image" Target="../media/image552.png"/><Relationship Id="rId244" Type="http://schemas.openxmlformats.org/officeDocument/2006/relationships/customXml" Target="../ink/ink568.xml"/><Relationship Id="rId18" Type="http://schemas.openxmlformats.org/officeDocument/2006/relationships/customXml" Target="../ink/ink455.xml"/><Relationship Id="rId39" Type="http://schemas.openxmlformats.org/officeDocument/2006/relationships/image" Target="../media/image461.png"/><Relationship Id="rId265" Type="http://schemas.openxmlformats.org/officeDocument/2006/relationships/customXml" Target="../ink/ink580.xml"/><Relationship Id="rId50" Type="http://schemas.openxmlformats.org/officeDocument/2006/relationships/customXml" Target="../ink/ink471.xml"/><Relationship Id="rId104" Type="http://schemas.openxmlformats.org/officeDocument/2006/relationships/customXml" Target="../ink/ink498.xml"/><Relationship Id="rId125" Type="http://schemas.openxmlformats.org/officeDocument/2006/relationships/image" Target="../media/image503.png"/><Relationship Id="rId146" Type="http://schemas.openxmlformats.org/officeDocument/2006/relationships/customXml" Target="../ink/ink519.xml"/><Relationship Id="rId167" Type="http://schemas.openxmlformats.org/officeDocument/2006/relationships/image" Target="../media/image524.png"/><Relationship Id="rId188" Type="http://schemas.openxmlformats.org/officeDocument/2006/relationships/customXml" Target="../ink/ink540.xml"/><Relationship Id="rId71" Type="http://schemas.openxmlformats.org/officeDocument/2006/relationships/image" Target="../media/image476.png"/><Relationship Id="rId92" Type="http://schemas.openxmlformats.org/officeDocument/2006/relationships/customXml" Target="../ink/ink492.xml"/><Relationship Id="rId213" Type="http://schemas.openxmlformats.org/officeDocument/2006/relationships/image" Target="../media/image547.png"/><Relationship Id="rId234" Type="http://schemas.openxmlformats.org/officeDocument/2006/relationships/customXml" Target="../ink/ink563.xml"/><Relationship Id="rId2" Type="http://schemas.openxmlformats.org/officeDocument/2006/relationships/customXml" Target="../ink/ink447.xml"/><Relationship Id="rId29" Type="http://schemas.openxmlformats.org/officeDocument/2006/relationships/image" Target="../media/image456.png"/><Relationship Id="rId255" Type="http://schemas.openxmlformats.org/officeDocument/2006/relationships/image" Target="../media/image567.png"/><Relationship Id="rId40" Type="http://schemas.openxmlformats.org/officeDocument/2006/relationships/customXml" Target="../ink/ink466.xml"/><Relationship Id="rId115" Type="http://schemas.openxmlformats.org/officeDocument/2006/relationships/image" Target="../media/image498.png"/><Relationship Id="rId136" Type="http://schemas.openxmlformats.org/officeDocument/2006/relationships/customXml" Target="../ink/ink514.xml"/><Relationship Id="rId157" Type="http://schemas.openxmlformats.org/officeDocument/2006/relationships/image" Target="../media/image519.png"/><Relationship Id="rId178" Type="http://schemas.openxmlformats.org/officeDocument/2006/relationships/customXml" Target="../ink/ink535.xml"/><Relationship Id="rId61" Type="http://schemas.openxmlformats.org/officeDocument/2006/relationships/image" Target="../media/image1.png"/><Relationship Id="rId82" Type="http://schemas.openxmlformats.org/officeDocument/2006/relationships/customXml" Target="../ink/ink487.xml"/><Relationship Id="rId199" Type="http://schemas.openxmlformats.org/officeDocument/2006/relationships/image" Target="../media/image540.png"/><Relationship Id="rId203" Type="http://schemas.openxmlformats.org/officeDocument/2006/relationships/image" Target="../media/image542.png"/><Relationship Id="rId19" Type="http://schemas.openxmlformats.org/officeDocument/2006/relationships/image" Target="../media/image452.png"/><Relationship Id="rId224" Type="http://schemas.openxmlformats.org/officeDocument/2006/relationships/customXml" Target="../ink/ink558.xml"/><Relationship Id="rId245" Type="http://schemas.openxmlformats.org/officeDocument/2006/relationships/image" Target="../media/image563.png"/><Relationship Id="rId266" Type="http://schemas.openxmlformats.org/officeDocument/2006/relationships/image" Target="../media/image572.png"/><Relationship Id="rId30" Type="http://schemas.openxmlformats.org/officeDocument/2006/relationships/customXml" Target="../ink/ink461.xml"/><Relationship Id="rId105" Type="http://schemas.openxmlformats.org/officeDocument/2006/relationships/image" Target="../media/image493.png"/><Relationship Id="rId126" Type="http://schemas.openxmlformats.org/officeDocument/2006/relationships/customXml" Target="../ink/ink509.xml"/><Relationship Id="rId147" Type="http://schemas.openxmlformats.org/officeDocument/2006/relationships/image" Target="../media/image514.png"/><Relationship Id="rId168" Type="http://schemas.openxmlformats.org/officeDocument/2006/relationships/customXml" Target="../ink/ink530.xml"/><Relationship Id="rId51" Type="http://schemas.openxmlformats.org/officeDocument/2006/relationships/image" Target="../media/image467.png"/><Relationship Id="rId72" Type="http://schemas.openxmlformats.org/officeDocument/2006/relationships/customXml" Target="../ink/ink482.xml"/><Relationship Id="rId93" Type="http://schemas.openxmlformats.org/officeDocument/2006/relationships/image" Target="../media/image487.png"/><Relationship Id="rId189" Type="http://schemas.openxmlformats.org/officeDocument/2006/relationships/image" Target="../media/image535.png"/><Relationship Id="rId3" Type="http://schemas.openxmlformats.org/officeDocument/2006/relationships/image" Target="../media/image445.png"/><Relationship Id="rId214" Type="http://schemas.openxmlformats.org/officeDocument/2006/relationships/customXml" Target="../ink/ink553.xml"/><Relationship Id="rId235" Type="http://schemas.openxmlformats.org/officeDocument/2006/relationships/image" Target="../media/image558.png"/><Relationship Id="rId256" Type="http://schemas.openxmlformats.org/officeDocument/2006/relationships/customXml" Target="../ink/ink575.xml"/><Relationship Id="rId116" Type="http://schemas.openxmlformats.org/officeDocument/2006/relationships/customXml" Target="../ink/ink504.xml"/><Relationship Id="rId137" Type="http://schemas.openxmlformats.org/officeDocument/2006/relationships/image" Target="../media/image509.png"/><Relationship Id="rId158" Type="http://schemas.openxmlformats.org/officeDocument/2006/relationships/customXml" Target="../ink/ink525.xml"/><Relationship Id="rId20" Type="http://schemas.openxmlformats.org/officeDocument/2006/relationships/customXml" Target="../ink/ink456.xml"/><Relationship Id="rId41" Type="http://schemas.openxmlformats.org/officeDocument/2006/relationships/image" Target="../media/image462.png"/><Relationship Id="rId62" Type="http://schemas.openxmlformats.org/officeDocument/2006/relationships/customXml" Target="../ink/ink477.xml"/><Relationship Id="rId83" Type="http://schemas.openxmlformats.org/officeDocument/2006/relationships/image" Target="../media/image482.png"/><Relationship Id="rId179" Type="http://schemas.openxmlformats.org/officeDocument/2006/relationships/image" Target="../media/image530.png"/><Relationship Id="rId190" Type="http://schemas.openxmlformats.org/officeDocument/2006/relationships/customXml" Target="../ink/ink541.xml"/><Relationship Id="rId204" Type="http://schemas.openxmlformats.org/officeDocument/2006/relationships/customXml" Target="../ink/ink548.xml"/><Relationship Id="rId225" Type="http://schemas.openxmlformats.org/officeDocument/2006/relationships/image" Target="../media/image553.png"/><Relationship Id="rId246" Type="http://schemas.openxmlformats.org/officeDocument/2006/relationships/customXml" Target="../ink/ink569.xml"/><Relationship Id="rId267" Type="http://schemas.openxmlformats.org/officeDocument/2006/relationships/customXml" Target="../ink/ink581.xml"/><Relationship Id="rId106" Type="http://schemas.openxmlformats.org/officeDocument/2006/relationships/customXml" Target="../ink/ink499.xml"/><Relationship Id="rId127" Type="http://schemas.openxmlformats.org/officeDocument/2006/relationships/image" Target="../media/image504.png"/><Relationship Id="rId10" Type="http://schemas.openxmlformats.org/officeDocument/2006/relationships/customXml" Target="../ink/ink451.xml"/><Relationship Id="rId31" Type="http://schemas.openxmlformats.org/officeDocument/2006/relationships/image" Target="../media/image457.png"/><Relationship Id="rId52" Type="http://schemas.openxmlformats.org/officeDocument/2006/relationships/customXml" Target="../ink/ink472.xml"/><Relationship Id="rId73" Type="http://schemas.openxmlformats.org/officeDocument/2006/relationships/image" Target="../media/image477.png"/><Relationship Id="rId94" Type="http://schemas.openxmlformats.org/officeDocument/2006/relationships/customXml" Target="../ink/ink493.xml"/><Relationship Id="rId148" Type="http://schemas.openxmlformats.org/officeDocument/2006/relationships/customXml" Target="../ink/ink520.xml"/><Relationship Id="rId169" Type="http://schemas.openxmlformats.org/officeDocument/2006/relationships/image" Target="../media/image525.png"/><Relationship Id="rId4" Type="http://schemas.openxmlformats.org/officeDocument/2006/relationships/customXml" Target="../ink/ink448.xml"/><Relationship Id="rId180" Type="http://schemas.openxmlformats.org/officeDocument/2006/relationships/customXml" Target="../ink/ink536.xml"/><Relationship Id="rId215" Type="http://schemas.openxmlformats.org/officeDocument/2006/relationships/image" Target="../media/image548.png"/><Relationship Id="rId236" Type="http://schemas.openxmlformats.org/officeDocument/2006/relationships/customXml" Target="../ink/ink564.xml"/><Relationship Id="rId257" Type="http://schemas.openxmlformats.org/officeDocument/2006/relationships/image" Target="../media/image568.png"/><Relationship Id="rId42" Type="http://schemas.openxmlformats.org/officeDocument/2006/relationships/customXml" Target="../ink/ink467.xml"/><Relationship Id="rId84" Type="http://schemas.openxmlformats.org/officeDocument/2006/relationships/customXml" Target="../ink/ink488.xml"/><Relationship Id="rId138" Type="http://schemas.openxmlformats.org/officeDocument/2006/relationships/customXml" Target="../ink/ink515.xml"/><Relationship Id="rId191" Type="http://schemas.openxmlformats.org/officeDocument/2006/relationships/image" Target="../media/image536.png"/><Relationship Id="rId205" Type="http://schemas.openxmlformats.org/officeDocument/2006/relationships/image" Target="../media/image543.png"/><Relationship Id="rId247" Type="http://schemas.openxmlformats.org/officeDocument/2006/relationships/image" Target="../media/image564.png"/><Relationship Id="rId107" Type="http://schemas.openxmlformats.org/officeDocument/2006/relationships/image" Target="../media/image49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Entrada de lápiz 3">
                <a:extLst>
                  <a:ext uri="{FF2B5EF4-FFF2-40B4-BE49-F238E27FC236}">
                    <a16:creationId xmlns:a16="http://schemas.microsoft.com/office/drawing/2014/main" id="{824075A0-1DC1-476C-8E54-9A1E5D12538D}"/>
                  </a:ext>
                </a:extLst>
              </p14:cNvPr>
              <p14:cNvContentPartPr/>
              <p14:nvPr/>
            </p14:nvContentPartPr>
            <p14:xfrm>
              <a:off x="13047526" y="339609"/>
              <a:ext cx="360" cy="360"/>
            </p14:xfrm>
          </p:contentPart>
        </mc:Choice>
        <mc:Fallback>
          <p:pic>
            <p:nvPicPr>
              <p:cNvPr id="4" name="Entrada de lápiz 3">
                <a:extLst>
                  <a:ext uri="{FF2B5EF4-FFF2-40B4-BE49-F238E27FC236}">
                    <a16:creationId xmlns:a16="http://schemas.microsoft.com/office/drawing/2014/main" id="{824075A0-1DC1-476C-8E54-9A1E5D12538D}"/>
                  </a:ext>
                </a:extLst>
              </p:cNvPr>
              <p:cNvPicPr/>
              <p:nvPr/>
            </p:nvPicPr>
            <p:blipFill>
              <a:blip r:embed="rId3"/>
              <a:stretch>
                <a:fillRect/>
              </a:stretch>
            </p:blipFill>
            <p:spPr>
              <a:xfrm>
                <a:off x="13038886" y="330609"/>
                <a:ext cx="18000" cy="18000"/>
              </a:xfrm>
              <a:prstGeom prst="rect">
                <a:avLst/>
              </a:prstGeom>
            </p:spPr>
          </p:pic>
        </mc:Fallback>
      </mc:AlternateContent>
      <p:grpSp>
        <p:nvGrpSpPr>
          <p:cNvPr id="58" name="Grupo 57">
            <a:extLst>
              <a:ext uri="{FF2B5EF4-FFF2-40B4-BE49-F238E27FC236}">
                <a16:creationId xmlns:a16="http://schemas.microsoft.com/office/drawing/2014/main" id="{3F9C2A59-D678-4D41-A486-682B9FAABCA3}"/>
              </a:ext>
            </a:extLst>
          </p:cNvPr>
          <p:cNvGrpSpPr/>
          <p:nvPr/>
        </p:nvGrpSpPr>
        <p:grpSpPr>
          <a:xfrm>
            <a:off x="433126" y="2136369"/>
            <a:ext cx="1363680" cy="591480"/>
            <a:chOff x="433126" y="2136369"/>
            <a:chExt cx="1363680" cy="591480"/>
          </a:xfrm>
        </p:grpSpPr>
        <mc:AlternateContent xmlns:mc="http://schemas.openxmlformats.org/markup-compatibility/2006">
          <mc:Choice xmlns:p14="http://schemas.microsoft.com/office/powerpoint/2010/main" Requires="p14">
            <p:contentPart p14:bwMode="auto" r:id="rId4">
              <p14:nvContentPartPr>
                <p14:cNvPr id="46" name="Entrada de lápiz 45">
                  <a:extLst>
                    <a:ext uri="{FF2B5EF4-FFF2-40B4-BE49-F238E27FC236}">
                      <a16:creationId xmlns:a16="http://schemas.microsoft.com/office/drawing/2014/main" id="{A3103015-7596-4159-93F2-32923C8332E6}"/>
                    </a:ext>
                  </a:extLst>
                </p14:cNvPr>
                <p14:cNvContentPartPr/>
                <p14:nvPr/>
              </p14:nvContentPartPr>
              <p14:xfrm>
                <a:off x="465886" y="2136369"/>
                <a:ext cx="155160" cy="436320"/>
              </p14:xfrm>
            </p:contentPart>
          </mc:Choice>
          <mc:Fallback>
            <p:pic>
              <p:nvPicPr>
                <p:cNvPr id="46" name="Entrada de lápiz 45">
                  <a:extLst>
                    <a:ext uri="{FF2B5EF4-FFF2-40B4-BE49-F238E27FC236}">
                      <a16:creationId xmlns:a16="http://schemas.microsoft.com/office/drawing/2014/main" id="{A3103015-7596-4159-93F2-32923C8332E6}"/>
                    </a:ext>
                  </a:extLst>
                </p:cNvPr>
                <p:cNvPicPr/>
                <p:nvPr/>
              </p:nvPicPr>
              <p:blipFill>
                <a:blip r:embed="rId5"/>
                <a:stretch>
                  <a:fillRect/>
                </a:stretch>
              </p:blipFill>
              <p:spPr>
                <a:xfrm>
                  <a:off x="456886" y="2127369"/>
                  <a:ext cx="172800" cy="453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7" name="Entrada de lápiz 46">
                  <a:extLst>
                    <a:ext uri="{FF2B5EF4-FFF2-40B4-BE49-F238E27FC236}">
                      <a16:creationId xmlns:a16="http://schemas.microsoft.com/office/drawing/2014/main" id="{8F7C4438-A749-4EC2-B1C6-033C67EA6DF0}"/>
                    </a:ext>
                  </a:extLst>
                </p14:cNvPr>
                <p14:cNvContentPartPr/>
                <p14:nvPr/>
              </p14:nvContentPartPr>
              <p14:xfrm>
                <a:off x="452926" y="2340849"/>
                <a:ext cx="205920" cy="71280"/>
              </p14:xfrm>
            </p:contentPart>
          </mc:Choice>
          <mc:Fallback>
            <p:pic>
              <p:nvPicPr>
                <p:cNvPr id="47" name="Entrada de lápiz 46">
                  <a:extLst>
                    <a:ext uri="{FF2B5EF4-FFF2-40B4-BE49-F238E27FC236}">
                      <a16:creationId xmlns:a16="http://schemas.microsoft.com/office/drawing/2014/main" id="{8F7C4438-A749-4EC2-B1C6-033C67EA6DF0}"/>
                    </a:ext>
                  </a:extLst>
                </p:cNvPr>
                <p:cNvPicPr/>
                <p:nvPr/>
              </p:nvPicPr>
              <p:blipFill>
                <a:blip r:embed="rId7"/>
                <a:stretch>
                  <a:fillRect/>
                </a:stretch>
              </p:blipFill>
              <p:spPr>
                <a:xfrm>
                  <a:off x="444286" y="2332209"/>
                  <a:ext cx="22356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8" name="Entrada de lápiz 47">
                  <a:extLst>
                    <a:ext uri="{FF2B5EF4-FFF2-40B4-BE49-F238E27FC236}">
                      <a16:creationId xmlns:a16="http://schemas.microsoft.com/office/drawing/2014/main" id="{4DE91451-0AC2-44E3-A6A9-48327DC7ECBD}"/>
                    </a:ext>
                  </a:extLst>
                </p14:cNvPr>
                <p14:cNvContentPartPr/>
                <p14:nvPr/>
              </p14:nvContentPartPr>
              <p14:xfrm>
                <a:off x="433126" y="2157249"/>
                <a:ext cx="249120" cy="86760"/>
              </p14:xfrm>
            </p:contentPart>
          </mc:Choice>
          <mc:Fallback>
            <p:pic>
              <p:nvPicPr>
                <p:cNvPr id="48" name="Entrada de lápiz 47">
                  <a:extLst>
                    <a:ext uri="{FF2B5EF4-FFF2-40B4-BE49-F238E27FC236}">
                      <a16:creationId xmlns:a16="http://schemas.microsoft.com/office/drawing/2014/main" id="{4DE91451-0AC2-44E3-A6A9-48327DC7ECBD}"/>
                    </a:ext>
                  </a:extLst>
                </p:cNvPr>
                <p:cNvPicPr/>
                <p:nvPr/>
              </p:nvPicPr>
              <p:blipFill>
                <a:blip r:embed="rId9"/>
                <a:stretch>
                  <a:fillRect/>
                </a:stretch>
              </p:blipFill>
              <p:spPr>
                <a:xfrm>
                  <a:off x="424126" y="2148249"/>
                  <a:ext cx="26676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9" name="Entrada de lápiz 48">
                  <a:extLst>
                    <a:ext uri="{FF2B5EF4-FFF2-40B4-BE49-F238E27FC236}">
                      <a16:creationId xmlns:a16="http://schemas.microsoft.com/office/drawing/2014/main" id="{0C21835C-7057-4BF7-A54C-D7B16B2E9A4E}"/>
                    </a:ext>
                  </a:extLst>
                </p14:cNvPr>
                <p14:cNvContentPartPr/>
                <p14:nvPr/>
              </p14:nvContentPartPr>
              <p14:xfrm>
                <a:off x="663526" y="2422569"/>
                <a:ext cx="180720" cy="305280"/>
              </p14:xfrm>
            </p:contentPart>
          </mc:Choice>
          <mc:Fallback>
            <p:pic>
              <p:nvPicPr>
                <p:cNvPr id="49" name="Entrada de lápiz 48">
                  <a:extLst>
                    <a:ext uri="{FF2B5EF4-FFF2-40B4-BE49-F238E27FC236}">
                      <a16:creationId xmlns:a16="http://schemas.microsoft.com/office/drawing/2014/main" id="{0C21835C-7057-4BF7-A54C-D7B16B2E9A4E}"/>
                    </a:ext>
                  </a:extLst>
                </p:cNvPr>
                <p:cNvPicPr/>
                <p:nvPr/>
              </p:nvPicPr>
              <p:blipFill>
                <a:blip r:embed="rId11"/>
                <a:stretch>
                  <a:fillRect/>
                </a:stretch>
              </p:blipFill>
              <p:spPr>
                <a:xfrm>
                  <a:off x="654886" y="2413569"/>
                  <a:ext cx="19836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0" name="Entrada de lápiz 49">
                  <a:extLst>
                    <a:ext uri="{FF2B5EF4-FFF2-40B4-BE49-F238E27FC236}">
                      <a16:creationId xmlns:a16="http://schemas.microsoft.com/office/drawing/2014/main" id="{A71F1541-D8DB-4095-A235-7E884CA4898B}"/>
                    </a:ext>
                  </a:extLst>
                </p14:cNvPr>
                <p14:cNvContentPartPr/>
                <p14:nvPr/>
              </p14:nvContentPartPr>
              <p14:xfrm>
                <a:off x="743806" y="2358849"/>
                <a:ext cx="363960" cy="232200"/>
              </p14:xfrm>
            </p:contentPart>
          </mc:Choice>
          <mc:Fallback>
            <p:pic>
              <p:nvPicPr>
                <p:cNvPr id="50" name="Entrada de lápiz 49">
                  <a:extLst>
                    <a:ext uri="{FF2B5EF4-FFF2-40B4-BE49-F238E27FC236}">
                      <a16:creationId xmlns:a16="http://schemas.microsoft.com/office/drawing/2014/main" id="{A71F1541-D8DB-4095-A235-7E884CA4898B}"/>
                    </a:ext>
                  </a:extLst>
                </p:cNvPr>
                <p:cNvPicPr/>
                <p:nvPr/>
              </p:nvPicPr>
              <p:blipFill>
                <a:blip r:embed="rId13"/>
                <a:stretch>
                  <a:fillRect/>
                </a:stretch>
              </p:blipFill>
              <p:spPr>
                <a:xfrm>
                  <a:off x="734806" y="2350209"/>
                  <a:ext cx="38160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1" name="Entrada de lápiz 50">
                  <a:extLst>
                    <a:ext uri="{FF2B5EF4-FFF2-40B4-BE49-F238E27FC236}">
                      <a16:creationId xmlns:a16="http://schemas.microsoft.com/office/drawing/2014/main" id="{7D0E1ED6-683D-4BD8-A88B-C180FA5CD14A}"/>
                    </a:ext>
                  </a:extLst>
                </p14:cNvPr>
                <p14:cNvContentPartPr/>
                <p14:nvPr/>
              </p14:nvContentPartPr>
              <p14:xfrm>
                <a:off x="1110286" y="2406729"/>
                <a:ext cx="250920" cy="197640"/>
              </p14:xfrm>
            </p:contentPart>
          </mc:Choice>
          <mc:Fallback>
            <p:pic>
              <p:nvPicPr>
                <p:cNvPr id="51" name="Entrada de lápiz 50">
                  <a:extLst>
                    <a:ext uri="{FF2B5EF4-FFF2-40B4-BE49-F238E27FC236}">
                      <a16:creationId xmlns:a16="http://schemas.microsoft.com/office/drawing/2014/main" id="{7D0E1ED6-683D-4BD8-A88B-C180FA5CD14A}"/>
                    </a:ext>
                  </a:extLst>
                </p:cNvPr>
                <p:cNvPicPr/>
                <p:nvPr/>
              </p:nvPicPr>
              <p:blipFill>
                <a:blip r:embed="rId15"/>
                <a:stretch>
                  <a:fillRect/>
                </a:stretch>
              </p:blipFill>
              <p:spPr>
                <a:xfrm>
                  <a:off x="1101646" y="2398089"/>
                  <a:ext cx="26856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2" name="Entrada de lápiz 51">
                  <a:extLst>
                    <a:ext uri="{FF2B5EF4-FFF2-40B4-BE49-F238E27FC236}">
                      <a16:creationId xmlns:a16="http://schemas.microsoft.com/office/drawing/2014/main" id="{E5F8B472-BA73-4330-BE89-DD3DF167BBC7}"/>
                    </a:ext>
                  </a:extLst>
                </p14:cNvPr>
                <p14:cNvContentPartPr/>
                <p14:nvPr/>
              </p14:nvContentPartPr>
              <p14:xfrm>
                <a:off x="1392526" y="2390529"/>
                <a:ext cx="164880" cy="297360"/>
              </p14:xfrm>
            </p:contentPart>
          </mc:Choice>
          <mc:Fallback>
            <p:pic>
              <p:nvPicPr>
                <p:cNvPr id="52" name="Entrada de lápiz 51">
                  <a:extLst>
                    <a:ext uri="{FF2B5EF4-FFF2-40B4-BE49-F238E27FC236}">
                      <a16:creationId xmlns:a16="http://schemas.microsoft.com/office/drawing/2014/main" id="{E5F8B472-BA73-4330-BE89-DD3DF167BBC7}"/>
                    </a:ext>
                  </a:extLst>
                </p:cNvPr>
                <p:cNvPicPr/>
                <p:nvPr/>
              </p:nvPicPr>
              <p:blipFill>
                <a:blip r:embed="rId17"/>
                <a:stretch>
                  <a:fillRect/>
                </a:stretch>
              </p:blipFill>
              <p:spPr>
                <a:xfrm>
                  <a:off x="1383526" y="2381889"/>
                  <a:ext cx="18252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3" name="Entrada de lápiz 52">
                  <a:extLst>
                    <a:ext uri="{FF2B5EF4-FFF2-40B4-BE49-F238E27FC236}">
                      <a16:creationId xmlns:a16="http://schemas.microsoft.com/office/drawing/2014/main" id="{0DE808E9-19D6-4386-AE82-CA0664170AB6}"/>
                    </a:ext>
                  </a:extLst>
                </p14:cNvPr>
                <p14:cNvContentPartPr/>
                <p14:nvPr/>
              </p14:nvContentPartPr>
              <p14:xfrm>
                <a:off x="1529686" y="2321049"/>
                <a:ext cx="119520" cy="183240"/>
              </p14:xfrm>
            </p:contentPart>
          </mc:Choice>
          <mc:Fallback>
            <p:pic>
              <p:nvPicPr>
                <p:cNvPr id="53" name="Entrada de lápiz 52">
                  <a:extLst>
                    <a:ext uri="{FF2B5EF4-FFF2-40B4-BE49-F238E27FC236}">
                      <a16:creationId xmlns:a16="http://schemas.microsoft.com/office/drawing/2014/main" id="{0DE808E9-19D6-4386-AE82-CA0664170AB6}"/>
                    </a:ext>
                  </a:extLst>
                </p:cNvPr>
                <p:cNvPicPr/>
                <p:nvPr/>
              </p:nvPicPr>
              <p:blipFill>
                <a:blip r:embed="rId19"/>
                <a:stretch>
                  <a:fillRect/>
                </a:stretch>
              </p:blipFill>
              <p:spPr>
                <a:xfrm>
                  <a:off x="1520686" y="2312409"/>
                  <a:ext cx="13716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54" name="Entrada de lápiz 53">
                  <a:extLst>
                    <a:ext uri="{FF2B5EF4-FFF2-40B4-BE49-F238E27FC236}">
                      <a16:creationId xmlns:a16="http://schemas.microsoft.com/office/drawing/2014/main" id="{F9946222-EB33-4DCF-B43B-CA2C8ECE08A8}"/>
                    </a:ext>
                  </a:extLst>
                </p14:cNvPr>
                <p14:cNvContentPartPr/>
                <p14:nvPr/>
              </p14:nvContentPartPr>
              <p14:xfrm>
                <a:off x="1668646" y="2403129"/>
                <a:ext cx="128160" cy="169920"/>
              </p14:xfrm>
            </p:contentPart>
          </mc:Choice>
          <mc:Fallback>
            <p:pic>
              <p:nvPicPr>
                <p:cNvPr id="54" name="Entrada de lápiz 53">
                  <a:extLst>
                    <a:ext uri="{FF2B5EF4-FFF2-40B4-BE49-F238E27FC236}">
                      <a16:creationId xmlns:a16="http://schemas.microsoft.com/office/drawing/2014/main" id="{F9946222-EB33-4DCF-B43B-CA2C8ECE08A8}"/>
                    </a:ext>
                  </a:extLst>
                </p:cNvPr>
                <p:cNvPicPr/>
                <p:nvPr/>
              </p:nvPicPr>
              <p:blipFill>
                <a:blip r:embed="rId21"/>
                <a:stretch>
                  <a:fillRect/>
                </a:stretch>
              </p:blipFill>
              <p:spPr>
                <a:xfrm>
                  <a:off x="1660006" y="2394489"/>
                  <a:ext cx="145800" cy="187560"/>
                </a:xfrm>
                <a:prstGeom prst="rect">
                  <a:avLst/>
                </a:prstGeom>
              </p:spPr>
            </p:pic>
          </mc:Fallback>
        </mc:AlternateContent>
      </p:grpSp>
      <p:grpSp>
        <p:nvGrpSpPr>
          <p:cNvPr id="57" name="Grupo 56">
            <a:extLst>
              <a:ext uri="{FF2B5EF4-FFF2-40B4-BE49-F238E27FC236}">
                <a16:creationId xmlns:a16="http://schemas.microsoft.com/office/drawing/2014/main" id="{746BF825-E3DE-4DA3-89C6-1F8A543F6A0D}"/>
              </a:ext>
            </a:extLst>
          </p:cNvPr>
          <p:cNvGrpSpPr/>
          <p:nvPr/>
        </p:nvGrpSpPr>
        <p:grpSpPr>
          <a:xfrm>
            <a:off x="2184886" y="2343009"/>
            <a:ext cx="331200" cy="315720"/>
            <a:chOff x="2184886" y="2343009"/>
            <a:chExt cx="331200" cy="315720"/>
          </a:xfrm>
        </p:grpSpPr>
        <mc:AlternateContent xmlns:mc="http://schemas.openxmlformats.org/markup-compatibility/2006">
          <mc:Choice xmlns:p14="http://schemas.microsoft.com/office/powerpoint/2010/main" Requires="p14">
            <p:contentPart p14:bwMode="auto" r:id="rId22">
              <p14:nvContentPartPr>
                <p14:cNvPr id="55" name="Entrada de lápiz 54">
                  <a:extLst>
                    <a:ext uri="{FF2B5EF4-FFF2-40B4-BE49-F238E27FC236}">
                      <a16:creationId xmlns:a16="http://schemas.microsoft.com/office/drawing/2014/main" id="{DB27F7E4-BA34-4B48-B0A9-A618353B01A3}"/>
                    </a:ext>
                  </a:extLst>
                </p14:cNvPr>
                <p14:cNvContentPartPr/>
                <p14:nvPr/>
              </p14:nvContentPartPr>
              <p14:xfrm>
                <a:off x="2184886" y="2343009"/>
                <a:ext cx="162720" cy="315720"/>
              </p14:xfrm>
            </p:contentPart>
          </mc:Choice>
          <mc:Fallback>
            <p:pic>
              <p:nvPicPr>
                <p:cNvPr id="55" name="Entrada de lápiz 54">
                  <a:extLst>
                    <a:ext uri="{FF2B5EF4-FFF2-40B4-BE49-F238E27FC236}">
                      <a16:creationId xmlns:a16="http://schemas.microsoft.com/office/drawing/2014/main" id="{DB27F7E4-BA34-4B48-B0A9-A618353B01A3}"/>
                    </a:ext>
                  </a:extLst>
                </p:cNvPr>
                <p:cNvPicPr/>
                <p:nvPr/>
              </p:nvPicPr>
              <p:blipFill>
                <a:blip r:embed="rId23"/>
                <a:stretch>
                  <a:fillRect/>
                </a:stretch>
              </p:blipFill>
              <p:spPr>
                <a:xfrm>
                  <a:off x="2175886" y="2334369"/>
                  <a:ext cx="180360" cy="333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56" name="Entrada de lápiz 55">
                  <a:extLst>
                    <a:ext uri="{FF2B5EF4-FFF2-40B4-BE49-F238E27FC236}">
                      <a16:creationId xmlns:a16="http://schemas.microsoft.com/office/drawing/2014/main" id="{FA69B80E-8D75-4749-8705-6308AD1D387F}"/>
                    </a:ext>
                  </a:extLst>
                </p14:cNvPr>
                <p14:cNvContentPartPr/>
                <p14:nvPr/>
              </p14:nvContentPartPr>
              <p14:xfrm>
                <a:off x="2473606" y="2393049"/>
                <a:ext cx="42480" cy="189000"/>
              </p14:xfrm>
            </p:contentPart>
          </mc:Choice>
          <mc:Fallback>
            <p:pic>
              <p:nvPicPr>
                <p:cNvPr id="56" name="Entrada de lápiz 55">
                  <a:extLst>
                    <a:ext uri="{FF2B5EF4-FFF2-40B4-BE49-F238E27FC236}">
                      <a16:creationId xmlns:a16="http://schemas.microsoft.com/office/drawing/2014/main" id="{FA69B80E-8D75-4749-8705-6308AD1D387F}"/>
                    </a:ext>
                  </a:extLst>
                </p:cNvPr>
                <p:cNvPicPr/>
                <p:nvPr/>
              </p:nvPicPr>
              <p:blipFill>
                <a:blip r:embed="rId25"/>
                <a:stretch>
                  <a:fillRect/>
                </a:stretch>
              </p:blipFill>
              <p:spPr>
                <a:xfrm>
                  <a:off x="2464606" y="2384409"/>
                  <a:ext cx="60120" cy="206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59" name="Entrada de lápiz 58">
                <a:extLst>
                  <a:ext uri="{FF2B5EF4-FFF2-40B4-BE49-F238E27FC236}">
                    <a16:creationId xmlns:a16="http://schemas.microsoft.com/office/drawing/2014/main" id="{F080A880-399E-4B99-B7B7-18432C2340A9}"/>
                  </a:ext>
                </a:extLst>
              </p14:cNvPr>
              <p14:cNvContentPartPr/>
              <p14:nvPr/>
            </p14:nvContentPartPr>
            <p14:xfrm>
              <a:off x="2963206" y="2293689"/>
              <a:ext cx="193680" cy="263880"/>
            </p14:xfrm>
          </p:contentPart>
        </mc:Choice>
        <mc:Fallback>
          <p:pic>
            <p:nvPicPr>
              <p:cNvPr id="59" name="Entrada de lápiz 58">
                <a:extLst>
                  <a:ext uri="{FF2B5EF4-FFF2-40B4-BE49-F238E27FC236}">
                    <a16:creationId xmlns:a16="http://schemas.microsoft.com/office/drawing/2014/main" id="{F080A880-399E-4B99-B7B7-18432C2340A9}"/>
                  </a:ext>
                </a:extLst>
              </p:cNvPr>
              <p:cNvPicPr/>
              <p:nvPr/>
            </p:nvPicPr>
            <p:blipFill>
              <a:blip r:embed="rId27"/>
              <a:stretch>
                <a:fillRect/>
              </a:stretch>
            </p:blipFill>
            <p:spPr>
              <a:xfrm>
                <a:off x="2954566" y="2284689"/>
                <a:ext cx="211320" cy="281520"/>
              </a:xfrm>
              <a:prstGeom prst="rect">
                <a:avLst/>
              </a:prstGeom>
            </p:spPr>
          </p:pic>
        </mc:Fallback>
      </mc:AlternateContent>
      <p:grpSp>
        <p:nvGrpSpPr>
          <p:cNvPr id="74" name="Grupo 73">
            <a:extLst>
              <a:ext uri="{FF2B5EF4-FFF2-40B4-BE49-F238E27FC236}">
                <a16:creationId xmlns:a16="http://schemas.microsoft.com/office/drawing/2014/main" id="{C20C1CF4-B1C5-4E62-93E9-FA0453C12701}"/>
              </a:ext>
            </a:extLst>
          </p:cNvPr>
          <p:cNvGrpSpPr/>
          <p:nvPr/>
        </p:nvGrpSpPr>
        <p:grpSpPr>
          <a:xfrm>
            <a:off x="3495286" y="2361729"/>
            <a:ext cx="851760" cy="277920"/>
            <a:chOff x="3495286" y="2361729"/>
            <a:chExt cx="851760" cy="277920"/>
          </a:xfrm>
        </p:grpSpPr>
        <mc:AlternateContent xmlns:mc="http://schemas.openxmlformats.org/markup-compatibility/2006">
          <mc:Choice xmlns:p14="http://schemas.microsoft.com/office/powerpoint/2010/main" Requires="p14">
            <p:contentPart p14:bwMode="auto" r:id="rId28">
              <p14:nvContentPartPr>
                <p14:cNvPr id="60" name="Entrada de lápiz 59">
                  <a:extLst>
                    <a:ext uri="{FF2B5EF4-FFF2-40B4-BE49-F238E27FC236}">
                      <a16:creationId xmlns:a16="http://schemas.microsoft.com/office/drawing/2014/main" id="{8DCF8142-8D1F-4462-B5AD-43A854CA468E}"/>
                    </a:ext>
                  </a:extLst>
                </p14:cNvPr>
                <p14:cNvContentPartPr/>
                <p14:nvPr/>
              </p14:nvContentPartPr>
              <p14:xfrm>
                <a:off x="3495286" y="2361729"/>
                <a:ext cx="423720" cy="207000"/>
              </p14:xfrm>
            </p:contentPart>
          </mc:Choice>
          <mc:Fallback>
            <p:pic>
              <p:nvPicPr>
                <p:cNvPr id="60" name="Entrada de lápiz 59">
                  <a:extLst>
                    <a:ext uri="{FF2B5EF4-FFF2-40B4-BE49-F238E27FC236}">
                      <a16:creationId xmlns:a16="http://schemas.microsoft.com/office/drawing/2014/main" id="{8DCF8142-8D1F-4462-B5AD-43A854CA468E}"/>
                    </a:ext>
                  </a:extLst>
                </p:cNvPr>
                <p:cNvPicPr/>
                <p:nvPr/>
              </p:nvPicPr>
              <p:blipFill>
                <a:blip r:embed="rId29"/>
                <a:stretch>
                  <a:fillRect/>
                </a:stretch>
              </p:blipFill>
              <p:spPr>
                <a:xfrm>
                  <a:off x="3486646" y="2353089"/>
                  <a:ext cx="44136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61" name="Entrada de lápiz 60">
                  <a:extLst>
                    <a:ext uri="{FF2B5EF4-FFF2-40B4-BE49-F238E27FC236}">
                      <a16:creationId xmlns:a16="http://schemas.microsoft.com/office/drawing/2014/main" id="{C529C9BA-3164-4C76-8A40-34D9DD82827A}"/>
                    </a:ext>
                  </a:extLst>
                </p14:cNvPr>
                <p14:cNvContentPartPr/>
                <p14:nvPr/>
              </p14:nvContentPartPr>
              <p14:xfrm>
                <a:off x="3897766" y="2394129"/>
                <a:ext cx="155160" cy="168120"/>
              </p14:xfrm>
            </p:contentPart>
          </mc:Choice>
          <mc:Fallback>
            <p:pic>
              <p:nvPicPr>
                <p:cNvPr id="61" name="Entrada de lápiz 60">
                  <a:extLst>
                    <a:ext uri="{FF2B5EF4-FFF2-40B4-BE49-F238E27FC236}">
                      <a16:creationId xmlns:a16="http://schemas.microsoft.com/office/drawing/2014/main" id="{C529C9BA-3164-4C76-8A40-34D9DD82827A}"/>
                    </a:ext>
                  </a:extLst>
                </p:cNvPr>
                <p:cNvPicPr/>
                <p:nvPr/>
              </p:nvPicPr>
              <p:blipFill>
                <a:blip r:embed="rId31"/>
                <a:stretch>
                  <a:fillRect/>
                </a:stretch>
              </p:blipFill>
              <p:spPr>
                <a:xfrm>
                  <a:off x="3889126" y="2385129"/>
                  <a:ext cx="17280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2" name="Entrada de lápiz 61">
                  <a:extLst>
                    <a:ext uri="{FF2B5EF4-FFF2-40B4-BE49-F238E27FC236}">
                      <a16:creationId xmlns:a16="http://schemas.microsoft.com/office/drawing/2014/main" id="{0586EF7A-47A3-400B-B5A5-2C0089C4E8A1}"/>
                    </a:ext>
                  </a:extLst>
                </p14:cNvPr>
                <p14:cNvContentPartPr/>
                <p14:nvPr/>
              </p14:nvContentPartPr>
              <p14:xfrm>
                <a:off x="4088566" y="2426529"/>
                <a:ext cx="146880" cy="213120"/>
              </p14:xfrm>
            </p:contentPart>
          </mc:Choice>
          <mc:Fallback>
            <p:pic>
              <p:nvPicPr>
                <p:cNvPr id="62" name="Entrada de lápiz 61">
                  <a:extLst>
                    <a:ext uri="{FF2B5EF4-FFF2-40B4-BE49-F238E27FC236}">
                      <a16:creationId xmlns:a16="http://schemas.microsoft.com/office/drawing/2014/main" id="{0586EF7A-47A3-400B-B5A5-2C0089C4E8A1}"/>
                    </a:ext>
                  </a:extLst>
                </p:cNvPr>
                <p:cNvPicPr/>
                <p:nvPr/>
              </p:nvPicPr>
              <p:blipFill>
                <a:blip r:embed="rId33"/>
                <a:stretch>
                  <a:fillRect/>
                </a:stretch>
              </p:blipFill>
              <p:spPr>
                <a:xfrm>
                  <a:off x="4079566" y="2417529"/>
                  <a:ext cx="16452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63" name="Entrada de lápiz 62">
                  <a:extLst>
                    <a:ext uri="{FF2B5EF4-FFF2-40B4-BE49-F238E27FC236}">
                      <a16:creationId xmlns:a16="http://schemas.microsoft.com/office/drawing/2014/main" id="{42DE8200-2C12-4E7D-BA93-131CAC6D6C9B}"/>
                    </a:ext>
                  </a:extLst>
                </p14:cNvPr>
                <p14:cNvContentPartPr/>
                <p14:nvPr/>
              </p14:nvContentPartPr>
              <p14:xfrm>
                <a:off x="4231846" y="2400609"/>
                <a:ext cx="115200" cy="202320"/>
              </p14:xfrm>
            </p:contentPart>
          </mc:Choice>
          <mc:Fallback>
            <p:pic>
              <p:nvPicPr>
                <p:cNvPr id="63" name="Entrada de lápiz 62">
                  <a:extLst>
                    <a:ext uri="{FF2B5EF4-FFF2-40B4-BE49-F238E27FC236}">
                      <a16:creationId xmlns:a16="http://schemas.microsoft.com/office/drawing/2014/main" id="{42DE8200-2C12-4E7D-BA93-131CAC6D6C9B}"/>
                    </a:ext>
                  </a:extLst>
                </p:cNvPr>
                <p:cNvPicPr/>
                <p:nvPr/>
              </p:nvPicPr>
              <p:blipFill>
                <a:blip r:embed="rId35"/>
                <a:stretch>
                  <a:fillRect/>
                </a:stretch>
              </p:blipFill>
              <p:spPr>
                <a:xfrm>
                  <a:off x="4222846" y="2391969"/>
                  <a:ext cx="132840" cy="219960"/>
                </a:xfrm>
                <a:prstGeom prst="rect">
                  <a:avLst/>
                </a:prstGeom>
              </p:spPr>
            </p:pic>
          </mc:Fallback>
        </mc:AlternateContent>
      </p:grpSp>
      <p:grpSp>
        <p:nvGrpSpPr>
          <p:cNvPr id="79" name="Grupo 78">
            <a:extLst>
              <a:ext uri="{FF2B5EF4-FFF2-40B4-BE49-F238E27FC236}">
                <a16:creationId xmlns:a16="http://schemas.microsoft.com/office/drawing/2014/main" id="{FACA4949-F5CE-4BC5-84A3-4A3354543D9E}"/>
              </a:ext>
            </a:extLst>
          </p:cNvPr>
          <p:cNvGrpSpPr/>
          <p:nvPr/>
        </p:nvGrpSpPr>
        <p:grpSpPr>
          <a:xfrm>
            <a:off x="4738006" y="2187489"/>
            <a:ext cx="2362680" cy="499680"/>
            <a:chOff x="4738006" y="2187489"/>
            <a:chExt cx="2362680" cy="499680"/>
          </a:xfrm>
        </p:grpSpPr>
        <mc:AlternateContent xmlns:mc="http://schemas.openxmlformats.org/markup-compatibility/2006">
          <mc:Choice xmlns:p14="http://schemas.microsoft.com/office/powerpoint/2010/main" Requires="p14">
            <p:contentPart p14:bwMode="auto" r:id="rId36">
              <p14:nvContentPartPr>
                <p14:cNvPr id="64" name="Entrada de lápiz 63">
                  <a:extLst>
                    <a:ext uri="{FF2B5EF4-FFF2-40B4-BE49-F238E27FC236}">
                      <a16:creationId xmlns:a16="http://schemas.microsoft.com/office/drawing/2014/main" id="{9FF2138E-C48B-4ACA-8FE9-D49F018031E0}"/>
                    </a:ext>
                  </a:extLst>
                </p14:cNvPr>
                <p14:cNvContentPartPr/>
                <p14:nvPr/>
              </p14:nvContentPartPr>
              <p14:xfrm>
                <a:off x="4738006" y="2382609"/>
                <a:ext cx="244080" cy="128520"/>
              </p14:xfrm>
            </p:contentPart>
          </mc:Choice>
          <mc:Fallback>
            <p:pic>
              <p:nvPicPr>
                <p:cNvPr id="64" name="Entrada de lápiz 63">
                  <a:extLst>
                    <a:ext uri="{FF2B5EF4-FFF2-40B4-BE49-F238E27FC236}">
                      <a16:creationId xmlns:a16="http://schemas.microsoft.com/office/drawing/2014/main" id="{9FF2138E-C48B-4ACA-8FE9-D49F018031E0}"/>
                    </a:ext>
                  </a:extLst>
                </p:cNvPr>
                <p:cNvPicPr/>
                <p:nvPr/>
              </p:nvPicPr>
              <p:blipFill>
                <a:blip r:embed="rId37"/>
                <a:stretch>
                  <a:fillRect/>
                </a:stretch>
              </p:blipFill>
              <p:spPr>
                <a:xfrm>
                  <a:off x="4729366" y="2373609"/>
                  <a:ext cx="2617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65" name="Entrada de lápiz 64">
                  <a:extLst>
                    <a:ext uri="{FF2B5EF4-FFF2-40B4-BE49-F238E27FC236}">
                      <a16:creationId xmlns:a16="http://schemas.microsoft.com/office/drawing/2014/main" id="{57077E23-4AED-4455-BF74-F6114D1FD659}"/>
                    </a:ext>
                  </a:extLst>
                </p14:cNvPr>
                <p14:cNvContentPartPr/>
                <p14:nvPr/>
              </p14:nvContentPartPr>
              <p14:xfrm>
                <a:off x="4957246" y="2361729"/>
                <a:ext cx="306000" cy="156960"/>
              </p14:xfrm>
            </p:contentPart>
          </mc:Choice>
          <mc:Fallback>
            <p:pic>
              <p:nvPicPr>
                <p:cNvPr id="65" name="Entrada de lápiz 64">
                  <a:extLst>
                    <a:ext uri="{FF2B5EF4-FFF2-40B4-BE49-F238E27FC236}">
                      <a16:creationId xmlns:a16="http://schemas.microsoft.com/office/drawing/2014/main" id="{57077E23-4AED-4455-BF74-F6114D1FD659}"/>
                    </a:ext>
                  </a:extLst>
                </p:cNvPr>
                <p:cNvPicPr/>
                <p:nvPr/>
              </p:nvPicPr>
              <p:blipFill>
                <a:blip r:embed="rId39"/>
                <a:stretch>
                  <a:fillRect/>
                </a:stretch>
              </p:blipFill>
              <p:spPr>
                <a:xfrm>
                  <a:off x="4948606" y="2353089"/>
                  <a:ext cx="3236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6" name="Entrada de lápiz 65">
                  <a:extLst>
                    <a:ext uri="{FF2B5EF4-FFF2-40B4-BE49-F238E27FC236}">
                      <a16:creationId xmlns:a16="http://schemas.microsoft.com/office/drawing/2014/main" id="{39A97C6B-C107-4300-B4B0-36143492A79F}"/>
                    </a:ext>
                  </a:extLst>
                </p14:cNvPr>
                <p14:cNvContentPartPr/>
                <p14:nvPr/>
              </p14:nvContentPartPr>
              <p14:xfrm>
                <a:off x="5295646" y="2328609"/>
                <a:ext cx="255240" cy="210960"/>
              </p14:xfrm>
            </p:contentPart>
          </mc:Choice>
          <mc:Fallback>
            <p:pic>
              <p:nvPicPr>
                <p:cNvPr id="66" name="Entrada de lápiz 65">
                  <a:extLst>
                    <a:ext uri="{FF2B5EF4-FFF2-40B4-BE49-F238E27FC236}">
                      <a16:creationId xmlns:a16="http://schemas.microsoft.com/office/drawing/2014/main" id="{39A97C6B-C107-4300-B4B0-36143492A79F}"/>
                    </a:ext>
                  </a:extLst>
                </p:cNvPr>
                <p:cNvPicPr/>
                <p:nvPr/>
              </p:nvPicPr>
              <p:blipFill>
                <a:blip r:embed="rId41"/>
                <a:stretch>
                  <a:fillRect/>
                </a:stretch>
              </p:blipFill>
              <p:spPr>
                <a:xfrm>
                  <a:off x="5287006" y="2319969"/>
                  <a:ext cx="2728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7" name="Entrada de lápiz 66">
                  <a:extLst>
                    <a:ext uri="{FF2B5EF4-FFF2-40B4-BE49-F238E27FC236}">
                      <a16:creationId xmlns:a16="http://schemas.microsoft.com/office/drawing/2014/main" id="{A17ED7DA-A160-4127-B881-92F9F248D704}"/>
                    </a:ext>
                  </a:extLst>
                </p14:cNvPr>
                <p14:cNvContentPartPr/>
                <p14:nvPr/>
              </p14:nvContentPartPr>
              <p14:xfrm>
                <a:off x="5564206" y="2379729"/>
                <a:ext cx="126720" cy="161280"/>
              </p14:xfrm>
            </p:contentPart>
          </mc:Choice>
          <mc:Fallback>
            <p:pic>
              <p:nvPicPr>
                <p:cNvPr id="67" name="Entrada de lápiz 66">
                  <a:extLst>
                    <a:ext uri="{FF2B5EF4-FFF2-40B4-BE49-F238E27FC236}">
                      <a16:creationId xmlns:a16="http://schemas.microsoft.com/office/drawing/2014/main" id="{A17ED7DA-A160-4127-B881-92F9F248D704}"/>
                    </a:ext>
                  </a:extLst>
                </p:cNvPr>
                <p:cNvPicPr/>
                <p:nvPr/>
              </p:nvPicPr>
              <p:blipFill>
                <a:blip r:embed="rId43"/>
                <a:stretch>
                  <a:fillRect/>
                </a:stretch>
              </p:blipFill>
              <p:spPr>
                <a:xfrm>
                  <a:off x="5555566" y="2371089"/>
                  <a:ext cx="14436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8" name="Entrada de lápiz 67">
                  <a:extLst>
                    <a:ext uri="{FF2B5EF4-FFF2-40B4-BE49-F238E27FC236}">
                      <a16:creationId xmlns:a16="http://schemas.microsoft.com/office/drawing/2014/main" id="{6F790AC4-F95C-4AD6-9673-4143B711BF60}"/>
                    </a:ext>
                  </a:extLst>
                </p14:cNvPr>
                <p14:cNvContentPartPr/>
                <p14:nvPr/>
              </p14:nvContentPartPr>
              <p14:xfrm>
                <a:off x="5712886" y="2334369"/>
                <a:ext cx="199080" cy="195480"/>
              </p14:xfrm>
            </p:contentPart>
          </mc:Choice>
          <mc:Fallback>
            <p:pic>
              <p:nvPicPr>
                <p:cNvPr id="68" name="Entrada de lápiz 67">
                  <a:extLst>
                    <a:ext uri="{FF2B5EF4-FFF2-40B4-BE49-F238E27FC236}">
                      <a16:creationId xmlns:a16="http://schemas.microsoft.com/office/drawing/2014/main" id="{6F790AC4-F95C-4AD6-9673-4143B711BF60}"/>
                    </a:ext>
                  </a:extLst>
                </p:cNvPr>
                <p:cNvPicPr/>
                <p:nvPr/>
              </p:nvPicPr>
              <p:blipFill>
                <a:blip r:embed="rId45"/>
                <a:stretch>
                  <a:fillRect/>
                </a:stretch>
              </p:blipFill>
              <p:spPr>
                <a:xfrm>
                  <a:off x="5704246" y="2325369"/>
                  <a:ext cx="21672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9" name="Entrada de lápiz 68">
                  <a:extLst>
                    <a:ext uri="{FF2B5EF4-FFF2-40B4-BE49-F238E27FC236}">
                      <a16:creationId xmlns:a16="http://schemas.microsoft.com/office/drawing/2014/main" id="{350AEB63-4F60-4F22-B8D6-1842CCF3D081}"/>
                    </a:ext>
                  </a:extLst>
                </p14:cNvPr>
                <p14:cNvContentPartPr/>
                <p14:nvPr/>
              </p14:nvContentPartPr>
              <p14:xfrm>
                <a:off x="5932126" y="2187489"/>
                <a:ext cx="227880" cy="309240"/>
              </p14:xfrm>
            </p:contentPart>
          </mc:Choice>
          <mc:Fallback>
            <p:pic>
              <p:nvPicPr>
                <p:cNvPr id="69" name="Entrada de lápiz 68">
                  <a:extLst>
                    <a:ext uri="{FF2B5EF4-FFF2-40B4-BE49-F238E27FC236}">
                      <a16:creationId xmlns:a16="http://schemas.microsoft.com/office/drawing/2014/main" id="{350AEB63-4F60-4F22-B8D6-1842CCF3D081}"/>
                    </a:ext>
                  </a:extLst>
                </p:cNvPr>
                <p:cNvPicPr/>
                <p:nvPr/>
              </p:nvPicPr>
              <p:blipFill>
                <a:blip r:embed="rId47"/>
                <a:stretch>
                  <a:fillRect/>
                </a:stretch>
              </p:blipFill>
              <p:spPr>
                <a:xfrm>
                  <a:off x="5923126" y="2178489"/>
                  <a:ext cx="24552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70" name="Entrada de lápiz 69">
                  <a:extLst>
                    <a:ext uri="{FF2B5EF4-FFF2-40B4-BE49-F238E27FC236}">
                      <a16:creationId xmlns:a16="http://schemas.microsoft.com/office/drawing/2014/main" id="{07B8F293-CF77-48FB-B285-AB8CCCDC9C2D}"/>
                    </a:ext>
                  </a:extLst>
                </p14:cNvPr>
                <p14:cNvContentPartPr/>
                <p14:nvPr/>
              </p14:nvContentPartPr>
              <p14:xfrm>
                <a:off x="6175486" y="2299089"/>
                <a:ext cx="165600" cy="186840"/>
              </p14:xfrm>
            </p:contentPart>
          </mc:Choice>
          <mc:Fallback>
            <p:pic>
              <p:nvPicPr>
                <p:cNvPr id="70" name="Entrada de lápiz 69">
                  <a:extLst>
                    <a:ext uri="{FF2B5EF4-FFF2-40B4-BE49-F238E27FC236}">
                      <a16:creationId xmlns:a16="http://schemas.microsoft.com/office/drawing/2014/main" id="{07B8F293-CF77-48FB-B285-AB8CCCDC9C2D}"/>
                    </a:ext>
                  </a:extLst>
                </p:cNvPr>
                <p:cNvPicPr/>
                <p:nvPr/>
              </p:nvPicPr>
              <p:blipFill>
                <a:blip r:embed="rId49"/>
                <a:stretch>
                  <a:fillRect/>
                </a:stretch>
              </p:blipFill>
              <p:spPr>
                <a:xfrm>
                  <a:off x="6166486" y="2290449"/>
                  <a:ext cx="18324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71" name="Entrada de lápiz 70">
                  <a:extLst>
                    <a:ext uri="{FF2B5EF4-FFF2-40B4-BE49-F238E27FC236}">
                      <a16:creationId xmlns:a16="http://schemas.microsoft.com/office/drawing/2014/main" id="{56B120A3-BCEF-4C38-9F12-6A0DF482857E}"/>
                    </a:ext>
                  </a:extLst>
                </p14:cNvPr>
                <p14:cNvContentPartPr/>
                <p14:nvPr/>
              </p14:nvContentPartPr>
              <p14:xfrm>
                <a:off x="6381046" y="2295489"/>
                <a:ext cx="330840" cy="178200"/>
              </p14:xfrm>
            </p:contentPart>
          </mc:Choice>
          <mc:Fallback>
            <p:pic>
              <p:nvPicPr>
                <p:cNvPr id="71" name="Entrada de lápiz 70">
                  <a:extLst>
                    <a:ext uri="{FF2B5EF4-FFF2-40B4-BE49-F238E27FC236}">
                      <a16:creationId xmlns:a16="http://schemas.microsoft.com/office/drawing/2014/main" id="{56B120A3-BCEF-4C38-9F12-6A0DF482857E}"/>
                    </a:ext>
                  </a:extLst>
                </p:cNvPr>
                <p:cNvPicPr/>
                <p:nvPr/>
              </p:nvPicPr>
              <p:blipFill>
                <a:blip r:embed="rId51"/>
                <a:stretch>
                  <a:fillRect/>
                </a:stretch>
              </p:blipFill>
              <p:spPr>
                <a:xfrm>
                  <a:off x="6372406" y="2286489"/>
                  <a:ext cx="34848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76" name="Entrada de lápiz 75">
                  <a:extLst>
                    <a:ext uri="{FF2B5EF4-FFF2-40B4-BE49-F238E27FC236}">
                      <a16:creationId xmlns:a16="http://schemas.microsoft.com/office/drawing/2014/main" id="{FA752DDF-34AC-4B38-8919-981933EE1D7C}"/>
                    </a:ext>
                  </a:extLst>
                </p14:cNvPr>
                <p14:cNvContentPartPr/>
                <p14:nvPr/>
              </p14:nvContentPartPr>
              <p14:xfrm>
                <a:off x="6833926" y="2466129"/>
                <a:ext cx="234360" cy="221040"/>
              </p14:xfrm>
            </p:contentPart>
          </mc:Choice>
          <mc:Fallback>
            <p:pic>
              <p:nvPicPr>
                <p:cNvPr id="76" name="Entrada de lápiz 75">
                  <a:extLst>
                    <a:ext uri="{FF2B5EF4-FFF2-40B4-BE49-F238E27FC236}">
                      <a16:creationId xmlns:a16="http://schemas.microsoft.com/office/drawing/2014/main" id="{FA752DDF-34AC-4B38-8919-981933EE1D7C}"/>
                    </a:ext>
                  </a:extLst>
                </p:cNvPr>
                <p:cNvPicPr/>
                <p:nvPr/>
              </p:nvPicPr>
              <p:blipFill>
                <a:blip r:embed="rId53"/>
                <a:stretch>
                  <a:fillRect/>
                </a:stretch>
              </p:blipFill>
              <p:spPr>
                <a:xfrm>
                  <a:off x="6824926" y="2457129"/>
                  <a:ext cx="2520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75" name="Entrada de lápiz 74">
                  <a:extLst>
                    <a:ext uri="{FF2B5EF4-FFF2-40B4-BE49-F238E27FC236}">
                      <a16:creationId xmlns:a16="http://schemas.microsoft.com/office/drawing/2014/main" id="{53969C31-3A37-4230-8B5D-A096ABD769E0}"/>
                    </a:ext>
                  </a:extLst>
                </p14:cNvPr>
                <p14:cNvContentPartPr/>
                <p14:nvPr/>
              </p14:nvContentPartPr>
              <p14:xfrm>
                <a:off x="7026526" y="2233569"/>
                <a:ext cx="42480" cy="34560"/>
              </p14:xfrm>
            </p:contentPart>
          </mc:Choice>
          <mc:Fallback>
            <p:pic>
              <p:nvPicPr>
                <p:cNvPr id="75" name="Entrada de lápiz 74">
                  <a:extLst>
                    <a:ext uri="{FF2B5EF4-FFF2-40B4-BE49-F238E27FC236}">
                      <a16:creationId xmlns:a16="http://schemas.microsoft.com/office/drawing/2014/main" id="{53969C31-3A37-4230-8B5D-A096ABD769E0}"/>
                    </a:ext>
                  </a:extLst>
                </p:cNvPr>
                <p:cNvPicPr/>
                <p:nvPr/>
              </p:nvPicPr>
              <p:blipFill>
                <a:blip r:embed="rId55"/>
                <a:stretch>
                  <a:fillRect/>
                </a:stretch>
              </p:blipFill>
              <p:spPr>
                <a:xfrm>
                  <a:off x="7017886" y="2224929"/>
                  <a:ext cx="6012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77" name="Entrada de lápiz 76">
                  <a:extLst>
                    <a:ext uri="{FF2B5EF4-FFF2-40B4-BE49-F238E27FC236}">
                      <a16:creationId xmlns:a16="http://schemas.microsoft.com/office/drawing/2014/main" id="{406DE2BD-B9C8-495B-8625-90588A035148}"/>
                    </a:ext>
                  </a:extLst>
                </p14:cNvPr>
                <p14:cNvContentPartPr/>
                <p14:nvPr/>
              </p14:nvContentPartPr>
              <p14:xfrm>
                <a:off x="7024726" y="2238249"/>
                <a:ext cx="75960" cy="52200"/>
              </p14:xfrm>
            </p:contentPart>
          </mc:Choice>
          <mc:Fallback>
            <p:pic>
              <p:nvPicPr>
                <p:cNvPr id="77" name="Entrada de lápiz 76">
                  <a:extLst>
                    <a:ext uri="{FF2B5EF4-FFF2-40B4-BE49-F238E27FC236}">
                      <a16:creationId xmlns:a16="http://schemas.microsoft.com/office/drawing/2014/main" id="{406DE2BD-B9C8-495B-8625-90588A035148}"/>
                    </a:ext>
                  </a:extLst>
                </p:cNvPr>
                <p:cNvPicPr/>
                <p:nvPr/>
              </p:nvPicPr>
              <p:blipFill>
                <a:blip r:embed="rId57"/>
                <a:stretch>
                  <a:fillRect/>
                </a:stretch>
              </p:blipFill>
              <p:spPr>
                <a:xfrm>
                  <a:off x="7016086" y="2229249"/>
                  <a:ext cx="93600" cy="69840"/>
                </a:xfrm>
                <a:prstGeom prst="rect">
                  <a:avLst/>
                </a:prstGeom>
              </p:spPr>
            </p:pic>
          </mc:Fallback>
        </mc:AlternateContent>
      </p:grpSp>
      <p:grpSp>
        <p:nvGrpSpPr>
          <p:cNvPr id="85" name="Grupo 84">
            <a:extLst>
              <a:ext uri="{FF2B5EF4-FFF2-40B4-BE49-F238E27FC236}">
                <a16:creationId xmlns:a16="http://schemas.microsoft.com/office/drawing/2014/main" id="{FED64550-1277-4470-A49C-7C2911E16BA5}"/>
              </a:ext>
            </a:extLst>
          </p:cNvPr>
          <p:cNvGrpSpPr/>
          <p:nvPr/>
        </p:nvGrpSpPr>
        <p:grpSpPr>
          <a:xfrm>
            <a:off x="7502806" y="2313489"/>
            <a:ext cx="697680" cy="240480"/>
            <a:chOff x="7502806" y="2313489"/>
            <a:chExt cx="697680" cy="240480"/>
          </a:xfrm>
        </p:grpSpPr>
        <mc:AlternateContent xmlns:mc="http://schemas.openxmlformats.org/markup-compatibility/2006">
          <mc:Choice xmlns:p14="http://schemas.microsoft.com/office/powerpoint/2010/main" Requires="p14">
            <p:contentPart p14:bwMode="auto" r:id="rId58">
              <p14:nvContentPartPr>
                <p14:cNvPr id="80" name="Entrada de lápiz 79">
                  <a:extLst>
                    <a:ext uri="{FF2B5EF4-FFF2-40B4-BE49-F238E27FC236}">
                      <a16:creationId xmlns:a16="http://schemas.microsoft.com/office/drawing/2014/main" id="{9741C9C2-0113-4F6B-A88D-D5255997D201}"/>
                    </a:ext>
                  </a:extLst>
                </p14:cNvPr>
                <p14:cNvContentPartPr/>
                <p14:nvPr/>
              </p14:nvContentPartPr>
              <p14:xfrm>
                <a:off x="7502806" y="2358129"/>
                <a:ext cx="191160" cy="195840"/>
              </p14:xfrm>
            </p:contentPart>
          </mc:Choice>
          <mc:Fallback>
            <p:pic>
              <p:nvPicPr>
                <p:cNvPr id="80" name="Entrada de lápiz 79">
                  <a:extLst>
                    <a:ext uri="{FF2B5EF4-FFF2-40B4-BE49-F238E27FC236}">
                      <a16:creationId xmlns:a16="http://schemas.microsoft.com/office/drawing/2014/main" id="{9741C9C2-0113-4F6B-A88D-D5255997D201}"/>
                    </a:ext>
                  </a:extLst>
                </p:cNvPr>
                <p:cNvPicPr/>
                <p:nvPr/>
              </p:nvPicPr>
              <p:blipFill>
                <a:blip r:embed="rId59"/>
                <a:stretch>
                  <a:fillRect/>
                </a:stretch>
              </p:blipFill>
              <p:spPr>
                <a:xfrm>
                  <a:off x="7493806" y="2349129"/>
                  <a:ext cx="2088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1" name="Entrada de lápiz 80">
                  <a:extLst>
                    <a:ext uri="{FF2B5EF4-FFF2-40B4-BE49-F238E27FC236}">
                      <a16:creationId xmlns:a16="http://schemas.microsoft.com/office/drawing/2014/main" id="{5629640E-05F1-4245-B64B-BD25027B3143}"/>
                    </a:ext>
                  </a:extLst>
                </p14:cNvPr>
                <p14:cNvContentPartPr/>
                <p14:nvPr/>
              </p14:nvContentPartPr>
              <p14:xfrm>
                <a:off x="7778926" y="2375049"/>
                <a:ext cx="117360" cy="3240"/>
              </p14:xfrm>
            </p:contentPart>
          </mc:Choice>
          <mc:Fallback>
            <p:pic>
              <p:nvPicPr>
                <p:cNvPr id="81" name="Entrada de lápiz 80">
                  <a:extLst>
                    <a:ext uri="{FF2B5EF4-FFF2-40B4-BE49-F238E27FC236}">
                      <a16:creationId xmlns:a16="http://schemas.microsoft.com/office/drawing/2014/main" id="{5629640E-05F1-4245-B64B-BD25027B3143}"/>
                    </a:ext>
                  </a:extLst>
                </p:cNvPr>
                <p:cNvPicPr/>
                <p:nvPr/>
              </p:nvPicPr>
              <p:blipFill>
                <a:blip r:embed="rId61"/>
                <a:stretch>
                  <a:fillRect/>
                </a:stretch>
              </p:blipFill>
              <p:spPr>
                <a:xfrm>
                  <a:off x="7769926" y="2366409"/>
                  <a:ext cx="1350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82" name="Entrada de lápiz 81">
                  <a:extLst>
                    <a:ext uri="{FF2B5EF4-FFF2-40B4-BE49-F238E27FC236}">
                      <a16:creationId xmlns:a16="http://schemas.microsoft.com/office/drawing/2014/main" id="{70510A69-B3EE-4422-BDCE-4E7B56F6156E}"/>
                    </a:ext>
                  </a:extLst>
                </p14:cNvPr>
                <p14:cNvContentPartPr/>
                <p14:nvPr/>
              </p14:nvContentPartPr>
              <p14:xfrm>
                <a:off x="7801966" y="2455689"/>
                <a:ext cx="139320" cy="14400"/>
              </p14:xfrm>
            </p:contentPart>
          </mc:Choice>
          <mc:Fallback>
            <p:pic>
              <p:nvPicPr>
                <p:cNvPr id="82" name="Entrada de lápiz 81">
                  <a:extLst>
                    <a:ext uri="{FF2B5EF4-FFF2-40B4-BE49-F238E27FC236}">
                      <a16:creationId xmlns:a16="http://schemas.microsoft.com/office/drawing/2014/main" id="{70510A69-B3EE-4422-BDCE-4E7B56F6156E}"/>
                    </a:ext>
                  </a:extLst>
                </p:cNvPr>
                <p:cNvPicPr/>
                <p:nvPr/>
              </p:nvPicPr>
              <p:blipFill>
                <a:blip r:embed="rId63"/>
                <a:stretch>
                  <a:fillRect/>
                </a:stretch>
              </p:blipFill>
              <p:spPr>
                <a:xfrm>
                  <a:off x="7792966" y="2446689"/>
                  <a:ext cx="15696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3" name="Entrada de lápiz 82">
                  <a:extLst>
                    <a:ext uri="{FF2B5EF4-FFF2-40B4-BE49-F238E27FC236}">
                      <a16:creationId xmlns:a16="http://schemas.microsoft.com/office/drawing/2014/main" id="{50F90037-8A0D-4AEA-A673-E73425E7A51D}"/>
                    </a:ext>
                  </a:extLst>
                </p14:cNvPr>
                <p14:cNvContentPartPr/>
                <p14:nvPr/>
              </p14:nvContentPartPr>
              <p14:xfrm>
                <a:off x="8077006" y="2321049"/>
                <a:ext cx="123480" cy="25920"/>
              </p14:xfrm>
            </p:contentPart>
          </mc:Choice>
          <mc:Fallback>
            <p:pic>
              <p:nvPicPr>
                <p:cNvPr id="83" name="Entrada de lápiz 82">
                  <a:extLst>
                    <a:ext uri="{FF2B5EF4-FFF2-40B4-BE49-F238E27FC236}">
                      <a16:creationId xmlns:a16="http://schemas.microsoft.com/office/drawing/2014/main" id="{50F90037-8A0D-4AEA-A673-E73425E7A51D}"/>
                    </a:ext>
                  </a:extLst>
                </p:cNvPr>
                <p:cNvPicPr/>
                <p:nvPr/>
              </p:nvPicPr>
              <p:blipFill>
                <a:blip r:embed="rId65"/>
                <a:stretch>
                  <a:fillRect/>
                </a:stretch>
              </p:blipFill>
              <p:spPr>
                <a:xfrm>
                  <a:off x="8068006" y="2312409"/>
                  <a:ext cx="14112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84" name="Entrada de lápiz 83">
                  <a:extLst>
                    <a:ext uri="{FF2B5EF4-FFF2-40B4-BE49-F238E27FC236}">
                      <a16:creationId xmlns:a16="http://schemas.microsoft.com/office/drawing/2014/main" id="{1805277E-EED3-4309-834F-80485FAC1299}"/>
                    </a:ext>
                  </a:extLst>
                </p14:cNvPr>
                <p14:cNvContentPartPr/>
                <p14:nvPr/>
              </p14:nvContentPartPr>
              <p14:xfrm>
                <a:off x="8008246" y="2313489"/>
                <a:ext cx="187560" cy="229680"/>
              </p14:xfrm>
            </p:contentPart>
          </mc:Choice>
          <mc:Fallback>
            <p:pic>
              <p:nvPicPr>
                <p:cNvPr id="84" name="Entrada de lápiz 83">
                  <a:extLst>
                    <a:ext uri="{FF2B5EF4-FFF2-40B4-BE49-F238E27FC236}">
                      <a16:creationId xmlns:a16="http://schemas.microsoft.com/office/drawing/2014/main" id="{1805277E-EED3-4309-834F-80485FAC1299}"/>
                    </a:ext>
                  </a:extLst>
                </p:cNvPr>
                <p:cNvPicPr/>
                <p:nvPr/>
              </p:nvPicPr>
              <p:blipFill>
                <a:blip r:embed="rId67"/>
                <a:stretch>
                  <a:fillRect/>
                </a:stretch>
              </p:blipFill>
              <p:spPr>
                <a:xfrm>
                  <a:off x="7999606" y="2304489"/>
                  <a:ext cx="205200" cy="247320"/>
                </a:xfrm>
                <a:prstGeom prst="rect">
                  <a:avLst/>
                </a:prstGeom>
              </p:spPr>
            </p:pic>
          </mc:Fallback>
        </mc:AlternateContent>
      </p:grpSp>
      <p:grpSp>
        <p:nvGrpSpPr>
          <p:cNvPr id="90" name="Grupo 89">
            <a:extLst>
              <a:ext uri="{FF2B5EF4-FFF2-40B4-BE49-F238E27FC236}">
                <a16:creationId xmlns:a16="http://schemas.microsoft.com/office/drawing/2014/main" id="{60E1D2BA-CC10-4F0B-8E55-626DE5D7CE71}"/>
              </a:ext>
            </a:extLst>
          </p:cNvPr>
          <p:cNvGrpSpPr/>
          <p:nvPr/>
        </p:nvGrpSpPr>
        <p:grpSpPr>
          <a:xfrm>
            <a:off x="9308566" y="2301249"/>
            <a:ext cx="463680" cy="412560"/>
            <a:chOff x="9308566" y="2301249"/>
            <a:chExt cx="463680" cy="412560"/>
          </a:xfrm>
        </p:grpSpPr>
        <mc:AlternateContent xmlns:mc="http://schemas.openxmlformats.org/markup-compatibility/2006">
          <mc:Choice xmlns:p14="http://schemas.microsoft.com/office/powerpoint/2010/main" Requires="p14">
            <p:contentPart p14:bwMode="auto" r:id="rId68">
              <p14:nvContentPartPr>
                <p14:cNvPr id="86" name="Entrada de lápiz 85">
                  <a:extLst>
                    <a:ext uri="{FF2B5EF4-FFF2-40B4-BE49-F238E27FC236}">
                      <a16:creationId xmlns:a16="http://schemas.microsoft.com/office/drawing/2014/main" id="{70A50AD1-EE18-4A15-BE1C-8E19D7C2EFF0}"/>
                    </a:ext>
                  </a:extLst>
                </p14:cNvPr>
                <p14:cNvContentPartPr/>
                <p14:nvPr/>
              </p14:nvContentPartPr>
              <p14:xfrm>
                <a:off x="9341686" y="2319609"/>
                <a:ext cx="35640" cy="394200"/>
              </p14:xfrm>
            </p:contentPart>
          </mc:Choice>
          <mc:Fallback>
            <p:pic>
              <p:nvPicPr>
                <p:cNvPr id="86" name="Entrada de lápiz 85">
                  <a:extLst>
                    <a:ext uri="{FF2B5EF4-FFF2-40B4-BE49-F238E27FC236}">
                      <a16:creationId xmlns:a16="http://schemas.microsoft.com/office/drawing/2014/main" id="{70A50AD1-EE18-4A15-BE1C-8E19D7C2EFF0}"/>
                    </a:ext>
                  </a:extLst>
                </p:cNvPr>
                <p:cNvPicPr/>
                <p:nvPr/>
              </p:nvPicPr>
              <p:blipFill>
                <a:blip r:embed="rId69"/>
                <a:stretch>
                  <a:fillRect/>
                </a:stretch>
              </p:blipFill>
              <p:spPr>
                <a:xfrm>
                  <a:off x="9333046" y="2310609"/>
                  <a:ext cx="53280" cy="4118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87" name="Entrada de lápiz 86">
                  <a:extLst>
                    <a:ext uri="{FF2B5EF4-FFF2-40B4-BE49-F238E27FC236}">
                      <a16:creationId xmlns:a16="http://schemas.microsoft.com/office/drawing/2014/main" id="{C74D2E64-2D71-4FB1-A813-824336A4AEAF}"/>
                    </a:ext>
                  </a:extLst>
                </p14:cNvPr>
                <p14:cNvContentPartPr/>
                <p14:nvPr/>
              </p14:nvContentPartPr>
              <p14:xfrm>
                <a:off x="9308566" y="2301249"/>
                <a:ext cx="199440" cy="182520"/>
              </p14:xfrm>
            </p:contentPart>
          </mc:Choice>
          <mc:Fallback>
            <p:pic>
              <p:nvPicPr>
                <p:cNvPr id="87" name="Entrada de lápiz 86">
                  <a:extLst>
                    <a:ext uri="{FF2B5EF4-FFF2-40B4-BE49-F238E27FC236}">
                      <a16:creationId xmlns:a16="http://schemas.microsoft.com/office/drawing/2014/main" id="{C74D2E64-2D71-4FB1-A813-824336A4AEAF}"/>
                    </a:ext>
                  </a:extLst>
                </p:cNvPr>
                <p:cNvPicPr/>
                <p:nvPr/>
              </p:nvPicPr>
              <p:blipFill>
                <a:blip r:embed="rId71"/>
                <a:stretch>
                  <a:fillRect/>
                </a:stretch>
              </p:blipFill>
              <p:spPr>
                <a:xfrm>
                  <a:off x="9299566" y="2292249"/>
                  <a:ext cx="21708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88" name="Entrada de lápiz 87">
                  <a:extLst>
                    <a:ext uri="{FF2B5EF4-FFF2-40B4-BE49-F238E27FC236}">
                      <a16:creationId xmlns:a16="http://schemas.microsoft.com/office/drawing/2014/main" id="{3CCE624C-6F51-4AD8-941D-AFD91BD23C93}"/>
                    </a:ext>
                  </a:extLst>
                </p14:cNvPr>
                <p14:cNvContentPartPr/>
                <p14:nvPr/>
              </p14:nvContentPartPr>
              <p14:xfrm>
                <a:off x="9610606" y="2332569"/>
                <a:ext cx="137160" cy="6120"/>
              </p14:xfrm>
            </p:contentPart>
          </mc:Choice>
          <mc:Fallback>
            <p:pic>
              <p:nvPicPr>
                <p:cNvPr id="88" name="Entrada de lápiz 87">
                  <a:extLst>
                    <a:ext uri="{FF2B5EF4-FFF2-40B4-BE49-F238E27FC236}">
                      <a16:creationId xmlns:a16="http://schemas.microsoft.com/office/drawing/2014/main" id="{3CCE624C-6F51-4AD8-941D-AFD91BD23C93}"/>
                    </a:ext>
                  </a:extLst>
                </p:cNvPr>
                <p:cNvPicPr/>
                <p:nvPr/>
              </p:nvPicPr>
              <p:blipFill>
                <a:blip r:embed="rId73"/>
                <a:stretch>
                  <a:fillRect/>
                </a:stretch>
              </p:blipFill>
              <p:spPr>
                <a:xfrm>
                  <a:off x="9601966" y="2323569"/>
                  <a:ext cx="1548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9" name="Entrada de lápiz 88">
                  <a:extLst>
                    <a:ext uri="{FF2B5EF4-FFF2-40B4-BE49-F238E27FC236}">
                      <a16:creationId xmlns:a16="http://schemas.microsoft.com/office/drawing/2014/main" id="{C898BB2A-28F5-4B5D-8070-89D70109CEF2}"/>
                    </a:ext>
                  </a:extLst>
                </p14:cNvPr>
                <p14:cNvContentPartPr/>
                <p14:nvPr/>
              </p14:nvContentPartPr>
              <p14:xfrm>
                <a:off x="9630766" y="2409249"/>
                <a:ext cx="141480" cy="6840"/>
              </p14:xfrm>
            </p:contentPart>
          </mc:Choice>
          <mc:Fallback>
            <p:pic>
              <p:nvPicPr>
                <p:cNvPr id="89" name="Entrada de lápiz 88">
                  <a:extLst>
                    <a:ext uri="{FF2B5EF4-FFF2-40B4-BE49-F238E27FC236}">
                      <a16:creationId xmlns:a16="http://schemas.microsoft.com/office/drawing/2014/main" id="{C898BB2A-28F5-4B5D-8070-89D70109CEF2}"/>
                    </a:ext>
                  </a:extLst>
                </p:cNvPr>
                <p:cNvPicPr/>
                <p:nvPr/>
              </p:nvPicPr>
              <p:blipFill>
                <a:blip r:embed="rId75"/>
                <a:stretch>
                  <a:fillRect/>
                </a:stretch>
              </p:blipFill>
              <p:spPr>
                <a:xfrm>
                  <a:off x="9621766" y="2400249"/>
                  <a:ext cx="159120" cy="24480"/>
                </a:xfrm>
                <a:prstGeom prst="rect">
                  <a:avLst/>
                </a:prstGeom>
              </p:spPr>
            </p:pic>
          </mc:Fallback>
        </mc:AlternateContent>
      </p:grpSp>
      <p:grpSp>
        <p:nvGrpSpPr>
          <p:cNvPr id="94" name="Grupo 93">
            <a:extLst>
              <a:ext uri="{FF2B5EF4-FFF2-40B4-BE49-F238E27FC236}">
                <a16:creationId xmlns:a16="http://schemas.microsoft.com/office/drawing/2014/main" id="{5ED41BDA-F50A-408C-A671-39B24D060DD8}"/>
              </a:ext>
            </a:extLst>
          </p:cNvPr>
          <p:cNvGrpSpPr/>
          <p:nvPr/>
        </p:nvGrpSpPr>
        <p:grpSpPr>
          <a:xfrm>
            <a:off x="9941446" y="2208369"/>
            <a:ext cx="307080" cy="595440"/>
            <a:chOff x="9941446" y="2208369"/>
            <a:chExt cx="307080" cy="595440"/>
          </a:xfrm>
        </p:grpSpPr>
        <mc:AlternateContent xmlns:mc="http://schemas.openxmlformats.org/markup-compatibility/2006">
          <mc:Choice xmlns:p14="http://schemas.microsoft.com/office/powerpoint/2010/main" Requires="p14">
            <p:contentPart p14:bwMode="auto" r:id="rId76">
              <p14:nvContentPartPr>
                <p14:cNvPr id="91" name="Entrada de lápiz 90">
                  <a:extLst>
                    <a:ext uri="{FF2B5EF4-FFF2-40B4-BE49-F238E27FC236}">
                      <a16:creationId xmlns:a16="http://schemas.microsoft.com/office/drawing/2014/main" id="{896B38A3-4474-4111-95BC-414BBA18AD51}"/>
                    </a:ext>
                  </a:extLst>
                </p14:cNvPr>
                <p14:cNvContentPartPr/>
                <p14:nvPr/>
              </p14:nvContentPartPr>
              <p14:xfrm>
                <a:off x="10072126" y="2208369"/>
                <a:ext cx="36000" cy="217440"/>
              </p14:xfrm>
            </p:contentPart>
          </mc:Choice>
          <mc:Fallback>
            <p:pic>
              <p:nvPicPr>
                <p:cNvPr id="91" name="Entrada de lápiz 90">
                  <a:extLst>
                    <a:ext uri="{FF2B5EF4-FFF2-40B4-BE49-F238E27FC236}">
                      <a16:creationId xmlns:a16="http://schemas.microsoft.com/office/drawing/2014/main" id="{896B38A3-4474-4111-95BC-414BBA18AD51}"/>
                    </a:ext>
                  </a:extLst>
                </p:cNvPr>
                <p:cNvPicPr/>
                <p:nvPr/>
              </p:nvPicPr>
              <p:blipFill>
                <a:blip r:embed="rId77"/>
                <a:stretch>
                  <a:fillRect/>
                </a:stretch>
              </p:blipFill>
              <p:spPr>
                <a:xfrm>
                  <a:off x="10063486" y="2199369"/>
                  <a:ext cx="5364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92" name="Entrada de lápiz 91">
                  <a:extLst>
                    <a:ext uri="{FF2B5EF4-FFF2-40B4-BE49-F238E27FC236}">
                      <a16:creationId xmlns:a16="http://schemas.microsoft.com/office/drawing/2014/main" id="{781E64D3-50F7-4FF4-A317-5D53001E3D61}"/>
                    </a:ext>
                  </a:extLst>
                </p14:cNvPr>
                <p14:cNvContentPartPr/>
                <p14:nvPr/>
              </p14:nvContentPartPr>
              <p14:xfrm>
                <a:off x="9941446" y="2466129"/>
                <a:ext cx="307080" cy="30600"/>
              </p14:xfrm>
            </p:contentPart>
          </mc:Choice>
          <mc:Fallback>
            <p:pic>
              <p:nvPicPr>
                <p:cNvPr id="92" name="Entrada de lápiz 91">
                  <a:extLst>
                    <a:ext uri="{FF2B5EF4-FFF2-40B4-BE49-F238E27FC236}">
                      <a16:creationId xmlns:a16="http://schemas.microsoft.com/office/drawing/2014/main" id="{781E64D3-50F7-4FF4-A317-5D53001E3D61}"/>
                    </a:ext>
                  </a:extLst>
                </p:cNvPr>
                <p:cNvPicPr/>
                <p:nvPr/>
              </p:nvPicPr>
              <p:blipFill>
                <a:blip r:embed="rId79"/>
                <a:stretch>
                  <a:fillRect/>
                </a:stretch>
              </p:blipFill>
              <p:spPr>
                <a:xfrm>
                  <a:off x="9932806" y="2457129"/>
                  <a:ext cx="3247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93" name="Entrada de lápiz 92">
                  <a:extLst>
                    <a:ext uri="{FF2B5EF4-FFF2-40B4-BE49-F238E27FC236}">
                      <a16:creationId xmlns:a16="http://schemas.microsoft.com/office/drawing/2014/main" id="{A77E07C8-D9A9-4B1A-89E8-BF41E36152ED}"/>
                    </a:ext>
                  </a:extLst>
                </p14:cNvPr>
                <p14:cNvContentPartPr/>
                <p14:nvPr/>
              </p14:nvContentPartPr>
              <p14:xfrm>
                <a:off x="9979606" y="2570169"/>
                <a:ext cx="147600" cy="233640"/>
              </p14:xfrm>
            </p:contentPart>
          </mc:Choice>
          <mc:Fallback>
            <p:pic>
              <p:nvPicPr>
                <p:cNvPr id="93" name="Entrada de lápiz 92">
                  <a:extLst>
                    <a:ext uri="{FF2B5EF4-FFF2-40B4-BE49-F238E27FC236}">
                      <a16:creationId xmlns:a16="http://schemas.microsoft.com/office/drawing/2014/main" id="{A77E07C8-D9A9-4B1A-89E8-BF41E36152ED}"/>
                    </a:ext>
                  </a:extLst>
                </p:cNvPr>
                <p:cNvPicPr/>
                <p:nvPr/>
              </p:nvPicPr>
              <p:blipFill>
                <a:blip r:embed="rId81"/>
                <a:stretch>
                  <a:fillRect/>
                </a:stretch>
              </p:blipFill>
              <p:spPr>
                <a:xfrm>
                  <a:off x="9970606" y="2561529"/>
                  <a:ext cx="165240" cy="251280"/>
                </a:xfrm>
                <a:prstGeom prst="rect">
                  <a:avLst/>
                </a:prstGeom>
              </p:spPr>
            </p:pic>
          </mc:Fallback>
        </mc:AlternateContent>
      </p:grpSp>
      <p:grpSp>
        <p:nvGrpSpPr>
          <p:cNvPr id="148" name="Grupo 147">
            <a:extLst>
              <a:ext uri="{FF2B5EF4-FFF2-40B4-BE49-F238E27FC236}">
                <a16:creationId xmlns:a16="http://schemas.microsoft.com/office/drawing/2014/main" id="{8443C09A-3EC7-4AA8-95E0-9DBB92E2290C}"/>
              </a:ext>
            </a:extLst>
          </p:cNvPr>
          <p:cNvGrpSpPr/>
          <p:nvPr/>
        </p:nvGrpSpPr>
        <p:grpSpPr>
          <a:xfrm>
            <a:off x="575326" y="3190089"/>
            <a:ext cx="1642320" cy="782280"/>
            <a:chOff x="575326" y="3190089"/>
            <a:chExt cx="1642320" cy="782280"/>
          </a:xfrm>
        </p:grpSpPr>
        <mc:AlternateContent xmlns:mc="http://schemas.openxmlformats.org/markup-compatibility/2006">
          <mc:Choice xmlns:p14="http://schemas.microsoft.com/office/powerpoint/2010/main" Requires="p14">
            <p:contentPart p14:bwMode="auto" r:id="rId82">
              <p14:nvContentPartPr>
                <p14:cNvPr id="136" name="Entrada de lápiz 135">
                  <a:extLst>
                    <a:ext uri="{FF2B5EF4-FFF2-40B4-BE49-F238E27FC236}">
                      <a16:creationId xmlns:a16="http://schemas.microsoft.com/office/drawing/2014/main" id="{E07E11AC-B299-4D18-8FBE-53352BD8D6B0}"/>
                    </a:ext>
                  </a:extLst>
                </p14:cNvPr>
                <p14:cNvContentPartPr/>
                <p14:nvPr/>
              </p14:nvContentPartPr>
              <p14:xfrm>
                <a:off x="676486" y="3256689"/>
                <a:ext cx="29520" cy="715680"/>
              </p14:xfrm>
            </p:contentPart>
          </mc:Choice>
          <mc:Fallback>
            <p:pic>
              <p:nvPicPr>
                <p:cNvPr id="136" name="Entrada de lápiz 135">
                  <a:extLst>
                    <a:ext uri="{FF2B5EF4-FFF2-40B4-BE49-F238E27FC236}">
                      <a16:creationId xmlns:a16="http://schemas.microsoft.com/office/drawing/2014/main" id="{E07E11AC-B299-4D18-8FBE-53352BD8D6B0}"/>
                    </a:ext>
                  </a:extLst>
                </p:cNvPr>
                <p:cNvPicPr/>
                <p:nvPr/>
              </p:nvPicPr>
              <p:blipFill>
                <a:blip r:embed="rId83"/>
                <a:stretch>
                  <a:fillRect/>
                </a:stretch>
              </p:blipFill>
              <p:spPr>
                <a:xfrm>
                  <a:off x="667846" y="3247689"/>
                  <a:ext cx="47160" cy="733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37" name="Entrada de lápiz 136">
                  <a:extLst>
                    <a:ext uri="{FF2B5EF4-FFF2-40B4-BE49-F238E27FC236}">
                      <a16:creationId xmlns:a16="http://schemas.microsoft.com/office/drawing/2014/main" id="{0BDBEE38-FB84-4D20-8B85-CC059F5315CB}"/>
                    </a:ext>
                  </a:extLst>
                </p14:cNvPr>
                <p14:cNvContentPartPr/>
                <p14:nvPr/>
              </p14:nvContentPartPr>
              <p14:xfrm>
                <a:off x="575326" y="3241209"/>
                <a:ext cx="301320" cy="307800"/>
              </p14:xfrm>
            </p:contentPart>
          </mc:Choice>
          <mc:Fallback>
            <p:pic>
              <p:nvPicPr>
                <p:cNvPr id="137" name="Entrada de lápiz 136">
                  <a:extLst>
                    <a:ext uri="{FF2B5EF4-FFF2-40B4-BE49-F238E27FC236}">
                      <a16:creationId xmlns:a16="http://schemas.microsoft.com/office/drawing/2014/main" id="{0BDBEE38-FB84-4D20-8B85-CC059F5315CB}"/>
                    </a:ext>
                  </a:extLst>
                </p:cNvPr>
                <p:cNvPicPr/>
                <p:nvPr/>
              </p:nvPicPr>
              <p:blipFill>
                <a:blip r:embed="rId85"/>
                <a:stretch>
                  <a:fillRect/>
                </a:stretch>
              </p:blipFill>
              <p:spPr>
                <a:xfrm>
                  <a:off x="566326" y="3232569"/>
                  <a:ext cx="31896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38" name="Entrada de lápiz 137">
                  <a:extLst>
                    <a:ext uri="{FF2B5EF4-FFF2-40B4-BE49-F238E27FC236}">
                      <a16:creationId xmlns:a16="http://schemas.microsoft.com/office/drawing/2014/main" id="{593B5131-910F-40F4-A922-0FF99886C905}"/>
                    </a:ext>
                  </a:extLst>
                </p14:cNvPr>
                <p14:cNvContentPartPr/>
                <p14:nvPr/>
              </p14:nvContentPartPr>
              <p14:xfrm>
                <a:off x="1018486" y="3194769"/>
                <a:ext cx="106200" cy="490680"/>
              </p14:xfrm>
            </p:contentPart>
          </mc:Choice>
          <mc:Fallback>
            <p:pic>
              <p:nvPicPr>
                <p:cNvPr id="138" name="Entrada de lápiz 137">
                  <a:extLst>
                    <a:ext uri="{FF2B5EF4-FFF2-40B4-BE49-F238E27FC236}">
                      <a16:creationId xmlns:a16="http://schemas.microsoft.com/office/drawing/2014/main" id="{593B5131-910F-40F4-A922-0FF99886C905}"/>
                    </a:ext>
                  </a:extLst>
                </p:cNvPr>
                <p:cNvPicPr/>
                <p:nvPr/>
              </p:nvPicPr>
              <p:blipFill>
                <a:blip r:embed="rId87"/>
                <a:stretch>
                  <a:fillRect/>
                </a:stretch>
              </p:blipFill>
              <p:spPr>
                <a:xfrm>
                  <a:off x="1009486" y="3185769"/>
                  <a:ext cx="123840" cy="5083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39" name="Entrada de lápiz 138">
                  <a:extLst>
                    <a:ext uri="{FF2B5EF4-FFF2-40B4-BE49-F238E27FC236}">
                      <a16:creationId xmlns:a16="http://schemas.microsoft.com/office/drawing/2014/main" id="{A83519D5-9DEA-4641-A6D6-067782CBF736}"/>
                    </a:ext>
                  </a:extLst>
                </p14:cNvPr>
                <p14:cNvContentPartPr/>
                <p14:nvPr/>
              </p14:nvContentPartPr>
              <p14:xfrm>
                <a:off x="1187326" y="3349209"/>
                <a:ext cx="165240" cy="256680"/>
              </p14:xfrm>
            </p:contentPart>
          </mc:Choice>
          <mc:Fallback>
            <p:pic>
              <p:nvPicPr>
                <p:cNvPr id="139" name="Entrada de lápiz 138">
                  <a:extLst>
                    <a:ext uri="{FF2B5EF4-FFF2-40B4-BE49-F238E27FC236}">
                      <a16:creationId xmlns:a16="http://schemas.microsoft.com/office/drawing/2014/main" id="{A83519D5-9DEA-4641-A6D6-067782CBF736}"/>
                    </a:ext>
                  </a:extLst>
                </p:cNvPr>
                <p:cNvPicPr/>
                <p:nvPr/>
              </p:nvPicPr>
              <p:blipFill>
                <a:blip r:embed="rId89"/>
                <a:stretch>
                  <a:fillRect/>
                </a:stretch>
              </p:blipFill>
              <p:spPr>
                <a:xfrm>
                  <a:off x="1178326" y="3340569"/>
                  <a:ext cx="18288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40" name="Entrada de lápiz 139">
                  <a:extLst>
                    <a:ext uri="{FF2B5EF4-FFF2-40B4-BE49-F238E27FC236}">
                      <a16:creationId xmlns:a16="http://schemas.microsoft.com/office/drawing/2014/main" id="{55424D38-2F9E-40CD-9607-DB9B6907A47B}"/>
                    </a:ext>
                  </a:extLst>
                </p14:cNvPr>
                <p14:cNvContentPartPr/>
                <p14:nvPr/>
              </p14:nvContentPartPr>
              <p14:xfrm>
                <a:off x="1211806" y="3243009"/>
                <a:ext cx="135000" cy="430920"/>
              </p14:xfrm>
            </p:contentPart>
          </mc:Choice>
          <mc:Fallback>
            <p:pic>
              <p:nvPicPr>
                <p:cNvPr id="140" name="Entrada de lápiz 139">
                  <a:extLst>
                    <a:ext uri="{FF2B5EF4-FFF2-40B4-BE49-F238E27FC236}">
                      <a16:creationId xmlns:a16="http://schemas.microsoft.com/office/drawing/2014/main" id="{55424D38-2F9E-40CD-9607-DB9B6907A47B}"/>
                    </a:ext>
                  </a:extLst>
                </p:cNvPr>
                <p:cNvPicPr/>
                <p:nvPr/>
              </p:nvPicPr>
              <p:blipFill>
                <a:blip r:embed="rId91"/>
                <a:stretch>
                  <a:fillRect/>
                </a:stretch>
              </p:blipFill>
              <p:spPr>
                <a:xfrm>
                  <a:off x="1202806" y="3234369"/>
                  <a:ext cx="152640" cy="4485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41" name="Entrada de lápiz 140">
                  <a:extLst>
                    <a:ext uri="{FF2B5EF4-FFF2-40B4-BE49-F238E27FC236}">
                      <a16:creationId xmlns:a16="http://schemas.microsoft.com/office/drawing/2014/main" id="{2EDE6CED-ACDC-4993-A800-17E4F3BEFCB5}"/>
                    </a:ext>
                  </a:extLst>
                </p14:cNvPr>
                <p14:cNvContentPartPr/>
                <p14:nvPr/>
              </p14:nvContentPartPr>
              <p14:xfrm>
                <a:off x="1481086" y="3476289"/>
                <a:ext cx="254160" cy="102600"/>
              </p14:xfrm>
            </p:contentPart>
          </mc:Choice>
          <mc:Fallback>
            <p:pic>
              <p:nvPicPr>
                <p:cNvPr id="141" name="Entrada de lápiz 140">
                  <a:extLst>
                    <a:ext uri="{FF2B5EF4-FFF2-40B4-BE49-F238E27FC236}">
                      <a16:creationId xmlns:a16="http://schemas.microsoft.com/office/drawing/2014/main" id="{2EDE6CED-ACDC-4993-A800-17E4F3BEFCB5}"/>
                    </a:ext>
                  </a:extLst>
                </p:cNvPr>
                <p:cNvPicPr/>
                <p:nvPr/>
              </p:nvPicPr>
              <p:blipFill>
                <a:blip r:embed="rId93"/>
                <a:stretch>
                  <a:fillRect/>
                </a:stretch>
              </p:blipFill>
              <p:spPr>
                <a:xfrm>
                  <a:off x="1472446" y="3467289"/>
                  <a:ext cx="27180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42" name="Entrada de lápiz 141">
                  <a:extLst>
                    <a:ext uri="{FF2B5EF4-FFF2-40B4-BE49-F238E27FC236}">
                      <a16:creationId xmlns:a16="http://schemas.microsoft.com/office/drawing/2014/main" id="{A68B1A80-A689-4CCD-88CE-0B9B028F43AE}"/>
                    </a:ext>
                  </a:extLst>
                </p14:cNvPr>
                <p14:cNvContentPartPr/>
                <p14:nvPr/>
              </p14:nvContentPartPr>
              <p14:xfrm>
                <a:off x="1819126" y="3447489"/>
                <a:ext cx="109080" cy="178920"/>
              </p14:xfrm>
            </p:contentPart>
          </mc:Choice>
          <mc:Fallback>
            <p:pic>
              <p:nvPicPr>
                <p:cNvPr id="142" name="Entrada de lápiz 141">
                  <a:extLst>
                    <a:ext uri="{FF2B5EF4-FFF2-40B4-BE49-F238E27FC236}">
                      <a16:creationId xmlns:a16="http://schemas.microsoft.com/office/drawing/2014/main" id="{A68B1A80-A689-4CCD-88CE-0B9B028F43AE}"/>
                    </a:ext>
                  </a:extLst>
                </p:cNvPr>
                <p:cNvPicPr/>
                <p:nvPr/>
              </p:nvPicPr>
              <p:blipFill>
                <a:blip r:embed="rId95"/>
                <a:stretch>
                  <a:fillRect/>
                </a:stretch>
              </p:blipFill>
              <p:spPr>
                <a:xfrm>
                  <a:off x="1810486" y="3438849"/>
                  <a:ext cx="12672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43" name="Entrada de lápiz 142">
                  <a:extLst>
                    <a:ext uri="{FF2B5EF4-FFF2-40B4-BE49-F238E27FC236}">
                      <a16:creationId xmlns:a16="http://schemas.microsoft.com/office/drawing/2014/main" id="{4E0359FE-809B-4B4E-BF26-48D04DB54F23}"/>
                    </a:ext>
                  </a:extLst>
                </p14:cNvPr>
                <p14:cNvContentPartPr/>
                <p14:nvPr/>
              </p14:nvContentPartPr>
              <p14:xfrm>
                <a:off x="1909486" y="3440289"/>
                <a:ext cx="198720" cy="193320"/>
              </p14:xfrm>
            </p:contentPart>
          </mc:Choice>
          <mc:Fallback>
            <p:pic>
              <p:nvPicPr>
                <p:cNvPr id="143" name="Entrada de lápiz 142">
                  <a:extLst>
                    <a:ext uri="{FF2B5EF4-FFF2-40B4-BE49-F238E27FC236}">
                      <a16:creationId xmlns:a16="http://schemas.microsoft.com/office/drawing/2014/main" id="{4E0359FE-809B-4B4E-BF26-48D04DB54F23}"/>
                    </a:ext>
                  </a:extLst>
                </p:cNvPr>
                <p:cNvPicPr/>
                <p:nvPr/>
              </p:nvPicPr>
              <p:blipFill>
                <a:blip r:embed="rId97"/>
                <a:stretch>
                  <a:fillRect/>
                </a:stretch>
              </p:blipFill>
              <p:spPr>
                <a:xfrm>
                  <a:off x="1900846" y="3431289"/>
                  <a:ext cx="2163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44" name="Entrada de lápiz 143">
                  <a:extLst>
                    <a:ext uri="{FF2B5EF4-FFF2-40B4-BE49-F238E27FC236}">
                      <a16:creationId xmlns:a16="http://schemas.microsoft.com/office/drawing/2014/main" id="{33AA538E-4274-461A-986E-BFEA17A71048}"/>
                    </a:ext>
                  </a:extLst>
                </p14:cNvPr>
                <p14:cNvContentPartPr/>
                <p14:nvPr/>
              </p14:nvContentPartPr>
              <p14:xfrm>
                <a:off x="2135206" y="3190089"/>
                <a:ext cx="82440" cy="485640"/>
              </p14:xfrm>
            </p:contentPart>
          </mc:Choice>
          <mc:Fallback>
            <p:pic>
              <p:nvPicPr>
                <p:cNvPr id="144" name="Entrada de lápiz 143">
                  <a:extLst>
                    <a:ext uri="{FF2B5EF4-FFF2-40B4-BE49-F238E27FC236}">
                      <a16:creationId xmlns:a16="http://schemas.microsoft.com/office/drawing/2014/main" id="{33AA538E-4274-461A-986E-BFEA17A71048}"/>
                    </a:ext>
                  </a:extLst>
                </p:cNvPr>
                <p:cNvPicPr/>
                <p:nvPr/>
              </p:nvPicPr>
              <p:blipFill>
                <a:blip r:embed="rId99"/>
                <a:stretch>
                  <a:fillRect/>
                </a:stretch>
              </p:blipFill>
              <p:spPr>
                <a:xfrm>
                  <a:off x="2126566" y="3181089"/>
                  <a:ext cx="100080" cy="503280"/>
                </a:xfrm>
                <a:prstGeom prst="rect">
                  <a:avLst/>
                </a:prstGeom>
              </p:spPr>
            </p:pic>
          </mc:Fallback>
        </mc:AlternateContent>
      </p:grpSp>
      <p:grpSp>
        <p:nvGrpSpPr>
          <p:cNvPr id="147" name="Grupo 146">
            <a:extLst>
              <a:ext uri="{FF2B5EF4-FFF2-40B4-BE49-F238E27FC236}">
                <a16:creationId xmlns:a16="http://schemas.microsoft.com/office/drawing/2014/main" id="{A93E5B75-B466-48E5-8836-8735BC30FBF4}"/>
              </a:ext>
            </a:extLst>
          </p:cNvPr>
          <p:cNvGrpSpPr/>
          <p:nvPr/>
        </p:nvGrpSpPr>
        <p:grpSpPr>
          <a:xfrm>
            <a:off x="2414566" y="3404289"/>
            <a:ext cx="207720" cy="118800"/>
            <a:chOff x="2414566" y="3404289"/>
            <a:chExt cx="207720" cy="118800"/>
          </a:xfrm>
        </p:grpSpPr>
        <mc:AlternateContent xmlns:mc="http://schemas.openxmlformats.org/markup-compatibility/2006">
          <mc:Choice xmlns:p14="http://schemas.microsoft.com/office/powerpoint/2010/main" Requires="p14">
            <p:contentPart p14:bwMode="auto" r:id="rId100">
              <p14:nvContentPartPr>
                <p14:cNvPr id="145" name="Entrada de lápiz 144">
                  <a:extLst>
                    <a:ext uri="{FF2B5EF4-FFF2-40B4-BE49-F238E27FC236}">
                      <a16:creationId xmlns:a16="http://schemas.microsoft.com/office/drawing/2014/main" id="{8AC6FDDB-577A-4C70-A072-CE42A9F616F6}"/>
                    </a:ext>
                  </a:extLst>
                </p14:cNvPr>
                <p14:cNvContentPartPr/>
                <p14:nvPr/>
              </p14:nvContentPartPr>
              <p14:xfrm>
                <a:off x="2414566" y="3404289"/>
                <a:ext cx="175320" cy="9720"/>
              </p14:xfrm>
            </p:contentPart>
          </mc:Choice>
          <mc:Fallback>
            <p:pic>
              <p:nvPicPr>
                <p:cNvPr id="145" name="Entrada de lápiz 144">
                  <a:extLst>
                    <a:ext uri="{FF2B5EF4-FFF2-40B4-BE49-F238E27FC236}">
                      <a16:creationId xmlns:a16="http://schemas.microsoft.com/office/drawing/2014/main" id="{8AC6FDDB-577A-4C70-A072-CE42A9F616F6}"/>
                    </a:ext>
                  </a:extLst>
                </p:cNvPr>
                <p:cNvPicPr/>
                <p:nvPr/>
              </p:nvPicPr>
              <p:blipFill>
                <a:blip r:embed="rId101"/>
                <a:stretch>
                  <a:fillRect/>
                </a:stretch>
              </p:blipFill>
              <p:spPr>
                <a:xfrm>
                  <a:off x="2405566" y="3395289"/>
                  <a:ext cx="1929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46" name="Entrada de lápiz 145">
                  <a:extLst>
                    <a:ext uri="{FF2B5EF4-FFF2-40B4-BE49-F238E27FC236}">
                      <a16:creationId xmlns:a16="http://schemas.microsoft.com/office/drawing/2014/main" id="{006DFCE3-9ED9-4A6A-B92E-153A5F58FB14}"/>
                    </a:ext>
                  </a:extLst>
                </p14:cNvPr>
                <p14:cNvContentPartPr/>
                <p14:nvPr/>
              </p14:nvContentPartPr>
              <p14:xfrm>
                <a:off x="2434366" y="3511209"/>
                <a:ext cx="187920" cy="11880"/>
              </p14:xfrm>
            </p:contentPart>
          </mc:Choice>
          <mc:Fallback>
            <p:pic>
              <p:nvPicPr>
                <p:cNvPr id="146" name="Entrada de lápiz 145">
                  <a:extLst>
                    <a:ext uri="{FF2B5EF4-FFF2-40B4-BE49-F238E27FC236}">
                      <a16:creationId xmlns:a16="http://schemas.microsoft.com/office/drawing/2014/main" id="{006DFCE3-9ED9-4A6A-B92E-153A5F58FB14}"/>
                    </a:ext>
                  </a:extLst>
                </p:cNvPr>
                <p:cNvPicPr/>
                <p:nvPr/>
              </p:nvPicPr>
              <p:blipFill>
                <a:blip r:embed="rId103"/>
                <a:stretch>
                  <a:fillRect/>
                </a:stretch>
              </p:blipFill>
              <p:spPr>
                <a:xfrm>
                  <a:off x="2425726" y="3502569"/>
                  <a:ext cx="205560" cy="29520"/>
                </a:xfrm>
                <a:prstGeom prst="rect">
                  <a:avLst/>
                </a:prstGeom>
              </p:spPr>
            </p:pic>
          </mc:Fallback>
        </mc:AlternateContent>
      </p:grpSp>
      <p:grpSp>
        <p:nvGrpSpPr>
          <p:cNvPr id="154" name="Grupo 153">
            <a:extLst>
              <a:ext uri="{FF2B5EF4-FFF2-40B4-BE49-F238E27FC236}">
                <a16:creationId xmlns:a16="http://schemas.microsoft.com/office/drawing/2014/main" id="{A1979C90-90E6-4B25-8BF9-64D909B820C1}"/>
              </a:ext>
            </a:extLst>
          </p:cNvPr>
          <p:cNvGrpSpPr/>
          <p:nvPr/>
        </p:nvGrpSpPr>
        <p:grpSpPr>
          <a:xfrm>
            <a:off x="2890126" y="3086769"/>
            <a:ext cx="680760" cy="1044360"/>
            <a:chOff x="2890126" y="3086769"/>
            <a:chExt cx="680760" cy="1044360"/>
          </a:xfrm>
        </p:grpSpPr>
        <mc:AlternateContent xmlns:mc="http://schemas.openxmlformats.org/markup-compatibility/2006">
          <mc:Choice xmlns:p14="http://schemas.microsoft.com/office/powerpoint/2010/main" Requires="p14">
            <p:contentPart p14:bwMode="auto" r:id="rId104">
              <p14:nvContentPartPr>
                <p14:cNvPr id="149" name="Entrada de lápiz 148">
                  <a:extLst>
                    <a:ext uri="{FF2B5EF4-FFF2-40B4-BE49-F238E27FC236}">
                      <a16:creationId xmlns:a16="http://schemas.microsoft.com/office/drawing/2014/main" id="{C20CA69B-AEA9-4D3F-957C-D44BFD92E1DD}"/>
                    </a:ext>
                  </a:extLst>
                </p14:cNvPr>
                <p14:cNvContentPartPr/>
                <p14:nvPr/>
              </p14:nvContentPartPr>
              <p14:xfrm>
                <a:off x="2890126" y="3086769"/>
                <a:ext cx="131760" cy="1042920"/>
              </p14:xfrm>
            </p:contentPart>
          </mc:Choice>
          <mc:Fallback>
            <p:pic>
              <p:nvPicPr>
                <p:cNvPr id="149" name="Entrada de lápiz 148">
                  <a:extLst>
                    <a:ext uri="{FF2B5EF4-FFF2-40B4-BE49-F238E27FC236}">
                      <a16:creationId xmlns:a16="http://schemas.microsoft.com/office/drawing/2014/main" id="{C20CA69B-AEA9-4D3F-957C-D44BFD92E1DD}"/>
                    </a:ext>
                  </a:extLst>
                </p:cNvPr>
                <p:cNvPicPr/>
                <p:nvPr/>
              </p:nvPicPr>
              <p:blipFill>
                <a:blip r:embed="rId105"/>
                <a:stretch>
                  <a:fillRect/>
                </a:stretch>
              </p:blipFill>
              <p:spPr>
                <a:xfrm>
                  <a:off x="2881126" y="3077769"/>
                  <a:ext cx="149400" cy="10605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50" name="Entrada de lápiz 149">
                  <a:extLst>
                    <a:ext uri="{FF2B5EF4-FFF2-40B4-BE49-F238E27FC236}">
                      <a16:creationId xmlns:a16="http://schemas.microsoft.com/office/drawing/2014/main" id="{53E6CA21-37C1-49EA-8A35-32A9AFE24126}"/>
                    </a:ext>
                  </a:extLst>
                </p14:cNvPr>
                <p14:cNvContentPartPr/>
                <p14:nvPr/>
              </p14:nvContentPartPr>
              <p14:xfrm>
                <a:off x="3129886" y="3154809"/>
                <a:ext cx="174240" cy="241200"/>
              </p14:xfrm>
            </p:contentPart>
          </mc:Choice>
          <mc:Fallback>
            <p:pic>
              <p:nvPicPr>
                <p:cNvPr id="150" name="Entrada de lápiz 149">
                  <a:extLst>
                    <a:ext uri="{FF2B5EF4-FFF2-40B4-BE49-F238E27FC236}">
                      <a16:creationId xmlns:a16="http://schemas.microsoft.com/office/drawing/2014/main" id="{53E6CA21-37C1-49EA-8A35-32A9AFE24126}"/>
                    </a:ext>
                  </a:extLst>
                </p:cNvPr>
                <p:cNvPicPr/>
                <p:nvPr/>
              </p:nvPicPr>
              <p:blipFill>
                <a:blip r:embed="rId107"/>
                <a:stretch>
                  <a:fillRect/>
                </a:stretch>
              </p:blipFill>
              <p:spPr>
                <a:xfrm>
                  <a:off x="3120886" y="3145809"/>
                  <a:ext cx="19188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51" name="Entrada de lápiz 150">
                  <a:extLst>
                    <a:ext uri="{FF2B5EF4-FFF2-40B4-BE49-F238E27FC236}">
                      <a16:creationId xmlns:a16="http://schemas.microsoft.com/office/drawing/2014/main" id="{A5A950E0-E155-41E3-BCE9-632ABF313C9E}"/>
                    </a:ext>
                  </a:extLst>
                </p14:cNvPr>
                <p14:cNvContentPartPr/>
                <p14:nvPr/>
              </p14:nvContentPartPr>
              <p14:xfrm>
                <a:off x="3109366" y="3692649"/>
                <a:ext cx="99360" cy="196200"/>
              </p14:xfrm>
            </p:contentPart>
          </mc:Choice>
          <mc:Fallback>
            <p:pic>
              <p:nvPicPr>
                <p:cNvPr id="151" name="Entrada de lápiz 150">
                  <a:extLst>
                    <a:ext uri="{FF2B5EF4-FFF2-40B4-BE49-F238E27FC236}">
                      <a16:creationId xmlns:a16="http://schemas.microsoft.com/office/drawing/2014/main" id="{A5A950E0-E155-41E3-BCE9-632ABF313C9E}"/>
                    </a:ext>
                  </a:extLst>
                </p:cNvPr>
                <p:cNvPicPr/>
                <p:nvPr/>
              </p:nvPicPr>
              <p:blipFill>
                <a:blip r:embed="rId109"/>
                <a:stretch>
                  <a:fillRect/>
                </a:stretch>
              </p:blipFill>
              <p:spPr>
                <a:xfrm>
                  <a:off x="3100366" y="3684009"/>
                  <a:ext cx="11700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52" name="Entrada de lápiz 151">
                  <a:extLst>
                    <a:ext uri="{FF2B5EF4-FFF2-40B4-BE49-F238E27FC236}">
                      <a16:creationId xmlns:a16="http://schemas.microsoft.com/office/drawing/2014/main" id="{821A95B8-E7C5-41DE-A220-3B0F17F3B402}"/>
                    </a:ext>
                  </a:extLst>
                </p14:cNvPr>
                <p14:cNvContentPartPr/>
                <p14:nvPr/>
              </p14:nvContentPartPr>
              <p14:xfrm>
                <a:off x="3203326" y="3690849"/>
                <a:ext cx="162720" cy="181800"/>
              </p14:xfrm>
            </p:contentPart>
          </mc:Choice>
          <mc:Fallback>
            <p:pic>
              <p:nvPicPr>
                <p:cNvPr id="152" name="Entrada de lápiz 151">
                  <a:extLst>
                    <a:ext uri="{FF2B5EF4-FFF2-40B4-BE49-F238E27FC236}">
                      <a16:creationId xmlns:a16="http://schemas.microsoft.com/office/drawing/2014/main" id="{821A95B8-E7C5-41DE-A220-3B0F17F3B402}"/>
                    </a:ext>
                  </a:extLst>
                </p:cNvPr>
                <p:cNvPicPr/>
                <p:nvPr/>
              </p:nvPicPr>
              <p:blipFill>
                <a:blip r:embed="rId111"/>
                <a:stretch>
                  <a:fillRect/>
                </a:stretch>
              </p:blipFill>
              <p:spPr>
                <a:xfrm>
                  <a:off x="3194686" y="3681849"/>
                  <a:ext cx="1803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53" name="Entrada de lápiz 152">
                  <a:extLst>
                    <a:ext uri="{FF2B5EF4-FFF2-40B4-BE49-F238E27FC236}">
                      <a16:creationId xmlns:a16="http://schemas.microsoft.com/office/drawing/2014/main" id="{95139B26-1434-44CE-A920-D9EA8E749DBB}"/>
                    </a:ext>
                  </a:extLst>
                </p14:cNvPr>
                <p14:cNvContentPartPr/>
                <p14:nvPr/>
              </p14:nvContentPartPr>
              <p14:xfrm>
                <a:off x="3412126" y="3108369"/>
                <a:ext cx="158760" cy="1022760"/>
              </p14:xfrm>
            </p:contentPart>
          </mc:Choice>
          <mc:Fallback>
            <p:pic>
              <p:nvPicPr>
                <p:cNvPr id="153" name="Entrada de lápiz 152">
                  <a:extLst>
                    <a:ext uri="{FF2B5EF4-FFF2-40B4-BE49-F238E27FC236}">
                      <a16:creationId xmlns:a16="http://schemas.microsoft.com/office/drawing/2014/main" id="{95139B26-1434-44CE-A920-D9EA8E749DBB}"/>
                    </a:ext>
                  </a:extLst>
                </p:cNvPr>
                <p:cNvPicPr/>
                <p:nvPr/>
              </p:nvPicPr>
              <p:blipFill>
                <a:blip r:embed="rId113"/>
                <a:stretch>
                  <a:fillRect/>
                </a:stretch>
              </p:blipFill>
              <p:spPr>
                <a:xfrm>
                  <a:off x="3403486" y="3099729"/>
                  <a:ext cx="176400" cy="1040400"/>
                </a:xfrm>
                <a:prstGeom prst="rect">
                  <a:avLst/>
                </a:prstGeom>
              </p:spPr>
            </p:pic>
          </mc:Fallback>
        </mc:AlternateContent>
      </p:grpSp>
      <p:grpSp>
        <p:nvGrpSpPr>
          <p:cNvPr id="174" name="Grupo 173">
            <a:extLst>
              <a:ext uri="{FF2B5EF4-FFF2-40B4-BE49-F238E27FC236}">
                <a16:creationId xmlns:a16="http://schemas.microsoft.com/office/drawing/2014/main" id="{1A9926E2-27F4-4E48-AC2F-776310D9509F}"/>
              </a:ext>
            </a:extLst>
          </p:cNvPr>
          <p:cNvGrpSpPr/>
          <p:nvPr/>
        </p:nvGrpSpPr>
        <p:grpSpPr>
          <a:xfrm>
            <a:off x="3810286" y="3205209"/>
            <a:ext cx="805320" cy="595440"/>
            <a:chOff x="3810286" y="3205209"/>
            <a:chExt cx="805320" cy="595440"/>
          </a:xfrm>
        </p:grpSpPr>
        <mc:AlternateContent xmlns:mc="http://schemas.openxmlformats.org/markup-compatibility/2006">
          <mc:Choice xmlns:p14="http://schemas.microsoft.com/office/powerpoint/2010/main" Requires="p14">
            <p:contentPart p14:bwMode="auto" r:id="rId114">
              <p14:nvContentPartPr>
                <p14:cNvPr id="159" name="Entrada de lápiz 158">
                  <a:extLst>
                    <a:ext uri="{FF2B5EF4-FFF2-40B4-BE49-F238E27FC236}">
                      <a16:creationId xmlns:a16="http://schemas.microsoft.com/office/drawing/2014/main" id="{D26345D0-BD68-443F-8E92-58E1DCC1DE47}"/>
                    </a:ext>
                  </a:extLst>
                </p14:cNvPr>
                <p14:cNvContentPartPr/>
                <p14:nvPr/>
              </p14:nvContentPartPr>
              <p14:xfrm>
                <a:off x="3838726" y="3356769"/>
                <a:ext cx="29880" cy="443880"/>
              </p14:xfrm>
            </p:contentPart>
          </mc:Choice>
          <mc:Fallback>
            <p:pic>
              <p:nvPicPr>
                <p:cNvPr id="159" name="Entrada de lápiz 158">
                  <a:extLst>
                    <a:ext uri="{FF2B5EF4-FFF2-40B4-BE49-F238E27FC236}">
                      <a16:creationId xmlns:a16="http://schemas.microsoft.com/office/drawing/2014/main" id="{D26345D0-BD68-443F-8E92-58E1DCC1DE47}"/>
                    </a:ext>
                  </a:extLst>
                </p:cNvPr>
                <p:cNvPicPr/>
                <p:nvPr/>
              </p:nvPicPr>
              <p:blipFill>
                <a:blip r:embed="rId115"/>
                <a:stretch>
                  <a:fillRect/>
                </a:stretch>
              </p:blipFill>
              <p:spPr>
                <a:xfrm>
                  <a:off x="3830086" y="3348129"/>
                  <a:ext cx="47520" cy="4615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60" name="Entrada de lápiz 159">
                  <a:extLst>
                    <a:ext uri="{FF2B5EF4-FFF2-40B4-BE49-F238E27FC236}">
                      <a16:creationId xmlns:a16="http://schemas.microsoft.com/office/drawing/2014/main" id="{60FD9876-A2C9-45C9-9383-D50B7CA54832}"/>
                    </a:ext>
                  </a:extLst>
                </p14:cNvPr>
                <p14:cNvContentPartPr/>
                <p14:nvPr/>
              </p14:nvContentPartPr>
              <p14:xfrm>
                <a:off x="3810286" y="3336609"/>
                <a:ext cx="158040" cy="226440"/>
              </p14:xfrm>
            </p:contentPart>
          </mc:Choice>
          <mc:Fallback>
            <p:pic>
              <p:nvPicPr>
                <p:cNvPr id="160" name="Entrada de lápiz 159">
                  <a:extLst>
                    <a:ext uri="{FF2B5EF4-FFF2-40B4-BE49-F238E27FC236}">
                      <a16:creationId xmlns:a16="http://schemas.microsoft.com/office/drawing/2014/main" id="{60FD9876-A2C9-45C9-9383-D50B7CA54832}"/>
                    </a:ext>
                  </a:extLst>
                </p:cNvPr>
                <p:cNvPicPr/>
                <p:nvPr/>
              </p:nvPicPr>
              <p:blipFill>
                <a:blip r:embed="rId117"/>
                <a:stretch>
                  <a:fillRect/>
                </a:stretch>
              </p:blipFill>
              <p:spPr>
                <a:xfrm>
                  <a:off x="3801646" y="3327609"/>
                  <a:ext cx="17568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61" name="Entrada de lápiz 160">
                  <a:extLst>
                    <a:ext uri="{FF2B5EF4-FFF2-40B4-BE49-F238E27FC236}">
                      <a16:creationId xmlns:a16="http://schemas.microsoft.com/office/drawing/2014/main" id="{8CD91801-AB40-448D-BAF6-90BBD290FF08}"/>
                    </a:ext>
                  </a:extLst>
                </p14:cNvPr>
                <p14:cNvContentPartPr/>
                <p14:nvPr/>
              </p14:nvContentPartPr>
              <p14:xfrm>
                <a:off x="4109446" y="3225009"/>
                <a:ext cx="110520" cy="190080"/>
              </p14:xfrm>
            </p:contentPart>
          </mc:Choice>
          <mc:Fallback>
            <p:pic>
              <p:nvPicPr>
                <p:cNvPr id="161" name="Entrada de lápiz 160">
                  <a:extLst>
                    <a:ext uri="{FF2B5EF4-FFF2-40B4-BE49-F238E27FC236}">
                      <a16:creationId xmlns:a16="http://schemas.microsoft.com/office/drawing/2014/main" id="{8CD91801-AB40-448D-BAF6-90BBD290FF08}"/>
                    </a:ext>
                  </a:extLst>
                </p:cNvPr>
                <p:cNvPicPr/>
                <p:nvPr/>
              </p:nvPicPr>
              <p:blipFill>
                <a:blip r:embed="rId119"/>
                <a:stretch>
                  <a:fillRect/>
                </a:stretch>
              </p:blipFill>
              <p:spPr>
                <a:xfrm>
                  <a:off x="4100806" y="3216369"/>
                  <a:ext cx="1281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62" name="Entrada de lápiz 161">
                  <a:extLst>
                    <a:ext uri="{FF2B5EF4-FFF2-40B4-BE49-F238E27FC236}">
                      <a16:creationId xmlns:a16="http://schemas.microsoft.com/office/drawing/2014/main" id="{67949A68-C43F-45E2-B726-93A8865F3B1D}"/>
                    </a:ext>
                  </a:extLst>
                </p14:cNvPr>
                <p14:cNvContentPartPr/>
                <p14:nvPr/>
              </p14:nvContentPartPr>
              <p14:xfrm>
                <a:off x="4224646" y="3205209"/>
                <a:ext cx="138960" cy="201240"/>
              </p14:xfrm>
            </p:contentPart>
          </mc:Choice>
          <mc:Fallback>
            <p:pic>
              <p:nvPicPr>
                <p:cNvPr id="162" name="Entrada de lápiz 161">
                  <a:extLst>
                    <a:ext uri="{FF2B5EF4-FFF2-40B4-BE49-F238E27FC236}">
                      <a16:creationId xmlns:a16="http://schemas.microsoft.com/office/drawing/2014/main" id="{67949A68-C43F-45E2-B726-93A8865F3B1D}"/>
                    </a:ext>
                  </a:extLst>
                </p:cNvPr>
                <p:cNvPicPr/>
                <p:nvPr/>
              </p:nvPicPr>
              <p:blipFill>
                <a:blip r:embed="rId121"/>
                <a:stretch>
                  <a:fillRect/>
                </a:stretch>
              </p:blipFill>
              <p:spPr>
                <a:xfrm>
                  <a:off x="4216006" y="3196209"/>
                  <a:ext cx="1566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63" name="Entrada de lápiz 162">
                  <a:extLst>
                    <a:ext uri="{FF2B5EF4-FFF2-40B4-BE49-F238E27FC236}">
                      <a16:creationId xmlns:a16="http://schemas.microsoft.com/office/drawing/2014/main" id="{CBD4F034-DC0B-4826-897C-E64633853DF4}"/>
                    </a:ext>
                  </a:extLst>
                </p14:cNvPr>
                <p14:cNvContentPartPr/>
                <p14:nvPr/>
              </p14:nvContentPartPr>
              <p14:xfrm>
                <a:off x="4532086" y="3270729"/>
                <a:ext cx="83520" cy="396360"/>
              </p14:xfrm>
            </p:contentPart>
          </mc:Choice>
          <mc:Fallback>
            <p:pic>
              <p:nvPicPr>
                <p:cNvPr id="163" name="Entrada de lápiz 162">
                  <a:extLst>
                    <a:ext uri="{FF2B5EF4-FFF2-40B4-BE49-F238E27FC236}">
                      <a16:creationId xmlns:a16="http://schemas.microsoft.com/office/drawing/2014/main" id="{CBD4F034-DC0B-4826-897C-E64633853DF4}"/>
                    </a:ext>
                  </a:extLst>
                </p:cNvPr>
                <p:cNvPicPr/>
                <p:nvPr/>
              </p:nvPicPr>
              <p:blipFill>
                <a:blip r:embed="rId123"/>
                <a:stretch>
                  <a:fillRect/>
                </a:stretch>
              </p:blipFill>
              <p:spPr>
                <a:xfrm>
                  <a:off x="4523086" y="3261729"/>
                  <a:ext cx="101160" cy="414000"/>
                </a:xfrm>
                <a:prstGeom prst="rect">
                  <a:avLst/>
                </a:prstGeom>
              </p:spPr>
            </p:pic>
          </mc:Fallback>
        </mc:AlternateContent>
      </p:grpSp>
      <p:grpSp>
        <p:nvGrpSpPr>
          <p:cNvPr id="173" name="Grupo 172">
            <a:extLst>
              <a:ext uri="{FF2B5EF4-FFF2-40B4-BE49-F238E27FC236}">
                <a16:creationId xmlns:a16="http://schemas.microsoft.com/office/drawing/2014/main" id="{E231B95E-02A5-4F4E-8912-75D5C055AF62}"/>
              </a:ext>
            </a:extLst>
          </p:cNvPr>
          <p:cNvGrpSpPr/>
          <p:nvPr/>
        </p:nvGrpSpPr>
        <p:grpSpPr>
          <a:xfrm>
            <a:off x="4815406" y="3383049"/>
            <a:ext cx="328680" cy="225360"/>
            <a:chOff x="4815406" y="3383049"/>
            <a:chExt cx="328680" cy="225360"/>
          </a:xfrm>
        </p:grpSpPr>
        <mc:AlternateContent xmlns:mc="http://schemas.openxmlformats.org/markup-compatibility/2006">
          <mc:Choice xmlns:p14="http://schemas.microsoft.com/office/powerpoint/2010/main" Requires="p14">
            <p:contentPart p14:bwMode="auto" r:id="rId124">
              <p14:nvContentPartPr>
                <p14:cNvPr id="164" name="Entrada de lápiz 163">
                  <a:extLst>
                    <a:ext uri="{FF2B5EF4-FFF2-40B4-BE49-F238E27FC236}">
                      <a16:creationId xmlns:a16="http://schemas.microsoft.com/office/drawing/2014/main" id="{0EFCBC3C-4422-47B3-B29B-F23A5C01DCC6}"/>
                    </a:ext>
                  </a:extLst>
                </p14:cNvPr>
                <p14:cNvContentPartPr/>
                <p14:nvPr/>
              </p14:nvContentPartPr>
              <p14:xfrm>
                <a:off x="4815406" y="3383049"/>
                <a:ext cx="37080" cy="225360"/>
              </p14:xfrm>
            </p:contentPart>
          </mc:Choice>
          <mc:Fallback>
            <p:pic>
              <p:nvPicPr>
                <p:cNvPr id="164" name="Entrada de lápiz 163">
                  <a:extLst>
                    <a:ext uri="{FF2B5EF4-FFF2-40B4-BE49-F238E27FC236}">
                      <a16:creationId xmlns:a16="http://schemas.microsoft.com/office/drawing/2014/main" id="{0EFCBC3C-4422-47B3-B29B-F23A5C01DCC6}"/>
                    </a:ext>
                  </a:extLst>
                </p:cNvPr>
                <p:cNvPicPr/>
                <p:nvPr/>
              </p:nvPicPr>
              <p:blipFill>
                <a:blip r:embed="rId125"/>
                <a:stretch>
                  <a:fillRect/>
                </a:stretch>
              </p:blipFill>
              <p:spPr>
                <a:xfrm>
                  <a:off x="4806406" y="3374409"/>
                  <a:ext cx="5472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65" name="Entrada de lápiz 164">
                  <a:extLst>
                    <a:ext uri="{FF2B5EF4-FFF2-40B4-BE49-F238E27FC236}">
                      <a16:creationId xmlns:a16="http://schemas.microsoft.com/office/drawing/2014/main" id="{77A4E229-E397-4DD9-8CBC-3E72A5B078A4}"/>
                    </a:ext>
                  </a:extLst>
                </p14:cNvPr>
                <p14:cNvContentPartPr/>
                <p14:nvPr/>
              </p14:nvContentPartPr>
              <p14:xfrm>
                <a:off x="4978486" y="3506529"/>
                <a:ext cx="165600" cy="17280"/>
              </p14:xfrm>
            </p:contentPart>
          </mc:Choice>
          <mc:Fallback>
            <p:pic>
              <p:nvPicPr>
                <p:cNvPr id="165" name="Entrada de lápiz 164">
                  <a:extLst>
                    <a:ext uri="{FF2B5EF4-FFF2-40B4-BE49-F238E27FC236}">
                      <a16:creationId xmlns:a16="http://schemas.microsoft.com/office/drawing/2014/main" id="{77A4E229-E397-4DD9-8CBC-3E72A5B078A4}"/>
                    </a:ext>
                  </a:extLst>
                </p:cNvPr>
                <p:cNvPicPr/>
                <p:nvPr/>
              </p:nvPicPr>
              <p:blipFill>
                <a:blip r:embed="rId127"/>
                <a:stretch>
                  <a:fillRect/>
                </a:stretch>
              </p:blipFill>
              <p:spPr>
                <a:xfrm>
                  <a:off x="4969846" y="3497529"/>
                  <a:ext cx="183240" cy="34920"/>
                </a:xfrm>
                <a:prstGeom prst="rect">
                  <a:avLst/>
                </a:prstGeom>
              </p:spPr>
            </p:pic>
          </mc:Fallback>
        </mc:AlternateContent>
      </p:grpSp>
      <p:grpSp>
        <p:nvGrpSpPr>
          <p:cNvPr id="172" name="Grupo 171">
            <a:extLst>
              <a:ext uri="{FF2B5EF4-FFF2-40B4-BE49-F238E27FC236}">
                <a16:creationId xmlns:a16="http://schemas.microsoft.com/office/drawing/2014/main" id="{E237C015-86F8-4E10-8C1A-616CFB9D111C}"/>
              </a:ext>
            </a:extLst>
          </p:cNvPr>
          <p:cNvGrpSpPr/>
          <p:nvPr/>
        </p:nvGrpSpPr>
        <p:grpSpPr>
          <a:xfrm>
            <a:off x="5323006" y="3209889"/>
            <a:ext cx="1148760" cy="500760"/>
            <a:chOff x="5323006" y="3209889"/>
            <a:chExt cx="1148760" cy="500760"/>
          </a:xfrm>
        </p:grpSpPr>
        <mc:AlternateContent xmlns:mc="http://schemas.openxmlformats.org/markup-compatibility/2006">
          <mc:Choice xmlns:p14="http://schemas.microsoft.com/office/powerpoint/2010/main" Requires="p14">
            <p:contentPart p14:bwMode="auto" r:id="rId128">
              <p14:nvContentPartPr>
                <p14:cNvPr id="166" name="Entrada de lápiz 165">
                  <a:extLst>
                    <a:ext uri="{FF2B5EF4-FFF2-40B4-BE49-F238E27FC236}">
                      <a16:creationId xmlns:a16="http://schemas.microsoft.com/office/drawing/2014/main" id="{58BB86E7-B93A-4F54-92AF-8A5F5B862F31}"/>
                    </a:ext>
                  </a:extLst>
                </p14:cNvPr>
                <p14:cNvContentPartPr/>
                <p14:nvPr/>
              </p14:nvContentPartPr>
              <p14:xfrm>
                <a:off x="5323006" y="3406809"/>
                <a:ext cx="194760" cy="303840"/>
              </p14:xfrm>
            </p:contentPart>
          </mc:Choice>
          <mc:Fallback>
            <p:pic>
              <p:nvPicPr>
                <p:cNvPr id="166" name="Entrada de lápiz 165">
                  <a:extLst>
                    <a:ext uri="{FF2B5EF4-FFF2-40B4-BE49-F238E27FC236}">
                      <a16:creationId xmlns:a16="http://schemas.microsoft.com/office/drawing/2014/main" id="{58BB86E7-B93A-4F54-92AF-8A5F5B862F31}"/>
                    </a:ext>
                  </a:extLst>
                </p:cNvPr>
                <p:cNvPicPr/>
                <p:nvPr/>
              </p:nvPicPr>
              <p:blipFill>
                <a:blip r:embed="rId129"/>
                <a:stretch>
                  <a:fillRect/>
                </a:stretch>
              </p:blipFill>
              <p:spPr>
                <a:xfrm>
                  <a:off x="5314006" y="3398169"/>
                  <a:ext cx="21240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67" name="Entrada de lápiz 166">
                  <a:extLst>
                    <a:ext uri="{FF2B5EF4-FFF2-40B4-BE49-F238E27FC236}">
                      <a16:creationId xmlns:a16="http://schemas.microsoft.com/office/drawing/2014/main" id="{CC20B8EF-EAC0-46DF-A9B8-283D1A39593D}"/>
                    </a:ext>
                  </a:extLst>
                </p14:cNvPr>
                <p14:cNvContentPartPr/>
                <p14:nvPr/>
              </p14:nvContentPartPr>
              <p14:xfrm>
                <a:off x="5569606" y="3262089"/>
                <a:ext cx="60120" cy="324720"/>
              </p14:xfrm>
            </p:contentPart>
          </mc:Choice>
          <mc:Fallback>
            <p:pic>
              <p:nvPicPr>
                <p:cNvPr id="167" name="Entrada de lápiz 166">
                  <a:extLst>
                    <a:ext uri="{FF2B5EF4-FFF2-40B4-BE49-F238E27FC236}">
                      <a16:creationId xmlns:a16="http://schemas.microsoft.com/office/drawing/2014/main" id="{CC20B8EF-EAC0-46DF-A9B8-283D1A39593D}"/>
                    </a:ext>
                  </a:extLst>
                </p:cNvPr>
                <p:cNvPicPr/>
                <p:nvPr/>
              </p:nvPicPr>
              <p:blipFill>
                <a:blip r:embed="rId131"/>
                <a:stretch>
                  <a:fillRect/>
                </a:stretch>
              </p:blipFill>
              <p:spPr>
                <a:xfrm>
                  <a:off x="5560966" y="3253089"/>
                  <a:ext cx="77760" cy="3423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68" name="Entrada de lápiz 167">
                  <a:extLst>
                    <a:ext uri="{FF2B5EF4-FFF2-40B4-BE49-F238E27FC236}">
                      <a16:creationId xmlns:a16="http://schemas.microsoft.com/office/drawing/2014/main" id="{DB0174A2-20C4-468D-880F-63F4165CACF5}"/>
                    </a:ext>
                  </a:extLst>
                </p14:cNvPr>
                <p14:cNvContentPartPr/>
                <p14:nvPr/>
              </p14:nvContentPartPr>
              <p14:xfrm>
                <a:off x="5709646" y="3214569"/>
                <a:ext cx="171000" cy="158760"/>
              </p14:xfrm>
            </p:contentPart>
          </mc:Choice>
          <mc:Fallback>
            <p:pic>
              <p:nvPicPr>
                <p:cNvPr id="168" name="Entrada de lápiz 167">
                  <a:extLst>
                    <a:ext uri="{FF2B5EF4-FFF2-40B4-BE49-F238E27FC236}">
                      <a16:creationId xmlns:a16="http://schemas.microsoft.com/office/drawing/2014/main" id="{DB0174A2-20C4-468D-880F-63F4165CACF5}"/>
                    </a:ext>
                  </a:extLst>
                </p:cNvPr>
                <p:cNvPicPr/>
                <p:nvPr/>
              </p:nvPicPr>
              <p:blipFill>
                <a:blip r:embed="rId133"/>
                <a:stretch>
                  <a:fillRect/>
                </a:stretch>
              </p:blipFill>
              <p:spPr>
                <a:xfrm>
                  <a:off x="5701006" y="3205929"/>
                  <a:ext cx="1886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69" name="Entrada de lápiz 168">
                  <a:extLst>
                    <a:ext uri="{FF2B5EF4-FFF2-40B4-BE49-F238E27FC236}">
                      <a16:creationId xmlns:a16="http://schemas.microsoft.com/office/drawing/2014/main" id="{052C328B-E366-4EF7-83E1-2D52663263C0}"/>
                    </a:ext>
                  </a:extLst>
                </p14:cNvPr>
                <p14:cNvContentPartPr/>
                <p14:nvPr/>
              </p14:nvContentPartPr>
              <p14:xfrm>
                <a:off x="5949046" y="3255969"/>
                <a:ext cx="104400" cy="29880"/>
              </p14:xfrm>
            </p:contentPart>
          </mc:Choice>
          <mc:Fallback>
            <p:pic>
              <p:nvPicPr>
                <p:cNvPr id="169" name="Entrada de lápiz 168">
                  <a:extLst>
                    <a:ext uri="{FF2B5EF4-FFF2-40B4-BE49-F238E27FC236}">
                      <a16:creationId xmlns:a16="http://schemas.microsoft.com/office/drawing/2014/main" id="{052C328B-E366-4EF7-83E1-2D52663263C0}"/>
                    </a:ext>
                  </a:extLst>
                </p:cNvPr>
                <p:cNvPicPr/>
                <p:nvPr/>
              </p:nvPicPr>
              <p:blipFill>
                <a:blip r:embed="rId135"/>
                <a:stretch>
                  <a:fillRect/>
                </a:stretch>
              </p:blipFill>
              <p:spPr>
                <a:xfrm>
                  <a:off x="5940046" y="3247329"/>
                  <a:ext cx="1220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70" name="Entrada de lápiz 169">
                  <a:extLst>
                    <a:ext uri="{FF2B5EF4-FFF2-40B4-BE49-F238E27FC236}">
                      <a16:creationId xmlns:a16="http://schemas.microsoft.com/office/drawing/2014/main" id="{19C7B61B-58C8-4DCC-A61F-1B0915DB413B}"/>
                    </a:ext>
                  </a:extLst>
                </p14:cNvPr>
                <p14:cNvContentPartPr/>
                <p14:nvPr/>
              </p14:nvContentPartPr>
              <p14:xfrm>
                <a:off x="6134446" y="3230049"/>
                <a:ext cx="142560" cy="147240"/>
              </p14:xfrm>
            </p:contentPart>
          </mc:Choice>
          <mc:Fallback>
            <p:pic>
              <p:nvPicPr>
                <p:cNvPr id="170" name="Entrada de lápiz 169">
                  <a:extLst>
                    <a:ext uri="{FF2B5EF4-FFF2-40B4-BE49-F238E27FC236}">
                      <a16:creationId xmlns:a16="http://schemas.microsoft.com/office/drawing/2014/main" id="{19C7B61B-58C8-4DCC-A61F-1B0915DB413B}"/>
                    </a:ext>
                  </a:extLst>
                </p:cNvPr>
                <p:cNvPicPr/>
                <p:nvPr/>
              </p:nvPicPr>
              <p:blipFill>
                <a:blip r:embed="rId137"/>
                <a:stretch>
                  <a:fillRect/>
                </a:stretch>
              </p:blipFill>
              <p:spPr>
                <a:xfrm>
                  <a:off x="6125806" y="3221049"/>
                  <a:ext cx="1602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71" name="Entrada de lápiz 170">
                  <a:extLst>
                    <a:ext uri="{FF2B5EF4-FFF2-40B4-BE49-F238E27FC236}">
                      <a16:creationId xmlns:a16="http://schemas.microsoft.com/office/drawing/2014/main" id="{5589CDE9-F0AC-4E41-AC16-926AF7016091}"/>
                    </a:ext>
                  </a:extLst>
                </p14:cNvPr>
                <p14:cNvContentPartPr/>
                <p14:nvPr/>
              </p14:nvContentPartPr>
              <p14:xfrm>
                <a:off x="6293926" y="3209889"/>
                <a:ext cx="177840" cy="126360"/>
              </p14:xfrm>
            </p:contentPart>
          </mc:Choice>
          <mc:Fallback>
            <p:pic>
              <p:nvPicPr>
                <p:cNvPr id="171" name="Entrada de lápiz 170">
                  <a:extLst>
                    <a:ext uri="{FF2B5EF4-FFF2-40B4-BE49-F238E27FC236}">
                      <a16:creationId xmlns:a16="http://schemas.microsoft.com/office/drawing/2014/main" id="{5589CDE9-F0AC-4E41-AC16-926AF7016091}"/>
                    </a:ext>
                  </a:extLst>
                </p:cNvPr>
                <p:cNvPicPr/>
                <p:nvPr/>
              </p:nvPicPr>
              <p:blipFill>
                <a:blip r:embed="rId139"/>
                <a:stretch>
                  <a:fillRect/>
                </a:stretch>
              </p:blipFill>
              <p:spPr>
                <a:xfrm>
                  <a:off x="6285286" y="3201249"/>
                  <a:ext cx="195480" cy="144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0">
            <p14:nvContentPartPr>
              <p14:cNvPr id="175" name="Entrada de lápiz 174">
                <a:extLst>
                  <a:ext uri="{FF2B5EF4-FFF2-40B4-BE49-F238E27FC236}">
                    <a16:creationId xmlns:a16="http://schemas.microsoft.com/office/drawing/2014/main" id="{FBDE5DB6-D024-4865-8602-E25BA762FAAB}"/>
                  </a:ext>
                </a:extLst>
              </p14:cNvPr>
              <p14:cNvContentPartPr/>
              <p14:nvPr/>
            </p14:nvContentPartPr>
            <p14:xfrm>
              <a:off x="582886" y="4744929"/>
              <a:ext cx="34200" cy="569160"/>
            </p14:xfrm>
          </p:contentPart>
        </mc:Choice>
        <mc:Fallback>
          <p:pic>
            <p:nvPicPr>
              <p:cNvPr id="175" name="Entrada de lápiz 174">
                <a:extLst>
                  <a:ext uri="{FF2B5EF4-FFF2-40B4-BE49-F238E27FC236}">
                    <a16:creationId xmlns:a16="http://schemas.microsoft.com/office/drawing/2014/main" id="{FBDE5DB6-D024-4865-8602-E25BA762FAAB}"/>
                  </a:ext>
                </a:extLst>
              </p:cNvPr>
              <p:cNvPicPr/>
              <p:nvPr/>
            </p:nvPicPr>
            <p:blipFill>
              <a:blip r:embed="rId141"/>
              <a:stretch>
                <a:fillRect/>
              </a:stretch>
            </p:blipFill>
            <p:spPr>
              <a:xfrm>
                <a:off x="573886" y="4736289"/>
                <a:ext cx="51840" cy="5868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76" name="Entrada de lápiz 175">
                <a:extLst>
                  <a:ext uri="{FF2B5EF4-FFF2-40B4-BE49-F238E27FC236}">
                    <a16:creationId xmlns:a16="http://schemas.microsoft.com/office/drawing/2014/main" id="{27FDAB3F-8B2C-498C-9BD8-742A892DCF8C}"/>
                  </a:ext>
                </a:extLst>
              </p14:cNvPr>
              <p14:cNvContentPartPr/>
              <p14:nvPr/>
            </p14:nvContentPartPr>
            <p14:xfrm>
              <a:off x="557326" y="4726209"/>
              <a:ext cx="261000" cy="387360"/>
            </p14:xfrm>
          </p:contentPart>
        </mc:Choice>
        <mc:Fallback>
          <p:pic>
            <p:nvPicPr>
              <p:cNvPr id="176" name="Entrada de lápiz 175">
                <a:extLst>
                  <a:ext uri="{FF2B5EF4-FFF2-40B4-BE49-F238E27FC236}">
                    <a16:creationId xmlns:a16="http://schemas.microsoft.com/office/drawing/2014/main" id="{27FDAB3F-8B2C-498C-9BD8-742A892DCF8C}"/>
                  </a:ext>
                </a:extLst>
              </p:cNvPr>
              <p:cNvPicPr/>
              <p:nvPr/>
            </p:nvPicPr>
            <p:blipFill>
              <a:blip r:embed="rId143"/>
              <a:stretch>
                <a:fillRect/>
              </a:stretch>
            </p:blipFill>
            <p:spPr>
              <a:xfrm>
                <a:off x="548326" y="4717209"/>
                <a:ext cx="278640" cy="4050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77" name="Entrada de lápiz 176">
                <a:extLst>
                  <a:ext uri="{FF2B5EF4-FFF2-40B4-BE49-F238E27FC236}">
                    <a16:creationId xmlns:a16="http://schemas.microsoft.com/office/drawing/2014/main" id="{59D216FC-7199-4D61-9894-F139F8CF2320}"/>
                  </a:ext>
                </a:extLst>
              </p14:cNvPr>
              <p14:cNvContentPartPr/>
              <p14:nvPr/>
            </p14:nvContentPartPr>
            <p14:xfrm>
              <a:off x="1040446" y="4707129"/>
              <a:ext cx="179640" cy="406800"/>
            </p14:xfrm>
          </p:contentPart>
        </mc:Choice>
        <mc:Fallback>
          <p:pic>
            <p:nvPicPr>
              <p:cNvPr id="177" name="Entrada de lápiz 176">
                <a:extLst>
                  <a:ext uri="{FF2B5EF4-FFF2-40B4-BE49-F238E27FC236}">
                    <a16:creationId xmlns:a16="http://schemas.microsoft.com/office/drawing/2014/main" id="{59D216FC-7199-4D61-9894-F139F8CF2320}"/>
                  </a:ext>
                </a:extLst>
              </p:cNvPr>
              <p:cNvPicPr/>
              <p:nvPr/>
            </p:nvPicPr>
            <p:blipFill>
              <a:blip r:embed="rId145"/>
              <a:stretch>
                <a:fillRect/>
              </a:stretch>
            </p:blipFill>
            <p:spPr>
              <a:xfrm>
                <a:off x="1031806" y="4698489"/>
                <a:ext cx="19728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78" name="Entrada de lápiz 177">
                <a:extLst>
                  <a:ext uri="{FF2B5EF4-FFF2-40B4-BE49-F238E27FC236}">
                    <a16:creationId xmlns:a16="http://schemas.microsoft.com/office/drawing/2014/main" id="{865ED9AF-ECAE-43F2-95C4-A44AD374B1D0}"/>
                  </a:ext>
                </a:extLst>
              </p14:cNvPr>
              <p14:cNvContentPartPr/>
              <p14:nvPr/>
            </p14:nvContentPartPr>
            <p14:xfrm>
              <a:off x="1265086" y="4809369"/>
              <a:ext cx="179280" cy="276120"/>
            </p14:xfrm>
          </p:contentPart>
        </mc:Choice>
        <mc:Fallback>
          <p:pic>
            <p:nvPicPr>
              <p:cNvPr id="178" name="Entrada de lápiz 177">
                <a:extLst>
                  <a:ext uri="{FF2B5EF4-FFF2-40B4-BE49-F238E27FC236}">
                    <a16:creationId xmlns:a16="http://schemas.microsoft.com/office/drawing/2014/main" id="{865ED9AF-ECAE-43F2-95C4-A44AD374B1D0}"/>
                  </a:ext>
                </a:extLst>
              </p:cNvPr>
              <p:cNvPicPr/>
              <p:nvPr/>
            </p:nvPicPr>
            <p:blipFill>
              <a:blip r:embed="rId147"/>
              <a:stretch>
                <a:fillRect/>
              </a:stretch>
            </p:blipFill>
            <p:spPr>
              <a:xfrm>
                <a:off x="1256446" y="4800729"/>
                <a:ext cx="19692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79" name="Entrada de lápiz 178">
                <a:extLst>
                  <a:ext uri="{FF2B5EF4-FFF2-40B4-BE49-F238E27FC236}">
                    <a16:creationId xmlns:a16="http://schemas.microsoft.com/office/drawing/2014/main" id="{162825A9-2E8D-4184-9D43-1CA1AC3F6BD4}"/>
                  </a:ext>
                </a:extLst>
              </p14:cNvPr>
              <p14:cNvContentPartPr/>
              <p14:nvPr/>
            </p14:nvContentPartPr>
            <p14:xfrm>
              <a:off x="1297846" y="4766889"/>
              <a:ext cx="149040" cy="329040"/>
            </p14:xfrm>
          </p:contentPart>
        </mc:Choice>
        <mc:Fallback>
          <p:pic>
            <p:nvPicPr>
              <p:cNvPr id="179" name="Entrada de lápiz 178">
                <a:extLst>
                  <a:ext uri="{FF2B5EF4-FFF2-40B4-BE49-F238E27FC236}">
                    <a16:creationId xmlns:a16="http://schemas.microsoft.com/office/drawing/2014/main" id="{162825A9-2E8D-4184-9D43-1CA1AC3F6BD4}"/>
                  </a:ext>
                </a:extLst>
              </p:cNvPr>
              <p:cNvPicPr/>
              <p:nvPr/>
            </p:nvPicPr>
            <p:blipFill>
              <a:blip r:embed="rId149"/>
              <a:stretch>
                <a:fillRect/>
              </a:stretch>
            </p:blipFill>
            <p:spPr>
              <a:xfrm>
                <a:off x="1288846" y="4757889"/>
                <a:ext cx="16668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80" name="Entrada de lápiz 179">
                <a:extLst>
                  <a:ext uri="{FF2B5EF4-FFF2-40B4-BE49-F238E27FC236}">
                    <a16:creationId xmlns:a16="http://schemas.microsoft.com/office/drawing/2014/main" id="{727E7C15-9CBA-47C5-B01D-733C2EC201D5}"/>
                  </a:ext>
                </a:extLst>
              </p14:cNvPr>
              <p14:cNvContentPartPr/>
              <p14:nvPr/>
            </p14:nvContentPartPr>
            <p14:xfrm>
              <a:off x="1562086" y="4930689"/>
              <a:ext cx="150840" cy="13680"/>
            </p14:xfrm>
          </p:contentPart>
        </mc:Choice>
        <mc:Fallback>
          <p:pic>
            <p:nvPicPr>
              <p:cNvPr id="180" name="Entrada de lápiz 179">
                <a:extLst>
                  <a:ext uri="{FF2B5EF4-FFF2-40B4-BE49-F238E27FC236}">
                    <a16:creationId xmlns:a16="http://schemas.microsoft.com/office/drawing/2014/main" id="{727E7C15-9CBA-47C5-B01D-733C2EC201D5}"/>
                  </a:ext>
                </a:extLst>
              </p:cNvPr>
              <p:cNvPicPr/>
              <p:nvPr/>
            </p:nvPicPr>
            <p:blipFill>
              <a:blip r:embed="rId151"/>
              <a:stretch>
                <a:fillRect/>
              </a:stretch>
            </p:blipFill>
            <p:spPr>
              <a:xfrm>
                <a:off x="1553446" y="4922049"/>
                <a:ext cx="1684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81" name="Entrada de lápiz 180">
                <a:extLst>
                  <a:ext uri="{FF2B5EF4-FFF2-40B4-BE49-F238E27FC236}">
                    <a16:creationId xmlns:a16="http://schemas.microsoft.com/office/drawing/2014/main" id="{211ED6DD-EE8E-4790-8199-F8F1AD682CE7}"/>
                  </a:ext>
                </a:extLst>
              </p14:cNvPr>
              <p14:cNvContentPartPr/>
              <p14:nvPr/>
            </p14:nvContentPartPr>
            <p14:xfrm>
              <a:off x="1604566" y="5006649"/>
              <a:ext cx="147960" cy="30600"/>
            </p14:xfrm>
          </p:contentPart>
        </mc:Choice>
        <mc:Fallback>
          <p:pic>
            <p:nvPicPr>
              <p:cNvPr id="181" name="Entrada de lápiz 180">
                <a:extLst>
                  <a:ext uri="{FF2B5EF4-FFF2-40B4-BE49-F238E27FC236}">
                    <a16:creationId xmlns:a16="http://schemas.microsoft.com/office/drawing/2014/main" id="{211ED6DD-EE8E-4790-8199-F8F1AD682CE7}"/>
                  </a:ext>
                </a:extLst>
              </p:cNvPr>
              <p:cNvPicPr/>
              <p:nvPr/>
            </p:nvPicPr>
            <p:blipFill>
              <a:blip r:embed="rId153"/>
              <a:stretch>
                <a:fillRect/>
              </a:stretch>
            </p:blipFill>
            <p:spPr>
              <a:xfrm>
                <a:off x="1595566" y="4997649"/>
                <a:ext cx="16560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82" name="Entrada de lápiz 181">
                <a:extLst>
                  <a:ext uri="{FF2B5EF4-FFF2-40B4-BE49-F238E27FC236}">
                    <a16:creationId xmlns:a16="http://schemas.microsoft.com/office/drawing/2014/main" id="{F2821808-512A-44B4-B6B5-D8F26AAA0740}"/>
                  </a:ext>
                </a:extLst>
              </p14:cNvPr>
              <p14:cNvContentPartPr/>
              <p14:nvPr/>
            </p14:nvContentPartPr>
            <p14:xfrm>
              <a:off x="1837486" y="4871289"/>
              <a:ext cx="108720" cy="148680"/>
            </p14:xfrm>
          </p:contentPart>
        </mc:Choice>
        <mc:Fallback>
          <p:pic>
            <p:nvPicPr>
              <p:cNvPr id="182" name="Entrada de lápiz 181">
                <a:extLst>
                  <a:ext uri="{FF2B5EF4-FFF2-40B4-BE49-F238E27FC236}">
                    <a16:creationId xmlns:a16="http://schemas.microsoft.com/office/drawing/2014/main" id="{F2821808-512A-44B4-B6B5-D8F26AAA0740}"/>
                  </a:ext>
                </a:extLst>
              </p:cNvPr>
              <p:cNvPicPr/>
              <p:nvPr/>
            </p:nvPicPr>
            <p:blipFill>
              <a:blip r:embed="rId155"/>
              <a:stretch>
                <a:fillRect/>
              </a:stretch>
            </p:blipFill>
            <p:spPr>
              <a:xfrm>
                <a:off x="1828486" y="4862649"/>
                <a:ext cx="1263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83" name="Entrada de lápiz 182">
                <a:extLst>
                  <a:ext uri="{FF2B5EF4-FFF2-40B4-BE49-F238E27FC236}">
                    <a16:creationId xmlns:a16="http://schemas.microsoft.com/office/drawing/2014/main" id="{78E2C558-6BC6-49D5-8F8E-DA7F19CD46CA}"/>
                  </a:ext>
                </a:extLst>
              </p14:cNvPr>
              <p14:cNvContentPartPr/>
              <p14:nvPr/>
            </p14:nvContentPartPr>
            <p14:xfrm>
              <a:off x="1932526" y="4840689"/>
              <a:ext cx="136800" cy="182160"/>
            </p14:xfrm>
          </p:contentPart>
        </mc:Choice>
        <mc:Fallback>
          <p:pic>
            <p:nvPicPr>
              <p:cNvPr id="183" name="Entrada de lápiz 182">
                <a:extLst>
                  <a:ext uri="{FF2B5EF4-FFF2-40B4-BE49-F238E27FC236}">
                    <a16:creationId xmlns:a16="http://schemas.microsoft.com/office/drawing/2014/main" id="{78E2C558-6BC6-49D5-8F8E-DA7F19CD46CA}"/>
                  </a:ext>
                </a:extLst>
              </p:cNvPr>
              <p:cNvPicPr/>
              <p:nvPr/>
            </p:nvPicPr>
            <p:blipFill>
              <a:blip r:embed="rId157"/>
              <a:stretch>
                <a:fillRect/>
              </a:stretch>
            </p:blipFill>
            <p:spPr>
              <a:xfrm>
                <a:off x="1923886" y="4832049"/>
                <a:ext cx="15444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84" name="Entrada de lápiz 183">
                <a:extLst>
                  <a:ext uri="{FF2B5EF4-FFF2-40B4-BE49-F238E27FC236}">
                    <a16:creationId xmlns:a16="http://schemas.microsoft.com/office/drawing/2014/main" id="{7F730DC7-97F5-4CB7-B3C8-822CADAFAA3A}"/>
                  </a:ext>
                </a:extLst>
              </p14:cNvPr>
              <p14:cNvContentPartPr/>
              <p14:nvPr/>
            </p14:nvContentPartPr>
            <p14:xfrm>
              <a:off x="2078326" y="4684449"/>
              <a:ext cx="127080" cy="361440"/>
            </p14:xfrm>
          </p:contentPart>
        </mc:Choice>
        <mc:Fallback>
          <p:pic>
            <p:nvPicPr>
              <p:cNvPr id="184" name="Entrada de lápiz 183">
                <a:extLst>
                  <a:ext uri="{FF2B5EF4-FFF2-40B4-BE49-F238E27FC236}">
                    <a16:creationId xmlns:a16="http://schemas.microsoft.com/office/drawing/2014/main" id="{7F730DC7-97F5-4CB7-B3C8-822CADAFAA3A}"/>
                  </a:ext>
                </a:extLst>
              </p:cNvPr>
              <p:cNvPicPr/>
              <p:nvPr/>
            </p:nvPicPr>
            <p:blipFill>
              <a:blip r:embed="rId159"/>
              <a:stretch>
                <a:fillRect/>
              </a:stretch>
            </p:blipFill>
            <p:spPr>
              <a:xfrm>
                <a:off x="2069686" y="4675449"/>
                <a:ext cx="14472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85" name="Entrada de lápiz 184">
                <a:extLst>
                  <a:ext uri="{FF2B5EF4-FFF2-40B4-BE49-F238E27FC236}">
                    <a16:creationId xmlns:a16="http://schemas.microsoft.com/office/drawing/2014/main" id="{847EDEB6-7FDD-46D8-96EC-DFD1FD1054D1}"/>
                  </a:ext>
                </a:extLst>
              </p14:cNvPr>
              <p14:cNvContentPartPr/>
              <p14:nvPr/>
            </p14:nvContentPartPr>
            <p14:xfrm>
              <a:off x="2568286" y="4842489"/>
              <a:ext cx="219600" cy="9000"/>
            </p14:xfrm>
          </p:contentPart>
        </mc:Choice>
        <mc:Fallback>
          <p:pic>
            <p:nvPicPr>
              <p:cNvPr id="185" name="Entrada de lápiz 184">
                <a:extLst>
                  <a:ext uri="{FF2B5EF4-FFF2-40B4-BE49-F238E27FC236}">
                    <a16:creationId xmlns:a16="http://schemas.microsoft.com/office/drawing/2014/main" id="{847EDEB6-7FDD-46D8-96EC-DFD1FD1054D1}"/>
                  </a:ext>
                </a:extLst>
              </p:cNvPr>
              <p:cNvPicPr/>
              <p:nvPr/>
            </p:nvPicPr>
            <p:blipFill>
              <a:blip r:embed="rId161"/>
              <a:stretch>
                <a:fillRect/>
              </a:stretch>
            </p:blipFill>
            <p:spPr>
              <a:xfrm>
                <a:off x="2559646" y="4833849"/>
                <a:ext cx="2372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86" name="Entrada de lápiz 185">
                <a:extLst>
                  <a:ext uri="{FF2B5EF4-FFF2-40B4-BE49-F238E27FC236}">
                    <a16:creationId xmlns:a16="http://schemas.microsoft.com/office/drawing/2014/main" id="{CC1A0810-BB07-414C-B7F1-B58AC11AC2A6}"/>
                  </a:ext>
                </a:extLst>
              </p14:cNvPr>
              <p14:cNvContentPartPr/>
              <p14:nvPr/>
            </p14:nvContentPartPr>
            <p14:xfrm>
              <a:off x="2662966" y="4937529"/>
              <a:ext cx="234360" cy="6120"/>
            </p14:xfrm>
          </p:contentPart>
        </mc:Choice>
        <mc:Fallback>
          <p:pic>
            <p:nvPicPr>
              <p:cNvPr id="186" name="Entrada de lápiz 185">
                <a:extLst>
                  <a:ext uri="{FF2B5EF4-FFF2-40B4-BE49-F238E27FC236}">
                    <a16:creationId xmlns:a16="http://schemas.microsoft.com/office/drawing/2014/main" id="{CC1A0810-BB07-414C-B7F1-B58AC11AC2A6}"/>
                  </a:ext>
                </a:extLst>
              </p:cNvPr>
              <p:cNvPicPr/>
              <p:nvPr/>
            </p:nvPicPr>
            <p:blipFill>
              <a:blip r:embed="rId163"/>
              <a:stretch>
                <a:fillRect/>
              </a:stretch>
            </p:blipFill>
            <p:spPr>
              <a:xfrm>
                <a:off x="2654326" y="4928529"/>
                <a:ext cx="2520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87" name="Entrada de lápiz 186">
                <a:extLst>
                  <a:ext uri="{FF2B5EF4-FFF2-40B4-BE49-F238E27FC236}">
                    <a16:creationId xmlns:a16="http://schemas.microsoft.com/office/drawing/2014/main" id="{3BC77168-FB36-47F4-94BF-B22FD4F7E12C}"/>
                  </a:ext>
                </a:extLst>
              </p14:cNvPr>
              <p14:cNvContentPartPr/>
              <p14:nvPr/>
            </p14:nvContentPartPr>
            <p14:xfrm>
              <a:off x="3183886" y="4647729"/>
              <a:ext cx="132840" cy="989280"/>
            </p14:xfrm>
          </p:contentPart>
        </mc:Choice>
        <mc:Fallback>
          <p:pic>
            <p:nvPicPr>
              <p:cNvPr id="187" name="Entrada de lápiz 186">
                <a:extLst>
                  <a:ext uri="{FF2B5EF4-FFF2-40B4-BE49-F238E27FC236}">
                    <a16:creationId xmlns:a16="http://schemas.microsoft.com/office/drawing/2014/main" id="{3BC77168-FB36-47F4-94BF-B22FD4F7E12C}"/>
                  </a:ext>
                </a:extLst>
              </p:cNvPr>
              <p:cNvPicPr/>
              <p:nvPr/>
            </p:nvPicPr>
            <p:blipFill>
              <a:blip r:embed="rId165"/>
              <a:stretch>
                <a:fillRect/>
              </a:stretch>
            </p:blipFill>
            <p:spPr>
              <a:xfrm>
                <a:off x="3174886" y="4639089"/>
                <a:ext cx="150480" cy="10069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88" name="Entrada de lápiz 187">
                <a:extLst>
                  <a:ext uri="{FF2B5EF4-FFF2-40B4-BE49-F238E27FC236}">
                    <a16:creationId xmlns:a16="http://schemas.microsoft.com/office/drawing/2014/main" id="{F02262D3-6CAC-4C64-ABC5-2F24FDB5A76A}"/>
                  </a:ext>
                </a:extLst>
              </p14:cNvPr>
              <p14:cNvContentPartPr/>
              <p14:nvPr/>
            </p14:nvContentPartPr>
            <p14:xfrm>
              <a:off x="3401686" y="4629009"/>
              <a:ext cx="171000" cy="265320"/>
            </p14:xfrm>
          </p:contentPart>
        </mc:Choice>
        <mc:Fallback>
          <p:pic>
            <p:nvPicPr>
              <p:cNvPr id="188" name="Entrada de lápiz 187">
                <a:extLst>
                  <a:ext uri="{FF2B5EF4-FFF2-40B4-BE49-F238E27FC236}">
                    <a16:creationId xmlns:a16="http://schemas.microsoft.com/office/drawing/2014/main" id="{F02262D3-6CAC-4C64-ABC5-2F24FDB5A76A}"/>
                  </a:ext>
                </a:extLst>
              </p:cNvPr>
              <p:cNvPicPr/>
              <p:nvPr/>
            </p:nvPicPr>
            <p:blipFill>
              <a:blip r:embed="rId167"/>
              <a:stretch>
                <a:fillRect/>
              </a:stretch>
            </p:blipFill>
            <p:spPr>
              <a:xfrm>
                <a:off x="3392686" y="4620369"/>
                <a:ext cx="18864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89" name="Entrada de lápiz 188">
                <a:extLst>
                  <a:ext uri="{FF2B5EF4-FFF2-40B4-BE49-F238E27FC236}">
                    <a16:creationId xmlns:a16="http://schemas.microsoft.com/office/drawing/2014/main" id="{66171F11-084E-475F-A8ED-31B394A61DA7}"/>
                  </a:ext>
                </a:extLst>
              </p14:cNvPr>
              <p14:cNvContentPartPr/>
              <p14:nvPr/>
            </p14:nvContentPartPr>
            <p14:xfrm>
              <a:off x="3438046" y="5253969"/>
              <a:ext cx="97560" cy="158400"/>
            </p14:xfrm>
          </p:contentPart>
        </mc:Choice>
        <mc:Fallback>
          <p:pic>
            <p:nvPicPr>
              <p:cNvPr id="189" name="Entrada de lápiz 188">
                <a:extLst>
                  <a:ext uri="{FF2B5EF4-FFF2-40B4-BE49-F238E27FC236}">
                    <a16:creationId xmlns:a16="http://schemas.microsoft.com/office/drawing/2014/main" id="{66171F11-084E-475F-A8ED-31B394A61DA7}"/>
                  </a:ext>
                </a:extLst>
              </p:cNvPr>
              <p:cNvPicPr/>
              <p:nvPr/>
            </p:nvPicPr>
            <p:blipFill>
              <a:blip r:embed="rId169"/>
              <a:stretch>
                <a:fillRect/>
              </a:stretch>
            </p:blipFill>
            <p:spPr>
              <a:xfrm>
                <a:off x="3429046" y="5244969"/>
                <a:ext cx="11520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90" name="Entrada de lápiz 189">
                <a:extLst>
                  <a:ext uri="{FF2B5EF4-FFF2-40B4-BE49-F238E27FC236}">
                    <a16:creationId xmlns:a16="http://schemas.microsoft.com/office/drawing/2014/main" id="{C3F8B60E-4267-40D8-B5B1-8044B1896D0E}"/>
                  </a:ext>
                </a:extLst>
              </p14:cNvPr>
              <p14:cNvContentPartPr/>
              <p14:nvPr/>
            </p14:nvContentPartPr>
            <p14:xfrm>
              <a:off x="3538486" y="5219409"/>
              <a:ext cx="164880" cy="183600"/>
            </p14:xfrm>
          </p:contentPart>
        </mc:Choice>
        <mc:Fallback>
          <p:pic>
            <p:nvPicPr>
              <p:cNvPr id="190" name="Entrada de lápiz 189">
                <a:extLst>
                  <a:ext uri="{FF2B5EF4-FFF2-40B4-BE49-F238E27FC236}">
                    <a16:creationId xmlns:a16="http://schemas.microsoft.com/office/drawing/2014/main" id="{C3F8B60E-4267-40D8-B5B1-8044B1896D0E}"/>
                  </a:ext>
                </a:extLst>
              </p:cNvPr>
              <p:cNvPicPr/>
              <p:nvPr/>
            </p:nvPicPr>
            <p:blipFill>
              <a:blip r:embed="rId171"/>
              <a:stretch>
                <a:fillRect/>
              </a:stretch>
            </p:blipFill>
            <p:spPr>
              <a:xfrm>
                <a:off x="3529846" y="5210409"/>
                <a:ext cx="18252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91" name="Entrada de lápiz 190">
                <a:extLst>
                  <a:ext uri="{FF2B5EF4-FFF2-40B4-BE49-F238E27FC236}">
                    <a16:creationId xmlns:a16="http://schemas.microsoft.com/office/drawing/2014/main" id="{A7067298-5B23-4809-AA44-58D58C8639AC}"/>
                  </a:ext>
                </a:extLst>
              </p14:cNvPr>
              <p14:cNvContentPartPr/>
              <p14:nvPr/>
            </p14:nvContentPartPr>
            <p14:xfrm>
              <a:off x="3841966" y="4585089"/>
              <a:ext cx="244080" cy="897480"/>
            </p14:xfrm>
          </p:contentPart>
        </mc:Choice>
        <mc:Fallback>
          <p:pic>
            <p:nvPicPr>
              <p:cNvPr id="191" name="Entrada de lápiz 190">
                <a:extLst>
                  <a:ext uri="{FF2B5EF4-FFF2-40B4-BE49-F238E27FC236}">
                    <a16:creationId xmlns:a16="http://schemas.microsoft.com/office/drawing/2014/main" id="{A7067298-5B23-4809-AA44-58D58C8639AC}"/>
                  </a:ext>
                </a:extLst>
              </p:cNvPr>
              <p:cNvPicPr/>
              <p:nvPr/>
            </p:nvPicPr>
            <p:blipFill>
              <a:blip r:embed="rId173"/>
              <a:stretch>
                <a:fillRect/>
              </a:stretch>
            </p:blipFill>
            <p:spPr>
              <a:xfrm>
                <a:off x="3832966" y="4576089"/>
                <a:ext cx="261720" cy="915120"/>
              </a:xfrm>
              <a:prstGeom prst="rect">
                <a:avLst/>
              </a:prstGeom>
            </p:spPr>
          </p:pic>
        </mc:Fallback>
      </mc:AlternateContent>
      <p:grpSp>
        <p:nvGrpSpPr>
          <p:cNvPr id="208" name="Grupo 207">
            <a:extLst>
              <a:ext uri="{FF2B5EF4-FFF2-40B4-BE49-F238E27FC236}">
                <a16:creationId xmlns:a16="http://schemas.microsoft.com/office/drawing/2014/main" id="{6C1828EE-C832-4FA3-874E-D221BAE19241}"/>
              </a:ext>
            </a:extLst>
          </p:cNvPr>
          <p:cNvGrpSpPr/>
          <p:nvPr/>
        </p:nvGrpSpPr>
        <p:grpSpPr>
          <a:xfrm>
            <a:off x="4327966" y="4292049"/>
            <a:ext cx="1232640" cy="1036440"/>
            <a:chOff x="4327966" y="4292049"/>
            <a:chExt cx="1232640" cy="1036440"/>
          </a:xfrm>
        </p:grpSpPr>
        <mc:AlternateContent xmlns:mc="http://schemas.openxmlformats.org/markup-compatibility/2006">
          <mc:Choice xmlns:p14="http://schemas.microsoft.com/office/powerpoint/2010/main" Requires="p14">
            <p:contentPart p14:bwMode="auto" r:id="rId174">
              <p14:nvContentPartPr>
                <p14:cNvPr id="199" name="Entrada de lápiz 198">
                  <a:extLst>
                    <a:ext uri="{FF2B5EF4-FFF2-40B4-BE49-F238E27FC236}">
                      <a16:creationId xmlns:a16="http://schemas.microsoft.com/office/drawing/2014/main" id="{C01930C2-B3FE-4C43-A559-CFE30FA7F948}"/>
                    </a:ext>
                  </a:extLst>
                </p14:cNvPr>
                <p14:cNvContentPartPr/>
                <p14:nvPr/>
              </p14:nvContentPartPr>
              <p14:xfrm>
                <a:off x="4327966" y="4617129"/>
                <a:ext cx="106200" cy="677880"/>
              </p14:xfrm>
            </p:contentPart>
          </mc:Choice>
          <mc:Fallback>
            <p:pic>
              <p:nvPicPr>
                <p:cNvPr id="199" name="Entrada de lápiz 198">
                  <a:extLst>
                    <a:ext uri="{FF2B5EF4-FFF2-40B4-BE49-F238E27FC236}">
                      <a16:creationId xmlns:a16="http://schemas.microsoft.com/office/drawing/2014/main" id="{C01930C2-B3FE-4C43-A559-CFE30FA7F948}"/>
                    </a:ext>
                  </a:extLst>
                </p:cNvPr>
                <p:cNvPicPr/>
                <p:nvPr/>
              </p:nvPicPr>
              <p:blipFill>
                <a:blip r:embed="rId175"/>
                <a:stretch>
                  <a:fillRect/>
                </a:stretch>
              </p:blipFill>
              <p:spPr>
                <a:xfrm>
                  <a:off x="4319326" y="4608489"/>
                  <a:ext cx="123840" cy="695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00" name="Entrada de lápiz 199">
                  <a:extLst>
                    <a:ext uri="{FF2B5EF4-FFF2-40B4-BE49-F238E27FC236}">
                      <a16:creationId xmlns:a16="http://schemas.microsoft.com/office/drawing/2014/main" id="{AF52241C-03CD-4292-A141-75C116A207CE}"/>
                    </a:ext>
                  </a:extLst>
                </p14:cNvPr>
                <p14:cNvContentPartPr/>
                <p14:nvPr/>
              </p14:nvContentPartPr>
              <p14:xfrm>
                <a:off x="4635766" y="4604169"/>
                <a:ext cx="37440" cy="179280"/>
              </p14:xfrm>
            </p:contentPart>
          </mc:Choice>
          <mc:Fallback>
            <p:pic>
              <p:nvPicPr>
                <p:cNvPr id="200" name="Entrada de lápiz 199">
                  <a:extLst>
                    <a:ext uri="{FF2B5EF4-FFF2-40B4-BE49-F238E27FC236}">
                      <a16:creationId xmlns:a16="http://schemas.microsoft.com/office/drawing/2014/main" id="{AF52241C-03CD-4292-A141-75C116A207CE}"/>
                    </a:ext>
                  </a:extLst>
                </p:cNvPr>
                <p:cNvPicPr/>
                <p:nvPr/>
              </p:nvPicPr>
              <p:blipFill>
                <a:blip r:embed="rId177"/>
                <a:stretch>
                  <a:fillRect/>
                </a:stretch>
              </p:blipFill>
              <p:spPr>
                <a:xfrm>
                  <a:off x="4627126" y="4595169"/>
                  <a:ext cx="5508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01" name="Entrada de lápiz 200">
                  <a:extLst>
                    <a:ext uri="{FF2B5EF4-FFF2-40B4-BE49-F238E27FC236}">
                      <a16:creationId xmlns:a16="http://schemas.microsoft.com/office/drawing/2014/main" id="{44D64AFF-8963-48CE-93B4-2FE0883237AA}"/>
                    </a:ext>
                  </a:extLst>
                </p14:cNvPr>
                <p14:cNvContentPartPr/>
                <p14:nvPr/>
              </p14:nvContentPartPr>
              <p14:xfrm>
                <a:off x="4550806" y="4819809"/>
                <a:ext cx="268200" cy="11880"/>
              </p14:xfrm>
            </p:contentPart>
          </mc:Choice>
          <mc:Fallback>
            <p:pic>
              <p:nvPicPr>
                <p:cNvPr id="201" name="Entrada de lápiz 200">
                  <a:extLst>
                    <a:ext uri="{FF2B5EF4-FFF2-40B4-BE49-F238E27FC236}">
                      <a16:creationId xmlns:a16="http://schemas.microsoft.com/office/drawing/2014/main" id="{44D64AFF-8963-48CE-93B4-2FE0883237AA}"/>
                    </a:ext>
                  </a:extLst>
                </p:cNvPr>
                <p:cNvPicPr/>
                <p:nvPr/>
              </p:nvPicPr>
              <p:blipFill>
                <a:blip r:embed="rId179"/>
                <a:stretch>
                  <a:fillRect/>
                </a:stretch>
              </p:blipFill>
              <p:spPr>
                <a:xfrm>
                  <a:off x="4542166" y="4811169"/>
                  <a:ext cx="28584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02" name="Entrada de lápiz 201">
                  <a:extLst>
                    <a:ext uri="{FF2B5EF4-FFF2-40B4-BE49-F238E27FC236}">
                      <a16:creationId xmlns:a16="http://schemas.microsoft.com/office/drawing/2014/main" id="{5630EB95-F44D-4F03-839A-DBD75AC7E034}"/>
                    </a:ext>
                  </a:extLst>
                </p14:cNvPr>
                <p14:cNvContentPartPr/>
                <p14:nvPr/>
              </p14:nvContentPartPr>
              <p14:xfrm>
                <a:off x="4583206" y="4956249"/>
                <a:ext cx="130320" cy="280080"/>
              </p14:xfrm>
            </p:contentPart>
          </mc:Choice>
          <mc:Fallback>
            <p:pic>
              <p:nvPicPr>
                <p:cNvPr id="202" name="Entrada de lápiz 201">
                  <a:extLst>
                    <a:ext uri="{FF2B5EF4-FFF2-40B4-BE49-F238E27FC236}">
                      <a16:creationId xmlns:a16="http://schemas.microsoft.com/office/drawing/2014/main" id="{5630EB95-F44D-4F03-839A-DBD75AC7E034}"/>
                    </a:ext>
                  </a:extLst>
                </p:cNvPr>
                <p:cNvPicPr/>
                <p:nvPr/>
              </p:nvPicPr>
              <p:blipFill>
                <a:blip r:embed="rId181"/>
                <a:stretch>
                  <a:fillRect/>
                </a:stretch>
              </p:blipFill>
              <p:spPr>
                <a:xfrm>
                  <a:off x="4574566" y="4947609"/>
                  <a:ext cx="14796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03" name="Entrada de lápiz 202">
                  <a:extLst>
                    <a:ext uri="{FF2B5EF4-FFF2-40B4-BE49-F238E27FC236}">
                      <a16:creationId xmlns:a16="http://schemas.microsoft.com/office/drawing/2014/main" id="{F4564E5D-88C5-4EE5-81CB-74946FB43AA7}"/>
                    </a:ext>
                  </a:extLst>
                </p14:cNvPr>
                <p14:cNvContentPartPr/>
                <p14:nvPr/>
              </p14:nvContentPartPr>
              <p14:xfrm>
                <a:off x="4932406" y="4571769"/>
                <a:ext cx="124200" cy="716400"/>
              </p14:xfrm>
            </p:contentPart>
          </mc:Choice>
          <mc:Fallback>
            <p:pic>
              <p:nvPicPr>
                <p:cNvPr id="203" name="Entrada de lápiz 202">
                  <a:extLst>
                    <a:ext uri="{FF2B5EF4-FFF2-40B4-BE49-F238E27FC236}">
                      <a16:creationId xmlns:a16="http://schemas.microsoft.com/office/drawing/2014/main" id="{F4564E5D-88C5-4EE5-81CB-74946FB43AA7}"/>
                    </a:ext>
                  </a:extLst>
                </p:cNvPr>
                <p:cNvPicPr/>
                <p:nvPr/>
              </p:nvPicPr>
              <p:blipFill>
                <a:blip r:embed="rId183"/>
                <a:stretch>
                  <a:fillRect/>
                </a:stretch>
              </p:blipFill>
              <p:spPr>
                <a:xfrm>
                  <a:off x="4923406" y="4562769"/>
                  <a:ext cx="141840" cy="7340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205" name="Entrada de lápiz 204">
                  <a:extLst>
                    <a:ext uri="{FF2B5EF4-FFF2-40B4-BE49-F238E27FC236}">
                      <a16:creationId xmlns:a16="http://schemas.microsoft.com/office/drawing/2014/main" id="{4023E6B3-4127-4382-9EEC-4995AB118EC2}"/>
                    </a:ext>
                  </a:extLst>
                </p14:cNvPr>
                <p14:cNvContentPartPr/>
                <p14:nvPr/>
              </p14:nvContentPartPr>
              <p14:xfrm>
                <a:off x="5040766" y="4350009"/>
                <a:ext cx="120600" cy="152640"/>
              </p14:xfrm>
            </p:contentPart>
          </mc:Choice>
          <mc:Fallback>
            <p:pic>
              <p:nvPicPr>
                <p:cNvPr id="205" name="Entrada de lápiz 204">
                  <a:extLst>
                    <a:ext uri="{FF2B5EF4-FFF2-40B4-BE49-F238E27FC236}">
                      <a16:creationId xmlns:a16="http://schemas.microsoft.com/office/drawing/2014/main" id="{4023E6B3-4127-4382-9EEC-4995AB118EC2}"/>
                    </a:ext>
                  </a:extLst>
                </p:cNvPr>
                <p:cNvPicPr/>
                <p:nvPr/>
              </p:nvPicPr>
              <p:blipFill>
                <a:blip r:embed="rId185"/>
                <a:stretch>
                  <a:fillRect/>
                </a:stretch>
              </p:blipFill>
              <p:spPr>
                <a:xfrm>
                  <a:off x="5032126" y="4341369"/>
                  <a:ext cx="13824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06" name="Entrada de lápiz 205">
                  <a:extLst>
                    <a:ext uri="{FF2B5EF4-FFF2-40B4-BE49-F238E27FC236}">
                      <a16:creationId xmlns:a16="http://schemas.microsoft.com/office/drawing/2014/main" id="{D8906006-9991-4542-84CA-2C75615D0E56}"/>
                    </a:ext>
                  </a:extLst>
                </p14:cNvPr>
                <p14:cNvContentPartPr/>
                <p14:nvPr/>
              </p14:nvContentPartPr>
              <p14:xfrm>
                <a:off x="5172526" y="4292049"/>
                <a:ext cx="125640" cy="209880"/>
              </p14:xfrm>
            </p:contentPart>
          </mc:Choice>
          <mc:Fallback>
            <p:pic>
              <p:nvPicPr>
                <p:cNvPr id="206" name="Entrada de lápiz 205">
                  <a:extLst>
                    <a:ext uri="{FF2B5EF4-FFF2-40B4-BE49-F238E27FC236}">
                      <a16:creationId xmlns:a16="http://schemas.microsoft.com/office/drawing/2014/main" id="{D8906006-9991-4542-84CA-2C75615D0E56}"/>
                    </a:ext>
                  </a:extLst>
                </p:cNvPr>
                <p:cNvPicPr/>
                <p:nvPr/>
              </p:nvPicPr>
              <p:blipFill>
                <a:blip r:embed="rId187"/>
                <a:stretch>
                  <a:fillRect/>
                </a:stretch>
              </p:blipFill>
              <p:spPr>
                <a:xfrm>
                  <a:off x="5163526" y="4283409"/>
                  <a:ext cx="14328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07" name="Entrada de lápiz 206">
                  <a:extLst>
                    <a:ext uri="{FF2B5EF4-FFF2-40B4-BE49-F238E27FC236}">
                      <a16:creationId xmlns:a16="http://schemas.microsoft.com/office/drawing/2014/main" id="{3F5A63DF-AA03-473C-B262-AE5C2244504F}"/>
                    </a:ext>
                  </a:extLst>
                </p14:cNvPr>
                <p14:cNvContentPartPr/>
                <p14:nvPr/>
              </p14:nvContentPartPr>
              <p14:xfrm>
                <a:off x="5445406" y="4553769"/>
                <a:ext cx="115200" cy="774720"/>
              </p14:xfrm>
            </p:contentPart>
          </mc:Choice>
          <mc:Fallback>
            <p:pic>
              <p:nvPicPr>
                <p:cNvPr id="207" name="Entrada de lápiz 206">
                  <a:extLst>
                    <a:ext uri="{FF2B5EF4-FFF2-40B4-BE49-F238E27FC236}">
                      <a16:creationId xmlns:a16="http://schemas.microsoft.com/office/drawing/2014/main" id="{3F5A63DF-AA03-473C-B262-AE5C2244504F}"/>
                    </a:ext>
                  </a:extLst>
                </p:cNvPr>
                <p:cNvPicPr/>
                <p:nvPr/>
              </p:nvPicPr>
              <p:blipFill>
                <a:blip r:embed="rId189"/>
                <a:stretch>
                  <a:fillRect/>
                </a:stretch>
              </p:blipFill>
              <p:spPr>
                <a:xfrm>
                  <a:off x="5436406" y="4544769"/>
                  <a:ext cx="132840" cy="792360"/>
                </a:xfrm>
                <a:prstGeom prst="rect">
                  <a:avLst/>
                </a:prstGeom>
              </p:spPr>
            </p:pic>
          </mc:Fallback>
        </mc:AlternateContent>
      </p:grpSp>
      <p:grpSp>
        <p:nvGrpSpPr>
          <p:cNvPr id="219" name="Grupo 218">
            <a:extLst>
              <a:ext uri="{FF2B5EF4-FFF2-40B4-BE49-F238E27FC236}">
                <a16:creationId xmlns:a16="http://schemas.microsoft.com/office/drawing/2014/main" id="{B118A425-DA0B-42EA-A6B3-2FE06B89333A}"/>
              </a:ext>
            </a:extLst>
          </p:cNvPr>
          <p:cNvGrpSpPr/>
          <p:nvPr/>
        </p:nvGrpSpPr>
        <p:grpSpPr>
          <a:xfrm>
            <a:off x="5806846" y="4069209"/>
            <a:ext cx="1325520" cy="1180080"/>
            <a:chOff x="5806846" y="4069209"/>
            <a:chExt cx="1325520" cy="1180080"/>
          </a:xfrm>
        </p:grpSpPr>
        <mc:AlternateContent xmlns:mc="http://schemas.openxmlformats.org/markup-compatibility/2006">
          <mc:Choice xmlns:p14="http://schemas.microsoft.com/office/powerpoint/2010/main" Requires="p14">
            <p:contentPart p14:bwMode="auto" r:id="rId190">
              <p14:nvContentPartPr>
                <p14:cNvPr id="209" name="Entrada de lápiz 208">
                  <a:extLst>
                    <a:ext uri="{FF2B5EF4-FFF2-40B4-BE49-F238E27FC236}">
                      <a16:creationId xmlns:a16="http://schemas.microsoft.com/office/drawing/2014/main" id="{8C4F87C4-7169-41E6-BB74-FC7CC9FB74DB}"/>
                    </a:ext>
                  </a:extLst>
                </p14:cNvPr>
                <p14:cNvContentPartPr/>
                <p14:nvPr/>
              </p14:nvContentPartPr>
              <p14:xfrm>
                <a:off x="5806846" y="4744209"/>
                <a:ext cx="360" cy="360"/>
              </p14:xfrm>
            </p:contentPart>
          </mc:Choice>
          <mc:Fallback>
            <p:pic>
              <p:nvPicPr>
                <p:cNvPr id="209" name="Entrada de lápiz 208">
                  <a:extLst>
                    <a:ext uri="{FF2B5EF4-FFF2-40B4-BE49-F238E27FC236}">
                      <a16:creationId xmlns:a16="http://schemas.microsoft.com/office/drawing/2014/main" id="{8C4F87C4-7169-41E6-BB74-FC7CC9FB74DB}"/>
                    </a:ext>
                  </a:extLst>
                </p:cNvPr>
                <p:cNvPicPr/>
                <p:nvPr/>
              </p:nvPicPr>
              <p:blipFill>
                <a:blip r:embed="rId3"/>
                <a:stretch>
                  <a:fillRect/>
                </a:stretch>
              </p:blipFill>
              <p:spPr>
                <a:xfrm>
                  <a:off x="5797846" y="4735209"/>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210" name="Entrada de lápiz 209">
                  <a:extLst>
                    <a:ext uri="{FF2B5EF4-FFF2-40B4-BE49-F238E27FC236}">
                      <a16:creationId xmlns:a16="http://schemas.microsoft.com/office/drawing/2014/main" id="{4C04C43D-59FC-4DC5-A1EA-2458BC56E327}"/>
                    </a:ext>
                  </a:extLst>
                </p14:cNvPr>
                <p14:cNvContentPartPr/>
                <p14:nvPr/>
              </p14:nvContentPartPr>
              <p14:xfrm>
                <a:off x="5865886" y="4619289"/>
                <a:ext cx="159480" cy="194760"/>
              </p14:xfrm>
            </p:contentPart>
          </mc:Choice>
          <mc:Fallback>
            <p:pic>
              <p:nvPicPr>
                <p:cNvPr id="210" name="Entrada de lápiz 209">
                  <a:extLst>
                    <a:ext uri="{FF2B5EF4-FFF2-40B4-BE49-F238E27FC236}">
                      <a16:creationId xmlns:a16="http://schemas.microsoft.com/office/drawing/2014/main" id="{4C04C43D-59FC-4DC5-A1EA-2458BC56E327}"/>
                    </a:ext>
                  </a:extLst>
                </p:cNvPr>
                <p:cNvPicPr/>
                <p:nvPr/>
              </p:nvPicPr>
              <p:blipFill>
                <a:blip r:embed="rId192"/>
                <a:stretch>
                  <a:fillRect/>
                </a:stretch>
              </p:blipFill>
              <p:spPr>
                <a:xfrm>
                  <a:off x="5857246" y="4610289"/>
                  <a:ext cx="17712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211" name="Entrada de lápiz 210">
                  <a:extLst>
                    <a:ext uri="{FF2B5EF4-FFF2-40B4-BE49-F238E27FC236}">
                      <a16:creationId xmlns:a16="http://schemas.microsoft.com/office/drawing/2014/main" id="{C7DFF287-9736-4506-8444-73778EB41D24}"/>
                    </a:ext>
                  </a:extLst>
                </p14:cNvPr>
                <p14:cNvContentPartPr/>
                <p14:nvPr/>
              </p14:nvContentPartPr>
              <p14:xfrm>
                <a:off x="5808646" y="4880649"/>
                <a:ext cx="325800" cy="21240"/>
              </p14:xfrm>
            </p:contentPart>
          </mc:Choice>
          <mc:Fallback>
            <p:pic>
              <p:nvPicPr>
                <p:cNvPr id="211" name="Entrada de lápiz 210">
                  <a:extLst>
                    <a:ext uri="{FF2B5EF4-FFF2-40B4-BE49-F238E27FC236}">
                      <a16:creationId xmlns:a16="http://schemas.microsoft.com/office/drawing/2014/main" id="{C7DFF287-9736-4506-8444-73778EB41D24}"/>
                    </a:ext>
                  </a:extLst>
                </p:cNvPr>
                <p:cNvPicPr/>
                <p:nvPr/>
              </p:nvPicPr>
              <p:blipFill>
                <a:blip r:embed="rId194"/>
                <a:stretch>
                  <a:fillRect/>
                </a:stretch>
              </p:blipFill>
              <p:spPr>
                <a:xfrm>
                  <a:off x="5800006" y="4871649"/>
                  <a:ext cx="3434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212" name="Entrada de lápiz 211">
                  <a:extLst>
                    <a:ext uri="{FF2B5EF4-FFF2-40B4-BE49-F238E27FC236}">
                      <a16:creationId xmlns:a16="http://schemas.microsoft.com/office/drawing/2014/main" id="{3A8DD9A3-D147-476A-AF71-DED582C9202D}"/>
                    </a:ext>
                  </a:extLst>
                </p14:cNvPr>
                <p14:cNvContentPartPr/>
                <p14:nvPr/>
              </p14:nvContentPartPr>
              <p14:xfrm>
                <a:off x="5890006" y="5002689"/>
                <a:ext cx="127800" cy="246600"/>
              </p14:xfrm>
            </p:contentPart>
          </mc:Choice>
          <mc:Fallback>
            <p:pic>
              <p:nvPicPr>
                <p:cNvPr id="212" name="Entrada de lápiz 211">
                  <a:extLst>
                    <a:ext uri="{FF2B5EF4-FFF2-40B4-BE49-F238E27FC236}">
                      <a16:creationId xmlns:a16="http://schemas.microsoft.com/office/drawing/2014/main" id="{3A8DD9A3-D147-476A-AF71-DED582C9202D}"/>
                    </a:ext>
                  </a:extLst>
                </p:cNvPr>
                <p:cNvPicPr/>
                <p:nvPr/>
              </p:nvPicPr>
              <p:blipFill>
                <a:blip r:embed="rId196"/>
                <a:stretch>
                  <a:fillRect/>
                </a:stretch>
              </p:blipFill>
              <p:spPr>
                <a:xfrm>
                  <a:off x="5881006" y="4994049"/>
                  <a:ext cx="14544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213" name="Entrada de lápiz 212">
                  <a:extLst>
                    <a:ext uri="{FF2B5EF4-FFF2-40B4-BE49-F238E27FC236}">
                      <a16:creationId xmlns:a16="http://schemas.microsoft.com/office/drawing/2014/main" id="{7C86E10F-2406-4F96-98E8-D0490A2BD333}"/>
                    </a:ext>
                  </a:extLst>
                </p14:cNvPr>
                <p14:cNvContentPartPr/>
                <p14:nvPr/>
              </p14:nvContentPartPr>
              <p14:xfrm>
                <a:off x="6266926" y="4397529"/>
                <a:ext cx="120960" cy="839880"/>
              </p14:xfrm>
            </p:contentPart>
          </mc:Choice>
          <mc:Fallback>
            <p:pic>
              <p:nvPicPr>
                <p:cNvPr id="213" name="Entrada de lápiz 212">
                  <a:extLst>
                    <a:ext uri="{FF2B5EF4-FFF2-40B4-BE49-F238E27FC236}">
                      <a16:creationId xmlns:a16="http://schemas.microsoft.com/office/drawing/2014/main" id="{7C86E10F-2406-4F96-98E8-D0490A2BD333}"/>
                    </a:ext>
                  </a:extLst>
                </p:cNvPr>
                <p:cNvPicPr/>
                <p:nvPr/>
              </p:nvPicPr>
              <p:blipFill>
                <a:blip r:embed="rId198"/>
                <a:stretch>
                  <a:fillRect/>
                </a:stretch>
              </p:blipFill>
              <p:spPr>
                <a:xfrm>
                  <a:off x="6258286" y="4388529"/>
                  <a:ext cx="138600" cy="8575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215" name="Entrada de lápiz 214">
                  <a:extLst>
                    <a:ext uri="{FF2B5EF4-FFF2-40B4-BE49-F238E27FC236}">
                      <a16:creationId xmlns:a16="http://schemas.microsoft.com/office/drawing/2014/main" id="{2540F6B8-EC62-4D67-9ED8-C9675B8CC5EF}"/>
                    </a:ext>
                  </a:extLst>
                </p14:cNvPr>
                <p14:cNvContentPartPr/>
                <p14:nvPr/>
              </p14:nvContentPartPr>
              <p14:xfrm>
                <a:off x="6403006" y="4069209"/>
                <a:ext cx="168840" cy="252720"/>
              </p14:xfrm>
            </p:contentPart>
          </mc:Choice>
          <mc:Fallback>
            <p:pic>
              <p:nvPicPr>
                <p:cNvPr id="215" name="Entrada de lápiz 214">
                  <a:extLst>
                    <a:ext uri="{FF2B5EF4-FFF2-40B4-BE49-F238E27FC236}">
                      <a16:creationId xmlns:a16="http://schemas.microsoft.com/office/drawing/2014/main" id="{2540F6B8-EC62-4D67-9ED8-C9675B8CC5EF}"/>
                    </a:ext>
                  </a:extLst>
                </p:cNvPr>
                <p:cNvPicPr/>
                <p:nvPr/>
              </p:nvPicPr>
              <p:blipFill>
                <a:blip r:embed="rId200"/>
                <a:stretch>
                  <a:fillRect/>
                </a:stretch>
              </p:blipFill>
              <p:spPr>
                <a:xfrm>
                  <a:off x="6394006" y="4060569"/>
                  <a:ext cx="18648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216" name="Entrada de lápiz 215">
                  <a:extLst>
                    <a:ext uri="{FF2B5EF4-FFF2-40B4-BE49-F238E27FC236}">
                      <a16:creationId xmlns:a16="http://schemas.microsoft.com/office/drawing/2014/main" id="{9E30ED42-C365-48D5-A08F-C25DC3A8CF04}"/>
                    </a:ext>
                  </a:extLst>
                </p14:cNvPr>
                <p14:cNvContentPartPr/>
                <p14:nvPr/>
              </p14:nvContentPartPr>
              <p14:xfrm>
                <a:off x="6704686" y="4200969"/>
                <a:ext cx="108000" cy="4320"/>
              </p14:xfrm>
            </p:contentPart>
          </mc:Choice>
          <mc:Fallback>
            <p:pic>
              <p:nvPicPr>
                <p:cNvPr id="216" name="Entrada de lápiz 215">
                  <a:extLst>
                    <a:ext uri="{FF2B5EF4-FFF2-40B4-BE49-F238E27FC236}">
                      <a16:creationId xmlns:a16="http://schemas.microsoft.com/office/drawing/2014/main" id="{9E30ED42-C365-48D5-A08F-C25DC3A8CF04}"/>
                    </a:ext>
                  </a:extLst>
                </p:cNvPr>
                <p:cNvPicPr/>
                <p:nvPr/>
              </p:nvPicPr>
              <p:blipFill>
                <a:blip r:embed="rId202"/>
                <a:stretch>
                  <a:fillRect/>
                </a:stretch>
              </p:blipFill>
              <p:spPr>
                <a:xfrm>
                  <a:off x="6695686" y="4192329"/>
                  <a:ext cx="1256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217" name="Entrada de lápiz 216">
                  <a:extLst>
                    <a:ext uri="{FF2B5EF4-FFF2-40B4-BE49-F238E27FC236}">
                      <a16:creationId xmlns:a16="http://schemas.microsoft.com/office/drawing/2014/main" id="{AF9A805B-8A21-4AC7-BAB1-C918482F9499}"/>
                    </a:ext>
                  </a:extLst>
                </p14:cNvPr>
                <p14:cNvContentPartPr/>
                <p14:nvPr/>
              </p14:nvContentPartPr>
              <p14:xfrm>
                <a:off x="6865606" y="4145889"/>
                <a:ext cx="135000" cy="152280"/>
              </p14:xfrm>
            </p:contentPart>
          </mc:Choice>
          <mc:Fallback>
            <p:pic>
              <p:nvPicPr>
                <p:cNvPr id="217" name="Entrada de lápiz 216">
                  <a:extLst>
                    <a:ext uri="{FF2B5EF4-FFF2-40B4-BE49-F238E27FC236}">
                      <a16:creationId xmlns:a16="http://schemas.microsoft.com/office/drawing/2014/main" id="{AF9A805B-8A21-4AC7-BAB1-C918482F9499}"/>
                    </a:ext>
                  </a:extLst>
                </p:cNvPr>
                <p:cNvPicPr/>
                <p:nvPr/>
              </p:nvPicPr>
              <p:blipFill>
                <a:blip r:embed="rId204"/>
                <a:stretch>
                  <a:fillRect/>
                </a:stretch>
              </p:blipFill>
              <p:spPr>
                <a:xfrm>
                  <a:off x="6856606" y="4136889"/>
                  <a:ext cx="1526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218" name="Entrada de lápiz 217">
                  <a:extLst>
                    <a:ext uri="{FF2B5EF4-FFF2-40B4-BE49-F238E27FC236}">
                      <a16:creationId xmlns:a16="http://schemas.microsoft.com/office/drawing/2014/main" id="{1B6256BB-6EB5-46CE-9649-89474BE4C866}"/>
                    </a:ext>
                  </a:extLst>
                </p14:cNvPr>
                <p14:cNvContentPartPr/>
                <p14:nvPr/>
              </p14:nvContentPartPr>
              <p14:xfrm>
                <a:off x="6975046" y="4113129"/>
                <a:ext cx="157320" cy="164880"/>
              </p14:xfrm>
            </p:contentPart>
          </mc:Choice>
          <mc:Fallback>
            <p:pic>
              <p:nvPicPr>
                <p:cNvPr id="218" name="Entrada de lápiz 217">
                  <a:extLst>
                    <a:ext uri="{FF2B5EF4-FFF2-40B4-BE49-F238E27FC236}">
                      <a16:creationId xmlns:a16="http://schemas.microsoft.com/office/drawing/2014/main" id="{1B6256BB-6EB5-46CE-9649-89474BE4C866}"/>
                    </a:ext>
                  </a:extLst>
                </p:cNvPr>
                <p:cNvPicPr/>
                <p:nvPr/>
              </p:nvPicPr>
              <p:blipFill>
                <a:blip r:embed="rId206"/>
                <a:stretch>
                  <a:fillRect/>
                </a:stretch>
              </p:blipFill>
              <p:spPr>
                <a:xfrm>
                  <a:off x="6966046" y="4104129"/>
                  <a:ext cx="174960" cy="182520"/>
                </a:xfrm>
                <a:prstGeom prst="rect">
                  <a:avLst/>
                </a:prstGeom>
              </p:spPr>
            </p:pic>
          </mc:Fallback>
        </mc:AlternateContent>
      </p:grpSp>
      <p:grpSp>
        <p:nvGrpSpPr>
          <p:cNvPr id="231" name="Grupo 230">
            <a:extLst>
              <a:ext uri="{FF2B5EF4-FFF2-40B4-BE49-F238E27FC236}">
                <a16:creationId xmlns:a16="http://schemas.microsoft.com/office/drawing/2014/main" id="{7AD8F8D2-42BC-4D3D-A339-6F0A02C952FB}"/>
              </a:ext>
            </a:extLst>
          </p:cNvPr>
          <p:cNvGrpSpPr/>
          <p:nvPr/>
        </p:nvGrpSpPr>
        <p:grpSpPr>
          <a:xfrm>
            <a:off x="8137486" y="4501569"/>
            <a:ext cx="269280" cy="241200"/>
            <a:chOff x="8137486" y="4501569"/>
            <a:chExt cx="269280" cy="241200"/>
          </a:xfrm>
        </p:grpSpPr>
        <mc:AlternateContent xmlns:mc="http://schemas.openxmlformats.org/markup-compatibility/2006">
          <mc:Choice xmlns:p14="http://schemas.microsoft.com/office/powerpoint/2010/main" Requires="p14">
            <p:contentPart p14:bwMode="auto" r:id="rId207">
              <p14:nvContentPartPr>
                <p14:cNvPr id="225" name="Entrada de lápiz 224">
                  <a:extLst>
                    <a:ext uri="{FF2B5EF4-FFF2-40B4-BE49-F238E27FC236}">
                      <a16:creationId xmlns:a16="http://schemas.microsoft.com/office/drawing/2014/main" id="{E2ADC813-F335-4702-B7F6-6D86AE3842B5}"/>
                    </a:ext>
                  </a:extLst>
                </p14:cNvPr>
                <p14:cNvContentPartPr/>
                <p14:nvPr/>
              </p14:nvContentPartPr>
              <p14:xfrm>
                <a:off x="8137486" y="4501569"/>
                <a:ext cx="128520" cy="241200"/>
              </p14:xfrm>
            </p:contentPart>
          </mc:Choice>
          <mc:Fallback>
            <p:pic>
              <p:nvPicPr>
                <p:cNvPr id="225" name="Entrada de lápiz 224">
                  <a:extLst>
                    <a:ext uri="{FF2B5EF4-FFF2-40B4-BE49-F238E27FC236}">
                      <a16:creationId xmlns:a16="http://schemas.microsoft.com/office/drawing/2014/main" id="{E2ADC813-F335-4702-B7F6-6D86AE3842B5}"/>
                    </a:ext>
                  </a:extLst>
                </p:cNvPr>
                <p:cNvPicPr/>
                <p:nvPr/>
              </p:nvPicPr>
              <p:blipFill>
                <a:blip r:embed="rId208"/>
                <a:stretch>
                  <a:fillRect/>
                </a:stretch>
              </p:blipFill>
              <p:spPr>
                <a:xfrm>
                  <a:off x="8128846" y="4492929"/>
                  <a:ext cx="1461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26" name="Entrada de lápiz 225">
                  <a:extLst>
                    <a:ext uri="{FF2B5EF4-FFF2-40B4-BE49-F238E27FC236}">
                      <a16:creationId xmlns:a16="http://schemas.microsoft.com/office/drawing/2014/main" id="{39F86519-57FE-4D76-BFBB-8CBF04223678}"/>
                    </a:ext>
                  </a:extLst>
                </p14:cNvPr>
                <p14:cNvContentPartPr/>
                <p14:nvPr/>
              </p14:nvContentPartPr>
              <p14:xfrm>
                <a:off x="8259886" y="4525329"/>
                <a:ext cx="146880" cy="205920"/>
              </p14:xfrm>
            </p:contentPart>
          </mc:Choice>
          <mc:Fallback>
            <p:pic>
              <p:nvPicPr>
                <p:cNvPr id="226" name="Entrada de lápiz 225">
                  <a:extLst>
                    <a:ext uri="{FF2B5EF4-FFF2-40B4-BE49-F238E27FC236}">
                      <a16:creationId xmlns:a16="http://schemas.microsoft.com/office/drawing/2014/main" id="{39F86519-57FE-4D76-BFBB-8CBF04223678}"/>
                    </a:ext>
                  </a:extLst>
                </p:cNvPr>
                <p:cNvPicPr/>
                <p:nvPr/>
              </p:nvPicPr>
              <p:blipFill>
                <a:blip r:embed="rId210"/>
                <a:stretch>
                  <a:fillRect/>
                </a:stretch>
              </p:blipFill>
              <p:spPr>
                <a:xfrm>
                  <a:off x="8251246" y="4516329"/>
                  <a:ext cx="164520" cy="223560"/>
                </a:xfrm>
                <a:prstGeom prst="rect">
                  <a:avLst/>
                </a:prstGeom>
              </p:spPr>
            </p:pic>
          </mc:Fallback>
        </mc:AlternateContent>
      </p:grpSp>
      <p:grpSp>
        <p:nvGrpSpPr>
          <p:cNvPr id="233" name="Grupo 232">
            <a:extLst>
              <a:ext uri="{FF2B5EF4-FFF2-40B4-BE49-F238E27FC236}">
                <a16:creationId xmlns:a16="http://schemas.microsoft.com/office/drawing/2014/main" id="{5D2E28BE-CD0C-4BBB-84CA-6498F9AB723E}"/>
              </a:ext>
            </a:extLst>
          </p:cNvPr>
          <p:cNvGrpSpPr/>
          <p:nvPr/>
        </p:nvGrpSpPr>
        <p:grpSpPr>
          <a:xfrm>
            <a:off x="8605846" y="4533609"/>
            <a:ext cx="495360" cy="273240"/>
            <a:chOff x="8605846" y="4533609"/>
            <a:chExt cx="495360" cy="273240"/>
          </a:xfrm>
        </p:grpSpPr>
        <mc:AlternateContent xmlns:mc="http://schemas.openxmlformats.org/markup-compatibility/2006">
          <mc:Choice xmlns:p14="http://schemas.microsoft.com/office/powerpoint/2010/main" Requires="p14">
            <p:contentPart p14:bwMode="auto" r:id="rId211">
              <p14:nvContentPartPr>
                <p14:cNvPr id="227" name="Entrada de lápiz 226">
                  <a:extLst>
                    <a:ext uri="{FF2B5EF4-FFF2-40B4-BE49-F238E27FC236}">
                      <a16:creationId xmlns:a16="http://schemas.microsoft.com/office/drawing/2014/main" id="{D93B97EF-E194-4212-AE6C-32D587A66EBF}"/>
                    </a:ext>
                  </a:extLst>
                </p14:cNvPr>
                <p14:cNvContentPartPr/>
                <p14:nvPr/>
              </p14:nvContentPartPr>
              <p14:xfrm>
                <a:off x="8605846" y="4567809"/>
                <a:ext cx="110880" cy="6840"/>
              </p14:xfrm>
            </p:contentPart>
          </mc:Choice>
          <mc:Fallback>
            <p:pic>
              <p:nvPicPr>
                <p:cNvPr id="227" name="Entrada de lápiz 226">
                  <a:extLst>
                    <a:ext uri="{FF2B5EF4-FFF2-40B4-BE49-F238E27FC236}">
                      <a16:creationId xmlns:a16="http://schemas.microsoft.com/office/drawing/2014/main" id="{D93B97EF-E194-4212-AE6C-32D587A66EBF}"/>
                    </a:ext>
                  </a:extLst>
                </p:cNvPr>
                <p:cNvPicPr/>
                <p:nvPr/>
              </p:nvPicPr>
              <p:blipFill>
                <a:blip r:embed="rId212"/>
                <a:stretch>
                  <a:fillRect/>
                </a:stretch>
              </p:blipFill>
              <p:spPr>
                <a:xfrm>
                  <a:off x="8596846" y="4559169"/>
                  <a:ext cx="12852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228" name="Entrada de lápiz 227">
                  <a:extLst>
                    <a:ext uri="{FF2B5EF4-FFF2-40B4-BE49-F238E27FC236}">
                      <a16:creationId xmlns:a16="http://schemas.microsoft.com/office/drawing/2014/main" id="{E720D582-7D4F-49DF-AB32-22F6B0C9DE42}"/>
                    </a:ext>
                  </a:extLst>
                </p14:cNvPr>
                <p14:cNvContentPartPr/>
                <p14:nvPr/>
              </p14:nvContentPartPr>
              <p14:xfrm>
                <a:off x="8610886" y="4662489"/>
                <a:ext cx="138240" cy="15480"/>
              </p14:xfrm>
            </p:contentPart>
          </mc:Choice>
          <mc:Fallback>
            <p:pic>
              <p:nvPicPr>
                <p:cNvPr id="228" name="Entrada de lápiz 227">
                  <a:extLst>
                    <a:ext uri="{FF2B5EF4-FFF2-40B4-BE49-F238E27FC236}">
                      <a16:creationId xmlns:a16="http://schemas.microsoft.com/office/drawing/2014/main" id="{E720D582-7D4F-49DF-AB32-22F6B0C9DE42}"/>
                    </a:ext>
                  </a:extLst>
                </p:cNvPr>
                <p:cNvPicPr/>
                <p:nvPr/>
              </p:nvPicPr>
              <p:blipFill>
                <a:blip r:embed="rId214"/>
                <a:stretch>
                  <a:fillRect/>
                </a:stretch>
              </p:blipFill>
              <p:spPr>
                <a:xfrm>
                  <a:off x="8602246" y="4653849"/>
                  <a:ext cx="15588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29" name="Entrada de lápiz 228">
                  <a:extLst>
                    <a:ext uri="{FF2B5EF4-FFF2-40B4-BE49-F238E27FC236}">
                      <a16:creationId xmlns:a16="http://schemas.microsoft.com/office/drawing/2014/main" id="{AE11BB0F-88E0-40A5-95DC-6B49D8372730}"/>
                    </a:ext>
                  </a:extLst>
                </p14:cNvPr>
                <p14:cNvContentPartPr/>
                <p14:nvPr/>
              </p14:nvContentPartPr>
              <p14:xfrm>
                <a:off x="8857846" y="4533609"/>
                <a:ext cx="145080" cy="147960"/>
              </p14:xfrm>
            </p:contentPart>
          </mc:Choice>
          <mc:Fallback>
            <p:pic>
              <p:nvPicPr>
                <p:cNvPr id="229" name="Entrada de lápiz 228">
                  <a:extLst>
                    <a:ext uri="{FF2B5EF4-FFF2-40B4-BE49-F238E27FC236}">
                      <a16:creationId xmlns:a16="http://schemas.microsoft.com/office/drawing/2014/main" id="{AE11BB0F-88E0-40A5-95DC-6B49D8372730}"/>
                    </a:ext>
                  </a:extLst>
                </p:cNvPr>
                <p:cNvPicPr/>
                <p:nvPr/>
              </p:nvPicPr>
              <p:blipFill>
                <a:blip r:embed="rId216"/>
                <a:stretch>
                  <a:fillRect/>
                </a:stretch>
              </p:blipFill>
              <p:spPr>
                <a:xfrm>
                  <a:off x="8848846" y="4524969"/>
                  <a:ext cx="1627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32" name="Entrada de lápiz 231">
                  <a:extLst>
                    <a:ext uri="{FF2B5EF4-FFF2-40B4-BE49-F238E27FC236}">
                      <a16:creationId xmlns:a16="http://schemas.microsoft.com/office/drawing/2014/main" id="{ECB4BAA5-DB36-4DB7-BC37-86905202AEC0}"/>
                    </a:ext>
                  </a:extLst>
                </p14:cNvPr>
                <p14:cNvContentPartPr/>
                <p14:nvPr/>
              </p14:nvContentPartPr>
              <p14:xfrm>
                <a:off x="8974486" y="4649169"/>
                <a:ext cx="126720" cy="157680"/>
              </p14:xfrm>
            </p:contentPart>
          </mc:Choice>
          <mc:Fallback>
            <p:pic>
              <p:nvPicPr>
                <p:cNvPr id="232" name="Entrada de lápiz 231">
                  <a:extLst>
                    <a:ext uri="{FF2B5EF4-FFF2-40B4-BE49-F238E27FC236}">
                      <a16:creationId xmlns:a16="http://schemas.microsoft.com/office/drawing/2014/main" id="{ECB4BAA5-DB36-4DB7-BC37-86905202AEC0}"/>
                    </a:ext>
                  </a:extLst>
                </p:cNvPr>
                <p:cNvPicPr/>
                <p:nvPr/>
              </p:nvPicPr>
              <p:blipFill>
                <a:blip r:embed="rId218"/>
                <a:stretch>
                  <a:fillRect/>
                </a:stretch>
              </p:blipFill>
              <p:spPr>
                <a:xfrm>
                  <a:off x="8965486" y="4640529"/>
                  <a:ext cx="144360" cy="175320"/>
                </a:xfrm>
                <a:prstGeom prst="rect">
                  <a:avLst/>
                </a:prstGeom>
              </p:spPr>
            </p:pic>
          </mc:Fallback>
        </mc:AlternateContent>
      </p:grpSp>
      <p:grpSp>
        <p:nvGrpSpPr>
          <p:cNvPr id="246" name="Grupo 245">
            <a:extLst>
              <a:ext uri="{FF2B5EF4-FFF2-40B4-BE49-F238E27FC236}">
                <a16:creationId xmlns:a16="http://schemas.microsoft.com/office/drawing/2014/main" id="{1A2394FC-E441-45BC-BE78-816F90994769}"/>
              </a:ext>
            </a:extLst>
          </p:cNvPr>
          <p:cNvGrpSpPr/>
          <p:nvPr/>
        </p:nvGrpSpPr>
        <p:grpSpPr>
          <a:xfrm>
            <a:off x="9256726" y="4412649"/>
            <a:ext cx="1614240" cy="381960"/>
            <a:chOff x="9256726" y="4412649"/>
            <a:chExt cx="1614240" cy="381960"/>
          </a:xfrm>
        </p:grpSpPr>
        <mc:AlternateContent xmlns:mc="http://schemas.openxmlformats.org/markup-compatibility/2006">
          <mc:Choice xmlns:p14="http://schemas.microsoft.com/office/powerpoint/2010/main" Requires="p14">
            <p:contentPart p14:bwMode="auto" r:id="rId219">
              <p14:nvContentPartPr>
                <p14:cNvPr id="234" name="Entrada de lápiz 233">
                  <a:extLst>
                    <a:ext uri="{FF2B5EF4-FFF2-40B4-BE49-F238E27FC236}">
                      <a16:creationId xmlns:a16="http://schemas.microsoft.com/office/drawing/2014/main" id="{3079836E-10E0-49D3-8328-DA64415F3501}"/>
                    </a:ext>
                  </a:extLst>
                </p14:cNvPr>
                <p14:cNvContentPartPr/>
                <p14:nvPr/>
              </p14:nvContentPartPr>
              <p14:xfrm>
                <a:off x="9256726" y="4460889"/>
                <a:ext cx="209880" cy="229680"/>
              </p14:xfrm>
            </p:contentPart>
          </mc:Choice>
          <mc:Fallback>
            <p:pic>
              <p:nvPicPr>
                <p:cNvPr id="234" name="Entrada de lápiz 233">
                  <a:extLst>
                    <a:ext uri="{FF2B5EF4-FFF2-40B4-BE49-F238E27FC236}">
                      <a16:creationId xmlns:a16="http://schemas.microsoft.com/office/drawing/2014/main" id="{3079836E-10E0-49D3-8328-DA64415F3501}"/>
                    </a:ext>
                  </a:extLst>
                </p:cNvPr>
                <p:cNvPicPr/>
                <p:nvPr/>
              </p:nvPicPr>
              <p:blipFill>
                <a:blip r:embed="rId220"/>
                <a:stretch>
                  <a:fillRect/>
                </a:stretch>
              </p:blipFill>
              <p:spPr>
                <a:xfrm>
                  <a:off x="9248086" y="4452249"/>
                  <a:ext cx="2275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235" name="Entrada de lápiz 234">
                  <a:extLst>
                    <a:ext uri="{FF2B5EF4-FFF2-40B4-BE49-F238E27FC236}">
                      <a16:creationId xmlns:a16="http://schemas.microsoft.com/office/drawing/2014/main" id="{F0D35501-E53C-4487-9A4F-D23646EA8042}"/>
                    </a:ext>
                  </a:extLst>
                </p14:cNvPr>
                <p14:cNvContentPartPr/>
                <p14:nvPr/>
              </p14:nvContentPartPr>
              <p14:xfrm>
                <a:off x="9506566" y="4626489"/>
                <a:ext cx="82440" cy="120600"/>
              </p14:xfrm>
            </p:contentPart>
          </mc:Choice>
          <mc:Fallback>
            <p:pic>
              <p:nvPicPr>
                <p:cNvPr id="235" name="Entrada de lápiz 234">
                  <a:extLst>
                    <a:ext uri="{FF2B5EF4-FFF2-40B4-BE49-F238E27FC236}">
                      <a16:creationId xmlns:a16="http://schemas.microsoft.com/office/drawing/2014/main" id="{F0D35501-E53C-4487-9A4F-D23646EA8042}"/>
                    </a:ext>
                  </a:extLst>
                </p:cNvPr>
                <p:cNvPicPr/>
                <p:nvPr/>
              </p:nvPicPr>
              <p:blipFill>
                <a:blip r:embed="rId222"/>
                <a:stretch>
                  <a:fillRect/>
                </a:stretch>
              </p:blipFill>
              <p:spPr>
                <a:xfrm>
                  <a:off x="9497566" y="4617849"/>
                  <a:ext cx="10008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237" name="Entrada de lápiz 236">
                  <a:extLst>
                    <a:ext uri="{FF2B5EF4-FFF2-40B4-BE49-F238E27FC236}">
                      <a16:creationId xmlns:a16="http://schemas.microsoft.com/office/drawing/2014/main" id="{3A5CF237-43C7-427B-940C-E514A87CC353}"/>
                    </a:ext>
                  </a:extLst>
                </p14:cNvPr>
                <p14:cNvContentPartPr/>
                <p14:nvPr/>
              </p14:nvContentPartPr>
              <p14:xfrm>
                <a:off x="9677206" y="4429209"/>
                <a:ext cx="157320" cy="240120"/>
              </p14:xfrm>
            </p:contentPart>
          </mc:Choice>
          <mc:Fallback>
            <p:pic>
              <p:nvPicPr>
                <p:cNvPr id="237" name="Entrada de lápiz 236">
                  <a:extLst>
                    <a:ext uri="{FF2B5EF4-FFF2-40B4-BE49-F238E27FC236}">
                      <a16:creationId xmlns:a16="http://schemas.microsoft.com/office/drawing/2014/main" id="{3A5CF237-43C7-427B-940C-E514A87CC353}"/>
                    </a:ext>
                  </a:extLst>
                </p:cNvPr>
                <p:cNvPicPr/>
                <p:nvPr/>
              </p:nvPicPr>
              <p:blipFill>
                <a:blip r:embed="rId224"/>
                <a:stretch>
                  <a:fillRect/>
                </a:stretch>
              </p:blipFill>
              <p:spPr>
                <a:xfrm>
                  <a:off x="9668206" y="4420209"/>
                  <a:ext cx="17496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238" name="Entrada de lápiz 237">
                  <a:extLst>
                    <a:ext uri="{FF2B5EF4-FFF2-40B4-BE49-F238E27FC236}">
                      <a16:creationId xmlns:a16="http://schemas.microsoft.com/office/drawing/2014/main" id="{E8622F18-E9E2-47B1-9D1A-D8BDC70D01E0}"/>
                    </a:ext>
                  </a:extLst>
                </p14:cNvPr>
                <p14:cNvContentPartPr/>
                <p14:nvPr/>
              </p14:nvContentPartPr>
              <p14:xfrm>
                <a:off x="9780166" y="4642689"/>
                <a:ext cx="153000" cy="151920"/>
              </p14:xfrm>
            </p:contentPart>
          </mc:Choice>
          <mc:Fallback>
            <p:pic>
              <p:nvPicPr>
                <p:cNvPr id="238" name="Entrada de lápiz 237">
                  <a:extLst>
                    <a:ext uri="{FF2B5EF4-FFF2-40B4-BE49-F238E27FC236}">
                      <a16:creationId xmlns:a16="http://schemas.microsoft.com/office/drawing/2014/main" id="{E8622F18-E9E2-47B1-9D1A-D8BDC70D01E0}"/>
                    </a:ext>
                  </a:extLst>
                </p:cNvPr>
                <p:cNvPicPr/>
                <p:nvPr/>
              </p:nvPicPr>
              <p:blipFill>
                <a:blip r:embed="rId226"/>
                <a:stretch>
                  <a:fillRect/>
                </a:stretch>
              </p:blipFill>
              <p:spPr>
                <a:xfrm>
                  <a:off x="9771526" y="4634049"/>
                  <a:ext cx="1706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240" name="Entrada de lápiz 239">
                  <a:extLst>
                    <a:ext uri="{FF2B5EF4-FFF2-40B4-BE49-F238E27FC236}">
                      <a16:creationId xmlns:a16="http://schemas.microsoft.com/office/drawing/2014/main" id="{1FCA165C-13F6-4702-A080-6D7D7D1FD672}"/>
                    </a:ext>
                  </a:extLst>
                </p14:cNvPr>
                <p14:cNvContentPartPr/>
                <p14:nvPr/>
              </p14:nvContentPartPr>
              <p14:xfrm>
                <a:off x="10017766" y="4454409"/>
                <a:ext cx="135720" cy="172800"/>
              </p14:xfrm>
            </p:contentPart>
          </mc:Choice>
          <mc:Fallback>
            <p:pic>
              <p:nvPicPr>
                <p:cNvPr id="240" name="Entrada de lápiz 239">
                  <a:extLst>
                    <a:ext uri="{FF2B5EF4-FFF2-40B4-BE49-F238E27FC236}">
                      <a16:creationId xmlns:a16="http://schemas.microsoft.com/office/drawing/2014/main" id="{1FCA165C-13F6-4702-A080-6D7D7D1FD672}"/>
                    </a:ext>
                  </a:extLst>
                </p:cNvPr>
                <p:cNvPicPr/>
                <p:nvPr/>
              </p:nvPicPr>
              <p:blipFill>
                <a:blip r:embed="rId228"/>
                <a:stretch>
                  <a:fillRect/>
                </a:stretch>
              </p:blipFill>
              <p:spPr>
                <a:xfrm>
                  <a:off x="10009126" y="4445409"/>
                  <a:ext cx="15336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241" name="Entrada de lápiz 240">
                  <a:extLst>
                    <a:ext uri="{FF2B5EF4-FFF2-40B4-BE49-F238E27FC236}">
                      <a16:creationId xmlns:a16="http://schemas.microsoft.com/office/drawing/2014/main" id="{C0B2552D-A60B-4BFD-8456-CE5128F52874}"/>
                    </a:ext>
                  </a:extLst>
                </p14:cNvPr>
                <p14:cNvContentPartPr/>
                <p14:nvPr/>
              </p14:nvContentPartPr>
              <p14:xfrm>
                <a:off x="10172206" y="4603809"/>
                <a:ext cx="60480" cy="122760"/>
              </p14:xfrm>
            </p:contentPart>
          </mc:Choice>
          <mc:Fallback>
            <p:pic>
              <p:nvPicPr>
                <p:cNvPr id="241" name="Entrada de lápiz 240">
                  <a:extLst>
                    <a:ext uri="{FF2B5EF4-FFF2-40B4-BE49-F238E27FC236}">
                      <a16:creationId xmlns:a16="http://schemas.microsoft.com/office/drawing/2014/main" id="{C0B2552D-A60B-4BFD-8456-CE5128F52874}"/>
                    </a:ext>
                  </a:extLst>
                </p:cNvPr>
                <p:cNvPicPr/>
                <p:nvPr/>
              </p:nvPicPr>
              <p:blipFill>
                <a:blip r:embed="rId230"/>
                <a:stretch>
                  <a:fillRect/>
                </a:stretch>
              </p:blipFill>
              <p:spPr>
                <a:xfrm>
                  <a:off x="10163566" y="4595169"/>
                  <a:ext cx="781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242" name="Entrada de lápiz 241">
                  <a:extLst>
                    <a:ext uri="{FF2B5EF4-FFF2-40B4-BE49-F238E27FC236}">
                      <a16:creationId xmlns:a16="http://schemas.microsoft.com/office/drawing/2014/main" id="{39AC6184-43A6-4A95-8683-1F903B112554}"/>
                    </a:ext>
                  </a:extLst>
                </p14:cNvPr>
                <p14:cNvContentPartPr/>
                <p14:nvPr/>
              </p14:nvContentPartPr>
              <p14:xfrm>
                <a:off x="10368046" y="4412649"/>
                <a:ext cx="139320" cy="104040"/>
              </p14:xfrm>
            </p:contentPart>
          </mc:Choice>
          <mc:Fallback>
            <p:pic>
              <p:nvPicPr>
                <p:cNvPr id="242" name="Entrada de lápiz 241">
                  <a:extLst>
                    <a:ext uri="{FF2B5EF4-FFF2-40B4-BE49-F238E27FC236}">
                      <a16:creationId xmlns:a16="http://schemas.microsoft.com/office/drawing/2014/main" id="{39AC6184-43A6-4A95-8683-1F903B112554}"/>
                    </a:ext>
                  </a:extLst>
                </p:cNvPr>
                <p:cNvPicPr/>
                <p:nvPr/>
              </p:nvPicPr>
              <p:blipFill>
                <a:blip r:embed="rId232"/>
                <a:stretch>
                  <a:fillRect/>
                </a:stretch>
              </p:blipFill>
              <p:spPr>
                <a:xfrm>
                  <a:off x="10359406" y="4404009"/>
                  <a:ext cx="1569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243" name="Entrada de lápiz 242">
                  <a:extLst>
                    <a:ext uri="{FF2B5EF4-FFF2-40B4-BE49-F238E27FC236}">
                      <a16:creationId xmlns:a16="http://schemas.microsoft.com/office/drawing/2014/main" id="{F3680328-0377-40E8-ACB2-EBCA869C6600}"/>
                    </a:ext>
                  </a:extLst>
                </p14:cNvPr>
                <p14:cNvContentPartPr/>
                <p14:nvPr/>
              </p14:nvContentPartPr>
              <p14:xfrm>
                <a:off x="10465966" y="4415169"/>
                <a:ext cx="40320" cy="197640"/>
              </p14:xfrm>
            </p:contentPart>
          </mc:Choice>
          <mc:Fallback>
            <p:pic>
              <p:nvPicPr>
                <p:cNvPr id="243" name="Entrada de lápiz 242">
                  <a:extLst>
                    <a:ext uri="{FF2B5EF4-FFF2-40B4-BE49-F238E27FC236}">
                      <a16:creationId xmlns:a16="http://schemas.microsoft.com/office/drawing/2014/main" id="{F3680328-0377-40E8-ACB2-EBCA869C6600}"/>
                    </a:ext>
                  </a:extLst>
                </p:cNvPr>
                <p:cNvPicPr/>
                <p:nvPr/>
              </p:nvPicPr>
              <p:blipFill>
                <a:blip r:embed="rId234"/>
                <a:stretch>
                  <a:fillRect/>
                </a:stretch>
              </p:blipFill>
              <p:spPr>
                <a:xfrm>
                  <a:off x="10457326" y="4406529"/>
                  <a:ext cx="5796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244" name="Entrada de lápiz 243">
                  <a:extLst>
                    <a:ext uri="{FF2B5EF4-FFF2-40B4-BE49-F238E27FC236}">
                      <a16:creationId xmlns:a16="http://schemas.microsoft.com/office/drawing/2014/main" id="{3206145C-361E-44A2-A8A2-D415568C1B8A}"/>
                    </a:ext>
                  </a:extLst>
                </p14:cNvPr>
                <p14:cNvContentPartPr/>
                <p14:nvPr/>
              </p14:nvContentPartPr>
              <p14:xfrm>
                <a:off x="10556686" y="4612449"/>
                <a:ext cx="91080" cy="118800"/>
              </p14:xfrm>
            </p:contentPart>
          </mc:Choice>
          <mc:Fallback>
            <p:pic>
              <p:nvPicPr>
                <p:cNvPr id="244" name="Entrada de lápiz 243">
                  <a:extLst>
                    <a:ext uri="{FF2B5EF4-FFF2-40B4-BE49-F238E27FC236}">
                      <a16:creationId xmlns:a16="http://schemas.microsoft.com/office/drawing/2014/main" id="{3206145C-361E-44A2-A8A2-D415568C1B8A}"/>
                    </a:ext>
                  </a:extLst>
                </p:cNvPr>
                <p:cNvPicPr/>
                <p:nvPr/>
              </p:nvPicPr>
              <p:blipFill>
                <a:blip r:embed="rId236"/>
                <a:stretch>
                  <a:fillRect/>
                </a:stretch>
              </p:blipFill>
              <p:spPr>
                <a:xfrm>
                  <a:off x="10548046" y="4603449"/>
                  <a:ext cx="1087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245" name="Entrada de lápiz 244">
                  <a:extLst>
                    <a:ext uri="{FF2B5EF4-FFF2-40B4-BE49-F238E27FC236}">
                      <a16:creationId xmlns:a16="http://schemas.microsoft.com/office/drawing/2014/main" id="{275AD752-8F04-490E-B437-5B18F9B01284}"/>
                    </a:ext>
                  </a:extLst>
                </p14:cNvPr>
                <p14:cNvContentPartPr/>
                <p14:nvPr/>
              </p14:nvContentPartPr>
              <p14:xfrm>
                <a:off x="10688446" y="4450089"/>
                <a:ext cx="182520" cy="175680"/>
              </p14:xfrm>
            </p:contentPart>
          </mc:Choice>
          <mc:Fallback>
            <p:pic>
              <p:nvPicPr>
                <p:cNvPr id="245" name="Entrada de lápiz 244">
                  <a:extLst>
                    <a:ext uri="{FF2B5EF4-FFF2-40B4-BE49-F238E27FC236}">
                      <a16:creationId xmlns:a16="http://schemas.microsoft.com/office/drawing/2014/main" id="{275AD752-8F04-490E-B437-5B18F9B01284}"/>
                    </a:ext>
                  </a:extLst>
                </p:cNvPr>
                <p:cNvPicPr/>
                <p:nvPr/>
              </p:nvPicPr>
              <p:blipFill>
                <a:blip r:embed="rId238"/>
                <a:stretch>
                  <a:fillRect/>
                </a:stretch>
              </p:blipFill>
              <p:spPr>
                <a:xfrm>
                  <a:off x="10679446" y="4441449"/>
                  <a:ext cx="200160" cy="193320"/>
                </a:xfrm>
                <a:prstGeom prst="rect">
                  <a:avLst/>
                </a:prstGeom>
              </p:spPr>
            </p:pic>
          </mc:Fallback>
        </mc:AlternateContent>
      </p:grpSp>
      <p:sp>
        <p:nvSpPr>
          <p:cNvPr id="247" name="CuadroTexto 246">
            <a:extLst>
              <a:ext uri="{FF2B5EF4-FFF2-40B4-BE49-F238E27FC236}">
                <a16:creationId xmlns:a16="http://schemas.microsoft.com/office/drawing/2014/main" id="{2E9E2B29-EF0B-4E30-BB7B-85ED3B80CD72}"/>
              </a:ext>
            </a:extLst>
          </p:cNvPr>
          <p:cNvSpPr txBox="1"/>
          <p:nvPr/>
        </p:nvSpPr>
        <p:spPr>
          <a:xfrm>
            <a:off x="676486" y="339609"/>
            <a:ext cx="10576228" cy="646331"/>
          </a:xfrm>
          <a:prstGeom prst="rect">
            <a:avLst/>
          </a:prstGeom>
          <a:noFill/>
        </p:spPr>
        <p:txBody>
          <a:bodyPr wrap="square" rtlCol="0">
            <a:spAutoFit/>
          </a:bodyPr>
          <a:lstStyle/>
          <a:p>
            <a:r>
              <a:rPr lang="es-ES" dirty="0"/>
              <a:t>Se lanza un dado corriente 5 veces consecutivas. Sea X la variable aleatoria que denota el número de veces que se obtiene 5 como resultado. Halle la </a:t>
            </a:r>
            <a:r>
              <a:rPr lang="es-ES" dirty="0" err="1"/>
              <a:t>f.d.p</a:t>
            </a:r>
            <a:r>
              <a:rPr lang="es-ES" dirty="0"/>
              <a:t> de X</a:t>
            </a:r>
          </a:p>
        </p:txBody>
      </p:sp>
    </p:spTree>
    <p:extLst>
      <p:ext uri="{BB962C8B-B14F-4D97-AF65-F5344CB8AC3E}">
        <p14:creationId xmlns:p14="http://schemas.microsoft.com/office/powerpoint/2010/main" val="4047854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upo 15">
            <a:extLst>
              <a:ext uri="{FF2B5EF4-FFF2-40B4-BE49-F238E27FC236}">
                <a16:creationId xmlns:a16="http://schemas.microsoft.com/office/drawing/2014/main" id="{9ECEF085-6CC4-4279-A54F-3BEE7494918C}"/>
              </a:ext>
            </a:extLst>
          </p:cNvPr>
          <p:cNvGrpSpPr/>
          <p:nvPr/>
        </p:nvGrpSpPr>
        <p:grpSpPr>
          <a:xfrm>
            <a:off x="392446" y="319809"/>
            <a:ext cx="1536840" cy="673560"/>
            <a:chOff x="392446" y="319809"/>
            <a:chExt cx="1536840" cy="673560"/>
          </a:xfrm>
        </p:grpSpPr>
        <mc:AlternateContent xmlns:mc="http://schemas.openxmlformats.org/markup-compatibility/2006">
          <mc:Choice xmlns:p14="http://schemas.microsoft.com/office/powerpoint/2010/main" Requires="p14">
            <p:contentPart p14:bwMode="auto" r:id="rId2">
              <p14:nvContentPartPr>
                <p14:cNvPr id="2" name="Entrada de lápiz 1">
                  <a:extLst>
                    <a:ext uri="{FF2B5EF4-FFF2-40B4-BE49-F238E27FC236}">
                      <a16:creationId xmlns:a16="http://schemas.microsoft.com/office/drawing/2014/main" id="{35946B48-8D59-438C-A61E-D0DE424537BC}"/>
                    </a:ext>
                  </a:extLst>
                </p14:cNvPr>
                <p14:cNvContentPartPr/>
                <p14:nvPr/>
              </p14:nvContentPartPr>
              <p14:xfrm>
                <a:off x="392446" y="344649"/>
                <a:ext cx="218880" cy="648720"/>
              </p14:xfrm>
            </p:contentPart>
          </mc:Choice>
          <mc:Fallback>
            <p:pic>
              <p:nvPicPr>
                <p:cNvPr id="2" name="Entrada de lápiz 1">
                  <a:extLst>
                    <a:ext uri="{FF2B5EF4-FFF2-40B4-BE49-F238E27FC236}">
                      <a16:creationId xmlns:a16="http://schemas.microsoft.com/office/drawing/2014/main" id="{35946B48-8D59-438C-A61E-D0DE424537BC}"/>
                    </a:ext>
                  </a:extLst>
                </p:cNvPr>
                <p:cNvPicPr/>
                <p:nvPr/>
              </p:nvPicPr>
              <p:blipFill>
                <a:blip r:embed="rId3"/>
                <a:stretch>
                  <a:fillRect/>
                </a:stretch>
              </p:blipFill>
              <p:spPr>
                <a:xfrm>
                  <a:off x="383446" y="335649"/>
                  <a:ext cx="236520" cy="666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Entrada de lápiz 2">
                  <a:extLst>
                    <a:ext uri="{FF2B5EF4-FFF2-40B4-BE49-F238E27FC236}">
                      <a16:creationId xmlns:a16="http://schemas.microsoft.com/office/drawing/2014/main" id="{0DBDC5B9-5A60-4594-94FA-57B479BAC07D}"/>
                    </a:ext>
                  </a:extLst>
                </p14:cNvPr>
                <p14:cNvContentPartPr/>
                <p14:nvPr/>
              </p14:nvContentPartPr>
              <p14:xfrm>
                <a:off x="654526" y="386049"/>
                <a:ext cx="167760" cy="359280"/>
              </p14:xfrm>
            </p:contentPart>
          </mc:Choice>
          <mc:Fallback>
            <p:pic>
              <p:nvPicPr>
                <p:cNvPr id="3" name="Entrada de lápiz 2">
                  <a:extLst>
                    <a:ext uri="{FF2B5EF4-FFF2-40B4-BE49-F238E27FC236}">
                      <a16:creationId xmlns:a16="http://schemas.microsoft.com/office/drawing/2014/main" id="{0DBDC5B9-5A60-4594-94FA-57B479BAC07D}"/>
                    </a:ext>
                  </a:extLst>
                </p:cNvPr>
                <p:cNvPicPr/>
                <p:nvPr/>
              </p:nvPicPr>
              <p:blipFill>
                <a:blip r:embed="rId5"/>
                <a:stretch>
                  <a:fillRect/>
                </a:stretch>
              </p:blipFill>
              <p:spPr>
                <a:xfrm>
                  <a:off x="645526" y="377049"/>
                  <a:ext cx="18540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Entrada de lápiz 3">
                  <a:extLst>
                    <a:ext uri="{FF2B5EF4-FFF2-40B4-BE49-F238E27FC236}">
                      <a16:creationId xmlns:a16="http://schemas.microsoft.com/office/drawing/2014/main" id="{C0C206DA-8FC2-452C-94FA-ADC4A6EF9D0A}"/>
                    </a:ext>
                  </a:extLst>
                </p14:cNvPr>
                <p14:cNvContentPartPr/>
                <p14:nvPr/>
              </p14:nvContentPartPr>
              <p14:xfrm>
                <a:off x="836326" y="456969"/>
                <a:ext cx="236160" cy="241920"/>
              </p14:xfrm>
            </p:contentPart>
          </mc:Choice>
          <mc:Fallback>
            <p:pic>
              <p:nvPicPr>
                <p:cNvPr id="4" name="Entrada de lápiz 3">
                  <a:extLst>
                    <a:ext uri="{FF2B5EF4-FFF2-40B4-BE49-F238E27FC236}">
                      <a16:creationId xmlns:a16="http://schemas.microsoft.com/office/drawing/2014/main" id="{C0C206DA-8FC2-452C-94FA-ADC4A6EF9D0A}"/>
                    </a:ext>
                  </a:extLst>
                </p:cNvPr>
                <p:cNvPicPr/>
                <p:nvPr/>
              </p:nvPicPr>
              <p:blipFill>
                <a:blip r:embed="rId7"/>
                <a:stretch>
                  <a:fillRect/>
                </a:stretch>
              </p:blipFill>
              <p:spPr>
                <a:xfrm>
                  <a:off x="827686" y="448329"/>
                  <a:ext cx="2538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Entrada de lápiz 4">
                  <a:extLst>
                    <a:ext uri="{FF2B5EF4-FFF2-40B4-BE49-F238E27FC236}">
                      <a16:creationId xmlns:a16="http://schemas.microsoft.com/office/drawing/2014/main" id="{9428C56D-019B-4DE8-B839-77004C9F88EA}"/>
                    </a:ext>
                  </a:extLst>
                </p14:cNvPr>
                <p14:cNvContentPartPr/>
                <p14:nvPr/>
              </p14:nvContentPartPr>
              <p14:xfrm>
                <a:off x="870166" y="398289"/>
                <a:ext cx="172080" cy="300240"/>
              </p14:xfrm>
            </p:contentPart>
          </mc:Choice>
          <mc:Fallback>
            <p:pic>
              <p:nvPicPr>
                <p:cNvPr id="5" name="Entrada de lápiz 4">
                  <a:extLst>
                    <a:ext uri="{FF2B5EF4-FFF2-40B4-BE49-F238E27FC236}">
                      <a16:creationId xmlns:a16="http://schemas.microsoft.com/office/drawing/2014/main" id="{9428C56D-019B-4DE8-B839-77004C9F88EA}"/>
                    </a:ext>
                  </a:extLst>
                </p:cNvPr>
                <p:cNvPicPr/>
                <p:nvPr/>
              </p:nvPicPr>
              <p:blipFill>
                <a:blip r:embed="rId9"/>
                <a:stretch>
                  <a:fillRect/>
                </a:stretch>
              </p:blipFill>
              <p:spPr>
                <a:xfrm>
                  <a:off x="861526" y="389649"/>
                  <a:ext cx="18972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Entrada de lápiz 5">
                  <a:extLst>
                    <a:ext uri="{FF2B5EF4-FFF2-40B4-BE49-F238E27FC236}">
                      <a16:creationId xmlns:a16="http://schemas.microsoft.com/office/drawing/2014/main" id="{440A86E8-FAD8-47E5-8789-FFBB0B69588B}"/>
                    </a:ext>
                  </a:extLst>
                </p14:cNvPr>
                <p14:cNvContentPartPr/>
                <p14:nvPr/>
              </p14:nvContentPartPr>
              <p14:xfrm>
                <a:off x="1096606" y="532929"/>
                <a:ext cx="221760" cy="107280"/>
              </p14:xfrm>
            </p:contentPart>
          </mc:Choice>
          <mc:Fallback>
            <p:pic>
              <p:nvPicPr>
                <p:cNvPr id="6" name="Entrada de lápiz 5">
                  <a:extLst>
                    <a:ext uri="{FF2B5EF4-FFF2-40B4-BE49-F238E27FC236}">
                      <a16:creationId xmlns:a16="http://schemas.microsoft.com/office/drawing/2014/main" id="{440A86E8-FAD8-47E5-8789-FFBB0B69588B}"/>
                    </a:ext>
                  </a:extLst>
                </p:cNvPr>
                <p:cNvPicPr/>
                <p:nvPr/>
              </p:nvPicPr>
              <p:blipFill>
                <a:blip r:embed="rId11"/>
                <a:stretch>
                  <a:fillRect/>
                </a:stretch>
              </p:blipFill>
              <p:spPr>
                <a:xfrm>
                  <a:off x="1087966" y="523929"/>
                  <a:ext cx="2394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Entrada de lápiz 6">
                  <a:extLst>
                    <a:ext uri="{FF2B5EF4-FFF2-40B4-BE49-F238E27FC236}">
                      <a16:creationId xmlns:a16="http://schemas.microsoft.com/office/drawing/2014/main" id="{42C09C88-EA46-4B23-B711-4BFE049EBC8D}"/>
                    </a:ext>
                  </a:extLst>
                </p14:cNvPr>
                <p14:cNvContentPartPr/>
                <p14:nvPr/>
              </p14:nvContentPartPr>
              <p14:xfrm>
                <a:off x="1361206" y="454449"/>
                <a:ext cx="116280" cy="241200"/>
              </p14:xfrm>
            </p:contentPart>
          </mc:Choice>
          <mc:Fallback>
            <p:pic>
              <p:nvPicPr>
                <p:cNvPr id="7" name="Entrada de lápiz 6">
                  <a:extLst>
                    <a:ext uri="{FF2B5EF4-FFF2-40B4-BE49-F238E27FC236}">
                      <a16:creationId xmlns:a16="http://schemas.microsoft.com/office/drawing/2014/main" id="{42C09C88-EA46-4B23-B711-4BFE049EBC8D}"/>
                    </a:ext>
                  </a:extLst>
                </p:cNvPr>
                <p:cNvPicPr/>
                <p:nvPr/>
              </p:nvPicPr>
              <p:blipFill>
                <a:blip r:embed="rId13"/>
                <a:stretch>
                  <a:fillRect/>
                </a:stretch>
              </p:blipFill>
              <p:spPr>
                <a:xfrm>
                  <a:off x="1352206" y="445449"/>
                  <a:ext cx="13392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Entrada de lápiz 7">
                  <a:extLst>
                    <a:ext uri="{FF2B5EF4-FFF2-40B4-BE49-F238E27FC236}">
                      <a16:creationId xmlns:a16="http://schemas.microsoft.com/office/drawing/2014/main" id="{08307C32-5539-49E7-AB45-22ED9C7CDF45}"/>
                    </a:ext>
                  </a:extLst>
                </p14:cNvPr>
                <p14:cNvContentPartPr/>
                <p14:nvPr/>
              </p14:nvContentPartPr>
              <p14:xfrm>
                <a:off x="1500166" y="319809"/>
                <a:ext cx="142200" cy="425880"/>
              </p14:xfrm>
            </p:contentPart>
          </mc:Choice>
          <mc:Fallback>
            <p:pic>
              <p:nvPicPr>
                <p:cNvPr id="8" name="Entrada de lápiz 7">
                  <a:extLst>
                    <a:ext uri="{FF2B5EF4-FFF2-40B4-BE49-F238E27FC236}">
                      <a16:creationId xmlns:a16="http://schemas.microsoft.com/office/drawing/2014/main" id="{08307C32-5539-49E7-AB45-22ED9C7CDF45}"/>
                    </a:ext>
                  </a:extLst>
                </p:cNvPr>
                <p:cNvPicPr/>
                <p:nvPr/>
              </p:nvPicPr>
              <p:blipFill>
                <a:blip r:embed="rId15"/>
                <a:stretch>
                  <a:fillRect/>
                </a:stretch>
              </p:blipFill>
              <p:spPr>
                <a:xfrm>
                  <a:off x="1491166" y="310809"/>
                  <a:ext cx="159840" cy="443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Entrada de lápiz 8">
                  <a:extLst>
                    <a:ext uri="{FF2B5EF4-FFF2-40B4-BE49-F238E27FC236}">
                      <a16:creationId xmlns:a16="http://schemas.microsoft.com/office/drawing/2014/main" id="{AD16ED71-17F8-423C-9DB6-936A32963E1B}"/>
                    </a:ext>
                  </a:extLst>
                </p14:cNvPr>
                <p14:cNvContentPartPr/>
                <p14:nvPr/>
              </p14:nvContentPartPr>
              <p14:xfrm>
                <a:off x="1730926" y="542289"/>
                <a:ext cx="145800" cy="17280"/>
              </p14:xfrm>
            </p:contentPart>
          </mc:Choice>
          <mc:Fallback>
            <p:pic>
              <p:nvPicPr>
                <p:cNvPr id="9" name="Entrada de lápiz 8">
                  <a:extLst>
                    <a:ext uri="{FF2B5EF4-FFF2-40B4-BE49-F238E27FC236}">
                      <a16:creationId xmlns:a16="http://schemas.microsoft.com/office/drawing/2014/main" id="{AD16ED71-17F8-423C-9DB6-936A32963E1B}"/>
                    </a:ext>
                  </a:extLst>
                </p:cNvPr>
                <p:cNvPicPr/>
                <p:nvPr/>
              </p:nvPicPr>
              <p:blipFill>
                <a:blip r:embed="rId17"/>
                <a:stretch>
                  <a:fillRect/>
                </a:stretch>
              </p:blipFill>
              <p:spPr>
                <a:xfrm>
                  <a:off x="1721926" y="533649"/>
                  <a:ext cx="16344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Entrada de lápiz 9">
                  <a:extLst>
                    <a:ext uri="{FF2B5EF4-FFF2-40B4-BE49-F238E27FC236}">
                      <a16:creationId xmlns:a16="http://schemas.microsoft.com/office/drawing/2014/main" id="{A1B1A89A-73A6-4826-AB77-6E5118F62CDE}"/>
                    </a:ext>
                  </a:extLst>
                </p14:cNvPr>
                <p14:cNvContentPartPr/>
                <p14:nvPr/>
              </p14:nvContentPartPr>
              <p14:xfrm>
                <a:off x="1728766" y="656049"/>
                <a:ext cx="200520" cy="27720"/>
              </p14:xfrm>
            </p:contentPart>
          </mc:Choice>
          <mc:Fallback>
            <p:pic>
              <p:nvPicPr>
                <p:cNvPr id="10" name="Entrada de lápiz 9">
                  <a:extLst>
                    <a:ext uri="{FF2B5EF4-FFF2-40B4-BE49-F238E27FC236}">
                      <a16:creationId xmlns:a16="http://schemas.microsoft.com/office/drawing/2014/main" id="{A1B1A89A-73A6-4826-AB77-6E5118F62CDE}"/>
                    </a:ext>
                  </a:extLst>
                </p:cNvPr>
                <p:cNvPicPr/>
                <p:nvPr/>
              </p:nvPicPr>
              <p:blipFill>
                <a:blip r:embed="rId19"/>
                <a:stretch>
                  <a:fillRect/>
                </a:stretch>
              </p:blipFill>
              <p:spPr>
                <a:xfrm>
                  <a:off x="1719766" y="647409"/>
                  <a:ext cx="218160" cy="45360"/>
                </a:xfrm>
                <a:prstGeom prst="rect">
                  <a:avLst/>
                </a:prstGeom>
              </p:spPr>
            </p:pic>
          </mc:Fallback>
        </mc:AlternateContent>
      </p:grpSp>
      <p:grpSp>
        <p:nvGrpSpPr>
          <p:cNvPr id="15" name="Grupo 14">
            <a:extLst>
              <a:ext uri="{FF2B5EF4-FFF2-40B4-BE49-F238E27FC236}">
                <a16:creationId xmlns:a16="http://schemas.microsoft.com/office/drawing/2014/main" id="{DD763265-3AE7-4134-A369-7BE4877B9DF7}"/>
              </a:ext>
            </a:extLst>
          </p:cNvPr>
          <p:cNvGrpSpPr/>
          <p:nvPr/>
        </p:nvGrpSpPr>
        <p:grpSpPr>
          <a:xfrm>
            <a:off x="2304046" y="306489"/>
            <a:ext cx="676440" cy="944280"/>
            <a:chOff x="2304046" y="306489"/>
            <a:chExt cx="676440" cy="944280"/>
          </a:xfrm>
        </p:grpSpPr>
        <mc:AlternateContent xmlns:mc="http://schemas.openxmlformats.org/markup-compatibility/2006">
          <mc:Choice xmlns:p14="http://schemas.microsoft.com/office/powerpoint/2010/main" Requires="p14">
            <p:contentPart p14:bwMode="auto" r:id="rId20">
              <p14:nvContentPartPr>
                <p14:cNvPr id="11" name="Entrada de lápiz 10">
                  <a:extLst>
                    <a:ext uri="{FF2B5EF4-FFF2-40B4-BE49-F238E27FC236}">
                      <a16:creationId xmlns:a16="http://schemas.microsoft.com/office/drawing/2014/main" id="{C36AC13F-7415-4E15-9835-B0416F144FD2}"/>
                    </a:ext>
                  </a:extLst>
                </p14:cNvPr>
                <p14:cNvContentPartPr/>
                <p14:nvPr/>
              </p14:nvContentPartPr>
              <p14:xfrm>
                <a:off x="2304046" y="306489"/>
                <a:ext cx="140400" cy="944280"/>
              </p14:xfrm>
            </p:contentPart>
          </mc:Choice>
          <mc:Fallback>
            <p:pic>
              <p:nvPicPr>
                <p:cNvPr id="11" name="Entrada de lápiz 10">
                  <a:extLst>
                    <a:ext uri="{FF2B5EF4-FFF2-40B4-BE49-F238E27FC236}">
                      <a16:creationId xmlns:a16="http://schemas.microsoft.com/office/drawing/2014/main" id="{C36AC13F-7415-4E15-9835-B0416F144FD2}"/>
                    </a:ext>
                  </a:extLst>
                </p:cNvPr>
                <p:cNvPicPr/>
                <p:nvPr/>
              </p:nvPicPr>
              <p:blipFill>
                <a:blip r:embed="rId21"/>
                <a:stretch>
                  <a:fillRect/>
                </a:stretch>
              </p:blipFill>
              <p:spPr>
                <a:xfrm>
                  <a:off x="2295046" y="297489"/>
                  <a:ext cx="158040" cy="961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Entrada de lápiz 11">
                  <a:extLst>
                    <a:ext uri="{FF2B5EF4-FFF2-40B4-BE49-F238E27FC236}">
                      <a16:creationId xmlns:a16="http://schemas.microsoft.com/office/drawing/2014/main" id="{EE9BE466-8A23-4E6B-87BF-4ACD713D7EAA}"/>
                    </a:ext>
                  </a:extLst>
                </p14:cNvPr>
                <p14:cNvContentPartPr/>
                <p14:nvPr/>
              </p14:nvContentPartPr>
              <p14:xfrm>
                <a:off x="2514646" y="369849"/>
                <a:ext cx="173880" cy="245160"/>
              </p14:xfrm>
            </p:contentPart>
          </mc:Choice>
          <mc:Fallback>
            <p:pic>
              <p:nvPicPr>
                <p:cNvPr id="12" name="Entrada de lápiz 11">
                  <a:extLst>
                    <a:ext uri="{FF2B5EF4-FFF2-40B4-BE49-F238E27FC236}">
                      <a16:creationId xmlns:a16="http://schemas.microsoft.com/office/drawing/2014/main" id="{EE9BE466-8A23-4E6B-87BF-4ACD713D7EAA}"/>
                    </a:ext>
                  </a:extLst>
                </p:cNvPr>
                <p:cNvPicPr/>
                <p:nvPr/>
              </p:nvPicPr>
              <p:blipFill>
                <a:blip r:embed="rId23"/>
                <a:stretch>
                  <a:fillRect/>
                </a:stretch>
              </p:blipFill>
              <p:spPr>
                <a:xfrm>
                  <a:off x="2505646" y="360849"/>
                  <a:ext cx="19152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Entrada de lápiz 12">
                  <a:extLst>
                    <a:ext uri="{FF2B5EF4-FFF2-40B4-BE49-F238E27FC236}">
                      <a16:creationId xmlns:a16="http://schemas.microsoft.com/office/drawing/2014/main" id="{433439B2-851F-4D98-9CFF-ED9065A16EAF}"/>
                    </a:ext>
                  </a:extLst>
                </p14:cNvPr>
                <p14:cNvContentPartPr/>
                <p14:nvPr/>
              </p14:nvContentPartPr>
              <p14:xfrm>
                <a:off x="2557846" y="789249"/>
                <a:ext cx="170640" cy="211320"/>
              </p14:xfrm>
            </p:contentPart>
          </mc:Choice>
          <mc:Fallback>
            <p:pic>
              <p:nvPicPr>
                <p:cNvPr id="13" name="Entrada de lápiz 12">
                  <a:extLst>
                    <a:ext uri="{FF2B5EF4-FFF2-40B4-BE49-F238E27FC236}">
                      <a16:creationId xmlns:a16="http://schemas.microsoft.com/office/drawing/2014/main" id="{433439B2-851F-4D98-9CFF-ED9065A16EAF}"/>
                    </a:ext>
                  </a:extLst>
                </p:cNvPr>
                <p:cNvPicPr/>
                <p:nvPr/>
              </p:nvPicPr>
              <p:blipFill>
                <a:blip r:embed="rId25"/>
                <a:stretch>
                  <a:fillRect/>
                </a:stretch>
              </p:blipFill>
              <p:spPr>
                <a:xfrm>
                  <a:off x="2548846" y="780249"/>
                  <a:ext cx="1882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Entrada de lápiz 13">
                  <a:extLst>
                    <a:ext uri="{FF2B5EF4-FFF2-40B4-BE49-F238E27FC236}">
                      <a16:creationId xmlns:a16="http://schemas.microsoft.com/office/drawing/2014/main" id="{4AC95BE4-15E8-49CC-AC37-5D18D4ED098C}"/>
                    </a:ext>
                  </a:extLst>
                </p14:cNvPr>
                <p14:cNvContentPartPr/>
                <p14:nvPr/>
              </p14:nvContentPartPr>
              <p14:xfrm>
                <a:off x="2867446" y="361209"/>
                <a:ext cx="113040" cy="725400"/>
              </p14:xfrm>
            </p:contentPart>
          </mc:Choice>
          <mc:Fallback>
            <p:pic>
              <p:nvPicPr>
                <p:cNvPr id="14" name="Entrada de lápiz 13">
                  <a:extLst>
                    <a:ext uri="{FF2B5EF4-FFF2-40B4-BE49-F238E27FC236}">
                      <a16:creationId xmlns:a16="http://schemas.microsoft.com/office/drawing/2014/main" id="{4AC95BE4-15E8-49CC-AC37-5D18D4ED098C}"/>
                    </a:ext>
                  </a:extLst>
                </p:cNvPr>
                <p:cNvPicPr/>
                <p:nvPr/>
              </p:nvPicPr>
              <p:blipFill>
                <a:blip r:embed="rId27"/>
                <a:stretch>
                  <a:fillRect/>
                </a:stretch>
              </p:blipFill>
              <p:spPr>
                <a:xfrm>
                  <a:off x="2858806" y="352569"/>
                  <a:ext cx="130680" cy="743040"/>
                </a:xfrm>
                <a:prstGeom prst="rect">
                  <a:avLst/>
                </a:prstGeom>
              </p:spPr>
            </p:pic>
          </mc:Fallback>
        </mc:AlternateContent>
      </p:grpSp>
      <p:grpSp>
        <p:nvGrpSpPr>
          <p:cNvPr id="22" name="Grupo 21">
            <a:extLst>
              <a:ext uri="{FF2B5EF4-FFF2-40B4-BE49-F238E27FC236}">
                <a16:creationId xmlns:a16="http://schemas.microsoft.com/office/drawing/2014/main" id="{B8DB9832-A5AA-476A-A8E6-5FC1C3620820}"/>
              </a:ext>
            </a:extLst>
          </p:cNvPr>
          <p:cNvGrpSpPr/>
          <p:nvPr/>
        </p:nvGrpSpPr>
        <p:grpSpPr>
          <a:xfrm>
            <a:off x="3237886" y="296769"/>
            <a:ext cx="662760" cy="731160"/>
            <a:chOff x="3237886" y="296769"/>
            <a:chExt cx="662760" cy="731160"/>
          </a:xfrm>
        </p:grpSpPr>
        <mc:AlternateContent xmlns:mc="http://schemas.openxmlformats.org/markup-compatibility/2006">
          <mc:Choice xmlns:p14="http://schemas.microsoft.com/office/powerpoint/2010/main" Requires="p14">
            <p:contentPart p14:bwMode="auto" r:id="rId28">
              <p14:nvContentPartPr>
                <p14:cNvPr id="17" name="Entrada de lápiz 16">
                  <a:extLst>
                    <a:ext uri="{FF2B5EF4-FFF2-40B4-BE49-F238E27FC236}">
                      <a16:creationId xmlns:a16="http://schemas.microsoft.com/office/drawing/2014/main" id="{3FDAA378-302F-49FF-83E2-9018EDD73A6E}"/>
                    </a:ext>
                  </a:extLst>
                </p14:cNvPr>
                <p14:cNvContentPartPr/>
                <p14:nvPr/>
              </p14:nvContentPartPr>
              <p14:xfrm>
                <a:off x="3237886" y="386049"/>
                <a:ext cx="141120" cy="641880"/>
              </p14:xfrm>
            </p:contentPart>
          </mc:Choice>
          <mc:Fallback>
            <p:pic>
              <p:nvPicPr>
                <p:cNvPr id="17" name="Entrada de lápiz 16">
                  <a:extLst>
                    <a:ext uri="{FF2B5EF4-FFF2-40B4-BE49-F238E27FC236}">
                      <a16:creationId xmlns:a16="http://schemas.microsoft.com/office/drawing/2014/main" id="{3FDAA378-302F-49FF-83E2-9018EDD73A6E}"/>
                    </a:ext>
                  </a:extLst>
                </p:cNvPr>
                <p:cNvPicPr/>
                <p:nvPr/>
              </p:nvPicPr>
              <p:blipFill>
                <a:blip r:embed="rId29"/>
                <a:stretch>
                  <a:fillRect/>
                </a:stretch>
              </p:blipFill>
              <p:spPr>
                <a:xfrm>
                  <a:off x="3228886" y="377049"/>
                  <a:ext cx="158760" cy="659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Entrada de lápiz 17">
                  <a:extLst>
                    <a:ext uri="{FF2B5EF4-FFF2-40B4-BE49-F238E27FC236}">
                      <a16:creationId xmlns:a16="http://schemas.microsoft.com/office/drawing/2014/main" id="{595D67B5-5130-45B8-A34D-E8000D6649A4}"/>
                    </a:ext>
                  </a:extLst>
                </p14:cNvPr>
                <p14:cNvContentPartPr/>
                <p14:nvPr/>
              </p14:nvContentPartPr>
              <p14:xfrm>
                <a:off x="3512206" y="340329"/>
                <a:ext cx="23400" cy="182520"/>
              </p14:xfrm>
            </p:contentPart>
          </mc:Choice>
          <mc:Fallback>
            <p:pic>
              <p:nvPicPr>
                <p:cNvPr id="18" name="Entrada de lápiz 17">
                  <a:extLst>
                    <a:ext uri="{FF2B5EF4-FFF2-40B4-BE49-F238E27FC236}">
                      <a16:creationId xmlns:a16="http://schemas.microsoft.com/office/drawing/2014/main" id="{595D67B5-5130-45B8-A34D-E8000D6649A4}"/>
                    </a:ext>
                  </a:extLst>
                </p:cNvPr>
                <p:cNvPicPr/>
                <p:nvPr/>
              </p:nvPicPr>
              <p:blipFill>
                <a:blip r:embed="rId31"/>
                <a:stretch>
                  <a:fillRect/>
                </a:stretch>
              </p:blipFill>
              <p:spPr>
                <a:xfrm>
                  <a:off x="3503566" y="331329"/>
                  <a:ext cx="4104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Entrada de lápiz 18">
                  <a:extLst>
                    <a:ext uri="{FF2B5EF4-FFF2-40B4-BE49-F238E27FC236}">
                      <a16:creationId xmlns:a16="http://schemas.microsoft.com/office/drawing/2014/main" id="{89E28023-B5D0-4210-881E-8530B54FDB16}"/>
                    </a:ext>
                  </a:extLst>
                </p14:cNvPr>
                <p14:cNvContentPartPr/>
                <p14:nvPr/>
              </p14:nvContentPartPr>
              <p14:xfrm>
                <a:off x="3451006" y="544089"/>
                <a:ext cx="198360" cy="20160"/>
              </p14:xfrm>
            </p:contentPart>
          </mc:Choice>
          <mc:Fallback>
            <p:pic>
              <p:nvPicPr>
                <p:cNvPr id="19" name="Entrada de lápiz 18">
                  <a:extLst>
                    <a:ext uri="{FF2B5EF4-FFF2-40B4-BE49-F238E27FC236}">
                      <a16:creationId xmlns:a16="http://schemas.microsoft.com/office/drawing/2014/main" id="{89E28023-B5D0-4210-881E-8530B54FDB16}"/>
                    </a:ext>
                  </a:extLst>
                </p:cNvPr>
                <p:cNvPicPr/>
                <p:nvPr/>
              </p:nvPicPr>
              <p:blipFill>
                <a:blip r:embed="rId33"/>
                <a:stretch>
                  <a:fillRect/>
                </a:stretch>
              </p:blipFill>
              <p:spPr>
                <a:xfrm>
                  <a:off x="3442366" y="535449"/>
                  <a:ext cx="21600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Entrada de lápiz 19">
                  <a:extLst>
                    <a:ext uri="{FF2B5EF4-FFF2-40B4-BE49-F238E27FC236}">
                      <a16:creationId xmlns:a16="http://schemas.microsoft.com/office/drawing/2014/main" id="{02AFB2E3-F195-4EB2-9330-ABCC98507C14}"/>
                    </a:ext>
                  </a:extLst>
                </p14:cNvPr>
                <p14:cNvContentPartPr/>
                <p14:nvPr/>
              </p14:nvContentPartPr>
              <p14:xfrm>
                <a:off x="3506806" y="657489"/>
                <a:ext cx="108720" cy="222840"/>
              </p14:xfrm>
            </p:contentPart>
          </mc:Choice>
          <mc:Fallback>
            <p:pic>
              <p:nvPicPr>
                <p:cNvPr id="20" name="Entrada de lápiz 19">
                  <a:extLst>
                    <a:ext uri="{FF2B5EF4-FFF2-40B4-BE49-F238E27FC236}">
                      <a16:creationId xmlns:a16="http://schemas.microsoft.com/office/drawing/2014/main" id="{02AFB2E3-F195-4EB2-9330-ABCC98507C14}"/>
                    </a:ext>
                  </a:extLst>
                </p:cNvPr>
                <p:cNvPicPr/>
                <p:nvPr/>
              </p:nvPicPr>
              <p:blipFill>
                <a:blip r:embed="rId35"/>
                <a:stretch>
                  <a:fillRect/>
                </a:stretch>
              </p:blipFill>
              <p:spPr>
                <a:xfrm>
                  <a:off x="3497806" y="648489"/>
                  <a:ext cx="12636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Entrada de lápiz 20">
                  <a:extLst>
                    <a:ext uri="{FF2B5EF4-FFF2-40B4-BE49-F238E27FC236}">
                      <a16:creationId xmlns:a16="http://schemas.microsoft.com/office/drawing/2014/main" id="{84075D22-515C-4704-B156-0F1B058E344F}"/>
                    </a:ext>
                  </a:extLst>
                </p14:cNvPr>
                <p14:cNvContentPartPr/>
                <p14:nvPr/>
              </p14:nvContentPartPr>
              <p14:xfrm>
                <a:off x="3770326" y="296769"/>
                <a:ext cx="130320" cy="729000"/>
              </p14:xfrm>
            </p:contentPart>
          </mc:Choice>
          <mc:Fallback>
            <p:pic>
              <p:nvPicPr>
                <p:cNvPr id="21" name="Entrada de lápiz 20">
                  <a:extLst>
                    <a:ext uri="{FF2B5EF4-FFF2-40B4-BE49-F238E27FC236}">
                      <a16:creationId xmlns:a16="http://schemas.microsoft.com/office/drawing/2014/main" id="{84075D22-515C-4704-B156-0F1B058E344F}"/>
                    </a:ext>
                  </a:extLst>
                </p:cNvPr>
                <p:cNvPicPr/>
                <p:nvPr/>
              </p:nvPicPr>
              <p:blipFill>
                <a:blip r:embed="rId37"/>
                <a:stretch>
                  <a:fillRect/>
                </a:stretch>
              </p:blipFill>
              <p:spPr>
                <a:xfrm>
                  <a:off x="3761326" y="288129"/>
                  <a:ext cx="147960" cy="746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23" name="Entrada de lápiz 22">
                <a:extLst>
                  <a:ext uri="{FF2B5EF4-FFF2-40B4-BE49-F238E27FC236}">
                    <a16:creationId xmlns:a16="http://schemas.microsoft.com/office/drawing/2014/main" id="{6DD1BCC4-256D-4E70-AD41-54825A55B3D9}"/>
                  </a:ext>
                </a:extLst>
              </p14:cNvPr>
              <p14:cNvContentPartPr/>
              <p14:nvPr/>
            </p14:nvContentPartPr>
            <p14:xfrm>
              <a:off x="3884086" y="176529"/>
              <a:ext cx="137160" cy="141120"/>
            </p14:xfrm>
          </p:contentPart>
        </mc:Choice>
        <mc:Fallback>
          <p:pic>
            <p:nvPicPr>
              <p:cNvPr id="23" name="Entrada de lápiz 22">
                <a:extLst>
                  <a:ext uri="{FF2B5EF4-FFF2-40B4-BE49-F238E27FC236}">
                    <a16:creationId xmlns:a16="http://schemas.microsoft.com/office/drawing/2014/main" id="{6DD1BCC4-256D-4E70-AD41-54825A55B3D9}"/>
                  </a:ext>
                </a:extLst>
              </p:cNvPr>
              <p:cNvPicPr/>
              <p:nvPr/>
            </p:nvPicPr>
            <p:blipFill>
              <a:blip r:embed="rId39"/>
              <a:stretch>
                <a:fillRect/>
              </a:stretch>
            </p:blipFill>
            <p:spPr>
              <a:xfrm>
                <a:off x="3875446" y="167889"/>
                <a:ext cx="154800" cy="158760"/>
              </a:xfrm>
              <a:prstGeom prst="rect">
                <a:avLst/>
              </a:prstGeom>
            </p:spPr>
          </p:pic>
        </mc:Fallback>
      </mc:AlternateContent>
      <p:grpSp>
        <p:nvGrpSpPr>
          <p:cNvPr id="29" name="Grupo 28">
            <a:extLst>
              <a:ext uri="{FF2B5EF4-FFF2-40B4-BE49-F238E27FC236}">
                <a16:creationId xmlns:a16="http://schemas.microsoft.com/office/drawing/2014/main" id="{7FB6B5BE-7842-479A-9EE3-DB2C6CADD631}"/>
              </a:ext>
            </a:extLst>
          </p:cNvPr>
          <p:cNvGrpSpPr/>
          <p:nvPr/>
        </p:nvGrpSpPr>
        <p:grpSpPr>
          <a:xfrm>
            <a:off x="4251646" y="272289"/>
            <a:ext cx="659880" cy="768960"/>
            <a:chOff x="4251646" y="272289"/>
            <a:chExt cx="659880" cy="768960"/>
          </a:xfrm>
        </p:grpSpPr>
        <mc:AlternateContent xmlns:mc="http://schemas.openxmlformats.org/markup-compatibility/2006">
          <mc:Choice xmlns:p14="http://schemas.microsoft.com/office/powerpoint/2010/main" Requires="p14">
            <p:contentPart p14:bwMode="auto" r:id="rId40">
              <p14:nvContentPartPr>
                <p14:cNvPr id="24" name="Entrada de lápiz 23">
                  <a:extLst>
                    <a:ext uri="{FF2B5EF4-FFF2-40B4-BE49-F238E27FC236}">
                      <a16:creationId xmlns:a16="http://schemas.microsoft.com/office/drawing/2014/main" id="{5B42F4EE-8428-4474-A14D-A2F014CC5DCC}"/>
                    </a:ext>
                  </a:extLst>
                </p14:cNvPr>
                <p14:cNvContentPartPr/>
                <p14:nvPr/>
              </p14:nvContentPartPr>
              <p14:xfrm>
                <a:off x="4251646" y="365529"/>
                <a:ext cx="69840" cy="650160"/>
              </p14:xfrm>
            </p:contentPart>
          </mc:Choice>
          <mc:Fallback>
            <p:pic>
              <p:nvPicPr>
                <p:cNvPr id="24" name="Entrada de lápiz 23">
                  <a:extLst>
                    <a:ext uri="{FF2B5EF4-FFF2-40B4-BE49-F238E27FC236}">
                      <a16:creationId xmlns:a16="http://schemas.microsoft.com/office/drawing/2014/main" id="{5B42F4EE-8428-4474-A14D-A2F014CC5DCC}"/>
                    </a:ext>
                  </a:extLst>
                </p:cNvPr>
                <p:cNvPicPr/>
                <p:nvPr/>
              </p:nvPicPr>
              <p:blipFill>
                <a:blip r:embed="rId41"/>
                <a:stretch>
                  <a:fillRect/>
                </a:stretch>
              </p:blipFill>
              <p:spPr>
                <a:xfrm>
                  <a:off x="4243006" y="356529"/>
                  <a:ext cx="87480" cy="667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Entrada de lápiz 24">
                  <a:extLst>
                    <a:ext uri="{FF2B5EF4-FFF2-40B4-BE49-F238E27FC236}">
                      <a16:creationId xmlns:a16="http://schemas.microsoft.com/office/drawing/2014/main" id="{3CE96E20-7BB4-44F9-80A9-CA4702E1949A}"/>
                    </a:ext>
                  </a:extLst>
                </p14:cNvPr>
                <p14:cNvContentPartPr/>
                <p14:nvPr/>
              </p14:nvContentPartPr>
              <p14:xfrm>
                <a:off x="4431646" y="338529"/>
                <a:ext cx="138960" cy="230760"/>
              </p14:xfrm>
            </p:contentPart>
          </mc:Choice>
          <mc:Fallback>
            <p:pic>
              <p:nvPicPr>
                <p:cNvPr id="25" name="Entrada de lápiz 24">
                  <a:extLst>
                    <a:ext uri="{FF2B5EF4-FFF2-40B4-BE49-F238E27FC236}">
                      <a16:creationId xmlns:a16="http://schemas.microsoft.com/office/drawing/2014/main" id="{3CE96E20-7BB4-44F9-80A9-CA4702E1949A}"/>
                    </a:ext>
                  </a:extLst>
                </p:cNvPr>
                <p:cNvPicPr/>
                <p:nvPr/>
              </p:nvPicPr>
              <p:blipFill>
                <a:blip r:embed="rId43"/>
                <a:stretch>
                  <a:fillRect/>
                </a:stretch>
              </p:blipFill>
              <p:spPr>
                <a:xfrm>
                  <a:off x="4423006" y="329889"/>
                  <a:ext cx="1566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Entrada de lápiz 25">
                  <a:extLst>
                    <a:ext uri="{FF2B5EF4-FFF2-40B4-BE49-F238E27FC236}">
                      <a16:creationId xmlns:a16="http://schemas.microsoft.com/office/drawing/2014/main" id="{893C5D76-BE07-4210-99B1-BBD239AB0648}"/>
                    </a:ext>
                  </a:extLst>
                </p14:cNvPr>
                <p14:cNvContentPartPr/>
                <p14:nvPr/>
              </p14:nvContentPartPr>
              <p14:xfrm>
                <a:off x="4422286" y="636969"/>
                <a:ext cx="208800" cy="35640"/>
              </p14:xfrm>
            </p:contentPart>
          </mc:Choice>
          <mc:Fallback>
            <p:pic>
              <p:nvPicPr>
                <p:cNvPr id="26" name="Entrada de lápiz 25">
                  <a:extLst>
                    <a:ext uri="{FF2B5EF4-FFF2-40B4-BE49-F238E27FC236}">
                      <a16:creationId xmlns:a16="http://schemas.microsoft.com/office/drawing/2014/main" id="{893C5D76-BE07-4210-99B1-BBD239AB0648}"/>
                    </a:ext>
                  </a:extLst>
                </p:cNvPr>
                <p:cNvPicPr/>
                <p:nvPr/>
              </p:nvPicPr>
              <p:blipFill>
                <a:blip r:embed="rId45"/>
                <a:stretch>
                  <a:fillRect/>
                </a:stretch>
              </p:blipFill>
              <p:spPr>
                <a:xfrm>
                  <a:off x="4413646" y="627969"/>
                  <a:ext cx="22644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Entrada de lápiz 26">
                  <a:extLst>
                    <a:ext uri="{FF2B5EF4-FFF2-40B4-BE49-F238E27FC236}">
                      <a16:creationId xmlns:a16="http://schemas.microsoft.com/office/drawing/2014/main" id="{1D8A4645-EA6A-4E0A-B509-0B985C965799}"/>
                    </a:ext>
                  </a:extLst>
                </p14:cNvPr>
                <p14:cNvContentPartPr/>
                <p14:nvPr/>
              </p14:nvContentPartPr>
              <p14:xfrm>
                <a:off x="4518406" y="776289"/>
                <a:ext cx="124560" cy="200160"/>
              </p14:xfrm>
            </p:contentPart>
          </mc:Choice>
          <mc:Fallback>
            <p:pic>
              <p:nvPicPr>
                <p:cNvPr id="27" name="Entrada de lápiz 26">
                  <a:extLst>
                    <a:ext uri="{FF2B5EF4-FFF2-40B4-BE49-F238E27FC236}">
                      <a16:creationId xmlns:a16="http://schemas.microsoft.com/office/drawing/2014/main" id="{1D8A4645-EA6A-4E0A-B509-0B985C965799}"/>
                    </a:ext>
                  </a:extLst>
                </p:cNvPr>
                <p:cNvPicPr/>
                <p:nvPr/>
              </p:nvPicPr>
              <p:blipFill>
                <a:blip r:embed="rId47"/>
                <a:stretch>
                  <a:fillRect/>
                </a:stretch>
              </p:blipFill>
              <p:spPr>
                <a:xfrm>
                  <a:off x="4509766" y="767649"/>
                  <a:ext cx="14220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Entrada de lápiz 27">
                  <a:extLst>
                    <a:ext uri="{FF2B5EF4-FFF2-40B4-BE49-F238E27FC236}">
                      <a16:creationId xmlns:a16="http://schemas.microsoft.com/office/drawing/2014/main" id="{7D5452FA-110A-42AE-A27A-FAA3D84C9163}"/>
                    </a:ext>
                  </a:extLst>
                </p14:cNvPr>
                <p14:cNvContentPartPr/>
                <p14:nvPr/>
              </p14:nvContentPartPr>
              <p14:xfrm>
                <a:off x="4743766" y="272289"/>
                <a:ext cx="167760" cy="768960"/>
              </p14:xfrm>
            </p:contentPart>
          </mc:Choice>
          <mc:Fallback>
            <p:pic>
              <p:nvPicPr>
                <p:cNvPr id="28" name="Entrada de lápiz 27">
                  <a:extLst>
                    <a:ext uri="{FF2B5EF4-FFF2-40B4-BE49-F238E27FC236}">
                      <a16:creationId xmlns:a16="http://schemas.microsoft.com/office/drawing/2014/main" id="{7D5452FA-110A-42AE-A27A-FAA3D84C9163}"/>
                    </a:ext>
                  </a:extLst>
                </p:cNvPr>
                <p:cNvPicPr/>
                <p:nvPr/>
              </p:nvPicPr>
              <p:blipFill>
                <a:blip r:embed="rId49"/>
                <a:stretch>
                  <a:fillRect/>
                </a:stretch>
              </p:blipFill>
              <p:spPr>
                <a:xfrm>
                  <a:off x="4734766" y="263649"/>
                  <a:ext cx="185400" cy="786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0">
            <p14:nvContentPartPr>
              <p14:cNvPr id="30" name="Entrada de lápiz 29">
                <a:extLst>
                  <a:ext uri="{FF2B5EF4-FFF2-40B4-BE49-F238E27FC236}">
                    <a16:creationId xmlns:a16="http://schemas.microsoft.com/office/drawing/2014/main" id="{C3776562-A6CB-49C4-992F-A9F84F50431A}"/>
                  </a:ext>
                </a:extLst>
              </p14:cNvPr>
              <p14:cNvContentPartPr/>
              <p14:nvPr/>
            </p14:nvContentPartPr>
            <p14:xfrm>
              <a:off x="4888126" y="95169"/>
              <a:ext cx="141480" cy="204840"/>
            </p14:xfrm>
          </p:contentPart>
        </mc:Choice>
        <mc:Fallback>
          <p:pic>
            <p:nvPicPr>
              <p:cNvPr id="30" name="Entrada de lápiz 29">
                <a:extLst>
                  <a:ext uri="{FF2B5EF4-FFF2-40B4-BE49-F238E27FC236}">
                    <a16:creationId xmlns:a16="http://schemas.microsoft.com/office/drawing/2014/main" id="{C3776562-A6CB-49C4-992F-A9F84F50431A}"/>
                  </a:ext>
                </a:extLst>
              </p:cNvPr>
              <p:cNvPicPr/>
              <p:nvPr/>
            </p:nvPicPr>
            <p:blipFill>
              <a:blip r:embed="rId51"/>
              <a:stretch>
                <a:fillRect/>
              </a:stretch>
            </p:blipFill>
            <p:spPr>
              <a:xfrm>
                <a:off x="4879486" y="86169"/>
                <a:ext cx="159120" cy="222480"/>
              </a:xfrm>
              <a:prstGeom prst="rect">
                <a:avLst/>
              </a:prstGeom>
            </p:spPr>
          </p:pic>
        </mc:Fallback>
      </mc:AlternateContent>
      <p:grpSp>
        <p:nvGrpSpPr>
          <p:cNvPr id="33" name="Grupo 32">
            <a:extLst>
              <a:ext uri="{FF2B5EF4-FFF2-40B4-BE49-F238E27FC236}">
                <a16:creationId xmlns:a16="http://schemas.microsoft.com/office/drawing/2014/main" id="{F361E77C-1F22-45FB-BAC9-E84510532647}"/>
              </a:ext>
            </a:extLst>
          </p:cNvPr>
          <p:cNvGrpSpPr/>
          <p:nvPr/>
        </p:nvGrpSpPr>
        <p:grpSpPr>
          <a:xfrm>
            <a:off x="5176846" y="543369"/>
            <a:ext cx="169200" cy="108360"/>
            <a:chOff x="5176846" y="543369"/>
            <a:chExt cx="169200" cy="108360"/>
          </a:xfrm>
        </p:grpSpPr>
        <mc:AlternateContent xmlns:mc="http://schemas.openxmlformats.org/markup-compatibility/2006">
          <mc:Choice xmlns:p14="http://schemas.microsoft.com/office/powerpoint/2010/main" Requires="p14">
            <p:contentPart p14:bwMode="auto" r:id="rId52">
              <p14:nvContentPartPr>
                <p14:cNvPr id="31" name="Entrada de lápiz 30">
                  <a:extLst>
                    <a:ext uri="{FF2B5EF4-FFF2-40B4-BE49-F238E27FC236}">
                      <a16:creationId xmlns:a16="http://schemas.microsoft.com/office/drawing/2014/main" id="{8AE153B3-1BB9-429E-998E-B4A93755FB8D}"/>
                    </a:ext>
                  </a:extLst>
                </p14:cNvPr>
                <p14:cNvContentPartPr/>
                <p14:nvPr/>
              </p14:nvContentPartPr>
              <p14:xfrm>
                <a:off x="5215726" y="543369"/>
                <a:ext cx="130320" cy="9720"/>
              </p14:xfrm>
            </p:contentPart>
          </mc:Choice>
          <mc:Fallback>
            <p:pic>
              <p:nvPicPr>
                <p:cNvPr id="31" name="Entrada de lápiz 30">
                  <a:extLst>
                    <a:ext uri="{FF2B5EF4-FFF2-40B4-BE49-F238E27FC236}">
                      <a16:creationId xmlns:a16="http://schemas.microsoft.com/office/drawing/2014/main" id="{8AE153B3-1BB9-429E-998E-B4A93755FB8D}"/>
                    </a:ext>
                  </a:extLst>
                </p:cNvPr>
                <p:cNvPicPr/>
                <p:nvPr/>
              </p:nvPicPr>
              <p:blipFill>
                <a:blip r:embed="rId53"/>
                <a:stretch>
                  <a:fillRect/>
                </a:stretch>
              </p:blipFill>
              <p:spPr>
                <a:xfrm>
                  <a:off x="5206726" y="534369"/>
                  <a:ext cx="1479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Entrada de lápiz 31">
                  <a:extLst>
                    <a:ext uri="{FF2B5EF4-FFF2-40B4-BE49-F238E27FC236}">
                      <a16:creationId xmlns:a16="http://schemas.microsoft.com/office/drawing/2014/main" id="{2856F8F8-1EDB-404E-BA83-A263877C0CFB}"/>
                    </a:ext>
                  </a:extLst>
                </p14:cNvPr>
                <p14:cNvContentPartPr/>
                <p14:nvPr/>
              </p14:nvContentPartPr>
              <p14:xfrm>
                <a:off x="5176846" y="629409"/>
                <a:ext cx="158400" cy="22320"/>
              </p14:xfrm>
            </p:contentPart>
          </mc:Choice>
          <mc:Fallback>
            <p:pic>
              <p:nvPicPr>
                <p:cNvPr id="32" name="Entrada de lápiz 31">
                  <a:extLst>
                    <a:ext uri="{FF2B5EF4-FFF2-40B4-BE49-F238E27FC236}">
                      <a16:creationId xmlns:a16="http://schemas.microsoft.com/office/drawing/2014/main" id="{2856F8F8-1EDB-404E-BA83-A263877C0CFB}"/>
                    </a:ext>
                  </a:extLst>
                </p:cNvPr>
                <p:cNvPicPr/>
                <p:nvPr/>
              </p:nvPicPr>
              <p:blipFill>
                <a:blip r:embed="rId55"/>
                <a:stretch>
                  <a:fillRect/>
                </a:stretch>
              </p:blipFill>
              <p:spPr>
                <a:xfrm>
                  <a:off x="5167846" y="620769"/>
                  <a:ext cx="176040" cy="39960"/>
                </a:xfrm>
                <a:prstGeom prst="rect">
                  <a:avLst/>
                </a:prstGeom>
              </p:spPr>
            </p:pic>
          </mc:Fallback>
        </mc:AlternateContent>
      </p:grpSp>
      <p:grpSp>
        <p:nvGrpSpPr>
          <p:cNvPr id="46" name="Grupo 45">
            <a:extLst>
              <a:ext uri="{FF2B5EF4-FFF2-40B4-BE49-F238E27FC236}">
                <a16:creationId xmlns:a16="http://schemas.microsoft.com/office/drawing/2014/main" id="{42BDDD09-68E8-412C-9CC4-A08F7876CFA1}"/>
              </a:ext>
            </a:extLst>
          </p:cNvPr>
          <p:cNvGrpSpPr/>
          <p:nvPr/>
        </p:nvGrpSpPr>
        <p:grpSpPr>
          <a:xfrm>
            <a:off x="397126" y="1934409"/>
            <a:ext cx="1655280" cy="690120"/>
            <a:chOff x="397126" y="1934409"/>
            <a:chExt cx="1655280" cy="690120"/>
          </a:xfrm>
        </p:grpSpPr>
        <mc:AlternateContent xmlns:mc="http://schemas.openxmlformats.org/markup-compatibility/2006">
          <mc:Choice xmlns:p14="http://schemas.microsoft.com/office/powerpoint/2010/main" Requires="p14">
            <p:contentPart p14:bwMode="auto" r:id="rId56">
              <p14:nvContentPartPr>
                <p14:cNvPr id="34" name="Entrada de lápiz 33">
                  <a:extLst>
                    <a:ext uri="{FF2B5EF4-FFF2-40B4-BE49-F238E27FC236}">
                      <a16:creationId xmlns:a16="http://schemas.microsoft.com/office/drawing/2014/main" id="{7E8CEAA4-33C5-4522-BBE6-9D3782631448}"/>
                    </a:ext>
                  </a:extLst>
                </p14:cNvPr>
                <p14:cNvContentPartPr/>
                <p14:nvPr/>
              </p14:nvContentPartPr>
              <p14:xfrm>
                <a:off x="397126" y="2041689"/>
                <a:ext cx="55080" cy="582840"/>
              </p14:xfrm>
            </p:contentPart>
          </mc:Choice>
          <mc:Fallback>
            <p:pic>
              <p:nvPicPr>
                <p:cNvPr id="34" name="Entrada de lápiz 33">
                  <a:extLst>
                    <a:ext uri="{FF2B5EF4-FFF2-40B4-BE49-F238E27FC236}">
                      <a16:creationId xmlns:a16="http://schemas.microsoft.com/office/drawing/2014/main" id="{7E8CEAA4-33C5-4522-BBE6-9D3782631448}"/>
                    </a:ext>
                  </a:extLst>
                </p:cNvPr>
                <p:cNvPicPr/>
                <p:nvPr/>
              </p:nvPicPr>
              <p:blipFill>
                <a:blip r:embed="rId57"/>
                <a:stretch>
                  <a:fillRect/>
                </a:stretch>
              </p:blipFill>
              <p:spPr>
                <a:xfrm>
                  <a:off x="388486" y="2032689"/>
                  <a:ext cx="72720" cy="600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Entrada de lápiz 34">
                  <a:extLst>
                    <a:ext uri="{FF2B5EF4-FFF2-40B4-BE49-F238E27FC236}">
                      <a16:creationId xmlns:a16="http://schemas.microsoft.com/office/drawing/2014/main" id="{DA1EC973-FD5A-4FC5-AB3D-78790B863F4C}"/>
                    </a:ext>
                  </a:extLst>
                </p14:cNvPr>
                <p14:cNvContentPartPr/>
                <p14:nvPr/>
              </p14:nvContentPartPr>
              <p14:xfrm>
                <a:off x="399286" y="1983729"/>
                <a:ext cx="259920" cy="296280"/>
              </p14:xfrm>
            </p:contentPart>
          </mc:Choice>
          <mc:Fallback>
            <p:pic>
              <p:nvPicPr>
                <p:cNvPr id="35" name="Entrada de lápiz 34">
                  <a:extLst>
                    <a:ext uri="{FF2B5EF4-FFF2-40B4-BE49-F238E27FC236}">
                      <a16:creationId xmlns:a16="http://schemas.microsoft.com/office/drawing/2014/main" id="{DA1EC973-FD5A-4FC5-AB3D-78790B863F4C}"/>
                    </a:ext>
                  </a:extLst>
                </p:cNvPr>
                <p:cNvPicPr/>
                <p:nvPr/>
              </p:nvPicPr>
              <p:blipFill>
                <a:blip r:embed="rId59"/>
                <a:stretch>
                  <a:fillRect/>
                </a:stretch>
              </p:blipFill>
              <p:spPr>
                <a:xfrm>
                  <a:off x="390286" y="1974729"/>
                  <a:ext cx="27756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Entrada de lápiz 36">
                  <a:extLst>
                    <a:ext uri="{FF2B5EF4-FFF2-40B4-BE49-F238E27FC236}">
                      <a16:creationId xmlns:a16="http://schemas.microsoft.com/office/drawing/2014/main" id="{89D06F4E-6BA0-45B2-BA50-F65F0CE890DA}"/>
                    </a:ext>
                  </a:extLst>
                </p14:cNvPr>
                <p14:cNvContentPartPr/>
                <p14:nvPr/>
              </p14:nvContentPartPr>
              <p14:xfrm>
                <a:off x="749566" y="1945929"/>
                <a:ext cx="155880" cy="603000"/>
              </p14:xfrm>
            </p:contentPart>
          </mc:Choice>
          <mc:Fallback>
            <p:pic>
              <p:nvPicPr>
                <p:cNvPr id="37" name="Entrada de lápiz 36">
                  <a:extLst>
                    <a:ext uri="{FF2B5EF4-FFF2-40B4-BE49-F238E27FC236}">
                      <a16:creationId xmlns:a16="http://schemas.microsoft.com/office/drawing/2014/main" id="{89D06F4E-6BA0-45B2-BA50-F65F0CE890DA}"/>
                    </a:ext>
                  </a:extLst>
                </p:cNvPr>
                <p:cNvPicPr/>
                <p:nvPr/>
              </p:nvPicPr>
              <p:blipFill>
                <a:blip r:embed="rId61"/>
                <a:stretch>
                  <a:fillRect/>
                </a:stretch>
              </p:blipFill>
              <p:spPr>
                <a:xfrm>
                  <a:off x="740566" y="1936929"/>
                  <a:ext cx="173520" cy="620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Entrada de lápiz 37">
                  <a:extLst>
                    <a:ext uri="{FF2B5EF4-FFF2-40B4-BE49-F238E27FC236}">
                      <a16:creationId xmlns:a16="http://schemas.microsoft.com/office/drawing/2014/main" id="{83ABAB06-1CEF-4E80-8595-91CA08E053FD}"/>
                    </a:ext>
                  </a:extLst>
                </p14:cNvPr>
                <p14:cNvContentPartPr/>
                <p14:nvPr/>
              </p14:nvContentPartPr>
              <p14:xfrm>
                <a:off x="1010206" y="2131689"/>
                <a:ext cx="178560" cy="266040"/>
              </p14:xfrm>
            </p:contentPart>
          </mc:Choice>
          <mc:Fallback>
            <p:pic>
              <p:nvPicPr>
                <p:cNvPr id="38" name="Entrada de lápiz 37">
                  <a:extLst>
                    <a:ext uri="{FF2B5EF4-FFF2-40B4-BE49-F238E27FC236}">
                      <a16:creationId xmlns:a16="http://schemas.microsoft.com/office/drawing/2014/main" id="{83ABAB06-1CEF-4E80-8595-91CA08E053FD}"/>
                    </a:ext>
                  </a:extLst>
                </p:cNvPr>
                <p:cNvPicPr/>
                <p:nvPr/>
              </p:nvPicPr>
              <p:blipFill>
                <a:blip r:embed="rId63"/>
                <a:stretch>
                  <a:fillRect/>
                </a:stretch>
              </p:blipFill>
              <p:spPr>
                <a:xfrm>
                  <a:off x="1001566" y="2122689"/>
                  <a:ext cx="19620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Entrada de lápiz 38">
                  <a:extLst>
                    <a:ext uri="{FF2B5EF4-FFF2-40B4-BE49-F238E27FC236}">
                      <a16:creationId xmlns:a16="http://schemas.microsoft.com/office/drawing/2014/main" id="{B5A4DDA3-4CA7-402C-B9AF-634D6F4E9AD8}"/>
                    </a:ext>
                  </a:extLst>
                </p14:cNvPr>
                <p14:cNvContentPartPr/>
                <p14:nvPr/>
              </p14:nvContentPartPr>
              <p14:xfrm>
                <a:off x="1020286" y="2088849"/>
                <a:ext cx="138960" cy="309960"/>
              </p14:xfrm>
            </p:contentPart>
          </mc:Choice>
          <mc:Fallback>
            <p:pic>
              <p:nvPicPr>
                <p:cNvPr id="39" name="Entrada de lápiz 38">
                  <a:extLst>
                    <a:ext uri="{FF2B5EF4-FFF2-40B4-BE49-F238E27FC236}">
                      <a16:creationId xmlns:a16="http://schemas.microsoft.com/office/drawing/2014/main" id="{B5A4DDA3-4CA7-402C-B9AF-634D6F4E9AD8}"/>
                    </a:ext>
                  </a:extLst>
                </p:cNvPr>
                <p:cNvPicPr/>
                <p:nvPr/>
              </p:nvPicPr>
              <p:blipFill>
                <a:blip r:embed="rId65"/>
                <a:stretch>
                  <a:fillRect/>
                </a:stretch>
              </p:blipFill>
              <p:spPr>
                <a:xfrm>
                  <a:off x="1011286" y="2080209"/>
                  <a:ext cx="15660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1" name="Entrada de lápiz 40">
                  <a:extLst>
                    <a:ext uri="{FF2B5EF4-FFF2-40B4-BE49-F238E27FC236}">
                      <a16:creationId xmlns:a16="http://schemas.microsoft.com/office/drawing/2014/main" id="{4FAEB9F8-2230-4539-BDFE-9DA95C5E665C}"/>
                    </a:ext>
                  </a:extLst>
                </p14:cNvPr>
                <p14:cNvContentPartPr/>
                <p14:nvPr/>
              </p14:nvContentPartPr>
              <p14:xfrm>
                <a:off x="1360126" y="2110809"/>
                <a:ext cx="165960" cy="169920"/>
              </p14:xfrm>
            </p:contentPart>
          </mc:Choice>
          <mc:Fallback>
            <p:pic>
              <p:nvPicPr>
                <p:cNvPr id="41" name="Entrada de lápiz 40">
                  <a:extLst>
                    <a:ext uri="{FF2B5EF4-FFF2-40B4-BE49-F238E27FC236}">
                      <a16:creationId xmlns:a16="http://schemas.microsoft.com/office/drawing/2014/main" id="{4FAEB9F8-2230-4539-BDFE-9DA95C5E665C}"/>
                    </a:ext>
                  </a:extLst>
                </p:cNvPr>
                <p:cNvPicPr/>
                <p:nvPr/>
              </p:nvPicPr>
              <p:blipFill>
                <a:blip r:embed="rId67"/>
                <a:stretch>
                  <a:fillRect/>
                </a:stretch>
              </p:blipFill>
              <p:spPr>
                <a:xfrm>
                  <a:off x="1351126" y="2101809"/>
                  <a:ext cx="18360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2" name="Entrada de lápiz 41">
                  <a:extLst>
                    <a:ext uri="{FF2B5EF4-FFF2-40B4-BE49-F238E27FC236}">
                      <a16:creationId xmlns:a16="http://schemas.microsoft.com/office/drawing/2014/main" id="{87800F0A-CA11-475D-992B-548D56C1EECA}"/>
                    </a:ext>
                  </a:extLst>
                </p14:cNvPr>
                <p14:cNvContentPartPr/>
                <p14:nvPr/>
              </p14:nvContentPartPr>
              <p14:xfrm>
                <a:off x="1348246" y="2343729"/>
                <a:ext cx="195120" cy="25920"/>
              </p14:xfrm>
            </p:contentPart>
          </mc:Choice>
          <mc:Fallback>
            <p:pic>
              <p:nvPicPr>
                <p:cNvPr id="42" name="Entrada de lápiz 41">
                  <a:extLst>
                    <a:ext uri="{FF2B5EF4-FFF2-40B4-BE49-F238E27FC236}">
                      <a16:creationId xmlns:a16="http://schemas.microsoft.com/office/drawing/2014/main" id="{87800F0A-CA11-475D-992B-548D56C1EECA}"/>
                    </a:ext>
                  </a:extLst>
                </p:cNvPr>
                <p:cNvPicPr/>
                <p:nvPr/>
              </p:nvPicPr>
              <p:blipFill>
                <a:blip r:embed="rId69"/>
                <a:stretch>
                  <a:fillRect/>
                </a:stretch>
              </p:blipFill>
              <p:spPr>
                <a:xfrm>
                  <a:off x="1339606" y="2335089"/>
                  <a:ext cx="21276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Entrada de lápiz 42">
                  <a:extLst>
                    <a:ext uri="{FF2B5EF4-FFF2-40B4-BE49-F238E27FC236}">
                      <a16:creationId xmlns:a16="http://schemas.microsoft.com/office/drawing/2014/main" id="{C7D27E84-0A5C-46BF-9440-980203CDE78C}"/>
                    </a:ext>
                  </a:extLst>
                </p14:cNvPr>
                <p14:cNvContentPartPr/>
                <p14:nvPr/>
              </p14:nvContentPartPr>
              <p14:xfrm>
                <a:off x="1738126" y="2090649"/>
                <a:ext cx="46800" cy="247680"/>
              </p14:xfrm>
            </p:contentPart>
          </mc:Choice>
          <mc:Fallback>
            <p:pic>
              <p:nvPicPr>
                <p:cNvPr id="43" name="Entrada de lápiz 42">
                  <a:extLst>
                    <a:ext uri="{FF2B5EF4-FFF2-40B4-BE49-F238E27FC236}">
                      <a16:creationId xmlns:a16="http://schemas.microsoft.com/office/drawing/2014/main" id="{C7D27E84-0A5C-46BF-9440-980203CDE78C}"/>
                    </a:ext>
                  </a:extLst>
                </p:cNvPr>
                <p:cNvPicPr/>
                <p:nvPr/>
              </p:nvPicPr>
              <p:blipFill>
                <a:blip r:embed="rId71"/>
                <a:stretch>
                  <a:fillRect/>
                </a:stretch>
              </p:blipFill>
              <p:spPr>
                <a:xfrm>
                  <a:off x="1729486" y="2082009"/>
                  <a:ext cx="6444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Entrada de lápiz 43">
                  <a:extLst>
                    <a:ext uri="{FF2B5EF4-FFF2-40B4-BE49-F238E27FC236}">
                      <a16:creationId xmlns:a16="http://schemas.microsoft.com/office/drawing/2014/main" id="{FCD13746-641B-4BC2-9AC1-16AB1979AF8F}"/>
                    </a:ext>
                  </a:extLst>
                </p14:cNvPr>
                <p14:cNvContentPartPr/>
                <p14:nvPr/>
              </p14:nvContentPartPr>
              <p14:xfrm>
                <a:off x="1675126" y="2344809"/>
                <a:ext cx="181440" cy="13680"/>
              </p14:xfrm>
            </p:contentPart>
          </mc:Choice>
          <mc:Fallback>
            <p:pic>
              <p:nvPicPr>
                <p:cNvPr id="44" name="Entrada de lápiz 43">
                  <a:extLst>
                    <a:ext uri="{FF2B5EF4-FFF2-40B4-BE49-F238E27FC236}">
                      <a16:creationId xmlns:a16="http://schemas.microsoft.com/office/drawing/2014/main" id="{FCD13746-641B-4BC2-9AC1-16AB1979AF8F}"/>
                    </a:ext>
                  </a:extLst>
                </p:cNvPr>
                <p:cNvPicPr/>
                <p:nvPr/>
              </p:nvPicPr>
              <p:blipFill>
                <a:blip r:embed="rId73"/>
                <a:stretch>
                  <a:fillRect/>
                </a:stretch>
              </p:blipFill>
              <p:spPr>
                <a:xfrm>
                  <a:off x="1666126" y="2335809"/>
                  <a:ext cx="1990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Entrada de lápiz 44">
                  <a:extLst>
                    <a:ext uri="{FF2B5EF4-FFF2-40B4-BE49-F238E27FC236}">
                      <a16:creationId xmlns:a16="http://schemas.microsoft.com/office/drawing/2014/main" id="{D24D80A7-821F-43DB-8A98-8280614DD2EF}"/>
                    </a:ext>
                  </a:extLst>
                </p14:cNvPr>
                <p14:cNvContentPartPr/>
                <p14:nvPr/>
              </p14:nvContentPartPr>
              <p14:xfrm>
                <a:off x="1899406" y="1934409"/>
                <a:ext cx="153000" cy="630360"/>
              </p14:xfrm>
            </p:contentPart>
          </mc:Choice>
          <mc:Fallback>
            <p:pic>
              <p:nvPicPr>
                <p:cNvPr id="45" name="Entrada de lápiz 44">
                  <a:extLst>
                    <a:ext uri="{FF2B5EF4-FFF2-40B4-BE49-F238E27FC236}">
                      <a16:creationId xmlns:a16="http://schemas.microsoft.com/office/drawing/2014/main" id="{D24D80A7-821F-43DB-8A98-8280614DD2EF}"/>
                    </a:ext>
                  </a:extLst>
                </p:cNvPr>
                <p:cNvPicPr/>
                <p:nvPr/>
              </p:nvPicPr>
              <p:blipFill>
                <a:blip r:embed="rId75"/>
                <a:stretch>
                  <a:fillRect/>
                </a:stretch>
              </p:blipFill>
              <p:spPr>
                <a:xfrm>
                  <a:off x="1890406" y="1925769"/>
                  <a:ext cx="170640" cy="648000"/>
                </a:xfrm>
                <a:prstGeom prst="rect">
                  <a:avLst/>
                </a:prstGeom>
              </p:spPr>
            </p:pic>
          </mc:Fallback>
        </mc:AlternateContent>
      </p:grpSp>
      <p:grpSp>
        <p:nvGrpSpPr>
          <p:cNvPr id="96" name="Grupo 95">
            <a:extLst>
              <a:ext uri="{FF2B5EF4-FFF2-40B4-BE49-F238E27FC236}">
                <a16:creationId xmlns:a16="http://schemas.microsoft.com/office/drawing/2014/main" id="{BEC05DC0-2C8F-4969-B892-660B949B176D}"/>
              </a:ext>
            </a:extLst>
          </p:cNvPr>
          <p:cNvGrpSpPr/>
          <p:nvPr/>
        </p:nvGrpSpPr>
        <p:grpSpPr>
          <a:xfrm>
            <a:off x="2292166" y="2174169"/>
            <a:ext cx="126720" cy="84600"/>
            <a:chOff x="2292166" y="2174169"/>
            <a:chExt cx="126720" cy="84600"/>
          </a:xfrm>
        </p:grpSpPr>
        <mc:AlternateContent xmlns:mc="http://schemas.openxmlformats.org/markup-compatibility/2006">
          <mc:Choice xmlns:p14="http://schemas.microsoft.com/office/powerpoint/2010/main" Requires="p14">
            <p:contentPart p14:bwMode="auto" r:id="rId76">
              <p14:nvContentPartPr>
                <p14:cNvPr id="47" name="Entrada de lápiz 46">
                  <a:extLst>
                    <a:ext uri="{FF2B5EF4-FFF2-40B4-BE49-F238E27FC236}">
                      <a16:creationId xmlns:a16="http://schemas.microsoft.com/office/drawing/2014/main" id="{A450CD74-F78A-4569-87FF-A2B0E417BA9C}"/>
                    </a:ext>
                  </a:extLst>
                </p14:cNvPr>
                <p14:cNvContentPartPr/>
                <p14:nvPr/>
              </p14:nvContentPartPr>
              <p14:xfrm>
                <a:off x="2324926" y="2174169"/>
                <a:ext cx="93960" cy="6120"/>
              </p14:xfrm>
            </p:contentPart>
          </mc:Choice>
          <mc:Fallback>
            <p:pic>
              <p:nvPicPr>
                <p:cNvPr id="47" name="Entrada de lápiz 46">
                  <a:extLst>
                    <a:ext uri="{FF2B5EF4-FFF2-40B4-BE49-F238E27FC236}">
                      <a16:creationId xmlns:a16="http://schemas.microsoft.com/office/drawing/2014/main" id="{A450CD74-F78A-4569-87FF-A2B0E417BA9C}"/>
                    </a:ext>
                  </a:extLst>
                </p:cNvPr>
                <p:cNvPicPr/>
                <p:nvPr/>
              </p:nvPicPr>
              <p:blipFill>
                <a:blip r:embed="rId77"/>
                <a:stretch>
                  <a:fillRect/>
                </a:stretch>
              </p:blipFill>
              <p:spPr>
                <a:xfrm>
                  <a:off x="2316286" y="2165529"/>
                  <a:ext cx="1116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8" name="Entrada de lápiz 47">
                  <a:extLst>
                    <a:ext uri="{FF2B5EF4-FFF2-40B4-BE49-F238E27FC236}">
                      <a16:creationId xmlns:a16="http://schemas.microsoft.com/office/drawing/2014/main" id="{8BB6AFE5-4884-441C-B27D-8258C0AA9489}"/>
                    </a:ext>
                  </a:extLst>
                </p14:cNvPr>
                <p14:cNvContentPartPr/>
                <p14:nvPr/>
              </p14:nvContentPartPr>
              <p14:xfrm>
                <a:off x="2292166" y="2245089"/>
                <a:ext cx="124560" cy="13680"/>
              </p14:xfrm>
            </p:contentPart>
          </mc:Choice>
          <mc:Fallback>
            <p:pic>
              <p:nvPicPr>
                <p:cNvPr id="48" name="Entrada de lápiz 47">
                  <a:extLst>
                    <a:ext uri="{FF2B5EF4-FFF2-40B4-BE49-F238E27FC236}">
                      <a16:creationId xmlns:a16="http://schemas.microsoft.com/office/drawing/2014/main" id="{8BB6AFE5-4884-441C-B27D-8258C0AA9489}"/>
                    </a:ext>
                  </a:extLst>
                </p:cNvPr>
                <p:cNvPicPr/>
                <p:nvPr/>
              </p:nvPicPr>
              <p:blipFill>
                <a:blip r:embed="rId79"/>
                <a:stretch>
                  <a:fillRect/>
                </a:stretch>
              </p:blipFill>
              <p:spPr>
                <a:xfrm>
                  <a:off x="2283526" y="2236449"/>
                  <a:ext cx="142200" cy="31320"/>
                </a:xfrm>
                <a:prstGeom prst="rect">
                  <a:avLst/>
                </a:prstGeom>
              </p:spPr>
            </p:pic>
          </mc:Fallback>
        </mc:AlternateContent>
      </p:grpSp>
      <p:grpSp>
        <p:nvGrpSpPr>
          <p:cNvPr id="95" name="Grupo 94">
            <a:extLst>
              <a:ext uri="{FF2B5EF4-FFF2-40B4-BE49-F238E27FC236}">
                <a16:creationId xmlns:a16="http://schemas.microsoft.com/office/drawing/2014/main" id="{F6D8356F-330A-4743-A10C-044837463237}"/>
              </a:ext>
            </a:extLst>
          </p:cNvPr>
          <p:cNvGrpSpPr/>
          <p:nvPr/>
        </p:nvGrpSpPr>
        <p:grpSpPr>
          <a:xfrm>
            <a:off x="2835766" y="1871769"/>
            <a:ext cx="3068280" cy="706320"/>
            <a:chOff x="2835766" y="1871769"/>
            <a:chExt cx="3068280" cy="706320"/>
          </a:xfrm>
        </p:grpSpPr>
        <mc:AlternateContent xmlns:mc="http://schemas.openxmlformats.org/markup-compatibility/2006">
          <mc:Choice xmlns:p14="http://schemas.microsoft.com/office/powerpoint/2010/main" Requires="p14">
            <p:contentPart p14:bwMode="auto" r:id="rId80">
              <p14:nvContentPartPr>
                <p14:cNvPr id="49" name="Entrada de lápiz 48">
                  <a:extLst>
                    <a:ext uri="{FF2B5EF4-FFF2-40B4-BE49-F238E27FC236}">
                      <a16:creationId xmlns:a16="http://schemas.microsoft.com/office/drawing/2014/main" id="{005C2150-EFDB-4415-9697-055E7E64D5DB}"/>
                    </a:ext>
                  </a:extLst>
                </p14:cNvPr>
                <p14:cNvContentPartPr/>
                <p14:nvPr/>
              </p14:nvContentPartPr>
              <p14:xfrm>
                <a:off x="2884366" y="2095689"/>
                <a:ext cx="21600" cy="482400"/>
              </p14:xfrm>
            </p:contentPart>
          </mc:Choice>
          <mc:Fallback>
            <p:pic>
              <p:nvPicPr>
                <p:cNvPr id="49" name="Entrada de lápiz 48">
                  <a:extLst>
                    <a:ext uri="{FF2B5EF4-FFF2-40B4-BE49-F238E27FC236}">
                      <a16:creationId xmlns:a16="http://schemas.microsoft.com/office/drawing/2014/main" id="{005C2150-EFDB-4415-9697-055E7E64D5DB}"/>
                    </a:ext>
                  </a:extLst>
                </p:cNvPr>
                <p:cNvPicPr/>
                <p:nvPr/>
              </p:nvPicPr>
              <p:blipFill>
                <a:blip r:embed="rId81"/>
                <a:stretch>
                  <a:fillRect/>
                </a:stretch>
              </p:blipFill>
              <p:spPr>
                <a:xfrm>
                  <a:off x="2875366" y="2086689"/>
                  <a:ext cx="39240" cy="500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0" name="Entrada de lápiz 49">
                  <a:extLst>
                    <a:ext uri="{FF2B5EF4-FFF2-40B4-BE49-F238E27FC236}">
                      <a16:creationId xmlns:a16="http://schemas.microsoft.com/office/drawing/2014/main" id="{540A1AF8-0276-4CB9-A984-413AC3512F9E}"/>
                    </a:ext>
                  </a:extLst>
                </p14:cNvPr>
                <p14:cNvContentPartPr/>
                <p14:nvPr/>
              </p14:nvContentPartPr>
              <p14:xfrm>
                <a:off x="2835766" y="2017569"/>
                <a:ext cx="290160" cy="248760"/>
              </p14:xfrm>
            </p:contentPart>
          </mc:Choice>
          <mc:Fallback>
            <p:pic>
              <p:nvPicPr>
                <p:cNvPr id="50" name="Entrada de lápiz 49">
                  <a:extLst>
                    <a:ext uri="{FF2B5EF4-FFF2-40B4-BE49-F238E27FC236}">
                      <a16:creationId xmlns:a16="http://schemas.microsoft.com/office/drawing/2014/main" id="{540A1AF8-0276-4CB9-A984-413AC3512F9E}"/>
                    </a:ext>
                  </a:extLst>
                </p:cNvPr>
                <p:cNvPicPr/>
                <p:nvPr/>
              </p:nvPicPr>
              <p:blipFill>
                <a:blip r:embed="rId83"/>
                <a:stretch>
                  <a:fillRect/>
                </a:stretch>
              </p:blipFill>
              <p:spPr>
                <a:xfrm>
                  <a:off x="2827126" y="2008929"/>
                  <a:ext cx="30780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1" name="Entrada de lápiz 50">
                  <a:extLst>
                    <a:ext uri="{FF2B5EF4-FFF2-40B4-BE49-F238E27FC236}">
                      <a16:creationId xmlns:a16="http://schemas.microsoft.com/office/drawing/2014/main" id="{84F5B712-CFC4-4991-8CAB-F5010FFF884A}"/>
                    </a:ext>
                  </a:extLst>
                </p14:cNvPr>
                <p14:cNvContentPartPr/>
                <p14:nvPr/>
              </p14:nvContentPartPr>
              <p14:xfrm>
                <a:off x="3216286" y="1964649"/>
                <a:ext cx="181440" cy="329760"/>
              </p14:xfrm>
            </p:contentPart>
          </mc:Choice>
          <mc:Fallback>
            <p:pic>
              <p:nvPicPr>
                <p:cNvPr id="51" name="Entrada de lápiz 50">
                  <a:extLst>
                    <a:ext uri="{FF2B5EF4-FFF2-40B4-BE49-F238E27FC236}">
                      <a16:creationId xmlns:a16="http://schemas.microsoft.com/office/drawing/2014/main" id="{84F5B712-CFC4-4991-8CAB-F5010FFF884A}"/>
                    </a:ext>
                  </a:extLst>
                </p:cNvPr>
                <p:cNvPicPr/>
                <p:nvPr/>
              </p:nvPicPr>
              <p:blipFill>
                <a:blip r:embed="rId85"/>
                <a:stretch>
                  <a:fillRect/>
                </a:stretch>
              </p:blipFill>
              <p:spPr>
                <a:xfrm>
                  <a:off x="3207646" y="1956009"/>
                  <a:ext cx="199080"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2" name="Entrada de lápiz 51">
                  <a:extLst>
                    <a:ext uri="{FF2B5EF4-FFF2-40B4-BE49-F238E27FC236}">
                      <a16:creationId xmlns:a16="http://schemas.microsoft.com/office/drawing/2014/main" id="{3DDB55A4-59A0-44F5-B71E-3D976DA80829}"/>
                    </a:ext>
                  </a:extLst>
                </p14:cNvPr>
                <p14:cNvContentPartPr/>
                <p14:nvPr/>
              </p14:nvContentPartPr>
              <p14:xfrm>
                <a:off x="3393046" y="2061489"/>
                <a:ext cx="143640" cy="200160"/>
              </p14:xfrm>
            </p:contentPart>
          </mc:Choice>
          <mc:Fallback>
            <p:pic>
              <p:nvPicPr>
                <p:cNvPr id="52" name="Entrada de lápiz 51">
                  <a:extLst>
                    <a:ext uri="{FF2B5EF4-FFF2-40B4-BE49-F238E27FC236}">
                      <a16:creationId xmlns:a16="http://schemas.microsoft.com/office/drawing/2014/main" id="{3DDB55A4-59A0-44F5-B71E-3D976DA80829}"/>
                    </a:ext>
                  </a:extLst>
                </p:cNvPr>
                <p:cNvPicPr/>
                <p:nvPr/>
              </p:nvPicPr>
              <p:blipFill>
                <a:blip r:embed="rId87"/>
                <a:stretch>
                  <a:fillRect/>
                </a:stretch>
              </p:blipFill>
              <p:spPr>
                <a:xfrm>
                  <a:off x="3384406" y="2052489"/>
                  <a:ext cx="16128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3" name="Entrada de lápiz 52">
                  <a:extLst>
                    <a:ext uri="{FF2B5EF4-FFF2-40B4-BE49-F238E27FC236}">
                      <a16:creationId xmlns:a16="http://schemas.microsoft.com/office/drawing/2014/main" id="{AAACB0CD-2B20-4F48-BE4D-1C2B9FACE2D6}"/>
                    </a:ext>
                  </a:extLst>
                </p14:cNvPr>
                <p14:cNvContentPartPr/>
                <p14:nvPr/>
              </p14:nvContentPartPr>
              <p14:xfrm>
                <a:off x="3430126" y="2035929"/>
                <a:ext cx="109800" cy="228600"/>
              </p14:xfrm>
            </p:contentPart>
          </mc:Choice>
          <mc:Fallback>
            <p:pic>
              <p:nvPicPr>
                <p:cNvPr id="53" name="Entrada de lápiz 52">
                  <a:extLst>
                    <a:ext uri="{FF2B5EF4-FFF2-40B4-BE49-F238E27FC236}">
                      <a16:creationId xmlns:a16="http://schemas.microsoft.com/office/drawing/2014/main" id="{AAACB0CD-2B20-4F48-BE4D-1C2B9FACE2D6}"/>
                    </a:ext>
                  </a:extLst>
                </p:cNvPr>
                <p:cNvPicPr/>
                <p:nvPr/>
              </p:nvPicPr>
              <p:blipFill>
                <a:blip r:embed="rId89"/>
                <a:stretch>
                  <a:fillRect/>
                </a:stretch>
              </p:blipFill>
              <p:spPr>
                <a:xfrm>
                  <a:off x="3421126" y="2026929"/>
                  <a:ext cx="1274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4" name="Entrada de lápiz 53">
                  <a:extLst>
                    <a:ext uri="{FF2B5EF4-FFF2-40B4-BE49-F238E27FC236}">
                      <a16:creationId xmlns:a16="http://schemas.microsoft.com/office/drawing/2014/main" id="{25FA7014-E094-4BA8-8D7F-6482C4D6222B}"/>
                    </a:ext>
                  </a:extLst>
                </p14:cNvPr>
                <p14:cNvContentPartPr/>
                <p14:nvPr/>
              </p14:nvContentPartPr>
              <p14:xfrm>
                <a:off x="3596446" y="2147529"/>
                <a:ext cx="159480" cy="69480"/>
              </p14:xfrm>
            </p:contentPart>
          </mc:Choice>
          <mc:Fallback>
            <p:pic>
              <p:nvPicPr>
                <p:cNvPr id="54" name="Entrada de lápiz 53">
                  <a:extLst>
                    <a:ext uri="{FF2B5EF4-FFF2-40B4-BE49-F238E27FC236}">
                      <a16:creationId xmlns:a16="http://schemas.microsoft.com/office/drawing/2014/main" id="{25FA7014-E094-4BA8-8D7F-6482C4D6222B}"/>
                    </a:ext>
                  </a:extLst>
                </p:cNvPr>
                <p:cNvPicPr/>
                <p:nvPr/>
              </p:nvPicPr>
              <p:blipFill>
                <a:blip r:embed="rId91"/>
                <a:stretch>
                  <a:fillRect/>
                </a:stretch>
              </p:blipFill>
              <p:spPr>
                <a:xfrm>
                  <a:off x="3587806" y="2138889"/>
                  <a:ext cx="17712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5" name="Entrada de lápiz 54">
                  <a:extLst>
                    <a:ext uri="{FF2B5EF4-FFF2-40B4-BE49-F238E27FC236}">
                      <a16:creationId xmlns:a16="http://schemas.microsoft.com/office/drawing/2014/main" id="{C344FDAC-D9DD-4C73-939A-139D593A9E32}"/>
                    </a:ext>
                  </a:extLst>
                </p14:cNvPr>
                <p14:cNvContentPartPr/>
                <p14:nvPr/>
              </p14:nvContentPartPr>
              <p14:xfrm>
                <a:off x="3800926" y="2040249"/>
                <a:ext cx="143640" cy="205560"/>
              </p14:xfrm>
            </p:contentPart>
          </mc:Choice>
          <mc:Fallback>
            <p:pic>
              <p:nvPicPr>
                <p:cNvPr id="55" name="Entrada de lápiz 54">
                  <a:extLst>
                    <a:ext uri="{FF2B5EF4-FFF2-40B4-BE49-F238E27FC236}">
                      <a16:creationId xmlns:a16="http://schemas.microsoft.com/office/drawing/2014/main" id="{C344FDAC-D9DD-4C73-939A-139D593A9E32}"/>
                    </a:ext>
                  </a:extLst>
                </p:cNvPr>
                <p:cNvPicPr/>
                <p:nvPr/>
              </p:nvPicPr>
              <p:blipFill>
                <a:blip r:embed="rId93"/>
                <a:stretch>
                  <a:fillRect/>
                </a:stretch>
              </p:blipFill>
              <p:spPr>
                <a:xfrm>
                  <a:off x="3791926" y="2031249"/>
                  <a:ext cx="16128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Entrada de lápiz 55">
                  <a:extLst>
                    <a:ext uri="{FF2B5EF4-FFF2-40B4-BE49-F238E27FC236}">
                      <a16:creationId xmlns:a16="http://schemas.microsoft.com/office/drawing/2014/main" id="{69CF57BA-B5FC-4B7E-B802-FE4B8F60A3E7}"/>
                    </a:ext>
                  </a:extLst>
                </p14:cNvPr>
                <p14:cNvContentPartPr/>
                <p14:nvPr/>
              </p14:nvContentPartPr>
              <p14:xfrm>
                <a:off x="3992446" y="1899489"/>
                <a:ext cx="78480" cy="392760"/>
              </p14:xfrm>
            </p:contentPart>
          </mc:Choice>
          <mc:Fallback>
            <p:pic>
              <p:nvPicPr>
                <p:cNvPr id="56" name="Entrada de lápiz 55">
                  <a:extLst>
                    <a:ext uri="{FF2B5EF4-FFF2-40B4-BE49-F238E27FC236}">
                      <a16:creationId xmlns:a16="http://schemas.microsoft.com/office/drawing/2014/main" id="{69CF57BA-B5FC-4B7E-B802-FE4B8F60A3E7}"/>
                    </a:ext>
                  </a:extLst>
                </p:cNvPr>
                <p:cNvPicPr/>
                <p:nvPr/>
              </p:nvPicPr>
              <p:blipFill>
                <a:blip r:embed="rId95"/>
                <a:stretch>
                  <a:fillRect/>
                </a:stretch>
              </p:blipFill>
              <p:spPr>
                <a:xfrm>
                  <a:off x="3983806" y="1890489"/>
                  <a:ext cx="96120" cy="4104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Entrada de lápiz 56">
                  <a:extLst>
                    <a:ext uri="{FF2B5EF4-FFF2-40B4-BE49-F238E27FC236}">
                      <a16:creationId xmlns:a16="http://schemas.microsoft.com/office/drawing/2014/main" id="{DDAA2A8C-EC34-412A-A710-FA6F670CF49D}"/>
                    </a:ext>
                  </a:extLst>
                </p14:cNvPr>
                <p14:cNvContentPartPr/>
                <p14:nvPr/>
              </p14:nvContentPartPr>
              <p14:xfrm>
                <a:off x="4198006" y="1985529"/>
                <a:ext cx="45720" cy="308160"/>
              </p14:xfrm>
            </p:contentPart>
          </mc:Choice>
          <mc:Fallback>
            <p:pic>
              <p:nvPicPr>
                <p:cNvPr id="57" name="Entrada de lápiz 56">
                  <a:extLst>
                    <a:ext uri="{FF2B5EF4-FFF2-40B4-BE49-F238E27FC236}">
                      <a16:creationId xmlns:a16="http://schemas.microsoft.com/office/drawing/2014/main" id="{DDAA2A8C-EC34-412A-A710-FA6F670CF49D}"/>
                    </a:ext>
                  </a:extLst>
                </p:cNvPr>
                <p:cNvPicPr/>
                <p:nvPr/>
              </p:nvPicPr>
              <p:blipFill>
                <a:blip r:embed="rId97"/>
                <a:stretch>
                  <a:fillRect/>
                </a:stretch>
              </p:blipFill>
              <p:spPr>
                <a:xfrm>
                  <a:off x="4189366" y="1976889"/>
                  <a:ext cx="6336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Entrada de lápiz 57">
                  <a:extLst>
                    <a:ext uri="{FF2B5EF4-FFF2-40B4-BE49-F238E27FC236}">
                      <a16:creationId xmlns:a16="http://schemas.microsoft.com/office/drawing/2014/main" id="{B2FC9426-9F9D-473A-8EA9-A4B257FBE58F}"/>
                    </a:ext>
                  </a:extLst>
                </p14:cNvPr>
                <p14:cNvContentPartPr/>
                <p14:nvPr/>
              </p14:nvContentPartPr>
              <p14:xfrm>
                <a:off x="4138966" y="2005329"/>
                <a:ext cx="479160" cy="368280"/>
              </p14:xfrm>
            </p:contentPart>
          </mc:Choice>
          <mc:Fallback>
            <p:pic>
              <p:nvPicPr>
                <p:cNvPr id="58" name="Entrada de lápiz 57">
                  <a:extLst>
                    <a:ext uri="{FF2B5EF4-FFF2-40B4-BE49-F238E27FC236}">
                      <a16:creationId xmlns:a16="http://schemas.microsoft.com/office/drawing/2014/main" id="{B2FC9426-9F9D-473A-8EA9-A4B257FBE58F}"/>
                    </a:ext>
                  </a:extLst>
                </p:cNvPr>
                <p:cNvPicPr/>
                <p:nvPr/>
              </p:nvPicPr>
              <p:blipFill>
                <a:blip r:embed="rId99"/>
                <a:stretch>
                  <a:fillRect/>
                </a:stretch>
              </p:blipFill>
              <p:spPr>
                <a:xfrm>
                  <a:off x="4130326" y="1996689"/>
                  <a:ext cx="496800" cy="3859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Entrada de lápiz 58">
                  <a:extLst>
                    <a:ext uri="{FF2B5EF4-FFF2-40B4-BE49-F238E27FC236}">
                      <a16:creationId xmlns:a16="http://schemas.microsoft.com/office/drawing/2014/main" id="{406E3A2A-9EC3-4053-ABBF-6026630AE912}"/>
                    </a:ext>
                  </a:extLst>
                </p14:cNvPr>
                <p14:cNvContentPartPr/>
                <p14:nvPr/>
              </p14:nvContentPartPr>
              <p14:xfrm>
                <a:off x="4603726" y="1974369"/>
                <a:ext cx="164160" cy="246240"/>
              </p14:xfrm>
            </p:contentPart>
          </mc:Choice>
          <mc:Fallback>
            <p:pic>
              <p:nvPicPr>
                <p:cNvPr id="59" name="Entrada de lápiz 58">
                  <a:extLst>
                    <a:ext uri="{FF2B5EF4-FFF2-40B4-BE49-F238E27FC236}">
                      <a16:creationId xmlns:a16="http://schemas.microsoft.com/office/drawing/2014/main" id="{406E3A2A-9EC3-4053-ABBF-6026630AE912}"/>
                    </a:ext>
                  </a:extLst>
                </p:cNvPr>
                <p:cNvPicPr/>
                <p:nvPr/>
              </p:nvPicPr>
              <p:blipFill>
                <a:blip r:embed="rId101"/>
                <a:stretch>
                  <a:fillRect/>
                </a:stretch>
              </p:blipFill>
              <p:spPr>
                <a:xfrm>
                  <a:off x="4594726" y="1965369"/>
                  <a:ext cx="18180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Entrada de lápiz 59">
                  <a:extLst>
                    <a:ext uri="{FF2B5EF4-FFF2-40B4-BE49-F238E27FC236}">
                      <a16:creationId xmlns:a16="http://schemas.microsoft.com/office/drawing/2014/main" id="{E8B632A2-785E-425E-967C-5C83D596F703}"/>
                    </a:ext>
                  </a:extLst>
                </p14:cNvPr>
                <p14:cNvContentPartPr/>
                <p14:nvPr/>
              </p14:nvContentPartPr>
              <p14:xfrm>
                <a:off x="4901806" y="1986609"/>
                <a:ext cx="339480" cy="306360"/>
              </p14:xfrm>
            </p:contentPart>
          </mc:Choice>
          <mc:Fallback>
            <p:pic>
              <p:nvPicPr>
                <p:cNvPr id="60" name="Entrada de lápiz 59">
                  <a:extLst>
                    <a:ext uri="{FF2B5EF4-FFF2-40B4-BE49-F238E27FC236}">
                      <a16:creationId xmlns:a16="http://schemas.microsoft.com/office/drawing/2014/main" id="{E8B632A2-785E-425E-967C-5C83D596F703}"/>
                    </a:ext>
                  </a:extLst>
                </p:cNvPr>
                <p:cNvPicPr/>
                <p:nvPr/>
              </p:nvPicPr>
              <p:blipFill>
                <a:blip r:embed="rId103"/>
                <a:stretch>
                  <a:fillRect/>
                </a:stretch>
              </p:blipFill>
              <p:spPr>
                <a:xfrm>
                  <a:off x="4892806" y="1977609"/>
                  <a:ext cx="35712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Entrada de lápiz 60">
                  <a:extLst>
                    <a:ext uri="{FF2B5EF4-FFF2-40B4-BE49-F238E27FC236}">
                      <a16:creationId xmlns:a16="http://schemas.microsoft.com/office/drawing/2014/main" id="{E06B3039-43AC-4735-9ACC-8A37CFBF0067}"/>
                    </a:ext>
                  </a:extLst>
                </p14:cNvPr>
                <p14:cNvContentPartPr/>
                <p14:nvPr/>
              </p14:nvContentPartPr>
              <p14:xfrm>
                <a:off x="5117806" y="2033769"/>
                <a:ext cx="342720" cy="251640"/>
              </p14:xfrm>
            </p:contentPart>
          </mc:Choice>
          <mc:Fallback>
            <p:pic>
              <p:nvPicPr>
                <p:cNvPr id="61" name="Entrada de lápiz 60">
                  <a:extLst>
                    <a:ext uri="{FF2B5EF4-FFF2-40B4-BE49-F238E27FC236}">
                      <a16:creationId xmlns:a16="http://schemas.microsoft.com/office/drawing/2014/main" id="{E06B3039-43AC-4735-9ACC-8A37CFBF0067}"/>
                    </a:ext>
                  </a:extLst>
                </p:cNvPr>
                <p:cNvPicPr/>
                <p:nvPr/>
              </p:nvPicPr>
              <p:blipFill>
                <a:blip r:embed="rId105"/>
                <a:stretch>
                  <a:fillRect/>
                </a:stretch>
              </p:blipFill>
              <p:spPr>
                <a:xfrm>
                  <a:off x="5108806" y="2025129"/>
                  <a:ext cx="36036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2" name="Entrada de lápiz 61">
                  <a:extLst>
                    <a:ext uri="{FF2B5EF4-FFF2-40B4-BE49-F238E27FC236}">
                      <a16:creationId xmlns:a16="http://schemas.microsoft.com/office/drawing/2014/main" id="{DD1864E7-F4C0-49A1-B3D5-D00F6497C079}"/>
                    </a:ext>
                  </a:extLst>
                </p14:cNvPr>
                <p14:cNvContentPartPr/>
                <p14:nvPr/>
              </p14:nvContentPartPr>
              <p14:xfrm>
                <a:off x="5394646" y="2161929"/>
                <a:ext cx="153000" cy="30600"/>
              </p14:xfrm>
            </p:contentPart>
          </mc:Choice>
          <mc:Fallback>
            <p:pic>
              <p:nvPicPr>
                <p:cNvPr id="62" name="Entrada de lápiz 61">
                  <a:extLst>
                    <a:ext uri="{FF2B5EF4-FFF2-40B4-BE49-F238E27FC236}">
                      <a16:creationId xmlns:a16="http://schemas.microsoft.com/office/drawing/2014/main" id="{DD1864E7-F4C0-49A1-B3D5-D00F6497C079}"/>
                    </a:ext>
                  </a:extLst>
                </p:cNvPr>
                <p:cNvPicPr/>
                <p:nvPr/>
              </p:nvPicPr>
              <p:blipFill>
                <a:blip r:embed="rId107"/>
                <a:stretch>
                  <a:fillRect/>
                </a:stretch>
              </p:blipFill>
              <p:spPr>
                <a:xfrm>
                  <a:off x="5386006" y="2152929"/>
                  <a:ext cx="17064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Entrada de lápiz 62">
                  <a:extLst>
                    <a:ext uri="{FF2B5EF4-FFF2-40B4-BE49-F238E27FC236}">
                      <a16:creationId xmlns:a16="http://schemas.microsoft.com/office/drawing/2014/main" id="{E7657FA4-B0A1-4CC2-8180-9F1056691180}"/>
                    </a:ext>
                  </a:extLst>
                </p14:cNvPr>
                <p14:cNvContentPartPr/>
                <p14:nvPr/>
              </p14:nvContentPartPr>
              <p14:xfrm>
                <a:off x="5590126" y="1991289"/>
                <a:ext cx="200160" cy="216000"/>
              </p14:xfrm>
            </p:contentPart>
          </mc:Choice>
          <mc:Fallback>
            <p:pic>
              <p:nvPicPr>
                <p:cNvPr id="63" name="Entrada de lápiz 62">
                  <a:extLst>
                    <a:ext uri="{FF2B5EF4-FFF2-40B4-BE49-F238E27FC236}">
                      <a16:creationId xmlns:a16="http://schemas.microsoft.com/office/drawing/2014/main" id="{E7657FA4-B0A1-4CC2-8180-9F1056691180}"/>
                    </a:ext>
                  </a:extLst>
                </p:cNvPr>
                <p:cNvPicPr/>
                <p:nvPr/>
              </p:nvPicPr>
              <p:blipFill>
                <a:blip r:embed="rId109"/>
                <a:stretch>
                  <a:fillRect/>
                </a:stretch>
              </p:blipFill>
              <p:spPr>
                <a:xfrm>
                  <a:off x="5581486" y="1982649"/>
                  <a:ext cx="21780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4" name="Entrada de lápiz 63">
                  <a:extLst>
                    <a:ext uri="{FF2B5EF4-FFF2-40B4-BE49-F238E27FC236}">
                      <a16:creationId xmlns:a16="http://schemas.microsoft.com/office/drawing/2014/main" id="{6C08F64C-7FFD-4B76-A82D-0D96359CBADC}"/>
                    </a:ext>
                  </a:extLst>
                </p14:cNvPr>
                <p14:cNvContentPartPr/>
                <p14:nvPr/>
              </p14:nvContentPartPr>
              <p14:xfrm>
                <a:off x="5810806" y="1871769"/>
                <a:ext cx="93240" cy="352080"/>
              </p14:xfrm>
            </p:contentPart>
          </mc:Choice>
          <mc:Fallback>
            <p:pic>
              <p:nvPicPr>
                <p:cNvPr id="64" name="Entrada de lápiz 63">
                  <a:extLst>
                    <a:ext uri="{FF2B5EF4-FFF2-40B4-BE49-F238E27FC236}">
                      <a16:creationId xmlns:a16="http://schemas.microsoft.com/office/drawing/2014/main" id="{6C08F64C-7FFD-4B76-A82D-0D96359CBADC}"/>
                    </a:ext>
                  </a:extLst>
                </p:cNvPr>
                <p:cNvPicPr/>
                <p:nvPr/>
              </p:nvPicPr>
              <p:blipFill>
                <a:blip r:embed="rId111"/>
                <a:stretch>
                  <a:fillRect/>
                </a:stretch>
              </p:blipFill>
              <p:spPr>
                <a:xfrm>
                  <a:off x="5802166" y="1863129"/>
                  <a:ext cx="110880" cy="369720"/>
                </a:xfrm>
                <a:prstGeom prst="rect">
                  <a:avLst/>
                </a:prstGeom>
              </p:spPr>
            </p:pic>
          </mc:Fallback>
        </mc:AlternateContent>
      </p:grpSp>
      <p:grpSp>
        <p:nvGrpSpPr>
          <p:cNvPr id="94" name="Grupo 93">
            <a:extLst>
              <a:ext uri="{FF2B5EF4-FFF2-40B4-BE49-F238E27FC236}">
                <a16:creationId xmlns:a16="http://schemas.microsoft.com/office/drawing/2014/main" id="{8E1B1689-7CEC-4311-8CF8-4A3AC6B108D8}"/>
              </a:ext>
            </a:extLst>
          </p:cNvPr>
          <p:cNvGrpSpPr/>
          <p:nvPr/>
        </p:nvGrpSpPr>
        <p:grpSpPr>
          <a:xfrm>
            <a:off x="6202846" y="1840449"/>
            <a:ext cx="1798560" cy="518040"/>
            <a:chOff x="6202846" y="1840449"/>
            <a:chExt cx="1798560" cy="518040"/>
          </a:xfrm>
        </p:grpSpPr>
        <mc:AlternateContent xmlns:mc="http://schemas.openxmlformats.org/markup-compatibility/2006">
          <mc:Choice xmlns:p14="http://schemas.microsoft.com/office/powerpoint/2010/main" Requires="p14">
            <p:contentPart p14:bwMode="auto" r:id="rId112">
              <p14:nvContentPartPr>
                <p14:cNvPr id="65" name="Entrada de lápiz 64">
                  <a:extLst>
                    <a:ext uri="{FF2B5EF4-FFF2-40B4-BE49-F238E27FC236}">
                      <a16:creationId xmlns:a16="http://schemas.microsoft.com/office/drawing/2014/main" id="{BBBB33BF-A13D-4DB8-8F96-7251282DE591}"/>
                    </a:ext>
                  </a:extLst>
                </p14:cNvPr>
                <p14:cNvContentPartPr/>
                <p14:nvPr/>
              </p14:nvContentPartPr>
              <p14:xfrm>
                <a:off x="6228046" y="1939089"/>
                <a:ext cx="55080" cy="266760"/>
              </p14:xfrm>
            </p:contentPart>
          </mc:Choice>
          <mc:Fallback>
            <p:pic>
              <p:nvPicPr>
                <p:cNvPr id="65" name="Entrada de lápiz 64">
                  <a:extLst>
                    <a:ext uri="{FF2B5EF4-FFF2-40B4-BE49-F238E27FC236}">
                      <a16:creationId xmlns:a16="http://schemas.microsoft.com/office/drawing/2014/main" id="{BBBB33BF-A13D-4DB8-8F96-7251282DE591}"/>
                    </a:ext>
                  </a:extLst>
                </p:cNvPr>
                <p:cNvPicPr/>
                <p:nvPr/>
              </p:nvPicPr>
              <p:blipFill>
                <a:blip r:embed="rId113"/>
                <a:stretch>
                  <a:fillRect/>
                </a:stretch>
              </p:blipFill>
              <p:spPr>
                <a:xfrm>
                  <a:off x="6219406" y="1930449"/>
                  <a:ext cx="7272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6" name="Entrada de lápiz 65">
                  <a:extLst>
                    <a:ext uri="{FF2B5EF4-FFF2-40B4-BE49-F238E27FC236}">
                      <a16:creationId xmlns:a16="http://schemas.microsoft.com/office/drawing/2014/main" id="{8CBD5F10-CBEF-49DD-9788-A9F4E7DD563E}"/>
                    </a:ext>
                  </a:extLst>
                </p14:cNvPr>
                <p14:cNvContentPartPr/>
                <p14:nvPr/>
              </p14:nvContentPartPr>
              <p14:xfrm>
                <a:off x="6202846" y="2087769"/>
                <a:ext cx="218520" cy="27720"/>
              </p14:xfrm>
            </p:contentPart>
          </mc:Choice>
          <mc:Fallback>
            <p:pic>
              <p:nvPicPr>
                <p:cNvPr id="66" name="Entrada de lápiz 65">
                  <a:extLst>
                    <a:ext uri="{FF2B5EF4-FFF2-40B4-BE49-F238E27FC236}">
                      <a16:creationId xmlns:a16="http://schemas.microsoft.com/office/drawing/2014/main" id="{8CBD5F10-CBEF-49DD-9788-A9F4E7DD563E}"/>
                    </a:ext>
                  </a:extLst>
                </p:cNvPr>
                <p:cNvPicPr/>
                <p:nvPr/>
              </p:nvPicPr>
              <p:blipFill>
                <a:blip r:embed="rId115"/>
                <a:stretch>
                  <a:fillRect/>
                </a:stretch>
              </p:blipFill>
              <p:spPr>
                <a:xfrm>
                  <a:off x="6193846" y="2079129"/>
                  <a:ext cx="23616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7" name="Entrada de lápiz 66">
                  <a:extLst>
                    <a:ext uri="{FF2B5EF4-FFF2-40B4-BE49-F238E27FC236}">
                      <a16:creationId xmlns:a16="http://schemas.microsoft.com/office/drawing/2014/main" id="{44377A69-4E54-47CA-B252-987843A22D0E}"/>
                    </a:ext>
                  </a:extLst>
                </p14:cNvPr>
                <p14:cNvContentPartPr/>
                <p14:nvPr/>
              </p14:nvContentPartPr>
              <p14:xfrm>
                <a:off x="6523606" y="1973289"/>
                <a:ext cx="236880" cy="385200"/>
              </p14:xfrm>
            </p:contentPart>
          </mc:Choice>
          <mc:Fallback>
            <p:pic>
              <p:nvPicPr>
                <p:cNvPr id="67" name="Entrada de lápiz 66">
                  <a:extLst>
                    <a:ext uri="{FF2B5EF4-FFF2-40B4-BE49-F238E27FC236}">
                      <a16:creationId xmlns:a16="http://schemas.microsoft.com/office/drawing/2014/main" id="{44377A69-4E54-47CA-B252-987843A22D0E}"/>
                    </a:ext>
                  </a:extLst>
                </p:cNvPr>
                <p:cNvPicPr/>
                <p:nvPr/>
              </p:nvPicPr>
              <p:blipFill>
                <a:blip r:embed="rId117"/>
                <a:stretch>
                  <a:fillRect/>
                </a:stretch>
              </p:blipFill>
              <p:spPr>
                <a:xfrm>
                  <a:off x="6514606" y="1964289"/>
                  <a:ext cx="254520" cy="4028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8" name="Entrada de lápiz 67">
                  <a:extLst>
                    <a:ext uri="{FF2B5EF4-FFF2-40B4-BE49-F238E27FC236}">
                      <a16:creationId xmlns:a16="http://schemas.microsoft.com/office/drawing/2014/main" id="{95EDB274-F076-4843-BD01-341282C432D1}"/>
                    </a:ext>
                  </a:extLst>
                </p14:cNvPr>
                <p14:cNvContentPartPr/>
                <p14:nvPr/>
              </p14:nvContentPartPr>
              <p14:xfrm>
                <a:off x="6884326" y="1965729"/>
                <a:ext cx="154080" cy="298800"/>
              </p14:xfrm>
            </p:contentPart>
          </mc:Choice>
          <mc:Fallback>
            <p:pic>
              <p:nvPicPr>
                <p:cNvPr id="68" name="Entrada de lápiz 67">
                  <a:extLst>
                    <a:ext uri="{FF2B5EF4-FFF2-40B4-BE49-F238E27FC236}">
                      <a16:creationId xmlns:a16="http://schemas.microsoft.com/office/drawing/2014/main" id="{95EDB274-F076-4843-BD01-341282C432D1}"/>
                    </a:ext>
                  </a:extLst>
                </p:cNvPr>
                <p:cNvPicPr/>
                <p:nvPr/>
              </p:nvPicPr>
              <p:blipFill>
                <a:blip r:embed="rId119"/>
                <a:stretch>
                  <a:fillRect/>
                </a:stretch>
              </p:blipFill>
              <p:spPr>
                <a:xfrm>
                  <a:off x="6875686" y="1956729"/>
                  <a:ext cx="17172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9" name="Entrada de lápiz 68">
                  <a:extLst>
                    <a:ext uri="{FF2B5EF4-FFF2-40B4-BE49-F238E27FC236}">
                      <a16:creationId xmlns:a16="http://schemas.microsoft.com/office/drawing/2014/main" id="{76936031-0B57-4E67-A1AC-F9587B450479}"/>
                    </a:ext>
                  </a:extLst>
                </p14:cNvPr>
                <p14:cNvContentPartPr/>
                <p14:nvPr/>
              </p14:nvContentPartPr>
              <p14:xfrm>
                <a:off x="7097086" y="2002809"/>
                <a:ext cx="145800" cy="249480"/>
              </p14:xfrm>
            </p:contentPart>
          </mc:Choice>
          <mc:Fallback>
            <p:pic>
              <p:nvPicPr>
                <p:cNvPr id="69" name="Entrada de lápiz 68">
                  <a:extLst>
                    <a:ext uri="{FF2B5EF4-FFF2-40B4-BE49-F238E27FC236}">
                      <a16:creationId xmlns:a16="http://schemas.microsoft.com/office/drawing/2014/main" id="{76936031-0B57-4E67-A1AC-F9587B450479}"/>
                    </a:ext>
                  </a:extLst>
                </p:cNvPr>
                <p:cNvPicPr/>
                <p:nvPr/>
              </p:nvPicPr>
              <p:blipFill>
                <a:blip r:embed="rId121"/>
                <a:stretch>
                  <a:fillRect/>
                </a:stretch>
              </p:blipFill>
              <p:spPr>
                <a:xfrm>
                  <a:off x="7088446" y="1993809"/>
                  <a:ext cx="16344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0" name="Entrada de lápiz 69">
                  <a:extLst>
                    <a:ext uri="{FF2B5EF4-FFF2-40B4-BE49-F238E27FC236}">
                      <a16:creationId xmlns:a16="http://schemas.microsoft.com/office/drawing/2014/main" id="{0BDE123E-BA18-4653-B545-E07377DE8E4C}"/>
                    </a:ext>
                  </a:extLst>
                </p14:cNvPr>
                <p14:cNvContentPartPr/>
                <p14:nvPr/>
              </p14:nvContentPartPr>
              <p14:xfrm>
                <a:off x="7365646" y="2078409"/>
                <a:ext cx="218520" cy="102600"/>
              </p14:xfrm>
            </p:contentPart>
          </mc:Choice>
          <mc:Fallback>
            <p:pic>
              <p:nvPicPr>
                <p:cNvPr id="70" name="Entrada de lápiz 69">
                  <a:extLst>
                    <a:ext uri="{FF2B5EF4-FFF2-40B4-BE49-F238E27FC236}">
                      <a16:creationId xmlns:a16="http://schemas.microsoft.com/office/drawing/2014/main" id="{0BDE123E-BA18-4653-B545-E07377DE8E4C}"/>
                    </a:ext>
                  </a:extLst>
                </p:cNvPr>
                <p:cNvPicPr/>
                <p:nvPr/>
              </p:nvPicPr>
              <p:blipFill>
                <a:blip r:embed="rId123"/>
                <a:stretch>
                  <a:fillRect/>
                </a:stretch>
              </p:blipFill>
              <p:spPr>
                <a:xfrm>
                  <a:off x="7357006" y="2069769"/>
                  <a:ext cx="2361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1" name="Entrada de lápiz 70">
                  <a:extLst>
                    <a:ext uri="{FF2B5EF4-FFF2-40B4-BE49-F238E27FC236}">
                      <a16:creationId xmlns:a16="http://schemas.microsoft.com/office/drawing/2014/main" id="{E7CE5B95-1922-46C6-8752-EC13ED17A3BA}"/>
                    </a:ext>
                  </a:extLst>
                </p14:cNvPr>
                <p14:cNvContentPartPr/>
                <p14:nvPr/>
              </p14:nvContentPartPr>
              <p14:xfrm>
                <a:off x="7678486" y="1963209"/>
                <a:ext cx="126360" cy="289080"/>
              </p14:xfrm>
            </p:contentPart>
          </mc:Choice>
          <mc:Fallback>
            <p:pic>
              <p:nvPicPr>
                <p:cNvPr id="71" name="Entrada de lápiz 70">
                  <a:extLst>
                    <a:ext uri="{FF2B5EF4-FFF2-40B4-BE49-F238E27FC236}">
                      <a16:creationId xmlns:a16="http://schemas.microsoft.com/office/drawing/2014/main" id="{E7CE5B95-1922-46C6-8752-EC13ED17A3BA}"/>
                    </a:ext>
                  </a:extLst>
                </p:cNvPr>
                <p:cNvPicPr/>
                <p:nvPr/>
              </p:nvPicPr>
              <p:blipFill>
                <a:blip r:embed="rId125"/>
                <a:stretch>
                  <a:fillRect/>
                </a:stretch>
              </p:blipFill>
              <p:spPr>
                <a:xfrm>
                  <a:off x="7669486" y="1954569"/>
                  <a:ext cx="14400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2" name="Entrada de lápiz 71">
                  <a:extLst>
                    <a:ext uri="{FF2B5EF4-FFF2-40B4-BE49-F238E27FC236}">
                      <a16:creationId xmlns:a16="http://schemas.microsoft.com/office/drawing/2014/main" id="{A3628839-D6D1-484F-AD76-27C1F8DE5493}"/>
                    </a:ext>
                  </a:extLst>
                </p14:cNvPr>
                <p14:cNvContentPartPr/>
                <p14:nvPr/>
              </p14:nvContentPartPr>
              <p14:xfrm>
                <a:off x="7839766" y="1840449"/>
                <a:ext cx="161640" cy="428760"/>
              </p14:xfrm>
            </p:contentPart>
          </mc:Choice>
          <mc:Fallback>
            <p:pic>
              <p:nvPicPr>
                <p:cNvPr id="72" name="Entrada de lápiz 71">
                  <a:extLst>
                    <a:ext uri="{FF2B5EF4-FFF2-40B4-BE49-F238E27FC236}">
                      <a16:creationId xmlns:a16="http://schemas.microsoft.com/office/drawing/2014/main" id="{A3628839-D6D1-484F-AD76-27C1F8DE5493}"/>
                    </a:ext>
                  </a:extLst>
                </p:cNvPr>
                <p:cNvPicPr/>
                <p:nvPr/>
              </p:nvPicPr>
              <p:blipFill>
                <a:blip r:embed="rId127"/>
                <a:stretch>
                  <a:fillRect/>
                </a:stretch>
              </p:blipFill>
              <p:spPr>
                <a:xfrm>
                  <a:off x="7831126" y="1831809"/>
                  <a:ext cx="179280" cy="446400"/>
                </a:xfrm>
                <a:prstGeom prst="rect">
                  <a:avLst/>
                </a:prstGeom>
              </p:spPr>
            </p:pic>
          </mc:Fallback>
        </mc:AlternateContent>
      </p:grpSp>
      <p:grpSp>
        <p:nvGrpSpPr>
          <p:cNvPr id="93" name="Grupo 92">
            <a:extLst>
              <a:ext uri="{FF2B5EF4-FFF2-40B4-BE49-F238E27FC236}">
                <a16:creationId xmlns:a16="http://schemas.microsoft.com/office/drawing/2014/main" id="{85896534-7CD7-4FA2-B378-F52A7B06F4EF}"/>
              </a:ext>
            </a:extLst>
          </p:cNvPr>
          <p:cNvGrpSpPr/>
          <p:nvPr/>
        </p:nvGrpSpPr>
        <p:grpSpPr>
          <a:xfrm>
            <a:off x="8228566" y="1873929"/>
            <a:ext cx="1806480" cy="459000"/>
            <a:chOff x="8228566" y="1873929"/>
            <a:chExt cx="1806480" cy="459000"/>
          </a:xfrm>
        </p:grpSpPr>
        <mc:AlternateContent xmlns:mc="http://schemas.openxmlformats.org/markup-compatibility/2006">
          <mc:Choice xmlns:p14="http://schemas.microsoft.com/office/powerpoint/2010/main" Requires="p14">
            <p:contentPart p14:bwMode="auto" r:id="rId128">
              <p14:nvContentPartPr>
                <p14:cNvPr id="73" name="Entrada de lápiz 72">
                  <a:extLst>
                    <a:ext uri="{FF2B5EF4-FFF2-40B4-BE49-F238E27FC236}">
                      <a16:creationId xmlns:a16="http://schemas.microsoft.com/office/drawing/2014/main" id="{47CBCDA6-69A6-44CF-B117-69475418E2BA}"/>
                    </a:ext>
                  </a:extLst>
                </p14:cNvPr>
                <p14:cNvContentPartPr/>
                <p14:nvPr/>
              </p14:nvContentPartPr>
              <p14:xfrm>
                <a:off x="8341246" y="1893729"/>
                <a:ext cx="36000" cy="360360"/>
              </p14:xfrm>
            </p:contentPart>
          </mc:Choice>
          <mc:Fallback>
            <p:pic>
              <p:nvPicPr>
                <p:cNvPr id="73" name="Entrada de lápiz 72">
                  <a:extLst>
                    <a:ext uri="{FF2B5EF4-FFF2-40B4-BE49-F238E27FC236}">
                      <a16:creationId xmlns:a16="http://schemas.microsoft.com/office/drawing/2014/main" id="{47CBCDA6-69A6-44CF-B117-69475418E2BA}"/>
                    </a:ext>
                  </a:extLst>
                </p:cNvPr>
                <p:cNvPicPr/>
                <p:nvPr/>
              </p:nvPicPr>
              <p:blipFill>
                <a:blip r:embed="rId129"/>
                <a:stretch>
                  <a:fillRect/>
                </a:stretch>
              </p:blipFill>
              <p:spPr>
                <a:xfrm>
                  <a:off x="8332606" y="1884729"/>
                  <a:ext cx="53640" cy="3780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4" name="Entrada de lápiz 73">
                  <a:extLst>
                    <a:ext uri="{FF2B5EF4-FFF2-40B4-BE49-F238E27FC236}">
                      <a16:creationId xmlns:a16="http://schemas.microsoft.com/office/drawing/2014/main" id="{5B17ABCB-8E99-42B3-9C71-231B7F8AB10C}"/>
                    </a:ext>
                  </a:extLst>
                </p14:cNvPr>
                <p14:cNvContentPartPr/>
                <p14:nvPr/>
              </p14:nvContentPartPr>
              <p14:xfrm>
                <a:off x="8228566" y="2136369"/>
                <a:ext cx="329040" cy="360"/>
              </p14:xfrm>
            </p:contentPart>
          </mc:Choice>
          <mc:Fallback>
            <p:pic>
              <p:nvPicPr>
                <p:cNvPr id="74" name="Entrada de lápiz 73">
                  <a:extLst>
                    <a:ext uri="{FF2B5EF4-FFF2-40B4-BE49-F238E27FC236}">
                      <a16:creationId xmlns:a16="http://schemas.microsoft.com/office/drawing/2014/main" id="{5B17ABCB-8E99-42B3-9C71-231B7F8AB10C}"/>
                    </a:ext>
                  </a:extLst>
                </p:cNvPr>
                <p:cNvPicPr/>
                <p:nvPr/>
              </p:nvPicPr>
              <p:blipFill>
                <a:blip r:embed="rId131"/>
                <a:stretch>
                  <a:fillRect/>
                </a:stretch>
              </p:blipFill>
              <p:spPr>
                <a:xfrm>
                  <a:off x="8219926" y="2127369"/>
                  <a:ext cx="3466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5" name="Entrada de lápiz 74">
                  <a:extLst>
                    <a:ext uri="{FF2B5EF4-FFF2-40B4-BE49-F238E27FC236}">
                      <a16:creationId xmlns:a16="http://schemas.microsoft.com/office/drawing/2014/main" id="{2189419D-7EB0-41A7-9596-9B92DA7A704A}"/>
                    </a:ext>
                  </a:extLst>
                </p14:cNvPr>
                <p14:cNvContentPartPr/>
                <p14:nvPr/>
              </p14:nvContentPartPr>
              <p14:xfrm>
                <a:off x="8744806" y="1959249"/>
                <a:ext cx="23040" cy="373680"/>
              </p14:xfrm>
            </p:contentPart>
          </mc:Choice>
          <mc:Fallback>
            <p:pic>
              <p:nvPicPr>
                <p:cNvPr id="75" name="Entrada de lápiz 74">
                  <a:extLst>
                    <a:ext uri="{FF2B5EF4-FFF2-40B4-BE49-F238E27FC236}">
                      <a16:creationId xmlns:a16="http://schemas.microsoft.com/office/drawing/2014/main" id="{2189419D-7EB0-41A7-9596-9B92DA7A704A}"/>
                    </a:ext>
                  </a:extLst>
                </p:cNvPr>
                <p:cNvPicPr/>
                <p:nvPr/>
              </p:nvPicPr>
              <p:blipFill>
                <a:blip r:embed="rId133"/>
                <a:stretch>
                  <a:fillRect/>
                </a:stretch>
              </p:blipFill>
              <p:spPr>
                <a:xfrm>
                  <a:off x="8735806" y="1950609"/>
                  <a:ext cx="4068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6" name="Entrada de lápiz 75">
                  <a:extLst>
                    <a:ext uri="{FF2B5EF4-FFF2-40B4-BE49-F238E27FC236}">
                      <a16:creationId xmlns:a16="http://schemas.microsoft.com/office/drawing/2014/main" id="{713E25A1-69BE-4FC6-A0EA-1EC01FBE807D}"/>
                    </a:ext>
                  </a:extLst>
                </p14:cNvPr>
                <p14:cNvContentPartPr/>
                <p14:nvPr/>
              </p14:nvContentPartPr>
              <p14:xfrm>
                <a:off x="8716366" y="1959969"/>
                <a:ext cx="237960" cy="239040"/>
              </p14:xfrm>
            </p:contentPart>
          </mc:Choice>
          <mc:Fallback>
            <p:pic>
              <p:nvPicPr>
                <p:cNvPr id="76" name="Entrada de lápiz 75">
                  <a:extLst>
                    <a:ext uri="{FF2B5EF4-FFF2-40B4-BE49-F238E27FC236}">
                      <a16:creationId xmlns:a16="http://schemas.microsoft.com/office/drawing/2014/main" id="{713E25A1-69BE-4FC6-A0EA-1EC01FBE807D}"/>
                    </a:ext>
                  </a:extLst>
                </p:cNvPr>
                <p:cNvPicPr/>
                <p:nvPr/>
              </p:nvPicPr>
              <p:blipFill>
                <a:blip r:embed="rId135"/>
                <a:stretch>
                  <a:fillRect/>
                </a:stretch>
              </p:blipFill>
              <p:spPr>
                <a:xfrm>
                  <a:off x="8707366" y="1950969"/>
                  <a:ext cx="25560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7" name="Entrada de lápiz 76">
                  <a:extLst>
                    <a:ext uri="{FF2B5EF4-FFF2-40B4-BE49-F238E27FC236}">
                      <a16:creationId xmlns:a16="http://schemas.microsoft.com/office/drawing/2014/main" id="{D25A47D6-BF81-4A63-8BD3-07DDD822BC9E}"/>
                    </a:ext>
                  </a:extLst>
                </p14:cNvPr>
                <p14:cNvContentPartPr/>
                <p14:nvPr/>
              </p14:nvContentPartPr>
              <p14:xfrm>
                <a:off x="8993566" y="1976169"/>
                <a:ext cx="338400" cy="312120"/>
              </p14:xfrm>
            </p:contentPart>
          </mc:Choice>
          <mc:Fallback>
            <p:pic>
              <p:nvPicPr>
                <p:cNvPr id="77" name="Entrada de lápiz 76">
                  <a:extLst>
                    <a:ext uri="{FF2B5EF4-FFF2-40B4-BE49-F238E27FC236}">
                      <a16:creationId xmlns:a16="http://schemas.microsoft.com/office/drawing/2014/main" id="{D25A47D6-BF81-4A63-8BD3-07DDD822BC9E}"/>
                    </a:ext>
                  </a:extLst>
                </p:cNvPr>
                <p:cNvPicPr/>
                <p:nvPr/>
              </p:nvPicPr>
              <p:blipFill>
                <a:blip r:embed="rId137"/>
                <a:stretch>
                  <a:fillRect/>
                </a:stretch>
              </p:blipFill>
              <p:spPr>
                <a:xfrm>
                  <a:off x="8984566" y="1967169"/>
                  <a:ext cx="35604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8" name="Entrada de lápiz 77">
                  <a:extLst>
                    <a:ext uri="{FF2B5EF4-FFF2-40B4-BE49-F238E27FC236}">
                      <a16:creationId xmlns:a16="http://schemas.microsoft.com/office/drawing/2014/main" id="{7042F827-4D74-4F5A-AC54-BA2EC40AAB44}"/>
                    </a:ext>
                  </a:extLst>
                </p14:cNvPr>
                <p14:cNvContentPartPr/>
                <p14:nvPr/>
              </p14:nvContentPartPr>
              <p14:xfrm>
                <a:off x="9171406" y="1959969"/>
                <a:ext cx="393480" cy="315000"/>
              </p14:xfrm>
            </p:contentPart>
          </mc:Choice>
          <mc:Fallback>
            <p:pic>
              <p:nvPicPr>
                <p:cNvPr id="78" name="Entrada de lápiz 77">
                  <a:extLst>
                    <a:ext uri="{FF2B5EF4-FFF2-40B4-BE49-F238E27FC236}">
                      <a16:creationId xmlns:a16="http://schemas.microsoft.com/office/drawing/2014/main" id="{7042F827-4D74-4F5A-AC54-BA2EC40AAB44}"/>
                    </a:ext>
                  </a:extLst>
                </p:cNvPr>
                <p:cNvPicPr/>
                <p:nvPr/>
              </p:nvPicPr>
              <p:blipFill>
                <a:blip r:embed="rId139"/>
                <a:stretch>
                  <a:fillRect/>
                </a:stretch>
              </p:blipFill>
              <p:spPr>
                <a:xfrm>
                  <a:off x="9162766" y="1951329"/>
                  <a:ext cx="41112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9" name="Entrada de lápiz 78">
                  <a:extLst>
                    <a:ext uri="{FF2B5EF4-FFF2-40B4-BE49-F238E27FC236}">
                      <a16:creationId xmlns:a16="http://schemas.microsoft.com/office/drawing/2014/main" id="{7BE0EE19-BEEF-4E56-85A0-299714F2E09C}"/>
                    </a:ext>
                  </a:extLst>
                </p14:cNvPr>
                <p14:cNvContentPartPr/>
                <p14:nvPr/>
              </p14:nvContentPartPr>
              <p14:xfrm>
                <a:off x="9456886" y="2153289"/>
                <a:ext cx="166680" cy="24840"/>
              </p14:xfrm>
            </p:contentPart>
          </mc:Choice>
          <mc:Fallback>
            <p:pic>
              <p:nvPicPr>
                <p:cNvPr id="79" name="Entrada de lápiz 78">
                  <a:extLst>
                    <a:ext uri="{FF2B5EF4-FFF2-40B4-BE49-F238E27FC236}">
                      <a16:creationId xmlns:a16="http://schemas.microsoft.com/office/drawing/2014/main" id="{7BE0EE19-BEEF-4E56-85A0-299714F2E09C}"/>
                    </a:ext>
                  </a:extLst>
                </p:cNvPr>
                <p:cNvPicPr/>
                <p:nvPr/>
              </p:nvPicPr>
              <p:blipFill>
                <a:blip r:embed="rId141"/>
                <a:stretch>
                  <a:fillRect/>
                </a:stretch>
              </p:blipFill>
              <p:spPr>
                <a:xfrm>
                  <a:off x="9448246" y="2144649"/>
                  <a:ext cx="18432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0" name="Entrada de lápiz 79">
                  <a:extLst>
                    <a:ext uri="{FF2B5EF4-FFF2-40B4-BE49-F238E27FC236}">
                      <a16:creationId xmlns:a16="http://schemas.microsoft.com/office/drawing/2014/main" id="{F5E0A10E-788E-435D-8E0F-150E9D8897FA}"/>
                    </a:ext>
                  </a:extLst>
                </p14:cNvPr>
                <p14:cNvContentPartPr/>
                <p14:nvPr/>
              </p14:nvContentPartPr>
              <p14:xfrm>
                <a:off x="9754246" y="1954209"/>
                <a:ext cx="144360" cy="286560"/>
              </p14:xfrm>
            </p:contentPart>
          </mc:Choice>
          <mc:Fallback>
            <p:pic>
              <p:nvPicPr>
                <p:cNvPr id="80" name="Entrada de lápiz 79">
                  <a:extLst>
                    <a:ext uri="{FF2B5EF4-FFF2-40B4-BE49-F238E27FC236}">
                      <a16:creationId xmlns:a16="http://schemas.microsoft.com/office/drawing/2014/main" id="{F5E0A10E-788E-435D-8E0F-150E9D8897FA}"/>
                    </a:ext>
                  </a:extLst>
                </p:cNvPr>
                <p:cNvPicPr/>
                <p:nvPr/>
              </p:nvPicPr>
              <p:blipFill>
                <a:blip r:embed="rId143"/>
                <a:stretch>
                  <a:fillRect/>
                </a:stretch>
              </p:blipFill>
              <p:spPr>
                <a:xfrm>
                  <a:off x="9745606" y="1945569"/>
                  <a:ext cx="16200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1" name="Entrada de lápiz 80">
                  <a:extLst>
                    <a:ext uri="{FF2B5EF4-FFF2-40B4-BE49-F238E27FC236}">
                      <a16:creationId xmlns:a16="http://schemas.microsoft.com/office/drawing/2014/main" id="{7D16C24A-6938-4E27-9965-0ECAE81E5063}"/>
                    </a:ext>
                  </a:extLst>
                </p14:cNvPr>
                <p14:cNvContentPartPr/>
                <p14:nvPr/>
              </p14:nvContentPartPr>
              <p14:xfrm>
                <a:off x="9898246" y="1873929"/>
                <a:ext cx="136800" cy="411480"/>
              </p14:xfrm>
            </p:contentPart>
          </mc:Choice>
          <mc:Fallback>
            <p:pic>
              <p:nvPicPr>
                <p:cNvPr id="81" name="Entrada de lápiz 80">
                  <a:extLst>
                    <a:ext uri="{FF2B5EF4-FFF2-40B4-BE49-F238E27FC236}">
                      <a16:creationId xmlns:a16="http://schemas.microsoft.com/office/drawing/2014/main" id="{7D16C24A-6938-4E27-9965-0ECAE81E5063}"/>
                    </a:ext>
                  </a:extLst>
                </p:cNvPr>
                <p:cNvPicPr/>
                <p:nvPr/>
              </p:nvPicPr>
              <p:blipFill>
                <a:blip r:embed="rId145"/>
                <a:stretch>
                  <a:fillRect/>
                </a:stretch>
              </p:blipFill>
              <p:spPr>
                <a:xfrm>
                  <a:off x="9889606" y="1864929"/>
                  <a:ext cx="154440" cy="429120"/>
                </a:xfrm>
                <a:prstGeom prst="rect">
                  <a:avLst/>
                </a:prstGeom>
              </p:spPr>
            </p:pic>
          </mc:Fallback>
        </mc:AlternateContent>
      </p:grpSp>
      <p:grpSp>
        <p:nvGrpSpPr>
          <p:cNvPr id="92" name="Grupo 91">
            <a:extLst>
              <a:ext uri="{FF2B5EF4-FFF2-40B4-BE49-F238E27FC236}">
                <a16:creationId xmlns:a16="http://schemas.microsoft.com/office/drawing/2014/main" id="{9A16AABF-A0BB-4461-BCBD-CBF09C869FEC}"/>
              </a:ext>
            </a:extLst>
          </p:cNvPr>
          <p:cNvGrpSpPr/>
          <p:nvPr/>
        </p:nvGrpSpPr>
        <p:grpSpPr>
          <a:xfrm>
            <a:off x="10262926" y="1768449"/>
            <a:ext cx="1769040" cy="538920"/>
            <a:chOff x="10262926" y="1768449"/>
            <a:chExt cx="1769040" cy="538920"/>
          </a:xfrm>
        </p:grpSpPr>
        <mc:AlternateContent xmlns:mc="http://schemas.openxmlformats.org/markup-compatibility/2006">
          <mc:Choice xmlns:p14="http://schemas.microsoft.com/office/powerpoint/2010/main" Requires="p14">
            <p:contentPart p14:bwMode="auto" r:id="rId146">
              <p14:nvContentPartPr>
                <p14:cNvPr id="82" name="Entrada de lápiz 81">
                  <a:extLst>
                    <a:ext uri="{FF2B5EF4-FFF2-40B4-BE49-F238E27FC236}">
                      <a16:creationId xmlns:a16="http://schemas.microsoft.com/office/drawing/2014/main" id="{5C723BFA-3506-4689-92FC-3BBCE040A903}"/>
                    </a:ext>
                  </a:extLst>
                </p14:cNvPr>
                <p14:cNvContentPartPr/>
                <p14:nvPr/>
              </p14:nvContentPartPr>
              <p14:xfrm>
                <a:off x="10374526" y="1821729"/>
                <a:ext cx="15120" cy="376560"/>
              </p14:xfrm>
            </p:contentPart>
          </mc:Choice>
          <mc:Fallback>
            <p:pic>
              <p:nvPicPr>
                <p:cNvPr id="82" name="Entrada de lápiz 81">
                  <a:extLst>
                    <a:ext uri="{FF2B5EF4-FFF2-40B4-BE49-F238E27FC236}">
                      <a16:creationId xmlns:a16="http://schemas.microsoft.com/office/drawing/2014/main" id="{5C723BFA-3506-4689-92FC-3BBCE040A903}"/>
                    </a:ext>
                  </a:extLst>
                </p:cNvPr>
                <p:cNvPicPr/>
                <p:nvPr/>
              </p:nvPicPr>
              <p:blipFill>
                <a:blip r:embed="rId147"/>
                <a:stretch>
                  <a:fillRect/>
                </a:stretch>
              </p:blipFill>
              <p:spPr>
                <a:xfrm>
                  <a:off x="10365526" y="1812729"/>
                  <a:ext cx="3276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3" name="Entrada de lápiz 82">
                  <a:extLst>
                    <a:ext uri="{FF2B5EF4-FFF2-40B4-BE49-F238E27FC236}">
                      <a16:creationId xmlns:a16="http://schemas.microsoft.com/office/drawing/2014/main" id="{96FA542A-CDD4-453D-AEC9-90E6C417C491}"/>
                    </a:ext>
                  </a:extLst>
                </p14:cNvPr>
                <p14:cNvContentPartPr/>
                <p14:nvPr/>
              </p14:nvContentPartPr>
              <p14:xfrm>
                <a:off x="10262926" y="2052849"/>
                <a:ext cx="352080" cy="23040"/>
              </p14:xfrm>
            </p:contentPart>
          </mc:Choice>
          <mc:Fallback>
            <p:pic>
              <p:nvPicPr>
                <p:cNvPr id="83" name="Entrada de lápiz 82">
                  <a:extLst>
                    <a:ext uri="{FF2B5EF4-FFF2-40B4-BE49-F238E27FC236}">
                      <a16:creationId xmlns:a16="http://schemas.microsoft.com/office/drawing/2014/main" id="{96FA542A-CDD4-453D-AEC9-90E6C417C491}"/>
                    </a:ext>
                  </a:extLst>
                </p:cNvPr>
                <p:cNvPicPr/>
                <p:nvPr/>
              </p:nvPicPr>
              <p:blipFill>
                <a:blip r:embed="rId149"/>
                <a:stretch>
                  <a:fillRect/>
                </a:stretch>
              </p:blipFill>
              <p:spPr>
                <a:xfrm>
                  <a:off x="10253926" y="2044209"/>
                  <a:ext cx="3697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4" name="Entrada de lápiz 83">
                  <a:extLst>
                    <a:ext uri="{FF2B5EF4-FFF2-40B4-BE49-F238E27FC236}">
                      <a16:creationId xmlns:a16="http://schemas.microsoft.com/office/drawing/2014/main" id="{D6A00F6C-99D9-4827-8F40-C949C0EFBFAA}"/>
                    </a:ext>
                  </a:extLst>
                </p14:cNvPr>
                <p14:cNvContentPartPr/>
                <p14:nvPr/>
              </p14:nvContentPartPr>
              <p14:xfrm>
                <a:off x="10793926" y="1927929"/>
                <a:ext cx="56160" cy="379440"/>
              </p14:xfrm>
            </p:contentPart>
          </mc:Choice>
          <mc:Fallback>
            <p:pic>
              <p:nvPicPr>
                <p:cNvPr id="84" name="Entrada de lápiz 83">
                  <a:extLst>
                    <a:ext uri="{FF2B5EF4-FFF2-40B4-BE49-F238E27FC236}">
                      <a16:creationId xmlns:a16="http://schemas.microsoft.com/office/drawing/2014/main" id="{D6A00F6C-99D9-4827-8F40-C949C0EFBFAA}"/>
                    </a:ext>
                  </a:extLst>
                </p:cNvPr>
                <p:cNvPicPr/>
                <p:nvPr/>
              </p:nvPicPr>
              <p:blipFill>
                <a:blip r:embed="rId151"/>
                <a:stretch>
                  <a:fillRect/>
                </a:stretch>
              </p:blipFill>
              <p:spPr>
                <a:xfrm>
                  <a:off x="10784926" y="1918929"/>
                  <a:ext cx="7380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5" name="Entrada de lápiz 84">
                  <a:extLst>
                    <a:ext uri="{FF2B5EF4-FFF2-40B4-BE49-F238E27FC236}">
                      <a16:creationId xmlns:a16="http://schemas.microsoft.com/office/drawing/2014/main" id="{FDD99646-3871-4893-A662-506F7BB67179}"/>
                    </a:ext>
                  </a:extLst>
                </p14:cNvPr>
                <p14:cNvContentPartPr/>
                <p14:nvPr/>
              </p14:nvContentPartPr>
              <p14:xfrm>
                <a:off x="10807606" y="1901289"/>
                <a:ext cx="205560" cy="231480"/>
              </p14:xfrm>
            </p:contentPart>
          </mc:Choice>
          <mc:Fallback>
            <p:pic>
              <p:nvPicPr>
                <p:cNvPr id="85" name="Entrada de lápiz 84">
                  <a:extLst>
                    <a:ext uri="{FF2B5EF4-FFF2-40B4-BE49-F238E27FC236}">
                      <a16:creationId xmlns:a16="http://schemas.microsoft.com/office/drawing/2014/main" id="{FDD99646-3871-4893-A662-506F7BB67179}"/>
                    </a:ext>
                  </a:extLst>
                </p:cNvPr>
                <p:cNvPicPr/>
                <p:nvPr/>
              </p:nvPicPr>
              <p:blipFill>
                <a:blip r:embed="rId153"/>
                <a:stretch>
                  <a:fillRect/>
                </a:stretch>
              </p:blipFill>
              <p:spPr>
                <a:xfrm>
                  <a:off x="10798606" y="1892289"/>
                  <a:ext cx="2232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86" name="Entrada de lápiz 85">
                  <a:extLst>
                    <a:ext uri="{FF2B5EF4-FFF2-40B4-BE49-F238E27FC236}">
                      <a16:creationId xmlns:a16="http://schemas.microsoft.com/office/drawing/2014/main" id="{8E9340B0-36ED-49C4-8F5E-AE9CF1378CD0}"/>
                    </a:ext>
                  </a:extLst>
                </p14:cNvPr>
                <p14:cNvContentPartPr/>
                <p14:nvPr/>
              </p14:nvContentPartPr>
              <p14:xfrm>
                <a:off x="11046646" y="1889769"/>
                <a:ext cx="301680" cy="255240"/>
              </p14:xfrm>
            </p:contentPart>
          </mc:Choice>
          <mc:Fallback>
            <p:pic>
              <p:nvPicPr>
                <p:cNvPr id="86" name="Entrada de lápiz 85">
                  <a:extLst>
                    <a:ext uri="{FF2B5EF4-FFF2-40B4-BE49-F238E27FC236}">
                      <a16:creationId xmlns:a16="http://schemas.microsoft.com/office/drawing/2014/main" id="{8E9340B0-36ED-49C4-8F5E-AE9CF1378CD0}"/>
                    </a:ext>
                  </a:extLst>
                </p:cNvPr>
                <p:cNvPicPr/>
                <p:nvPr/>
              </p:nvPicPr>
              <p:blipFill>
                <a:blip r:embed="rId155"/>
                <a:stretch>
                  <a:fillRect/>
                </a:stretch>
              </p:blipFill>
              <p:spPr>
                <a:xfrm>
                  <a:off x="11037646" y="1881129"/>
                  <a:ext cx="31932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87" name="Entrada de lápiz 86">
                  <a:extLst>
                    <a:ext uri="{FF2B5EF4-FFF2-40B4-BE49-F238E27FC236}">
                      <a16:creationId xmlns:a16="http://schemas.microsoft.com/office/drawing/2014/main" id="{943C89EB-FED9-4A84-A7CA-4C8B71E5A609}"/>
                    </a:ext>
                  </a:extLst>
                </p14:cNvPr>
                <p14:cNvContentPartPr/>
                <p14:nvPr/>
              </p14:nvContentPartPr>
              <p14:xfrm>
                <a:off x="11227726" y="1871769"/>
                <a:ext cx="151920" cy="263880"/>
              </p14:xfrm>
            </p:contentPart>
          </mc:Choice>
          <mc:Fallback>
            <p:pic>
              <p:nvPicPr>
                <p:cNvPr id="87" name="Entrada de lápiz 86">
                  <a:extLst>
                    <a:ext uri="{FF2B5EF4-FFF2-40B4-BE49-F238E27FC236}">
                      <a16:creationId xmlns:a16="http://schemas.microsoft.com/office/drawing/2014/main" id="{943C89EB-FED9-4A84-A7CA-4C8B71E5A609}"/>
                    </a:ext>
                  </a:extLst>
                </p:cNvPr>
                <p:cNvPicPr/>
                <p:nvPr/>
              </p:nvPicPr>
              <p:blipFill>
                <a:blip r:embed="rId157"/>
                <a:stretch>
                  <a:fillRect/>
                </a:stretch>
              </p:blipFill>
              <p:spPr>
                <a:xfrm>
                  <a:off x="11219086" y="1863129"/>
                  <a:ext cx="16956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88" name="Entrada de lápiz 87">
                  <a:extLst>
                    <a:ext uri="{FF2B5EF4-FFF2-40B4-BE49-F238E27FC236}">
                      <a16:creationId xmlns:a16="http://schemas.microsoft.com/office/drawing/2014/main" id="{62ECA982-A1E5-49C9-BA0B-54BF99F3E867}"/>
                    </a:ext>
                  </a:extLst>
                </p14:cNvPr>
                <p14:cNvContentPartPr/>
                <p14:nvPr/>
              </p14:nvContentPartPr>
              <p14:xfrm>
                <a:off x="11431126" y="2000649"/>
                <a:ext cx="222480" cy="99720"/>
              </p14:xfrm>
            </p:contentPart>
          </mc:Choice>
          <mc:Fallback>
            <p:pic>
              <p:nvPicPr>
                <p:cNvPr id="88" name="Entrada de lápiz 87">
                  <a:extLst>
                    <a:ext uri="{FF2B5EF4-FFF2-40B4-BE49-F238E27FC236}">
                      <a16:creationId xmlns:a16="http://schemas.microsoft.com/office/drawing/2014/main" id="{62ECA982-A1E5-49C9-BA0B-54BF99F3E867}"/>
                    </a:ext>
                  </a:extLst>
                </p:cNvPr>
                <p:cNvPicPr/>
                <p:nvPr/>
              </p:nvPicPr>
              <p:blipFill>
                <a:blip r:embed="rId159"/>
                <a:stretch>
                  <a:fillRect/>
                </a:stretch>
              </p:blipFill>
              <p:spPr>
                <a:xfrm>
                  <a:off x="11422126" y="1992009"/>
                  <a:ext cx="24012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89" name="Entrada de lápiz 88">
                  <a:extLst>
                    <a:ext uri="{FF2B5EF4-FFF2-40B4-BE49-F238E27FC236}">
                      <a16:creationId xmlns:a16="http://schemas.microsoft.com/office/drawing/2014/main" id="{BA02CE02-C33F-46FC-9E8E-17EEE8ADEFF6}"/>
                    </a:ext>
                  </a:extLst>
                </p14:cNvPr>
                <p14:cNvContentPartPr/>
                <p14:nvPr/>
              </p14:nvContentPartPr>
              <p14:xfrm>
                <a:off x="11719126" y="1892649"/>
                <a:ext cx="138960" cy="270360"/>
              </p14:xfrm>
            </p:contentPart>
          </mc:Choice>
          <mc:Fallback>
            <p:pic>
              <p:nvPicPr>
                <p:cNvPr id="89" name="Entrada de lápiz 88">
                  <a:extLst>
                    <a:ext uri="{FF2B5EF4-FFF2-40B4-BE49-F238E27FC236}">
                      <a16:creationId xmlns:a16="http://schemas.microsoft.com/office/drawing/2014/main" id="{BA02CE02-C33F-46FC-9E8E-17EEE8ADEFF6}"/>
                    </a:ext>
                  </a:extLst>
                </p:cNvPr>
                <p:cNvPicPr/>
                <p:nvPr/>
              </p:nvPicPr>
              <p:blipFill>
                <a:blip r:embed="rId161"/>
                <a:stretch>
                  <a:fillRect/>
                </a:stretch>
              </p:blipFill>
              <p:spPr>
                <a:xfrm>
                  <a:off x="11710486" y="1884009"/>
                  <a:ext cx="15660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0" name="Entrada de lápiz 89">
                  <a:extLst>
                    <a:ext uri="{FF2B5EF4-FFF2-40B4-BE49-F238E27FC236}">
                      <a16:creationId xmlns:a16="http://schemas.microsoft.com/office/drawing/2014/main" id="{F59B416B-9C1E-4DFD-A0C1-9737D171497D}"/>
                    </a:ext>
                  </a:extLst>
                </p14:cNvPr>
                <p14:cNvContentPartPr/>
                <p14:nvPr/>
              </p14:nvContentPartPr>
              <p14:xfrm>
                <a:off x="11947366" y="1768449"/>
                <a:ext cx="84600" cy="403920"/>
              </p14:xfrm>
            </p:contentPart>
          </mc:Choice>
          <mc:Fallback>
            <p:pic>
              <p:nvPicPr>
                <p:cNvPr id="90" name="Entrada de lápiz 89">
                  <a:extLst>
                    <a:ext uri="{FF2B5EF4-FFF2-40B4-BE49-F238E27FC236}">
                      <a16:creationId xmlns:a16="http://schemas.microsoft.com/office/drawing/2014/main" id="{F59B416B-9C1E-4DFD-A0C1-9737D171497D}"/>
                    </a:ext>
                  </a:extLst>
                </p:cNvPr>
                <p:cNvPicPr/>
                <p:nvPr/>
              </p:nvPicPr>
              <p:blipFill>
                <a:blip r:embed="rId163"/>
                <a:stretch>
                  <a:fillRect/>
                </a:stretch>
              </p:blipFill>
              <p:spPr>
                <a:xfrm>
                  <a:off x="11938366" y="1759809"/>
                  <a:ext cx="102240" cy="421560"/>
                </a:xfrm>
                <a:prstGeom prst="rect">
                  <a:avLst/>
                </a:prstGeom>
              </p:spPr>
            </p:pic>
          </mc:Fallback>
        </mc:AlternateContent>
      </p:grpSp>
      <p:grpSp>
        <p:nvGrpSpPr>
          <p:cNvPr id="111" name="Grupo 110">
            <a:extLst>
              <a:ext uri="{FF2B5EF4-FFF2-40B4-BE49-F238E27FC236}">
                <a16:creationId xmlns:a16="http://schemas.microsoft.com/office/drawing/2014/main" id="{B7353DDB-F459-4BAC-92C8-F19300D149AB}"/>
              </a:ext>
            </a:extLst>
          </p:cNvPr>
          <p:cNvGrpSpPr/>
          <p:nvPr/>
        </p:nvGrpSpPr>
        <p:grpSpPr>
          <a:xfrm>
            <a:off x="4539286" y="2635689"/>
            <a:ext cx="618120" cy="511200"/>
            <a:chOff x="4539286" y="2635689"/>
            <a:chExt cx="618120" cy="511200"/>
          </a:xfrm>
        </p:grpSpPr>
        <mc:AlternateContent xmlns:mc="http://schemas.openxmlformats.org/markup-compatibility/2006">
          <mc:Choice xmlns:p14="http://schemas.microsoft.com/office/powerpoint/2010/main" Requires="p14">
            <p:contentPart p14:bwMode="auto" r:id="rId164">
              <p14:nvContentPartPr>
                <p14:cNvPr id="108" name="Entrada de lápiz 107">
                  <a:extLst>
                    <a:ext uri="{FF2B5EF4-FFF2-40B4-BE49-F238E27FC236}">
                      <a16:creationId xmlns:a16="http://schemas.microsoft.com/office/drawing/2014/main" id="{8A36D223-3B35-4EF3-BB58-9D3BECFD0399}"/>
                    </a:ext>
                  </a:extLst>
                </p14:cNvPr>
                <p14:cNvContentPartPr/>
                <p14:nvPr/>
              </p14:nvContentPartPr>
              <p14:xfrm>
                <a:off x="4539286" y="2884809"/>
                <a:ext cx="189000" cy="158760"/>
              </p14:xfrm>
            </p:contentPart>
          </mc:Choice>
          <mc:Fallback>
            <p:pic>
              <p:nvPicPr>
                <p:cNvPr id="108" name="Entrada de lápiz 107">
                  <a:extLst>
                    <a:ext uri="{FF2B5EF4-FFF2-40B4-BE49-F238E27FC236}">
                      <a16:creationId xmlns:a16="http://schemas.microsoft.com/office/drawing/2014/main" id="{8A36D223-3B35-4EF3-BB58-9D3BECFD0399}"/>
                    </a:ext>
                  </a:extLst>
                </p:cNvPr>
                <p:cNvPicPr/>
                <p:nvPr/>
              </p:nvPicPr>
              <p:blipFill>
                <a:blip r:embed="rId165"/>
                <a:stretch>
                  <a:fillRect/>
                </a:stretch>
              </p:blipFill>
              <p:spPr>
                <a:xfrm>
                  <a:off x="4530286" y="2876169"/>
                  <a:ext cx="2066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9" name="Entrada de lápiz 108">
                  <a:extLst>
                    <a:ext uri="{FF2B5EF4-FFF2-40B4-BE49-F238E27FC236}">
                      <a16:creationId xmlns:a16="http://schemas.microsoft.com/office/drawing/2014/main" id="{CF02650E-FCEA-4F85-A9A7-6E9B640C1A82}"/>
                    </a:ext>
                  </a:extLst>
                </p14:cNvPr>
                <p14:cNvContentPartPr/>
                <p14:nvPr/>
              </p14:nvContentPartPr>
              <p14:xfrm>
                <a:off x="4834486" y="2793009"/>
                <a:ext cx="168840" cy="241200"/>
              </p14:xfrm>
            </p:contentPart>
          </mc:Choice>
          <mc:Fallback>
            <p:pic>
              <p:nvPicPr>
                <p:cNvPr id="109" name="Entrada de lápiz 108">
                  <a:extLst>
                    <a:ext uri="{FF2B5EF4-FFF2-40B4-BE49-F238E27FC236}">
                      <a16:creationId xmlns:a16="http://schemas.microsoft.com/office/drawing/2014/main" id="{CF02650E-FCEA-4F85-A9A7-6E9B640C1A82}"/>
                    </a:ext>
                  </a:extLst>
                </p:cNvPr>
                <p:cNvPicPr/>
                <p:nvPr/>
              </p:nvPicPr>
              <p:blipFill>
                <a:blip r:embed="rId167"/>
                <a:stretch>
                  <a:fillRect/>
                </a:stretch>
              </p:blipFill>
              <p:spPr>
                <a:xfrm>
                  <a:off x="4825486" y="2784009"/>
                  <a:ext cx="18648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0" name="Entrada de lápiz 109">
                  <a:extLst>
                    <a:ext uri="{FF2B5EF4-FFF2-40B4-BE49-F238E27FC236}">
                      <a16:creationId xmlns:a16="http://schemas.microsoft.com/office/drawing/2014/main" id="{740EFEBF-9DF4-4180-9372-271EF0654A47}"/>
                    </a:ext>
                  </a:extLst>
                </p14:cNvPr>
                <p14:cNvContentPartPr/>
                <p14:nvPr/>
              </p14:nvContentPartPr>
              <p14:xfrm>
                <a:off x="5033566" y="2635689"/>
                <a:ext cx="123840" cy="511200"/>
              </p14:xfrm>
            </p:contentPart>
          </mc:Choice>
          <mc:Fallback>
            <p:pic>
              <p:nvPicPr>
                <p:cNvPr id="110" name="Entrada de lápiz 109">
                  <a:extLst>
                    <a:ext uri="{FF2B5EF4-FFF2-40B4-BE49-F238E27FC236}">
                      <a16:creationId xmlns:a16="http://schemas.microsoft.com/office/drawing/2014/main" id="{740EFEBF-9DF4-4180-9372-271EF0654A47}"/>
                    </a:ext>
                  </a:extLst>
                </p:cNvPr>
                <p:cNvPicPr/>
                <p:nvPr/>
              </p:nvPicPr>
              <p:blipFill>
                <a:blip r:embed="rId169"/>
                <a:stretch>
                  <a:fillRect/>
                </a:stretch>
              </p:blipFill>
              <p:spPr>
                <a:xfrm>
                  <a:off x="5024566" y="2626689"/>
                  <a:ext cx="141480" cy="528840"/>
                </a:xfrm>
                <a:prstGeom prst="rect">
                  <a:avLst/>
                </a:prstGeom>
              </p:spPr>
            </p:pic>
          </mc:Fallback>
        </mc:AlternateContent>
      </p:grpSp>
      <p:grpSp>
        <p:nvGrpSpPr>
          <p:cNvPr id="126" name="Grupo 125">
            <a:extLst>
              <a:ext uri="{FF2B5EF4-FFF2-40B4-BE49-F238E27FC236}">
                <a16:creationId xmlns:a16="http://schemas.microsoft.com/office/drawing/2014/main" id="{A577BB96-441F-41D7-8D7D-30ABB305DBE2}"/>
              </a:ext>
            </a:extLst>
          </p:cNvPr>
          <p:cNvGrpSpPr/>
          <p:nvPr/>
        </p:nvGrpSpPr>
        <p:grpSpPr>
          <a:xfrm>
            <a:off x="5542246" y="2833689"/>
            <a:ext cx="221400" cy="106560"/>
            <a:chOff x="5542246" y="2833689"/>
            <a:chExt cx="221400" cy="106560"/>
          </a:xfrm>
        </p:grpSpPr>
        <mc:AlternateContent xmlns:mc="http://schemas.openxmlformats.org/markup-compatibility/2006">
          <mc:Choice xmlns:p14="http://schemas.microsoft.com/office/powerpoint/2010/main" Requires="p14">
            <p:contentPart p14:bwMode="auto" r:id="rId170">
              <p14:nvContentPartPr>
                <p14:cNvPr id="112" name="Entrada de lápiz 111">
                  <a:extLst>
                    <a:ext uri="{FF2B5EF4-FFF2-40B4-BE49-F238E27FC236}">
                      <a16:creationId xmlns:a16="http://schemas.microsoft.com/office/drawing/2014/main" id="{12ECF5EC-750F-4FD9-8F0C-3E0965CF3880}"/>
                    </a:ext>
                  </a:extLst>
                </p14:cNvPr>
                <p14:cNvContentPartPr/>
                <p14:nvPr/>
              </p14:nvContentPartPr>
              <p14:xfrm>
                <a:off x="5542246" y="2833689"/>
                <a:ext cx="120600" cy="4320"/>
              </p14:xfrm>
            </p:contentPart>
          </mc:Choice>
          <mc:Fallback>
            <p:pic>
              <p:nvPicPr>
                <p:cNvPr id="112" name="Entrada de lápiz 111">
                  <a:extLst>
                    <a:ext uri="{FF2B5EF4-FFF2-40B4-BE49-F238E27FC236}">
                      <a16:creationId xmlns:a16="http://schemas.microsoft.com/office/drawing/2014/main" id="{12ECF5EC-750F-4FD9-8F0C-3E0965CF3880}"/>
                    </a:ext>
                  </a:extLst>
                </p:cNvPr>
                <p:cNvPicPr/>
                <p:nvPr/>
              </p:nvPicPr>
              <p:blipFill>
                <a:blip r:embed="rId171"/>
                <a:stretch>
                  <a:fillRect/>
                </a:stretch>
              </p:blipFill>
              <p:spPr>
                <a:xfrm>
                  <a:off x="5533606" y="2825049"/>
                  <a:ext cx="1382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3" name="Entrada de lápiz 112">
                  <a:extLst>
                    <a:ext uri="{FF2B5EF4-FFF2-40B4-BE49-F238E27FC236}">
                      <a16:creationId xmlns:a16="http://schemas.microsoft.com/office/drawing/2014/main" id="{5D4A6FCA-6575-48D5-A3EE-D5A88ED223CD}"/>
                    </a:ext>
                  </a:extLst>
                </p14:cNvPr>
                <p14:cNvContentPartPr/>
                <p14:nvPr/>
              </p14:nvContentPartPr>
              <p14:xfrm>
                <a:off x="5550526" y="2913249"/>
                <a:ext cx="213120" cy="27000"/>
              </p14:xfrm>
            </p:contentPart>
          </mc:Choice>
          <mc:Fallback>
            <p:pic>
              <p:nvPicPr>
                <p:cNvPr id="113" name="Entrada de lápiz 112">
                  <a:extLst>
                    <a:ext uri="{FF2B5EF4-FFF2-40B4-BE49-F238E27FC236}">
                      <a16:creationId xmlns:a16="http://schemas.microsoft.com/office/drawing/2014/main" id="{5D4A6FCA-6575-48D5-A3EE-D5A88ED223CD}"/>
                    </a:ext>
                  </a:extLst>
                </p:cNvPr>
                <p:cNvPicPr/>
                <p:nvPr/>
              </p:nvPicPr>
              <p:blipFill>
                <a:blip r:embed="rId173"/>
                <a:stretch>
                  <a:fillRect/>
                </a:stretch>
              </p:blipFill>
              <p:spPr>
                <a:xfrm>
                  <a:off x="5541886" y="2904609"/>
                  <a:ext cx="230760" cy="44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4">
            <p14:nvContentPartPr>
              <p14:cNvPr id="114" name="Entrada de lápiz 113">
                <a:extLst>
                  <a:ext uri="{FF2B5EF4-FFF2-40B4-BE49-F238E27FC236}">
                    <a16:creationId xmlns:a16="http://schemas.microsoft.com/office/drawing/2014/main" id="{3861F79B-BD25-472D-A6A0-F2B773C57968}"/>
                  </a:ext>
                </a:extLst>
              </p14:cNvPr>
              <p14:cNvContentPartPr/>
              <p14:nvPr/>
            </p14:nvContentPartPr>
            <p14:xfrm>
              <a:off x="6047326" y="2690769"/>
              <a:ext cx="166320" cy="281880"/>
            </p14:xfrm>
          </p:contentPart>
        </mc:Choice>
        <mc:Fallback>
          <p:pic>
            <p:nvPicPr>
              <p:cNvPr id="114" name="Entrada de lápiz 113">
                <a:extLst>
                  <a:ext uri="{FF2B5EF4-FFF2-40B4-BE49-F238E27FC236}">
                    <a16:creationId xmlns:a16="http://schemas.microsoft.com/office/drawing/2014/main" id="{3861F79B-BD25-472D-A6A0-F2B773C57968}"/>
                  </a:ext>
                </a:extLst>
              </p:cNvPr>
              <p:cNvPicPr/>
              <p:nvPr/>
            </p:nvPicPr>
            <p:blipFill>
              <a:blip r:embed="rId175"/>
              <a:stretch>
                <a:fillRect/>
              </a:stretch>
            </p:blipFill>
            <p:spPr>
              <a:xfrm>
                <a:off x="6038686" y="2681769"/>
                <a:ext cx="18396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5" name="Entrada de lápiz 114">
                <a:extLst>
                  <a:ext uri="{FF2B5EF4-FFF2-40B4-BE49-F238E27FC236}">
                    <a16:creationId xmlns:a16="http://schemas.microsoft.com/office/drawing/2014/main" id="{B2C3802A-BA5C-4E90-B825-D7983708E23C}"/>
                  </a:ext>
                </a:extLst>
              </p14:cNvPr>
              <p14:cNvContentPartPr/>
              <p14:nvPr/>
            </p14:nvContentPartPr>
            <p14:xfrm>
              <a:off x="6453406" y="2863209"/>
              <a:ext cx="165600" cy="1440"/>
            </p14:xfrm>
          </p:contentPart>
        </mc:Choice>
        <mc:Fallback>
          <p:pic>
            <p:nvPicPr>
              <p:cNvPr id="115" name="Entrada de lápiz 114">
                <a:extLst>
                  <a:ext uri="{FF2B5EF4-FFF2-40B4-BE49-F238E27FC236}">
                    <a16:creationId xmlns:a16="http://schemas.microsoft.com/office/drawing/2014/main" id="{B2C3802A-BA5C-4E90-B825-D7983708E23C}"/>
                  </a:ext>
                </a:extLst>
              </p:cNvPr>
              <p:cNvPicPr/>
              <p:nvPr/>
            </p:nvPicPr>
            <p:blipFill>
              <a:blip r:embed="rId177"/>
              <a:stretch>
                <a:fillRect/>
              </a:stretch>
            </p:blipFill>
            <p:spPr>
              <a:xfrm>
                <a:off x="6444766" y="2854209"/>
                <a:ext cx="183240" cy="19080"/>
              </a:xfrm>
              <a:prstGeom prst="rect">
                <a:avLst/>
              </a:prstGeom>
            </p:spPr>
          </p:pic>
        </mc:Fallback>
      </mc:AlternateContent>
      <p:grpSp>
        <p:nvGrpSpPr>
          <p:cNvPr id="125" name="Grupo 124">
            <a:extLst>
              <a:ext uri="{FF2B5EF4-FFF2-40B4-BE49-F238E27FC236}">
                <a16:creationId xmlns:a16="http://schemas.microsoft.com/office/drawing/2014/main" id="{E4A2D53E-D369-4396-9DBD-3354F3F2C87E}"/>
              </a:ext>
            </a:extLst>
          </p:cNvPr>
          <p:cNvGrpSpPr/>
          <p:nvPr/>
        </p:nvGrpSpPr>
        <p:grpSpPr>
          <a:xfrm>
            <a:off x="6903406" y="2703729"/>
            <a:ext cx="227160" cy="385200"/>
            <a:chOff x="6903406" y="2703729"/>
            <a:chExt cx="227160" cy="385200"/>
          </a:xfrm>
        </p:grpSpPr>
        <mc:AlternateContent xmlns:mc="http://schemas.openxmlformats.org/markup-compatibility/2006">
          <mc:Choice xmlns:p14="http://schemas.microsoft.com/office/powerpoint/2010/main" Requires="p14">
            <p:contentPart p14:bwMode="auto" r:id="rId178">
              <p14:nvContentPartPr>
                <p14:cNvPr id="116" name="Entrada de lápiz 115">
                  <a:extLst>
                    <a:ext uri="{FF2B5EF4-FFF2-40B4-BE49-F238E27FC236}">
                      <a16:creationId xmlns:a16="http://schemas.microsoft.com/office/drawing/2014/main" id="{C72256F7-9011-4D0E-8522-2749567BD4BD}"/>
                    </a:ext>
                  </a:extLst>
                </p14:cNvPr>
                <p14:cNvContentPartPr/>
                <p14:nvPr/>
              </p14:nvContentPartPr>
              <p14:xfrm>
                <a:off x="6911686" y="2761689"/>
                <a:ext cx="24480" cy="327240"/>
              </p14:xfrm>
            </p:contentPart>
          </mc:Choice>
          <mc:Fallback>
            <p:pic>
              <p:nvPicPr>
                <p:cNvPr id="116" name="Entrada de lápiz 115">
                  <a:extLst>
                    <a:ext uri="{FF2B5EF4-FFF2-40B4-BE49-F238E27FC236}">
                      <a16:creationId xmlns:a16="http://schemas.microsoft.com/office/drawing/2014/main" id="{C72256F7-9011-4D0E-8522-2749567BD4BD}"/>
                    </a:ext>
                  </a:extLst>
                </p:cNvPr>
                <p:cNvPicPr/>
                <p:nvPr/>
              </p:nvPicPr>
              <p:blipFill>
                <a:blip r:embed="rId179"/>
                <a:stretch>
                  <a:fillRect/>
                </a:stretch>
              </p:blipFill>
              <p:spPr>
                <a:xfrm>
                  <a:off x="6903046" y="2753049"/>
                  <a:ext cx="4212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7" name="Entrada de lápiz 116">
                  <a:extLst>
                    <a:ext uri="{FF2B5EF4-FFF2-40B4-BE49-F238E27FC236}">
                      <a16:creationId xmlns:a16="http://schemas.microsoft.com/office/drawing/2014/main" id="{E1A582BE-318A-4F61-B2C9-6255592A9A3D}"/>
                    </a:ext>
                  </a:extLst>
                </p14:cNvPr>
                <p14:cNvContentPartPr/>
                <p14:nvPr/>
              </p14:nvContentPartPr>
              <p14:xfrm>
                <a:off x="6903406" y="2703729"/>
                <a:ext cx="227160" cy="231840"/>
              </p14:xfrm>
            </p:contentPart>
          </mc:Choice>
          <mc:Fallback>
            <p:pic>
              <p:nvPicPr>
                <p:cNvPr id="117" name="Entrada de lápiz 116">
                  <a:extLst>
                    <a:ext uri="{FF2B5EF4-FFF2-40B4-BE49-F238E27FC236}">
                      <a16:creationId xmlns:a16="http://schemas.microsoft.com/office/drawing/2014/main" id="{E1A582BE-318A-4F61-B2C9-6255592A9A3D}"/>
                    </a:ext>
                  </a:extLst>
                </p:cNvPr>
                <p:cNvPicPr/>
                <p:nvPr/>
              </p:nvPicPr>
              <p:blipFill>
                <a:blip r:embed="rId181"/>
                <a:stretch>
                  <a:fillRect/>
                </a:stretch>
              </p:blipFill>
              <p:spPr>
                <a:xfrm>
                  <a:off x="6894406" y="2695089"/>
                  <a:ext cx="244800" cy="249480"/>
                </a:xfrm>
                <a:prstGeom prst="rect">
                  <a:avLst/>
                </a:prstGeom>
              </p:spPr>
            </p:pic>
          </mc:Fallback>
        </mc:AlternateContent>
      </p:grpSp>
      <p:grpSp>
        <p:nvGrpSpPr>
          <p:cNvPr id="124" name="Grupo 123">
            <a:extLst>
              <a:ext uri="{FF2B5EF4-FFF2-40B4-BE49-F238E27FC236}">
                <a16:creationId xmlns:a16="http://schemas.microsoft.com/office/drawing/2014/main" id="{FDC90490-A3D0-4760-9F03-E491CE0D2BE8}"/>
              </a:ext>
            </a:extLst>
          </p:cNvPr>
          <p:cNvGrpSpPr/>
          <p:nvPr/>
        </p:nvGrpSpPr>
        <p:grpSpPr>
          <a:xfrm>
            <a:off x="7316326" y="2628129"/>
            <a:ext cx="1183320" cy="442080"/>
            <a:chOff x="7316326" y="2628129"/>
            <a:chExt cx="1183320" cy="442080"/>
          </a:xfrm>
        </p:grpSpPr>
        <mc:AlternateContent xmlns:mc="http://schemas.openxmlformats.org/markup-compatibility/2006">
          <mc:Choice xmlns:p14="http://schemas.microsoft.com/office/powerpoint/2010/main" Requires="p14">
            <p:contentPart p14:bwMode="auto" r:id="rId182">
              <p14:nvContentPartPr>
                <p14:cNvPr id="118" name="Entrada de lápiz 117">
                  <a:extLst>
                    <a:ext uri="{FF2B5EF4-FFF2-40B4-BE49-F238E27FC236}">
                      <a16:creationId xmlns:a16="http://schemas.microsoft.com/office/drawing/2014/main" id="{24B6DD22-AD16-4ED2-B705-078337D11ADD}"/>
                    </a:ext>
                  </a:extLst>
                </p14:cNvPr>
                <p14:cNvContentPartPr/>
                <p14:nvPr/>
              </p14:nvContentPartPr>
              <p14:xfrm>
                <a:off x="7316326" y="2678169"/>
                <a:ext cx="124560" cy="319680"/>
              </p14:xfrm>
            </p:contentPart>
          </mc:Choice>
          <mc:Fallback>
            <p:pic>
              <p:nvPicPr>
                <p:cNvPr id="118" name="Entrada de lápiz 117">
                  <a:extLst>
                    <a:ext uri="{FF2B5EF4-FFF2-40B4-BE49-F238E27FC236}">
                      <a16:creationId xmlns:a16="http://schemas.microsoft.com/office/drawing/2014/main" id="{24B6DD22-AD16-4ED2-B705-078337D11ADD}"/>
                    </a:ext>
                  </a:extLst>
                </p:cNvPr>
                <p:cNvPicPr/>
                <p:nvPr/>
              </p:nvPicPr>
              <p:blipFill>
                <a:blip r:embed="rId183"/>
                <a:stretch>
                  <a:fillRect/>
                </a:stretch>
              </p:blipFill>
              <p:spPr>
                <a:xfrm>
                  <a:off x="7307326" y="2669529"/>
                  <a:ext cx="14220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9" name="Entrada de lápiz 118">
                  <a:extLst>
                    <a:ext uri="{FF2B5EF4-FFF2-40B4-BE49-F238E27FC236}">
                      <a16:creationId xmlns:a16="http://schemas.microsoft.com/office/drawing/2014/main" id="{A76F598A-8B9F-4180-8B0B-D30AC7D6E66E}"/>
                    </a:ext>
                  </a:extLst>
                </p14:cNvPr>
                <p14:cNvContentPartPr/>
                <p14:nvPr/>
              </p14:nvContentPartPr>
              <p14:xfrm>
                <a:off x="7523686" y="2688609"/>
                <a:ext cx="156240" cy="290160"/>
              </p14:xfrm>
            </p:contentPart>
          </mc:Choice>
          <mc:Fallback>
            <p:pic>
              <p:nvPicPr>
                <p:cNvPr id="119" name="Entrada de lápiz 118">
                  <a:extLst>
                    <a:ext uri="{FF2B5EF4-FFF2-40B4-BE49-F238E27FC236}">
                      <a16:creationId xmlns:a16="http://schemas.microsoft.com/office/drawing/2014/main" id="{A76F598A-8B9F-4180-8B0B-D30AC7D6E66E}"/>
                    </a:ext>
                  </a:extLst>
                </p:cNvPr>
                <p:cNvPicPr/>
                <p:nvPr/>
              </p:nvPicPr>
              <p:blipFill>
                <a:blip r:embed="rId185"/>
                <a:stretch>
                  <a:fillRect/>
                </a:stretch>
              </p:blipFill>
              <p:spPr>
                <a:xfrm>
                  <a:off x="7515046" y="2679969"/>
                  <a:ext cx="17388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0" name="Entrada de lápiz 119">
                  <a:extLst>
                    <a:ext uri="{FF2B5EF4-FFF2-40B4-BE49-F238E27FC236}">
                      <a16:creationId xmlns:a16="http://schemas.microsoft.com/office/drawing/2014/main" id="{E3FF2883-996B-4281-B0AC-1AF22C5484EA}"/>
                    </a:ext>
                  </a:extLst>
                </p14:cNvPr>
                <p14:cNvContentPartPr/>
                <p14:nvPr/>
              </p14:nvContentPartPr>
              <p14:xfrm>
                <a:off x="7832566" y="2822169"/>
                <a:ext cx="144720" cy="20160"/>
              </p14:xfrm>
            </p:contentPart>
          </mc:Choice>
          <mc:Fallback>
            <p:pic>
              <p:nvPicPr>
                <p:cNvPr id="120" name="Entrada de lápiz 119">
                  <a:extLst>
                    <a:ext uri="{FF2B5EF4-FFF2-40B4-BE49-F238E27FC236}">
                      <a16:creationId xmlns:a16="http://schemas.microsoft.com/office/drawing/2014/main" id="{E3FF2883-996B-4281-B0AC-1AF22C5484EA}"/>
                    </a:ext>
                  </a:extLst>
                </p:cNvPr>
                <p:cNvPicPr/>
                <p:nvPr/>
              </p:nvPicPr>
              <p:blipFill>
                <a:blip r:embed="rId187"/>
                <a:stretch>
                  <a:fillRect/>
                </a:stretch>
              </p:blipFill>
              <p:spPr>
                <a:xfrm>
                  <a:off x="7823566" y="2813529"/>
                  <a:ext cx="16236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1" name="Entrada de lápiz 120">
                  <a:extLst>
                    <a:ext uri="{FF2B5EF4-FFF2-40B4-BE49-F238E27FC236}">
                      <a16:creationId xmlns:a16="http://schemas.microsoft.com/office/drawing/2014/main" id="{ACB4549E-1FDC-4399-A5FB-A7F234135A20}"/>
                    </a:ext>
                  </a:extLst>
                </p14:cNvPr>
                <p14:cNvContentPartPr/>
                <p14:nvPr/>
              </p14:nvContentPartPr>
              <p14:xfrm>
                <a:off x="7873606" y="2906769"/>
                <a:ext cx="144720" cy="17280"/>
              </p14:xfrm>
            </p:contentPart>
          </mc:Choice>
          <mc:Fallback>
            <p:pic>
              <p:nvPicPr>
                <p:cNvPr id="121" name="Entrada de lápiz 120">
                  <a:extLst>
                    <a:ext uri="{FF2B5EF4-FFF2-40B4-BE49-F238E27FC236}">
                      <a16:creationId xmlns:a16="http://schemas.microsoft.com/office/drawing/2014/main" id="{ACB4549E-1FDC-4399-A5FB-A7F234135A20}"/>
                    </a:ext>
                  </a:extLst>
                </p:cNvPr>
                <p:cNvPicPr/>
                <p:nvPr/>
              </p:nvPicPr>
              <p:blipFill>
                <a:blip r:embed="rId189"/>
                <a:stretch>
                  <a:fillRect/>
                </a:stretch>
              </p:blipFill>
              <p:spPr>
                <a:xfrm>
                  <a:off x="7864606" y="2897769"/>
                  <a:ext cx="16236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2" name="Entrada de lápiz 121">
                  <a:extLst>
                    <a:ext uri="{FF2B5EF4-FFF2-40B4-BE49-F238E27FC236}">
                      <a16:creationId xmlns:a16="http://schemas.microsoft.com/office/drawing/2014/main" id="{E67C2748-7502-497E-82D6-47EE3716DE96}"/>
                    </a:ext>
                  </a:extLst>
                </p14:cNvPr>
                <p14:cNvContentPartPr/>
                <p14:nvPr/>
              </p14:nvContentPartPr>
              <p14:xfrm>
                <a:off x="8093566" y="2795889"/>
                <a:ext cx="209160" cy="185760"/>
              </p14:xfrm>
            </p:contentPart>
          </mc:Choice>
          <mc:Fallback>
            <p:pic>
              <p:nvPicPr>
                <p:cNvPr id="122" name="Entrada de lápiz 121">
                  <a:extLst>
                    <a:ext uri="{FF2B5EF4-FFF2-40B4-BE49-F238E27FC236}">
                      <a16:creationId xmlns:a16="http://schemas.microsoft.com/office/drawing/2014/main" id="{E67C2748-7502-497E-82D6-47EE3716DE96}"/>
                    </a:ext>
                  </a:extLst>
                </p:cNvPr>
                <p:cNvPicPr/>
                <p:nvPr/>
              </p:nvPicPr>
              <p:blipFill>
                <a:blip r:embed="rId191"/>
                <a:stretch>
                  <a:fillRect/>
                </a:stretch>
              </p:blipFill>
              <p:spPr>
                <a:xfrm>
                  <a:off x="8084926" y="2786889"/>
                  <a:ext cx="22680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3" name="Entrada de lápiz 122">
                  <a:extLst>
                    <a:ext uri="{FF2B5EF4-FFF2-40B4-BE49-F238E27FC236}">
                      <a16:creationId xmlns:a16="http://schemas.microsoft.com/office/drawing/2014/main" id="{5CB8ED96-920F-4EF2-AD14-E8FA1C3328D3}"/>
                    </a:ext>
                  </a:extLst>
                </p14:cNvPr>
                <p14:cNvContentPartPr/>
                <p14:nvPr/>
              </p14:nvContentPartPr>
              <p14:xfrm>
                <a:off x="8314966" y="2628129"/>
                <a:ext cx="184680" cy="442080"/>
              </p14:xfrm>
            </p:contentPart>
          </mc:Choice>
          <mc:Fallback>
            <p:pic>
              <p:nvPicPr>
                <p:cNvPr id="123" name="Entrada de lápiz 122">
                  <a:extLst>
                    <a:ext uri="{FF2B5EF4-FFF2-40B4-BE49-F238E27FC236}">
                      <a16:creationId xmlns:a16="http://schemas.microsoft.com/office/drawing/2014/main" id="{5CB8ED96-920F-4EF2-AD14-E8FA1C3328D3}"/>
                    </a:ext>
                  </a:extLst>
                </p:cNvPr>
                <p:cNvPicPr/>
                <p:nvPr/>
              </p:nvPicPr>
              <p:blipFill>
                <a:blip r:embed="rId193"/>
                <a:stretch>
                  <a:fillRect/>
                </a:stretch>
              </p:blipFill>
              <p:spPr>
                <a:xfrm>
                  <a:off x="8306326" y="2619129"/>
                  <a:ext cx="202320" cy="459720"/>
                </a:xfrm>
                <a:prstGeom prst="rect">
                  <a:avLst/>
                </a:prstGeom>
              </p:spPr>
            </p:pic>
          </mc:Fallback>
        </mc:AlternateContent>
      </p:grpSp>
      <p:grpSp>
        <p:nvGrpSpPr>
          <p:cNvPr id="132" name="Grupo 131">
            <a:extLst>
              <a:ext uri="{FF2B5EF4-FFF2-40B4-BE49-F238E27FC236}">
                <a16:creationId xmlns:a16="http://schemas.microsoft.com/office/drawing/2014/main" id="{80B00E7D-03E7-4381-92DA-5CB74D34DEB5}"/>
              </a:ext>
            </a:extLst>
          </p:cNvPr>
          <p:cNvGrpSpPr/>
          <p:nvPr/>
        </p:nvGrpSpPr>
        <p:grpSpPr>
          <a:xfrm>
            <a:off x="2283886" y="2779689"/>
            <a:ext cx="2031480" cy="459360"/>
            <a:chOff x="2283886" y="2779689"/>
            <a:chExt cx="2031480" cy="459360"/>
          </a:xfrm>
        </p:grpSpPr>
        <mc:AlternateContent xmlns:mc="http://schemas.openxmlformats.org/markup-compatibility/2006">
          <mc:Choice xmlns:p14="http://schemas.microsoft.com/office/powerpoint/2010/main" Requires="p14">
            <p:contentPart p14:bwMode="auto" r:id="rId194">
              <p14:nvContentPartPr>
                <p14:cNvPr id="97" name="Entrada de lápiz 96">
                  <a:extLst>
                    <a:ext uri="{FF2B5EF4-FFF2-40B4-BE49-F238E27FC236}">
                      <a16:creationId xmlns:a16="http://schemas.microsoft.com/office/drawing/2014/main" id="{7EC50989-7A37-46CA-B2A1-C01CD47726E9}"/>
                    </a:ext>
                  </a:extLst>
                </p14:cNvPr>
                <p14:cNvContentPartPr/>
                <p14:nvPr/>
              </p14:nvContentPartPr>
              <p14:xfrm>
                <a:off x="2283886" y="2981649"/>
                <a:ext cx="187920" cy="14400"/>
              </p14:xfrm>
            </p:contentPart>
          </mc:Choice>
          <mc:Fallback>
            <p:pic>
              <p:nvPicPr>
                <p:cNvPr id="97" name="Entrada de lápiz 96">
                  <a:extLst>
                    <a:ext uri="{FF2B5EF4-FFF2-40B4-BE49-F238E27FC236}">
                      <a16:creationId xmlns:a16="http://schemas.microsoft.com/office/drawing/2014/main" id="{7EC50989-7A37-46CA-B2A1-C01CD47726E9}"/>
                    </a:ext>
                  </a:extLst>
                </p:cNvPr>
                <p:cNvPicPr/>
                <p:nvPr/>
              </p:nvPicPr>
              <p:blipFill>
                <a:blip r:embed="rId195"/>
                <a:stretch>
                  <a:fillRect/>
                </a:stretch>
              </p:blipFill>
              <p:spPr>
                <a:xfrm>
                  <a:off x="2275246" y="2972649"/>
                  <a:ext cx="20556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98" name="Entrada de lápiz 97">
                  <a:extLst>
                    <a:ext uri="{FF2B5EF4-FFF2-40B4-BE49-F238E27FC236}">
                      <a16:creationId xmlns:a16="http://schemas.microsoft.com/office/drawing/2014/main" id="{0EB003DC-D104-4928-A6F4-C76DF46E030E}"/>
                    </a:ext>
                  </a:extLst>
                </p14:cNvPr>
                <p14:cNvContentPartPr/>
                <p14:nvPr/>
              </p14:nvContentPartPr>
              <p14:xfrm>
                <a:off x="2326006" y="3035649"/>
                <a:ext cx="183600" cy="27720"/>
              </p14:xfrm>
            </p:contentPart>
          </mc:Choice>
          <mc:Fallback>
            <p:pic>
              <p:nvPicPr>
                <p:cNvPr id="98" name="Entrada de lápiz 97">
                  <a:extLst>
                    <a:ext uri="{FF2B5EF4-FFF2-40B4-BE49-F238E27FC236}">
                      <a16:creationId xmlns:a16="http://schemas.microsoft.com/office/drawing/2014/main" id="{0EB003DC-D104-4928-A6F4-C76DF46E030E}"/>
                    </a:ext>
                  </a:extLst>
                </p:cNvPr>
                <p:cNvPicPr/>
                <p:nvPr/>
              </p:nvPicPr>
              <p:blipFill>
                <a:blip r:embed="rId197"/>
                <a:stretch>
                  <a:fillRect/>
                </a:stretch>
              </p:blipFill>
              <p:spPr>
                <a:xfrm>
                  <a:off x="2317366" y="3026649"/>
                  <a:ext cx="2012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99" name="Entrada de lápiz 98">
                  <a:extLst>
                    <a:ext uri="{FF2B5EF4-FFF2-40B4-BE49-F238E27FC236}">
                      <a16:creationId xmlns:a16="http://schemas.microsoft.com/office/drawing/2014/main" id="{98D5F488-E265-4FB2-AF68-F17672CBE466}"/>
                    </a:ext>
                  </a:extLst>
                </p14:cNvPr>
                <p14:cNvContentPartPr/>
                <p14:nvPr/>
              </p14:nvContentPartPr>
              <p14:xfrm>
                <a:off x="2857006" y="2839089"/>
                <a:ext cx="40320" cy="279360"/>
              </p14:xfrm>
            </p:contentPart>
          </mc:Choice>
          <mc:Fallback>
            <p:pic>
              <p:nvPicPr>
                <p:cNvPr id="99" name="Entrada de lápiz 98">
                  <a:extLst>
                    <a:ext uri="{FF2B5EF4-FFF2-40B4-BE49-F238E27FC236}">
                      <a16:creationId xmlns:a16="http://schemas.microsoft.com/office/drawing/2014/main" id="{98D5F488-E265-4FB2-AF68-F17672CBE466}"/>
                    </a:ext>
                  </a:extLst>
                </p:cNvPr>
                <p:cNvPicPr/>
                <p:nvPr/>
              </p:nvPicPr>
              <p:blipFill>
                <a:blip r:embed="rId199"/>
                <a:stretch>
                  <a:fillRect/>
                </a:stretch>
              </p:blipFill>
              <p:spPr>
                <a:xfrm>
                  <a:off x="2848006" y="2830089"/>
                  <a:ext cx="5796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00" name="Entrada de lápiz 99">
                  <a:extLst>
                    <a:ext uri="{FF2B5EF4-FFF2-40B4-BE49-F238E27FC236}">
                      <a16:creationId xmlns:a16="http://schemas.microsoft.com/office/drawing/2014/main" id="{760F706E-F58F-4A77-A832-E05184AFB9AD}"/>
                    </a:ext>
                  </a:extLst>
                </p14:cNvPr>
                <p14:cNvContentPartPr/>
                <p14:nvPr/>
              </p14:nvContentPartPr>
              <p14:xfrm>
                <a:off x="3047806" y="2998569"/>
                <a:ext cx="163800" cy="2160"/>
              </p14:xfrm>
            </p:contentPart>
          </mc:Choice>
          <mc:Fallback>
            <p:pic>
              <p:nvPicPr>
                <p:cNvPr id="100" name="Entrada de lápiz 99">
                  <a:extLst>
                    <a:ext uri="{FF2B5EF4-FFF2-40B4-BE49-F238E27FC236}">
                      <a16:creationId xmlns:a16="http://schemas.microsoft.com/office/drawing/2014/main" id="{760F706E-F58F-4A77-A832-E05184AFB9AD}"/>
                    </a:ext>
                  </a:extLst>
                </p:cNvPr>
                <p:cNvPicPr/>
                <p:nvPr/>
              </p:nvPicPr>
              <p:blipFill>
                <a:blip r:embed="rId177"/>
                <a:stretch>
                  <a:fillRect/>
                </a:stretch>
              </p:blipFill>
              <p:spPr>
                <a:xfrm>
                  <a:off x="3038806" y="2989929"/>
                  <a:ext cx="18144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01" name="Entrada de lápiz 100">
                  <a:extLst>
                    <a:ext uri="{FF2B5EF4-FFF2-40B4-BE49-F238E27FC236}">
                      <a16:creationId xmlns:a16="http://schemas.microsoft.com/office/drawing/2014/main" id="{BA5E4446-13B8-4F9C-B5AE-A8AAED00B3E8}"/>
                    </a:ext>
                  </a:extLst>
                </p14:cNvPr>
                <p14:cNvContentPartPr/>
                <p14:nvPr/>
              </p14:nvContentPartPr>
              <p14:xfrm>
                <a:off x="3420406" y="2903889"/>
                <a:ext cx="18360" cy="335160"/>
              </p14:xfrm>
            </p:contentPart>
          </mc:Choice>
          <mc:Fallback>
            <p:pic>
              <p:nvPicPr>
                <p:cNvPr id="101" name="Entrada de lápiz 100">
                  <a:extLst>
                    <a:ext uri="{FF2B5EF4-FFF2-40B4-BE49-F238E27FC236}">
                      <a16:creationId xmlns:a16="http://schemas.microsoft.com/office/drawing/2014/main" id="{BA5E4446-13B8-4F9C-B5AE-A8AAED00B3E8}"/>
                    </a:ext>
                  </a:extLst>
                </p:cNvPr>
                <p:cNvPicPr/>
                <p:nvPr/>
              </p:nvPicPr>
              <p:blipFill>
                <a:blip r:embed="rId202"/>
                <a:stretch>
                  <a:fillRect/>
                </a:stretch>
              </p:blipFill>
              <p:spPr>
                <a:xfrm>
                  <a:off x="3411766" y="2894889"/>
                  <a:ext cx="3600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02" name="Entrada de lápiz 101">
                  <a:extLst>
                    <a:ext uri="{FF2B5EF4-FFF2-40B4-BE49-F238E27FC236}">
                      <a16:creationId xmlns:a16="http://schemas.microsoft.com/office/drawing/2014/main" id="{91CC84D0-8DEF-4D61-BE10-74D6036869F5}"/>
                    </a:ext>
                  </a:extLst>
                </p14:cNvPr>
                <p14:cNvContentPartPr/>
                <p14:nvPr/>
              </p14:nvContentPartPr>
              <p14:xfrm>
                <a:off x="3375406" y="2818929"/>
                <a:ext cx="241920" cy="236160"/>
              </p14:xfrm>
            </p:contentPart>
          </mc:Choice>
          <mc:Fallback>
            <p:pic>
              <p:nvPicPr>
                <p:cNvPr id="102" name="Entrada de lápiz 101">
                  <a:extLst>
                    <a:ext uri="{FF2B5EF4-FFF2-40B4-BE49-F238E27FC236}">
                      <a16:creationId xmlns:a16="http://schemas.microsoft.com/office/drawing/2014/main" id="{91CC84D0-8DEF-4D61-BE10-74D6036869F5}"/>
                    </a:ext>
                  </a:extLst>
                </p:cNvPr>
                <p:cNvPicPr/>
                <p:nvPr/>
              </p:nvPicPr>
              <p:blipFill>
                <a:blip r:embed="rId204"/>
                <a:stretch>
                  <a:fillRect/>
                </a:stretch>
              </p:blipFill>
              <p:spPr>
                <a:xfrm>
                  <a:off x="3366406" y="2809929"/>
                  <a:ext cx="25956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03" name="Entrada de lápiz 102">
                  <a:extLst>
                    <a:ext uri="{FF2B5EF4-FFF2-40B4-BE49-F238E27FC236}">
                      <a16:creationId xmlns:a16="http://schemas.microsoft.com/office/drawing/2014/main" id="{44113F24-38DA-45EE-93CC-E629FCA3900B}"/>
                    </a:ext>
                  </a:extLst>
                </p14:cNvPr>
                <p14:cNvContentPartPr/>
                <p14:nvPr/>
              </p14:nvContentPartPr>
              <p14:xfrm>
                <a:off x="3798406" y="2779689"/>
                <a:ext cx="142920" cy="372240"/>
              </p14:xfrm>
            </p:contentPart>
          </mc:Choice>
          <mc:Fallback>
            <p:pic>
              <p:nvPicPr>
                <p:cNvPr id="103" name="Entrada de lápiz 102">
                  <a:extLst>
                    <a:ext uri="{FF2B5EF4-FFF2-40B4-BE49-F238E27FC236}">
                      <a16:creationId xmlns:a16="http://schemas.microsoft.com/office/drawing/2014/main" id="{44113F24-38DA-45EE-93CC-E629FCA3900B}"/>
                    </a:ext>
                  </a:extLst>
                </p:cNvPr>
                <p:cNvPicPr/>
                <p:nvPr/>
              </p:nvPicPr>
              <p:blipFill>
                <a:blip r:embed="rId206"/>
                <a:stretch>
                  <a:fillRect/>
                </a:stretch>
              </p:blipFill>
              <p:spPr>
                <a:xfrm>
                  <a:off x="3789406" y="2771049"/>
                  <a:ext cx="160560" cy="38988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04" name="Entrada de lápiz 103">
                  <a:extLst>
                    <a:ext uri="{FF2B5EF4-FFF2-40B4-BE49-F238E27FC236}">
                      <a16:creationId xmlns:a16="http://schemas.microsoft.com/office/drawing/2014/main" id="{F2552C6F-8C36-4765-A874-ACD1AE416DF4}"/>
                    </a:ext>
                  </a:extLst>
                </p14:cNvPr>
                <p14:cNvContentPartPr/>
                <p14:nvPr/>
              </p14:nvContentPartPr>
              <p14:xfrm>
                <a:off x="4115926" y="2878329"/>
                <a:ext cx="161640" cy="235440"/>
              </p14:xfrm>
            </p:contentPart>
          </mc:Choice>
          <mc:Fallback>
            <p:pic>
              <p:nvPicPr>
                <p:cNvPr id="104" name="Entrada de lápiz 103">
                  <a:extLst>
                    <a:ext uri="{FF2B5EF4-FFF2-40B4-BE49-F238E27FC236}">
                      <a16:creationId xmlns:a16="http://schemas.microsoft.com/office/drawing/2014/main" id="{F2552C6F-8C36-4765-A874-ACD1AE416DF4}"/>
                    </a:ext>
                  </a:extLst>
                </p:cNvPr>
                <p:cNvPicPr/>
                <p:nvPr/>
              </p:nvPicPr>
              <p:blipFill>
                <a:blip r:embed="rId208"/>
                <a:stretch>
                  <a:fillRect/>
                </a:stretch>
              </p:blipFill>
              <p:spPr>
                <a:xfrm>
                  <a:off x="4106926" y="2869329"/>
                  <a:ext cx="17928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05" name="Entrada de lápiz 104">
                  <a:extLst>
                    <a:ext uri="{FF2B5EF4-FFF2-40B4-BE49-F238E27FC236}">
                      <a16:creationId xmlns:a16="http://schemas.microsoft.com/office/drawing/2014/main" id="{D1A4A849-7299-420B-BFBC-75282B07CFF7}"/>
                    </a:ext>
                  </a:extLst>
                </p14:cNvPr>
                <p14:cNvContentPartPr/>
                <p14:nvPr/>
              </p14:nvContentPartPr>
              <p14:xfrm>
                <a:off x="4102246" y="2821449"/>
                <a:ext cx="213120" cy="235440"/>
              </p14:xfrm>
            </p:contentPart>
          </mc:Choice>
          <mc:Fallback>
            <p:pic>
              <p:nvPicPr>
                <p:cNvPr id="105" name="Entrada de lápiz 104">
                  <a:extLst>
                    <a:ext uri="{FF2B5EF4-FFF2-40B4-BE49-F238E27FC236}">
                      <a16:creationId xmlns:a16="http://schemas.microsoft.com/office/drawing/2014/main" id="{D1A4A849-7299-420B-BFBC-75282B07CFF7}"/>
                    </a:ext>
                  </a:extLst>
                </p:cNvPr>
                <p:cNvPicPr/>
                <p:nvPr/>
              </p:nvPicPr>
              <p:blipFill>
                <a:blip r:embed="rId210"/>
                <a:stretch>
                  <a:fillRect/>
                </a:stretch>
              </p:blipFill>
              <p:spPr>
                <a:xfrm>
                  <a:off x="4093246" y="2812449"/>
                  <a:ext cx="23076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7" name="Entrada de lápiz 126">
                  <a:extLst>
                    <a:ext uri="{FF2B5EF4-FFF2-40B4-BE49-F238E27FC236}">
                      <a16:creationId xmlns:a16="http://schemas.microsoft.com/office/drawing/2014/main" id="{3D9A2CEA-76B3-4C83-999D-70CEC6CD2BC4}"/>
                    </a:ext>
                  </a:extLst>
                </p14:cNvPr>
                <p14:cNvContentPartPr/>
                <p14:nvPr/>
              </p14:nvContentPartPr>
              <p14:xfrm>
                <a:off x="2818126" y="2842329"/>
                <a:ext cx="45720" cy="12600"/>
              </p14:xfrm>
            </p:contentPart>
          </mc:Choice>
          <mc:Fallback>
            <p:pic>
              <p:nvPicPr>
                <p:cNvPr id="127" name="Entrada de lápiz 126">
                  <a:extLst>
                    <a:ext uri="{FF2B5EF4-FFF2-40B4-BE49-F238E27FC236}">
                      <a16:creationId xmlns:a16="http://schemas.microsoft.com/office/drawing/2014/main" id="{3D9A2CEA-76B3-4C83-999D-70CEC6CD2BC4}"/>
                    </a:ext>
                  </a:extLst>
                </p:cNvPr>
                <p:cNvPicPr/>
                <p:nvPr/>
              </p:nvPicPr>
              <p:blipFill>
                <a:blip r:embed="rId212"/>
                <a:stretch>
                  <a:fillRect/>
                </a:stretch>
              </p:blipFill>
              <p:spPr>
                <a:xfrm>
                  <a:off x="2809126" y="2833329"/>
                  <a:ext cx="633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8" name="Entrada de lápiz 127">
                  <a:extLst>
                    <a:ext uri="{FF2B5EF4-FFF2-40B4-BE49-F238E27FC236}">
                      <a16:creationId xmlns:a16="http://schemas.microsoft.com/office/drawing/2014/main" id="{2F8C47C7-28F6-4C5E-B7FC-F0837056620F}"/>
                    </a:ext>
                  </a:extLst>
                </p14:cNvPr>
                <p14:cNvContentPartPr/>
                <p14:nvPr/>
              </p14:nvContentPartPr>
              <p14:xfrm>
                <a:off x="2695006" y="2839449"/>
                <a:ext cx="168480" cy="341280"/>
              </p14:xfrm>
            </p:contentPart>
          </mc:Choice>
          <mc:Fallback>
            <p:pic>
              <p:nvPicPr>
                <p:cNvPr id="128" name="Entrada de lápiz 127">
                  <a:extLst>
                    <a:ext uri="{FF2B5EF4-FFF2-40B4-BE49-F238E27FC236}">
                      <a16:creationId xmlns:a16="http://schemas.microsoft.com/office/drawing/2014/main" id="{2F8C47C7-28F6-4C5E-B7FC-F0837056620F}"/>
                    </a:ext>
                  </a:extLst>
                </p:cNvPr>
                <p:cNvPicPr/>
                <p:nvPr/>
              </p:nvPicPr>
              <p:blipFill>
                <a:blip r:embed="rId214"/>
                <a:stretch>
                  <a:fillRect/>
                </a:stretch>
              </p:blipFill>
              <p:spPr>
                <a:xfrm>
                  <a:off x="2686366" y="2830809"/>
                  <a:ext cx="18612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9" name="Entrada de lápiz 128">
                  <a:extLst>
                    <a:ext uri="{FF2B5EF4-FFF2-40B4-BE49-F238E27FC236}">
                      <a16:creationId xmlns:a16="http://schemas.microsoft.com/office/drawing/2014/main" id="{CD3D0EF9-09E8-423C-A507-E94CFB30A4E0}"/>
                    </a:ext>
                  </a:extLst>
                </p14:cNvPr>
                <p14:cNvContentPartPr/>
                <p14:nvPr/>
              </p14:nvContentPartPr>
              <p14:xfrm>
                <a:off x="2656846" y="3137889"/>
                <a:ext cx="291960" cy="31680"/>
              </p14:xfrm>
            </p:contentPart>
          </mc:Choice>
          <mc:Fallback>
            <p:pic>
              <p:nvPicPr>
                <p:cNvPr id="129" name="Entrada de lápiz 128">
                  <a:extLst>
                    <a:ext uri="{FF2B5EF4-FFF2-40B4-BE49-F238E27FC236}">
                      <a16:creationId xmlns:a16="http://schemas.microsoft.com/office/drawing/2014/main" id="{CD3D0EF9-09E8-423C-A507-E94CFB30A4E0}"/>
                    </a:ext>
                  </a:extLst>
                </p:cNvPr>
                <p:cNvPicPr/>
                <p:nvPr/>
              </p:nvPicPr>
              <p:blipFill>
                <a:blip r:embed="rId216"/>
                <a:stretch>
                  <a:fillRect/>
                </a:stretch>
              </p:blipFill>
              <p:spPr>
                <a:xfrm>
                  <a:off x="2648206" y="3129249"/>
                  <a:ext cx="30960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30" name="Entrada de lápiz 129">
                  <a:extLst>
                    <a:ext uri="{FF2B5EF4-FFF2-40B4-BE49-F238E27FC236}">
                      <a16:creationId xmlns:a16="http://schemas.microsoft.com/office/drawing/2014/main" id="{9FD93AA0-19EE-4BC2-ABA9-499725F25178}"/>
                    </a:ext>
                  </a:extLst>
                </p14:cNvPr>
                <p14:cNvContentPartPr/>
                <p14:nvPr/>
              </p14:nvContentPartPr>
              <p14:xfrm>
                <a:off x="2832526" y="2975889"/>
                <a:ext cx="45000" cy="141480"/>
              </p14:xfrm>
            </p:contentPart>
          </mc:Choice>
          <mc:Fallback>
            <p:pic>
              <p:nvPicPr>
                <p:cNvPr id="130" name="Entrada de lápiz 129">
                  <a:extLst>
                    <a:ext uri="{FF2B5EF4-FFF2-40B4-BE49-F238E27FC236}">
                      <a16:creationId xmlns:a16="http://schemas.microsoft.com/office/drawing/2014/main" id="{9FD93AA0-19EE-4BC2-ABA9-499725F25178}"/>
                    </a:ext>
                  </a:extLst>
                </p:cNvPr>
                <p:cNvPicPr/>
                <p:nvPr/>
              </p:nvPicPr>
              <p:blipFill>
                <a:blip r:embed="rId218"/>
                <a:stretch>
                  <a:fillRect/>
                </a:stretch>
              </p:blipFill>
              <p:spPr>
                <a:xfrm>
                  <a:off x="2823526" y="2966889"/>
                  <a:ext cx="6264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31" name="Entrada de lápiz 130">
                  <a:extLst>
                    <a:ext uri="{FF2B5EF4-FFF2-40B4-BE49-F238E27FC236}">
                      <a16:creationId xmlns:a16="http://schemas.microsoft.com/office/drawing/2014/main" id="{9E190648-F3B2-414C-B7D5-EAC2C97F7A92}"/>
                    </a:ext>
                  </a:extLst>
                </p14:cNvPr>
                <p14:cNvContentPartPr/>
                <p14:nvPr/>
              </p14:nvContentPartPr>
              <p14:xfrm>
                <a:off x="2837926" y="3079929"/>
                <a:ext cx="12960" cy="40320"/>
              </p14:xfrm>
            </p:contentPart>
          </mc:Choice>
          <mc:Fallback>
            <p:pic>
              <p:nvPicPr>
                <p:cNvPr id="131" name="Entrada de lápiz 130">
                  <a:extLst>
                    <a:ext uri="{FF2B5EF4-FFF2-40B4-BE49-F238E27FC236}">
                      <a16:creationId xmlns:a16="http://schemas.microsoft.com/office/drawing/2014/main" id="{9E190648-F3B2-414C-B7D5-EAC2C97F7A92}"/>
                    </a:ext>
                  </a:extLst>
                </p:cNvPr>
                <p:cNvPicPr/>
                <p:nvPr/>
              </p:nvPicPr>
              <p:blipFill>
                <a:blip r:embed="rId220"/>
                <a:stretch>
                  <a:fillRect/>
                </a:stretch>
              </p:blipFill>
              <p:spPr>
                <a:xfrm>
                  <a:off x="2829286" y="3071289"/>
                  <a:ext cx="30600" cy="57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1">
            <p14:nvContentPartPr>
              <p14:cNvPr id="133" name="Entrada de lápiz 132">
                <a:extLst>
                  <a:ext uri="{FF2B5EF4-FFF2-40B4-BE49-F238E27FC236}">
                    <a16:creationId xmlns:a16="http://schemas.microsoft.com/office/drawing/2014/main" id="{48F954A0-9739-4F95-B92C-5B4ADFFB3B19}"/>
                  </a:ext>
                </a:extLst>
              </p14:cNvPr>
              <p14:cNvContentPartPr/>
              <p14:nvPr/>
            </p14:nvContentPartPr>
            <p14:xfrm>
              <a:off x="2975086" y="2129529"/>
              <a:ext cx="343800" cy="39240"/>
            </p14:xfrm>
          </p:contentPart>
        </mc:Choice>
        <mc:Fallback>
          <p:pic>
            <p:nvPicPr>
              <p:cNvPr id="133" name="Entrada de lápiz 132">
                <a:extLst>
                  <a:ext uri="{FF2B5EF4-FFF2-40B4-BE49-F238E27FC236}">
                    <a16:creationId xmlns:a16="http://schemas.microsoft.com/office/drawing/2014/main" id="{48F954A0-9739-4F95-B92C-5B4ADFFB3B19}"/>
                  </a:ext>
                </a:extLst>
              </p:cNvPr>
              <p:cNvPicPr/>
              <p:nvPr/>
            </p:nvPicPr>
            <p:blipFill>
              <a:blip r:embed="rId222"/>
              <a:stretch>
                <a:fillRect/>
              </a:stretch>
            </p:blipFill>
            <p:spPr>
              <a:xfrm>
                <a:off x="2921086" y="2021889"/>
                <a:ext cx="45144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4" name="Entrada de lápiz 133">
                <a:extLst>
                  <a:ext uri="{FF2B5EF4-FFF2-40B4-BE49-F238E27FC236}">
                    <a16:creationId xmlns:a16="http://schemas.microsoft.com/office/drawing/2014/main" id="{71186D60-6154-4839-9D22-F4048A5B56BB}"/>
                  </a:ext>
                </a:extLst>
              </p14:cNvPr>
              <p14:cNvContentPartPr/>
              <p14:nvPr/>
            </p14:nvContentPartPr>
            <p14:xfrm>
              <a:off x="5038606" y="2119089"/>
              <a:ext cx="190080" cy="360"/>
            </p14:xfrm>
          </p:contentPart>
        </mc:Choice>
        <mc:Fallback>
          <p:pic>
            <p:nvPicPr>
              <p:cNvPr id="134" name="Entrada de lápiz 133">
                <a:extLst>
                  <a:ext uri="{FF2B5EF4-FFF2-40B4-BE49-F238E27FC236}">
                    <a16:creationId xmlns:a16="http://schemas.microsoft.com/office/drawing/2014/main" id="{71186D60-6154-4839-9D22-F4048A5B56BB}"/>
                  </a:ext>
                </a:extLst>
              </p:cNvPr>
              <p:cNvPicPr/>
              <p:nvPr/>
            </p:nvPicPr>
            <p:blipFill>
              <a:blip r:embed="rId224"/>
              <a:stretch>
                <a:fillRect/>
              </a:stretch>
            </p:blipFill>
            <p:spPr>
              <a:xfrm>
                <a:off x="4984966" y="2011449"/>
                <a:ext cx="297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5" name="Entrada de lápiz 134">
                <a:extLst>
                  <a:ext uri="{FF2B5EF4-FFF2-40B4-BE49-F238E27FC236}">
                    <a16:creationId xmlns:a16="http://schemas.microsoft.com/office/drawing/2014/main" id="{28B02412-6ADB-48D3-AD0C-95AB0ACA7A01}"/>
                  </a:ext>
                </a:extLst>
              </p14:cNvPr>
              <p14:cNvContentPartPr/>
              <p14:nvPr/>
            </p14:nvContentPartPr>
            <p14:xfrm>
              <a:off x="7210846" y="2193969"/>
              <a:ext cx="707400" cy="17280"/>
            </p14:xfrm>
          </p:contentPart>
        </mc:Choice>
        <mc:Fallback>
          <p:pic>
            <p:nvPicPr>
              <p:cNvPr id="135" name="Entrada de lápiz 134">
                <a:extLst>
                  <a:ext uri="{FF2B5EF4-FFF2-40B4-BE49-F238E27FC236}">
                    <a16:creationId xmlns:a16="http://schemas.microsoft.com/office/drawing/2014/main" id="{28B02412-6ADB-48D3-AD0C-95AB0ACA7A01}"/>
                  </a:ext>
                </a:extLst>
              </p:cNvPr>
              <p:cNvPicPr/>
              <p:nvPr/>
            </p:nvPicPr>
            <p:blipFill>
              <a:blip r:embed="rId226"/>
              <a:stretch>
                <a:fillRect/>
              </a:stretch>
            </p:blipFill>
            <p:spPr>
              <a:xfrm>
                <a:off x="7157206" y="2086329"/>
                <a:ext cx="81504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6" name="Entrada de lápiz 135">
                <a:extLst>
                  <a:ext uri="{FF2B5EF4-FFF2-40B4-BE49-F238E27FC236}">
                    <a16:creationId xmlns:a16="http://schemas.microsoft.com/office/drawing/2014/main" id="{C7863A1E-D980-4F62-8B73-EB2038C42373}"/>
                  </a:ext>
                </a:extLst>
              </p14:cNvPr>
              <p14:cNvContentPartPr/>
              <p14:nvPr/>
            </p14:nvContentPartPr>
            <p14:xfrm>
              <a:off x="9247366" y="2168409"/>
              <a:ext cx="673560" cy="33480"/>
            </p14:xfrm>
          </p:contentPart>
        </mc:Choice>
        <mc:Fallback>
          <p:pic>
            <p:nvPicPr>
              <p:cNvPr id="136" name="Entrada de lápiz 135">
                <a:extLst>
                  <a:ext uri="{FF2B5EF4-FFF2-40B4-BE49-F238E27FC236}">
                    <a16:creationId xmlns:a16="http://schemas.microsoft.com/office/drawing/2014/main" id="{C7863A1E-D980-4F62-8B73-EB2038C42373}"/>
                  </a:ext>
                </a:extLst>
              </p:cNvPr>
              <p:cNvPicPr/>
              <p:nvPr/>
            </p:nvPicPr>
            <p:blipFill>
              <a:blip r:embed="rId228"/>
              <a:stretch>
                <a:fillRect/>
              </a:stretch>
            </p:blipFill>
            <p:spPr>
              <a:xfrm>
                <a:off x="9193366" y="2060769"/>
                <a:ext cx="7812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7" name="Entrada de lápiz 136">
                <a:extLst>
                  <a:ext uri="{FF2B5EF4-FFF2-40B4-BE49-F238E27FC236}">
                    <a16:creationId xmlns:a16="http://schemas.microsoft.com/office/drawing/2014/main" id="{3C8F599F-9473-4F8A-9D2B-899C8C3BBD20}"/>
                  </a:ext>
                </a:extLst>
              </p14:cNvPr>
              <p14:cNvContentPartPr/>
              <p14:nvPr/>
            </p14:nvContentPartPr>
            <p14:xfrm>
              <a:off x="11062486" y="2117289"/>
              <a:ext cx="597600" cy="29880"/>
            </p14:xfrm>
          </p:contentPart>
        </mc:Choice>
        <mc:Fallback>
          <p:pic>
            <p:nvPicPr>
              <p:cNvPr id="137" name="Entrada de lápiz 136">
                <a:extLst>
                  <a:ext uri="{FF2B5EF4-FFF2-40B4-BE49-F238E27FC236}">
                    <a16:creationId xmlns:a16="http://schemas.microsoft.com/office/drawing/2014/main" id="{3C8F599F-9473-4F8A-9D2B-899C8C3BBD20}"/>
                  </a:ext>
                </a:extLst>
              </p:cNvPr>
              <p:cNvPicPr/>
              <p:nvPr/>
            </p:nvPicPr>
            <p:blipFill>
              <a:blip r:embed="rId230"/>
              <a:stretch>
                <a:fillRect/>
              </a:stretch>
            </p:blipFill>
            <p:spPr>
              <a:xfrm>
                <a:off x="11008486" y="2009649"/>
                <a:ext cx="70524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8" name="Entrada de lápiz 137">
                <a:extLst>
                  <a:ext uri="{FF2B5EF4-FFF2-40B4-BE49-F238E27FC236}">
                    <a16:creationId xmlns:a16="http://schemas.microsoft.com/office/drawing/2014/main" id="{62E00A2D-5804-480D-8E45-5C235F00C0C2}"/>
                  </a:ext>
                </a:extLst>
              </p14:cNvPr>
              <p14:cNvContentPartPr/>
              <p14:nvPr/>
            </p14:nvContentPartPr>
            <p14:xfrm>
              <a:off x="7169806" y="2823609"/>
              <a:ext cx="1003320" cy="44640"/>
            </p14:xfrm>
          </p:contentPart>
        </mc:Choice>
        <mc:Fallback>
          <p:pic>
            <p:nvPicPr>
              <p:cNvPr id="138" name="Entrada de lápiz 137">
                <a:extLst>
                  <a:ext uri="{FF2B5EF4-FFF2-40B4-BE49-F238E27FC236}">
                    <a16:creationId xmlns:a16="http://schemas.microsoft.com/office/drawing/2014/main" id="{62E00A2D-5804-480D-8E45-5C235F00C0C2}"/>
                  </a:ext>
                </a:extLst>
              </p:cNvPr>
              <p:cNvPicPr/>
              <p:nvPr/>
            </p:nvPicPr>
            <p:blipFill>
              <a:blip r:embed="rId232"/>
              <a:stretch>
                <a:fillRect/>
              </a:stretch>
            </p:blipFill>
            <p:spPr>
              <a:xfrm>
                <a:off x="7116166" y="2715609"/>
                <a:ext cx="111096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9" name="Entrada de lápiz 138">
                <a:extLst>
                  <a:ext uri="{FF2B5EF4-FFF2-40B4-BE49-F238E27FC236}">
                    <a16:creationId xmlns:a16="http://schemas.microsoft.com/office/drawing/2014/main" id="{B11A2638-2C35-416D-84DB-C25638852A31}"/>
                  </a:ext>
                </a:extLst>
              </p14:cNvPr>
              <p14:cNvContentPartPr/>
              <p14:nvPr/>
            </p14:nvContentPartPr>
            <p14:xfrm>
              <a:off x="3132046" y="2031969"/>
              <a:ext cx="659880" cy="23040"/>
            </p14:xfrm>
          </p:contentPart>
        </mc:Choice>
        <mc:Fallback>
          <p:pic>
            <p:nvPicPr>
              <p:cNvPr id="139" name="Entrada de lápiz 138">
                <a:extLst>
                  <a:ext uri="{FF2B5EF4-FFF2-40B4-BE49-F238E27FC236}">
                    <a16:creationId xmlns:a16="http://schemas.microsoft.com/office/drawing/2014/main" id="{B11A2638-2C35-416D-84DB-C25638852A31}"/>
                  </a:ext>
                </a:extLst>
              </p:cNvPr>
              <p:cNvPicPr/>
              <p:nvPr/>
            </p:nvPicPr>
            <p:blipFill>
              <a:blip r:embed="rId234"/>
              <a:stretch>
                <a:fillRect/>
              </a:stretch>
            </p:blipFill>
            <p:spPr>
              <a:xfrm>
                <a:off x="3078046" y="1924329"/>
                <a:ext cx="76752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40" name="Entrada de lápiz 139">
                <a:extLst>
                  <a:ext uri="{FF2B5EF4-FFF2-40B4-BE49-F238E27FC236}">
                    <a16:creationId xmlns:a16="http://schemas.microsoft.com/office/drawing/2014/main" id="{7F247EBC-0946-4616-978F-DA6D4ACB4FC0}"/>
                  </a:ext>
                </a:extLst>
              </p14:cNvPr>
              <p14:cNvContentPartPr/>
              <p14:nvPr/>
            </p14:nvContentPartPr>
            <p14:xfrm>
              <a:off x="5239846" y="2167689"/>
              <a:ext cx="601920" cy="17280"/>
            </p14:xfrm>
          </p:contentPart>
        </mc:Choice>
        <mc:Fallback>
          <p:pic>
            <p:nvPicPr>
              <p:cNvPr id="140" name="Entrada de lápiz 139">
                <a:extLst>
                  <a:ext uri="{FF2B5EF4-FFF2-40B4-BE49-F238E27FC236}">
                    <a16:creationId xmlns:a16="http://schemas.microsoft.com/office/drawing/2014/main" id="{7F247EBC-0946-4616-978F-DA6D4ACB4FC0}"/>
                  </a:ext>
                </a:extLst>
              </p:cNvPr>
              <p:cNvPicPr/>
              <p:nvPr/>
            </p:nvPicPr>
            <p:blipFill>
              <a:blip r:embed="rId236"/>
              <a:stretch>
                <a:fillRect/>
              </a:stretch>
            </p:blipFill>
            <p:spPr>
              <a:xfrm>
                <a:off x="5186206" y="2059689"/>
                <a:ext cx="7095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41" name="Entrada de lápiz 140">
                <a:extLst>
                  <a:ext uri="{FF2B5EF4-FFF2-40B4-BE49-F238E27FC236}">
                    <a16:creationId xmlns:a16="http://schemas.microsoft.com/office/drawing/2014/main" id="{4729FA06-CB8F-4AEF-94A9-C806E9FA7ADA}"/>
                  </a:ext>
                </a:extLst>
              </p14:cNvPr>
              <p14:cNvContentPartPr/>
              <p14:nvPr/>
            </p14:nvContentPartPr>
            <p14:xfrm>
              <a:off x="6848686" y="2059689"/>
              <a:ext cx="617760" cy="21240"/>
            </p14:xfrm>
          </p:contentPart>
        </mc:Choice>
        <mc:Fallback>
          <p:pic>
            <p:nvPicPr>
              <p:cNvPr id="141" name="Entrada de lápiz 140">
                <a:extLst>
                  <a:ext uri="{FF2B5EF4-FFF2-40B4-BE49-F238E27FC236}">
                    <a16:creationId xmlns:a16="http://schemas.microsoft.com/office/drawing/2014/main" id="{4729FA06-CB8F-4AEF-94A9-C806E9FA7ADA}"/>
                  </a:ext>
                </a:extLst>
              </p:cNvPr>
              <p:cNvPicPr/>
              <p:nvPr/>
            </p:nvPicPr>
            <p:blipFill>
              <a:blip r:embed="rId238"/>
              <a:stretch>
                <a:fillRect/>
              </a:stretch>
            </p:blipFill>
            <p:spPr>
              <a:xfrm>
                <a:off x="6794686" y="1951689"/>
                <a:ext cx="72540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42" name="Entrada de lápiz 141">
                <a:extLst>
                  <a:ext uri="{FF2B5EF4-FFF2-40B4-BE49-F238E27FC236}">
                    <a16:creationId xmlns:a16="http://schemas.microsoft.com/office/drawing/2014/main" id="{444BD275-32E6-4962-8027-CEFC7C1C21EB}"/>
                  </a:ext>
                </a:extLst>
              </p14:cNvPr>
              <p14:cNvContentPartPr/>
              <p14:nvPr/>
            </p14:nvContentPartPr>
            <p14:xfrm>
              <a:off x="9192646" y="2057529"/>
              <a:ext cx="688320" cy="45000"/>
            </p14:xfrm>
          </p:contentPart>
        </mc:Choice>
        <mc:Fallback>
          <p:pic>
            <p:nvPicPr>
              <p:cNvPr id="142" name="Entrada de lápiz 141">
                <a:extLst>
                  <a:ext uri="{FF2B5EF4-FFF2-40B4-BE49-F238E27FC236}">
                    <a16:creationId xmlns:a16="http://schemas.microsoft.com/office/drawing/2014/main" id="{444BD275-32E6-4962-8027-CEFC7C1C21EB}"/>
                  </a:ext>
                </a:extLst>
              </p:cNvPr>
              <p:cNvPicPr/>
              <p:nvPr/>
            </p:nvPicPr>
            <p:blipFill>
              <a:blip r:embed="rId240"/>
              <a:stretch>
                <a:fillRect/>
              </a:stretch>
            </p:blipFill>
            <p:spPr>
              <a:xfrm>
                <a:off x="9138646" y="1949889"/>
                <a:ext cx="79596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43" name="Entrada de lápiz 142">
                <a:extLst>
                  <a:ext uri="{FF2B5EF4-FFF2-40B4-BE49-F238E27FC236}">
                    <a16:creationId xmlns:a16="http://schemas.microsoft.com/office/drawing/2014/main" id="{CD7FDB32-4085-45BB-A539-8A31772854A4}"/>
                  </a:ext>
                </a:extLst>
              </p14:cNvPr>
              <p14:cNvContentPartPr/>
              <p14:nvPr/>
            </p14:nvContentPartPr>
            <p14:xfrm>
              <a:off x="11187766" y="2017929"/>
              <a:ext cx="597600" cy="90360"/>
            </p14:xfrm>
          </p:contentPart>
        </mc:Choice>
        <mc:Fallback>
          <p:pic>
            <p:nvPicPr>
              <p:cNvPr id="143" name="Entrada de lápiz 142">
                <a:extLst>
                  <a:ext uri="{FF2B5EF4-FFF2-40B4-BE49-F238E27FC236}">
                    <a16:creationId xmlns:a16="http://schemas.microsoft.com/office/drawing/2014/main" id="{CD7FDB32-4085-45BB-A539-8A31772854A4}"/>
                  </a:ext>
                </a:extLst>
              </p:cNvPr>
              <p:cNvPicPr/>
              <p:nvPr/>
            </p:nvPicPr>
            <p:blipFill>
              <a:blip r:embed="rId242"/>
              <a:stretch>
                <a:fillRect/>
              </a:stretch>
            </p:blipFill>
            <p:spPr>
              <a:xfrm>
                <a:off x="11134126" y="1909929"/>
                <a:ext cx="70524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44" name="Entrada de lápiz 143">
                <a:extLst>
                  <a:ext uri="{FF2B5EF4-FFF2-40B4-BE49-F238E27FC236}">
                    <a16:creationId xmlns:a16="http://schemas.microsoft.com/office/drawing/2014/main" id="{C455093B-632D-4154-8082-6FB5C28009B4}"/>
                  </a:ext>
                </a:extLst>
              </p14:cNvPr>
              <p14:cNvContentPartPr/>
              <p14:nvPr/>
            </p14:nvContentPartPr>
            <p14:xfrm>
              <a:off x="2311246" y="3702729"/>
              <a:ext cx="356400" cy="462600"/>
            </p14:xfrm>
          </p:contentPart>
        </mc:Choice>
        <mc:Fallback>
          <p:pic>
            <p:nvPicPr>
              <p:cNvPr id="144" name="Entrada de lápiz 143">
                <a:extLst>
                  <a:ext uri="{FF2B5EF4-FFF2-40B4-BE49-F238E27FC236}">
                    <a16:creationId xmlns:a16="http://schemas.microsoft.com/office/drawing/2014/main" id="{C455093B-632D-4154-8082-6FB5C28009B4}"/>
                  </a:ext>
                </a:extLst>
              </p:cNvPr>
              <p:cNvPicPr/>
              <p:nvPr/>
            </p:nvPicPr>
            <p:blipFill>
              <a:blip r:embed="rId244"/>
              <a:stretch>
                <a:fillRect/>
              </a:stretch>
            </p:blipFill>
            <p:spPr>
              <a:xfrm>
                <a:off x="2302606" y="3693729"/>
                <a:ext cx="37404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45" name="Entrada de lápiz 144">
                <a:extLst>
                  <a:ext uri="{FF2B5EF4-FFF2-40B4-BE49-F238E27FC236}">
                    <a16:creationId xmlns:a16="http://schemas.microsoft.com/office/drawing/2014/main" id="{ACE05036-B735-41FF-89BB-D4D742D7930D}"/>
                  </a:ext>
                </a:extLst>
              </p14:cNvPr>
              <p14:cNvContentPartPr/>
              <p14:nvPr/>
            </p14:nvContentPartPr>
            <p14:xfrm>
              <a:off x="2434366" y="3698769"/>
              <a:ext cx="95040" cy="414720"/>
            </p14:xfrm>
          </p:contentPart>
        </mc:Choice>
        <mc:Fallback>
          <p:pic>
            <p:nvPicPr>
              <p:cNvPr id="145" name="Entrada de lápiz 144">
                <a:extLst>
                  <a:ext uri="{FF2B5EF4-FFF2-40B4-BE49-F238E27FC236}">
                    <a16:creationId xmlns:a16="http://schemas.microsoft.com/office/drawing/2014/main" id="{ACE05036-B735-41FF-89BB-D4D742D7930D}"/>
                  </a:ext>
                </a:extLst>
              </p:cNvPr>
              <p:cNvPicPr/>
              <p:nvPr/>
            </p:nvPicPr>
            <p:blipFill>
              <a:blip r:embed="rId246"/>
              <a:stretch>
                <a:fillRect/>
              </a:stretch>
            </p:blipFill>
            <p:spPr>
              <a:xfrm>
                <a:off x="2425726" y="3690129"/>
                <a:ext cx="112680" cy="432360"/>
              </a:xfrm>
              <a:prstGeom prst="rect">
                <a:avLst/>
              </a:prstGeom>
            </p:spPr>
          </p:pic>
        </mc:Fallback>
      </mc:AlternateContent>
      <p:grpSp>
        <p:nvGrpSpPr>
          <p:cNvPr id="176" name="Grupo 175">
            <a:extLst>
              <a:ext uri="{FF2B5EF4-FFF2-40B4-BE49-F238E27FC236}">
                <a16:creationId xmlns:a16="http://schemas.microsoft.com/office/drawing/2014/main" id="{B8A6B43C-8412-44C8-9D9C-8B6F158DB8AB}"/>
              </a:ext>
            </a:extLst>
          </p:cNvPr>
          <p:cNvGrpSpPr/>
          <p:nvPr/>
        </p:nvGrpSpPr>
        <p:grpSpPr>
          <a:xfrm>
            <a:off x="2815966" y="3713889"/>
            <a:ext cx="419400" cy="329400"/>
            <a:chOff x="2815966" y="3713889"/>
            <a:chExt cx="419400" cy="329400"/>
          </a:xfrm>
        </p:grpSpPr>
        <mc:AlternateContent xmlns:mc="http://schemas.openxmlformats.org/markup-compatibility/2006">
          <mc:Choice xmlns:p14="http://schemas.microsoft.com/office/powerpoint/2010/main" Requires="p14">
            <p:contentPart p14:bwMode="auto" r:id="rId247">
              <p14:nvContentPartPr>
                <p14:cNvPr id="149" name="Entrada de lápiz 148">
                  <a:extLst>
                    <a:ext uri="{FF2B5EF4-FFF2-40B4-BE49-F238E27FC236}">
                      <a16:creationId xmlns:a16="http://schemas.microsoft.com/office/drawing/2014/main" id="{E9B7070D-7037-4EB1-86BF-571C8C423CBC}"/>
                    </a:ext>
                  </a:extLst>
                </p14:cNvPr>
                <p14:cNvContentPartPr/>
                <p14:nvPr/>
              </p14:nvContentPartPr>
              <p14:xfrm>
                <a:off x="2815966" y="3948969"/>
                <a:ext cx="103680" cy="33480"/>
              </p14:xfrm>
            </p:contentPart>
          </mc:Choice>
          <mc:Fallback>
            <p:pic>
              <p:nvPicPr>
                <p:cNvPr id="149" name="Entrada de lápiz 148">
                  <a:extLst>
                    <a:ext uri="{FF2B5EF4-FFF2-40B4-BE49-F238E27FC236}">
                      <a16:creationId xmlns:a16="http://schemas.microsoft.com/office/drawing/2014/main" id="{E9B7070D-7037-4EB1-86BF-571C8C423CBC}"/>
                    </a:ext>
                  </a:extLst>
                </p:cNvPr>
                <p:cNvPicPr/>
                <p:nvPr/>
              </p:nvPicPr>
              <p:blipFill>
                <a:blip r:embed="rId248"/>
                <a:stretch>
                  <a:fillRect/>
                </a:stretch>
              </p:blipFill>
              <p:spPr>
                <a:xfrm>
                  <a:off x="2806966" y="3940329"/>
                  <a:ext cx="12132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50" name="Entrada de lápiz 149">
                  <a:extLst>
                    <a:ext uri="{FF2B5EF4-FFF2-40B4-BE49-F238E27FC236}">
                      <a16:creationId xmlns:a16="http://schemas.microsoft.com/office/drawing/2014/main" id="{44E30784-A4A5-4172-9F72-839BA445EC95}"/>
                    </a:ext>
                  </a:extLst>
                </p14:cNvPr>
                <p14:cNvContentPartPr/>
                <p14:nvPr/>
              </p14:nvContentPartPr>
              <p14:xfrm>
                <a:off x="2833966" y="3948249"/>
                <a:ext cx="151920" cy="95040"/>
              </p14:xfrm>
            </p:contentPart>
          </mc:Choice>
          <mc:Fallback>
            <p:pic>
              <p:nvPicPr>
                <p:cNvPr id="150" name="Entrada de lápiz 149">
                  <a:extLst>
                    <a:ext uri="{FF2B5EF4-FFF2-40B4-BE49-F238E27FC236}">
                      <a16:creationId xmlns:a16="http://schemas.microsoft.com/office/drawing/2014/main" id="{44E30784-A4A5-4172-9F72-839BA445EC95}"/>
                    </a:ext>
                  </a:extLst>
                </p:cNvPr>
                <p:cNvPicPr/>
                <p:nvPr/>
              </p:nvPicPr>
              <p:blipFill>
                <a:blip r:embed="rId250"/>
                <a:stretch>
                  <a:fillRect/>
                </a:stretch>
              </p:blipFill>
              <p:spPr>
                <a:xfrm>
                  <a:off x="2824966" y="3939249"/>
                  <a:ext cx="16956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51" name="Entrada de lápiz 150">
                  <a:extLst>
                    <a:ext uri="{FF2B5EF4-FFF2-40B4-BE49-F238E27FC236}">
                      <a16:creationId xmlns:a16="http://schemas.microsoft.com/office/drawing/2014/main" id="{74BA91C5-CBF2-47E6-8B9E-5A51AB614327}"/>
                    </a:ext>
                  </a:extLst>
                </p14:cNvPr>
                <p14:cNvContentPartPr/>
                <p14:nvPr/>
              </p14:nvContentPartPr>
              <p14:xfrm>
                <a:off x="3083446" y="3713889"/>
                <a:ext cx="151920" cy="146160"/>
              </p14:xfrm>
            </p:contentPart>
          </mc:Choice>
          <mc:Fallback>
            <p:pic>
              <p:nvPicPr>
                <p:cNvPr id="151" name="Entrada de lápiz 150">
                  <a:extLst>
                    <a:ext uri="{FF2B5EF4-FFF2-40B4-BE49-F238E27FC236}">
                      <a16:creationId xmlns:a16="http://schemas.microsoft.com/office/drawing/2014/main" id="{74BA91C5-CBF2-47E6-8B9E-5A51AB614327}"/>
                    </a:ext>
                  </a:extLst>
                </p:cNvPr>
                <p:cNvPicPr/>
                <p:nvPr/>
              </p:nvPicPr>
              <p:blipFill>
                <a:blip r:embed="rId252"/>
                <a:stretch>
                  <a:fillRect/>
                </a:stretch>
              </p:blipFill>
              <p:spPr>
                <a:xfrm>
                  <a:off x="3074806" y="3705249"/>
                  <a:ext cx="169560" cy="163800"/>
                </a:xfrm>
                <a:prstGeom prst="rect">
                  <a:avLst/>
                </a:prstGeom>
              </p:spPr>
            </p:pic>
          </mc:Fallback>
        </mc:AlternateContent>
      </p:grpSp>
      <p:grpSp>
        <p:nvGrpSpPr>
          <p:cNvPr id="175" name="Grupo 174">
            <a:extLst>
              <a:ext uri="{FF2B5EF4-FFF2-40B4-BE49-F238E27FC236}">
                <a16:creationId xmlns:a16="http://schemas.microsoft.com/office/drawing/2014/main" id="{1BF448B6-7089-43CB-A45B-2B5E2717BF10}"/>
              </a:ext>
            </a:extLst>
          </p:cNvPr>
          <p:cNvGrpSpPr/>
          <p:nvPr/>
        </p:nvGrpSpPr>
        <p:grpSpPr>
          <a:xfrm>
            <a:off x="3486646" y="3709569"/>
            <a:ext cx="1952280" cy="378000"/>
            <a:chOff x="3486646" y="3709569"/>
            <a:chExt cx="1952280" cy="378000"/>
          </a:xfrm>
        </p:grpSpPr>
        <mc:AlternateContent xmlns:mc="http://schemas.openxmlformats.org/markup-compatibility/2006">
          <mc:Choice xmlns:p14="http://schemas.microsoft.com/office/powerpoint/2010/main" Requires="p14">
            <p:contentPart p14:bwMode="auto" r:id="rId253">
              <p14:nvContentPartPr>
                <p14:cNvPr id="152" name="Entrada de lápiz 151">
                  <a:extLst>
                    <a:ext uri="{FF2B5EF4-FFF2-40B4-BE49-F238E27FC236}">
                      <a16:creationId xmlns:a16="http://schemas.microsoft.com/office/drawing/2014/main" id="{4AF8D524-CF8A-4246-984C-F37FC1CD39B4}"/>
                    </a:ext>
                  </a:extLst>
                </p14:cNvPr>
                <p14:cNvContentPartPr/>
                <p14:nvPr/>
              </p14:nvContentPartPr>
              <p14:xfrm>
                <a:off x="3486646" y="3813609"/>
                <a:ext cx="230040" cy="273960"/>
              </p14:xfrm>
            </p:contentPart>
          </mc:Choice>
          <mc:Fallback>
            <p:pic>
              <p:nvPicPr>
                <p:cNvPr id="152" name="Entrada de lápiz 151">
                  <a:extLst>
                    <a:ext uri="{FF2B5EF4-FFF2-40B4-BE49-F238E27FC236}">
                      <a16:creationId xmlns:a16="http://schemas.microsoft.com/office/drawing/2014/main" id="{4AF8D524-CF8A-4246-984C-F37FC1CD39B4}"/>
                    </a:ext>
                  </a:extLst>
                </p:cNvPr>
                <p:cNvPicPr/>
                <p:nvPr/>
              </p:nvPicPr>
              <p:blipFill>
                <a:blip r:embed="rId254"/>
                <a:stretch>
                  <a:fillRect/>
                </a:stretch>
              </p:blipFill>
              <p:spPr>
                <a:xfrm>
                  <a:off x="3478006" y="3804969"/>
                  <a:ext cx="24768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53" name="Entrada de lápiz 152">
                  <a:extLst>
                    <a:ext uri="{FF2B5EF4-FFF2-40B4-BE49-F238E27FC236}">
                      <a16:creationId xmlns:a16="http://schemas.microsoft.com/office/drawing/2014/main" id="{FF7D78FC-B014-4726-A9D0-C493EA2440F2}"/>
                    </a:ext>
                  </a:extLst>
                </p14:cNvPr>
                <p14:cNvContentPartPr/>
                <p14:nvPr/>
              </p14:nvContentPartPr>
              <p14:xfrm>
                <a:off x="3710566" y="3883089"/>
                <a:ext cx="273960" cy="191160"/>
              </p14:xfrm>
            </p:contentPart>
          </mc:Choice>
          <mc:Fallback>
            <p:pic>
              <p:nvPicPr>
                <p:cNvPr id="153" name="Entrada de lápiz 152">
                  <a:extLst>
                    <a:ext uri="{FF2B5EF4-FFF2-40B4-BE49-F238E27FC236}">
                      <a16:creationId xmlns:a16="http://schemas.microsoft.com/office/drawing/2014/main" id="{FF7D78FC-B014-4726-A9D0-C493EA2440F2}"/>
                    </a:ext>
                  </a:extLst>
                </p:cNvPr>
                <p:cNvPicPr/>
                <p:nvPr/>
              </p:nvPicPr>
              <p:blipFill>
                <a:blip r:embed="rId256"/>
                <a:stretch>
                  <a:fillRect/>
                </a:stretch>
              </p:blipFill>
              <p:spPr>
                <a:xfrm>
                  <a:off x="3701566" y="3874449"/>
                  <a:ext cx="29160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54" name="Entrada de lápiz 153">
                  <a:extLst>
                    <a:ext uri="{FF2B5EF4-FFF2-40B4-BE49-F238E27FC236}">
                      <a16:creationId xmlns:a16="http://schemas.microsoft.com/office/drawing/2014/main" id="{3CD0B8D8-1552-48CC-BFDC-E1379C95DA0E}"/>
                    </a:ext>
                  </a:extLst>
                </p14:cNvPr>
                <p14:cNvContentPartPr/>
                <p14:nvPr/>
              </p14:nvContentPartPr>
              <p14:xfrm>
                <a:off x="4111606" y="3713169"/>
                <a:ext cx="56160" cy="339480"/>
              </p14:xfrm>
            </p:contentPart>
          </mc:Choice>
          <mc:Fallback>
            <p:pic>
              <p:nvPicPr>
                <p:cNvPr id="154" name="Entrada de lápiz 153">
                  <a:extLst>
                    <a:ext uri="{FF2B5EF4-FFF2-40B4-BE49-F238E27FC236}">
                      <a16:creationId xmlns:a16="http://schemas.microsoft.com/office/drawing/2014/main" id="{3CD0B8D8-1552-48CC-BFDC-E1379C95DA0E}"/>
                    </a:ext>
                  </a:extLst>
                </p:cNvPr>
                <p:cNvPicPr/>
                <p:nvPr/>
              </p:nvPicPr>
              <p:blipFill>
                <a:blip r:embed="rId258"/>
                <a:stretch>
                  <a:fillRect/>
                </a:stretch>
              </p:blipFill>
              <p:spPr>
                <a:xfrm>
                  <a:off x="4102966" y="3704169"/>
                  <a:ext cx="7380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55" name="Entrada de lápiz 154">
                  <a:extLst>
                    <a:ext uri="{FF2B5EF4-FFF2-40B4-BE49-F238E27FC236}">
                      <a16:creationId xmlns:a16="http://schemas.microsoft.com/office/drawing/2014/main" id="{97D83C5C-9145-430C-9A47-86BBEBC78124}"/>
                    </a:ext>
                  </a:extLst>
                </p14:cNvPr>
                <p14:cNvContentPartPr/>
                <p14:nvPr/>
              </p14:nvContentPartPr>
              <p14:xfrm>
                <a:off x="4091806" y="3882369"/>
                <a:ext cx="207000" cy="152280"/>
              </p14:xfrm>
            </p:contentPart>
          </mc:Choice>
          <mc:Fallback>
            <p:pic>
              <p:nvPicPr>
                <p:cNvPr id="155" name="Entrada de lápiz 154">
                  <a:extLst>
                    <a:ext uri="{FF2B5EF4-FFF2-40B4-BE49-F238E27FC236}">
                      <a16:creationId xmlns:a16="http://schemas.microsoft.com/office/drawing/2014/main" id="{97D83C5C-9145-430C-9A47-86BBEBC78124}"/>
                    </a:ext>
                  </a:extLst>
                </p:cNvPr>
                <p:cNvPicPr/>
                <p:nvPr/>
              </p:nvPicPr>
              <p:blipFill>
                <a:blip r:embed="rId260"/>
                <a:stretch>
                  <a:fillRect/>
                </a:stretch>
              </p:blipFill>
              <p:spPr>
                <a:xfrm>
                  <a:off x="4082806" y="3873729"/>
                  <a:ext cx="2246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56" name="Entrada de lápiz 155">
                  <a:extLst>
                    <a:ext uri="{FF2B5EF4-FFF2-40B4-BE49-F238E27FC236}">
                      <a16:creationId xmlns:a16="http://schemas.microsoft.com/office/drawing/2014/main" id="{1D50B87F-9DA3-4CB1-905E-BB0EFC0CDBB6}"/>
                    </a:ext>
                  </a:extLst>
                </p14:cNvPr>
                <p14:cNvContentPartPr/>
                <p14:nvPr/>
              </p14:nvContentPartPr>
              <p14:xfrm>
                <a:off x="4385566" y="3782289"/>
                <a:ext cx="207720" cy="248040"/>
              </p14:xfrm>
            </p:contentPart>
          </mc:Choice>
          <mc:Fallback>
            <p:pic>
              <p:nvPicPr>
                <p:cNvPr id="156" name="Entrada de lápiz 155">
                  <a:extLst>
                    <a:ext uri="{FF2B5EF4-FFF2-40B4-BE49-F238E27FC236}">
                      <a16:creationId xmlns:a16="http://schemas.microsoft.com/office/drawing/2014/main" id="{1D50B87F-9DA3-4CB1-905E-BB0EFC0CDBB6}"/>
                    </a:ext>
                  </a:extLst>
                </p:cNvPr>
                <p:cNvPicPr/>
                <p:nvPr/>
              </p:nvPicPr>
              <p:blipFill>
                <a:blip r:embed="rId262"/>
                <a:stretch>
                  <a:fillRect/>
                </a:stretch>
              </p:blipFill>
              <p:spPr>
                <a:xfrm>
                  <a:off x="4376926" y="3773289"/>
                  <a:ext cx="22536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57" name="Entrada de lápiz 156">
                  <a:extLst>
                    <a:ext uri="{FF2B5EF4-FFF2-40B4-BE49-F238E27FC236}">
                      <a16:creationId xmlns:a16="http://schemas.microsoft.com/office/drawing/2014/main" id="{31A1483E-EA25-4841-B78A-6AE3C138756F}"/>
                    </a:ext>
                  </a:extLst>
                </p14:cNvPr>
                <p14:cNvContentPartPr/>
                <p14:nvPr/>
              </p14:nvContentPartPr>
              <p14:xfrm>
                <a:off x="4653046" y="3865809"/>
                <a:ext cx="223920" cy="162720"/>
              </p14:xfrm>
            </p:contentPart>
          </mc:Choice>
          <mc:Fallback>
            <p:pic>
              <p:nvPicPr>
                <p:cNvPr id="157" name="Entrada de lápiz 156">
                  <a:extLst>
                    <a:ext uri="{FF2B5EF4-FFF2-40B4-BE49-F238E27FC236}">
                      <a16:creationId xmlns:a16="http://schemas.microsoft.com/office/drawing/2014/main" id="{31A1483E-EA25-4841-B78A-6AE3C138756F}"/>
                    </a:ext>
                  </a:extLst>
                </p:cNvPr>
                <p:cNvPicPr/>
                <p:nvPr/>
              </p:nvPicPr>
              <p:blipFill>
                <a:blip r:embed="rId264"/>
                <a:stretch>
                  <a:fillRect/>
                </a:stretch>
              </p:blipFill>
              <p:spPr>
                <a:xfrm>
                  <a:off x="4644046" y="3856809"/>
                  <a:ext cx="2415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58" name="Entrada de lápiz 157">
                  <a:extLst>
                    <a:ext uri="{FF2B5EF4-FFF2-40B4-BE49-F238E27FC236}">
                      <a16:creationId xmlns:a16="http://schemas.microsoft.com/office/drawing/2014/main" id="{E605D62F-A104-4C82-915C-A2AB1630CB58}"/>
                    </a:ext>
                  </a:extLst>
                </p14:cNvPr>
                <p14:cNvContentPartPr/>
                <p14:nvPr/>
              </p14:nvContentPartPr>
              <p14:xfrm>
                <a:off x="4935286" y="3709569"/>
                <a:ext cx="342000" cy="325080"/>
              </p14:xfrm>
            </p:contentPart>
          </mc:Choice>
          <mc:Fallback>
            <p:pic>
              <p:nvPicPr>
                <p:cNvPr id="158" name="Entrada de lápiz 157">
                  <a:extLst>
                    <a:ext uri="{FF2B5EF4-FFF2-40B4-BE49-F238E27FC236}">
                      <a16:creationId xmlns:a16="http://schemas.microsoft.com/office/drawing/2014/main" id="{E605D62F-A104-4C82-915C-A2AB1630CB58}"/>
                    </a:ext>
                  </a:extLst>
                </p:cNvPr>
                <p:cNvPicPr/>
                <p:nvPr/>
              </p:nvPicPr>
              <p:blipFill>
                <a:blip r:embed="rId266"/>
                <a:stretch>
                  <a:fillRect/>
                </a:stretch>
              </p:blipFill>
              <p:spPr>
                <a:xfrm>
                  <a:off x="4926286" y="3700929"/>
                  <a:ext cx="35964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59" name="Entrada de lápiz 158">
                  <a:extLst>
                    <a:ext uri="{FF2B5EF4-FFF2-40B4-BE49-F238E27FC236}">
                      <a16:creationId xmlns:a16="http://schemas.microsoft.com/office/drawing/2014/main" id="{E3237FFD-B0C5-43B2-9E32-30F78F07B6F8}"/>
                    </a:ext>
                  </a:extLst>
                </p14:cNvPr>
                <p14:cNvContentPartPr/>
                <p14:nvPr/>
              </p14:nvContentPartPr>
              <p14:xfrm>
                <a:off x="5351806" y="3824769"/>
                <a:ext cx="87120" cy="219600"/>
              </p14:xfrm>
            </p:contentPart>
          </mc:Choice>
          <mc:Fallback>
            <p:pic>
              <p:nvPicPr>
                <p:cNvPr id="159" name="Entrada de lápiz 158">
                  <a:extLst>
                    <a:ext uri="{FF2B5EF4-FFF2-40B4-BE49-F238E27FC236}">
                      <a16:creationId xmlns:a16="http://schemas.microsoft.com/office/drawing/2014/main" id="{E3237FFD-B0C5-43B2-9E32-30F78F07B6F8}"/>
                    </a:ext>
                  </a:extLst>
                </p:cNvPr>
                <p:cNvPicPr/>
                <p:nvPr/>
              </p:nvPicPr>
              <p:blipFill>
                <a:blip r:embed="rId268"/>
                <a:stretch>
                  <a:fillRect/>
                </a:stretch>
              </p:blipFill>
              <p:spPr>
                <a:xfrm>
                  <a:off x="5343166" y="3816129"/>
                  <a:ext cx="104760" cy="237240"/>
                </a:xfrm>
                <a:prstGeom prst="rect">
                  <a:avLst/>
                </a:prstGeom>
              </p:spPr>
            </p:pic>
          </mc:Fallback>
        </mc:AlternateContent>
      </p:grpSp>
      <p:grpSp>
        <p:nvGrpSpPr>
          <p:cNvPr id="174" name="Grupo 173">
            <a:extLst>
              <a:ext uri="{FF2B5EF4-FFF2-40B4-BE49-F238E27FC236}">
                <a16:creationId xmlns:a16="http://schemas.microsoft.com/office/drawing/2014/main" id="{7D00F568-58B0-4D1F-897F-98B6930AF0D3}"/>
              </a:ext>
            </a:extLst>
          </p:cNvPr>
          <p:cNvGrpSpPr/>
          <p:nvPr/>
        </p:nvGrpSpPr>
        <p:grpSpPr>
          <a:xfrm>
            <a:off x="5890006" y="3824769"/>
            <a:ext cx="436320" cy="288360"/>
            <a:chOff x="5890006" y="3824769"/>
            <a:chExt cx="436320" cy="288360"/>
          </a:xfrm>
        </p:grpSpPr>
        <mc:AlternateContent xmlns:mc="http://schemas.openxmlformats.org/markup-compatibility/2006">
          <mc:Choice xmlns:p14="http://schemas.microsoft.com/office/powerpoint/2010/main" Requires="p14">
            <p:contentPart p14:bwMode="auto" r:id="rId269">
              <p14:nvContentPartPr>
                <p14:cNvPr id="160" name="Entrada de lápiz 159">
                  <a:extLst>
                    <a:ext uri="{FF2B5EF4-FFF2-40B4-BE49-F238E27FC236}">
                      <a16:creationId xmlns:a16="http://schemas.microsoft.com/office/drawing/2014/main" id="{6DFFE1DB-2DA3-421E-B4B0-C5B62E3AE75E}"/>
                    </a:ext>
                  </a:extLst>
                </p14:cNvPr>
                <p14:cNvContentPartPr/>
                <p14:nvPr/>
              </p14:nvContentPartPr>
              <p14:xfrm>
                <a:off x="5890006" y="3824769"/>
                <a:ext cx="167760" cy="288360"/>
              </p14:xfrm>
            </p:contentPart>
          </mc:Choice>
          <mc:Fallback>
            <p:pic>
              <p:nvPicPr>
                <p:cNvPr id="160" name="Entrada de lápiz 159">
                  <a:extLst>
                    <a:ext uri="{FF2B5EF4-FFF2-40B4-BE49-F238E27FC236}">
                      <a16:creationId xmlns:a16="http://schemas.microsoft.com/office/drawing/2014/main" id="{6DFFE1DB-2DA3-421E-B4B0-C5B62E3AE75E}"/>
                    </a:ext>
                  </a:extLst>
                </p:cNvPr>
                <p:cNvPicPr/>
                <p:nvPr/>
              </p:nvPicPr>
              <p:blipFill>
                <a:blip r:embed="rId270"/>
                <a:stretch>
                  <a:fillRect/>
                </a:stretch>
              </p:blipFill>
              <p:spPr>
                <a:xfrm>
                  <a:off x="5881366" y="3816129"/>
                  <a:ext cx="18540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61" name="Entrada de lápiz 160">
                  <a:extLst>
                    <a:ext uri="{FF2B5EF4-FFF2-40B4-BE49-F238E27FC236}">
                      <a16:creationId xmlns:a16="http://schemas.microsoft.com/office/drawing/2014/main" id="{C33982F2-606E-4983-82D2-286AAD792AEA}"/>
                    </a:ext>
                  </a:extLst>
                </p14:cNvPr>
                <p14:cNvContentPartPr/>
                <p14:nvPr/>
              </p14:nvContentPartPr>
              <p14:xfrm>
                <a:off x="6058486" y="3828369"/>
                <a:ext cx="267840" cy="122040"/>
              </p14:xfrm>
            </p:contentPart>
          </mc:Choice>
          <mc:Fallback>
            <p:pic>
              <p:nvPicPr>
                <p:cNvPr id="161" name="Entrada de lápiz 160">
                  <a:extLst>
                    <a:ext uri="{FF2B5EF4-FFF2-40B4-BE49-F238E27FC236}">
                      <a16:creationId xmlns:a16="http://schemas.microsoft.com/office/drawing/2014/main" id="{C33982F2-606E-4983-82D2-286AAD792AEA}"/>
                    </a:ext>
                  </a:extLst>
                </p:cNvPr>
                <p:cNvPicPr/>
                <p:nvPr/>
              </p:nvPicPr>
              <p:blipFill>
                <a:blip r:embed="rId272"/>
                <a:stretch>
                  <a:fillRect/>
                </a:stretch>
              </p:blipFill>
              <p:spPr>
                <a:xfrm>
                  <a:off x="6049486" y="3819729"/>
                  <a:ext cx="285480" cy="139680"/>
                </a:xfrm>
                <a:prstGeom prst="rect">
                  <a:avLst/>
                </a:prstGeom>
              </p:spPr>
            </p:pic>
          </mc:Fallback>
        </mc:AlternateContent>
      </p:grpSp>
      <p:grpSp>
        <p:nvGrpSpPr>
          <p:cNvPr id="173" name="Grupo 172">
            <a:extLst>
              <a:ext uri="{FF2B5EF4-FFF2-40B4-BE49-F238E27FC236}">
                <a16:creationId xmlns:a16="http://schemas.microsoft.com/office/drawing/2014/main" id="{E4B694BB-69CC-4975-B776-C24130E79FB2}"/>
              </a:ext>
            </a:extLst>
          </p:cNvPr>
          <p:cNvGrpSpPr/>
          <p:nvPr/>
        </p:nvGrpSpPr>
        <p:grpSpPr>
          <a:xfrm>
            <a:off x="6710806" y="3676089"/>
            <a:ext cx="571320" cy="301680"/>
            <a:chOff x="6710806" y="3676089"/>
            <a:chExt cx="571320" cy="301680"/>
          </a:xfrm>
        </p:grpSpPr>
        <mc:AlternateContent xmlns:mc="http://schemas.openxmlformats.org/markup-compatibility/2006">
          <mc:Choice xmlns:p14="http://schemas.microsoft.com/office/powerpoint/2010/main" Requires="p14">
            <p:contentPart p14:bwMode="auto" r:id="rId273">
              <p14:nvContentPartPr>
                <p14:cNvPr id="162" name="Entrada de lápiz 161">
                  <a:extLst>
                    <a:ext uri="{FF2B5EF4-FFF2-40B4-BE49-F238E27FC236}">
                      <a16:creationId xmlns:a16="http://schemas.microsoft.com/office/drawing/2014/main" id="{50110C79-565C-451D-A051-26C70317D940}"/>
                    </a:ext>
                  </a:extLst>
                </p14:cNvPr>
                <p14:cNvContentPartPr/>
                <p14:nvPr/>
              </p14:nvContentPartPr>
              <p14:xfrm>
                <a:off x="6710806" y="3806049"/>
                <a:ext cx="73080" cy="171720"/>
              </p14:xfrm>
            </p:contentPart>
          </mc:Choice>
          <mc:Fallback>
            <p:pic>
              <p:nvPicPr>
                <p:cNvPr id="162" name="Entrada de lápiz 161">
                  <a:extLst>
                    <a:ext uri="{FF2B5EF4-FFF2-40B4-BE49-F238E27FC236}">
                      <a16:creationId xmlns:a16="http://schemas.microsoft.com/office/drawing/2014/main" id="{50110C79-565C-451D-A051-26C70317D940}"/>
                    </a:ext>
                  </a:extLst>
                </p:cNvPr>
                <p:cNvPicPr/>
                <p:nvPr/>
              </p:nvPicPr>
              <p:blipFill>
                <a:blip r:embed="rId274"/>
                <a:stretch>
                  <a:fillRect/>
                </a:stretch>
              </p:blipFill>
              <p:spPr>
                <a:xfrm>
                  <a:off x="6701806" y="3797049"/>
                  <a:ext cx="9072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63" name="Entrada de lápiz 162">
                  <a:extLst>
                    <a:ext uri="{FF2B5EF4-FFF2-40B4-BE49-F238E27FC236}">
                      <a16:creationId xmlns:a16="http://schemas.microsoft.com/office/drawing/2014/main" id="{4F6F9507-F15A-4573-9813-58FAC057CE7E}"/>
                    </a:ext>
                  </a:extLst>
                </p14:cNvPr>
                <p14:cNvContentPartPr/>
                <p14:nvPr/>
              </p14:nvContentPartPr>
              <p14:xfrm>
                <a:off x="6838246" y="3818289"/>
                <a:ext cx="200160" cy="145800"/>
              </p14:xfrm>
            </p:contentPart>
          </mc:Choice>
          <mc:Fallback>
            <p:pic>
              <p:nvPicPr>
                <p:cNvPr id="163" name="Entrada de lápiz 162">
                  <a:extLst>
                    <a:ext uri="{FF2B5EF4-FFF2-40B4-BE49-F238E27FC236}">
                      <a16:creationId xmlns:a16="http://schemas.microsoft.com/office/drawing/2014/main" id="{4F6F9507-F15A-4573-9813-58FAC057CE7E}"/>
                    </a:ext>
                  </a:extLst>
                </p:cNvPr>
                <p:cNvPicPr/>
                <p:nvPr/>
              </p:nvPicPr>
              <p:blipFill>
                <a:blip r:embed="rId276"/>
                <a:stretch>
                  <a:fillRect/>
                </a:stretch>
              </p:blipFill>
              <p:spPr>
                <a:xfrm>
                  <a:off x="6829606" y="3809289"/>
                  <a:ext cx="2178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64" name="Entrada de lápiz 163">
                  <a:extLst>
                    <a:ext uri="{FF2B5EF4-FFF2-40B4-BE49-F238E27FC236}">
                      <a16:creationId xmlns:a16="http://schemas.microsoft.com/office/drawing/2014/main" id="{B459921C-EA74-4A7D-95C5-DFC1B5685AB7}"/>
                    </a:ext>
                  </a:extLst>
                </p14:cNvPr>
                <p14:cNvContentPartPr/>
                <p14:nvPr/>
              </p14:nvContentPartPr>
              <p14:xfrm>
                <a:off x="7048846" y="3676089"/>
                <a:ext cx="233280" cy="268200"/>
              </p14:xfrm>
            </p:contentPart>
          </mc:Choice>
          <mc:Fallback>
            <p:pic>
              <p:nvPicPr>
                <p:cNvPr id="164" name="Entrada de lápiz 163">
                  <a:extLst>
                    <a:ext uri="{FF2B5EF4-FFF2-40B4-BE49-F238E27FC236}">
                      <a16:creationId xmlns:a16="http://schemas.microsoft.com/office/drawing/2014/main" id="{B459921C-EA74-4A7D-95C5-DFC1B5685AB7}"/>
                    </a:ext>
                  </a:extLst>
                </p:cNvPr>
                <p:cNvPicPr/>
                <p:nvPr/>
              </p:nvPicPr>
              <p:blipFill>
                <a:blip r:embed="rId278"/>
                <a:stretch>
                  <a:fillRect/>
                </a:stretch>
              </p:blipFill>
              <p:spPr>
                <a:xfrm>
                  <a:off x="7039846" y="3667449"/>
                  <a:ext cx="250920" cy="285840"/>
                </a:xfrm>
                <a:prstGeom prst="rect">
                  <a:avLst/>
                </a:prstGeom>
              </p:spPr>
            </p:pic>
          </mc:Fallback>
        </mc:AlternateContent>
      </p:grpSp>
      <p:grpSp>
        <p:nvGrpSpPr>
          <p:cNvPr id="172" name="Grupo 171">
            <a:extLst>
              <a:ext uri="{FF2B5EF4-FFF2-40B4-BE49-F238E27FC236}">
                <a16:creationId xmlns:a16="http://schemas.microsoft.com/office/drawing/2014/main" id="{0D997EF2-9E7F-4A07-A765-F5D01736CCC6}"/>
              </a:ext>
            </a:extLst>
          </p:cNvPr>
          <p:cNvGrpSpPr/>
          <p:nvPr/>
        </p:nvGrpSpPr>
        <p:grpSpPr>
          <a:xfrm>
            <a:off x="7575886" y="3721809"/>
            <a:ext cx="189720" cy="223560"/>
            <a:chOff x="7575886" y="3721809"/>
            <a:chExt cx="189720" cy="223560"/>
          </a:xfrm>
        </p:grpSpPr>
        <mc:AlternateContent xmlns:mc="http://schemas.openxmlformats.org/markup-compatibility/2006">
          <mc:Choice xmlns:p14="http://schemas.microsoft.com/office/powerpoint/2010/main" Requires="p14">
            <p:contentPart p14:bwMode="auto" r:id="rId279">
              <p14:nvContentPartPr>
                <p14:cNvPr id="165" name="Entrada de lápiz 164">
                  <a:extLst>
                    <a:ext uri="{FF2B5EF4-FFF2-40B4-BE49-F238E27FC236}">
                      <a16:creationId xmlns:a16="http://schemas.microsoft.com/office/drawing/2014/main" id="{ED21BA40-7627-4F51-9BB2-3BBC4EB4473B}"/>
                    </a:ext>
                  </a:extLst>
                </p14:cNvPr>
                <p14:cNvContentPartPr/>
                <p14:nvPr/>
              </p14:nvContentPartPr>
              <p14:xfrm>
                <a:off x="7575886" y="3780849"/>
                <a:ext cx="166320" cy="164520"/>
              </p14:xfrm>
            </p:contentPart>
          </mc:Choice>
          <mc:Fallback>
            <p:pic>
              <p:nvPicPr>
                <p:cNvPr id="165" name="Entrada de lápiz 164">
                  <a:extLst>
                    <a:ext uri="{FF2B5EF4-FFF2-40B4-BE49-F238E27FC236}">
                      <a16:creationId xmlns:a16="http://schemas.microsoft.com/office/drawing/2014/main" id="{ED21BA40-7627-4F51-9BB2-3BBC4EB4473B}"/>
                    </a:ext>
                  </a:extLst>
                </p:cNvPr>
                <p:cNvPicPr/>
                <p:nvPr/>
              </p:nvPicPr>
              <p:blipFill>
                <a:blip r:embed="rId280"/>
                <a:stretch>
                  <a:fillRect/>
                </a:stretch>
              </p:blipFill>
              <p:spPr>
                <a:xfrm>
                  <a:off x="7566886" y="3771849"/>
                  <a:ext cx="18396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66" name="Entrada de lápiz 165">
                  <a:extLst>
                    <a:ext uri="{FF2B5EF4-FFF2-40B4-BE49-F238E27FC236}">
                      <a16:creationId xmlns:a16="http://schemas.microsoft.com/office/drawing/2014/main" id="{EFF9A6A7-868E-4267-A770-B37CC97B0D69}"/>
                    </a:ext>
                  </a:extLst>
                </p14:cNvPr>
                <p14:cNvContentPartPr/>
                <p14:nvPr/>
              </p14:nvContentPartPr>
              <p14:xfrm>
                <a:off x="7749406" y="3721809"/>
                <a:ext cx="16200" cy="205920"/>
              </p14:xfrm>
            </p:contentPart>
          </mc:Choice>
          <mc:Fallback>
            <p:pic>
              <p:nvPicPr>
                <p:cNvPr id="166" name="Entrada de lápiz 165">
                  <a:extLst>
                    <a:ext uri="{FF2B5EF4-FFF2-40B4-BE49-F238E27FC236}">
                      <a16:creationId xmlns:a16="http://schemas.microsoft.com/office/drawing/2014/main" id="{EFF9A6A7-868E-4267-A770-B37CC97B0D69}"/>
                    </a:ext>
                  </a:extLst>
                </p:cNvPr>
                <p:cNvPicPr/>
                <p:nvPr/>
              </p:nvPicPr>
              <p:blipFill>
                <a:blip r:embed="rId282"/>
                <a:stretch>
                  <a:fillRect/>
                </a:stretch>
              </p:blipFill>
              <p:spPr>
                <a:xfrm>
                  <a:off x="7740406" y="3712809"/>
                  <a:ext cx="33840" cy="223560"/>
                </a:xfrm>
                <a:prstGeom prst="rect">
                  <a:avLst/>
                </a:prstGeom>
              </p:spPr>
            </p:pic>
          </mc:Fallback>
        </mc:AlternateContent>
      </p:grpSp>
      <p:grpSp>
        <p:nvGrpSpPr>
          <p:cNvPr id="171" name="Grupo 170">
            <a:extLst>
              <a:ext uri="{FF2B5EF4-FFF2-40B4-BE49-F238E27FC236}">
                <a16:creationId xmlns:a16="http://schemas.microsoft.com/office/drawing/2014/main" id="{DD03505D-DF12-4B50-8CBD-01602977021A}"/>
              </a:ext>
            </a:extLst>
          </p:cNvPr>
          <p:cNvGrpSpPr/>
          <p:nvPr/>
        </p:nvGrpSpPr>
        <p:grpSpPr>
          <a:xfrm>
            <a:off x="8016886" y="3633609"/>
            <a:ext cx="1077480" cy="266760"/>
            <a:chOff x="8016886" y="3633609"/>
            <a:chExt cx="1077480" cy="266760"/>
          </a:xfrm>
        </p:grpSpPr>
        <mc:AlternateContent xmlns:mc="http://schemas.openxmlformats.org/markup-compatibility/2006">
          <mc:Choice xmlns:p14="http://schemas.microsoft.com/office/powerpoint/2010/main" Requires="p14">
            <p:contentPart p14:bwMode="auto" r:id="rId283">
              <p14:nvContentPartPr>
                <p14:cNvPr id="167" name="Entrada de lápiz 166">
                  <a:extLst>
                    <a:ext uri="{FF2B5EF4-FFF2-40B4-BE49-F238E27FC236}">
                      <a16:creationId xmlns:a16="http://schemas.microsoft.com/office/drawing/2014/main" id="{0E7B85FD-8EBF-47FD-88C1-1390C4EA40C4}"/>
                    </a:ext>
                  </a:extLst>
                </p14:cNvPr>
                <p14:cNvContentPartPr/>
                <p14:nvPr/>
              </p14:nvContentPartPr>
              <p14:xfrm>
                <a:off x="8016886" y="3763209"/>
                <a:ext cx="150120" cy="128520"/>
              </p14:xfrm>
            </p:contentPart>
          </mc:Choice>
          <mc:Fallback>
            <p:pic>
              <p:nvPicPr>
                <p:cNvPr id="167" name="Entrada de lápiz 166">
                  <a:extLst>
                    <a:ext uri="{FF2B5EF4-FFF2-40B4-BE49-F238E27FC236}">
                      <a16:creationId xmlns:a16="http://schemas.microsoft.com/office/drawing/2014/main" id="{0E7B85FD-8EBF-47FD-88C1-1390C4EA40C4}"/>
                    </a:ext>
                  </a:extLst>
                </p:cNvPr>
                <p:cNvPicPr/>
                <p:nvPr/>
              </p:nvPicPr>
              <p:blipFill>
                <a:blip r:embed="rId284"/>
                <a:stretch>
                  <a:fillRect/>
                </a:stretch>
              </p:blipFill>
              <p:spPr>
                <a:xfrm>
                  <a:off x="8007886" y="3754569"/>
                  <a:ext cx="16776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68" name="Entrada de lápiz 167">
                  <a:extLst>
                    <a:ext uri="{FF2B5EF4-FFF2-40B4-BE49-F238E27FC236}">
                      <a16:creationId xmlns:a16="http://schemas.microsoft.com/office/drawing/2014/main" id="{E3BB6D07-4C89-477D-95B1-36CEF44BDE26}"/>
                    </a:ext>
                  </a:extLst>
                </p14:cNvPr>
                <p14:cNvContentPartPr/>
                <p14:nvPr/>
              </p14:nvContentPartPr>
              <p14:xfrm>
                <a:off x="8261326" y="3633609"/>
                <a:ext cx="132840" cy="266760"/>
              </p14:xfrm>
            </p:contentPart>
          </mc:Choice>
          <mc:Fallback>
            <p:pic>
              <p:nvPicPr>
                <p:cNvPr id="168" name="Entrada de lápiz 167">
                  <a:extLst>
                    <a:ext uri="{FF2B5EF4-FFF2-40B4-BE49-F238E27FC236}">
                      <a16:creationId xmlns:a16="http://schemas.microsoft.com/office/drawing/2014/main" id="{E3BB6D07-4C89-477D-95B1-36CEF44BDE26}"/>
                    </a:ext>
                  </a:extLst>
                </p:cNvPr>
                <p:cNvPicPr/>
                <p:nvPr/>
              </p:nvPicPr>
              <p:blipFill>
                <a:blip r:embed="rId286"/>
                <a:stretch>
                  <a:fillRect/>
                </a:stretch>
              </p:blipFill>
              <p:spPr>
                <a:xfrm>
                  <a:off x="8252326" y="3624609"/>
                  <a:ext cx="15048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69" name="Entrada de lápiz 168">
                  <a:extLst>
                    <a:ext uri="{FF2B5EF4-FFF2-40B4-BE49-F238E27FC236}">
                      <a16:creationId xmlns:a16="http://schemas.microsoft.com/office/drawing/2014/main" id="{687ECF41-BE23-47E8-8C0E-791C09ED1491}"/>
                    </a:ext>
                  </a:extLst>
                </p14:cNvPr>
                <p14:cNvContentPartPr/>
                <p14:nvPr/>
              </p14:nvContentPartPr>
              <p14:xfrm>
                <a:off x="8520526" y="3759969"/>
                <a:ext cx="213120" cy="140040"/>
              </p14:xfrm>
            </p:contentPart>
          </mc:Choice>
          <mc:Fallback>
            <p:pic>
              <p:nvPicPr>
                <p:cNvPr id="169" name="Entrada de lápiz 168">
                  <a:extLst>
                    <a:ext uri="{FF2B5EF4-FFF2-40B4-BE49-F238E27FC236}">
                      <a16:creationId xmlns:a16="http://schemas.microsoft.com/office/drawing/2014/main" id="{687ECF41-BE23-47E8-8C0E-791C09ED1491}"/>
                    </a:ext>
                  </a:extLst>
                </p:cNvPr>
                <p:cNvPicPr/>
                <p:nvPr/>
              </p:nvPicPr>
              <p:blipFill>
                <a:blip r:embed="rId288"/>
                <a:stretch>
                  <a:fillRect/>
                </a:stretch>
              </p:blipFill>
              <p:spPr>
                <a:xfrm>
                  <a:off x="8511526" y="3751329"/>
                  <a:ext cx="2307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70" name="Entrada de lápiz 169">
                  <a:extLst>
                    <a:ext uri="{FF2B5EF4-FFF2-40B4-BE49-F238E27FC236}">
                      <a16:creationId xmlns:a16="http://schemas.microsoft.com/office/drawing/2014/main" id="{F5357347-819E-4125-B590-020F0EE3AF3F}"/>
                    </a:ext>
                  </a:extLst>
                </p14:cNvPr>
                <p14:cNvContentPartPr/>
                <p14:nvPr/>
              </p14:nvContentPartPr>
              <p14:xfrm>
                <a:off x="8841646" y="3722529"/>
                <a:ext cx="252720" cy="146880"/>
              </p14:xfrm>
            </p:contentPart>
          </mc:Choice>
          <mc:Fallback>
            <p:pic>
              <p:nvPicPr>
                <p:cNvPr id="170" name="Entrada de lápiz 169">
                  <a:extLst>
                    <a:ext uri="{FF2B5EF4-FFF2-40B4-BE49-F238E27FC236}">
                      <a16:creationId xmlns:a16="http://schemas.microsoft.com/office/drawing/2014/main" id="{F5357347-819E-4125-B590-020F0EE3AF3F}"/>
                    </a:ext>
                  </a:extLst>
                </p:cNvPr>
                <p:cNvPicPr/>
                <p:nvPr/>
              </p:nvPicPr>
              <p:blipFill>
                <a:blip r:embed="rId290"/>
                <a:stretch>
                  <a:fillRect/>
                </a:stretch>
              </p:blipFill>
              <p:spPr>
                <a:xfrm>
                  <a:off x="8833006" y="3713889"/>
                  <a:ext cx="270360" cy="164520"/>
                </a:xfrm>
                <a:prstGeom prst="rect">
                  <a:avLst/>
                </a:prstGeom>
              </p:spPr>
            </p:pic>
          </mc:Fallback>
        </mc:AlternateContent>
      </p:grpSp>
      <p:grpSp>
        <p:nvGrpSpPr>
          <p:cNvPr id="180" name="Grupo 179">
            <a:extLst>
              <a:ext uri="{FF2B5EF4-FFF2-40B4-BE49-F238E27FC236}">
                <a16:creationId xmlns:a16="http://schemas.microsoft.com/office/drawing/2014/main" id="{BB8C4F2C-72E5-4C74-956C-570CDF91880A}"/>
              </a:ext>
            </a:extLst>
          </p:cNvPr>
          <p:cNvGrpSpPr/>
          <p:nvPr/>
        </p:nvGrpSpPr>
        <p:grpSpPr>
          <a:xfrm>
            <a:off x="9478846" y="3500049"/>
            <a:ext cx="397800" cy="394560"/>
            <a:chOff x="9478846" y="3500049"/>
            <a:chExt cx="397800" cy="394560"/>
          </a:xfrm>
        </p:grpSpPr>
        <mc:AlternateContent xmlns:mc="http://schemas.openxmlformats.org/markup-compatibility/2006">
          <mc:Choice xmlns:p14="http://schemas.microsoft.com/office/powerpoint/2010/main" Requires="p14">
            <p:contentPart p14:bwMode="auto" r:id="rId291">
              <p14:nvContentPartPr>
                <p14:cNvPr id="177" name="Entrada de lápiz 176">
                  <a:extLst>
                    <a:ext uri="{FF2B5EF4-FFF2-40B4-BE49-F238E27FC236}">
                      <a16:creationId xmlns:a16="http://schemas.microsoft.com/office/drawing/2014/main" id="{08EF5389-594F-45D5-BA8B-C07EE2AE5DB6}"/>
                    </a:ext>
                  </a:extLst>
                </p14:cNvPr>
                <p14:cNvContentPartPr/>
                <p14:nvPr/>
              </p14:nvContentPartPr>
              <p14:xfrm>
                <a:off x="9478846" y="3679329"/>
                <a:ext cx="143640" cy="214200"/>
              </p14:xfrm>
            </p:contentPart>
          </mc:Choice>
          <mc:Fallback>
            <p:pic>
              <p:nvPicPr>
                <p:cNvPr id="177" name="Entrada de lápiz 176">
                  <a:extLst>
                    <a:ext uri="{FF2B5EF4-FFF2-40B4-BE49-F238E27FC236}">
                      <a16:creationId xmlns:a16="http://schemas.microsoft.com/office/drawing/2014/main" id="{08EF5389-594F-45D5-BA8B-C07EE2AE5DB6}"/>
                    </a:ext>
                  </a:extLst>
                </p:cNvPr>
                <p:cNvPicPr/>
                <p:nvPr/>
              </p:nvPicPr>
              <p:blipFill>
                <a:blip r:embed="rId292"/>
                <a:stretch>
                  <a:fillRect/>
                </a:stretch>
              </p:blipFill>
              <p:spPr>
                <a:xfrm>
                  <a:off x="9470206" y="3670329"/>
                  <a:ext cx="1612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78" name="Entrada de lápiz 177">
                  <a:extLst>
                    <a:ext uri="{FF2B5EF4-FFF2-40B4-BE49-F238E27FC236}">
                      <a16:creationId xmlns:a16="http://schemas.microsoft.com/office/drawing/2014/main" id="{126C73C1-FAA5-4746-AC48-A61475EF191C}"/>
                    </a:ext>
                  </a:extLst>
                </p14:cNvPr>
                <p14:cNvContentPartPr/>
                <p14:nvPr/>
              </p14:nvContentPartPr>
              <p14:xfrm>
                <a:off x="9766486" y="3500049"/>
                <a:ext cx="48960" cy="220320"/>
              </p14:xfrm>
            </p:contentPart>
          </mc:Choice>
          <mc:Fallback>
            <p:pic>
              <p:nvPicPr>
                <p:cNvPr id="178" name="Entrada de lápiz 177">
                  <a:extLst>
                    <a:ext uri="{FF2B5EF4-FFF2-40B4-BE49-F238E27FC236}">
                      <a16:creationId xmlns:a16="http://schemas.microsoft.com/office/drawing/2014/main" id="{126C73C1-FAA5-4746-AC48-A61475EF191C}"/>
                    </a:ext>
                  </a:extLst>
                </p:cNvPr>
                <p:cNvPicPr/>
                <p:nvPr/>
              </p:nvPicPr>
              <p:blipFill>
                <a:blip r:embed="rId294"/>
                <a:stretch>
                  <a:fillRect/>
                </a:stretch>
              </p:blipFill>
              <p:spPr>
                <a:xfrm>
                  <a:off x="9757846" y="3491049"/>
                  <a:ext cx="6660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79" name="Entrada de lápiz 178">
                  <a:extLst>
                    <a:ext uri="{FF2B5EF4-FFF2-40B4-BE49-F238E27FC236}">
                      <a16:creationId xmlns:a16="http://schemas.microsoft.com/office/drawing/2014/main" id="{9286BD41-3F06-4E62-AFFF-D38C2C26C2F0}"/>
                    </a:ext>
                  </a:extLst>
                </p14:cNvPr>
                <p14:cNvContentPartPr/>
                <p14:nvPr/>
              </p14:nvContentPartPr>
              <p14:xfrm>
                <a:off x="9876286" y="3894249"/>
                <a:ext cx="360" cy="360"/>
              </p14:xfrm>
            </p:contentPart>
          </mc:Choice>
          <mc:Fallback>
            <p:pic>
              <p:nvPicPr>
                <p:cNvPr id="179" name="Entrada de lápiz 178">
                  <a:extLst>
                    <a:ext uri="{FF2B5EF4-FFF2-40B4-BE49-F238E27FC236}">
                      <a16:creationId xmlns:a16="http://schemas.microsoft.com/office/drawing/2014/main" id="{9286BD41-3F06-4E62-AFFF-D38C2C26C2F0}"/>
                    </a:ext>
                  </a:extLst>
                </p:cNvPr>
                <p:cNvPicPr/>
                <p:nvPr/>
              </p:nvPicPr>
              <p:blipFill>
                <a:blip r:embed="rId296"/>
                <a:stretch>
                  <a:fillRect/>
                </a:stretch>
              </p:blipFill>
              <p:spPr>
                <a:xfrm>
                  <a:off x="9867286" y="3885249"/>
                  <a:ext cx="18000" cy="18000"/>
                </a:xfrm>
                <a:prstGeom prst="rect">
                  <a:avLst/>
                </a:prstGeom>
              </p:spPr>
            </p:pic>
          </mc:Fallback>
        </mc:AlternateContent>
      </p:grpSp>
    </p:spTree>
    <p:extLst>
      <p:ext uri="{BB962C8B-B14F-4D97-AF65-F5344CB8AC3E}">
        <p14:creationId xmlns:p14="http://schemas.microsoft.com/office/powerpoint/2010/main" val="2708379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26B7982-AA1F-466F-8A9C-7FB8EE7B458D}"/>
              </a:ext>
            </a:extLst>
          </p:cNvPr>
          <p:cNvSpPr txBox="1"/>
          <p:nvPr/>
        </p:nvSpPr>
        <p:spPr>
          <a:xfrm>
            <a:off x="1195754" y="867508"/>
            <a:ext cx="10222523" cy="923330"/>
          </a:xfrm>
          <a:prstGeom prst="rect">
            <a:avLst/>
          </a:prstGeom>
          <a:noFill/>
        </p:spPr>
        <p:txBody>
          <a:bodyPr wrap="square" rtlCol="0">
            <a:spAutoFit/>
          </a:bodyPr>
          <a:lstStyle/>
          <a:p>
            <a:r>
              <a:rPr lang="es-ES" dirty="0"/>
              <a:t>EJEMPLO: En un departamento de control de calidad se inspeccionan las unidades  terminadas que provienen de una línea de ensamble. Si la proporción de unidades defectuosas es de 0.03 ¿cuál es la probabilidad de que la vigésima unidad inspeccionada sea la tercera que se encuentra defectuosa.</a:t>
            </a:r>
          </a:p>
        </p:txBody>
      </p:sp>
      <p:pic>
        <p:nvPicPr>
          <p:cNvPr id="3" name="Imagen 2">
            <a:extLst>
              <a:ext uri="{FF2B5EF4-FFF2-40B4-BE49-F238E27FC236}">
                <a16:creationId xmlns:a16="http://schemas.microsoft.com/office/drawing/2014/main" id="{113DBD13-05B3-4BC8-92E7-45F02105EEBD}"/>
              </a:ext>
            </a:extLst>
          </p:cNvPr>
          <p:cNvPicPr>
            <a:picLocks noChangeAspect="1"/>
          </p:cNvPicPr>
          <p:nvPr/>
        </p:nvPicPr>
        <p:blipFill>
          <a:blip r:embed="rId2"/>
          <a:stretch>
            <a:fillRect/>
          </a:stretch>
        </p:blipFill>
        <p:spPr>
          <a:xfrm>
            <a:off x="1447800" y="2157412"/>
            <a:ext cx="9296400" cy="2543175"/>
          </a:xfrm>
          <a:prstGeom prst="rect">
            <a:avLst/>
          </a:prstGeom>
        </p:spPr>
      </p:pic>
    </p:spTree>
    <p:extLst>
      <p:ext uri="{BB962C8B-B14F-4D97-AF65-F5344CB8AC3E}">
        <p14:creationId xmlns:p14="http://schemas.microsoft.com/office/powerpoint/2010/main" val="1060821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 name="Imagen 278">
            <a:extLst>
              <a:ext uri="{FF2B5EF4-FFF2-40B4-BE49-F238E27FC236}">
                <a16:creationId xmlns:a16="http://schemas.microsoft.com/office/drawing/2014/main" id="{EE8F980B-0796-4DD0-8523-ACEEA8F76118}"/>
              </a:ext>
            </a:extLst>
          </p:cNvPr>
          <p:cNvPicPr>
            <a:picLocks noChangeAspect="1"/>
          </p:cNvPicPr>
          <p:nvPr/>
        </p:nvPicPr>
        <p:blipFill>
          <a:blip r:embed="rId2"/>
          <a:stretch>
            <a:fillRect/>
          </a:stretch>
        </p:blipFill>
        <p:spPr>
          <a:xfrm>
            <a:off x="842086" y="168741"/>
            <a:ext cx="7315200" cy="2276475"/>
          </a:xfrm>
          <a:prstGeom prst="rect">
            <a:avLst/>
          </a:prstGeom>
        </p:spPr>
      </p:pic>
      <p:sp>
        <p:nvSpPr>
          <p:cNvPr id="282" name="CuadroTexto 281">
            <a:extLst>
              <a:ext uri="{FF2B5EF4-FFF2-40B4-BE49-F238E27FC236}">
                <a16:creationId xmlns:a16="http://schemas.microsoft.com/office/drawing/2014/main" id="{6EF91DD4-E740-4AEA-9405-D4D7888EEAD5}"/>
              </a:ext>
            </a:extLst>
          </p:cNvPr>
          <p:cNvSpPr txBox="1"/>
          <p:nvPr/>
        </p:nvSpPr>
        <p:spPr>
          <a:xfrm>
            <a:off x="1606062" y="3153508"/>
            <a:ext cx="7959969" cy="923330"/>
          </a:xfrm>
          <a:prstGeom prst="rect">
            <a:avLst/>
          </a:prstGeom>
          <a:noFill/>
        </p:spPr>
        <p:txBody>
          <a:bodyPr wrap="square" rtlCol="0">
            <a:spAutoFit/>
          </a:bodyPr>
          <a:lstStyle/>
          <a:p>
            <a:r>
              <a:rPr lang="es-ES" dirty="0"/>
              <a:t>EJEMPLO: Un equipo de trabajo programó visitas a 25 fábricas, sólo podrán visitar 5 de las 25 fábricas. Si se sabe que 10 de las fábricas evitan las normas. Calcule la probabilidad de que al menos 1 de las fábricas muestreadas evite las normas. </a:t>
            </a:r>
          </a:p>
        </p:txBody>
      </p:sp>
    </p:spTree>
    <p:extLst>
      <p:ext uri="{BB962C8B-B14F-4D97-AF65-F5344CB8AC3E}">
        <p14:creationId xmlns:p14="http://schemas.microsoft.com/office/powerpoint/2010/main" val="1947963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upo 11">
            <a:extLst>
              <a:ext uri="{FF2B5EF4-FFF2-40B4-BE49-F238E27FC236}">
                <a16:creationId xmlns:a16="http://schemas.microsoft.com/office/drawing/2014/main" id="{34F2C10B-15DF-4476-886D-94C61059B17B}"/>
              </a:ext>
            </a:extLst>
          </p:cNvPr>
          <p:cNvGrpSpPr/>
          <p:nvPr/>
        </p:nvGrpSpPr>
        <p:grpSpPr>
          <a:xfrm>
            <a:off x="645886" y="272289"/>
            <a:ext cx="1869840" cy="424800"/>
            <a:chOff x="645886" y="272289"/>
            <a:chExt cx="1869840" cy="424800"/>
          </a:xfrm>
        </p:grpSpPr>
        <mc:AlternateContent xmlns:mc="http://schemas.openxmlformats.org/markup-compatibility/2006">
          <mc:Choice xmlns:p14="http://schemas.microsoft.com/office/powerpoint/2010/main" Requires="p14">
            <p:contentPart p14:bwMode="auto" r:id="rId2">
              <p14:nvContentPartPr>
                <p14:cNvPr id="2" name="Entrada de lápiz 1">
                  <a:extLst>
                    <a:ext uri="{FF2B5EF4-FFF2-40B4-BE49-F238E27FC236}">
                      <a16:creationId xmlns:a16="http://schemas.microsoft.com/office/drawing/2014/main" id="{862003C1-1D3E-4628-8CC9-7A59FD613F28}"/>
                    </a:ext>
                  </a:extLst>
                </p14:cNvPr>
                <p14:cNvContentPartPr/>
                <p14:nvPr/>
              </p14:nvContentPartPr>
              <p14:xfrm>
                <a:off x="645886" y="272289"/>
                <a:ext cx="243360" cy="355320"/>
              </p14:xfrm>
            </p:contentPart>
          </mc:Choice>
          <mc:Fallback>
            <p:pic>
              <p:nvPicPr>
                <p:cNvPr id="2" name="Entrada de lápiz 1">
                  <a:extLst>
                    <a:ext uri="{FF2B5EF4-FFF2-40B4-BE49-F238E27FC236}">
                      <a16:creationId xmlns:a16="http://schemas.microsoft.com/office/drawing/2014/main" id="{862003C1-1D3E-4628-8CC9-7A59FD613F28}"/>
                    </a:ext>
                  </a:extLst>
                </p:cNvPr>
                <p:cNvPicPr/>
                <p:nvPr/>
              </p:nvPicPr>
              <p:blipFill>
                <a:blip r:embed="rId3"/>
                <a:stretch>
                  <a:fillRect/>
                </a:stretch>
              </p:blipFill>
              <p:spPr>
                <a:xfrm>
                  <a:off x="637246" y="263289"/>
                  <a:ext cx="26100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Entrada de lápiz 2">
                  <a:extLst>
                    <a:ext uri="{FF2B5EF4-FFF2-40B4-BE49-F238E27FC236}">
                      <a16:creationId xmlns:a16="http://schemas.microsoft.com/office/drawing/2014/main" id="{30BAE38C-19B3-412B-8BE9-E5F528A706AB}"/>
                    </a:ext>
                  </a:extLst>
                </p14:cNvPr>
                <p14:cNvContentPartPr/>
                <p14:nvPr/>
              </p14:nvContentPartPr>
              <p14:xfrm>
                <a:off x="956566" y="401169"/>
                <a:ext cx="131040" cy="220320"/>
              </p14:xfrm>
            </p:contentPart>
          </mc:Choice>
          <mc:Fallback>
            <p:pic>
              <p:nvPicPr>
                <p:cNvPr id="3" name="Entrada de lápiz 2">
                  <a:extLst>
                    <a:ext uri="{FF2B5EF4-FFF2-40B4-BE49-F238E27FC236}">
                      <a16:creationId xmlns:a16="http://schemas.microsoft.com/office/drawing/2014/main" id="{30BAE38C-19B3-412B-8BE9-E5F528A706AB}"/>
                    </a:ext>
                  </a:extLst>
                </p:cNvPr>
                <p:cNvPicPr/>
                <p:nvPr/>
              </p:nvPicPr>
              <p:blipFill>
                <a:blip r:embed="rId5"/>
                <a:stretch>
                  <a:fillRect/>
                </a:stretch>
              </p:blipFill>
              <p:spPr>
                <a:xfrm>
                  <a:off x="947566" y="392529"/>
                  <a:ext cx="14868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Entrada de lápiz 3">
                  <a:extLst>
                    <a:ext uri="{FF2B5EF4-FFF2-40B4-BE49-F238E27FC236}">
                      <a16:creationId xmlns:a16="http://schemas.microsoft.com/office/drawing/2014/main" id="{F023CB11-1804-4CD4-A3C8-33ACE7FA53C7}"/>
                    </a:ext>
                  </a:extLst>
                </p14:cNvPr>
                <p14:cNvContentPartPr/>
                <p14:nvPr/>
              </p14:nvContentPartPr>
              <p14:xfrm>
                <a:off x="1051966" y="405849"/>
                <a:ext cx="127080" cy="248760"/>
              </p14:xfrm>
            </p:contentPart>
          </mc:Choice>
          <mc:Fallback>
            <p:pic>
              <p:nvPicPr>
                <p:cNvPr id="4" name="Entrada de lápiz 3">
                  <a:extLst>
                    <a:ext uri="{FF2B5EF4-FFF2-40B4-BE49-F238E27FC236}">
                      <a16:creationId xmlns:a16="http://schemas.microsoft.com/office/drawing/2014/main" id="{F023CB11-1804-4CD4-A3C8-33ACE7FA53C7}"/>
                    </a:ext>
                  </a:extLst>
                </p:cNvPr>
                <p:cNvPicPr/>
                <p:nvPr/>
              </p:nvPicPr>
              <p:blipFill>
                <a:blip r:embed="rId7"/>
                <a:stretch>
                  <a:fillRect/>
                </a:stretch>
              </p:blipFill>
              <p:spPr>
                <a:xfrm>
                  <a:off x="1043326" y="397209"/>
                  <a:ext cx="14472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Entrada de lápiz 4">
                  <a:extLst>
                    <a:ext uri="{FF2B5EF4-FFF2-40B4-BE49-F238E27FC236}">
                      <a16:creationId xmlns:a16="http://schemas.microsoft.com/office/drawing/2014/main" id="{5D038C1A-9FA3-4B01-84CD-0C6B47A00B38}"/>
                    </a:ext>
                  </a:extLst>
                </p14:cNvPr>
                <p14:cNvContentPartPr/>
                <p14:nvPr/>
              </p14:nvContentPartPr>
              <p14:xfrm>
                <a:off x="1319086" y="351849"/>
                <a:ext cx="37080" cy="238320"/>
              </p14:xfrm>
            </p:contentPart>
          </mc:Choice>
          <mc:Fallback>
            <p:pic>
              <p:nvPicPr>
                <p:cNvPr id="5" name="Entrada de lápiz 4">
                  <a:extLst>
                    <a:ext uri="{FF2B5EF4-FFF2-40B4-BE49-F238E27FC236}">
                      <a16:creationId xmlns:a16="http://schemas.microsoft.com/office/drawing/2014/main" id="{5D038C1A-9FA3-4B01-84CD-0C6B47A00B38}"/>
                    </a:ext>
                  </a:extLst>
                </p:cNvPr>
                <p:cNvPicPr/>
                <p:nvPr/>
              </p:nvPicPr>
              <p:blipFill>
                <a:blip r:embed="rId9"/>
                <a:stretch>
                  <a:fillRect/>
                </a:stretch>
              </p:blipFill>
              <p:spPr>
                <a:xfrm>
                  <a:off x="1310086" y="343209"/>
                  <a:ext cx="5472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Entrada de lápiz 5">
                  <a:extLst>
                    <a:ext uri="{FF2B5EF4-FFF2-40B4-BE49-F238E27FC236}">
                      <a16:creationId xmlns:a16="http://schemas.microsoft.com/office/drawing/2014/main" id="{FA92F701-CF49-448B-93C7-F7582FA88C47}"/>
                    </a:ext>
                  </a:extLst>
                </p14:cNvPr>
                <p14:cNvContentPartPr/>
                <p14:nvPr/>
              </p14:nvContentPartPr>
              <p14:xfrm>
                <a:off x="1221886" y="486849"/>
                <a:ext cx="324720" cy="141120"/>
              </p14:xfrm>
            </p:contentPart>
          </mc:Choice>
          <mc:Fallback>
            <p:pic>
              <p:nvPicPr>
                <p:cNvPr id="6" name="Entrada de lápiz 5">
                  <a:extLst>
                    <a:ext uri="{FF2B5EF4-FFF2-40B4-BE49-F238E27FC236}">
                      <a16:creationId xmlns:a16="http://schemas.microsoft.com/office/drawing/2014/main" id="{FA92F701-CF49-448B-93C7-F7582FA88C47}"/>
                    </a:ext>
                  </a:extLst>
                </p:cNvPr>
                <p:cNvPicPr/>
                <p:nvPr/>
              </p:nvPicPr>
              <p:blipFill>
                <a:blip r:embed="rId11"/>
                <a:stretch>
                  <a:fillRect/>
                </a:stretch>
              </p:blipFill>
              <p:spPr>
                <a:xfrm>
                  <a:off x="1213246" y="478209"/>
                  <a:ext cx="3423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Entrada de lápiz 6">
                  <a:extLst>
                    <a:ext uri="{FF2B5EF4-FFF2-40B4-BE49-F238E27FC236}">
                      <a16:creationId xmlns:a16="http://schemas.microsoft.com/office/drawing/2014/main" id="{1FEDCAF9-CC38-4EB2-9DDB-A38765DCA192}"/>
                    </a:ext>
                  </a:extLst>
                </p14:cNvPr>
                <p14:cNvContentPartPr/>
                <p14:nvPr/>
              </p14:nvContentPartPr>
              <p14:xfrm>
                <a:off x="1617166" y="384969"/>
                <a:ext cx="142920" cy="248760"/>
              </p14:xfrm>
            </p:contentPart>
          </mc:Choice>
          <mc:Fallback>
            <p:pic>
              <p:nvPicPr>
                <p:cNvPr id="7" name="Entrada de lápiz 6">
                  <a:extLst>
                    <a:ext uri="{FF2B5EF4-FFF2-40B4-BE49-F238E27FC236}">
                      <a16:creationId xmlns:a16="http://schemas.microsoft.com/office/drawing/2014/main" id="{1FEDCAF9-CC38-4EB2-9DDB-A38765DCA192}"/>
                    </a:ext>
                  </a:extLst>
                </p:cNvPr>
                <p:cNvPicPr/>
                <p:nvPr/>
              </p:nvPicPr>
              <p:blipFill>
                <a:blip r:embed="rId13"/>
                <a:stretch>
                  <a:fillRect/>
                </a:stretch>
              </p:blipFill>
              <p:spPr>
                <a:xfrm>
                  <a:off x="1608166" y="376329"/>
                  <a:ext cx="16056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Entrada de lápiz 7">
                  <a:extLst>
                    <a:ext uri="{FF2B5EF4-FFF2-40B4-BE49-F238E27FC236}">
                      <a16:creationId xmlns:a16="http://schemas.microsoft.com/office/drawing/2014/main" id="{043C935B-1FAA-4C9A-9C83-371DC39C3BED}"/>
                    </a:ext>
                  </a:extLst>
                </p14:cNvPr>
                <p14:cNvContentPartPr/>
                <p14:nvPr/>
              </p14:nvContentPartPr>
              <p14:xfrm>
                <a:off x="1822366" y="505569"/>
                <a:ext cx="128160" cy="157320"/>
              </p14:xfrm>
            </p:contentPart>
          </mc:Choice>
          <mc:Fallback>
            <p:pic>
              <p:nvPicPr>
                <p:cNvPr id="8" name="Entrada de lápiz 7">
                  <a:extLst>
                    <a:ext uri="{FF2B5EF4-FFF2-40B4-BE49-F238E27FC236}">
                      <a16:creationId xmlns:a16="http://schemas.microsoft.com/office/drawing/2014/main" id="{043C935B-1FAA-4C9A-9C83-371DC39C3BED}"/>
                    </a:ext>
                  </a:extLst>
                </p:cNvPr>
                <p:cNvPicPr/>
                <p:nvPr/>
              </p:nvPicPr>
              <p:blipFill>
                <a:blip r:embed="rId15"/>
                <a:stretch>
                  <a:fillRect/>
                </a:stretch>
              </p:blipFill>
              <p:spPr>
                <a:xfrm>
                  <a:off x="1813366" y="496929"/>
                  <a:ext cx="14580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Entrada de lápiz 8">
                  <a:extLst>
                    <a:ext uri="{FF2B5EF4-FFF2-40B4-BE49-F238E27FC236}">
                      <a16:creationId xmlns:a16="http://schemas.microsoft.com/office/drawing/2014/main" id="{2ADD64FF-7F08-48A1-8BF6-D5E0F947AD63}"/>
                    </a:ext>
                  </a:extLst>
                </p14:cNvPr>
                <p14:cNvContentPartPr/>
                <p14:nvPr/>
              </p14:nvContentPartPr>
              <p14:xfrm>
                <a:off x="1966366" y="535089"/>
                <a:ext cx="298800" cy="162000"/>
              </p14:xfrm>
            </p:contentPart>
          </mc:Choice>
          <mc:Fallback>
            <p:pic>
              <p:nvPicPr>
                <p:cNvPr id="9" name="Entrada de lápiz 8">
                  <a:extLst>
                    <a:ext uri="{FF2B5EF4-FFF2-40B4-BE49-F238E27FC236}">
                      <a16:creationId xmlns:a16="http://schemas.microsoft.com/office/drawing/2014/main" id="{2ADD64FF-7F08-48A1-8BF6-D5E0F947AD63}"/>
                    </a:ext>
                  </a:extLst>
                </p:cNvPr>
                <p:cNvPicPr/>
                <p:nvPr/>
              </p:nvPicPr>
              <p:blipFill>
                <a:blip r:embed="rId17"/>
                <a:stretch>
                  <a:fillRect/>
                </a:stretch>
              </p:blipFill>
              <p:spPr>
                <a:xfrm>
                  <a:off x="1957726" y="526089"/>
                  <a:ext cx="3164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Entrada de lápiz 9">
                  <a:extLst>
                    <a:ext uri="{FF2B5EF4-FFF2-40B4-BE49-F238E27FC236}">
                      <a16:creationId xmlns:a16="http://schemas.microsoft.com/office/drawing/2014/main" id="{7DC599D1-46A3-4BBE-AEC6-3EF3AF051FA9}"/>
                    </a:ext>
                  </a:extLst>
                </p14:cNvPr>
                <p14:cNvContentPartPr/>
                <p14:nvPr/>
              </p14:nvContentPartPr>
              <p14:xfrm>
                <a:off x="2205766" y="497289"/>
                <a:ext cx="309960" cy="179280"/>
              </p14:xfrm>
            </p:contentPart>
          </mc:Choice>
          <mc:Fallback>
            <p:pic>
              <p:nvPicPr>
                <p:cNvPr id="10" name="Entrada de lápiz 9">
                  <a:extLst>
                    <a:ext uri="{FF2B5EF4-FFF2-40B4-BE49-F238E27FC236}">
                      <a16:creationId xmlns:a16="http://schemas.microsoft.com/office/drawing/2014/main" id="{7DC599D1-46A3-4BBE-AEC6-3EF3AF051FA9}"/>
                    </a:ext>
                  </a:extLst>
                </p:cNvPr>
                <p:cNvPicPr/>
                <p:nvPr/>
              </p:nvPicPr>
              <p:blipFill>
                <a:blip r:embed="rId19"/>
                <a:stretch>
                  <a:fillRect/>
                </a:stretch>
              </p:blipFill>
              <p:spPr>
                <a:xfrm>
                  <a:off x="2196766" y="488289"/>
                  <a:ext cx="32760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Entrada de lápiz 10">
                  <a:extLst>
                    <a:ext uri="{FF2B5EF4-FFF2-40B4-BE49-F238E27FC236}">
                      <a16:creationId xmlns:a16="http://schemas.microsoft.com/office/drawing/2014/main" id="{C7A302E9-3938-4501-8DB4-D3C890381892}"/>
                    </a:ext>
                  </a:extLst>
                </p14:cNvPr>
                <p14:cNvContentPartPr/>
                <p14:nvPr/>
              </p14:nvContentPartPr>
              <p14:xfrm>
                <a:off x="2341846" y="330249"/>
                <a:ext cx="21600" cy="35280"/>
              </p14:xfrm>
            </p:contentPart>
          </mc:Choice>
          <mc:Fallback>
            <p:pic>
              <p:nvPicPr>
                <p:cNvPr id="11" name="Entrada de lápiz 10">
                  <a:extLst>
                    <a:ext uri="{FF2B5EF4-FFF2-40B4-BE49-F238E27FC236}">
                      <a16:creationId xmlns:a16="http://schemas.microsoft.com/office/drawing/2014/main" id="{C7A302E9-3938-4501-8DB4-D3C890381892}"/>
                    </a:ext>
                  </a:extLst>
                </p:cNvPr>
                <p:cNvPicPr/>
                <p:nvPr/>
              </p:nvPicPr>
              <p:blipFill>
                <a:blip r:embed="rId21"/>
                <a:stretch>
                  <a:fillRect/>
                </a:stretch>
              </p:blipFill>
              <p:spPr>
                <a:xfrm>
                  <a:off x="2332846" y="321249"/>
                  <a:ext cx="39240" cy="52920"/>
                </a:xfrm>
                <a:prstGeom prst="rect">
                  <a:avLst/>
                </a:prstGeom>
              </p:spPr>
            </p:pic>
          </mc:Fallback>
        </mc:AlternateContent>
      </p:grpSp>
      <p:grpSp>
        <p:nvGrpSpPr>
          <p:cNvPr id="32" name="Grupo 31">
            <a:extLst>
              <a:ext uri="{FF2B5EF4-FFF2-40B4-BE49-F238E27FC236}">
                <a16:creationId xmlns:a16="http://schemas.microsoft.com/office/drawing/2014/main" id="{4F0EF1D2-85B3-4AC1-9E33-61B943B4571D}"/>
              </a:ext>
            </a:extLst>
          </p:cNvPr>
          <p:cNvGrpSpPr/>
          <p:nvPr/>
        </p:nvGrpSpPr>
        <p:grpSpPr>
          <a:xfrm>
            <a:off x="3116206" y="297849"/>
            <a:ext cx="2695680" cy="513360"/>
            <a:chOff x="3116206" y="297849"/>
            <a:chExt cx="2695680" cy="513360"/>
          </a:xfrm>
        </p:grpSpPr>
        <mc:AlternateContent xmlns:mc="http://schemas.openxmlformats.org/markup-compatibility/2006">
          <mc:Choice xmlns:p14="http://schemas.microsoft.com/office/powerpoint/2010/main" Requires="p14">
            <p:contentPart p14:bwMode="auto" r:id="rId22">
              <p14:nvContentPartPr>
                <p14:cNvPr id="13" name="Entrada de lápiz 12">
                  <a:extLst>
                    <a:ext uri="{FF2B5EF4-FFF2-40B4-BE49-F238E27FC236}">
                      <a16:creationId xmlns:a16="http://schemas.microsoft.com/office/drawing/2014/main" id="{CBDA2224-0506-440D-A45E-839FDE9B374F}"/>
                    </a:ext>
                  </a:extLst>
                </p14:cNvPr>
                <p14:cNvContentPartPr/>
                <p14:nvPr/>
              </p14:nvContentPartPr>
              <p14:xfrm>
                <a:off x="3116206" y="297849"/>
                <a:ext cx="181440" cy="336960"/>
              </p14:xfrm>
            </p:contentPart>
          </mc:Choice>
          <mc:Fallback>
            <p:pic>
              <p:nvPicPr>
                <p:cNvPr id="13" name="Entrada de lápiz 12">
                  <a:extLst>
                    <a:ext uri="{FF2B5EF4-FFF2-40B4-BE49-F238E27FC236}">
                      <a16:creationId xmlns:a16="http://schemas.microsoft.com/office/drawing/2014/main" id="{CBDA2224-0506-440D-A45E-839FDE9B374F}"/>
                    </a:ext>
                  </a:extLst>
                </p:cNvPr>
                <p:cNvPicPr/>
                <p:nvPr/>
              </p:nvPicPr>
              <p:blipFill>
                <a:blip r:embed="rId23"/>
                <a:stretch>
                  <a:fillRect/>
                </a:stretch>
              </p:blipFill>
              <p:spPr>
                <a:xfrm>
                  <a:off x="3107206" y="289209"/>
                  <a:ext cx="19908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Entrada de lápiz 13">
                  <a:extLst>
                    <a:ext uri="{FF2B5EF4-FFF2-40B4-BE49-F238E27FC236}">
                      <a16:creationId xmlns:a16="http://schemas.microsoft.com/office/drawing/2014/main" id="{11A05077-A322-48C8-A8CA-14F7AD3A0A3D}"/>
                    </a:ext>
                  </a:extLst>
                </p14:cNvPr>
                <p14:cNvContentPartPr/>
                <p14:nvPr/>
              </p14:nvContentPartPr>
              <p14:xfrm>
                <a:off x="3342646" y="455169"/>
                <a:ext cx="52920" cy="167040"/>
              </p14:xfrm>
            </p:contentPart>
          </mc:Choice>
          <mc:Fallback>
            <p:pic>
              <p:nvPicPr>
                <p:cNvPr id="14" name="Entrada de lápiz 13">
                  <a:extLst>
                    <a:ext uri="{FF2B5EF4-FFF2-40B4-BE49-F238E27FC236}">
                      <a16:creationId xmlns:a16="http://schemas.microsoft.com/office/drawing/2014/main" id="{11A05077-A322-48C8-A8CA-14F7AD3A0A3D}"/>
                    </a:ext>
                  </a:extLst>
                </p:cNvPr>
                <p:cNvPicPr/>
                <p:nvPr/>
              </p:nvPicPr>
              <p:blipFill>
                <a:blip r:embed="rId25"/>
                <a:stretch>
                  <a:fillRect/>
                </a:stretch>
              </p:blipFill>
              <p:spPr>
                <a:xfrm>
                  <a:off x="3333646" y="446529"/>
                  <a:ext cx="705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Entrada de lápiz 14">
                  <a:extLst>
                    <a:ext uri="{FF2B5EF4-FFF2-40B4-BE49-F238E27FC236}">
                      <a16:creationId xmlns:a16="http://schemas.microsoft.com/office/drawing/2014/main" id="{B1749C6A-6679-423C-93DB-FC55A2A30B5A}"/>
                    </a:ext>
                  </a:extLst>
                </p14:cNvPr>
                <p14:cNvContentPartPr/>
                <p14:nvPr/>
              </p14:nvContentPartPr>
              <p14:xfrm>
                <a:off x="3445966" y="481449"/>
                <a:ext cx="149760" cy="264960"/>
              </p14:xfrm>
            </p:contentPart>
          </mc:Choice>
          <mc:Fallback>
            <p:pic>
              <p:nvPicPr>
                <p:cNvPr id="15" name="Entrada de lápiz 14">
                  <a:extLst>
                    <a:ext uri="{FF2B5EF4-FFF2-40B4-BE49-F238E27FC236}">
                      <a16:creationId xmlns:a16="http://schemas.microsoft.com/office/drawing/2014/main" id="{B1749C6A-6679-423C-93DB-FC55A2A30B5A}"/>
                    </a:ext>
                  </a:extLst>
                </p:cNvPr>
                <p:cNvPicPr/>
                <p:nvPr/>
              </p:nvPicPr>
              <p:blipFill>
                <a:blip r:embed="rId27"/>
                <a:stretch>
                  <a:fillRect/>
                </a:stretch>
              </p:blipFill>
              <p:spPr>
                <a:xfrm>
                  <a:off x="3436966" y="472809"/>
                  <a:ext cx="16740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Entrada de lápiz 15">
                  <a:extLst>
                    <a:ext uri="{FF2B5EF4-FFF2-40B4-BE49-F238E27FC236}">
                      <a16:creationId xmlns:a16="http://schemas.microsoft.com/office/drawing/2014/main" id="{855E4778-C658-433D-9484-97C25B80D47F}"/>
                    </a:ext>
                  </a:extLst>
                </p14:cNvPr>
                <p14:cNvContentPartPr/>
                <p14:nvPr/>
              </p14:nvContentPartPr>
              <p14:xfrm>
                <a:off x="3698686" y="483249"/>
                <a:ext cx="178560" cy="163440"/>
              </p14:xfrm>
            </p:contentPart>
          </mc:Choice>
          <mc:Fallback>
            <p:pic>
              <p:nvPicPr>
                <p:cNvPr id="16" name="Entrada de lápiz 15">
                  <a:extLst>
                    <a:ext uri="{FF2B5EF4-FFF2-40B4-BE49-F238E27FC236}">
                      <a16:creationId xmlns:a16="http://schemas.microsoft.com/office/drawing/2014/main" id="{855E4778-C658-433D-9484-97C25B80D47F}"/>
                    </a:ext>
                  </a:extLst>
                </p:cNvPr>
                <p:cNvPicPr/>
                <p:nvPr/>
              </p:nvPicPr>
              <p:blipFill>
                <a:blip r:embed="rId29"/>
                <a:stretch>
                  <a:fillRect/>
                </a:stretch>
              </p:blipFill>
              <p:spPr>
                <a:xfrm>
                  <a:off x="3690046" y="474249"/>
                  <a:ext cx="19620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Entrada de lápiz 16">
                  <a:extLst>
                    <a:ext uri="{FF2B5EF4-FFF2-40B4-BE49-F238E27FC236}">
                      <a16:creationId xmlns:a16="http://schemas.microsoft.com/office/drawing/2014/main" id="{F164B295-3D87-4DB5-B306-B713D9211122}"/>
                    </a:ext>
                  </a:extLst>
                </p14:cNvPr>
                <p14:cNvContentPartPr/>
                <p14:nvPr/>
              </p14:nvContentPartPr>
              <p14:xfrm>
                <a:off x="3918646" y="492249"/>
                <a:ext cx="134280" cy="318960"/>
              </p14:xfrm>
            </p:contentPart>
          </mc:Choice>
          <mc:Fallback>
            <p:pic>
              <p:nvPicPr>
                <p:cNvPr id="17" name="Entrada de lápiz 16">
                  <a:extLst>
                    <a:ext uri="{FF2B5EF4-FFF2-40B4-BE49-F238E27FC236}">
                      <a16:creationId xmlns:a16="http://schemas.microsoft.com/office/drawing/2014/main" id="{F164B295-3D87-4DB5-B306-B713D9211122}"/>
                    </a:ext>
                  </a:extLst>
                </p:cNvPr>
                <p:cNvPicPr/>
                <p:nvPr/>
              </p:nvPicPr>
              <p:blipFill>
                <a:blip r:embed="rId31"/>
                <a:stretch>
                  <a:fillRect/>
                </a:stretch>
              </p:blipFill>
              <p:spPr>
                <a:xfrm>
                  <a:off x="3910006" y="483249"/>
                  <a:ext cx="1519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Entrada de lápiz 17">
                  <a:extLst>
                    <a:ext uri="{FF2B5EF4-FFF2-40B4-BE49-F238E27FC236}">
                      <a16:creationId xmlns:a16="http://schemas.microsoft.com/office/drawing/2014/main" id="{432DFED6-17CA-46E0-8043-265C3248B562}"/>
                    </a:ext>
                  </a:extLst>
                </p14:cNvPr>
                <p14:cNvContentPartPr/>
                <p14:nvPr/>
              </p14:nvContentPartPr>
              <p14:xfrm>
                <a:off x="4105486" y="490809"/>
                <a:ext cx="169920" cy="194040"/>
              </p14:xfrm>
            </p:contentPart>
          </mc:Choice>
          <mc:Fallback>
            <p:pic>
              <p:nvPicPr>
                <p:cNvPr id="18" name="Entrada de lápiz 17">
                  <a:extLst>
                    <a:ext uri="{FF2B5EF4-FFF2-40B4-BE49-F238E27FC236}">
                      <a16:creationId xmlns:a16="http://schemas.microsoft.com/office/drawing/2014/main" id="{432DFED6-17CA-46E0-8043-265C3248B562}"/>
                    </a:ext>
                  </a:extLst>
                </p:cNvPr>
                <p:cNvPicPr/>
                <p:nvPr/>
              </p:nvPicPr>
              <p:blipFill>
                <a:blip r:embed="rId33"/>
                <a:stretch>
                  <a:fillRect/>
                </a:stretch>
              </p:blipFill>
              <p:spPr>
                <a:xfrm>
                  <a:off x="4096486" y="481809"/>
                  <a:ext cx="18756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Entrada de lápiz 18">
                  <a:extLst>
                    <a:ext uri="{FF2B5EF4-FFF2-40B4-BE49-F238E27FC236}">
                      <a16:creationId xmlns:a16="http://schemas.microsoft.com/office/drawing/2014/main" id="{BEFC25AB-9874-4C34-8D3C-4DE6F9AF4C29}"/>
                    </a:ext>
                  </a:extLst>
                </p14:cNvPr>
                <p14:cNvContentPartPr/>
                <p14:nvPr/>
              </p14:nvContentPartPr>
              <p14:xfrm>
                <a:off x="4277926" y="501609"/>
                <a:ext cx="148680" cy="178200"/>
              </p14:xfrm>
            </p:contentPart>
          </mc:Choice>
          <mc:Fallback>
            <p:pic>
              <p:nvPicPr>
                <p:cNvPr id="19" name="Entrada de lápiz 18">
                  <a:extLst>
                    <a:ext uri="{FF2B5EF4-FFF2-40B4-BE49-F238E27FC236}">
                      <a16:creationId xmlns:a16="http://schemas.microsoft.com/office/drawing/2014/main" id="{BEFC25AB-9874-4C34-8D3C-4DE6F9AF4C29}"/>
                    </a:ext>
                  </a:extLst>
                </p:cNvPr>
                <p:cNvPicPr/>
                <p:nvPr/>
              </p:nvPicPr>
              <p:blipFill>
                <a:blip r:embed="rId35"/>
                <a:stretch>
                  <a:fillRect/>
                </a:stretch>
              </p:blipFill>
              <p:spPr>
                <a:xfrm>
                  <a:off x="4268926" y="492969"/>
                  <a:ext cx="1663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Entrada de lápiz 19">
                  <a:extLst>
                    <a:ext uri="{FF2B5EF4-FFF2-40B4-BE49-F238E27FC236}">
                      <a16:creationId xmlns:a16="http://schemas.microsoft.com/office/drawing/2014/main" id="{CB16A2CD-E248-42EC-8D19-4FCB8C0A6694}"/>
                    </a:ext>
                  </a:extLst>
                </p14:cNvPr>
                <p14:cNvContentPartPr/>
                <p14:nvPr/>
              </p14:nvContentPartPr>
              <p14:xfrm>
                <a:off x="4472326" y="502689"/>
                <a:ext cx="218160" cy="189360"/>
              </p14:xfrm>
            </p:contentPart>
          </mc:Choice>
          <mc:Fallback>
            <p:pic>
              <p:nvPicPr>
                <p:cNvPr id="20" name="Entrada de lápiz 19">
                  <a:extLst>
                    <a:ext uri="{FF2B5EF4-FFF2-40B4-BE49-F238E27FC236}">
                      <a16:creationId xmlns:a16="http://schemas.microsoft.com/office/drawing/2014/main" id="{CB16A2CD-E248-42EC-8D19-4FCB8C0A6694}"/>
                    </a:ext>
                  </a:extLst>
                </p:cNvPr>
                <p:cNvPicPr/>
                <p:nvPr/>
              </p:nvPicPr>
              <p:blipFill>
                <a:blip r:embed="rId37"/>
                <a:stretch>
                  <a:fillRect/>
                </a:stretch>
              </p:blipFill>
              <p:spPr>
                <a:xfrm>
                  <a:off x="4463686" y="493689"/>
                  <a:ext cx="23580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Entrada de lápiz 20">
                  <a:extLst>
                    <a:ext uri="{FF2B5EF4-FFF2-40B4-BE49-F238E27FC236}">
                      <a16:creationId xmlns:a16="http://schemas.microsoft.com/office/drawing/2014/main" id="{4742B34D-B0C4-4453-BF41-6EEC2BBCF04C}"/>
                    </a:ext>
                  </a:extLst>
                </p14:cNvPr>
                <p14:cNvContentPartPr/>
                <p14:nvPr/>
              </p14:nvContentPartPr>
              <p14:xfrm>
                <a:off x="4756366" y="492969"/>
                <a:ext cx="203760" cy="189360"/>
              </p14:xfrm>
            </p:contentPart>
          </mc:Choice>
          <mc:Fallback>
            <p:pic>
              <p:nvPicPr>
                <p:cNvPr id="21" name="Entrada de lápiz 20">
                  <a:extLst>
                    <a:ext uri="{FF2B5EF4-FFF2-40B4-BE49-F238E27FC236}">
                      <a16:creationId xmlns:a16="http://schemas.microsoft.com/office/drawing/2014/main" id="{4742B34D-B0C4-4453-BF41-6EEC2BBCF04C}"/>
                    </a:ext>
                  </a:extLst>
                </p:cNvPr>
                <p:cNvPicPr/>
                <p:nvPr/>
              </p:nvPicPr>
              <p:blipFill>
                <a:blip r:embed="rId39"/>
                <a:stretch>
                  <a:fillRect/>
                </a:stretch>
              </p:blipFill>
              <p:spPr>
                <a:xfrm>
                  <a:off x="4747726" y="483969"/>
                  <a:ext cx="22140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Entrada de lápiz 21">
                  <a:extLst>
                    <a:ext uri="{FF2B5EF4-FFF2-40B4-BE49-F238E27FC236}">
                      <a16:creationId xmlns:a16="http://schemas.microsoft.com/office/drawing/2014/main" id="{59493F1F-3343-49F0-A7C5-E6BBA305F3C0}"/>
                    </a:ext>
                  </a:extLst>
                </p14:cNvPr>
                <p14:cNvContentPartPr/>
                <p14:nvPr/>
              </p14:nvContentPartPr>
              <p14:xfrm>
                <a:off x="4969126" y="357609"/>
                <a:ext cx="186840" cy="333000"/>
              </p14:xfrm>
            </p:contentPart>
          </mc:Choice>
          <mc:Fallback>
            <p:pic>
              <p:nvPicPr>
                <p:cNvPr id="22" name="Entrada de lápiz 21">
                  <a:extLst>
                    <a:ext uri="{FF2B5EF4-FFF2-40B4-BE49-F238E27FC236}">
                      <a16:creationId xmlns:a16="http://schemas.microsoft.com/office/drawing/2014/main" id="{59493F1F-3343-49F0-A7C5-E6BBA305F3C0}"/>
                    </a:ext>
                  </a:extLst>
                </p:cNvPr>
                <p:cNvPicPr/>
                <p:nvPr/>
              </p:nvPicPr>
              <p:blipFill>
                <a:blip r:embed="rId41"/>
                <a:stretch>
                  <a:fillRect/>
                </a:stretch>
              </p:blipFill>
              <p:spPr>
                <a:xfrm>
                  <a:off x="4960486" y="348609"/>
                  <a:ext cx="204480" cy="3506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Entrada de lápiz 22">
                  <a:extLst>
                    <a:ext uri="{FF2B5EF4-FFF2-40B4-BE49-F238E27FC236}">
                      <a16:creationId xmlns:a16="http://schemas.microsoft.com/office/drawing/2014/main" id="{284362D1-D424-4B81-A425-6B6D7D853ECB}"/>
                    </a:ext>
                  </a:extLst>
                </p14:cNvPr>
                <p14:cNvContentPartPr/>
                <p14:nvPr/>
              </p14:nvContentPartPr>
              <p14:xfrm>
                <a:off x="5055526" y="535809"/>
                <a:ext cx="314280" cy="168120"/>
              </p14:xfrm>
            </p:contentPart>
          </mc:Choice>
          <mc:Fallback>
            <p:pic>
              <p:nvPicPr>
                <p:cNvPr id="23" name="Entrada de lápiz 22">
                  <a:extLst>
                    <a:ext uri="{FF2B5EF4-FFF2-40B4-BE49-F238E27FC236}">
                      <a16:creationId xmlns:a16="http://schemas.microsoft.com/office/drawing/2014/main" id="{284362D1-D424-4B81-A425-6B6D7D853ECB}"/>
                    </a:ext>
                  </a:extLst>
                </p:cNvPr>
                <p:cNvPicPr/>
                <p:nvPr/>
              </p:nvPicPr>
              <p:blipFill>
                <a:blip r:embed="rId43"/>
                <a:stretch>
                  <a:fillRect/>
                </a:stretch>
              </p:blipFill>
              <p:spPr>
                <a:xfrm>
                  <a:off x="5046886" y="527169"/>
                  <a:ext cx="33192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Entrada de lápiz 23">
                  <a:extLst>
                    <a:ext uri="{FF2B5EF4-FFF2-40B4-BE49-F238E27FC236}">
                      <a16:creationId xmlns:a16="http://schemas.microsoft.com/office/drawing/2014/main" id="{90A96974-68B4-41DD-9EFB-8EFF883E6EE1}"/>
                    </a:ext>
                  </a:extLst>
                </p14:cNvPr>
                <p14:cNvContentPartPr/>
                <p14:nvPr/>
              </p14:nvContentPartPr>
              <p14:xfrm>
                <a:off x="5485366" y="647409"/>
                <a:ext cx="21600" cy="35280"/>
              </p14:xfrm>
            </p:contentPart>
          </mc:Choice>
          <mc:Fallback>
            <p:pic>
              <p:nvPicPr>
                <p:cNvPr id="24" name="Entrada de lápiz 23">
                  <a:extLst>
                    <a:ext uri="{FF2B5EF4-FFF2-40B4-BE49-F238E27FC236}">
                      <a16:creationId xmlns:a16="http://schemas.microsoft.com/office/drawing/2014/main" id="{90A96974-68B4-41DD-9EFB-8EFF883E6EE1}"/>
                    </a:ext>
                  </a:extLst>
                </p:cNvPr>
                <p:cNvPicPr/>
                <p:nvPr/>
              </p:nvPicPr>
              <p:blipFill>
                <a:blip r:embed="rId45"/>
                <a:stretch>
                  <a:fillRect/>
                </a:stretch>
              </p:blipFill>
              <p:spPr>
                <a:xfrm>
                  <a:off x="5476726" y="638769"/>
                  <a:ext cx="392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5" name="Entrada de lápiz 24">
                  <a:extLst>
                    <a:ext uri="{FF2B5EF4-FFF2-40B4-BE49-F238E27FC236}">
                      <a16:creationId xmlns:a16="http://schemas.microsoft.com/office/drawing/2014/main" id="{3675A3D2-7B98-49AB-8C26-E44B83E787BA}"/>
                    </a:ext>
                  </a:extLst>
                </p14:cNvPr>
                <p14:cNvContentPartPr/>
                <p14:nvPr/>
              </p14:nvContentPartPr>
              <p14:xfrm>
                <a:off x="5498686" y="554529"/>
                <a:ext cx="157680" cy="131040"/>
              </p14:xfrm>
            </p:contentPart>
          </mc:Choice>
          <mc:Fallback>
            <p:pic>
              <p:nvPicPr>
                <p:cNvPr id="25" name="Entrada de lápiz 24">
                  <a:extLst>
                    <a:ext uri="{FF2B5EF4-FFF2-40B4-BE49-F238E27FC236}">
                      <a16:creationId xmlns:a16="http://schemas.microsoft.com/office/drawing/2014/main" id="{3675A3D2-7B98-49AB-8C26-E44B83E787BA}"/>
                    </a:ext>
                  </a:extLst>
                </p:cNvPr>
                <p:cNvPicPr/>
                <p:nvPr/>
              </p:nvPicPr>
              <p:blipFill>
                <a:blip r:embed="rId47"/>
                <a:stretch>
                  <a:fillRect/>
                </a:stretch>
              </p:blipFill>
              <p:spPr>
                <a:xfrm>
                  <a:off x="5490046" y="545889"/>
                  <a:ext cx="1753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6" name="Entrada de lápiz 25">
                  <a:extLst>
                    <a:ext uri="{FF2B5EF4-FFF2-40B4-BE49-F238E27FC236}">
                      <a16:creationId xmlns:a16="http://schemas.microsoft.com/office/drawing/2014/main" id="{728B9D5F-D148-498A-A217-2CAA0D05290E}"/>
                    </a:ext>
                  </a:extLst>
                </p14:cNvPr>
                <p14:cNvContentPartPr/>
                <p14:nvPr/>
              </p14:nvContentPartPr>
              <p14:xfrm>
                <a:off x="5646646" y="515289"/>
                <a:ext cx="165240" cy="157680"/>
              </p14:xfrm>
            </p:contentPart>
          </mc:Choice>
          <mc:Fallback>
            <p:pic>
              <p:nvPicPr>
                <p:cNvPr id="26" name="Entrada de lápiz 25">
                  <a:extLst>
                    <a:ext uri="{FF2B5EF4-FFF2-40B4-BE49-F238E27FC236}">
                      <a16:creationId xmlns:a16="http://schemas.microsoft.com/office/drawing/2014/main" id="{728B9D5F-D148-498A-A217-2CAA0D05290E}"/>
                    </a:ext>
                  </a:extLst>
                </p:cNvPr>
                <p:cNvPicPr/>
                <p:nvPr/>
              </p:nvPicPr>
              <p:blipFill>
                <a:blip r:embed="rId49"/>
                <a:stretch>
                  <a:fillRect/>
                </a:stretch>
              </p:blipFill>
              <p:spPr>
                <a:xfrm>
                  <a:off x="5637646" y="506649"/>
                  <a:ext cx="1828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7" name="Entrada de lápiz 26">
                  <a:extLst>
                    <a:ext uri="{FF2B5EF4-FFF2-40B4-BE49-F238E27FC236}">
                      <a16:creationId xmlns:a16="http://schemas.microsoft.com/office/drawing/2014/main" id="{A5C40F55-A783-4919-BB57-E879C166DE61}"/>
                    </a:ext>
                  </a:extLst>
                </p14:cNvPr>
                <p14:cNvContentPartPr/>
                <p14:nvPr/>
              </p14:nvContentPartPr>
              <p14:xfrm>
                <a:off x="5358286" y="379209"/>
                <a:ext cx="55800" cy="35280"/>
              </p14:xfrm>
            </p:contentPart>
          </mc:Choice>
          <mc:Fallback>
            <p:pic>
              <p:nvPicPr>
                <p:cNvPr id="27" name="Entrada de lápiz 26">
                  <a:extLst>
                    <a:ext uri="{FF2B5EF4-FFF2-40B4-BE49-F238E27FC236}">
                      <a16:creationId xmlns:a16="http://schemas.microsoft.com/office/drawing/2014/main" id="{A5C40F55-A783-4919-BB57-E879C166DE61}"/>
                    </a:ext>
                  </a:extLst>
                </p:cNvPr>
                <p:cNvPicPr/>
                <p:nvPr/>
              </p:nvPicPr>
              <p:blipFill>
                <a:blip r:embed="rId51"/>
                <a:stretch>
                  <a:fillRect/>
                </a:stretch>
              </p:blipFill>
              <p:spPr>
                <a:xfrm>
                  <a:off x="5349646" y="370569"/>
                  <a:ext cx="734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Entrada de lápiz 28">
                  <a:extLst>
                    <a:ext uri="{FF2B5EF4-FFF2-40B4-BE49-F238E27FC236}">
                      <a16:creationId xmlns:a16="http://schemas.microsoft.com/office/drawing/2014/main" id="{A0610FDA-E54F-4FEB-87B9-1D29BC528DCA}"/>
                    </a:ext>
                  </a:extLst>
                </p14:cNvPr>
                <p14:cNvContentPartPr/>
                <p14:nvPr/>
              </p14:nvContentPartPr>
              <p14:xfrm>
                <a:off x="3350926" y="536169"/>
                <a:ext cx="25920" cy="110880"/>
              </p14:xfrm>
            </p:contentPart>
          </mc:Choice>
          <mc:Fallback>
            <p:pic>
              <p:nvPicPr>
                <p:cNvPr id="29" name="Entrada de lápiz 28">
                  <a:extLst>
                    <a:ext uri="{FF2B5EF4-FFF2-40B4-BE49-F238E27FC236}">
                      <a16:creationId xmlns:a16="http://schemas.microsoft.com/office/drawing/2014/main" id="{A0610FDA-E54F-4FEB-87B9-1D29BC528DCA}"/>
                    </a:ext>
                  </a:extLst>
                </p:cNvPr>
                <p:cNvPicPr/>
                <p:nvPr/>
              </p:nvPicPr>
              <p:blipFill>
                <a:blip r:embed="rId53"/>
                <a:stretch>
                  <a:fillRect/>
                </a:stretch>
              </p:blipFill>
              <p:spPr>
                <a:xfrm>
                  <a:off x="3342286" y="527169"/>
                  <a:ext cx="435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Entrada de lápiz 30">
                  <a:extLst>
                    <a:ext uri="{FF2B5EF4-FFF2-40B4-BE49-F238E27FC236}">
                      <a16:creationId xmlns:a16="http://schemas.microsoft.com/office/drawing/2014/main" id="{1DA56D7D-537B-4B16-9FDF-8C12DC09FADF}"/>
                    </a:ext>
                  </a:extLst>
                </p14:cNvPr>
                <p14:cNvContentPartPr/>
                <p14:nvPr/>
              </p14:nvContentPartPr>
              <p14:xfrm>
                <a:off x="3352006" y="416289"/>
                <a:ext cx="35640" cy="27000"/>
              </p14:xfrm>
            </p:contentPart>
          </mc:Choice>
          <mc:Fallback>
            <p:pic>
              <p:nvPicPr>
                <p:cNvPr id="31" name="Entrada de lápiz 30">
                  <a:extLst>
                    <a:ext uri="{FF2B5EF4-FFF2-40B4-BE49-F238E27FC236}">
                      <a16:creationId xmlns:a16="http://schemas.microsoft.com/office/drawing/2014/main" id="{1DA56D7D-537B-4B16-9FDF-8C12DC09FADF}"/>
                    </a:ext>
                  </a:extLst>
                </p:cNvPr>
                <p:cNvPicPr/>
                <p:nvPr/>
              </p:nvPicPr>
              <p:blipFill>
                <a:blip r:embed="rId55"/>
                <a:stretch>
                  <a:fillRect/>
                </a:stretch>
              </p:blipFill>
              <p:spPr>
                <a:xfrm>
                  <a:off x="3343366" y="407289"/>
                  <a:ext cx="53280" cy="44640"/>
                </a:xfrm>
                <a:prstGeom prst="rect">
                  <a:avLst/>
                </a:prstGeom>
              </p:spPr>
            </p:pic>
          </mc:Fallback>
        </mc:AlternateContent>
      </p:grpSp>
      <p:grpSp>
        <p:nvGrpSpPr>
          <p:cNvPr id="56" name="Grupo 55">
            <a:extLst>
              <a:ext uri="{FF2B5EF4-FFF2-40B4-BE49-F238E27FC236}">
                <a16:creationId xmlns:a16="http://schemas.microsoft.com/office/drawing/2014/main" id="{B55ABCEB-FACC-4CA3-AAAB-7599174363BC}"/>
              </a:ext>
            </a:extLst>
          </p:cNvPr>
          <p:cNvGrpSpPr/>
          <p:nvPr/>
        </p:nvGrpSpPr>
        <p:grpSpPr>
          <a:xfrm>
            <a:off x="7523686" y="296049"/>
            <a:ext cx="1549080" cy="511200"/>
            <a:chOff x="7523686" y="296049"/>
            <a:chExt cx="1549080" cy="511200"/>
          </a:xfrm>
        </p:grpSpPr>
        <mc:AlternateContent xmlns:mc="http://schemas.openxmlformats.org/markup-compatibility/2006">
          <mc:Choice xmlns:p14="http://schemas.microsoft.com/office/powerpoint/2010/main" Requires="p14">
            <p:contentPart p14:bwMode="auto" r:id="rId56">
              <p14:nvContentPartPr>
                <p14:cNvPr id="41" name="Entrada de lápiz 40">
                  <a:extLst>
                    <a:ext uri="{FF2B5EF4-FFF2-40B4-BE49-F238E27FC236}">
                      <a16:creationId xmlns:a16="http://schemas.microsoft.com/office/drawing/2014/main" id="{8A19E95E-6510-4DB1-A0F9-BB4D148963EB}"/>
                    </a:ext>
                  </a:extLst>
                </p14:cNvPr>
                <p14:cNvContentPartPr/>
                <p14:nvPr/>
              </p14:nvContentPartPr>
              <p14:xfrm>
                <a:off x="7558606" y="423849"/>
                <a:ext cx="83520" cy="383400"/>
              </p14:xfrm>
            </p:contentPart>
          </mc:Choice>
          <mc:Fallback>
            <p:pic>
              <p:nvPicPr>
                <p:cNvPr id="41" name="Entrada de lápiz 40">
                  <a:extLst>
                    <a:ext uri="{FF2B5EF4-FFF2-40B4-BE49-F238E27FC236}">
                      <a16:creationId xmlns:a16="http://schemas.microsoft.com/office/drawing/2014/main" id="{8A19E95E-6510-4DB1-A0F9-BB4D148963EB}"/>
                    </a:ext>
                  </a:extLst>
                </p:cNvPr>
                <p:cNvPicPr/>
                <p:nvPr/>
              </p:nvPicPr>
              <p:blipFill>
                <a:blip r:embed="rId57"/>
                <a:stretch>
                  <a:fillRect/>
                </a:stretch>
              </p:blipFill>
              <p:spPr>
                <a:xfrm>
                  <a:off x="7549606" y="415209"/>
                  <a:ext cx="101160" cy="4010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2" name="Entrada de lápiz 41">
                  <a:extLst>
                    <a:ext uri="{FF2B5EF4-FFF2-40B4-BE49-F238E27FC236}">
                      <a16:creationId xmlns:a16="http://schemas.microsoft.com/office/drawing/2014/main" id="{37483C9E-0506-4C6C-A7F1-7C9BBEE9F2BE}"/>
                    </a:ext>
                  </a:extLst>
                </p14:cNvPr>
                <p14:cNvContentPartPr/>
                <p14:nvPr/>
              </p14:nvContentPartPr>
              <p14:xfrm>
                <a:off x="7523686" y="401889"/>
                <a:ext cx="224640" cy="215640"/>
              </p14:xfrm>
            </p:contentPart>
          </mc:Choice>
          <mc:Fallback>
            <p:pic>
              <p:nvPicPr>
                <p:cNvPr id="42" name="Entrada de lápiz 41">
                  <a:extLst>
                    <a:ext uri="{FF2B5EF4-FFF2-40B4-BE49-F238E27FC236}">
                      <a16:creationId xmlns:a16="http://schemas.microsoft.com/office/drawing/2014/main" id="{37483C9E-0506-4C6C-A7F1-7C9BBEE9F2BE}"/>
                    </a:ext>
                  </a:extLst>
                </p:cNvPr>
                <p:cNvPicPr/>
                <p:nvPr/>
              </p:nvPicPr>
              <p:blipFill>
                <a:blip r:embed="rId59"/>
                <a:stretch>
                  <a:fillRect/>
                </a:stretch>
              </p:blipFill>
              <p:spPr>
                <a:xfrm>
                  <a:off x="7515046" y="393249"/>
                  <a:ext cx="24228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3" name="Entrada de lápiz 42">
                  <a:extLst>
                    <a:ext uri="{FF2B5EF4-FFF2-40B4-BE49-F238E27FC236}">
                      <a16:creationId xmlns:a16="http://schemas.microsoft.com/office/drawing/2014/main" id="{B1864065-1381-400F-9B03-2BB93D710086}"/>
                    </a:ext>
                  </a:extLst>
                </p14:cNvPr>
                <p14:cNvContentPartPr/>
                <p14:nvPr/>
              </p14:nvContentPartPr>
              <p14:xfrm>
                <a:off x="7745806" y="449409"/>
                <a:ext cx="221040" cy="179640"/>
              </p14:xfrm>
            </p:contentPart>
          </mc:Choice>
          <mc:Fallback>
            <p:pic>
              <p:nvPicPr>
                <p:cNvPr id="43" name="Entrada de lápiz 42">
                  <a:extLst>
                    <a:ext uri="{FF2B5EF4-FFF2-40B4-BE49-F238E27FC236}">
                      <a16:creationId xmlns:a16="http://schemas.microsoft.com/office/drawing/2014/main" id="{B1864065-1381-400F-9B03-2BB93D710086}"/>
                    </a:ext>
                  </a:extLst>
                </p:cNvPr>
                <p:cNvPicPr/>
                <p:nvPr/>
              </p:nvPicPr>
              <p:blipFill>
                <a:blip r:embed="rId61"/>
                <a:stretch>
                  <a:fillRect/>
                </a:stretch>
              </p:blipFill>
              <p:spPr>
                <a:xfrm>
                  <a:off x="7736806" y="440769"/>
                  <a:ext cx="23868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4" name="Entrada de lápiz 43">
                  <a:extLst>
                    <a:ext uri="{FF2B5EF4-FFF2-40B4-BE49-F238E27FC236}">
                      <a16:creationId xmlns:a16="http://schemas.microsoft.com/office/drawing/2014/main" id="{7F7EF116-92C2-486B-80B0-B951E29D66B5}"/>
                    </a:ext>
                  </a:extLst>
                </p14:cNvPr>
                <p14:cNvContentPartPr/>
                <p14:nvPr/>
              </p14:nvContentPartPr>
              <p14:xfrm>
                <a:off x="7958926" y="296049"/>
                <a:ext cx="253800" cy="347400"/>
              </p14:xfrm>
            </p:contentPart>
          </mc:Choice>
          <mc:Fallback>
            <p:pic>
              <p:nvPicPr>
                <p:cNvPr id="44" name="Entrada de lápiz 43">
                  <a:extLst>
                    <a:ext uri="{FF2B5EF4-FFF2-40B4-BE49-F238E27FC236}">
                      <a16:creationId xmlns:a16="http://schemas.microsoft.com/office/drawing/2014/main" id="{7F7EF116-92C2-486B-80B0-B951E29D66B5}"/>
                    </a:ext>
                  </a:extLst>
                </p:cNvPr>
                <p:cNvPicPr/>
                <p:nvPr/>
              </p:nvPicPr>
              <p:blipFill>
                <a:blip r:embed="rId63"/>
                <a:stretch>
                  <a:fillRect/>
                </a:stretch>
              </p:blipFill>
              <p:spPr>
                <a:xfrm>
                  <a:off x="7949926" y="287049"/>
                  <a:ext cx="27144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5" name="Entrada de lápiz 44">
                  <a:extLst>
                    <a:ext uri="{FF2B5EF4-FFF2-40B4-BE49-F238E27FC236}">
                      <a16:creationId xmlns:a16="http://schemas.microsoft.com/office/drawing/2014/main" id="{7A3F27F5-7572-443D-B71D-6541082E4B3C}"/>
                    </a:ext>
                  </a:extLst>
                </p14:cNvPr>
                <p14:cNvContentPartPr/>
                <p14:nvPr/>
              </p14:nvContentPartPr>
              <p14:xfrm>
                <a:off x="8248726" y="335649"/>
                <a:ext cx="119520" cy="264600"/>
              </p14:xfrm>
            </p:contentPart>
          </mc:Choice>
          <mc:Fallback>
            <p:pic>
              <p:nvPicPr>
                <p:cNvPr id="45" name="Entrada de lápiz 44">
                  <a:extLst>
                    <a:ext uri="{FF2B5EF4-FFF2-40B4-BE49-F238E27FC236}">
                      <a16:creationId xmlns:a16="http://schemas.microsoft.com/office/drawing/2014/main" id="{7A3F27F5-7572-443D-B71D-6541082E4B3C}"/>
                    </a:ext>
                  </a:extLst>
                </p:cNvPr>
                <p:cNvPicPr/>
                <p:nvPr/>
              </p:nvPicPr>
              <p:blipFill>
                <a:blip r:embed="rId65"/>
                <a:stretch>
                  <a:fillRect/>
                </a:stretch>
              </p:blipFill>
              <p:spPr>
                <a:xfrm>
                  <a:off x="8239726" y="327009"/>
                  <a:ext cx="13716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6" name="Entrada de lápiz 45">
                  <a:extLst>
                    <a:ext uri="{FF2B5EF4-FFF2-40B4-BE49-F238E27FC236}">
                      <a16:creationId xmlns:a16="http://schemas.microsoft.com/office/drawing/2014/main" id="{CCE27886-B889-4879-A6B6-D0D375EC52AB}"/>
                    </a:ext>
                  </a:extLst>
                </p14:cNvPr>
                <p14:cNvContentPartPr/>
                <p14:nvPr/>
              </p14:nvContentPartPr>
              <p14:xfrm>
                <a:off x="8388406" y="464529"/>
                <a:ext cx="216720" cy="185760"/>
              </p14:xfrm>
            </p:contentPart>
          </mc:Choice>
          <mc:Fallback>
            <p:pic>
              <p:nvPicPr>
                <p:cNvPr id="46" name="Entrada de lápiz 45">
                  <a:extLst>
                    <a:ext uri="{FF2B5EF4-FFF2-40B4-BE49-F238E27FC236}">
                      <a16:creationId xmlns:a16="http://schemas.microsoft.com/office/drawing/2014/main" id="{CCE27886-B889-4879-A6B6-D0D375EC52AB}"/>
                    </a:ext>
                  </a:extLst>
                </p:cNvPr>
                <p:cNvPicPr/>
                <p:nvPr/>
              </p:nvPicPr>
              <p:blipFill>
                <a:blip r:embed="rId67"/>
                <a:stretch>
                  <a:fillRect/>
                </a:stretch>
              </p:blipFill>
              <p:spPr>
                <a:xfrm>
                  <a:off x="8379766" y="455889"/>
                  <a:ext cx="2343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7" name="Entrada de lápiz 46">
                  <a:extLst>
                    <a:ext uri="{FF2B5EF4-FFF2-40B4-BE49-F238E27FC236}">
                      <a16:creationId xmlns:a16="http://schemas.microsoft.com/office/drawing/2014/main" id="{B2470213-9AB5-4BEA-B5C0-426D777E1355}"/>
                    </a:ext>
                  </a:extLst>
                </p14:cNvPr>
                <p14:cNvContentPartPr/>
                <p14:nvPr/>
              </p14:nvContentPartPr>
              <p14:xfrm>
                <a:off x="8590006" y="476049"/>
                <a:ext cx="252360" cy="198360"/>
              </p14:xfrm>
            </p:contentPart>
          </mc:Choice>
          <mc:Fallback>
            <p:pic>
              <p:nvPicPr>
                <p:cNvPr id="47" name="Entrada de lápiz 46">
                  <a:extLst>
                    <a:ext uri="{FF2B5EF4-FFF2-40B4-BE49-F238E27FC236}">
                      <a16:creationId xmlns:a16="http://schemas.microsoft.com/office/drawing/2014/main" id="{B2470213-9AB5-4BEA-B5C0-426D777E1355}"/>
                    </a:ext>
                  </a:extLst>
                </p:cNvPr>
                <p:cNvPicPr/>
                <p:nvPr/>
              </p:nvPicPr>
              <p:blipFill>
                <a:blip r:embed="rId69"/>
                <a:stretch>
                  <a:fillRect/>
                </a:stretch>
              </p:blipFill>
              <p:spPr>
                <a:xfrm>
                  <a:off x="8581006" y="467049"/>
                  <a:ext cx="27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8" name="Entrada de lápiz 47">
                  <a:extLst>
                    <a:ext uri="{FF2B5EF4-FFF2-40B4-BE49-F238E27FC236}">
                      <a16:creationId xmlns:a16="http://schemas.microsoft.com/office/drawing/2014/main" id="{12D2755F-5026-4BC2-9B81-0C59F58B599D}"/>
                    </a:ext>
                  </a:extLst>
                </p14:cNvPr>
                <p14:cNvContentPartPr/>
                <p14:nvPr/>
              </p14:nvContentPartPr>
              <p14:xfrm>
                <a:off x="8832646" y="468489"/>
                <a:ext cx="240120" cy="196560"/>
              </p14:xfrm>
            </p:contentPart>
          </mc:Choice>
          <mc:Fallback>
            <p:pic>
              <p:nvPicPr>
                <p:cNvPr id="48" name="Entrada de lápiz 47">
                  <a:extLst>
                    <a:ext uri="{FF2B5EF4-FFF2-40B4-BE49-F238E27FC236}">
                      <a16:creationId xmlns:a16="http://schemas.microsoft.com/office/drawing/2014/main" id="{12D2755F-5026-4BC2-9B81-0C59F58B599D}"/>
                    </a:ext>
                  </a:extLst>
                </p:cNvPr>
                <p:cNvPicPr/>
                <p:nvPr/>
              </p:nvPicPr>
              <p:blipFill>
                <a:blip r:embed="rId71"/>
                <a:stretch>
                  <a:fillRect/>
                </a:stretch>
              </p:blipFill>
              <p:spPr>
                <a:xfrm>
                  <a:off x="8824006" y="459489"/>
                  <a:ext cx="25776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9" name="Entrada de lápiz 48">
                  <a:extLst>
                    <a:ext uri="{FF2B5EF4-FFF2-40B4-BE49-F238E27FC236}">
                      <a16:creationId xmlns:a16="http://schemas.microsoft.com/office/drawing/2014/main" id="{C51564D2-D7D3-4BFC-8F14-C56A434EE1D2}"/>
                    </a:ext>
                  </a:extLst>
                </p14:cNvPr>
                <p14:cNvContentPartPr/>
                <p14:nvPr/>
              </p14:nvContentPartPr>
              <p14:xfrm>
                <a:off x="8859646" y="309369"/>
                <a:ext cx="78480" cy="83880"/>
              </p14:xfrm>
            </p:contentPart>
          </mc:Choice>
          <mc:Fallback>
            <p:pic>
              <p:nvPicPr>
                <p:cNvPr id="49" name="Entrada de lápiz 48">
                  <a:extLst>
                    <a:ext uri="{FF2B5EF4-FFF2-40B4-BE49-F238E27FC236}">
                      <a16:creationId xmlns:a16="http://schemas.microsoft.com/office/drawing/2014/main" id="{C51564D2-D7D3-4BFC-8F14-C56A434EE1D2}"/>
                    </a:ext>
                  </a:extLst>
                </p:cNvPr>
                <p:cNvPicPr/>
                <p:nvPr/>
              </p:nvPicPr>
              <p:blipFill>
                <a:blip r:embed="rId73"/>
                <a:stretch>
                  <a:fillRect/>
                </a:stretch>
              </p:blipFill>
              <p:spPr>
                <a:xfrm>
                  <a:off x="8850646" y="300369"/>
                  <a:ext cx="96120" cy="101520"/>
                </a:xfrm>
                <a:prstGeom prst="rect">
                  <a:avLst/>
                </a:prstGeom>
              </p:spPr>
            </p:pic>
          </mc:Fallback>
        </mc:AlternateContent>
      </p:grpSp>
      <p:grpSp>
        <p:nvGrpSpPr>
          <p:cNvPr id="55" name="Grupo 54">
            <a:extLst>
              <a:ext uri="{FF2B5EF4-FFF2-40B4-BE49-F238E27FC236}">
                <a16:creationId xmlns:a16="http://schemas.microsoft.com/office/drawing/2014/main" id="{BC70918F-7B60-4B44-AA46-627D1771F5A3}"/>
              </a:ext>
            </a:extLst>
          </p:cNvPr>
          <p:cNvGrpSpPr/>
          <p:nvPr/>
        </p:nvGrpSpPr>
        <p:grpSpPr>
          <a:xfrm>
            <a:off x="9508006" y="414849"/>
            <a:ext cx="976320" cy="272160"/>
            <a:chOff x="9508006" y="414849"/>
            <a:chExt cx="976320" cy="272160"/>
          </a:xfrm>
        </p:grpSpPr>
        <mc:AlternateContent xmlns:mc="http://schemas.openxmlformats.org/markup-compatibility/2006">
          <mc:Choice xmlns:p14="http://schemas.microsoft.com/office/powerpoint/2010/main" Requires="p14">
            <p:contentPart p14:bwMode="auto" r:id="rId74">
              <p14:nvContentPartPr>
                <p14:cNvPr id="50" name="Entrada de lápiz 49">
                  <a:extLst>
                    <a:ext uri="{FF2B5EF4-FFF2-40B4-BE49-F238E27FC236}">
                      <a16:creationId xmlns:a16="http://schemas.microsoft.com/office/drawing/2014/main" id="{D23E0A4E-735E-4817-92DA-1A4EFD67D8DF}"/>
                    </a:ext>
                  </a:extLst>
                </p14:cNvPr>
                <p14:cNvContentPartPr/>
                <p14:nvPr/>
              </p14:nvContentPartPr>
              <p14:xfrm>
                <a:off x="9508006" y="453729"/>
                <a:ext cx="224280" cy="201960"/>
              </p14:xfrm>
            </p:contentPart>
          </mc:Choice>
          <mc:Fallback>
            <p:pic>
              <p:nvPicPr>
                <p:cNvPr id="50" name="Entrada de lápiz 49">
                  <a:extLst>
                    <a:ext uri="{FF2B5EF4-FFF2-40B4-BE49-F238E27FC236}">
                      <a16:creationId xmlns:a16="http://schemas.microsoft.com/office/drawing/2014/main" id="{D23E0A4E-735E-4817-92DA-1A4EFD67D8DF}"/>
                    </a:ext>
                  </a:extLst>
                </p:cNvPr>
                <p:cNvPicPr/>
                <p:nvPr/>
              </p:nvPicPr>
              <p:blipFill>
                <a:blip r:embed="rId75"/>
                <a:stretch>
                  <a:fillRect/>
                </a:stretch>
              </p:blipFill>
              <p:spPr>
                <a:xfrm>
                  <a:off x="9499006" y="444729"/>
                  <a:ext cx="24192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1" name="Entrada de lápiz 50">
                  <a:extLst>
                    <a:ext uri="{FF2B5EF4-FFF2-40B4-BE49-F238E27FC236}">
                      <a16:creationId xmlns:a16="http://schemas.microsoft.com/office/drawing/2014/main" id="{A4F8856F-BB90-4237-B1DA-58E048CC3D63}"/>
                    </a:ext>
                  </a:extLst>
                </p14:cNvPr>
                <p14:cNvContentPartPr/>
                <p14:nvPr/>
              </p14:nvContentPartPr>
              <p14:xfrm>
                <a:off x="9808966" y="481809"/>
                <a:ext cx="110880" cy="11880"/>
              </p14:xfrm>
            </p:contentPart>
          </mc:Choice>
          <mc:Fallback>
            <p:pic>
              <p:nvPicPr>
                <p:cNvPr id="51" name="Entrada de lápiz 50">
                  <a:extLst>
                    <a:ext uri="{FF2B5EF4-FFF2-40B4-BE49-F238E27FC236}">
                      <a16:creationId xmlns:a16="http://schemas.microsoft.com/office/drawing/2014/main" id="{A4F8856F-BB90-4237-B1DA-58E048CC3D63}"/>
                    </a:ext>
                  </a:extLst>
                </p:cNvPr>
                <p:cNvPicPr/>
                <p:nvPr/>
              </p:nvPicPr>
              <p:blipFill>
                <a:blip r:embed="rId77"/>
                <a:stretch>
                  <a:fillRect/>
                </a:stretch>
              </p:blipFill>
              <p:spPr>
                <a:xfrm>
                  <a:off x="9799966" y="472809"/>
                  <a:ext cx="12852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2" name="Entrada de lápiz 51">
                  <a:extLst>
                    <a:ext uri="{FF2B5EF4-FFF2-40B4-BE49-F238E27FC236}">
                      <a16:creationId xmlns:a16="http://schemas.microsoft.com/office/drawing/2014/main" id="{862EE84A-4C3B-4B8A-A533-B3327CEFEC57}"/>
                    </a:ext>
                  </a:extLst>
                </p14:cNvPr>
                <p14:cNvContentPartPr/>
                <p14:nvPr/>
              </p14:nvContentPartPr>
              <p14:xfrm>
                <a:off x="9832006" y="563169"/>
                <a:ext cx="153000" cy="27720"/>
              </p14:xfrm>
            </p:contentPart>
          </mc:Choice>
          <mc:Fallback>
            <p:pic>
              <p:nvPicPr>
                <p:cNvPr id="52" name="Entrada de lápiz 51">
                  <a:extLst>
                    <a:ext uri="{FF2B5EF4-FFF2-40B4-BE49-F238E27FC236}">
                      <a16:creationId xmlns:a16="http://schemas.microsoft.com/office/drawing/2014/main" id="{862EE84A-4C3B-4B8A-A533-B3327CEFEC57}"/>
                    </a:ext>
                  </a:extLst>
                </p:cNvPr>
                <p:cNvPicPr/>
                <p:nvPr/>
              </p:nvPicPr>
              <p:blipFill>
                <a:blip r:embed="rId79"/>
                <a:stretch>
                  <a:fillRect/>
                </a:stretch>
              </p:blipFill>
              <p:spPr>
                <a:xfrm>
                  <a:off x="9823006" y="554529"/>
                  <a:ext cx="1706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3" name="Entrada de lápiz 52">
                  <a:extLst>
                    <a:ext uri="{FF2B5EF4-FFF2-40B4-BE49-F238E27FC236}">
                      <a16:creationId xmlns:a16="http://schemas.microsoft.com/office/drawing/2014/main" id="{330C1132-3924-48EB-A083-93B32AC6BE2F}"/>
                    </a:ext>
                  </a:extLst>
                </p14:cNvPr>
                <p14:cNvContentPartPr/>
                <p14:nvPr/>
              </p14:nvContentPartPr>
              <p14:xfrm>
                <a:off x="10077166" y="425289"/>
                <a:ext cx="174600" cy="261720"/>
              </p14:xfrm>
            </p:contentPart>
          </mc:Choice>
          <mc:Fallback>
            <p:pic>
              <p:nvPicPr>
                <p:cNvPr id="53" name="Entrada de lápiz 52">
                  <a:extLst>
                    <a:ext uri="{FF2B5EF4-FFF2-40B4-BE49-F238E27FC236}">
                      <a16:creationId xmlns:a16="http://schemas.microsoft.com/office/drawing/2014/main" id="{330C1132-3924-48EB-A083-93B32AC6BE2F}"/>
                    </a:ext>
                  </a:extLst>
                </p:cNvPr>
                <p:cNvPicPr/>
                <p:nvPr/>
              </p:nvPicPr>
              <p:blipFill>
                <a:blip r:embed="rId81"/>
                <a:stretch>
                  <a:fillRect/>
                </a:stretch>
              </p:blipFill>
              <p:spPr>
                <a:xfrm>
                  <a:off x="10068166" y="416649"/>
                  <a:ext cx="19224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4" name="Entrada de lápiz 53">
                  <a:extLst>
                    <a:ext uri="{FF2B5EF4-FFF2-40B4-BE49-F238E27FC236}">
                      <a16:creationId xmlns:a16="http://schemas.microsoft.com/office/drawing/2014/main" id="{F2CB0973-9F4E-43E1-A9E5-03ED87C7F9F9}"/>
                    </a:ext>
                  </a:extLst>
                </p14:cNvPr>
                <p14:cNvContentPartPr/>
                <p14:nvPr/>
              </p14:nvContentPartPr>
              <p14:xfrm>
                <a:off x="10313326" y="414849"/>
                <a:ext cx="171000" cy="222120"/>
              </p14:xfrm>
            </p:contentPart>
          </mc:Choice>
          <mc:Fallback>
            <p:pic>
              <p:nvPicPr>
                <p:cNvPr id="54" name="Entrada de lápiz 53">
                  <a:extLst>
                    <a:ext uri="{FF2B5EF4-FFF2-40B4-BE49-F238E27FC236}">
                      <a16:creationId xmlns:a16="http://schemas.microsoft.com/office/drawing/2014/main" id="{F2CB0973-9F4E-43E1-A9E5-03ED87C7F9F9}"/>
                    </a:ext>
                  </a:extLst>
                </p:cNvPr>
                <p:cNvPicPr/>
                <p:nvPr/>
              </p:nvPicPr>
              <p:blipFill>
                <a:blip r:embed="rId83"/>
                <a:stretch>
                  <a:fillRect/>
                </a:stretch>
              </p:blipFill>
              <p:spPr>
                <a:xfrm>
                  <a:off x="10304686" y="406209"/>
                  <a:ext cx="188640" cy="239760"/>
                </a:xfrm>
                <a:prstGeom prst="rect">
                  <a:avLst/>
                </a:prstGeom>
              </p:spPr>
            </p:pic>
          </mc:Fallback>
        </mc:AlternateContent>
      </p:grpSp>
      <p:grpSp>
        <p:nvGrpSpPr>
          <p:cNvPr id="62" name="Grupo 61">
            <a:extLst>
              <a:ext uri="{FF2B5EF4-FFF2-40B4-BE49-F238E27FC236}">
                <a16:creationId xmlns:a16="http://schemas.microsoft.com/office/drawing/2014/main" id="{858A132B-03AA-40C8-93D0-6F0819F41E41}"/>
              </a:ext>
            </a:extLst>
          </p:cNvPr>
          <p:cNvGrpSpPr/>
          <p:nvPr/>
        </p:nvGrpSpPr>
        <p:grpSpPr>
          <a:xfrm>
            <a:off x="9523126" y="954489"/>
            <a:ext cx="637920" cy="237960"/>
            <a:chOff x="9523126" y="954489"/>
            <a:chExt cx="637920" cy="237960"/>
          </a:xfrm>
        </p:grpSpPr>
        <mc:AlternateContent xmlns:mc="http://schemas.openxmlformats.org/markup-compatibility/2006">
          <mc:Choice xmlns:p14="http://schemas.microsoft.com/office/powerpoint/2010/main" Requires="p14">
            <p:contentPart p14:bwMode="auto" r:id="rId84">
              <p14:nvContentPartPr>
                <p14:cNvPr id="57" name="Entrada de lápiz 56">
                  <a:extLst>
                    <a:ext uri="{FF2B5EF4-FFF2-40B4-BE49-F238E27FC236}">
                      <a16:creationId xmlns:a16="http://schemas.microsoft.com/office/drawing/2014/main" id="{197DA921-1F65-4CC8-8EE3-51D2A99905C6}"/>
                    </a:ext>
                  </a:extLst>
                </p14:cNvPr>
                <p14:cNvContentPartPr/>
                <p14:nvPr/>
              </p14:nvContentPartPr>
              <p14:xfrm>
                <a:off x="9523126" y="985089"/>
                <a:ext cx="144000" cy="207360"/>
              </p14:xfrm>
            </p:contentPart>
          </mc:Choice>
          <mc:Fallback>
            <p:pic>
              <p:nvPicPr>
                <p:cNvPr id="57" name="Entrada de lápiz 56">
                  <a:extLst>
                    <a:ext uri="{FF2B5EF4-FFF2-40B4-BE49-F238E27FC236}">
                      <a16:creationId xmlns:a16="http://schemas.microsoft.com/office/drawing/2014/main" id="{197DA921-1F65-4CC8-8EE3-51D2A99905C6}"/>
                    </a:ext>
                  </a:extLst>
                </p:cNvPr>
                <p:cNvPicPr/>
                <p:nvPr/>
              </p:nvPicPr>
              <p:blipFill>
                <a:blip r:embed="rId85"/>
                <a:stretch>
                  <a:fillRect/>
                </a:stretch>
              </p:blipFill>
              <p:spPr>
                <a:xfrm>
                  <a:off x="9514486" y="976449"/>
                  <a:ext cx="16164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8" name="Entrada de lápiz 57">
                  <a:extLst>
                    <a:ext uri="{FF2B5EF4-FFF2-40B4-BE49-F238E27FC236}">
                      <a16:creationId xmlns:a16="http://schemas.microsoft.com/office/drawing/2014/main" id="{DBA1BA37-1A66-4A9D-8761-7D2E4F09549E}"/>
                    </a:ext>
                  </a:extLst>
                </p14:cNvPr>
                <p14:cNvContentPartPr/>
                <p14:nvPr/>
              </p14:nvContentPartPr>
              <p14:xfrm>
                <a:off x="9786646" y="1005609"/>
                <a:ext cx="121680" cy="2520"/>
              </p14:xfrm>
            </p:contentPart>
          </mc:Choice>
          <mc:Fallback>
            <p:pic>
              <p:nvPicPr>
                <p:cNvPr id="58" name="Entrada de lápiz 57">
                  <a:extLst>
                    <a:ext uri="{FF2B5EF4-FFF2-40B4-BE49-F238E27FC236}">
                      <a16:creationId xmlns:a16="http://schemas.microsoft.com/office/drawing/2014/main" id="{DBA1BA37-1A66-4A9D-8761-7D2E4F09549E}"/>
                    </a:ext>
                  </a:extLst>
                </p:cNvPr>
                <p:cNvPicPr/>
                <p:nvPr/>
              </p:nvPicPr>
              <p:blipFill>
                <a:blip r:embed="rId87"/>
                <a:stretch>
                  <a:fillRect/>
                </a:stretch>
              </p:blipFill>
              <p:spPr>
                <a:xfrm>
                  <a:off x="9778006" y="996969"/>
                  <a:ext cx="13932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9" name="Entrada de lápiz 58">
                  <a:extLst>
                    <a:ext uri="{FF2B5EF4-FFF2-40B4-BE49-F238E27FC236}">
                      <a16:creationId xmlns:a16="http://schemas.microsoft.com/office/drawing/2014/main" id="{77655A29-FFE4-469E-A9DF-BB4D330196DF}"/>
                    </a:ext>
                  </a:extLst>
                </p14:cNvPr>
                <p14:cNvContentPartPr/>
                <p14:nvPr/>
              </p14:nvContentPartPr>
              <p14:xfrm>
                <a:off x="9784486" y="1084449"/>
                <a:ext cx="162720" cy="6840"/>
              </p14:xfrm>
            </p:contentPart>
          </mc:Choice>
          <mc:Fallback>
            <p:pic>
              <p:nvPicPr>
                <p:cNvPr id="59" name="Entrada de lápiz 58">
                  <a:extLst>
                    <a:ext uri="{FF2B5EF4-FFF2-40B4-BE49-F238E27FC236}">
                      <a16:creationId xmlns:a16="http://schemas.microsoft.com/office/drawing/2014/main" id="{77655A29-FFE4-469E-A9DF-BB4D330196DF}"/>
                    </a:ext>
                  </a:extLst>
                </p:cNvPr>
                <p:cNvPicPr/>
                <p:nvPr/>
              </p:nvPicPr>
              <p:blipFill>
                <a:blip r:embed="rId89"/>
                <a:stretch>
                  <a:fillRect/>
                </a:stretch>
              </p:blipFill>
              <p:spPr>
                <a:xfrm>
                  <a:off x="9775846" y="1075449"/>
                  <a:ext cx="1803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0" name="Entrada de lápiz 59">
                  <a:extLst>
                    <a:ext uri="{FF2B5EF4-FFF2-40B4-BE49-F238E27FC236}">
                      <a16:creationId xmlns:a16="http://schemas.microsoft.com/office/drawing/2014/main" id="{4C63F01A-EBF7-44A5-AA43-A9A2799C75A8}"/>
                    </a:ext>
                  </a:extLst>
                </p14:cNvPr>
                <p14:cNvContentPartPr/>
                <p14:nvPr/>
              </p14:nvContentPartPr>
              <p14:xfrm>
                <a:off x="10028926" y="962049"/>
                <a:ext cx="132120" cy="6840"/>
              </p14:xfrm>
            </p:contentPart>
          </mc:Choice>
          <mc:Fallback>
            <p:pic>
              <p:nvPicPr>
                <p:cNvPr id="60" name="Entrada de lápiz 59">
                  <a:extLst>
                    <a:ext uri="{FF2B5EF4-FFF2-40B4-BE49-F238E27FC236}">
                      <a16:creationId xmlns:a16="http://schemas.microsoft.com/office/drawing/2014/main" id="{4C63F01A-EBF7-44A5-AA43-A9A2799C75A8}"/>
                    </a:ext>
                  </a:extLst>
                </p:cNvPr>
                <p:cNvPicPr/>
                <p:nvPr/>
              </p:nvPicPr>
              <p:blipFill>
                <a:blip r:embed="rId91"/>
                <a:stretch>
                  <a:fillRect/>
                </a:stretch>
              </p:blipFill>
              <p:spPr>
                <a:xfrm>
                  <a:off x="10020286" y="953409"/>
                  <a:ext cx="1497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1" name="Entrada de lápiz 60">
                  <a:extLst>
                    <a:ext uri="{FF2B5EF4-FFF2-40B4-BE49-F238E27FC236}">
                      <a16:creationId xmlns:a16="http://schemas.microsoft.com/office/drawing/2014/main" id="{621744CC-8E48-49FF-A50E-FD5CD19D470D}"/>
                    </a:ext>
                  </a:extLst>
                </p14:cNvPr>
                <p14:cNvContentPartPr/>
                <p14:nvPr/>
              </p14:nvContentPartPr>
              <p14:xfrm>
                <a:off x="9949006" y="954489"/>
                <a:ext cx="207000" cy="194760"/>
              </p14:xfrm>
            </p:contentPart>
          </mc:Choice>
          <mc:Fallback>
            <p:pic>
              <p:nvPicPr>
                <p:cNvPr id="61" name="Entrada de lápiz 60">
                  <a:extLst>
                    <a:ext uri="{FF2B5EF4-FFF2-40B4-BE49-F238E27FC236}">
                      <a16:creationId xmlns:a16="http://schemas.microsoft.com/office/drawing/2014/main" id="{621744CC-8E48-49FF-A50E-FD5CD19D470D}"/>
                    </a:ext>
                  </a:extLst>
                </p:cNvPr>
                <p:cNvPicPr/>
                <p:nvPr/>
              </p:nvPicPr>
              <p:blipFill>
                <a:blip r:embed="rId93"/>
                <a:stretch>
                  <a:fillRect/>
                </a:stretch>
              </p:blipFill>
              <p:spPr>
                <a:xfrm>
                  <a:off x="9940006" y="945849"/>
                  <a:ext cx="224640" cy="212400"/>
                </a:xfrm>
                <a:prstGeom prst="rect">
                  <a:avLst/>
                </a:prstGeom>
              </p:spPr>
            </p:pic>
          </mc:Fallback>
        </mc:AlternateContent>
      </p:grpSp>
      <p:grpSp>
        <p:nvGrpSpPr>
          <p:cNvPr id="71" name="Grupo 70">
            <a:extLst>
              <a:ext uri="{FF2B5EF4-FFF2-40B4-BE49-F238E27FC236}">
                <a16:creationId xmlns:a16="http://schemas.microsoft.com/office/drawing/2014/main" id="{2DC04420-776B-4D62-B41E-5208F2A7391B}"/>
              </a:ext>
            </a:extLst>
          </p:cNvPr>
          <p:cNvGrpSpPr/>
          <p:nvPr/>
        </p:nvGrpSpPr>
        <p:grpSpPr>
          <a:xfrm>
            <a:off x="9509446" y="1463889"/>
            <a:ext cx="875520" cy="268920"/>
            <a:chOff x="9509446" y="1463889"/>
            <a:chExt cx="875520" cy="268920"/>
          </a:xfrm>
        </p:grpSpPr>
        <mc:AlternateContent xmlns:mc="http://schemas.openxmlformats.org/markup-compatibility/2006">
          <mc:Choice xmlns:p14="http://schemas.microsoft.com/office/powerpoint/2010/main" Requires="p14">
            <p:contentPart p14:bwMode="auto" r:id="rId94">
              <p14:nvContentPartPr>
                <p14:cNvPr id="63" name="Entrada de lápiz 62">
                  <a:extLst>
                    <a:ext uri="{FF2B5EF4-FFF2-40B4-BE49-F238E27FC236}">
                      <a16:creationId xmlns:a16="http://schemas.microsoft.com/office/drawing/2014/main" id="{A3B74B24-A95B-4612-9805-A958214E4CA1}"/>
                    </a:ext>
                  </a:extLst>
                </p14:cNvPr>
                <p14:cNvContentPartPr/>
                <p14:nvPr/>
              </p14:nvContentPartPr>
              <p14:xfrm>
                <a:off x="9509446" y="1525089"/>
                <a:ext cx="35280" cy="207720"/>
              </p14:xfrm>
            </p:contentPart>
          </mc:Choice>
          <mc:Fallback>
            <p:pic>
              <p:nvPicPr>
                <p:cNvPr id="63" name="Entrada de lápiz 62">
                  <a:extLst>
                    <a:ext uri="{FF2B5EF4-FFF2-40B4-BE49-F238E27FC236}">
                      <a16:creationId xmlns:a16="http://schemas.microsoft.com/office/drawing/2014/main" id="{A3B74B24-A95B-4612-9805-A958214E4CA1}"/>
                    </a:ext>
                  </a:extLst>
                </p:cNvPr>
                <p:cNvPicPr/>
                <p:nvPr/>
              </p:nvPicPr>
              <p:blipFill>
                <a:blip r:embed="rId95"/>
                <a:stretch>
                  <a:fillRect/>
                </a:stretch>
              </p:blipFill>
              <p:spPr>
                <a:xfrm>
                  <a:off x="9500806" y="1516089"/>
                  <a:ext cx="529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4" name="Entrada de lápiz 63">
                  <a:extLst>
                    <a:ext uri="{FF2B5EF4-FFF2-40B4-BE49-F238E27FC236}">
                      <a16:creationId xmlns:a16="http://schemas.microsoft.com/office/drawing/2014/main" id="{80BEE3FD-828A-4836-9F8A-F68D7D25B6BC}"/>
                    </a:ext>
                  </a:extLst>
                </p14:cNvPr>
                <p14:cNvContentPartPr/>
                <p14:nvPr/>
              </p14:nvContentPartPr>
              <p14:xfrm>
                <a:off x="9512686" y="1508889"/>
                <a:ext cx="174240" cy="211320"/>
              </p14:xfrm>
            </p:contentPart>
          </mc:Choice>
          <mc:Fallback>
            <p:pic>
              <p:nvPicPr>
                <p:cNvPr id="64" name="Entrada de lápiz 63">
                  <a:extLst>
                    <a:ext uri="{FF2B5EF4-FFF2-40B4-BE49-F238E27FC236}">
                      <a16:creationId xmlns:a16="http://schemas.microsoft.com/office/drawing/2014/main" id="{80BEE3FD-828A-4836-9F8A-F68D7D25B6BC}"/>
                    </a:ext>
                  </a:extLst>
                </p:cNvPr>
                <p:cNvPicPr/>
                <p:nvPr/>
              </p:nvPicPr>
              <p:blipFill>
                <a:blip r:embed="rId97"/>
                <a:stretch>
                  <a:fillRect/>
                </a:stretch>
              </p:blipFill>
              <p:spPr>
                <a:xfrm>
                  <a:off x="9504046" y="1500249"/>
                  <a:ext cx="1918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5" name="Entrada de lápiz 64">
                  <a:extLst>
                    <a:ext uri="{FF2B5EF4-FFF2-40B4-BE49-F238E27FC236}">
                      <a16:creationId xmlns:a16="http://schemas.microsoft.com/office/drawing/2014/main" id="{81B6C0CB-F467-4DED-8B0A-C95214737FD3}"/>
                    </a:ext>
                  </a:extLst>
                </p14:cNvPr>
                <p14:cNvContentPartPr/>
                <p14:nvPr/>
              </p14:nvContentPartPr>
              <p14:xfrm>
                <a:off x="9794206" y="1600689"/>
                <a:ext cx="117360" cy="4320"/>
              </p14:xfrm>
            </p:contentPart>
          </mc:Choice>
          <mc:Fallback>
            <p:pic>
              <p:nvPicPr>
                <p:cNvPr id="65" name="Entrada de lápiz 64">
                  <a:extLst>
                    <a:ext uri="{FF2B5EF4-FFF2-40B4-BE49-F238E27FC236}">
                      <a16:creationId xmlns:a16="http://schemas.microsoft.com/office/drawing/2014/main" id="{81B6C0CB-F467-4DED-8B0A-C95214737FD3}"/>
                    </a:ext>
                  </a:extLst>
                </p:cNvPr>
                <p:cNvPicPr/>
                <p:nvPr/>
              </p:nvPicPr>
              <p:blipFill>
                <a:blip r:embed="rId99"/>
                <a:stretch>
                  <a:fillRect/>
                </a:stretch>
              </p:blipFill>
              <p:spPr>
                <a:xfrm>
                  <a:off x="9785206" y="1592049"/>
                  <a:ext cx="1350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6" name="Entrada de lápiz 65">
                  <a:extLst>
                    <a:ext uri="{FF2B5EF4-FFF2-40B4-BE49-F238E27FC236}">
                      <a16:creationId xmlns:a16="http://schemas.microsoft.com/office/drawing/2014/main" id="{02B45FC4-84EC-4E3D-B2A3-5BA541B53330}"/>
                    </a:ext>
                  </a:extLst>
                </p14:cNvPr>
                <p14:cNvContentPartPr/>
                <p14:nvPr/>
              </p14:nvContentPartPr>
              <p14:xfrm>
                <a:off x="9796006" y="1685289"/>
                <a:ext cx="107640" cy="12600"/>
              </p14:xfrm>
            </p:contentPart>
          </mc:Choice>
          <mc:Fallback>
            <p:pic>
              <p:nvPicPr>
                <p:cNvPr id="66" name="Entrada de lápiz 65">
                  <a:extLst>
                    <a:ext uri="{FF2B5EF4-FFF2-40B4-BE49-F238E27FC236}">
                      <a16:creationId xmlns:a16="http://schemas.microsoft.com/office/drawing/2014/main" id="{02B45FC4-84EC-4E3D-B2A3-5BA541B53330}"/>
                    </a:ext>
                  </a:extLst>
                </p:cNvPr>
                <p:cNvPicPr/>
                <p:nvPr/>
              </p:nvPicPr>
              <p:blipFill>
                <a:blip r:embed="rId101"/>
                <a:stretch>
                  <a:fillRect/>
                </a:stretch>
              </p:blipFill>
              <p:spPr>
                <a:xfrm>
                  <a:off x="9787366" y="1676289"/>
                  <a:ext cx="1252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8" name="Entrada de lápiz 67">
                  <a:extLst>
                    <a:ext uri="{FF2B5EF4-FFF2-40B4-BE49-F238E27FC236}">
                      <a16:creationId xmlns:a16="http://schemas.microsoft.com/office/drawing/2014/main" id="{6B975FB1-BBC3-422D-82B1-3F048447CA65}"/>
                    </a:ext>
                  </a:extLst>
                </p14:cNvPr>
                <p14:cNvContentPartPr/>
                <p14:nvPr/>
              </p14:nvContentPartPr>
              <p14:xfrm>
                <a:off x="10053046" y="1463889"/>
                <a:ext cx="67680" cy="183960"/>
              </p14:xfrm>
            </p:contentPart>
          </mc:Choice>
          <mc:Fallback>
            <p:pic>
              <p:nvPicPr>
                <p:cNvPr id="68" name="Entrada de lápiz 67">
                  <a:extLst>
                    <a:ext uri="{FF2B5EF4-FFF2-40B4-BE49-F238E27FC236}">
                      <a16:creationId xmlns:a16="http://schemas.microsoft.com/office/drawing/2014/main" id="{6B975FB1-BBC3-422D-82B1-3F048447CA65}"/>
                    </a:ext>
                  </a:extLst>
                </p:cNvPr>
                <p:cNvPicPr/>
                <p:nvPr/>
              </p:nvPicPr>
              <p:blipFill>
                <a:blip r:embed="rId103"/>
                <a:stretch>
                  <a:fillRect/>
                </a:stretch>
              </p:blipFill>
              <p:spPr>
                <a:xfrm>
                  <a:off x="10044406" y="1454889"/>
                  <a:ext cx="8532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9" name="Entrada de lápiz 68">
                  <a:extLst>
                    <a:ext uri="{FF2B5EF4-FFF2-40B4-BE49-F238E27FC236}">
                      <a16:creationId xmlns:a16="http://schemas.microsoft.com/office/drawing/2014/main" id="{DEF05A35-7EBE-4D72-AA65-820632ABEA00}"/>
                    </a:ext>
                  </a:extLst>
                </p14:cNvPr>
                <p14:cNvContentPartPr/>
                <p14:nvPr/>
              </p14:nvContentPartPr>
              <p14:xfrm>
                <a:off x="10026766" y="1657569"/>
                <a:ext cx="140400" cy="10440"/>
              </p14:xfrm>
            </p:contentPart>
          </mc:Choice>
          <mc:Fallback>
            <p:pic>
              <p:nvPicPr>
                <p:cNvPr id="69" name="Entrada de lápiz 68">
                  <a:extLst>
                    <a:ext uri="{FF2B5EF4-FFF2-40B4-BE49-F238E27FC236}">
                      <a16:creationId xmlns:a16="http://schemas.microsoft.com/office/drawing/2014/main" id="{DEF05A35-7EBE-4D72-AA65-820632ABEA00}"/>
                    </a:ext>
                  </a:extLst>
                </p:cNvPr>
                <p:cNvPicPr/>
                <p:nvPr/>
              </p:nvPicPr>
              <p:blipFill>
                <a:blip r:embed="rId105"/>
                <a:stretch>
                  <a:fillRect/>
                </a:stretch>
              </p:blipFill>
              <p:spPr>
                <a:xfrm>
                  <a:off x="10018126" y="1648929"/>
                  <a:ext cx="1580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0" name="Entrada de lápiz 69">
                  <a:extLst>
                    <a:ext uri="{FF2B5EF4-FFF2-40B4-BE49-F238E27FC236}">
                      <a16:creationId xmlns:a16="http://schemas.microsoft.com/office/drawing/2014/main" id="{C362601C-8AE9-4CD6-9274-293628A69028}"/>
                    </a:ext>
                  </a:extLst>
                </p14:cNvPr>
                <p14:cNvContentPartPr/>
                <p14:nvPr/>
              </p14:nvContentPartPr>
              <p14:xfrm>
                <a:off x="10222606" y="1474689"/>
                <a:ext cx="162360" cy="191160"/>
              </p14:xfrm>
            </p:contentPart>
          </mc:Choice>
          <mc:Fallback>
            <p:pic>
              <p:nvPicPr>
                <p:cNvPr id="70" name="Entrada de lápiz 69">
                  <a:extLst>
                    <a:ext uri="{FF2B5EF4-FFF2-40B4-BE49-F238E27FC236}">
                      <a16:creationId xmlns:a16="http://schemas.microsoft.com/office/drawing/2014/main" id="{C362601C-8AE9-4CD6-9274-293628A69028}"/>
                    </a:ext>
                  </a:extLst>
                </p:cNvPr>
                <p:cNvPicPr/>
                <p:nvPr/>
              </p:nvPicPr>
              <p:blipFill>
                <a:blip r:embed="rId107"/>
                <a:stretch>
                  <a:fillRect/>
                </a:stretch>
              </p:blipFill>
              <p:spPr>
                <a:xfrm>
                  <a:off x="10213606" y="1466049"/>
                  <a:ext cx="180000" cy="208800"/>
                </a:xfrm>
                <a:prstGeom prst="rect">
                  <a:avLst/>
                </a:prstGeom>
              </p:spPr>
            </p:pic>
          </mc:Fallback>
        </mc:AlternateContent>
      </p:grpSp>
      <p:grpSp>
        <p:nvGrpSpPr>
          <p:cNvPr id="75" name="Grupo 74">
            <a:extLst>
              <a:ext uri="{FF2B5EF4-FFF2-40B4-BE49-F238E27FC236}">
                <a16:creationId xmlns:a16="http://schemas.microsoft.com/office/drawing/2014/main" id="{3E7743DD-42F6-425A-BE84-6F54641E7D9D}"/>
              </a:ext>
            </a:extLst>
          </p:cNvPr>
          <p:cNvGrpSpPr/>
          <p:nvPr/>
        </p:nvGrpSpPr>
        <p:grpSpPr>
          <a:xfrm>
            <a:off x="514126" y="1203249"/>
            <a:ext cx="294120" cy="505440"/>
            <a:chOff x="514126" y="1203249"/>
            <a:chExt cx="294120" cy="505440"/>
          </a:xfrm>
        </p:grpSpPr>
        <mc:AlternateContent xmlns:mc="http://schemas.openxmlformats.org/markup-compatibility/2006">
          <mc:Choice xmlns:p14="http://schemas.microsoft.com/office/powerpoint/2010/main" Requires="p14">
            <p:contentPart p14:bwMode="auto" r:id="rId108">
              <p14:nvContentPartPr>
                <p14:cNvPr id="72" name="Entrada de lápiz 71">
                  <a:extLst>
                    <a:ext uri="{FF2B5EF4-FFF2-40B4-BE49-F238E27FC236}">
                      <a16:creationId xmlns:a16="http://schemas.microsoft.com/office/drawing/2014/main" id="{567C1DF1-553C-4D75-A4C4-DF37DBBE9616}"/>
                    </a:ext>
                  </a:extLst>
                </p14:cNvPr>
                <p14:cNvContentPartPr/>
                <p14:nvPr/>
              </p14:nvContentPartPr>
              <p14:xfrm>
                <a:off x="568126" y="1203249"/>
                <a:ext cx="25200" cy="505440"/>
              </p14:xfrm>
            </p:contentPart>
          </mc:Choice>
          <mc:Fallback>
            <p:pic>
              <p:nvPicPr>
                <p:cNvPr id="72" name="Entrada de lápiz 71">
                  <a:extLst>
                    <a:ext uri="{FF2B5EF4-FFF2-40B4-BE49-F238E27FC236}">
                      <a16:creationId xmlns:a16="http://schemas.microsoft.com/office/drawing/2014/main" id="{567C1DF1-553C-4D75-A4C4-DF37DBBE9616}"/>
                    </a:ext>
                  </a:extLst>
                </p:cNvPr>
                <p:cNvPicPr/>
                <p:nvPr/>
              </p:nvPicPr>
              <p:blipFill>
                <a:blip r:embed="rId109"/>
                <a:stretch>
                  <a:fillRect/>
                </a:stretch>
              </p:blipFill>
              <p:spPr>
                <a:xfrm>
                  <a:off x="559486" y="1194249"/>
                  <a:ext cx="42840" cy="5230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3" name="Entrada de lápiz 72">
                  <a:extLst>
                    <a:ext uri="{FF2B5EF4-FFF2-40B4-BE49-F238E27FC236}">
                      <a16:creationId xmlns:a16="http://schemas.microsoft.com/office/drawing/2014/main" id="{88FA0AD0-53DA-4C1C-88D3-CDEDAED151AD}"/>
                    </a:ext>
                  </a:extLst>
                </p14:cNvPr>
                <p14:cNvContentPartPr/>
                <p14:nvPr/>
              </p14:nvContentPartPr>
              <p14:xfrm>
                <a:off x="715366" y="1210449"/>
                <a:ext cx="19800" cy="432360"/>
              </p14:xfrm>
            </p:contentPart>
          </mc:Choice>
          <mc:Fallback>
            <p:pic>
              <p:nvPicPr>
                <p:cNvPr id="73" name="Entrada de lápiz 72">
                  <a:extLst>
                    <a:ext uri="{FF2B5EF4-FFF2-40B4-BE49-F238E27FC236}">
                      <a16:creationId xmlns:a16="http://schemas.microsoft.com/office/drawing/2014/main" id="{88FA0AD0-53DA-4C1C-88D3-CDEDAED151AD}"/>
                    </a:ext>
                  </a:extLst>
                </p:cNvPr>
                <p:cNvPicPr/>
                <p:nvPr/>
              </p:nvPicPr>
              <p:blipFill>
                <a:blip r:embed="rId111"/>
                <a:stretch>
                  <a:fillRect/>
                </a:stretch>
              </p:blipFill>
              <p:spPr>
                <a:xfrm>
                  <a:off x="706366" y="1201449"/>
                  <a:ext cx="3744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4" name="Entrada de lápiz 73">
                  <a:extLst>
                    <a:ext uri="{FF2B5EF4-FFF2-40B4-BE49-F238E27FC236}">
                      <a16:creationId xmlns:a16="http://schemas.microsoft.com/office/drawing/2014/main" id="{A18CA0CA-C5CF-48DA-84D8-700C80F715E5}"/>
                    </a:ext>
                  </a:extLst>
                </p14:cNvPr>
                <p14:cNvContentPartPr/>
                <p14:nvPr/>
              </p14:nvContentPartPr>
              <p14:xfrm>
                <a:off x="514126" y="1471809"/>
                <a:ext cx="294120" cy="37440"/>
              </p14:xfrm>
            </p:contentPart>
          </mc:Choice>
          <mc:Fallback>
            <p:pic>
              <p:nvPicPr>
                <p:cNvPr id="74" name="Entrada de lápiz 73">
                  <a:extLst>
                    <a:ext uri="{FF2B5EF4-FFF2-40B4-BE49-F238E27FC236}">
                      <a16:creationId xmlns:a16="http://schemas.microsoft.com/office/drawing/2014/main" id="{A18CA0CA-C5CF-48DA-84D8-700C80F715E5}"/>
                    </a:ext>
                  </a:extLst>
                </p:cNvPr>
                <p:cNvPicPr/>
                <p:nvPr/>
              </p:nvPicPr>
              <p:blipFill>
                <a:blip r:embed="rId113"/>
                <a:stretch>
                  <a:fillRect/>
                </a:stretch>
              </p:blipFill>
              <p:spPr>
                <a:xfrm>
                  <a:off x="505126" y="1463169"/>
                  <a:ext cx="311760" cy="55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4">
            <p14:nvContentPartPr>
              <p14:cNvPr id="76" name="Entrada de lápiz 75">
                <a:extLst>
                  <a:ext uri="{FF2B5EF4-FFF2-40B4-BE49-F238E27FC236}">
                    <a16:creationId xmlns:a16="http://schemas.microsoft.com/office/drawing/2014/main" id="{3153ECCC-0ABA-413B-AB98-CA0C479BE8D0}"/>
                  </a:ext>
                </a:extLst>
              </p14:cNvPr>
              <p14:cNvContentPartPr/>
              <p14:nvPr/>
            </p14:nvContentPartPr>
            <p14:xfrm>
              <a:off x="1036846" y="1295769"/>
              <a:ext cx="99000" cy="401040"/>
            </p14:xfrm>
          </p:contentPart>
        </mc:Choice>
        <mc:Fallback>
          <p:pic>
            <p:nvPicPr>
              <p:cNvPr id="76" name="Entrada de lápiz 75">
                <a:extLst>
                  <a:ext uri="{FF2B5EF4-FFF2-40B4-BE49-F238E27FC236}">
                    <a16:creationId xmlns:a16="http://schemas.microsoft.com/office/drawing/2014/main" id="{3153ECCC-0ABA-413B-AB98-CA0C479BE8D0}"/>
                  </a:ext>
                </a:extLst>
              </p:cNvPr>
              <p:cNvPicPr/>
              <p:nvPr/>
            </p:nvPicPr>
            <p:blipFill>
              <a:blip r:embed="rId115"/>
              <a:stretch>
                <a:fillRect/>
              </a:stretch>
            </p:blipFill>
            <p:spPr>
              <a:xfrm>
                <a:off x="1028206" y="1286769"/>
                <a:ext cx="116640" cy="4186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7" name="Entrada de lápiz 76">
                <a:extLst>
                  <a:ext uri="{FF2B5EF4-FFF2-40B4-BE49-F238E27FC236}">
                    <a16:creationId xmlns:a16="http://schemas.microsoft.com/office/drawing/2014/main" id="{52F174A7-A65B-4B29-A593-B045A104A853}"/>
                  </a:ext>
                </a:extLst>
              </p14:cNvPr>
              <p14:cNvContentPartPr/>
              <p14:nvPr/>
            </p14:nvContentPartPr>
            <p14:xfrm>
              <a:off x="1250326" y="1371369"/>
              <a:ext cx="156240" cy="202320"/>
            </p14:xfrm>
          </p:contentPart>
        </mc:Choice>
        <mc:Fallback>
          <p:pic>
            <p:nvPicPr>
              <p:cNvPr id="77" name="Entrada de lápiz 76">
                <a:extLst>
                  <a:ext uri="{FF2B5EF4-FFF2-40B4-BE49-F238E27FC236}">
                    <a16:creationId xmlns:a16="http://schemas.microsoft.com/office/drawing/2014/main" id="{52F174A7-A65B-4B29-A593-B045A104A853}"/>
                  </a:ext>
                </a:extLst>
              </p:cNvPr>
              <p:cNvPicPr/>
              <p:nvPr/>
            </p:nvPicPr>
            <p:blipFill>
              <a:blip r:embed="rId117"/>
              <a:stretch>
                <a:fillRect/>
              </a:stretch>
            </p:blipFill>
            <p:spPr>
              <a:xfrm>
                <a:off x="1241686" y="1362729"/>
                <a:ext cx="17388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8" name="Entrada de lápiz 77">
                <a:extLst>
                  <a:ext uri="{FF2B5EF4-FFF2-40B4-BE49-F238E27FC236}">
                    <a16:creationId xmlns:a16="http://schemas.microsoft.com/office/drawing/2014/main" id="{93FD41C2-4D56-4379-ACD8-092BBC042C73}"/>
                  </a:ext>
                </a:extLst>
              </p14:cNvPr>
              <p14:cNvContentPartPr/>
              <p14:nvPr/>
            </p14:nvContentPartPr>
            <p14:xfrm>
              <a:off x="1249606" y="1339329"/>
              <a:ext cx="137160" cy="234720"/>
            </p14:xfrm>
          </p:contentPart>
        </mc:Choice>
        <mc:Fallback>
          <p:pic>
            <p:nvPicPr>
              <p:cNvPr id="78" name="Entrada de lápiz 77">
                <a:extLst>
                  <a:ext uri="{FF2B5EF4-FFF2-40B4-BE49-F238E27FC236}">
                    <a16:creationId xmlns:a16="http://schemas.microsoft.com/office/drawing/2014/main" id="{93FD41C2-4D56-4379-ACD8-092BBC042C73}"/>
                  </a:ext>
                </a:extLst>
              </p:cNvPr>
              <p:cNvPicPr/>
              <p:nvPr/>
            </p:nvPicPr>
            <p:blipFill>
              <a:blip r:embed="rId119"/>
              <a:stretch>
                <a:fillRect/>
              </a:stretch>
            </p:blipFill>
            <p:spPr>
              <a:xfrm>
                <a:off x="1240606" y="1330329"/>
                <a:ext cx="15480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9" name="Entrada de lápiz 78">
                <a:extLst>
                  <a:ext uri="{FF2B5EF4-FFF2-40B4-BE49-F238E27FC236}">
                    <a16:creationId xmlns:a16="http://schemas.microsoft.com/office/drawing/2014/main" id="{47048587-8135-497A-9C58-A6BA026E7CA3}"/>
                  </a:ext>
                </a:extLst>
              </p14:cNvPr>
              <p14:cNvContentPartPr/>
              <p14:nvPr/>
            </p14:nvContentPartPr>
            <p14:xfrm>
              <a:off x="1453726" y="1509249"/>
              <a:ext cx="92160" cy="113760"/>
            </p14:xfrm>
          </p:contentPart>
        </mc:Choice>
        <mc:Fallback>
          <p:pic>
            <p:nvPicPr>
              <p:cNvPr id="79" name="Entrada de lápiz 78">
                <a:extLst>
                  <a:ext uri="{FF2B5EF4-FFF2-40B4-BE49-F238E27FC236}">
                    <a16:creationId xmlns:a16="http://schemas.microsoft.com/office/drawing/2014/main" id="{47048587-8135-497A-9C58-A6BA026E7CA3}"/>
                  </a:ext>
                </a:extLst>
              </p:cNvPr>
              <p:cNvPicPr/>
              <p:nvPr/>
            </p:nvPicPr>
            <p:blipFill>
              <a:blip r:embed="rId121"/>
              <a:stretch>
                <a:fillRect/>
              </a:stretch>
            </p:blipFill>
            <p:spPr>
              <a:xfrm>
                <a:off x="1445086" y="1500249"/>
                <a:ext cx="109800" cy="131400"/>
              </a:xfrm>
              <a:prstGeom prst="rect">
                <a:avLst/>
              </a:prstGeom>
            </p:spPr>
          </p:pic>
        </mc:Fallback>
      </mc:AlternateContent>
      <p:grpSp>
        <p:nvGrpSpPr>
          <p:cNvPr id="83" name="Grupo 82">
            <a:extLst>
              <a:ext uri="{FF2B5EF4-FFF2-40B4-BE49-F238E27FC236}">
                <a16:creationId xmlns:a16="http://schemas.microsoft.com/office/drawing/2014/main" id="{FBFB2C42-43B7-48F6-BD10-711662FDB095}"/>
              </a:ext>
            </a:extLst>
          </p:cNvPr>
          <p:cNvGrpSpPr/>
          <p:nvPr/>
        </p:nvGrpSpPr>
        <p:grpSpPr>
          <a:xfrm>
            <a:off x="1720126" y="1337529"/>
            <a:ext cx="276840" cy="276840"/>
            <a:chOff x="1720126" y="1337529"/>
            <a:chExt cx="276840" cy="276840"/>
          </a:xfrm>
        </p:grpSpPr>
        <mc:AlternateContent xmlns:mc="http://schemas.openxmlformats.org/markup-compatibility/2006">
          <mc:Choice xmlns:p14="http://schemas.microsoft.com/office/powerpoint/2010/main" Requires="p14">
            <p:contentPart p14:bwMode="auto" r:id="rId122">
              <p14:nvContentPartPr>
                <p14:cNvPr id="80" name="Entrada de lápiz 79">
                  <a:extLst>
                    <a:ext uri="{FF2B5EF4-FFF2-40B4-BE49-F238E27FC236}">
                      <a16:creationId xmlns:a16="http://schemas.microsoft.com/office/drawing/2014/main" id="{DA7B2442-87E7-4A65-A4AF-8AF9E9AB7342}"/>
                    </a:ext>
                  </a:extLst>
                </p14:cNvPr>
                <p14:cNvContentPartPr/>
                <p14:nvPr/>
              </p14:nvContentPartPr>
              <p14:xfrm>
                <a:off x="1720126" y="1337529"/>
                <a:ext cx="177840" cy="238320"/>
              </p14:xfrm>
            </p:contentPart>
          </mc:Choice>
          <mc:Fallback>
            <p:pic>
              <p:nvPicPr>
                <p:cNvPr id="80" name="Entrada de lápiz 79">
                  <a:extLst>
                    <a:ext uri="{FF2B5EF4-FFF2-40B4-BE49-F238E27FC236}">
                      <a16:creationId xmlns:a16="http://schemas.microsoft.com/office/drawing/2014/main" id="{DA7B2442-87E7-4A65-A4AF-8AF9E9AB7342}"/>
                    </a:ext>
                  </a:extLst>
                </p:cNvPr>
                <p:cNvPicPr/>
                <p:nvPr/>
              </p:nvPicPr>
              <p:blipFill>
                <a:blip r:embed="rId123"/>
                <a:stretch>
                  <a:fillRect/>
                </a:stretch>
              </p:blipFill>
              <p:spPr>
                <a:xfrm>
                  <a:off x="1711486" y="1328529"/>
                  <a:ext cx="19548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2" name="Entrada de lápiz 81">
                  <a:extLst>
                    <a:ext uri="{FF2B5EF4-FFF2-40B4-BE49-F238E27FC236}">
                      <a16:creationId xmlns:a16="http://schemas.microsoft.com/office/drawing/2014/main" id="{2B670DE4-D253-4772-8C94-C47EC31FB9D8}"/>
                    </a:ext>
                  </a:extLst>
                </p14:cNvPr>
                <p14:cNvContentPartPr/>
                <p14:nvPr/>
              </p14:nvContentPartPr>
              <p14:xfrm>
                <a:off x="1906606" y="1487289"/>
                <a:ext cx="90360" cy="127080"/>
              </p14:xfrm>
            </p:contentPart>
          </mc:Choice>
          <mc:Fallback>
            <p:pic>
              <p:nvPicPr>
                <p:cNvPr id="82" name="Entrada de lápiz 81">
                  <a:extLst>
                    <a:ext uri="{FF2B5EF4-FFF2-40B4-BE49-F238E27FC236}">
                      <a16:creationId xmlns:a16="http://schemas.microsoft.com/office/drawing/2014/main" id="{2B670DE4-D253-4772-8C94-C47EC31FB9D8}"/>
                    </a:ext>
                  </a:extLst>
                </p:cNvPr>
                <p:cNvPicPr/>
                <p:nvPr/>
              </p:nvPicPr>
              <p:blipFill>
                <a:blip r:embed="rId125"/>
                <a:stretch>
                  <a:fillRect/>
                </a:stretch>
              </p:blipFill>
              <p:spPr>
                <a:xfrm>
                  <a:off x="1897966" y="1478649"/>
                  <a:ext cx="108000" cy="144720"/>
                </a:xfrm>
                <a:prstGeom prst="rect">
                  <a:avLst/>
                </a:prstGeom>
              </p:spPr>
            </p:pic>
          </mc:Fallback>
        </mc:AlternateContent>
      </p:grpSp>
      <p:grpSp>
        <p:nvGrpSpPr>
          <p:cNvPr id="86" name="Grupo 85">
            <a:extLst>
              <a:ext uri="{FF2B5EF4-FFF2-40B4-BE49-F238E27FC236}">
                <a16:creationId xmlns:a16="http://schemas.microsoft.com/office/drawing/2014/main" id="{A7404E91-8937-4FBE-A779-ADC2349ACB46}"/>
              </a:ext>
            </a:extLst>
          </p:cNvPr>
          <p:cNvGrpSpPr/>
          <p:nvPr/>
        </p:nvGrpSpPr>
        <p:grpSpPr>
          <a:xfrm>
            <a:off x="2131246" y="1350489"/>
            <a:ext cx="281520" cy="248760"/>
            <a:chOff x="2131246" y="1350489"/>
            <a:chExt cx="281520" cy="248760"/>
          </a:xfrm>
        </p:grpSpPr>
        <mc:AlternateContent xmlns:mc="http://schemas.openxmlformats.org/markup-compatibility/2006">
          <mc:Choice xmlns:p14="http://schemas.microsoft.com/office/powerpoint/2010/main" Requires="p14">
            <p:contentPart p14:bwMode="auto" r:id="rId126">
              <p14:nvContentPartPr>
                <p14:cNvPr id="84" name="Entrada de lápiz 83">
                  <a:extLst>
                    <a:ext uri="{FF2B5EF4-FFF2-40B4-BE49-F238E27FC236}">
                      <a16:creationId xmlns:a16="http://schemas.microsoft.com/office/drawing/2014/main" id="{FA76C9E4-F443-4B1F-8182-1E28B8797751}"/>
                    </a:ext>
                  </a:extLst>
                </p14:cNvPr>
                <p14:cNvContentPartPr/>
                <p14:nvPr/>
              </p14:nvContentPartPr>
              <p14:xfrm>
                <a:off x="2131246" y="1350489"/>
                <a:ext cx="172080" cy="168840"/>
              </p14:xfrm>
            </p:contentPart>
          </mc:Choice>
          <mc:Fallback>
            <p:pic>
              <p:nvPicPr>
                <p:cNvPr id="84" name="Entrada de lápiz 83">
                  <a:extLst>
                    <a:ext uri="{FF2B5EF4-FFF2-40B4-BE49-F238E27FC236}">
                      <a16:creationId xmlns:a16="http://schemas.microsoft.com/office/drawing/2014/main" id="{FA76C9E4-F443-4B1F-8182-1E28B8797751}"/>
                    </a:ext>
                  </a:extLst>
                </p:cNvPr>
                <p:cNvPicPr/>
                <p:nvPr/>
              </p:nvPicPr>
              <p:blipFill>
                <a:blip r:embed="rId127"/>
                <a:stretch>
                  <a:fillRect/>
                </a:stretch>
              </p:blipFill>
              <p:spPr>
                <a:xfrm>
                  <a:off x="2122246" y="1341489"/>
                  <a:ext cx="1897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5" name="Entrada de lápiz 84">
                  <a:extLst>
                    <a:ext uri="{FF2B5EF4-FFF2-40B4-BE49-F238E27FC236}">
                      <a16:creationId xmlns:a16="http://schemas.microsoft.com/office/drawing/2014/main" id="{DF3BB252-D602-4998-8758-7F8A1C6E1E3E}"/>
                    </a:ext>
                  </a:extLst>
                </p14:cNvPr>
                <p14:cNvContentPartPr/>
                <p14:nvPr/>
              </p14:nvContentPartPr>
              <p14:xfrm>
                <a:off x="2324926" y="1472889"/>
                <a:ext cx="87840" cy="126360"/>
              </p14:xfrm>
            </p:contentPart>
          </mc:Choice>
          <mc:Fallback>
            <p:pic>
              <p:nvPicPr>
                <p:cNvPr id="85" name="Entrada de lápiz 84">
                  <a:extLst>
                    <a:ext uri="{FF2B5EF4-FFF2-40B4-BE49-F238E27FC236}">
                      <a16:creationId xmlns:a16="http://schemas.microsoft.com/office/drawing/2014/main" id="{DF3BB252-D602-4998-8758-7F8A1C6E1E3E}"/>
                    </a:ext>
                  </a:extLst>
                </p:cNvPr>
                <p:cNvPicPr/>
                <p:nvPr/>
              </p:nvPicPr>
              <p:blipFill>
                <a:blip r:embed="rId129"/>
                <a:stretch>
                  <a:fillRect/>
                </a:stretch>
              </p:blipFill>
              <p:spPr>
                <a:xfrm>
                  <a:off x="2316286" y="1464249"/>
                  <a:ext cx="105480" cy="144000"/>
                </a:xfrm>
                <a:prstGeom prst="rect">
                  <a:avLst/>
                </a:prstGeom>
              </p:spPr>
            </p:pic>
          </mc:Fallback>
        </mc:AlternateContent>
      </p:grpSp>
      <p:grpSp>
        <p:nvGrpSpPr>
          <p:cNvPr id="90" name="Grupo 89">
            <a:extLst>
              <a:ext uri="{FF2B5EF4-FFF2-40B4-BE49-F238E27FC236}">
                <a16:creationId xmlns:a16="http://schemas.microsoft.com/office/drawing/2014/main" id="{8941ABCD-5AE7-4391-BDD9-B0B8629440D3}"/>
              </a:ext>
            </a:extLst>
          </p:cNvPr>
          <p:cNvGrpSpPr/>
          <p:nvPr/>
        </p:nvGrpSpPr>
        <p:grpSpPr>
          <a:xfrm>
            <a:off x="2606806" y="1232409"/>
            <a:ext cx="328680" cy="388800"/>
            <a:chOff x="2606806" y="1232409"/>
            <a:chExt cx="328680" cy="388800"/>
          </a:xfrm>
        </p:grpSpPr>
        <mc:AlternateContent xmlns:mc="http://schemas.openxmlformats.org/markup-compatibility/2006">
          <mc:Choice xmlns:p14="http://schemas.microsoft.com/office/powerpoint/2010/main" Requires="p14">
            <p:contentPart p14:bwMode="auto" r:id="rId130">
              <p14:nvContentPartPr>
                <p14:cNvPr id="87" name="Entrada de lápiz 86">
                  <a:extLst>
                    <a:ext uri="{FF2B5EF4-FFF2-40B4-BE49-F238E27FC236}">
                      <a16:creationId xmlns:a16="http://schemas.microsoft.com/office/drawing/2014/main" id="{516E0535-3EC6-4F33-8FD8-033BFAE7F3AD}"/>
                    </a:ext>
                  </a:extLst>
                </p14:cNvPr>
                <p14:cNvContentPartPr/>
                <p14:nvPr/>
              </p14:nvContentPartPr>
              <p14:xfrm>
                <a:off x="2606806" y="1334649"/>
                <a:ext cx="7200" cy="190800"/>
              </p14:xfrm>
            </p:contentPart>
          </mc:Choice>
          <mc:Fallback>
            <p:pic>
              <p:nvPicPr>
                <p:cNvPr id="87" name="Entrada de lápiz 86">
                  <a:extLst>
                    <a:ext uri="{FF2B5EF4-FFF2-40B4-BE49-F238E27FC236}">
                      <a16:creationId xmlns:a16="http://schemas.microsoft.com/office/drawing/2014/main" id="{516E0535-3EC6-4F33-8FD8-033BFAE7F3AD}"/>
                    </a:ext>
                  </a:extLst>
                </p:cNvPr>
                <p:cNvPicPr/>
                <p:nvPr/>
              </p:nvPicPr>
              <p:blipFill>
                <a:blip r:embed="rId131"/>
                <a:stretch>
                  <a:fillRect/>
                </a:stretch>
              </p:blipFill>
              <p:spPr>
                <a:xfrm>
                  <a:off x="2598166" y="1325649"/>
                  <a:ext cx="2484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8" name="Entrada de lápiz 87">
                  <a:extLst>
                    <a:ext uri="{FF2B5EF4-FFF2-40B4-BE49-F238E27FC236}">
                      <a16:creationId xmlns:a16="http://schemas.microsoft.com/office/drawing/2014/main" id="{15297792-AD5B-407A-9320-3131E8DF8EC9}"/>
                    </a:ext>
                  </a:extLst>
                </p14:cNvPr>
                <p14:cNvContentPartPr/>
                <p14:nvPr/>
              </p14:nvContentPartPr>
              <p14:xfrm>
                <a:off x="2620846" y="1340409"/>
                <a:ext cx="192240" cy="178920"/>
              </p14:xfrm>
            </p:contentPart>
          </mc:Choice>
          <mc:Fallback>
            <p:pic>
              <p:nvPicPr>
                <p:cNvPr id="88" name="Entrada de lápiz 87">
                  <a:extLst>
                    <a:ext uri="{FF2B5EF4-FFF2-40B4-BE49-F238E27FC236}">
                      <a16:creationId xmlns:a16="http://schemas.microsoft.com/office/drawing/2014/main" id="{15297792-AD5B-407A-9320-3131E8DF8EC9}"/>
                    </a:ext>
                  </a:extLst>
                </p:cNvPr>
                <p:cNvPicPr/>
                <p:nvPr/>
              </p:nvPicPr>
              <p:blipFill>
                <a:blip r:embed="rId133"/>
                <a:stretch>
                  <a:fillRect/>
                </a:stretch>
              </p:blipFill>
              <p:spPr>
                <a:xfrm>
                  <a:off x="2611846" y="1331409"/>
                  <a:ext cx="20988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9" name="Entrada de lápiz 88">
                  <a:extLst>
                    <a:ext uri="{FF2B5EF4-FFF2-40B4-BE49-F238E27FC236}">
                      <a16:creationId xmlns:a16="http://schemas.microsoft.com/office/drawing/2014/main" id="{7D10CE26-4524-412F-96C2-EE717E7E3E3B}"/>
                    </a:ext>
                  </a:extLst>
                </p14:cNvPr>
                <p14:cNvContentPartPr/>
                <p14:nvPr/>
              </p14:nvContentPartPr>
              <p14:xfrm>
                <a:off x="2857006" y="1232409"/>
                <a:ext cx="78480" cy="388800"/>
              </p14:xfrm>
            </p:contentPart>
          </mc:Choice>
          <mc:Fallback>
            <p:pic>
              <p:nvPicPr>
                <p:cNvPr id="89" name="Entrada de lápiz 88">
                  <a:extLst>
                    <a:ext uri="{FF2B5EF4-FFF2-40B4-BE49-F238E27FC236}">
                      <a16:creationId xmlns:a16="http://schemas.microsoft.com/office/drawing/2014/main" id="{7D10CE26-4524-412F-96C2-EE717E7E3E3B}"/>
                    </a:ext>
                  </a:extLst>
                </p:cNvPr>
                <p:cNvPicPr/>
                <p:nvPr/>
              </p:nvPicPr>
              <p:blipFill>
                <a:blip r:embed="rId135"/>
                <a:stretch>
                  <a:fillRect/>
                </a:stretch>
              </p:blipFill>
              <p:spPr>
                <a:xfrm>
                  <a:off x="2848006" y="1223409"/>
                  <a:ext cx="96120" cy="406440"/>
                </a:xfrm>
                <a:prstGeom prst="rect">
                  <a:avLst/>
                </a:prstGeom>
              </p:spPr>
            </p:pic>
          </mc:Fallback>
        </mc:AlternateContent>
      </p:grpSp>
      <p:grpSp>
        <p:nvGrpSpPr>
          <p:cNvPr id="120" name="Grupo 119">
            <a:extLst>
              <a:ext uri="{FF2B5EF4-FFF2-40B4-BE49-F238E27FC236}">
                <a16:creationId xmlns:a16="http://schemas.microsoft.com/office/drawing/2014/main" id="{8BEF41C9-4F5E-4F82-B003-2CF1D42DA6C1}"/>
              </a:ext>
            </a:extLst>
          </p:cNvPr>
          <p:cNvGrpSpPr/>
          <p:nvPr/>
        </p:nvGrpSpPr>
        <p:grpSpPr>
          <a:xfrm>
            <a:off x="3055006" y="1102449"/>
            <a:ext cx="2845800" cy="1623600"/>
            <a:chOff x="3055006" y="1102449"/>
            <a:chExt cx="2845800" cy="1623600"/>
          </a:xfrm>
        </p:grpSpPr>
        <mc:AlternateContent xmlns:mc="http://schemas.openxmlformats.org/markup-compatibility/2006">
          <mc:Choice xmlns:p14="http://schemas.microsoft.com/office/powerpoint/2010/main" Requires="p14">
            <p:contentPart p14:bwMode="auto" r:id="rId136">
              <p14:nvContentPartPr>
                <p14:cNvPr id="91" name="Entrada de lápiz 90">
                  <a:extLst>
                    <a:ext uri="{FF2B5EF4-FFF2-40B4-BE49-F238E27FC236}">
                      <a16:creationId xmlns:a16="http://schemas.microsoft.com/office/drawing/2014/main" id="{E6F5BA2B-8ADC-436F-AEDD-44E3BEF0CC36}"/>
                    </a:ext>
                  </a:extLst>
                </p14:cNvPr>
                <p14:cNvContentPartPr/>
                <p14:nvPr/>
              </p14:nvContentPartPr>
              <p14:xfrm>
                <a:off x="3062566" y="1354449"/>
                <a:ext cx="151920" cy="360"/>
              </p14:xfrm>
            </p:contentPart>
          </mc:Choice>
          <mc:Fallback>
            <p:pic>
              <p:nvPicPr>
                <p:cNvPr id="91" name="Entrada de lápiz 90">
                  <a:extLst>
                    <a:ext uri="{FF2B5EF4-FFF2-40B4-BE49-F238E27FC236}">
                      <a16:creationId xmlns:a16="http://schemas.microsoft.com/office/drawing/2014/main" id="{E6F5BA2B-8ADC-436F-AEDD-44E3BEF0CC36}"/>
                    </a:ext>
                  </a:extLst>
                </p:cNvPr>
                <p:cNvPicPr/>
                <p:nvPr/>
              </p:nvPicPr>
              <p:blipFill>
                <a:blip r:embed="rId137"/>
                <a:stretch>
                  <a:fillRect/>
                </a:stretch>
              </p:blipFill>
              <p:spPr>
                <a:xfrm>
                  <a:off x="3053566" y="1345809"/>
                  <a:ext cx="1695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92" name="Entrada de lápiz 91">
                  <a:extLst>
                    <a:ext uri="{FF2B5EF4-FFF2-40B4-BE49-F238E27FC236}">
                      <a16:creationId xmlns:a16="http://schemas.microsoft.com/office/drawing/2014/main" id="{0B516672-A9DE-4F10-BC09-1D5AA13E6CA5}"/>
                    </a:ext>
                  </a:extLst>
                </p14:cNvPr>
                <p14:cNvContentPartPr/>
                <p14:nvPr/>
              </p14:nvContentPartPr>
              <p14:xfrm>
                <a:off x="3055006" y="1434009"/>
                <a:ext cx="153000" cy="27000"/>
              </p14:xfrm>
            </p:contentPart>
          </mc:Choice>
          <mc:Fallback>
            <p:pic>
              <p:nvPicPr>
                <p:cNvPr id="92" name="Entrada de lápiz 91">
                  <a:extLst>
                    <a:ext uri="{FF2B5EF4-FFF2-40B4-BE49-F238E27FC236}">
                      <a16:creationId xmlns:a16="http://schemas.microsoft.com/office/drawing/2014/main" id="{0B516672-A9DE-4F10-BC09-1D5AA13E6CA5}"/>
                    </a:ext>
                  </a:extLst>
                </p:cNvPr>
                <p:cNvPicPr/>
                <p:nvPr/>
              </p:nvPicPr>
              <p:blipFill>
                <a:blip r:embed="rId139"/>
                <a:stretch>
                  <a:fillRect/>
                </a:stretch>
              </p:blipFill>
              <p:spPr>
                <a:xfrm>
                  <a:off x="3046366" y="1425369"/>
                  <a:ext cx="17064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4" name="Entrada de lápiz 93">
                  <a:extLst>
                    <a:ext uri="{FF2B5EF4-FFF2-40B4-BE49-F238E27FC236}">
                      <a16:creationId xmlns:a16="http://schemas.microsoft.com/office/drawing/2014/main" id="{EC0DF070-2FEF-4197-948C-C200C74803A2}"/>
                    </a:ext>
                  </a:extLst>
                </p14:cNvPr>
                <p14:cNvContentPartPr/>
                <p14:nvPr/>
              </p14:nvContentPartPr>
              <p14:xfrm>
                <a:off x="3560806" y="1148889"/>
                <a:ext cx="86400" cy="675000"/>
              </p14:xfrm>
            </p:contentPart>
          </mc:Choice>
          <mc:Fallback>
            <p:pic>
              <p:nvPicPr>
                <p:cNvPr id="94" name="Entrada de lápiz 93">
                  <a:extLst>
                    <a:ext uri="{FF2B5EF4-FFF2-40B4-BE49-F238E27FC236}">
                      <a16:creationId xmlns:a16="http://schemas.microsoft.com/office/drawing/2014/main" id="{EC0DF070-2FEF-4197-948C-C200C74803A2}"/>
                    </a:ext>
                  </a:extLst>
                </p:cNvPr>
                <p:cNvPicPr/>
                <p:nvPr/>
              </p:nvPicPr>
              <p:blipFill>
                <a:blip r:embed="rId141"/>
                <a:stretch>
                  <a:fillRect/>
                </a:stretch>
              </p:blipFill>
              <p:spPr>
                <a:xfrm>
                  <a:off x="3552166" y="1140249"/>
                  <a:ext cx="104040" cy="6926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5" name="Entrada de lápiz 94">
                  <a:extLst>
                    <a:ext uri="{FF2B5EF4-FFF2-40B4-BE49-F238E27FC236}">
                      <a16:creationId xmlns:a16="http://schemas.microsoft.com/office/drawing/2014/main" id="{E9A4F34C-10BE-4284-9AB3-116C9D1511A0}"/>
                    </a:ext>
                  </a:extLst>
                </p14:cNvPr>
                <p14:cNvContentPartPr/>
                <p14:nvPr/>
              </p14:nvContentPartPr>
              <p14:xfrm>
                <a:off x="3777526" y="1158249"/>
                <a:ext cx="23400" cy="257400"/>
              </p14:xfrm>
            </p:contentPart>
          </mc:Choice>
          <mc:Fallback>
            <p:pic>
              <p:nvPicPr>
                <p:cNvPr id="95" name="Entrada de lápiz 94">
                  <a:extLst>
                    <a:ext uri="{FF2B5EF4-FFF2-40B4-BE49-F238E27FC236}">
                      <a16:creationId xmlns:a16="http://schemas.microsoft.com/office/drawing/2014/main" id="{E9A4F34C-10BE-4284-9AB3-116C9D1511A0}"/>
                    </a:ext>
                  </a:extLst>
                </p:cNvPr>
                <p:cNvPicPr/>
                <p:nvPr/>
              </p:nvPicPr>
              <p:blipFill>
                <a:blip r:embed="rId143"/>
                <a:stretch>
                  <a:fillRect/>
                </a:stretch>
              </p:blipFill>
              <p:spPr>
                <a:xfrm>
                  <a:off x="3768886" y="1149609"/>
                  <a:ext cx="4104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6" name="Entrada de lápiz 95">
                  <a:extLst>
                    <a:ext uri="{FF2B5EF4-FFF2-40B4-BE49-F238E27FC236}">
                      <a16:creationId xmlns:a16="http://schemas.microsoft.com/office/drawing/2014/main" id="{43A1F6F4-20F5-4A54-BDAD-4CD0535C4443}"/>
                    </a:ext>
                  </a:extLst>
                </p14:cNvPr>
                <p14:cNvContentPartPr/>
                <p14:nvPr/>
              </p14:nvContentPartPr>
              <p14:xfrm>
                <a:off x="3811006" y="1147089"/>
                <a:ext cx="122760" cy="189720"/>
              </p14:xfrm>
            </p:contentPart>
          </mc:Choice>
          <mc:Fallback>
            <p:pic>
              <p:nvPicPr>
                <p:cNvPr id="96" name="Entrada de lápiz 95">
                  <a:extLst>
                    <a:ext uri="{FF2B5EF4-FFF2-40B4-BE49-F238E27FC236}">
                      <a16:creationId xmlns:a16="http://schemas.microsoft.com/office/drawing/2014/main" id="{43A1F6F4-20F5-4A54-BDAD-4CD0535C4443}"/>
                    </a:ext>
                  </a:extLst>
                </p:cNvPr>
                <p:cNvPicPr/>
                <p:nvPr/>
              </p:nvPicPr>
              <p:blipFill>
                <a:blip r:embed="rId145"/>
                <a:stretch>
                  <a:fillRect/>
                </a:stretch>
              </p:blipFill>
              <p:spPr>
                <a:xfrm>
                  <a:off x="3802366" y="1138089"/>
                  <a:ext cx="14040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8" name="Entrada de lápiz 97">
                  <a:extLst>
                    <a:ext uri="{FF2B5EF4-FFF2-40B4-BE49-F238E27FC236}">
                      <a16:creationId xmlns:a16="http://schemas.microsoft.com/office/drawing/2014/main" id="{151342DD-9C66-4FA8-B363-EB3D3DD26581}"/>
                    </a:ext>
                  </a:extLst>
                </p14:cNvPr>
                <p14:cNvContentPartPr/>
                <p14:nvPr/>
              </p14:nvContentPartPr>
              <p14:xfrm>
                <a:off x="3748366" y="1521129"/>
                <a:ext cx="150840" cy="191880"/>
              </p14:xfrm>
            </p:contentPart>
          </mc:Choice>
          <mc:Fallback>
            <p:pic>
              <p:nvPicPr>
                <p:cNvPr id="98" name="Entrada de lápiz 97">
                  <a:extLst>
                    <a:ext uri="{FF2B5EF4-FFF2-40B4-BE49-F238E27FC236}">
                      <a16:creationId xmlns:a16="http://schemas.microsoft.com/office/drawing/2014/main" id="{151342DD-9C66-4FA8-B363-EB3D3DD26581}"/>
                    </a:ext>
                  </a:extLst>
                </p:cNvPr>
                <p:cNvPicPr/>
                <p:nvPr/>
              </p:nvPicPr>
              <p:blipFill>
                <a:blip r:embed="rId147"/>
                <a:stretch>
                  <a:fillRect/>
                </a:stretch>
              </p:blipFill>
              <p:spPr>
                <a:xfrm>
                  <a:off x="3739366" y="1512489"/>
                  <a:ext cx="1684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9" name="Entrada de lápiz 98">
                  <a:extLst>
                    <a:ext uri="{FF2B5EF4-FFF2-40B4-BE49-F238E27FC236}">
                      <a16:creationId xmlns:a16="http://schemas.microsoft.com/office/drawing/2014/main" id="{5B57E25C-13A4-43A1-862F-DC0F622A58ED}"/>
                    </a:ext>
                  </a:extLst>
                </p14:cNvPr>
                <p14:cNvContentPartPr/>
                <p14:nvPr/>
              </p14:nvContentPartPr>
              <p14:xfrm>
                <a:off x="3739726" y="1501329"/>
                <a:ext cx="143640" cy="193320"/>
              </p14:xfrm>
            </p:contentPart>
          </mc:Choice>
          <mc:Fallback>
            <p:pic>
              <p:nvPicPr>
                <p:cNvPr id="99" name="Entrada de lápiz 98">
                  <a:extLst>
                    <a:ext uri="{FF2B5EF4-FFF2-40B4-BE49-F238E27FC236}">
                      <a16:creationId xmlns:a16="http://schemas.microsoft.com/office/drawing/2014/main" id="{5B57E25C-13A4-43A1-862F-DC0F622A58ED}"/>
                    </a:ext>
                  </a:extLst>
                </p:cNvPr>
                <p:cNvPicPr/>
                <p:nvPr/>
              </p:nvPicPr>
              <p:blipFill>
                <a:blip r:embed="rId149"/>
                <a:stretch>
                  <a:fillRect/>
                </a:stretch>
              </p:blipFill>
              <p:spPr>
                <a:xfrm>
                  <a:off x="3731086" y="1492689"/>
                  <a:ext cx="1612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0" name="Entrada de lápiz 99">
                  <a:extLst>
                    <a:ext uri="{FF2B5EF4-FFF2-40B4-BE49-F238E27FC236}">
                      <a16:creationId xmlns:a16="http://schemas.microsoft.com/office/drawing/2014/main" id="{25DCB56D-A733-4589-8B95-5DAF64DD69D3}"/>
                    </a:ext>
                  </a:extLst>
                </p14:cNvPr>
                <p14:cNvContentPartPr/>
                <p14:nvPr/>
              </p14:nvContentPartPr>
              <p14:xfrm>
                <a:off x="4015846" y="1178049"/>
                <a:ext cx="161640" cy="626760"/>
              </p14:xfrm>
            </p:contentPart>
          </mc:Choice>
          <mc:Fallback>
            <p:pic>
              <p:nvPicPr>
                <p:cNvPr id="100" name="Entrada de lápiz 99">
                  <a:extLst>
                    <a:ext uri="{FF2B5EF4-FFF2-40B4-BE49-F238E27FC236}">
                      <a16:creationId xmlns:a16="http://schemas.microsoft.com/office/drawing/2014/main" id="{25DCB56D-A733-4589-8B95-5DAF64DD69D3}"/>
                    </a:ext>
                  </a:extLst>
                </p:cNvPr>
                <p:cNvPicPr/>
                <p:nvPr/>
              </p:nvPicPr>
              <p:blipFill>
                <a:blip r:embed="rId151"/>
                <a:stretch>
                  <a:fillRect/>
                </a:stretch>
              </p:blipFill>
              <p:spPr>
                <a:xfrm>
                  <a:off x="4006846" y="1169409"/>
                  <a:ext cx="179280" cy="6444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2" name="Entrada de lápiz 101">
                  <a:extLst>
                    <a:ext uri="{FF2B5EF4-FFF2-40B4-BE49-F238E27FC236}">
                      <a16:creationId xmlns:a16="http://schemas.microsoft.com/office/drawing/2014/main" id="{CC8A606F-CEEC-459F-A639-C2390AC96318}"/>
                    </a:ext>
                  </a:extLst>
                </p14:cNvPr>
                <p14:cNvContentPartPr/>
                <p14:nvPr/>
              </p14:nvContentPartPr>
              <p14:xfrm>
                <a:off x="4363246" y="1160409"/>
                <a:ext cx="108000" cy="612720"/>
              </p14:xfrm>
            </p:contentPart>
          </mc:Choice>
          <mc:Fallback>
            <p:pic>
              <p:nvPicPr>
                <p:cNvPr id="102" name="Entrada de lápiz 101">
                  <a:extLst>
                    <a:ext uri="{FF2B5EF4-FFF2-40B4-BE49-F238E27FC236}">
                      <a16:creationId xmlns:a16="http://schemas.microsoft.com/office/drawing/2014/main" id="{CC8A606F-CEEC-459F-A639-C2390AC96318}"/>
                    </a:ext>
                  </a:extLst>
                </p:cNvPr>
                <p:cNvPicPr/>
                <p:nvPr/>
              </p:nvPicPr>
              <p:blipFill>
                <a:blip r:embed="rId153"/>
                <a:stretch>
                  <a:fillRect/>
                </a:stretch>
              </p:blipFill>
              <p:spPr>
                <a:xfrm>
                  <a:off x="4354606" y="1151769"/>
                  <a:ext cx="125640" cy="6303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3" name="Entrada de lápiz 102">
                  <a:extLst>
                    <a:ext uri="{FF2B5EF4-FFF2-40B4-BE49-F238E27FC236}">
                      <a16:creationId xmlns:a16="http://schemas.microsoft.com/office/drawing/2014/main" id="{46BE934B-0628-451F-9225-7EC30DD67672}"/>
                    </a:ext>
                  </a:extLst>
                </p14:cNvPr>
                <p14:cNvContentPartPr/>
                <p14:nvPr/>
              </p14:nvContentPartPr>
              <p14:xfrm>
                <a:off x="4578166" y="1173369"/>
                <a:ext cx="210240" cy="190440"/>
              </p14:xfrm>
            </p:contentPart>
          </mc:Choice>
          <mc:Fallback>
            <p:pic>
              <p:nvPicPr>
                <p:cNvPr id="103" name="Entrada de lápiz 102">
                  <a:extLst>
                    <a:ext uri="{FF2B5EF4-FFF2-40B4-BE49-F238E27FC236}">
                      <a16:creationId xmlns:a16="http://schemas.microsoft.com/office/drawing/2014/main" id="{46BE934B-0628-451F-9225-7EC30DD67672}"/>
                    </a:ext>
                  </a:extLst>
                </p:cNvPr>
                <p:cNvPicPr/>
                <p:nvPr/>
              </p:nvPicPr>
              <p:blipFill>
                <a:blip r:embed="rId155"/>
                <a:stretch>
                  <a:fillRect/>
                </a:stretch>
              </p:blipFill>
              <p:spPr>
                <a:xfrm>
                  <a:off x="4569526" y="1164729"/>
                  <a:ext cx="22788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4" name="Entrada de lápiz 103">
                  <a:extLst>
                    <a:ext uri="{FF2B5EF4-FFF2-40B4-BE49-F238E27FC236}">
                      <a16:creationId xmlns:a16="http://schemas.microsoft.com/office/drawing/2014/main" id="{9A9F54ED-7E6A-475A-9C7A-13EB2FEE84B8}"/>
                    </a:ext>
                  </a:extLst>
                </p14:cNvPr>
                <p14:cNvContentPartPr/>
                <p14:nvPr/>
              </p14:nvContentPartPr>
              <p14:xfrm>
                <a:off x="4920166" y="1182009"/>
                <a:ext cx="140040" cy="37080"/>
              </p14:xfrm>
            </p:contentPart>
          </mc:Choice>
          <mc:Fallback>
            <p:pic>
              <p:nvPicPr>
                <p:cNvPr id="104" name="Entrada de lápiz 103">
                  <a:extLst>
                    <a:ext uri="{FF2B5EF4-FFF2-40B4-BE49-F238E27FC236}">
                      <a16:creationId xmlns:a16="http://schemas.microsoft.com/office/drawing/2014/main" id="{9A9F54ED-7E6A-475A-9C7A-13EB2FEE84B8}"/>
                    </a:ext>
                  </a:extLst>
                </p:cNvPr>
                <p:cNvPicPr/>
                <p:nvPr/>
              </p:nvPicPr>
              <p:blipFill>
                <a:blip r:embed="rId157"/>
                <a:stretch>
                  <a:fillRect/>
                </a:stretch>
              </p:blipFill>
              <p:spPr>
                <a:xfrm>
                  <a:off x="4911166" y="1173369"/>
                  <a:ext cx="15768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5" name="Entrada de lápiz 104">
                  <a:extLst>
                    <a:ext uri="{FF2B5EF4-FFF2-40B4-BE49-F238E27FC236}">
                      <a16:creationId xmlns:a16="http://schemas.microsoft.com/office/drawing/2014/main" id="{118E6B5A-FB67-46CE-BFEB-25F1783EF33E}"/>
                    </a:ext>
                  </a:extLst>
                </p14:cNvPr>
                <p14:cNvContentPartPr/>
                <p14:nvPr/>
              </p14:nvContentPartPr>
              <p14:xfrm>
                <a:off x="5100886" y="1135569"/>
                <a:ext cx="22320" cy="160920"/>
              </p14:xfrm>
            </p:contentPart>
          </mc:Choice>
          <mc:Fallback>
            <p:pic>
              <p:nvPicPr>
                <p:cNvPr id="105" name="Entrada de lápiz 104">
                  <a:extLst>
                    <a:ext uri="{FF2B5EF4-FFF2-40B4-BE49-F238E27FC236}">
                      <a16:creationId xmlns:a16="http://schemas.microsoft.com/office/drawing/2014/main" id="{118E6B5A-FB67-46CE-BFEB-25F1783EF33E}"/>
                    </a:ext>
                  </a:extLst>
                </p:cNvPr>
                <p:cNvPicPr/>
                <p:nvPr/>
              </p:nvPicPr>
              <p:blipFill>
                <a:blip r:embed="rId159"/>
                <a:stretch>
                  <a:fillRect/>
                </a:stretch>
              </p:blipFill>
              <p:spPr>
                <a:xfrm>
                  <a:off x="5091886" y="1126929"/>
                  <a:ext cx="3996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6" name="Entrada de lápiz 105">
                  <a:extLst>
                    <a:ext uri="{FF2B5EF4-FFF2-40B4-BE49-F238E27FC236}">
                      <a16:creationId xmlns:a16="http://schemas.microsoft.com/office/drawing/2014/main" id="{0C7DF5A5-3D59-4D90-8114-7BBCF23667F9}"/>
                    </a:ext>
                  </a:extLst>
                </p14:cNvPr>
                <p14:cNvContentPartPr/>
                <p14:nvPr/>
              </p14:nvContentPartPr>
              <p14:xfrm>
                <a:off x="5107006" y="1102449"/>
                <a:ext cx="156240" cy="167040"/>
              </p14:xfrm>
            </p:contentPart>
          </mc:Choice>
          <mc:Fallback>
            <p:pic>
              <p:nvPicPr>
                <p:cNvPr id="106" name="Entrada de lápiz 105">
                  <a:extLst>
                    <a:ext uri="{FF2B5EF4-FFF2-40B4-BE49-F238E27FC236}">
                      <a16:creationId xmlns:a16="http://schemas.microsoft.com/office/drawing/2014/main" id="{0C7DF5A5-3D59-4D90-8114-7BBCF23667F9}"/>
                    </a:ext>
                  </a:extLst>
                </p:cNvPr>
                <p:cNvPicPr/>
                <p:nvPr/>
              </p:nvPicPr>
              <p:blipFill>
                <a:blip r:embed="rId161"/>
                <a:stretch>
                  <a:fillRect/>
                </a:stretch>
              </p:blipFill>
              <p:spPr>
                <a:xfrm>
                  <a:off x="5098366" y="1093449"/>
                  <a:ext cx="17388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8" name="Entrada de lápiz 107">
                  <a:extLst>
                    <a:ext uri="{FF2B5EF4-FFF2-40B4-BE49-F238E27FC236}">
                      <a16:creationId xmlns:a16="http://schemas.microsoft.com/office/drawing/2014/main" id="{D6A31717-E46D-4D99-8B17-B46C40AE7F2D}"/>
                    </a:ext>
                  </a:extLst>
                </p14:cNvPr>
                <p14:cNvContentPartPr/>
                <p14:nvPr/>
              </p14:nvContentPartPr>
              <p14:xfrm>
                <a:off x="4563406" y="1584849"/>
                <a:ext cx="168840" cy="128880"/>
              </p14:xfrm>
            </p:contentPart>
          </mc:Choice>
          <mc:Fallback>
            <p:pic>
              <p:nvPicPr>
                <p:cNvPr id="108" name="Entrada de lápiz 107">
                  <a:extLst>
                    <a:ext uri="{FF2B5EF4-FFF2-40B4-BE49-F238E27FC236}">
                      <a16:creationId xmlns:a16="http://schemas.microsoft.com/office/drawing/2014/main" id="{D6A31717-E46D-4D99-8B17-B46C40AE7F2D}"/>
                    </a:ext>
                  </a:extLst>
                </p:cNvPr>
                <p:cNvPicPr/>
                <p:nvPr/>
              </p:nvPicPr>
              <p:blipFill>
                <a:blip r:embed="rId163"/>
                <a:stretch>
                  <a:fillRect/>
                </a:stretch>
              </p:blipFill>
              <p:spPr>
                <a:xfrm>
                  <a:off x="4554766" y="1576209"/>
                  <a:ext cx="18648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9" name="Entrada de lápiz 108">
                  <a:extLst>
                    <a:ext uri="{FF2B5EF4-FFF2-40B4-BE49-F238E27FC236}">
                      <a16:creationId xmlns:a16="http://schemas.microsoft.com/office/drawing/2014/main" id="{81B391D0-7F6D-4F91-B0BD-BEFF9D667DAD}"/>
                    </a:ext>
                  </a:extLst>
                </p14:cNvPr>
                <p14:cNvContentPartPr/>
                <p14:nvPr/>
              </p14:nvContentPartPr>
              <p14:xfrm>
                <a:off x="4761766" y="1648209"/>
                <a:ext cx="146880" cy="12600"/>
              </p14:xfrm>
            </p:contentPart>
          </mc:Choice>
          <mc:Fallback>
            <p:pic>
              <p:nvPicPr>
                <p:cNvPr id="109" name="Entrada de lápiz 108">
                  <a:extLst>
                    <a:ext uri="{FF2B5EF4-FFF2-40B4-BE49-F238E27FC236}">
                      <a16:creationId xmlns:a16="http://schemas.microsoft.com/office/drawing/2014/main" id="{81B391D0-7F6D-4F91-B0BD-BEFF9D667DAD}"/>
                    </a:ext>
                  </a:extLst>
                </p:cNvPr>
                <p:cNvPicPr/>
                <p:nvPr/>
              </p:nvPicPr>
              <p:blipFill>
                <a:blip r:embed="rId165"/>
                <a:stretch>
                  <a:fillRect/>
                </a:stretch>
              </p:blipFill>
              <p:spPr>
                <a:xfrm>
                  <a:off x="4752766" y="1639569"/>
                  <a:ext cx="1645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0" name="Entrada de lápiz 109">
                  <a:extLst>
                    <a:ext uri="{FF2B5EF4-FFF2-40B4-BE49-F238E27FC236}">
                      <a16:creationId xmlns:a16="http://schemas.microsoft.com/office/drawing/2014/main" id="{594B95D0-45B2-4C3A-9CA7-145B242EEB2D}"/>
                    </a:ext>
                  </a:extLst>
                </p14:cNvPr>
                <p14:cNvContentPartPr/>
                <p14:nvPr/>
              </p14:nvContentPartPr>
              <p14:xfrm>
                <a:off x="4930246" y="1565769"/>
                <a:ext cx="165600" cy="154080"/>
              </p14:xfrm>
            </p:contentPart>
          </mc:Choice>
          <mc:Fallback>
            <p:pic>
              <p:nvPicPr>
                <p:cNvPr id="110" name="Entrada de lápiz 109">
                  <a:extLst>
                    <a:ext uri="{FF2B5EF4-FFF2-40B4-BE49-F238E27FC236}">
                      <a16:creationId xmlns:a16="http://schemas.microsoft.com/office/drawing/2014/main" id="{594B95D0-45B2-4C3A-9CA7-145B242EEB2D}"/>
                    </a:ext>
                  </a:extLst>
                </p:cNvPr>
                <p:cNvPicPr/>
                <p:nvPr/>
              </p:nvPicPr>
              <p:blipFill>
                <a:blip r:embed="rId167"/>
                <a:stretch>
                  <a:fillRect/>
                </a:stretch>
              </p:blipFill>
              <p:spPr>
                <a:xfrm>
                  <a:off x="4921246" y="1557129"/>
                  <a:ext cx="1832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1" name="Entrada de lápiz 110">
                  <a:extLst>
                    <a:ext uri="{FF2B5EF4-FFF2-40B4-BE49-F238E27FC236}">
                      <a16:creationId xmlns:a16="http://schemas.microsoft.com/office/drawing/2014/main" id="{750A6BA9-1EBD-46B9-B5DE-03748849D424}"/>
                    </a:ext>
                  </a:extLst>
                </p14:cNvPr>
                <p14:cNvContentPartPr/>
                <p14:nvPr/>
              </p14:nvContentPartPr>
              <p14:xfrm>
                <a:off x="4933846" y="1555329"/>
                <a:ext cx="151560" cy="164160"/>
              </p14:xfrm>
            </p:contentPart>
          </mc:Choice>
          <mc:Fallback>
            <p:pic>
              <p:nvPicPr>
                <p:cNvPr id="111" name="Entrada de lápiz 110">
                  <a:extLst>
                    <a:ext uri="{FF2B5EF4-FFF2-40B4-BE49-F238E27FC236}">
                      <a16:creationId xmlns:a16="http://schemas.microsoft.com/office/drawing/2014/main" id="{750A6BA9-1EBD-46B9-B5DE-03748849D424}"/>
                    </a:ext>
                  </a:extLst>
                </p:cNvPr>
                <p:cNvPicPr/>
                <p:nvPr/>
              </p:nvPicPr>
              <p:blipFill>
                <a:blip r:embed="rId169"/>
                <a:stretch>
                  <a:fillRect/>
                </a:stretch>
              </p:blipFill>
              <p:spPr>
                <a:xfrm>
                  <a:off x="4925206" y="1546689"/>
                  <a:ext cx="1692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12" name="Entrada de lápiz 111">
                  <a:extLst>
                    <a:ext uri="{FF2B5EF4-FFF2-40B4-BE49-F238E27FC236}">
                      <a16:creationId xmlns:a16="http://schemas.microsoft.com/office/drawing/2014/main" id="{0975D82D-0E09-4B9D-BAD5-D94DC9624F87}"/>
                    </a:ext>
                  </a:extLst>
                </p14:cNvPr>
                <p14:cNvContentPartPr/>
                <p14:nvPr/>
              </p14:nvContentPartPr>
              <p14:xfrm>
                <a:off x="5305366" y="1129809"/>
                <a:ext cx="98640" cy="585000"/>
              </p14:xfrm>
            </p:contentPart>
          </mc:Choice>
          <mc:Fallback>
            <p:pic>
              <p:nvPicPr>
                <p:cNvPr id="112" name="Entrada de lápiz 111">
                  <a:extLst>
                    <a:ext uri="{FF2B5EF4-FFF2-40B4-BE49-F238E27FC236}">
                      <a16:creationId xmlns:a16="http://schemas.microsoft.com/office/drawing/2014/main" id="{0975D82D-0E09-4B9D-BAD5-D94DC9624F87}"/>
                    </a:ext>
                  </a:extLst>
                </p:cNvPr>
                <p:cNvPicPr/>
                <p:nvPr/>
              </p:nvPicPr>
              <p:blipFill>
                <a:blip r:embed="rId171"/>
                <a:stretch>
                  <a:fillRect/>
                </a:stretch>
              </p:blipFill>
              <p:spPr>
                <a:xfrm>
                  <a:off x="5296366" y="1121169"/>
                  <a:ext cx="116280" cy="6026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3" name="Entrada de lápiz 112">
                  <a:extLst>
                    <a:ext uri="{FF2B5EF4-FFF2-40B4-BE49-F238E27FC236}">
                      <a16:creationId xmlns:a16="http://schemas.microsoft.com/office/drawing/2014/main" id="{9BCD96BF-02F2-4961-88A7-041D9EADBE9B}"/>
                    </a:ext>
                  </a:extLst>
                </p14:cNvPr>
                <p14:cNvContentPartPr/>
                <p14:nvPr/>
              </p14:nvContentPartPr>
              <p14:xfrm>
                <a:off x="3286846" y="1905969"/>
                <a:ext cx="2613960" cy="56880"/>
              </p14:xfrm>
            </p:contentPart>
          </mc:Choice>
          <mc:Fallback>
            <p:pic>
              <p:nvPicPr>
                <p:cNvPr id="113" name="Entrada de lápiz 112">
                  <a:extLst>
                    <a:ext uri="{FF2B5EF4-FFF2-40B4-BE49-F238E27FC236}">
                      <a16:creationId xmlns:a16="http://schemas.microsoft.com/office/drawing/2014/main" id="{9BCD96BF-02F2-4961-88A7-041D9EADBE9B}"/>
                    </a:ext>
                  </a:extLst>
                </p:cNvPr>
                <p:cNvPicPr/>
                <p:nvPr/>
              </p:nvPicPr>
              <p:blipFill>
                <a:blip r:embed="rId173"/>
                <a:stretch>
                  <a:fillRect/>
                </a:stretch>
              </p:blipFill>
              <p:spPr>
                <a:xfrm>
                  <a:off x="3277846" y="1897329"/>
                  <a:ext cx="263160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5" name="Entrada de lápiz 114">
                  <a:extLst>
                    <a:ext uri="{FF2B5EF4-FFF2-40B4-BE49-F238E27FC236}">
                      <a16:creationId xmlns:a16="http://schemas.microsoft.com/office/drawing/2014/main" id="{4C706782-51FF-424A-9FC2-5ABFFE1CE316}"/>
                    </a:ext>
                  </a:extLst>
                </p14:cNvPr>
                <p14:cNvContentPartPr/>
                <p14:nvPr/>
              </p14:nvContentPartPr>
              <p14:xfrm>
                <a:off x="4298446" y="2163729"/>
                <a:ext cx="101160" cy="550080"/>
              </p14:xfrm>
            </p:contentPart>
          </mc:Choice>
          <mc:Fallback>
            <p:pic>
              <p:nvPicPr>
                <p:cNvPr id="115" name="Entrada de lápiz 114">
                  <a:extLst>
                    <a:ext uri="{FF2B5EF4-FFF2-40B4-BE49-F238E27FC236}">
                      <a16:creationId xmlns:a16="http://schemas.microsoft.com/office/drawing/2014/main" id="{4C706782-51FF-424A-9FC2-5ABFFE1CE316}"/>
                    </a:ext>
                  </a:extLst>
                </p:cNvPr>
                <p:cNvPicPr/>
                <p:nvPr/>
              </p:nvPicPr>
              <p:blipFill>
                <a:blip r:embed="rId175"/>
                <a:stretch>
                  <a:fillRect/>
                </a:stretch>
              </p:blipFill>
              <p:spPr>
                <a:xfrm>
                  <a:off x="4289446" y="2155089"/>
                  <a:ext cx="118800" cy="5677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6" name="Entrada de lápiz 115">
                  <a:extLst>
                    <a:ext uri="{FF2B5EF4-FFF2-40B4-BE49-F238E27FC236}">
                      <a16:creationId xmlns:a16="http://schemas.microsoft.com/office/drawing/2014/main" id="{29693DE1-D3D2-4C48-9616-4CF593AD0993}"/>
                    </a:ext>
                  </a:extLst>
                </p14:cNvPr>
                <p14:cNvContentPartPr/>
                <p14:nvPr/>
              </p14:nvContentPartPr>
              <p14:xfrm>
                <a:off x="4500046" y="2175249"/>
                <a:ext cx="191160" cy="180720"/>
              </p14:xfrm>
            </p:contentPart>
          </mc:Choice>
          <mc:Fallback>
            <p:pic>
              <p:nvPicPr>
                <p:cNvPr id="116" name="Entrada de lápiz 115">
                  <a:extLst>
                    <a:ext uri="{FF2B5EF4-FFF2-40B4-BE49-F238E27FC236}">
                      <a16:creationId xmlns:a16="http://schemas.microsoft.com/office/drawing/2014/main" id="{29693DE1-D3D2-4C48-9616-4CF593AD0993}"/>
                    </a:ext>
                  </a:extLst>
                </p:cNvPr>
                <p:cNvPicPr/>
                <p:nvPr/>
              </p:nvPicPr>
              <p:blipFill>
                <a:blip r:embed="rId177"/>
                <a:stretch>
                  <a:fillRect/>
                </a:stretch>
              </p:blipFill>
              <p:spPr>
                <a:xfrm>
                  <a:off x="4491046" y="2166609"/>
                  <a:ext cx="20880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8" name="Entrada de lápiz 117">
                  <a:extLst>
                    <a:ext uri="{FF2B5EF4-FFF2-40B4-BE49-F238E27FC236}">
                      <a16:creationId xmlns:a16="http://schemas.microsoft.com/office/drawing/2014/main" id="{4462811B-2166-4F79-9CAD-CE502941CEEF}"/>
                    </a:ext>
                  </a:extLst>
                </p14:cNvPr>
                <p14:cNvContentPartPr/>
                <p14:nvPr/>
              </p14:nvContentPartPr>
              <p14:xfrm>
                <a:off x="4523446" y="2508249"/>
                <a:ext cx="185760" cy="156960"/>
              </p14:xfrm>
            </p:contentPart>
          </mc:Choice>
          <mc:Fallback>
            <p:pic>
              <p:nvPicPr>
                <p:cNvPr id="118" name="Entrada de lápiz 117">
                  <a:extLst>
                    <a:ext uri="{FF2B5EF4-FFF2-40B4-BE49-F238E27FC236}">
                      <a16:creationId xmlns:a16="http://schemas.microsoft.com/office/drawing/2014/main" id="{4462811B-2166-4F79-9CAD-CE502941CEEF}"/>
                    </a:ext>
                  </a:extLst>
                </p:cNvPr>
                <p:cNvPicPr/>
                <p:nvPr/>
              </p:nvPicPr>
              <p:blipFill>
                <a:blip r:embed="rId179"/>
                <a:stretch>
                  <a:fillRect/>
                </a:stretch>
              </p:blipFill>
              <p:spPr>
                <a:xfrm>
                  <a:off x="4514806" y="2499609"/>
                  <a:ext cx="20340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9" name="Entrada de lápiz 118">
                  <a:extLst>
                    <a:ext uri="{FF2B5EF4-FFF2-40B4-BE49-F238E27FC236}">
                      <a16:creationId xmlns:a16="http://schemas.microsoft.com/office/drawing/2014/main" id="{5E148ABC-F04A-4FCA-8FCE-2F5375BFFEDE}"/>
                    </a:ext>
                  </a:extLst>
                </p14:cNvPr>
                <p14:cNvContentPartPr/>
                <p14:nvPr/>
              </p14:nvContentPartPr>
              <p14:xfrm>
                <a:off x="4808926" y="2057889"/>
                <a:ext cx="119160" cy="668160"/>
              </p14:xfrm>
            </p:contentPart>
          </mc:Choice>
          <mc:Fallback>
            <p:pic>
              <p:nvPicPr>
                <p:cNvPr id="119" name="Entrada de lápiz 118">
                  <a:extLst>
                    <a:ext uri="{FF2B5EF4-FFF2-40B4-BE49-F238E27FC236}">
                      <a16:creationId xmlns:a16="http://schemas.microsoft.com/office/drawing/2014/main" id="{5E148ABC-F04A-4FCA-8FCE-2F5375BFFEDE}"/>
                    </a:ext>
                  </a:extLst>
                </p:cNvPr>
                <p:cNvPicPr/>
                <p:nvPr/>
              </p:nvPicPr>
              <p:blipFill>
                <a:blip r:embed="rId181"/>
                <a:stretch>
                  <a:fillRect/>
                </a:stretch>
              </p:blipFill>
              <p:spPr>
                <a:xfrm>
                  <a:off x="4800286" y="2049249"/>
                  <a:ext cx="136800" cy="685800"/>
                </a:xfrm>
                <a:prstGeom prst="rect">
                  <a:avLst/>
                </a:prstGeom>
              </p:spPr>
            </p:pic>
          </mc:Fallback>
        </mc:AlternateContent>
      </p:grpSp>
      <p:grpSp>
        <p:nvGrpSpPr>
          <p:cNvPr id="131" name="Grupo 130">
            <a:extLst>
              <a:ext uri="{FF2B5EF4-FFF2-40B4-BE49-F238E27FC236}">
                <a16:creationId xmlns:a16="http://schemas.microsoft.com/office/drawing/2014/main" id="{362449F3-CCCE-43B5-9226-00ADB66771F3}"/>
              </a:ext>
            </a:extLst>
          </p:cNvPr>
          <p:cNvGrpSpPr/>
          <p:nvPr/>
        </p:nvGrpSpPr>
        <p:grpSpPr>
          <a:xfrm>
            <a:off x="609886" y="2787249"/>
            <a:ext cx="1328400" cy="604080"/>
            <a:chOff x="609886" y="2787249"/>
            <a:chExt cx="1328400" cy="604080"/>
          </a:xfrm>
        </p:grpSpPr>
        <mc:AlternateContent xmlns:mc="http://schemas.openxmlformats.org/markup-compatibility/2006">
          <mc:Choice xmlns:p14="http://schemas.microsoft.com/office/powerpoint/2010/main" Requires="p14">
            <p:contentPart p14:bwMode="auto" r:id="rId182">
              <p14:nvContentPartPr>
                <p14:cNvPr id="121" name="Entrada de lápiz 120">
                  <a:extLst>
                    <a:ext uri="{FF2B5EF4-FFF2-40B4-BE49-F238E27FC236}">
                      <a16:creationId xmlns:a16="http://schemas.microsoft.com/office/drawing/2014/main" id="{FA8940E9-B936-4FC3-97C1-77B09B805675}"/>
                    </a:ext>
                  </a:extLst>
                </p14:cNvPr>
                <p14:cNvContentPartPr/>
                <p14:nvPr/>
              </p14:nvContentPartPr>
              <p14:xfrm>
                <a:off x="627526" y="2872569"/>
                <a:ext cx="23760" cy="518760"/>
              </p14:xfrm>
            </p:contentPart>
          </mc:Choice>
          <mc:Fallback>
            <p:pic>
              <p:nvPicPr>
                <p:cNvPr id="121" name="Entrada de lápiz 120">
                  <a:extLst>
                    <a:ext uri="{FF2B5EF4-FFF2-40B4-BE49-F238E27FC236}">
                      <a16:creationId xmlns:a16="http://schemas.microsoft.com/office/drawing/2014/main" id="{FA8940E9-B936-4FC3-97C1-77B09B805675}"/>
                    </a:ext>
                  </a:extLst>
                </p:cNvPr>
                <p:cNvPicPr/>
                <p:nvPr/>
              </p:nvPicPr>
              <p:blipFill>
                <a:blip r:embed="rId183"/>
                <a:stretch>
                  <a:fillRect/>
                </a:stretch>
              </p:blipFill>
              <p:spPr>
                <a:xfrm>
                  <a:off x="618886" y="2863569"/>
                  <a:ext cx="41400" cy="5364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22" name="Entrada de lápiz 121">
                  <a:extLst>
                    <a:ext uri="{FF2B5EF4-FFF2-40B4-BE49-F238E27FC236}">
                      <a16:creationId xmlns:a16="http://schemas.microsoft.com/office/drawing/2014/main" id="{059160AD-ECD6-4FE4-B8BB-1DAC053BDBFC}"/>
                    </a:ext>
                  </a:extLst>
                </p14:cNvPr>
                <p14:cNvContentPartPr/>
                <p14:nvPr/>
              </p14:nvContentPartPr>
              <p14:xfrm>
                <a:off x="609886" y="2837289"/>
                <a:ext cx="221760" cy="251280"/>
              </p14:xfrm>
            </p:contentPart>
          </mc:Choice>
          <mc:Fallback>
            <p:pic>
              <p:nvPicPr>
                <p:cNvPr id="122" name="Entrada de lápiz 121">
                  <a:extLst>
                    <a:ext uri="{FF2B5EF4-FFF2-40B4-BE49-F238E27FC236}">
                      <a16:creationId xmlns:a16="http://schemas.microsoft.com/office/drawing/2014/main" id="{059160AD-ECD6-4FE4-B8BB-1DAC053BDBFC}"/>
                    </a:ext>
                  </a:extLst>
                </p:cNvPr>
                <p:cNvPicPr/>
                <p:nvPr/>
              </p:nvPicPr>
              <p:blipFill>
                <a:blip r:embed="rId185"/>
                <a:stretch>
                  <a:fillRect/>
                </a:stretch>
              </p:blipFill>
              <p:spPr>
                <a:xfrm>
                  <a:off x="601246" y="2828649"/>
                  <a:ext cx="23940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3" name="Entrada de lápiz 122">
                  <a:extLst>
                    <a:ext uri="{FF2B5EF4-FFF2-40B4-BE49-F238E27FC236}">
                      <a16:creationId xmlns:a16="http://schemas.microsoft.com/office/drawing/2014/main" id="{027F356A-4172-40D5-8A0E-5EA3876B1683}"/>
                    </a:ext>
                  </a:extLst>
                </p14:cNvPr>
                <p14:cNvContentPartPr/>
                <p14:nvPr/>
              </p14:nvContentPartPr>
              <p14:xfrm>
                <a:off x="926686" y="2802369"/>
                <a:ext cx="203040" cy="326880"/>
              </p14:xfrm>
            </p:contentPart>
          </mc:Choice>
          <mc:Fallback>
            <p:pic>
              <p:nvPicPr>
                <p:cNvPr id="123" name="Entrada de lápiz 122">
                  <a:extLst>
                    <a:ext uri="{FF2B5EF4-FFF2-40B4-BE49-F238E27FC236}">
                      <a16:creationId xmlns:a16="http://schemas.microsoft.com/office/drawing/2014/main" id="{027F356A-4172-40D5-8A0E-5EA3876B1683}"/>
                    </a:ext>
                  </a:extLst>
                </p:cNvPr>
                <p:cNvPicPr/>
                <p:nvPr/>
              </p:nvPicPr>
              <p:blipFill>
                <a:blip r:embed="rId187"/>
                <a:stretch>
                  <a:fillRect/>
                </a:stretch>
              </p:blipFill>
              <p:spPr>
                <a:xfrm>
                  <a:off x="918046" y="2793729"/>
                  <a:ext cx="22068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4" name="Entrada de lápiz 123">
                  <a:extLst>
                    <a:ext uri="{FF2B5EF4-FFF2-40B4-BE49-F238E27FC236}">
                      <a16:creationId xmlns:a16="http://schemas.microsoft.com/office/drawing/2014/main" id="{7626128B-CE9C-4028-A918-42EBF0921BCA}"/>
                    </a:ext>
                  </a:extLst>
                </p14:cNvPr>
                <p14:cNvContentPartPr/>
                <p14:nvPr/>
              </p14:nvContentPartPr>
              <p14:xfrm>
                <a:off x="1144126" y="2863209"/>
                <a:ext cx="184680" cy="225360"/>
              </p14:xfrm>
            </p:contentPart>
          </mc:Choice>
          <mc:Fallback>
            <p:pic>
              <p:nvPicPr>
                <p:cNvPr id="124" name="Entrada de lápiz 123">
                  <a:extLst>
                    <a:ext uri="{FF2B5EF4-FFF2-40B4-BE49-F238E27FC236}">
                      <a16:creationId xmlns:a16="http://schemas.microsoft.com/office/drawing/2014/main" id="{7626128B-CE9C-4028-A918-42EBF0921BCA}"/>
                    </a:ext>
                  </a:extLst>
                </p:cNvPr>
                <p:cNvPicPr/>
                <p:nvPr/>
              </p:nvPicPr>
              <p:blipFill>
                <a:blip r:embed="rId189"/>
                <a:stretch>
                  <a:fillRect/>
                </a:stretch>
              </p:blipFill>
              <p:spPr>
                <a:xfrm>
                  <a:off x="1135126" y="2854209"/>
                  <a:ext cx="20232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5" name="Entrada de lápiz 124">
                  <a:extLst>
                    <a:ext uri="{FF2B5EF4-FFF2-40B4-BE49-F238E27FC236}">
                      <a16:creationId xmlns:a16="http://schemas.microsoft.com/office/drawing/2014/main" id="{B649B5F2-7E37-4D7F-8125-4DFDB776BC5F}"/>
                    </a:ext>
                  </a:extLst>
                </p14:cNvPr>
                <p14:cNvContentPartPr/>
                <p14:nvPr/>
              </p14:nvContentPartPr>
              <p14:xfrm>
                <a:off x="1198846" y="2826129"/>
                <a:ext cx="120240" cy="252360"/>
              </p14:xfrm>
            </p:contentPart>
          </mc:Choice>
          <mc:Fallback>
            <p:pic>
              <p:nvPicPr>
                <p:cNvPr id="125" name="Entrada de lápiz 124">
                  <a:extLst>
                    <a:ext uri="{FF2B5EF4-FFF2-40B4-BE49-F238E27FC236}">
                      <a16:creationId xmlns:a16="http://schemas.microsoft.com/office/drawing/2014/main" id="{B649B5F2-7E37-4D7F-8125-4DFDB776BC5F}"/>
                    </a:ext>
                  </a:extLst>
                </p:cNvPr>
                <p:cNvPicPr/>
                <p:nvPr/>
              </p:nvPicPr>
              <p:blipFill>
                <a:blip r:embed="rId191"/>
                <a:stretch>
                  <a:fillRect/>
                </a:stretch>
              </p:blipFill>
              <p:spPr>
                <a:xfrm>
                  <a:off x="1190206" y="2817489"/>
                  <a:ext cx="13788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6" name="Entrada de lápiz 125">
                  <a:extLst>
                    <a:ext uri="{FF2B5EF4-FFF2-40B4-BE49-F238E27FC236}">
                      <a16:creationId xmlns:a16="http://schemas.microsoft.com/office/drawing/2014/main" id="{C8562B01-3E36-4D7F-9C2D-4879CEABFD51}"/>
                    </a:ext>
                  </a:extLst>
                </p14:cNvPr>
                <p14:cNvContentPartPr/>
                <p14:nvPr/>
              </p14:nvContentPartPr>
              <p14:xfrm>
                <a:off x="1375246" y="2880129"/>
                <a:ext cx="158760" cy="151920"/>
              </p14:xfrm>
            </p:contentPart>
          </mc:Choice>
          <mc:Fallback>
            <p:pic>
              <p:nvPicPr>
                <p:cNvPr id="126" name="Entrada de lápiz 125">
                  <a:extLst>
                    <a:ext uri="{FF2B5EF4-FFF2-40B4-BE49-F238E27FC236}">
                      <a16:creationId xmlns:a16="http://schemas.microsoft.com/office/drawing/2014/main" id="{C8562B01-3E36-4D7F-9C2D-4879CEABFD51}"/>
                    </a:ext>
                  </a:extLst>
                </p:cNvPr>
                <p:cNvPicPr/>
                <p:nvPr/>
              </p:nvPicPr>
              <p:blipFill>
                <a:blip r:embed="rId193"/>
                <a:stretch>
                  <a:fillRect/>
                </a:stretch>
              </p:blipFill>
              <p:spPr>
                <a:xfrm>
                  <a:off x="1366246" y="2871489"/>
                  <a:ext cx="17640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7" name="Entrada de lápiz 126">
                  <a:extLst>
                    <a:ext uri="{FF2B5EF4-FFF2-40B4-BE49-F238E27FC236}">
                      <a16:creationId xmlns:a16="http://schemas.microsoft.com/office/drawing/2014/main" id="{2370B0ED-4042-43C1-9D60-01E895856D4E}"/>
                    </a:ext>
                  </a:extLst>
                </p14:cNvPr>
                <p14:cNvContentPartPr/>
                <p14:nvPr/>
              </p14:nvContentPartPr>
              <p14:xfrm>
                <a:off x="1411606" y="3084969"/>
                <a:ext cx="155160" cy="8640"/>
              </p14:xfrm>
            </p:contentPart>
          </mc:Choice>
          <mc:Fallback>
            <p:pic>
              <p:nvPicPr>
                <p:cNvPr id="127" name="Entrada de lápiz 126">
                  <a:extLst>
                    <a:ext uri="{FF2B5EF4-FFF2-40B4-BE49-F238E27FC236}">
                      <a16:creationId xmlns:a16="http://schemas.microsoft.com/office/drawing/2014/main" id="{2370B0ED-4042-43C1-9D60-01E895856D4E}"/>
                    </a:ext>
                  </a:extLst>
                </p:cNvPr>
                <p:cNvPicPr/>
                <p:nvPr/>
              </p:nvPicPr>
              <p:blipFill>
                <a:blip r:embed="rId195"/>
                <a:stretch>
                  <a:fillRect/>
                </a:stretch>
              </p:blipFill>
              <p:spPr>
                <a:xfrm>
                  <a:off x="1402966" y="3075969"/>
                  <a:ext cx="17280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8" name="Entrada de lápiz 127">
                  <a:extLst>
                    <a:ext uri="{FF2B5EF4-FFF2-40B4-BE49-F238E27FC236}">
                      <a16:creationId xmlns:a16="http://schemas.microsoft.com/office/drawing/2014/main" id="{673DD12D-338B-4F4E-B9FB-674171261A8C}"/>
                    </a:ext>
                  </a:extLst>
                </p14:cNvPr>
                <p14:cNvContentPartPr/>
                <p14:nvPr/>
              </p14:nvContentPartPr>
              <p14:xfrm>
                <a:off x="1719406" y="2864649"/>
                <a:ext cx="30240" cy="208080"/>
              </p14:xfrm>
            </p:contentPart>
          </mc:Choice>
          <mc:Fallback>
            <p:pic>
              <p:nvPicPr>
                <p:cNvPr id="128" name="Entrada de lápiz 127">
                  <a:extLst>
                    <a:ext uri="{FF2B5EF4-FFF2-40B4-BE49-F238E27FC236}">
                      <a16:creationId xmlns:a16="http://schemas.microsoft.com/office/drawing/2014/main" id="{673DD12D-338B-4F4E-B9FB-674171261A8C}"/>
                    </a:ext>
                  </a:extLst>
                </p:cNvPr>
                <p:cNvPicPr/>
                <p:nvPr/>
              </p:nvPicPr>
              <p:blipFill>
                <a:blip r:embed="rId197"/>
                <a:stretch>
                  <a:fillRect/>
                </a:stretch>
              </p:blipFill>
              <p:spPr>
                <a:xfrm>
                  <a:off x="1710406" y="2856009"/>
                  <a:ext cx="478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9" name="Entrada de lápiz 128">
                  <a:extLst>
                    <a:ext uri="{FF2B5EF4-FFF2-40B4-BE49-F238E27FC236}">
                      <a16:creationId xmlns:a16="http://schemas.microsoft.com/office/drawing/2014/main" id="{EFF9E33A-89D6-446F-A0DA-A01D3BD69F17}"/>
                    </a:ext>
                  </a:extLst>
                </p14:cNvPr>
                <p14:cNvContentPartPr/>
                <p14:nvPr/>
              </p14:nvContentPartPr>
              <p14:xfrm>
                <a:off x="1683046" y="3063009"/>
                <a:ext cx="150480" cy="15840"/>
              </p14:xfrm>
            </p:contentPart>
          </mc:Choice>
          <mc:Fallback>
            <p:pic>
              <p:nvPicPr>
                <p:cNvPr id="129" name="Entrada de lápiz 128">
                  <a:extLst>
                    <a:ext uri="{FF2B5EF4-FFF2-40B4-BE49-F238E27FC236}">
                      <a16:creationId xmlns:a16="http://schemas.microsoft.com/office/drawing/2014/main" id="{EFF9E33A-89D6-446F-A0DA-A01D3BD69F17}"/>
                    </a:ext>
                  </a:extLst>
                </p:cNvPr>
                <p:cNvPicPr/>
                <p:nvPr/>
              </p:nvPicPr>
              <p:blipFill>
                <a:blip r:embed="rId199"/>
                <a:stretch>
                  <a:fillRect/>
                </a:stretch>
              </p:blipFill>
              <p:spPr>
                <a:xfrm>
                  <a:off x="1674046" y="3054369"/>
                  <a:ext cx="1681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30" name="Entrada de lápiz 129">
                  <a:extLst>
                    <a:ext uri="{FF2B5EF4-FFF2-40B4-BE49-F238E27FC236}">
                      <a16:creationId xmlns:a16="http://schemas.microsoft.com/office/drawing/2014/main" id="{21BFEB9A-A1DD-4D8E-B0A7-522CF7C7DA1F}"/>
                    </a:ext>
                  </a:extLst>
                </p14:cNvPr>
                <p14:cNvContentPartPr/>
                <p14:nvPr/>
              </p14:nvContentPartPr>
              <p14:xfrm>
                <a:off x="1876366" y="2787249"/>
                <a:ext cx="61920" cy="339480"/>
              </p14:xfrm>
            </p:contentPart>
          </mc:Choice>
          <mc:Fallback>
            <p:pic>
              <p:nvPicPr>
                <p:cNvPr id="130" name="Entrada de lápiz 129">
                  <a:extLst>
                    <a:ext uri="{FF2B5EF4-FFF2-40B4-BE49-F238E27FC236}">
                      <a16:creationId xmlns:a16="http://schemas.microsoft.com/office/drawing/2014/main" id="{21BFEB9A-A1DD-4D8E-B0A7-522CF7C7DA1F}"/>
                    </a:ext>
                  </a:extLst>
                </p:cNvPr>
                <p:cNvPicPr/>
                <p:nvPr/>
              </p:nvPicPr>
              <p:blipFill>
                <a:blip r:embed="rId201"/>
                <a:stretch>
                  <a:fillRect/>
                </a:stretch>
              </p:blipFill>
              <p:spPr>
                <a:xfrm>
                  <a:off x="1867366" y="2778609"/>
                  <a:ext cx="79560" cy="357120"/>
                </a:xfrm>
                <a:prstGeom prst="rect">
                  <a:avLst/>
                </a:prstGeom>
              </p:spPr>
            </p:pic>
          </mc:Fallback>
        </mc:AlternateContent>
      </p:grpSp>
      <p:grpSp>
        <p:nvGrpSpPr>
          <p:cNvPr id="209" name="Grupo 208">
            <a:extLst>
              <a:ext uri="{FF2B5EF4-FFF2-40B4-BE49-F238E27FC236}">
                <a16:creationId xmlns:a16="http://schemas.microsoft.com/office/drawing/2014/main" id="{DF58B384-D7B1-4AB5-B8D9-FD384B7D804E}"/>
              </a:ext>
            </a:extLst>
          </p:cNvPr>
          <p:cNvGrpSpPr/>
          <p:nvPr/>
        </p:nvGrpSpPr>
        <p:grpSpPr>
          <a:xfrm>
            <a:off x="6078286" y="3553329"/>
            <a:ext cx="1442880" cy="495720"/>
            <a:chOff x="6078286" y="3553329"/>
            <a:chExt cx="1442880" cy="495720"/>
          </a:xfrm>
        </p:grpSpPr>
        <mc:AlternateContent xmlns:mc="http://schemas.openxmlformats.org/markup-compatibility/2006">
          <mc:Choice xmlns:p14="http://schemas.microsoft.com/office/powerpoint/2010/main" Requires="p14">
            <p:contentPart p14:bwMode="auto" r:id="rId202">
              <p14:nvContentPartPr>
                <p14:cNvPr id="199" name="Entrada de lápiz 198">
                  <a:extLst>
                    <a:ext uri="{FF2B5EF4-FFF2-40B4-BE49-F238E27FC236}">
                      <a16:creationId xmlns:a16="http://schemas.microsoft.com/office/drawing/2014/main" id="{2A5B05E6-272E-4824-88A5-AC09F494AC6A}"/>
                    </a:ext>
                  </a:extLst>
                </p14:cNvPr>
                <p14:cNvContentPartPr/>
                <p14:nvPr/>
              </p14:nvContentPartPr>
              <p14:xfrm>
                <a:off x="6078286" y="3677169"/>
                <a:ext cx="199440" cy="207360"/>
              </p14:xfrm>
            </p:contentPart>
          </mc:Choice>
          <mc:Fallback>
            <p:pic>
              <p:nvPicPr>
                <p:cNvPr id="199" name="Entrada de lápiz 198">
                  <a:extLst>
                    <a:ext uri="{FF2B5EF4-FFF2-40B4-BE49-F238E27FC236}">
                      <a16:creationId xmlns:a16="http://schemas.microsoft.com/office/drawing/2014/main" id="{2A5B05E6-272E-4824-88A5-AC09F494AC6A}"/>
                    </a:ext>
                  </a:extLst>
                </p:cNvPr>
                <p:cNvPicPr/>
                <p:nvPr/>
              </p:nvPicPr>
              <p:blipFill>
                <a:blip r:embed="rId203"/>
                <a:stretch>
                  <a:fillRect/>
                </a:stretch>
              </p:blipFill>
              <p:spPr>
                <a:xfrm>
                  <a:off x="6069286" y="3668169"/>
                  <a:ext cx="2170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200" name="Entrada de lápiz 199">
                  <a:extLst>
                    <a:ext uri="{FF2B5EF4-FFF2-40B4-BE49-F238E27FC236}">
                      <a16:creationId xmlns:a16="http://schemas.microsoft.com/office/drawing/2014/main" id="{701867EF-0A8D-4229-8FDD-E9BBB1F5E125}"/>
                    </a:ext>
                  </a:extLst>
                </p14:cNvPr>
                <p14:cNvContentPartPr/>
                <p14:nvPr/>
              </p14:nvContentPartPr>
              <p14:xfrm>
                <a:off x="6306166" y="3865809"/>
                <a:ext cx="65520" cy="183240"/>
              </p14:xfrm>
            </p:contentPart>
          </mc:Choice>
          <mc:Fallback>
            <p:pic>
              <p:nvPicPr>
                <p:cNvPr id="200" name="Entrada de lápiz 199">
                  <a:extLst>
                    <a:ext uri="{FF2B5EF4-FFF2-40B4-BE49-F238E27FC236}">
                      <a16:creationId xmlns:a16="http://schemas.microsoft.com/office/drawing/2014/main" id="{701867EF-0A8D-4229-8FDD-E9BBB1F5E125}"/>
                    </a:ext>
                  </a:extLst>
                </p:cNvPr>
                <p:cNvPicPr/>
                <p:nvPr/>
              </p:nvPicPr>
              <p:blipFill>
                <a:blip r:embed="rId205"/>
                <a:stretch>
                  <a:fillRect/>
                </a:stretch>
              </p:blipFill>
              <p:spPr>
                <a:xfrm>
                  <a:off x="6297166" y="3856809"/>
                  <a:ext cx="8316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201" name="Entrada de lápiz 200">
                  <a:extLst>
                    <a:ext uri="{FF2B5EF4-FFF2-40B4-BE49-F238E27FC236}">
                      <a16:creationId xmlns:a16="http://schemas.microsoft.com/office/drawing/2014/main" id="{96A90AF5-C376-4F25-B487-DC58252A0517}"/>
                    </a:ext>
                  </a:extLst>
                </p14:cNvPr>
                <p14:cNvContentPartPr/>
                <p14:nvPr/>
              </p14:nvContentPartPr>
              <p14:xfrm>
                <a:off x="6470326" y="3631809"/>
                <a:ext cx="155160" cy="249120"/>
              </p14:xfrm>
            </p:contentPart>
          </mc:Choice>
          <mc:Fallback>
            <p:pic>
              <p:nvPicPr>
                <p:cNvPr id="201" name="Entrada de lápiz 200">
                  <a:extLst>
                    <a:ext uri="{FF2B5EF4-FFF2-40B4-BE49-F238E27FC236}">
                      <a16:creationId xmlns:a16="http://schemas.microsoft.com/office/drawing/2014/main" id="{96A90AF5-C376-4F25-B487-DC58252A0517}"/>
                    </a:ext>
                  </a:extLst>
                </p:cNvPr>
                <p:cNvPicPr/>
                <p:nvPr/>
              </p:nvPicPr>
              <p:blipFill>
                <a:blip r:embed="rId207"/>
                <a:stretch>
                  <a:fillRect/>
                </a:stretch>
              </p:blipFill>
              <p:spPr>
                <a:xfrm>
                  <a:off x="6461326" y="3623169"/>
                  <a:ext cx="17280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202" name="Entrada de lápiz 201">
                  <a:extLst>
                    <a:ext uri="{FF2B5EF4-FFF2-40B4-BE49-F238E27FC236}">
                      <a16:creationId xmlns:a16="http://schemas.microsoft.com/office/drawing/2014/main" id="{7C271819-1C9E-445B-ACB8-32A54716AA9F}"/>
                    </a:ext>
                  </a:extLst>
                </p14:cNvPr>
                <p14:cNvContentPartPr/>
                <p14:nvPr/>
              </p14:nvContentPartPr>
              <p14:xfrm>
                <a:off x="6680926" y="3649449"/>
                <a:ext cx="147960" cy="137520"/>
              </p14:xfrm>
            </p:contentPart>
          </mc:Choice>
          <mc:Fallback>
            <p:pic>
              <p:nvPicPr>
                <p:cNvPr id="202" name="Entrada de lápiz 201">
                  <a:extLst>
                    <a:ext uri="{FF2B5EF4-FFF2-40B4-BE49-F238E27FC236}">
                      <a16:creationId xmlns:a16="http://schemas.microsoft.com/office/drawing/2014/main" id="{7C271819-1C9E-445B-ACB8-32A54716AA9F}"/>
                    </a:ext>
                  </a:extLst>
                </p:cNvPr>
                <p:cNvPicPr/>
                <p:nvPr/>
              </p:nvPicPr>
              <p:blipFill>
                <a:blip r:embed="rId209"/>
                <a:stretch>
                  <a:fillRect/>
                </a:stretch>
              </p:blipFill>
              <p:spPr>
                <a:xfrm>
                  <a:off x="6672286" y="3640809"/>
                  <a:ext cx="16560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203" name="Entrada de lápiz 202">
                  <a:extLst>
                    <a:ext uri="{FF2B5EF4-FFF2-40B4-BE49-F238E27FC236}">
                      <a16:creationId xmlns:a16="http://schemas.microsoft.com/office/drawing/2014/main" id="{45E3432E-1AE4-4AC2-8F7E-3296FD2C984D}"/>
                    </a:ext>
                  </a:extLst>
                </p14:cNvPr>
                <p14:cNvContentPartPr/>
                <p14:nvPr/>
              </p14:nvContentPartPr>
              <p14:xfrm>
                <a:off x="6799006" y="3619209"/>
                <a:ext cx="22320" cy="299880"/>
              </p14:xfrm>
            </p:contentPart>
          </mc:Choice>
          <mc:Fallback>
            <p:pic>
              <p:nvPicPr>
                <p:cNvPr id="203" name="Entrada de lápiz 202">
                  <a:extLst>
                    <a:ext uri="{FF2B5EF4-FFF2-40B4-BE49-F238E27FC236}">
                      <a16:creationId xmlns:a16="http://schemas.microsoft.com/office/drawing/2014/main" id="{45E3432E-1AE4-4AC2-8F7E-3296FD2C984D}"/>
                    </a:ext>
                  </a:extLst>
                </p:cNvPr>
                <p:cNvPicPr/>
                <p:nvPr/>
              </p:nvPicPr>
              <p:blipFill>
                <a:blip r:embed="rId211"/>
                <a:stretch>
                  <a:fillRect/>
                </a:stretch>
              </p:blipFill>
              <p:spPr>
                <a:xfrm>
                  <a:off x="6790366" y="3610569"/>
                  <a:ext cx="3996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205" name="Entrada de lápiz 204">
                  <a:extLst>
                    <a:ext uri="{FF2B5EF4-FFF2-40B4-BE49-F238E27FC236}">
                      <a16:creationId xmlns:a16="http://schemas.microsoft.com/office/drawing/2014/main" id="{C21B18D3-9159-4F36-9BC8-C008913EE807}"/>
                    </a:ext>
                  </a:extLst>
                </p14:cNvPr>
                <p14:cNvContentPartPr/>
                <p14:nvPr/>
              </p14:nvContentPartPr>
              <p14:xfrm>
                <a:off x="6910606" y="3619929"/>
                <a:ext cx="128160" cy="205560"/>
              </p14:xfrm>
            </p:contentPart>
          </mc:Choice>
          <mc:Fallback>
            <p:pic>
              <p:nvPicPr>
                <p:cNvPr id="205" name="Entrada de lápiz 204">
                  <a:extLst>
                    <a:ext uri="{FF2B5EF4-FFF2-40B4-BE49-F238E27FC236}">
                      <a16:creationId xmlns:a16="http://schemas.microsoft.com/office/drawing/2014/main" id="{C21B18D3-9159-4F36-9BC8-C008913EE807}"/>
                    </a:ext>
                  </a:extLst>
                </p:cNvPr>
                <p:cNvPicPr/>
                <p:nvPr/>
              </p:nvPicPr>
              <p:blipFill>
                <a:blip r:embed="rId213"/>
                <a:stretch>
                  <a:fillRect/>
                </a:stretch>
              </p:blipFill>
              <p:spPr>
                <a:xfrm>
                  <a:off x="6901966" y="3611289"/>
                  <a:ext cx="14580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206" name="Entrada de lápiz 205">
                  <a:extLst>
                    <a:ext uri="{FF2B5EF4-FFF2-40B4-BE49-F238E27FC236}">
                      <a16:creationId xmlns:a16="http://schemas.microsoft.com/office/drawing/2014/main" id="{26C2C7FD-4AA5-4379-877B-0B2805BD9260}"/>
                    </a:ext>
                  </a:extLst>
                </p14:cNvPr>
                <p14:cNvContentPartPr/>
                <p14:nvPr/>
              </p14:nvContentPartPr>
              <p14:xfrm>
                <a:off x="7122646" y="3590049"/>
                <a:ext cx="138240" cy="246240"/>
              </p14:xfrm>
            </p:contentPart>
          </mc:Choice>
          <mc:Fallback>
            <p:pic>
              <p:nvPicPr>
                <p:cNvPr id="206" name="Entrada de lápiz 205">
                  <a:extLst>
                    <a:ext uri="{FF2B5EF4-FFF2-40B4-BE49-F238E27FC236}">
                      <a16:creationId xmlns:a16="http://schemas.microsoft.com/office/drawing/2014/main" id="{26C2C7FD-4AA5-4379-877B-0B2805BD9260}"/>
                    </a:ext>
                  </a:extLst>
                </p:cNvPr>
                <p:cNvPicPr/>
                <p:nvPr/>
              </p:nvPicPr>
              <p:blipFill>
                <a:blip r:embed="rId215"/>
                <a:stretch>
                  <a:fillRect/>
                </a:stretch>
              </p:blipFill>
              <p:spPr>
                <a:xfrm>
                  <a:off x="7113646" y="3581049"/>
                  <a:ext cx="15588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207" name="Entrada de lápiz 206">
                  <a:extLst>
                    <a:ext uri="{FF2B5EF4-FFF2-40B4-BE49-F238E27FC236}">
                      <a16:creationId xmlns:a16="http://schemas.microsoft.com/office/drawing/2014/main" id="{D6E9A843-8CC6-42D0-A1A1-B3DDA32EA859}"/>
                    </a:ext>
                  </a:extLst>
                </p14:cNvPr>
                <p14:cNvContentPartPr/>
                <p14:nvPr/>
              </p14:nvContentPartPr>
              <p14:xfrm>
                <a:off x="7376806" y="3553329"/>
                <a:ext cx="129240" cy="163080"/>
              </p14:xfrm>
            </p:contentPart>
          </mc:Choice>
          <mc:Fallback>
            <p:pic>
              <p:nvPicPr>
                <p:cNvPr id="207" name="Entrada de lápiz 206">
                  <a:extLst>
                    <a:ext uri="{FF2B5EF4-FFF2-40B4-BE49-F238E27FC236}">
                      <a16:creationId xmlns:a16="http://schemas.microsoft.com/office/drawing/2014/main" id="{D6E9A843-8CC6-42D0-A1A1-B3DDA32EA859}"/>
                    </a:ext>
                  </a:extLst>
                </p:cNvPr>
                <p:cNvPicPr/>
                <p:nvPr/>
              </p:nvPicPr>
              <p:blipFill>
                <a:blip r:embed="rId217"/>
                <a:stretch>
                  <a:fillRect/>
                </a:stretch>
              </p:blipFill>
              <p:spPr>
                <a:xfrm>
                  <a:off x="7368166" y="3544689"/>
                  <a:ext cx="14688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208" name="Entrada de lápiz 207">
                  <a:extLst>
                    <a:ext uri="{FF2B5EF4-FFF2-40B4-BE49-F238E27FC236}">
                      <a16:creationId xmlns:a16="http://schemas.microsoft.com/office/drawing/2014/main" id="{59F3C953-359A-49DA-8609-6E40ED879D9C}"/>
                    </a:ext>
                  </a:extLst>
                </p14:cNvPr>
                <p14:cNvContentPartPr/>
                <p14:nvPr/>
              </p14:nvContentPartPr>
              <p14:xfrm>
                <a:off x="7359526" y="3614529"/>
                <a:ext cx="161640" cy="228240"/>
              </p14:xfrm>
            </p:contentPart>
          </mc:Choice>
          <mc:Fallback>
            <p:pic>
              <p:nvPicPr>
                <p:cNvPr id="208" name="Entrada de lápiz 207">
                  <a:extLst>
                    <a:ext uri="{FF2B5EF4-FFF2-40B4-BE49-F238E27FC236}">
                      <a16:creationId xmlns:a16="http://schemas.microsoft.com/office/drawing/2014/main" id="{59F3C953-359A-49DA-8609-6E40ED879D9C}"/>
                    </a:ext>
                  </a:extLst>
                </p:cNvPr>
                <p:cNvPicPr/>
                <p:nvPr/>
              </p:nvPicPr>
              <p:blipFill>
                <a:blip r:embed="rId219"/>
                <a:stretch>
                  <a:fillRect/>
                </a:stretch>
              </p:blipFill>
              <p:spPr>
                <a:xfrm>
                  <a:off x="7350526" y="3605889"/>
                  <a:ext cx="179280" cy="245880"/>
                </a:xfrm>
                <a:prstGeom prst="rect">
                  <a:avLst/>
                </a:prstGeom>
              </p:spPr>
            </p:pic>
          </mc:Fallback>
        </mc:AlternateContent>
      </p:grpSp>
      <p:grpSp>
        <p:nvGrpSpPr>
          <p:cNvPr id="211" name="Grupo 210">
            <a:extLst>
              <a:ext uri="{FF2B5EF4-FFF2-40B4-BE49-F238E27FC236}">
                <a16:creationId xmlns:a16="http://schemas.microsoft.com/office/drawing/2014/main" id="{4B9467E4-4EE5-4346-A93A-5B319B77F6A1}"/>
              </a:ext>
            </a:extLst>
          </p:cNvPr>
          <p:cNvGrpSpPr/>
          <p:nvPr/>
        </p:nvGrpSpPr>
        <p:grpSpPr>
          <a:xfrm>
            <a:off x="2081566" y="2850249"/>
            <a:ext cx="3727440" cy="2058120"/>
            <a:chOff x="2081566" y="2850249"/>
            <a:chExt cx="3727440" cy="2058120"/>
          </a:xfrm>
        </p:grpSpPr>
        <mc:AlternateContent xmlns:mc="http://schemas.openxmlformats.org/markup-compatibility/2006">
          <mc:Choice xmlns:p14="http://schemas.microsoft.com/office/powerpoint/2010/main" Requires="p14">
            <p:contentPart p14:bwMode="auto" r:id="rId220">
              <p14:nvContentPartPr>
                <p14:cNvPr id="132" name="Entrada de lápiz 131">
                  <a:extLst>
                    <a:ext uri="{FF2B5EF4-FFF2-40B4-BE49-F238E27FC236}">
                      <a16:creationId xmlns:a16="http://schemas.microsoft.com/office/drawing/2014/main" id="{AF3C3821-2E4C-4DEC-8EFD-FE7CE23F56F0}"/>
                    </a:ext>
                  </a:extLst>
                </p14:cNvPr>
                <p14:cNvContentPartPr/>
                <p14:nvPr/>
              </p14:nvContentPartPr>
              <p14:xfrm>
                <a:off x="2138446" y="2908569"/>
                <a:ext cx="111960" cy="33480"/>
              </p14:xfrm>
            </p:contentPart>
          </mc:Choice>
          <mc:Fallback>
            <p:pic>
              <p:nvPicPr>
                <p:cNvPr id="132" name="Entrada de lápiz 131">
                  <a:extLst>
                    <a:ext uri="{FF2B5EF4-FFF2-40B4-BE49-F238E27FC236}">
                      <a16:creationId xmlns:a16="http://schemas.microsoft.com/office/drawing/2014/main" id="{AF3C3821-2E4C-4DEC-8EFD-FE7CE23F56F0}"/>
                    </a:ext>
                  </a:extLst>
                </p:cNvPr>
                <p:cNvPicPr/>
                <p:nvPr/>
              </p:nvPicPr>
              <p:blipFill>
                <a:blip r:embed="rId221"/>
                <a:stretch>
                  <a:fillRect/>
                </a:stretch>
              </p:blipFill>
              <p:spPr>
                <a:xfrm>
                  <a:off x="2129806" y="2899929"/>
                  <a:ext cx="12960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3" name="Entrada de lápiz 132">
                  <a:extLst>
                    <a:ext uri="{FF2B5EF4-FFF2-40B4-BE49-F238E27FC236}">
                      <a16:creationId xmlns:a16="http://schemas.microsoft.com/office/drawing/2014/main" id="{1E865DBC-557B-405F-BF9A-11AEEACCDEB8}"/>
                    </a:ext>
                  </a:extLst>
                </p14:cNvPr>
                <p14:cNvContentPartPr/>
                <p14:nvPr/>
              </p14:nvContentPartPr>
              <p14:xfrm>
                <a:off x="2106766" y="3019449"/>
                <a:ext cx="168840" cy="25920"/>
              </p14:xfrm>
            </p:contentPart>
          </mc:Choice>
          <mc:Fallback>
            <p:pic>
              <p:nvPicPr>
                <p:cNvPr id="133" name="Entrada de lápiz 132">
                  <a:extLst>
                    <a:ext uri="{FF2B5EF4-FFF2-40B4-BE49-F238E27FC236}">
                      <a16:creationId xmlns:a16="http://schemas.microsoft.com/office/drawing/2014/main" id="{1E865DBC-557B-405F-BF9A-11AEEACCDEB8}"/>
                    </a:ext>
                  </a:extLst>
                </p:cNvPr>
                <p:cNvPicPr/>
                <p:nvPr/>
              </p:nvPicPr>
              <p:blipFill>
                <a:blip r:embed="rId223"/>
                <a:stretch>
                  <a:fillRect/>
                </a:stretch>
              </p:blipFill>
              <p:spPr>
                <a:xfrm>
                  <a:off x="2098126" y="3010449"/>
                  <a:ext cx="1864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5" name="Entrada de lápiz 134">
                  <a:extLst>
                    <a:ext uri="{FF2B5EF4-FFF2-40B4-BE49-F238E27FC236}">
                      <a16:creationId xmlns:a16="http://schemas.microsoft.com/office/drawing/2014/main" id="{BF91D747-2191-4036-9D6A-EB4012CA55EB}"/>
                    </a:ext>
                  </a:extLst>
                </p14:cNvPr>
                <p14:cNvContentPartPr/>
                <p14:nvPr/>
              </p14:nvContentPartPr>
              <p14:xfrm>
                <a:off x="2472526" y="2850249"/>
                <a:ext cx="81360" cy="273240"/>
              </p14:xfrm>
            </p:contentPart>
          </mc:Choice>
          <mc:Fallback>
            <p:pic>
              <p:nvPicPr>
                <p:cNvPr id="135" name="Entrada de lápiz 134">
                  <a:extLst>
                    <a:ext uri="{FF2B5EF4-FFF2-40B4-BE49-F238E27FC236}">
                      <a16:creationId xmlns:a16="http://schemas.microsoft.com/office/drawing/2014/main" id="{BF91D747-2191-4036-9D6A-EB4012CA55EB}"/>
                    </a:ext>
                  </a:extLst>
                </p:cNvPr>
                <p:cNvPicPr/>
                <p:nvPr/>
              </p:nvPicPr>
              <p:blipFill>
                <a:blip r:embed="rId225"/>
                <a:stretch>
                  <a:fillRect/>
                </a:stretch>
              </p:blipFill>
              <p:spPr>
                <a:xfrm>
                  <a:off x="2463526" y="2841249"/>
                  <a:ext cx="9900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6" name="Entrada de lápiz 135">
                  <a:extLst>
                    <a:ext uri="{FF2B5EF4-FFF2-40B4-BE49-F238E27FC236}">
                      <a16:creationId xmlns:a16="http://schemas.microsoft.com/office/drawing/2014/main" id="{AF9B4AF9-7FE0-453A-9793-018EEA244316}"/>
                    </a:ext>
                  </a:extLst>
                </p14:cNvPr>
                <p14:cNvContentPartPr/>
                <p14:nvPr/>
              </p14:nvContentPartPr>
              <p14:xfrm>
                <a:off x="2692486" y="3000369"/>
                <a:ext cx="155160" cy="9360"/>
              </p14:xfrm>
            </p:contentPart>
          </mc:Choice>
          <mc:Fallback>
            <p:pic>
              <p:nvPicPr>
                <p:cNvPr id="136" name="Entrada de lápiz 135">
                  <a:extLst>
                    <a:ext uri="{FF2B5EF4-FFF2-40B4-BE49-F238E27FC236}">
                      <a16:creationId xmlns:a16="http://schemas.microsoft.com/office/drawing/2014/main" id="{AF9B4AF9-7FE0-453A-9793-018EEA244316}"/>
                    </a:ext>
                  </a:extLst>
                </p:cNvPr>
                <p:cNvPicPr/>
                <p:nvPr/>
              </p:nvPicPr>
              <p:blipFill>
                <a:blip r:embed="rId227"/>
                <a:stretch>
                  <a:fillRect/>
                </a:stretch>
              </p:blipFill>
              <p:spPr>
                <a:xfrm>
                  <a:off x="2683846" y="2991729"/>
                  <a:ext cx="1728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7" name="Entrada de lápiz 136">
                  <a:extLst>
                    <a:ext uri="{FF2B5EF4-FFF2-40B4-BE49-F238E27FC236}">
                      <a16:creationId xmlns:a16="http://schemas.microsoft.com/office/drawing/2014/main" id="{974C090D-8CE6-438C-B3DD-7D749511E81E}"/>
                    </a:ext>
                  </a:extLst>
                </p14:cNvPr>
                <p14:cNvContentPartPr/>
                <p14:nvPr/>
              </p14:nvContentPartPr>
              <p14:xfrm>
                <a:off x="2974006" y="2938089"/>
                <a:ext cx="48960" cy="268560"/>
              </p14:xfrm>
            </p:contentPart>
          </mc:Choice>
          <mc:Fallback>
            <p:pic>
              <p:nvPicPr>
                <p:cNvPr id="137" name="Entrada de lápiz 136">
                  <a:extLst>
                    <a:ext uri="{FF2B5EF4-FFF2-40B4-BE49-F238E27FC236}">
                      <a16:creationId xmlns:a16="http://schemas.microsoft.com/office/drawing/2014/main" id="{974C090D-8CE6-438C-B3DD-7D749511E81E}"/>
                    </a:ext>
                  </a:extLst>
                </p:cNvPr>
                <p:cNvPicPr/>
                <p:nvPr/>
              </p:nvPicPr>
              <p:blipFill>
                <a:blip r:embed="rId229"/>
                <a:stretch>
                  <a:fillRect/>
                </a:stretch>
              </p:blipFill>
              <p:spPr>
                <a:xfrm>
                  <a:off x="2965006" y="2929089"/>
                  <a:ext cx="6660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8" name="Entrada de lápiz 137">
                  <a:extLst>
                    <a:ext uri="{FF2B5EF4-FFF2-40B4-BE49-F238E27FC236}">
                      <a16:creationId xmlns:a16="http://schemas.microsoft.com/office/drawing/2014/main" id="{F0B99553-ABA0-4576-9725-C8802900712E}"/>
                    </a:ext>
                  </a:extLst>
                </p14:cNvPr>
                <p14:cNvContentPartPr/>
                <p14:nvPr/>
              </p14:nvContentPartPr>
              <p14:xfrm>
                <a:off x="2986606" y="2903529"/>
                <a:ext cx="194760" cy="180000"/>
              </p14:xfrm>
            </p:contentPart>
          </mc:Choice>
          <mc:Fallback>
            <p:pic>
              <p:nvPicPr>
                <p:cNvPr id="138" name="Entrada de lápiz 137">
                  <a:extLst>
                    <a:ext uri="{FF2B5EF4-FFF2-40B4-BE49-F238E27FC236}">
                      <a16:creationId xmlns:a16="http://schemas.microsoft.com/office/drawing/2014/main" id="{F0B99553-ABA0-4576-9725-C8802900712E}"/>
                    </a:ext>
                  </a:extLst>
                </p:cNvPr>
                <p:cNvPicPr/>
                <p:nvPr/>
              </p:nvPicPr>
              <p:blipFill>
                <a:blip r:embed="rId231"/>
                <a:stretch>
                  <a:fillRect/>
                </a:stretch>
              </p:blipFill>
              <p:spPr>
                <a:xfrm>
                  <a:off x="2977606" y="2894529"/>
                  <a:ext cx="21240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9" name="Entrada de lápiz 138">
                  <a:extLst>
                    <a:ext uri="{FF2B5EF4-FFF2-40B4-BE49-F238E27FC236}">
                      <a16:creationId xmlns:a16="http://schemas.microsoft.com/office/drawing/2014/main" id="{1211887C-5624-4C74-8563-2EECC6E6230F}"/>
                    </a:ext>
                  </a:extLst>
                </p14:cNvPr>
                <p14:cNvContentPartPr/>
                <p14:nvPr/>
              </p14:nvContentPartPr>
              <p14:xfrm>
                <a:off x="3259126" y="2869689"/>
                <a:ext cx="154440" cy="267480"/>
              </p14:xfrm>
            </p:contentPart>
          </mc:Choice>
          <mc:Fallback>
            <p:pic>
              <p:nvPicPr>
                <p:cNvPr id="139" name="Entrada de lápiz 138">
                  <a:extLst>
                    <a:ext uri="{FF2B5EF4-FFF2-40B4-BE49-F238E27FC236}">
                      <a16:creationId xmlns:a16="http://schemas.microsoft.com/office/drawing/2014/main" id="{1211887C-5624-4C74-8563-2EECC6E6230F}"/>
                    </a:ext>
                  </a:extLst>
                </p:cNvPr>
                <p:cNvPicPr/>
                <p:nvPr/>
              </p:nvPicPr>
              <p:blipFill>
                <a:blip r:embed="rId233"/>
                <a:stretch>
                  <a:fillRect/>
                </a:stretch>
              </p:blipFill>
              <p:spPr>
                <a:xfrm>
                  <a:off x="3250486" y="2861049"/>
                  <a:ext cx="17208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0" name="Entrada de lápiz 139">
                  <a:extLst>
                    <a:ext uri="{FF2B5EF4-FFF2-40B4-BE49-F238E27FC236}">
                      <a16:creationId xmlns:a16="http://schemas.microsoft.com/office/drawing/2014/main" id="{415013C9-AE68-4581-B3F2-F0479610042D}"/>
                    </a:ext>
                  </a:extLst>
                </p14:cNvPr>
                <p14:cNvContentPartPr/>
                <p14:nvPr/>
              </p14:nvContentPartPr>
              <p14:xfrm>
                <a:off x="3436246" y="2923689"/>
                <a:ext cx="150120" cy="178560"/>
              </p14:xfrm>
            </p:contentPart>
          </mc:Choice>
          <mc:Fallback>
            <p:pic>
              <p:nvPicPr>
                <p:cNvPr id="140" name="Entrada de lápiz 139">
                  <a:extLst>
                    <a:ext uri="{FF2B5EF4-FFF2-40B4-BE49-F238E27FC236}">
                      <a16:creationId xmlns:a16="http://schemas.microsoft.com/office/drawing/2014/main" id="{415013C9-AE68-4581-B3F2-F0479610042D}"/>
                    </a:ext>
                  </a:extLst>
                </p:cNvPr>
                <p:cNvPicPr/>
                <p:nvPr/>
              </p:nvPicPr>
              <p:blipFill>
                <a:blip r:embed="rId235"/>
                <a:stretch>
                  <a:fillRect/>
                </a:stretch>
              </p:blipFill>
              <p:spPr>
                <a:xfrm>
                  <a:off x="3427606" y="2915049"/>
                  <a:ext cx="16776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1" name="Entrada de lápiz 140">
                  <a:extLst>
                    <a:ext uri="{FF2B5EF4-FFF2-40B4-BE49-F238E27FC236}">
                      <a16:creationId xmlns:a16="http://schemas.microsoft.com/office/drawing/2014/main" id="{27E651EE-4853-423C-9E4C-FB390C58A3BD}"/>
                    </a:ext>
                  </a:extLst>
                </p14:cNvPr>
                <p14:cNvContentPartPr/>
                <p14:nvPr/>
              </p14:nvContentPartPr>
              <p14:xfrm>
                <a:off x="3464326" y="2887689"/>
                <a:ext cx="104040" cy="239400"/>
              </p14:xfrm>
            </p:contentPart>
          </mc:Choice>
          <mc:Fallback>
            <p:pic>
              <p:nvPicPr>
                <p:cNvPr id="141" name="Entrada de lápiz 140">
                  <a:extLst>
                    <a:ext uri="{FF2B5EF4-FFF2-40B4-BE49-F238E27FC236}">
                      <a16:creationId xmlns:a16="http://schemas.microsoft.com/office/drawing/2014/main" id="{27E651EE-4853-423C-9E4C-FB390C58A3BD}"/>
                    </a:ext>
                  </a:extLst>
                </p:cNvPr>
                <p:cNvPicPr/>
                <p:nvPr/>
              </p:nvPicPr>
              <p:blipFill>
                <a:blip r:embed="rId237"/>
                <a:stretch>
                  <a:fillRect/>
                </a:stretch>
              </p:blipFill>
              <p:spPr>
                <a:xfrm>
                  <a:off x="3455326" y="2879049"/>
                  <a:ext cx="12168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2" name="Entrada de lápiz 141">
                  <a:extLst>
                    <a:ext uri="{FF2B5EF4-FFF2-40B4-BE49-F238E27FC236}">
                      <a16:creationId xmlns:a16="http://schemas.microsoft.com/office/drawing/2014/main" id="{640CF184-B29E-45D2-97FE-0EFBE4D7F9BA}"/>
                    </a:ext>
                  </a:extLst>
                </p14:cNvPr>
                <p14:cNvContentPartPr/>
                <p14:nvPr/>
              </p14:nvContentPartPr>
              <p14:xfrm>
                <a:off x="3695446" y="2974809"/>
                <a:ext cx="140400" cy="6840"/>
              </p14:xfrm>
            </p:contentPart>
          </mc:Choice>
          <mc:Fallback>
            <p:pic>
              <p:nvPicPr>
                <p:cNvPr id="142" name="Entrada de lápiz 141">
                  <a:extLst>
                    <a:ext uri="{FF2B5EF4-FFF2-40B4-BE49-F238E27FC236}">
                      <a16:creationId xmlns:a16="http://schemas.microsoft.com/office/drawing/2014/main" id="{640CF184-B29E-45D2-97FE-0EFBE4D7F9BA}"/>
                    </a:ext>
                  </a:extLst>
                </p:cNvPr>
                <p:cNvPicPr/>
                <p:nvPr/>
              </p:nvPicPr>
              <p:blipFill>
                <a:blip r:embed="rId239"/>
                <a:stretch>
                  <a:fillRect/>
                </a:stretch>
              </p:blipFill>
              <p:spPr>
                <a:xfrm>
                  <a:off x="3686806" y="2966169"/>
                  <a:ext cx="1580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3" name="Entrada de lápiz 142">
                  <a:extLst>
                    <a:ext uri="{FF2B5EF4-FFF2-40B4-BE49-F238E27FC236}">
                      <a16:creationId xmlns:a16="http://schemas.microsoft.com/office/drawing/2014/main" id="{54AE4B3C-BE1C-4554-B770-C79AA42BB85F}"/>
                    </a:ext>
                  </a:extLst>
                </p14:cNvPr>
                <p14:cNvContentPartPr/>
                <p14:nvPr/>
              </p14:nvContentPartPr>
              <p14:xfrm>
                <a:off x="3715606" y="3053649"/>
                <a:ext cx="158400" cy="22320"/>
              </p14:xfrm>
            </p:contentPart>
          </mc:Choice>
          <mc:Fallback>
            <p:pic>
              <p:nvPicPr>
                <p:cNvPr id="143" name="Entrada de lápiz 142">
                  <a:extLst>
                    <a:ext uri="{FF2B5EF4-FFF2-40B4-BE49-F238E27FC236}">
                      <a16:creationId xmlns:a16="http://schemas.microsoft.com/office/drawing/2014/main" id="{54AE4B3C-BE1C-4554-B770-C79AA42BB85F}"/>
                    </a:ext>
                  </a:extLst>
                </p:cNvPr>
                <p:cNvPicPr/>
                <p:nvPr/>
              </p:nvPicPr>
              <p:blipFill>
                <a:blip r:embed="rId241"/>
                <a:stretch>
                  <a:fillRect/>
                </a:stretch>
              </p:blipFill>
              <p:spPr>
                <a:xfrm>
                  <a:off x="3706606" y="3044649"/>
                  <a:ext cx="1760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4" name="Entrada de lápiz 143">
                  <a:extLst>
                    <a:ext uri="{FF2B5EF4-FFF2-40B4-BE49-F238E27FC236}">
                      <a16:creationId xmlns:a16="http://schemas.microsoft.com/office/drawing/2014/main" id="{97EB1E8E-0C8F-4018-B147-BBAEEF5F0231}"/>
                    </a:ext>
                  </a:extLst>
                </p14:cNvPr>
                <p14:cNvContentPartPr/>
                <p14:nvPr/>
              </p14:nvContentPartPr>
              <p14:xfrm>
                <a:off x="3924766" y="2973009"/>
                <a:ext cx="163080" cy="137520"/>
              </p14:xfrm>
            </p:contentPart>
          </mc:Choice>
          <mc:Fallback>
            <p:pic>
              <p:nvPicPr>
                <p:cNvPr id="144" name="Entrada de lápiz 143">
                  <a:extLst>
                    <a:ext uri="{FF2B5EF4-FFF2-40B4-BE49-F238E27FC236}">
                      <a16:creationId xmlns:a16="http://schemas.microsoft.com/office/drawing/2014/main" id="{97EB1E8E-0C8F-4018-B147-BBAEEF5F0231}"/>
                    </a:ext>
                  </a:extLst>
                </p:cNvPr>
                <p:cNvPicPr/>
                <p:nvPr/>
              </p:nvPicPr>
              <p:blipFill>
                <a:blip r:embed="rId243"/>
                <a:stretch>
                  <a:fillRect/>
                </a:stretch>
              </p:blipFill>
              <p:spPr>
                <a:xfrm>
                  <a:off x="3916126" y="2964369"/>
                  <a:ext cx="1807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5" name="Entrada de lápiz 144">
                  <a:extLst>
                    <a:ext uri="{FF2B5EF4-FFF2-40B4-BE49-F238E27FC236}">
                      <a16:creationId xmlns:a16="http://schemas.microsoft.com/office/drawing/2014/main" id="{9839FB9C-C023-48A1-9982-679B7D3AB563}"/>
                    </a:ext>
                  </a:extLst>
                </p14:cNvPr>
                <p14:cNvContentPartPr/>
                <p14:nvPr/>
              </p14:nvContentPartPr>
              <p14:xfrm>
                <a:off x="4007206" y="2883009"/>
                <a:ext cx="213120" cy="371880"/>
              </p14:xfrm>
            </p:contentPart>
          </mc:Choice>
          <mc:Fallback>
            <p:pic>
              <p:nvPicPr>
                <p:cNvPr id="145" name="Entrada de lápiz 144">
                  <a:extLst>
                    <a:ext uri="{FF2B5EF4-FFF2-40B4-BE49-F238E27FC236}">
                      <a16:creationId xmlns:a16="http://schemas.microsoft.com/office/drawing/2014/main" id="{9839FB9C-C023-48A1-9982-679B7D3AB563}"/>
                    </a:ext>
                  </a:extLst>
                </p:cNvPr>
                <p:cNvPicPr/>
                <p:nvPr/>
              </p:nvPicPr>
              <p:blipFill>
                <a:blip r:embed="rId245"/>
                <a:stretch>
                  <a:fillRect/>
                </a:stretch>
              </p:blipFill>
              <p:spPr>
                <a:xfrm>
                  <a:off x="3998566" y="2874009"/>
                  <a:ext cx="230760" cy="3895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7" name="Entrada de lápiz 146">
                  <a:extLst>
                    <a:ext uri="{FF2B5EF4-FFF2-40B4-BE49-F238E27FC236}">
                      <a16:creationId xmlns:a16="http://schemas.microsoft.com/office/drawing/2014/main" id="{F3FA49D5-AB47-45AB-AEDA-13BC564C2255}"/>
                    </a:ext>
                  </a:extLst>
                </p14:cNvPr>
                <p14:cNvContentPartPr/>
                <p14:nvPr/>
              </p14:nvContentPartPr>
              <p14:xfrm>
                <a:off x="2081566" y="3642969"/>
                <a:ext cx="126720" cy="7920"/>
              </p14:xfrm>
            </p:contentPart>
          </mc:Choice>
          <mc:Fallback>
            <p:pic>
              <p:nvPicPr>
                <p:cNvPr id="147" name="Entrada de lápiz 146">
                  <a:extLst>
                    <a:ext uri="{FF2B5EF4-FFF2-40B4-BE49-F238E27FC236}">
                      <a16:creationId xmlns:a16="http://schemas.microsoft.com/office/drawing/2014/main" id="{F3FA49D5-AB47-45AB-AEDA-13BC564C2255}"/>
                    </a:ext>
                  </a:extLst>
                </p:cNvPr>
                <p:cNvPicPr/>
                <p:nvPr/>
              </p:nvPicPr>
              <p:blipFill>
                <a:blip r:embed="rId247"/>
                <a:stretch>
                  <a:fillRect/>
                </a:stretch>
              </p:blipFill>
              <p:spPr>
                <a:xfrm>
                  <a:off x="2072926" y="3634329"/>
                  <a:ext cx="1443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8" name="Entrada de lápiz 147">
                  <a:extLst>
                    <a:ext uri="{FF2B5EF4-FFF2-40B4-BE49-F238E27FC236}">
                      <a16:creationId xmlns:a16="http://schemas.microsoft.com/office/drawing/2014/main" id="{72740054-3AF8-476F-B85C-37973F96FFD3}"/>
                    </a:ext>
                  </a:extLst>
                </p14:cNvPr>
                <p14:cNvContentPartPr/>
                <p14:nvPr/>
              </p14:nvContentPartPr>
              <p14:xfrm>
                <a:off x="2106766" y="3686529"/>
                <a:ext cx="167760" cy="42120"/>
              </p14:xfrm>
            </p:contentPart>
          </mc:Choice>
          <mc:Fallback>
            <p:pic>
              <p:nvPicPr>
                <p:cNvPr id="148" name="Entrada de lápiz 147">
                  <a:extLst>
                    <a:ext uri="{FF2B5EF4-FFF2-40B4-BE49-F238E27FC236}">
                      <a16:creationId xmlns:a16="http://schemas.microsoft.com/office/drawing/2014/main" id="{72740054-3AF8-476F-B85C-37973F96FFD3}"/>
                    </a:ext>
                  </a:extLst>
                </p:cNvPr>
                <p:cNvPicPr/>
                <p:nvPr/>
              </p:nvPicPr>
              <p:blipFill>
                <a:blip r:embed="rId249"/>
                <a:stretch>
                  <a:fillRect/>
                </a:stretch>
              </p:blipFill>
              <p:spPr>
                <a:xfrm>
                  <a:off x="2098126" y="3677889"/>
                  <a:ext cx="1854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9" name="Entrada de lápiz 148">
                  <a:extLst>
                    <a:ext uri="{FF2B5EF4-FFF2-40B4-BE49-F238E27FC236}">
                      <a16:creationId xmlns:a16="http://schemas.microsoft.com/office/drawing/2014/main" id="{8B7C7F80-7C19-4261-BD1B-18466E68C5AF}"/>
                    </a:ext>
                  </a:extLst>
                </p14:cNvPr>
                <p14:cNvContentPartPr/>
                <p14:nvPr/>
              </p14:nvContentPartPr>
              <p14:xfrm>
                <a:off x="2449126" y="3534609"/>
                <a:ext cx="67680" cy="235800"/>
              </p14:xfrm>
            </p:contentPart>
          </mc:Choice>
          <mc:Fallback>
            <p:pic>
              <p:nvPicPr>
                <p:cNvPr id="149" name="Entrada de lápiz 148">
                  <a:extLst>
                    <a:ext uri="{FF2B5EF4-FFF2-40B4-BE49-F238E27FC236}">
                      <a16:creationId xmlns:a16="http://schemas.microsoft.com/office/drawing/2014/main" id="{8B7C7F80-7C19-4261-BD1B-18466E68C5AF}"/>
                    </a:ext>
                  </a:extLst>
                </p:cNvPr>
                <p:cNvPicPr/>
                <p:nvPr/>
              </p:nvPicPr>
              <p:blipFill>
                <a:blip r:embed="rId251"/>
                <a:stretch>
                  <a:fillRect/>
                </a:stretch>
              </p:blipFill>
              <p:spPr>
                <a:xfrm>
                  <a:off x="2440486" y="3525609"/>
                  <a:ext cx="853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0" name="Entrada de lápiz 149">
                  <a:extLst>
                    <a:ext uri="{FF2B5EF4-FFF2-40B4-BE49-F238E27FC236}">
                      <a16:creationId xmlns:a16="http://schemas.microsoft.com/office/drawing/2014/main" id="{CF9063F4-9EFF-4679-BD74-D435670BC383}"/>
                    </a:ext>
                  </a:extLst>
                </p14:cNvPr>
                <p14:cNvContentPartPr/>
                <p14:nvPr/>
              </p14:nvContentPartPr>
              <p14:xfrm>
                <a:off x="2662246" y="3668529"/>
                <a:ext cx="155160" cy="6840"/>
              </p14:xfrm>
            </p:contentPart>
          </mc:Choice>
          <mc:Fallback>
            <p:pic>
              <p:nvPicPr>
                <p:cNvPr id="150" name="Entrada de lápiz 149">
                  <a:extLst>
                    <a:ext uri="{FF2B5EF4-FFF2-40B4-BE49-F238E27FC236}">
                      <a16:creationId xmlns:a16="http://schemas.microsoft.com/office/drawing/2014/main" id="{CF9063F4-9EFF-4679-BD74-D435670BC383}"/>
                    </a:ext>
                  </a:extLst>
                </p:cNvPr>
                <p:cNvPicPr/>
                <p:nvPr/>
              </p:nvPicPr>
              <p:blipFill>
                <a:blip r:embed="rId253"/>
                <a:stretch>
                  <a:fillRect/>
                </a:stretch>
              </p:blipFill>
              <p:spPr>
                <a:xfrm>
                  <a:off x="2653246" y="3659889"/>
                  <a:ext cx="1728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2" name="Entrada de lápiz 151">
                  <a:extLst>
                    <a:ext uri="{FF2B5EF4-FFF2-40B4-BE49-F238E27FC236}">
                      <a16:creationId xmlns:a16="http://schemas.microsoft.com/office/drawing/2014/main" id="{02069E67-099C-4F88-A5E7-859794A6DB7F}"/>
                    </a:ext>
                  </a:extLst>
                </p14:cNvPr>
                <p14:cNvContentPartPr/>
                <p14:nvPr/>
              </p14:nvContentPartPr>
              <p14:xfrm>
                <a:off x="3111886" y="3521649"/>
                <a:ext cx="64440" cy="495720"/>
              </p14:xfrm>
            </p:contentPart>
          </mc:Choice>
          <mc:Fallback>
            <p:pic>
              <p:nvPicPr>
                <p:cNvPr id="152" name="Entrada de lápiz 151">
                  <a:extLst>
                    <a:ext uri="{FF2B5EF4-FFF2-40B4-BE49-F238E27FC236}">
                      <a16:creationId xmlns:a16="http://schemas.microsoft.com/office/drawing/2014/main" id="{02069E67-099C-4F88-A5E7-859794A6DB7F}"/>
                    </a:ext>
                  </a:extLst>
                </p:cNvPr>
                <p:cNvPicPr/>
                <p:nvPr/>
              </p:nvPicPr>
              <p:blipFill>
                <a:blip r:embed="rId255"/>
                <a:stretch>
                  <a:fillRect/>
                </a:stretch>
              </p:blipFill>
              <p:spPr>
                <a:xfrm>
                  <a:off x="3103246" y="3513009"/>
                  <a:ext cx="82080" cy="5133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3" name="Entrada de lápiz 152">
                  <a:extLst>
                    <a:ext uri="{FF2B5EF4-FFF2-40B4-BE49-F238E27FC236}">
                      <a16:creationId xmlns:a16="http://schemas.microsoft.com/office/drawing/2014/main" id="{61B4053B-5CB6-4395-96F5-87074A8B166B}"/>
                    </a:ext>
                  </a:extLst>
                </p14:cNvPr>
                <p14:cNvContentPartPr/>
                <p14:nvPr/>
              </p14:nvContentPartPr>
              <p14:xfrm>
                <a:off x="3348406" y="3491409"/>
                <a:ext cx="48240" cy="190080"/>
              </p14:xfrm>
            </p:contentPart>
          </mc:Choice>
          <mc:Fallback>
            <p:pic>
              <p:nvPicPr>
                <p:cNvPr id="153" name="Entrada de lápiz 152">
                  <a:extLst>
                    <a:ext uri="{FF2B5EF4-FFF2-40B4-BE49-F238E27FC236}">
                      <a16:creationId xmlns:a16="http://schemas.microsoft.com/office/drawing/2014/main" id="{61B4053B-5CB6-4395-96F5-87074A8B166B}"/>
                    </a:ext>
                  </a:extLst>
                </p:cNvPr>
                <p:cNvPicPr/>
                <p:nvPr/>
              </p:nvPicPr>
              <p:blipFill>
                <a:blip r:embed="rId257"/>
                <a:stretch>
                  <a:fillRect/>
                </a:stretch>
              </p:blipFill>
              <p:spPr>
                <a:xfrm>
                  <a:off x="3339766" y="3482409"/>
                  <a:ext cx="6588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4" name="Entrada de lápiz 153">
                  <a:extLst>
                    <a:ext uri="{FF2B5EF4-FFF2-40B4-BE49-F238E27FC236}">
                      <a16:creationId xmlns:a16="http://schemas.microsoft.com/office/drawing/2014/main" id="{158B97BA-7398-45A5-BB5E-7DA2A42F9D44}"/>
                    </a:ext>
                  </a:extLst>
                </p14:cNvPr>
                <p14:cNvContentPartPr/>
                <p14:nvPr/>
              </p14:nvContentPartPr>
              <p14:xfrm>
                <a:off x="3451006" y="3474489"/>
                <a:ext cx="109800" cy="163080"/>
              </p14:xfrm>
            </p:contentPart>
          </mc:Choice>
          <mc:Fallback>
            <p:pic>
              <p:nvPicPr>
                <p:cNvPr id="154" name="Entrada de lápiz 153">
                  <a:extLst>
                    <a:ext uri="{FF2B5EF4-FFF2-40B4-BE49-F238E27FC236}">
                      <a16:creationId xmlns:a16="http://schemas.microsoft.com/office/drawing/2014/main" id="{158B97BA-7398-45A5-BB5E-7DA2A42F9D44}"/>
                    </a:ext>
                  </a:extLst>
                </p:cNvPr>
                <p:cNvPicPr/>
                <p:nvPr/>
              </p:nvPicPr>
              <p:blipFill>
                <a:blip r:embed="rId259"/>
                <a:stretch>
                  <a:fillRect/>
                </a:stretch>
              </p:blipFill>
              <p:spPr>
                <a:xfrm>
                  <a:off x="3442366" y="3465489"/>
                  <a:ext cx="1274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5" name="Entrada de lápiz 154">
                  <a:extLst>
                    <a:ext uri="{FF2B5EF4-FFF2-40B4-BE49-F238E27FC236}">
                      <a16:creationId xmlns:a16="http://schemas.microsoft.com/office/drawing/2014/main" id="{7338EE45-6617-4334-AEAA-4ABBC01FB5F0}"/>
                    </a:ext>
                  </a:extLst>
                </p14:cNvPr>
                <p14:cNvContentPartPr/>
                <p14:nvPr/>
              </p14:nvContentPartPr>
              <p14:xfrm>
                <a:off x="3396286" y="3809649"/>
                <a:ext cx="88560" cy="121320"/>
              </p14:xfrm>
            </p:contentPart>
          </mc:Choice>
          <mc:Fallback>
            <p:pic>
              <p:nvPicPr>
                <p:cNvPr id="155" name="Entrada de lápiz 154">
                  <a:extLst>
                    <a:ext uri="{FF2B5EF4-FFF2-40B4-BE49-F238E27FC236}">
                      <a16:creationId xmlns:a16="http://schemas.microsoft.com/office/drawing/2014/main" id="{7338EE45-6617-4334-AEAA-4ABBC01FB5F0}"/>
                    </a:ext>
                  </a:extLst>
                </p:cNvPr>
                <p:cNvPicPr/>
                <p:nvPr/>
              </p:nvPicPr>
              <p:blipFill>
                <a:blip r:embed="rId261"/>
                <a:stretch>
                  <a:fillRect/>
                </a:stretch>
              </p:blipFill>
              <p:spPr>
                <a:xfrm>
                  <a:off x="3387646" y="3801009"/>
                  <a:ext cx="1062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6" name="Entrada de lápiz 155">
                  <a:extLst>
                    <a:ext uri="{FF2B5EF4-FFF2-40B4-BE49-F238E27FC236}">
                      <a16:creationId xmlns:a16="http://schemas.microsoft.com/office/drawing/2014/main" id="{3CBD8360-D781-4AB2-8E9D-5132463E7000}"/>
                    </a:ext>
                  </a:extLst>
                </p14:cNvPr>
                <p14:cNvContentPartPr/>
                <p14:nvPr/>
              </p14:nvContentPartPr>
              <p14:xfrm>
                <a:off x="3629206" y="3434889"/>
                <a:ext cx="99360" cy="487080"/>
              </p14:xfrm>
            </p:contentPart>
          </mc:Choice>
          <mc:Fallback>
            <p:pic>
              <p:nvPicPr>
                <p:cNvPr id="156" name="Entrada de lápiz 155">
                  <a:extLst>
                    <a:ext uri="{FF2B5EF4-FFF2-40B4-BE49-F238E27FC236}">
                      <a16:creationId xmlns:a16="http://schemas.microsoft.com/office/drawing/2014/main" id="{3CBD8360-D781-4AB2-8E9D-5132463E7000}"/>
                    </a:ext>
                  </a:extLst>
                </p:cNvPr>
                <p:cNvPicPr/>
                <p:nvPr/>
              </p:nvPicPr>
              <p:blipFill>
                <a:blip r:embed="rId263"/>
                <a:stretch>
                  <a:fillRect/>
                </a:stretch>
              </p:blipFill>
              <p:spPr>
                <a:xfrm>
                  <a:off x="3620206" y="3426249"/>
                  <a:ext cx="117000" cy="5047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58" name="Entrada de lápiz 157">
                  <a:extLst>
                    <a:ext uri="{FF2B5EF4-FFF2-40B4-BE49-F238E27FC236}">
                      <a16:creationId xmlns:a16="http://schemas.microsoft.com/office/drawing/2014/main" id="{B7626E7D-E3A6-4F38-8BF7-C349235CD150}"/>
                    </a:ext>
                  </a:extLst>
                </p14:cNvPr>
                <p14:cNvContentPartPr/>
                <p14:nvPr/>
              </p14:nvContentPartPr>
              <p14:xfrm>
                <a:off x="3925486" y="3397089"/>
                <a:ext cx="79200" cy="598680"/>
              </p14:xfrm>
            </p:contentPart>
          </mc:Choice>
          <mc:Fallback>
            <p:pic>
              <p:nvPicPr>
                <p:cNvPr id="158" name="Entrada de lápiz 157">
                  <a:extLst>
                    <a:ext uri="{FF2B5EF4-FFF2-40B4-BE49-F238E27FC236}">
                      <a16:creationId xmlns:a16="http://schemas.microsoft.com/office/drawing/2014/main" id="{B7626E7D-E3A6-4F38-8BF7-C349235CD150}"/>
                    </a:ext>
                  </a:extLst>
                </p:cNvPr>
                <p:cNvPicPr/>
                <p:nvPr/>
              </p:nvPicPr>
              <p:blipFill>
                <a:blip r:embed="rId265"/>
                <a:stretch>
                  <a:fillRect/>
                </a:stretch>
              </p:blipFill>
              <p:spPr>
                <a:xfrm>
                  <a:off x="3916486" y="3388449"/>
                  <a:ext cx="96840" cy="6163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0" name="Entrada de lápiz 159">
                  <a:extLst>
                    <a:ext uri="{FF2B5EF4-FFF2-40B4-BE49-F238E27FC236}">
                      <a16:creationId xmlns:a16="http://schemas.microsoft.com/office/drawing/2014/main" id="{0558C646-A67D-4CB4-8646-B155686D8D73}"/>
                    </a:ext>
                  </a:extLst>
                </p14:cNvPr>
                <p14:cNvContentPartPr/>
                <p14:nvPr/>
              </p14:nvContentPartPr>
              <p14:xfrm>
                <a:off x="4088566" y="3419769"/>
                <a:ext cx="153000" cy="158040"/>
              </p14:xfrm>
            </p:contentPart>
          </mc:Choice>
          <mc:Fallback>
            <p:pic>
              <p:nvPicPr>
                <p:cNvPr id="160" name="Entrada de lápiz 159">
                  <a:extLst>
                    <a:ext uri="{FF2B5EF4-FFF2-40B4-BE49-F238E27FC236}">
                      <a16:creationId xmlns:a16="http://schemas.microsoft.com/office/drawing/2014/main" id="{0558C646-A67D-4CB4-8646-B155686D8D73}"/>
                    </a:ext>
                  </a:extLst>
                </p:cNvPr>
                <p:cNvPicPr/>
                <p:nvPr/>
              </p:nvPicPr>
              <p:blipFill>
                <a:blip r:embed="rId267"/>
                <a:stretch>
                  <a:fillRect/>
                </a:stretch>
              </p:blipFill>
              <p:spPr>
                <a:xfrm>
                  <a:off x="4079566" y="3411129"/>
                  <a:ext cx="17064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1" name="Entrada de lápiz 160">
                  <a:extLst>
                    <a:ext uri="{FF2B5EF4-FFF2-40B4-BE49-F238E27FC236}">
                      <a16:creationId xmlns:a16="http://schemas.microsoft.com/office/drawing/2014/main" id="{3B8915FD-0A34-45CB-BD05-E7B05FECD758}"/>
                    </a:ext>
                  </a:extLst>
                </p14:cNvPr>
                <p14:cNvContentPartPr/>
                <p14:nvPr/>
              </p14:nvContentPartPr>
              <p14:xfrm>
                <a:off x="4273966" y="3379089"/>
                <a:ext cx="102600" cy="162360"/>
              </p14:xfrm>
            </p:contentPart>
          </mc:Choice>
          <mc:Fallback>
            <p:pic>
              <p:nvPicPr>
                <p:cNvPr id="161" name="Entrada de lápiz 160">
                  <a:extLst>
                    <a:ext uri="{FF2B5EF4-FFF2-40B4-BE49-F238E27FC236}">
                      <a16:creationId xmlns:a16="http://schemas.microsoft.com/office/drawing/2014/main" id="{3B8915FD-0A34-45CB-BD05-E7B05FECD758}"/>
                    </a:ext>
                  </a:extLst>
                </p:cNvPr>
                <p:cNvPicPr/>
                <p:nvPr/>
              </p:nvPicPr>
              <p:blipFill>
                <a:blip r:embed="rId269"/>
                <a:stretch>
                  <a:fillRect/>
                </a:stretch>
              </p:blipFill>
              <p:spPr>
                <a:xfrm>
                  <a:off x="4264966" y="3370089"/>
                  <a:ext cx="1202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2" name="Entrada de lápiz 161">
                  <a:extLst>
                    <a:ext uri="{FF2B5EF4-FFF2-40B4-BE49-F238E27FC236}">
                      <a16:creationId xmlns:a16="http://schemas.microsoft.com/office/drawing/2014/main" id="{F94C1787-B0EB-490D-AF52-65D1A8E7F249}"/>
                    </a:ext>
                  </a:extLst>
                </p14:cNvPr>
                <p14:cNvContentPartPr/>
                <p14:nvPr/>
              </p14:nvContentPartPr>
              <p14:xfrm>
                <a:off x="4490326" y="3464769"/>
                <a:ext cx="74880" cy="9000"/>
              </p14:xfrm>
            </p:contentPart>
          </mc:Choice>
          <mc:Fallback>
            <p:pic>
              <p:nvPicPr>
                <p:cNvPr id="162" name="Entrada de lápiz 161">
                  <a:extLst>
                    <a:ext uri="{FF2B5EF4-FFF2-40B4-BE49-F238E27FC236}">
                      <a16:creationId xmlns:a16="http://schemas.microsoft.com/office/drawing/2014/main" id="{F94C1787-B0EB-490D-AF52-65D1A8E7F249}"/>
                    </a:ext>
                  </a:extLst>
                </p:cNvPr>
                <p:cNvPicPr/>
                <p:nvPr/>
              </p:nvPicPr>
              <p:blipFill>
                <a:blip r:embed="rId271"/>
                <a:stretch>
                  <a:fillRect/>
                </a:stretch>
              </p:blipFill>
              <p:spPr>
                <a:xfrm>
                  <a:off x="4481326" y="3456129"/>
                  <a:ext cx="925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4" name="Entrada de lápiz 163">
                  <a:extLst>
                    <a:ext uri="{FF2B5EF4-FFF2-40B4-BE49-F238E27FC236}">
                      <a16:creationId xmlns:a16="http://schemas.microsoft.com/office/drawing/2014/main" id="{1D67B9B9-B39B-40F9-B9D1-2D7F1AADD7E0}"/>
                    </a:ext>
                  </a:extLst>
                </p14:cNvPr>
                <p14:cNvContentPartPr/>
                <p14:nvPr/>
              </p14:nvContentPartPr>
              <p14:xfrm>
                <a:off x="4727206" y="3392049"/>
                <a:ext cx="62280" cy="136440"/>
              </p14:xfrm>
            </p:contentPart>
          </mc:Choice>
          <mc:Fallback>
            <p:pic>
              <p:nvPicPr>
                <p:cNvPr id="164" name="Entrada de lápiz 163">
                  <a:extLst>
                    <a:ext uri="{FF2B5EF4-FFF2-40B4-BE49-F238E27FC236}">
                      <a16:creationId xmlns:a16="http://schemas.microsoft.com/office/drawing/2014/main" id="{1D67B9B9-B39B-40F9-B9D1-2D7F1AADD7E0}"/>
                    </a:ext>
                  </a:extLst>
                </p:cNvPr>
                <p:cNvPicPr/>
                <p:nvPr/>
              </p:nvPicPr>
              <p:blipFill>
                <a:blip r:embed="rId273"/>
                <a:stretch>
                  <a:fillRect/>
                </a:stretch>
              </p:blipFill>
              <p:spPr>
                <a:xfrm>
                  <a:off x="4718566" y="3383409"/>
                  <a:ext cx="799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5" name="Entrada de lápiz 164">
                  <a:extLst>
                    <a:ext uri="{FF2B5EF4-FFF2-40B4-BE49-F238E27FC236}">
                      <a16:creationId xmlns:a16="http://schemas.microsoft.com/office/drawing/2014/main" id="{AAB0E7EB-26C2-4911-811E-10A4A555E8ED}"/>
                    </a:ext>
                  </a:extLst>
                </p14:cNvPr>
                <p14:cNvContentPartPr/>
                <p14:nvPr/>
              </p14:nvContentPartPr>
              <p14:xfrm>
                <a:off x="4763566" y="3366849"/>
                <a:ext cx="160920" cy="118800"/>
              </p14:xfrm>
            </p:contentPart>
          </mc:Choice>
          <mc:Fallback>
            <p:pic>
              <p:nvPicPr>
                <p:cNvPr id="165" name="Entrada de lápiz 164">
                  <a:extLst>
                    <a:ext uri="{FF2B5EF4-FFF2-40B4-BE49-F238E27FC236}">
                      <a16:creationId xmlns:a16="http://schemas.microsoft.com/office/drawing/2014/main" id="{AAB0E7EB-26C2-4911-811E-10A4A555E8ED}"/>
                    </a:ext>
                  </a:extLst>
                </p:cNvPr>
                <p:cNvPicPr/>
                <p:nvPr/>
              </p:nvPicPr>
              <p:blipFill>
                <a:blip r:embed="rId275"/>
                <a:stretch>
                  <a:fillRect/>
                </a:stretch>
              </p:blipFill>
              <p:spPr>
                <a:xfrm>
                  <a:off x="4754926" y="3358209"/>
                  <a:ext cx="17856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Entrada de lápiz 166">
                  <a:extLst>
                    <a:ext uri="{FF2B5EF4-FFF2-40B4-BE49-F238E27FC236}">
                      <a16:creationId xmlns:a16="http://schemas.microsoft.com/office/drawing/2014/main" id="{5E25189F-9C1B-4A69-AE4D-F3F63FB141AC}"/>
                    </a:ext>
                  </a:extLst>
                </p14:cNvPr>
                <p14:cNvContentPartPr/>
                <p14:nvPr/>
              </p14:nvContentPartPr>
              <p14:xfrm>
                <a:off x="4194766" y="3726489"/>
                <a:ext cx="124920" cy="192240"/>
              </p14:xfrm>
            </p:contentPart>
          </mc:Choice>
          <mc:Fallback>
            <p:pic>
              <p:nvPicPr>
                <p:cNvPr id="167" name="Entrada de lápiz 166">
                  <a:extLst>
                    <a:ext uri="{FF2B5EF4-FFF2-40B4-BE49-F238E27FC236}">
                      <a16:creationId xmlns:a16="http://schemas.microsoft.com/office/drawing/2014/main" id="{5E25189F-9C1B-4A69-AE4D-F3F63FB141AC}"/>
                    </a:ext>
                  </a:extLst>
                </p:cNvPr>
                <p:cNvPicPr/>
                <p:nvPr/>
              </p:nvPicPr>
              <p:blipFill>
                <a:blip r:embed="rId277"/>
                <a:stretch>
                  <a:fillRect/>
                </a:stretch>
              </p:blipFill>
              <p:spPr>
                <a:xfrm>
                  <a:off x="4186126" y="3717489"/>
                  <a:ext cx="14256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Entrada de lápiz 167">
                  <a:extLst>
                    <a:ext uri="{FF2B5EF4-FFF2-40B4-BE49-F238E27FC236}">
                      <a16:creationId xmlns:a16="http://schemas.microsoft.com/office/drawing/2014/main" id="{B0D53518-5F20-465B-8872-43F22AF09CE6}"/>
                    </a:ext>
                  </a:extLst>
                </p14:cNvPr>
                <p14:cNvContentPartPr/>
                <p14:nvPr/>
              </p14:nvContentPartPr>
              <p14:xfrm>
                <a:off x="4413286" y="3835209"/>
                <a:ext cx="110880" cy="13680"/>
              </p14:xfrm>
            </p:contentPart>
          </mc:Choice>
          <mc:Fallback>
            <p:pic>
              <p:nvPicPr>
                <p:cNvPr id="168" name="Entrada de lápiz 167">
                  <a:extLst>
                    <a:ext uri="{FF2B5EF4-FFF2-40B4-BE49-F238E27FC236}">
                      <a16:creationId xmlns:a16="http://schemas.microsoft.com/office/drawing/2014/main" id="{B0D53518-5F20-465B-8872-43F22AF09CE6}"/>
                    </a:ext>
                  </a:extLst>
                </p:cNvPr>
                <p:cNvPicPr/>
                <p:nvPr/>
              </p:nvPicPr>
              <p:blipFill>
                <a:blip r:embed="rId279"/>
                <a:stretch>
                  <a:fillRect/>
                </a:stretch>
              </p:blipFill>
              <p:spPr>
                <a:xfrm>
                  <a:off x="4404286" y="3826569"/>
                  <a:ext cx="1285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0" name="Entrada de lápiz 169">
                  <a:extLst>
                    <a:ext uri="{FF2B5EF4-FFF2-40B4-BE49-F238E27FC236}">
                      <a16:creationId xmlns:a16="http://schemas.microsoft.com/office/drawing/2014/main" id="{D4EAEAB2-8F49-4757-BC28-7197B02D494C}"/>
                    </a:ext>
                  </a:extLst>
                </p14:cNvPr>
                <p14:cNvContentPartPr/>
                <p14:nvPr/>
              </p14:nvContentPartPr>
              <p14:xfrm>
                <a:off x="4726126" y="3767169"/>
                <a:ext cx="114120" cy="121320"/>
              </p14:xfrm>
            </p:contentPart>
          </mc:Choice>
          <mc:Fallback>
            <p:pic>
              <p:nvPicPr>
                <p:cNvPr id="170" name="Entrada de lápiz 169">
                  <a:extLst>
                    <a:ext uri="{FF2B5EF4-FFF2-40B4-BE49-F238E27FC236}">
                      <a16:creationId xmlns:a16="http://schemas.microsoft.com/office/drawing/2014/main" id="{D4EAEAB2-8F49-4757-BC28-7197B02D494C}"/>
                    </a:ext>
                  </a:extLst>
                </p:cNvPr>
                <p:cNvPicPr/>
                <p:nvPr/>
              </p:nvPicPr>
              <p:blipFill>
                <a:blip r:embed="rId281"/>
                <a:stretch>
                  <a:fillRect/>
                </a:stretch>
              </p:blipFill>
              <p:spPr>
                <a:xfrm>
                  <a:off x="4717126" y="3758169"/>
                  <a:ext cx="1317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1" name="Entrada de lápiz 170">
                  <a:extLst>
                    <a:ext uri="{FF2B5EF4-FFF2-40B4-BE49-F238E27FC236}">
                      <a16:creationId xmlns:a16="http://schemas.microsoft.com/office/drawing/2014/main" id="{82E08A45-533B-43D2-9D36-BCB723204E25}"/>
                    </a:ext>
                  </a:extLst>
                </p14:cNvPr>
                <p14:cNvContentPartPr/>
                <p14:nvPr/>
              </p14:nvContentPartPr>
              <p14:xfrm>
                <a:off x="5029246" y="3203409"/>
                <a:ext cx="136080" cy="793440"/>
              </p14:xfrm>
            </p:contentPart>
          </mc:Choice>
          <mc:Fallback>
            <p:pic>
              <p:nvPicPr>
                <p:cNvPr id="171" name="Entrada de lápiz 170">
                  <a:extLst>
                    <a:ext uri="{FF2B5EF4-FFF2-40B4-BE49-F238E27FC236}">
                      <a16:creationId xmlns:a16="http://schemas.microsoft.com/office/drawing/2014/main" id="{82E08A45-533B-43D2-9D36-BCB723204E25}"/>
                    </a:ext>
                  </a:extLst>
                </p:cNvPr>
                <p:cNvPicPr/>
                <p:nvPr/>
              </p:nvPicPr>
              <p:blipFill>
                <a:blip r:embed="rId283"/>
                <a:stretch>
                  <a:fillRect/>
                </a:stretch>
              </p:blipFill>
              <p:spPr>
                <a:xfrm>
                  <a:off x="5020246" y="3194409"/>
                  <a:ext cx="153720" cy="8110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3" name="Entrada de lápiz 172">
                  <a:extLst>
                    <a:ext uri="{FF2B5EF4-FFF2-40B4-BE49-F238E27FC236}">
                      <a16:creationId xmlns:a16="http://schemas.microsoft.com/office/drawing/2014/main" id="{81823C81-899C-4F51-B318-3FD38492EF25}"/>
                    </a:ext>
                  </a:extLst>
                </p14:cNvPr>
                <p14:cNvContentPartPr/>
                <p14:nvPr/>
              </p14:nvContentPartPr>
              <p14:xfrm>
                <a:off x="3056086" y="4092249"/>
                <a:ext cx="2503800" cy="69480"/>
              </p14:xfrm>
            </p:contentPart>
          </mc:Choice>
          <mc:Fallback>
            <p:pic>
              <p:nvPicPr>
                <p:cNvPr id="173" name="Entrada de lápiz 172">
                  <a:extLst>
                    <a:ext uri="{FF2B5EF4-FFF2-40B4-BE49-F238E27FC236}">
                      <a16:creationId xmlns:a16="http://schemas.microsoft.com/office/drawing/2014/main" id="{81823C81-899C-4F51-B318-3FD38492EF25}"/>
                    </a:ext>
                  </a:extLst>
                </p:cNvPr>
                <p:cNvPicPr/>
                <p:nvPr/>
              </p:nvPicPr>
              <p:blipFill>
                <a:blip r:embed="rId285"/>
                <a:stretch>
                  <a:fillRect/>
                </a:stretch>
              </p:blipFill>
              <p:spPr>
                <a:xfrm>
                  <a:off x="3047086" y="4083249"/>
                  <a:ext cx="252144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5" name="Entrada de lápiz 174">
                  <a:extLst>
                    <a:ext uri="{FF2B5EF4-FFF2-40B4-BE49-F238E27FC236}">
                      <a16:creationId xmlns:a16="http://schemas.microsoft.com/office/drawing/2014/main" id="{83955480-E87E-490E-9FE6-007653E4CF12}"/>
                    </a:ext>
                  </a:extLst>
                </p14:cNvPr>
                <p14:cNvContentPartPr/>
                <p14:nvPr/>
              </p14:nvContentPartPr>
              <p14:xfrm>
                <a:off x="4132846" y="4260009"/>
                <a:ext cx="3600" cy="6840"/>
              </p14:xfrm>
            </p:contentPart>
          </mc:Choice>
          <mc:Fallback>
            <p:pic>
              <p:nvPicPr>
                <p:cNvPr id="175" name="Entrada de lápiz 174">
                  <a:extLst>
                    <a:ext uri="{FF2B5EF4-FFF2-40B4-BE49-F238E27FC236}">
                      <a16:creationId xmlns:a16="http://schemas.microsoft.com/office/drawing/2014/main" id="{83955480-E87E-490E-9FE6-007653E4CF12}"/>
                    </a:ext>
                  </a:extLst>
                </p:cNvPr>
                <p:cNvPicPr/>
                <p:nvPr/>
              </p:nvPicPr>
              <p:blipFill>
                <a:blip r:embed="rId287"/>
                <a:stretch>
                  <a:fillRect/>
                </a:stretch>
              </p:blipFill>
              <p:spPr>
                <a:xfrm>
                  <a:off x="4123846" y="4251009"/>
                  <a:ext cx="212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6" name="Entrada de lápiz 175">
                  <a:extLst>
                    <a:ext uri="{FF2B5EF4-FFF2-40B4-BE49-F238E27FC236}">
                      <a16:creationId xmlns:a16="http://schemas.microsoft.com/office/drawing/2014/main" id="{6EA57A3F-9F08-4266-B1CD-DC07B10CA675}"/>
                    </a:ext>
                  </a:extLst>
                </p14:cNvPr>
                <p14:cNvContentPartPr/>
                <p14:nvPr/>
              </p14:nvContentPartPr>
              <p14:xfrm>
                <a:off x="4132846" y="4260009"/>
                <a:ext cx="360" cy="360"/>
              </p14:xfrm>
            </p:contentPart>
          </mc:Choice>
          <mc:Fallback>
            <p:pic>
              <p:nvPicPr>
                <p:cNvPr id="176" name="Entrada de lápiz 175">
                  <a:extLst>
                    <a:ext uri="{FF2B5EF4-FFF2-40B4-BE49-F238E27FC236}">
                      <a16:creationId xmlns:a16="http://schemas.microsoft.com/office/drawing/2014/main" id="{6EA57A3F-9F08-4266-B1CD-DC07B10CA675}"/>
                    </a:ext>
                  </a:extLst>
                </p:cNvPr>
                <p:cNvPicPr/>
                <p:nvPr/>
              </p:nvPicPr>
              <p:blipFill>
                <a:blip r:embed="rId289"/>
                <a:stretch>
                  <a:fillRect/>
                </a:stretch>
              </p:blipFill>
              <p:spPr>
                <a:xfrm>
                  <a:off x="4123846" y="4251009"/>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7" name="Entrada de lápiz 176">
                  <a:extLst>
                    <a:ext uri="{FF2B5EF4-FFF2-40B4-BE49-F238E27FC236}">
                      <a16:creationId xmlns:a16="http://schemas.microsoft.com/office/drawing/2014/main" id="{A140AD17-A20B-4A10-A4EE-72F5A1AD90C6}"/>
                    </a:ext>
                  </a:extLst>
                </p14:cNvPr>
                <p14:cNvContentPartPr/>
                <p14:nvPr/>
              </p14:nvContentPartPr>
              <p14:xfrm>
                <a:off x="4123846" y="4245609"/>
                <a:ext cx="127440" cy="205920"/>
              </p14:xfrm>
            </p:contentPart>
          </mc:Choice>
          <mc:Fallback>
            <p:pic>
              <p:nvPicPr>
                <p:cNvPr id="177" name="Entrada de lápiz 176">
                  <a:extLst>
                    <a:ext uri="{FF2B5EF4-FFF2-40B4-BE49-F238E27FC236}">
                      <a16:creationId xmlns:a16="http://schemas.microsoft.com/office/drawing/2014/main" id="{A140AD17-A20B-4A10-A4EE-72F5A1AD90C6}"/>
                    </a:ext>
                  </a:extLst>
                </p:cNvPr>
                <p:cNvPicPr/>
                <p:nvPr/>
              </p:nvPicPr>
              <p:blipFill>
                <a:blip r:embed="rId291"/>
                <a:stretch>
                  <a:fillRect/>
                </a:stretch>
              </p:blipFill>
              <p:spPr>
                <a:xfrm>
                  <a:off x="4114846" y="4236609"/>
                  <a:ext cx="14508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8" name="Entrada de lápiz 177">
                  <a:extLst>
                    <a:ext uri="{FF2B5EF4-FFF2-40B4-BE49-F238E27FC236}">
                      <a16:creationId xmlns:a16="http://schemas.microsoft.com/office/drawing/2014/main" id="{9B9BEA13-ED54-4689-A41D-258004B4F72F}"/>
                    </a:ext>
                  </a:extLst>
                </p14:cNvPr>
                <p14:cNvContentPartPr/>
                <p14:nvPr/>
              </p14:nvContentPartPr>
              <p14:xfrm>
                <a:off x="4310686" y="4262889"/>
                <a:ext cx="91080" cy="171000"/>
              </p14:xfrm>
            </p:contentPart>
          </mc:Choice>
          <mc:Fallback>
            <p:pic>
              <p:nvPicPr>
                <p:cNvPr id="178" name="Entrada de lápiz 177">
                  <a:extLst>
                    <a:ext uri="{FF2B5EF4-FFF2-40B4-BE49-F238E27FC236}">
                      <a16:creationId xmlns:a16="http://schemas.microsoft.com/office/drawing/2014/main" id="{9B9BEA13-ED54-4689-A41D-258004B4F72F}"/>
                    </a:ext>
                  </a:extLst>
                </p:cNvPr>
                <p:cNvPicPr/>
                <p:nvPr/>
              </p:nvPicPr>
              <p:blipFill>
                <a:blip r:embed="rId293"/>
                <a:stretch>
                  <a:fillRect/>
                </a:stretch>
              </p:blipFill>
              <p:spPr>
                <a:xfrm>
                  <a:off x="4302046" y="4253889"/>
                  <a:ext cx="10872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0" name="Entrada de lápiz 179">
                  <a:extLst>
                    <a:ext uri="{FF2B5EF4-FFF2-40B4-BE49-F238E27FC236}">
                      <a16:creationId xmlns:a16="http://schemas.microsoft.com/office/drawing/2014/main" id="{2AF9FD87-6578-48D7-A4D8-A349EF62F56E}"/>
                    </a:ext>
                  </a:extLst>
                </p14:cNvPr>
                <p14:cNvContentPartPr/>
                <p14:nvPr/>
              </p14:nvContentPartPr>
              <p14:xfrm>
                <a:off x="4198006" y="4636929"/>
                <a:ext cx="111240" cy="146160"/>
              </p14:xfrm>
            </p:contentPart>
          </mc:Choice>
          <mc:Fallback>
            <p:pic>
              <p:nvPicPr>
                <p:cNvPr id="180" name="Entrada de lápiz 179">
                  <a:extLst>
                    <a:ext uri="{FF2B5EF4-FFF2-40B4-BE49-F238E27FC236}">
                      <a16:creationId xmlns:a16="http://schemas.microsoft.com/office/drawing/2014/main" id="{2AF9FD87-6578-48D7-A4D8-A349EF62F56E}"/>
                    </a:ext>
                  </a:extLst>
                </p:cNvPr>
                <p:cNvPicPr/>
                <p:nvPr/>
              </p:nvPicPr>
              <p:blipFill>
                <a:blip r:embed="rId295"/>
                <a:stretch>
                  <a:fillRect/>
                </a:stretch>
              </p:blipFill>
              <p:spPr>
                <a:xfrm>
                  <a:off x="4189366" y="4628289"/>
                  <a:ext cx="1288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1" name="Entrada de lápiz 180">
                  <a:extLst>
                    <a:ext uri="{FF2B5EF4-FFF2-40B4-BE49-F238E27FC236}">
                      <a16:creationId xmlns:a16="http://schemas.microsoft.com/office/drawing/2014/main" id="{863107DD-15A6-4FD1-8358-422B41620E90}"/>
                    </a:ext>
                  </a:extLst>
                </p14:cNvPr>
                <p14:cNvContentPartPr/>
                <p14:nvPr/>
              </p14:nvContentPartPr>
              <p14:xfrm>
                <a:off x="3934486" y="4175409"/>
                <a:ext cx="259560" cy="732960"/>
              </p14:xfrm>
            </p:contentPart>
          </mc:Choice>
          <mc:Fallback>
            <p:pic>
              <p:nvPicPr>
                <p:cNvPr id="181" name="Entrada de lápiz 180">
                  <a:extLst>
                    <a:ext uri="{FF2B5EF4-FFF2-40B4-BE49-F238E27FC236}">
                      <a16:creationId xmlns:a16="http://schemas.microsoft.com/office/drawing/2014/main" id="{863107DD-15A6-4FD1-8358-422B41620E90}"/>
                    </a:ext>
                  </a:extLst>
                </p:cNvPr>
                <p:cNvPicPr/>
                <p:nvPr/>
              </p:nvPicPr>
              <p:blipFill>
                <a:blip r:embed="rId297"/>
                <a:stretch>
                  <a:fillRect/>
                </a:stretch>
              </p:blipFill>
              <p:spPr>
                <a:xfrm>
                  <a:off x="3925846" y="4166769"/>
                  <a:ext cx="277200" cy="7506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2" name="Entrada de lápiz 181">
                  <a:extLst>
                    <a:ext uri="{FF2B5EF4-FFF2-40B4-BE49-F238E27FC236}">
                      <a16:creationId xmlns:a16="http://schemas.microsoft.com/office/drawing/2014/main" id="{9D4737DA-AE86-418A-B9F0-547197DDD9E7}"/>
                    </a:ext>
                  </a:extLst>
                </p14:cNvPr>
                <p14:cNvContentPartPr/>
                <p14:nvPr/>
              </p14:nvContentPartPr>
              <p14:xfrm>
                <a:off x="4450726" y="4204929"/>
                <a:ext cx="106560" cy="655200"/>
              </p14:xfrm>
            </p:contentPart>
          </mc:Choice>
          <mc:Fallback>
            <p:pic>
              <p:nvPicPr>
                <p:cNvPr id="182" name="Entrada de lápiz 181">
                  <a:extLst>
                    <a:ext uri="{FF2B5EF4-FFF2-40B4-BE49-F238E27FC236}">
                      <a16:creationId xmlns:a16="http://schemas.microsoft.com/office/drawing/2014/main" id="{9D4737DA-AE86-418A-B9F0-547197DDD9E7}"/>
                    </a:ext>
                  </a:extLst>
                </p:cNvPr>
                <p:cNvPicPr/>
                <p:nvPr/>
              </p:nvPicPr>
              <p:blipFill>
                <a:blip r:embed="rId299"/>
                <a:stretch>
                  <a:fillRect/>
                </a:stretch>
              </p:blipFill>
              <p:spPr>
                <a:xfrm>
                  <a:off x="4442086" y="4195929"/>
                  <a:ext cx="124200" cy="67284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96" name="Entrada de lápiz 195">
                  <a:extLst>
                    <a:ext uri="{FF2B5EF4-FFF2-40B4-BE49-F238E27FC236}">
                      <a16:creationId xmlns:a16="http://schemas.microsoft.com/office/drawing/2014/main" id="{6E0E7EAF-2829-4EAF-A1AF-B88E32AFA8BE}"/>
                    </a:ext>
                  </a:extLst>
                </p14:cNvPr>
                <p14:cNvContentPartPr/>
                <p14:nvPr/>
              </p14:nvContentPartPr>
              <p14:xfrm>
                <a:off x="5672566" y="3807849"/>
                <a:ext cx="136440" cy="6120"/>
              </p14:xfrm>
            </p:contentPart>
          </mc:Choice>
          <mc:Fallback>
            <p:pic>
              <p:nvPicPr>
                <p:cNvPr id="196" name="Entrada de lápiz 195">
                  <a:extLst>
                    <a:ext uri="{FF2B5EF4-FFF2-40B4-BE49-F238E27FC236}">
                      <a16:creationId xmlns:a16="http://schemas.microsoft.com/office/drawing/2014/main" id="{6E0E7EAF-2829-4EAF-A1AF-B88E32AFA8BE}"/>
                    </a:ext>
                  </a:extLst>
                </p:cNvPr>
                <p:cNvPicPr/>
                <p:nvPr/>
              </p:nvPicPr>
              <p:blipFill>
                <a:blip r:embed="rId301"/>
                <a:stretch>
                  <a:fillRect/>
                </a:stretch>
              </p:blipFill>
              <p:spPr>
                <a:xfrm>
                  <a:off x="5663926" y="3799209"/>
                  <a:ext cx="15408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97" name="Entrada de lápiz 196">
                  <a:extLst>
                    <a:ext uri="{FF2B5EF4-FFF2-40B4-BE49-F238E27FC236}">
                      <a16:creationId xmlns:a16="http://schemas.microsoft.com/office/drawing/2014/main" id="{82BBC7C5-12AC-4FA5-BEF0-B718A021ECBE}"/>
                    </a:ext>
                  </a:extLst>
                </p14:cNvPr>
                <p14:cNvContentPartPr/>
                <p14:nvPr/>
              </p14:nvContentPartPr>
              <p14:xfrm>
                <a:off x="5667526" y="3898929"/>
                <a:ext cx="136080" cy="12600"/>
              </p14:xfrm>
            </p:contentPart>
          </mc:Choice>
          <mc:Fallback>
            <p:pic>
              <p:nvPicPr>
                <p:cNvPr id="197" name="Entrada de lápiz 196">
                  <a:extLst>
                    <a:ext uri="{FF2B5EF4-FFF2-40B4-BE49-F238E27FC236}">
                      <a16:creationId xmlns:a16="http://schemas.microsoft.com/office/drawing/2014/main" id="{82BBC7C5-12AC-4FA5-BEF0-B718A021ECBE}"/>
                    </a:ext>
                  </a:extLst>
                </p:cNvPr>
                <p:cNvPicPr/>
                <p:nvPr/>
              </p:nvPicPr>
              <p:blipFill>
                <a:blip r:embed="rId303"/>
                <a:stretch>
                  <a:fillRect/>
                </a:stretch>
              </p:blipFill>
              <p:spPr>
                <a:xfrm>
                  <a:off x="5658886" y="3889929"/>
                  <a:ext cx="1537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210" name="Entrada de lápiz 209">
                  <a:extLst>
                    <a:ext uri="{FF2B5EF4-FFF2-40B4-BE49-F238E27FC236}">
                      <a16:creationId xmlns:a16="http://schemas.microsoft.com/office/drawing/2014/main" id="{514DAA69-FD0E-4A55-99C5-5590B0D7E9B8}"/>
                    </a:ext>
                  </a:extLst>
                </p14:cNvPr>
                <p14:cNvContentPartPr/>
                <p14:nvPr/>
              </p14:nvContentPartPr>
              <p14:xfrm>
                <a:off x="3757366" y="3644049"/>
                <a:ext cx="81720" cy="37440"/>
              </p14:xfrm>
            </p:contentPart>
          </mc:Choice>
          <mc:Fallback>
            <p:pic>
              <p:nvPicPr>
                <p:cNvPr id="210" name="Entrada de lápiz 209">
                  <a:extLst>
                    <a:ext uri="{FF2B5EF4-FFF2-40B4-BE49-F238E27FC236}">
                      <a16:creationId xmlns:a16="http://schemas.microsoft.com/office/drawing/2014/main" id="{514DAA69-FD0E-4A55-99C5-5590B0D7E9B8}"/>
                    </a:ext>
                  </a:extLst>
                </p:cNvPr>
                <p:cNvPicPr/>
                <p:nvPr/>
              </p:nvPicPr>
              <p:blipFill>
                <a:blip r:embed="rId305"/>
                <a:stretch>
                  <a:fillRect/>
                </a:stretch>
              </p:blipFill>
              <p:spPr>
                <a:xfrm>
                  <a:off x="3748726" y="3635049"/>
                  <a:ext cx="99360" cy="55080"/>
                </a:xfrm>
                <a:prstGeom prst="rect">
                  <a:avLst/>
                </a:prstGeom>
              </p:spPr>
            </p:pic>
          </mc:Fallback>
        </mc:AlternateContent>
      </p:grpSp>
      <p:grpSp>
        <p:nvGrpSpPr>
          <p:cNvPr id="229" name="Grupo 228">
            <a:extLst>
              <a:ext uri="{FF2B5EF4-FFF2-40B4-BE49-F238E27FC236}">
                <a16:creationId xmlns:a16="http://schemas.microsoft.com/office/drawing/2014/main" id="{9963D940-35D9-4A46-A3C8-F1A9AFA9440D}"/>
              </a:ext>
            </a:extLst>
          </p:cNvPr>
          <p:cNvGrpSpPr/>
          <p:nvPr/>
        </p:nvGrpSpPr>
        <p:grpSpPr>
          <a:xfrm>
            <a:off x="516286" y="5045529"/>
            <a:ext cx="2103840" cy="498240"/>
            <a:chOff x="516286" y="5045529"/>
            <a:chExt cx="2103840" cy="498240"/>
          </a:xfrm>
        </p:grpSpPr>
        <mc:AlternateContent xmlns:mc="http://schemas.openxmlformats.org/markup-compatibility/2006">
          <mc:Choice xmlns:p14="http://schemas.microsoft.com/office/powerpoint/2010/main" Requires="p14">
            <p:contentPart p14:bwMode="auto" r:id="rId306">
              <p14:nvContentPartPr>
                <p14:cNvPr id="212" name="Entrada de lápiz 211">
                  <a:extLst>
                    <a:ext uri="{FF2B5EF4-FFF2-40B4-BE49-F238E27FC236}">
                      <a16:creationId xmlns:a16="http://schemas.microsoft.com/office/drawing/2014/main" id="{046E011D-254C-4059-8151-74881E5ADD8F}"/>
                    </a:ext>
                  </a:extLst>
                </p14:cNvPr>
                <p14:cNvContentPartPr/>
                <p14:nvPr/>
              </p14:nvContentPartPr>
              <p14:xfrm>
                <a:off x="571006" y="5091609"/>
                <a:ext cx="221760" cy="28080"/>
              </p14:xfrm>
            </p:contentPart>
          </mc:Choice>
          <mc:Fallback>
            <p:pic>
              <p:nvPicPr>
                <p:cNvPr id="212" name="Entrada de lápiz 211">
                  <a:extLst>
                    <a:ext uri="{FF2B5EF4-FFF2-40B4-BE49-F238E27FC236}">
                      <a16:creationId xmlns:a16="http://schemas.microsoft.com/office/drawing/2014/main" id="{046E011D-254C-4059-8151-74881E5ADD8F}"/>
                    </a:ext>
                  </a:extLst>
                </p:cNvPr>
                <p:cNvPicPr/>
                <p:nvPr/>
              </p:nvPicPr>
              <p:blipFill>
                <a:blip r:embed="rId307"/>
                <a:stretch>
                  <a:fillRect/>
                </a:stretch>
              </p:blipFill>
              <p:spPr>
                <a:xfrm>
                  <a:off x="562006" y="5082969"/>
                  <a:ext cx="23940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213" name="Entrada de lápiz 212">
                  <a:extLst>
                    <a:ext uri="{FF2B5EF4-FFF2-40B4-BE49-F238E27FC236}">
                      <a16:creationId xmlns:a16="http://schemas.microsoft.com/office/drawing/2014/main" id="{1D6F4915-8316-45BE-9CF0-70C3983909EB}"/>
                    </a:ext>
                  </a:extLst>
                </p14:cNvPr>
                <p14:cNvContentPartPr/>
                <p14:nvPr/>
              </p14:nvContentPartPr>
              <p14:xfrm>
                <a:off x="516286" y="5110689"/>
                <a:ext cx="227880" cy="247320"/>
              </p14:xfrm>
            </p:contentPart>
          </mc:Choice>
          <mc:Fallback>
            <p:pic>
              <p:nvPicPr>
                <p:cNvPr id="213" name="Entrada de lápiz 212">
                  <a:extLst>
                    <a:ext uri="{FF2B5EF4-FFF2-40B4-BE49-F238E27FC236}">
                      <a16:creationId xmlns:a16="http://schemas.microsoft.com/office/drawing/2014/main" id="{1D6F4915-8316-45BE-9CF0-70C3983909EB}"/>
                    </a:ext>
                  </a:extLst>
                </p:cNvPr>
                <p:cNvPicPr/>
                <p:nvPr/>
              </p:nvPicPr>
              <p:blipFill>
                <a:blip r:embed="rId309"/>
                <a:stretch>
                  <a:fillRect/>
                </a:stretch>
              </p:blipFill>
              <p:spPr>
                <a:xfrm>
                  <a:off x="507286" y="5102049"/>
                  <a:ext cx="2455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214" name="Entrada de lápiz 213">
                  <a:extLst>
                    <a:ext uri="{FF2B5EF4-FFF2-40B4-BE49-F238E27FC236}">
                      <a16:creationId xmlns:a16="http://schemas.microsoft.com/office/drawing/2014/main" id="{6958F133-571C-4135-BE3E-5B644C744515}"/>
                    </a:ext>
                  </a:extLst>
                </p14:cNvPr>
                <p14:cNvContentPartPr/>
                <p14:nvPr/>
              </p14:nvContentPartPr>
              <p14:xfrm>
                <a:off x="531046" y="5252169"/>
                <a:ext cx="189000" cy="16560"/>
              </p14:xfrm>
            </p:contentPart>
          </mc:Choice>
          <mc:Fallback>
            <p:pic>
              <p:nvPicPr>
                <p:cNvPr id="214" name="Entrada de lápiz 213">
                  <a:extLst>
                    <a:ext uri="{FF2B5EF4-FFF2-40B4-BE49-F238E27FC236}">
                      <a16:creationId xmlns:a16="http://schemas.microsoft.com/office/drawing/2014/main" id="{6958F133-571C-4135-BE3E-5B644C744515}"/>
                    </a:ext>
                  </a:extLst>
                </p:cNvPr>
                <p:cNvPicPr/>
                <p:nvPr/>
              </p:nvPicPr>
              <p:blipFill>
                <a:blip r:embed="rId311"/>
                <a:stretch>
                  <a:fillRect/>
                </a:stretch>
              </p:blipFill>
              <p:spPr>
                <a:xfrm>
                  <a:off x="522046" y="5243169"/>
                  <a:ext cx="2066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16" name="Entrada de lápiz 215">
                  <a:extLst>
                    <a:ext uri="{FF2B5EF4-FFF2-40B4-BE49-F238E27FC236}">
                      <a16:creationId xmlns:a16="http://schemas.microsoft.com/office/drawing/2014/main" id="{23447BCA-6BC7-4173-B856-6706F6B34457}"/>
                    </a:ext>
                  </a:extLst>
                </p14:cNvPr>
                <p14:cNvContentPartPr/>
                <p14:nvPr/>
              </p14:nvContentPartPr>
              <p14:xfrm>
                <a:off x="959086" y="5083329"/>
                <a:ext cx="89640" cy="236880"/>
              </p14:xfrm>
            </p:contentPart>
          </mc:Choice>
          <mc:Fallback>
            <p:pic>
              <p:nvPicPr>
                <p:cNvPr id="216" name="Entrada de lápiz 215">
                  <a:extLst>
                    <a:ext uri="{FF2B5EF4-FFF2-40B4-BE49-F238E27FC236}">
                      <a16:creationId xmlns:a16="http://schemas.microsoft.com/office/drawing/2014/main" id="{23447BCA-6BC7-4173-B856-6706F6B34457}"/>
                    </a:ext>
                  </a:extLst>
                </p:cNvPr>
                <p:cNvPicPr/>
                <p:nvPr/>
              </p:nvPicPr>
              <p:blipFill>
                <a:blip r:embed="rId313"/>
                <a:stretch>
                  <a:fillRect/>
                </a:stretch>
              </p:blipFill>
              <p:spPr>
                <a:xfrm>
                  <a:off x="950086" y="5074689"/>
                  <a:ext cx="1072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17" name="Entrada de lápiz 216">
                  <a:extLst>
                    <a:ext uri="{FF2B5EF4-FFF2-40B4-BE49-F238E27FC236}">
                      <a16:creationId xmlns:a16="http://schemas.microsoft.com/office/drawing/2014/main" id="{AD5DDC51-3573-48CB-8E59-7F15506BFBBB}"/>
                    </a:ext>
                  </a:extLst>
                </p14:cNvPr>
                <p14:cNvContentPartPr/>
                <p14:nvPr/>
              </p14:nvContentPartPr>
              <p14:xfrm>
                <a:off x="1082926" y="5129769"/>
                <a:ext cx="127800" cy="144360"/>
              </p14:xfrm>
            </p:contentPart>
          </mc:Choice>
          <mc:Fallback>
            <p:pic>
              <p:nvPicPr>
                <p:cNvPr id="217" name="Entrada de lápiz 216">
                  <a:extLst>
                    <a:ext uri="{FF2B5EF4-FFF2-40B4-BE49-F238E27FC236}">
                      <a16:creationId xmlns:a16="http://schemas.microsoft.com/office/drawing/2014/main" id="{AD5DDC51-3573-48CB-8E59-7F15506BFBBB}"/>
                    </a:ext>
                  </a:extLst>
                </p:cNvPr>
                <p:cNvPicPr/>
                <p:nvPr/>
              </p:nvPicPr>
              <p:blipFill>
                <a:blip r:embed="rId315"/>
                <a:stretch>
                  <a:fillRect/>
                </a:stretch>
              </p:blipFill>
              <p:spPr>
                <a:xfrm>
                  <a:off x="1074286" y="5121129"/>
                  <a:ext cx="1454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18" name="Entrada de lápiz 217">
                  <a:extLst>
                    <a:ext uri="{FF2B5EF4-FFF2-40B4-BE49-F238E27FC236}">
                      <a16:creationId xmlns:a16="http://schemas.microsoft.com/office/drawing/2014/main" id="{611AECE6-AF0C-4FF1-9442-E7D8AD6CFFDD}"/>
                    </a:ext>
                  </a:extLst>
                </p14:cNvPr>
                <p14:cNvContentPartPr/>
                <p14:nvPr/>
              </p14:nvContentPartPr>
              <p14:xfrm>
                <a:off x="1084006" y="5127969"/>
                <a:ext cx="103680" cy="137880"/>
              </p14:xfrm>
            </p:contentPart>
          </mc:Choice>
          <mc:Fallback>
            <p:pic>
              <p:nvPicPr>
                <p:cNvPr id="218" name="Entrada de lápiz 217">
                  <a:extLst>
                    <a:ext uri="{FF2B5EF4-FFF2-40B4-BE49-F238E27FC236}">
                      <a16:creationId xmlns:a16="http://schemas.microsoft.com/office/drawing/2014/main" id="{611AECE6-AF0C-4FF1-9442-E7D8AD6CFFDD}"/>
                    </a:ext>
                  </a:extLst>
                </p:cNvPr>
                <p:cNvPicPr/>
                <p:nvPr/>
              </p:nvPicPr>
              <p:blipFill>
                <a:blip r:embed="rId317"/>
                <a:stretch>
                  <a:fillRect/>
                </a:stretch>
              </p:blipFill>
              <p:spPr>
                <a:xfrm>
                  <a:off x="1075006" y="5118969"/>
                  <a:ext cx="12132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19" name="Entrada de lápiz 218">
                  <a:extLst>
                    <a:ext uri="{FF2B5EF4-FFF2-40B4-BE49-F238E27FC236}">
                      <a16:creationId xmlns:a16="http://schemas.microsoft.com/office/drawing/2014/main" id="{B840F585-9113-4931-A621-2109D99ABD87}"/>
                    </a:ext>
                  </a:extLst>
                </p14:cNvPr>
                <p14:cNvContentPartPr/>
                <p14:nvPr/>
              </p14:nvContentPartPr>
              <p14:xfrm>
                <a:off x="1265086" y="5045529"/>
                <a:ext cx="52920" cy="228600"/>
              </p14:xfrm>
            </p:contentPart>
          </mc:Choice>
          <mc:Fallback>
            <p:pic>
              <p:nvPicPr>
                <p:cNvPr id="219" name="Entrada de lápiz 218">
                  <a:extLst>
                    <a:ext uri="{FF2B5EF4-FFF2-40B4-BE49-F238E27FC236}">
                      <a16:creationId xmlns:a16="http://schemas.microsoft.com/office/drawing/2014/main" id="{B840F585-9113-4931-A621-2109D99ABD87}"/>
                    </a:ext>
                  </a:extLst>
                </p:cNvPr>
                <p:cNvPicPr/>
                <p:nvPr/>
              </p:nvPicPr>
              <p:blipFill>
                <a:blip r:embed="rId319"/>
                <a:stretch>
                  <a:fillRect/>
                </a:stretch>
              </p:blipFill>
              <p:spPr>
                <a:xfrm>
                  <a:off x="1256446" y="5036529"/>
                  <a:ext cx="705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20" name="Entrada de lápiz 219">
                  <a:extLst>
                    <a:ext uri="{FF2B5EF4-FFF2-40B4-BE49-F238E27FC236}">
                      <a16:creationId xmlns:a16="http://schemas.microsoft.com/office/drawing/2014/main" id="{5BE826D5-3886-4EA7-8F0A-A2A8A2985A4A}"/>
                    </a:ext>
                  </a:extLst>
                </p14:cNvPr>
                <p14:cNvContentPartPr/>
                <p14:nvPr/>
              </p14:nvContentPartPr>
              <p14:xfrm>
                <a:off x="1447606" y="5116449"/>
                <a:ext cx="110880" cy="9720"/>
              </p14:xfrm>
            </p:contentPart>
          </mc:Choice>
          <mc:Fallback>
            <p:pic>
              <p:nvPicPr>
                <p:cNvPr id="220" name="Entrada de lápiz 219">
                  <a:extLst>
                    <a:ext uri="{FF2B5EF4-FFF2-40B4-BE49-F238E27FC236}">
                      <a16:creationId xmlns:a16="http://schemas.microsoft.com/office/drawing/2014/main" id="{5BE826D5-3886-4EA7-8F0A-A2A8A2985A4A}"/>
                    </a:ext>
                  </a:extLst>
                </p:cNvPr>
                <p:cNvPicPr/>
                <p:nvPr/>
              </p:nvPicPr>
              <p:blipFill>
                <a:blip r:embed="rId321"/>
                <a:stretch>
                  <a:fillRect/>
                </a:stretch>
              </p:blipFill>
              <p:spPr>
                <a:xfrm>
                  <a:off x="1438606" y="5107809"/>
                  <a:ext cx="1285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21" name="Entrada de lápiz 220">
                  <a:extLst>
                    <a:ext uri="{FF2B5EF4-FFF2-40B4-BE49-F238E27FC236}">
                      <a16:creationId xmlns:a16="http://schemas.microsoft.com/office/drawing/2014/main" id="{B68E3125-F718-49D6-B41F-D54DBDF29D78}"/>
                    </a:ext>
                  </a:extLst>
                </p14:cNvPr>
                <p14:cNvContentPartPr/>
                <p14:nvPr/>
              </p14:nvContentPartPr>
              <p14:xfrm>
                <a:off x="1459126" y="5197089"/>
                <a:ext cx="113040" cy="17280"/>
              </p14:xfrm>
            </p:contentPart>
          </mc:Choice>
          <mc:Fallback>
            <p:pic>
              <p:nvPicPr>
                <p:cNvPr id="221" name="Entrada de lápiz 220">
                  <a:extLst>
                    <a:ext uri="{FF2B5EF4-FFF2-40B4-BE49-F238E27FC236}">
                      <a16:creationId xmlns:a16="http://schemas.microsoft.com/office/drawing/2014/main" id="{B68E3125-F718-49D6-B41F-D54DBDF29D78}"/>
                    </a:ext>
                  </a:extLst>
                </p:cNvPr>
                <p:cNvPicPr/>
                <p:nvPr/>
              </p:nvPicPr>
              <p:blipFill>
                <a:blip r:embed="rId323"/>
                <a:stretch>
                  <a:fillRect/>
                </a:stretch>
              </p:blipFill>
              <p:spPr>
                <a:xfrm>
                  <a:off x="1450126" y="5188089"/>
                  <a:ext cx="13068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22" name="Entrada de lápiz 221">
                  <a:extLst>
                    <a:ext uri="{FF2B5EF4-FFF2-40B4-BE49-F238E27FC236}">
                      <a16:creationId xmlns:a16="http://schemas.microsoft.com/office/drawing/2014/main" id="{4E2A7BDC-6D70-4F40-A0C8-AF1A93A0C6A2}"/>
                    </a:ext>
                  </a:extLst>
                </p14:cNvPr>
                <p14:cNvContentPartPr/>
                <p14:nvPr/>
              </p14:nvContentPartPr>
              <p14:xfrm>
                <a:off x="1667566" y="5109609"/>
                <a:ext cx="204840" cy="184320"/>
              </p14:xfrm>
            </p:contentPart>
          </mc:Choice>
          <mc:Fallback>
            <p:pic>
              <p:nvPicPr>
                <p:cNvPr id="222" name="Entrada de lápiz 221">
                  <a:extLst>
                    <a:ext uri="{FF2B5EF4-FFF2-40B4-BE49-F238E27FC236}">
                      <a16:creationId xmlns:a16="http://schemas.microsoft.com/office/drawing/2014/main" id="{4E2A7BDC-6D70-4F40-A0C8-AF1A93A0C6A2}"/>
                    </a:ext>
                  </a:extLst>
                </p:cNvPr>
                <p:cNvPicPr/>
                <p:nvPr/>
              </p:nvPicPr>
              <p:blipFill>
                <a:blip r:embed="rId325"/>
                <a:stretch>
                  <a:fillRect/>
                </a:stretch>
              </p:blipFill>
              <p:spPr>
                <a:xfrm>
                  <a:off x="1658926" y="5100969"/>
                  <a:ext cx="22248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23" name="Entrada de lápiz 222">
                  <a:extLst>
                    <a:ext uri="{FF2B5EF4-FFF2-40B4-BE49-F238E27FC236}">
                      <a16:creationId xmlns:a16="http://schemas.microsoft.com/office/drawing/2014/main" id="{CB39A94F-B949-4D1E-899A-607B237E77D1}"/>
                    </a:ext>
                  </a:extLst>
                </p14:cNvPr>
                <p14:cNvContentPartPr/>
                <p14:nvPr/>
              </p14:nvContentPartPr>
              <p14:xfrm>
                <a:off x="1907686" y="5106009"/>
                <a:ext cx="41760" cy="162000"/>
              </p14:xfrm>
            </p:contentPart>
          </mc:Choice>
          <mc:Fallback>
            <p:pic>
              <p:nvPicPr>
                <p:cNvPr id="223" name="Entrada de lápiz 222">
                  <a:extLst>
                    <a:ext uri="{FF2B5EF4-FFF2-40B4-BE49-F238E27FC236}">
                      <a16:creationId xmlns:a16="http://schemas.microsoft.com/office/drawing/2014/main" id="{CB39A94F-B949-4D1E-899A-607B237E77D1}"/>
                    </a:ext>
                  </a:extLst>
                </p:cNvPr>
                <p:cNvPicPr/>
                <p:nvPr/>
              </p:nvPicPr>
              <p:blipFill>
                <a:blip r:embed="rId327"/>
                <a:stretch>
                  <a:fillRect/>
                </a:stretch>
              </p:blipFill>
              <p:spPr>
                <a:xfrm>
                  <a:off x="1899046" y="5097369"/>
                  <a:ext cx="594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24" name="Entrada de lápiz 223">
                  <a:extLst>
                    <a:ext uri="{FF2B5EF4-FFF2-40B4-BE49-F238E27FC236}">
                      <a16:creationId xmlns:a16="http://schemas.microsoft.com/office/drawing/2014/main" id="{53D5975A-BE9F-4C3D-B34D-86E6614540EC}"/>
                    </a:ext>
                  </a:extLst>
                </p14:cNvPr>
                <p14:cNvContentPartPr/>
                <p14:nvPr/>
              </p14:nvContentPartPr>
              <p14:xfrm>
                <a:off x="1949806" y="5076849"/>
                <a:ext cx="151920" cy="173880"/>
              </p14:xfrm>
            </p:contentPart>
          </mc:Choice>
          <mc:Fallback>
            <p:pic>
              <p:nvPicPr>
                <p:cNvPr id="224" name="Entrada de lápiz 223">
                  <a:extLst>
                    <a:ext uri="{FF2B5EF4-FFF2-40B4-BE49-F238E27FC236}">
                      <a16:creationId xmlns:a16="http://schemas.microsoft.com/office/drawing/2014/main" id="{53D5975A-BE9F-4C3D-B34D-86E6614540EC}"/>
                    </a:ext>
                  </a:extLst>
                </p:cNvPr>
                <p:cNvPicPr/>
                <p:nvPr/>
              </p:nvPicPr>
              <p:blipFill>
                <a:blip r:embed="rId329"/>
                <a:stretch>
                  <a:fillRect/>
                </a:stretch>
              </p:blipFill>
              <p:spPr>
                <a:xfrm>
                  <a:off x="1941166" y="5067849"/>
                  <a:ext cx="16956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25" name="Entrada de lápiz 224">
                  <a:extLst>
                    <a:ext uri="{FF2B5EF4-FFF2-40B4-BE49-F238E27FC236}">
                      <a16:creationId xmlns:a16="http://schemas.microsoft.com/office/drawing/2014/main" id="{0FA9B233-241C-4AEA-B8DC-113F7DA6DE74}"/>
                    </a:ext>
                  </a:extLst>
                </p14:cNvPr>
                <p14:cNvContentPartPr/>
                <p14:nvPr/>
              </p14:nvContentPartPr>
              <p14:xfrm>
                <a:off x="1666846" y="5304009"/>
                <a:ext cx="586800" cy="15120"/>
              </p14:xfrm>
            </p:contentPart>
          </mc:Choice>
          <mc:Fallback>
            <p:pic>
              <p:nvPicPr>
                <p:cNvPr id="225" name="Entrada de lápiz 224">
                  <a:extLst>
                    <a:ext uri="{FF2B5EF4-FFF2-40B4-BE49-F238E27FC236}">
                      <a16:creationId xmlns:a16="http://schemas.microsoft.com/office/drawing/2014/main" id="{0FA9B233-241C-4AEA-B8DC-113F7DA6DE74}"/>
                    </a:ext>
                  </a:extLst>
                </p:cNvPr>
                <p:cNvPicPr/>
                <p:nvPr/>
              </p:nvPicPr>
              <p:blipFill>
                <a:blip r:embed="rId331"/>
                <a:stretch>
                  <a:fillRect/>
                </a:stretch>
              </p:blipFill>
              <p:spPr>
                <a:xfrm>
                  <a:off x="1658206" y="5295009"/>
                  <a:ext cx="6044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26" name="Entrada de lápiz 225">
                  <a:extLst>
                    <a:ext uri="{FF2B5EF4-FFF2-40B4-BE49-F238E27FC236}">
                      <a16:creationId xmlns:a16="http://schemas.microsoft.com/office/drawing/2014/main" id="{E0FE42CC-ACA9-44B0-8A52-D2264E5A5DAB}"/>
                    </a:ext>
                  </a:extLst>
                </p14:cNvPr>
                <p14:cNvContentPartPr/>
                <p14:nvPr/>
              </p14:nvContentPartPr>
              <p14:xfrm>
                <a:off x="1795726" y="5394009"/>
                <a:ext cx="244080" cy="149760"/>
              </p14:xfrm>
            </p:contentPart>
          </mc:Choice>
          <mc:Fallback>
            <p:pic>
              <p:nvPicPr>
                <p:cNvPr id="226" name="Entrada de lápiz 225">
                  <a:extLst>
                    <a:ext uri="{FF2B5EF4-FFF2-40B4-BE49-F238E27FC236}">
                      <a16:creationId xmlns:a16="http://schemas.microsoft.com/office/drawing/2014/main" id="{E0FE42CC-ACA9-44B0-8A52-D2264E5A5DAB}"/>
                    </a:ext>
                  </a:extLst>
                </p:cNvPr>
                <p:cNvPicPr/>
                <p:nvPr/>
              </p:nvPicPr>
              <p:blipFill>
                <a:blip r:embed="rId333"/>
                <a:stretch>
                  <a:fillRect/>
                </a:stretch>
              </p:blipFill>
              <p:spPr>
                <a:xfrm>
                  <a:off x="1787086" y="5385369"/>
                  <a:ext cx="26172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27" name="Entrada de lápiz 226">
                  <a:extLst>
                    <a:ext uri="{FF2B5EF4-FFF2-40B4-BE49-F238E27FC236}">
                      <a16:creationId xmlns:a16="http://schemas.microsoft.com/office/drawing/2014/main" id="{C830A8A5-69D6-4BC4-910A-8D3790A47C0C}"/>
                    </a:ext>
                  </a:extLst>
                </p14:cNvPr>
                <p14:cNvContentPartPr/>
                <p14:nvPr/>
              </p14:nvContentPartPr>
              <p14:xfrm>
                <a:off x="2412406" y="5168289"/>
                <a:ext cx="156240" cy="10080"/>
              </p14:xfrm>
            </p:contentPart>
          </mc:Choice>
          <mc:Fallback>
            <p:pic>
              <p:nvPicPr>
                <p:cNvPr id="227" name="Entrada de lápiz 226">
                  <a:extLst>
                    <a:ext uri="{FF2B5EF4-FFF2-40B4-BE49-F238E27FC236}">
                      <a16:creationId xmlns:a16="http://schemas.microsoft.com/office/drawing/2014/main" id="{C830A8A5-69D6-4BC4-910A-8D3790A47C0C}"/>
                    </a:ext>
                  </a:extLst>
                </p:cNvPr>
                <p:cNvPicPr/>
                <p:nvPr/>
              </p:nvPicPr>
              <p:blipFill>
                <a:blip r:embed="rId335"/>
                <a:stretch>
                  <a:fillRect/>
                </a:stretch>
              </p:blipFill>
              <p:spPr>
                <a:xfrm>
                  <a:off x="2403766" y="5159649"/>
                  <a:ext cx="1738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28" name="Entrada de lápiz 227">
                  <a:extLst>
                    <a:ext uri="{FF2B5EF4-FFF2-40B4-BE49-F238E27FC236}">
                      <a16:creationId xmlns:a16="http://schemas.microsoft.com/office/drawing/2014/main" id="{FFE7F9FA-4CB2-4FB4-872C-DFBBE824EF9F}"/>
                    </a:ext>
                  </a:extLst>
                </p14:cNvPr>
                <p14:cNvContentPartPr/>
                <p14:nvPr/>
              </p14:nvContentPartPr>
              <p14:xfrm>
                <a:off x="2422846" y="5239569"/>
                <a:ext cx="197280" cy="4320"/>
              </p14:xfrm>
            </p:contentPart>
          </mc:Choice>
          <mc:Fallback>
            <p:pic>
              <p:nvPicPr>
                <p:cNvPr id="228" name="Entrada de lápiz 227">
                  <a:extLst>
                    <a:ext uri="{FF2B5EF4-FFF2-40B4-BE49-F238E27FC236}">
                      <a16:creationId xmlns:a16="http://schemas.microsoft.com/office/drawing/2014/main" id="{FFE7F9FA-4CB2-4FB4-872C-DFBBE824EF9F}"/>
                    </a:ext>
                  </a:extLst>
                </p:cNvPr>
                <p:cNvPicPr/>
                <p:nvPr/>
              </p:nvPicPr>
              <p:blipFill>
                <a:blip r:embed="rId337"/>
                <a:stretch>
                  <a:fillRect/>
                </a:stretch>
              </p:blipFill>
              <p:spPr>
                <a:xfrm>
                  <a:off x="2414206" y="5230929"/>
                  <a:ext cx="214920" cy="21960"/>
                </a:xfrm>
                <a:prstGeom prst="rect">
                  <a:avLst/>
                </a:prstGeom>
              </p:spPr>
            </p:pic>
          </mc:Fallback>
        </mc:AlternateContent>
      </p:grpSp>
      <p:grpSp>
        <p:nvGrpSpPr>
          <p:cNvPr id="246" name="Grupo 245">
            <a:extLst>
              <a:ext uri="{FF2B5EF4-FFF2-40B4-BE49-F238E27FC236}">
                <a16:creationId xmlns:a16="http://schemas.microsoft.com/office/drawing/2014/main" id="{A3854870-C344-4F11-94D9-2D3A1BFF688A}"/>
              </a:ext>
            </a:extLst>
          </p:cNvPr>
          <p:cNvGrpSpPr/>
          <p:nvPr/>
        </p:nvGrpSpPr>
        <p:grpSpPr>
          <a:xfrm>
            <a:off x="2835766" y="5161089"/>
            <a:ext cx="1669680" cy="630000"/>
            <a:chOff x="2835766" y="5161089"/>
            <a:chExt cx="1669680" cy="630000"/>
          </a:xfrm>
        </p:grpSpPr>
        <mc:AlternateContent xmlns:mc="http://schemas.openxmlformats.org/markup-compatibility/2006">
          <mc:Choice xmlns:p14="http://schemas.microsoft.com/office/powerpoint/2010/main" Requires="p14">
            <p:contentPart p14:bwMode="auto" r:id="rId338">
              <p14:nvContentPartPr>
                <p14:cNvPr id="233" name="Entrada de lápiz 232">
                  <a:extLst>
                    <a:ext uri="{FF2B5EF4-FFF2-40B4-BE49-F238E27FC236}">
                      <a16:creationId xmlns:a16="http://schemas.microsoft.com/office/drawing/2014/main" id="{F59BCD62-39C3-4300-BE8E-C933CA570E13}"/>
                    </a:ext>
                  </a:extLst>
                </p14:cNvPr>
                <p14:cNvContentPartPr/>
                <p14:nvPr/>
              </p14:nvContentPartPr>
              <p14:xfrm>
                <a:off x="2859166" y="5162889"/>
                <a:ext cx="156960" cy="235800"/>
              </p14:xfrm>
            </p:contentPart>
          </mc:Choice>
          <mc:Fallback>
            <p:pic>
              <p:nvPicPr>
                <p:cNvPr id="233" name="Entrada de lápiz 232">
                  <a:extLst>
                    <a:ext uri="{FF2B5EF4-FFF2-40B4-BE49-F238E27FC236}">
                      <a16:creationId xmlns:a16="http://schemas.microsoft.com/office/drawing/2014/main" id="{F59BCD62-39C3-4300-BE8E-C933CA570E13}"/>
                    </a:ext>
                  </a:extLst>
                </p:cNvPr>
                <p:cNvPicPr/>
                <p:nvPr/>
              </p:nvPicPr>
              <p:blipFill>
                <a:blip r:embed="rId339"/>
                <a:stretch>
                  <a:fillRect/>
                </a:stretch>
              </p:blipFill>
              <p:spPr>
                <a:xfrm>
                  <a:off x="2850166" y="5153889"/>
                  <a:ext cx="17460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34" name="Entrada de lápiz 233">
                  <a:extLst>
                    <a:ext uri="{FF2B5EF4-FFF2-40B4-BE49-F238E27FC236}">
                      <a16:creationId xmlns:a16="http://schemas.microsoft.com/office/drawing/2014/main" id="{2C9045F8-0BAF-4F65-B0B9-2E8E7B9173A3}"/>
                    </a:ext>
                  </a:extLst>
                </p14:cNvPr>
                <p14:cNvContentPartPr/>
                <p14:nvPr/>
              </p14:nvContentPartPr>
              <p14:xfrm>
                <a:off x="3132046" y="5250009"/>
                <a:ext cx="54360" cy="17280"/>
              </p14:xfrm>
            </p:contentPart>
          </mc:Choice>
          <mc:Fallback>
            <p:pic>
              <p:nvPicPr>
                <p:cNvPr id="234" name="Entrada de lápiz 233">
                  <a:extLst>
                    <a:ext uri="{FF2B5EF4-FFF2-40B4-BE49-F238E27FC236}">
                      <a16:creationId xmlns:a16="http://schemas.microsoft.com/office/drawing/2014/main" id="{2C9045F8-0BAF-4F65-B0B9-2E8E7B9173A3}"/>
                    </a:ext>
                  </a:extLst>
                </p:cNvPr>
                <p:cNvPicPr/>
                <p:nvPr/>
              </p:nvPicPr>
              <p:blipFill>
                <a:blip r:embed="rId341"/>
                <a:stretch>
                  <a:fillRect/>
                </a:stretch>
              </p:blipFill>
              <p:spPr>
                <a:xfrm>
                  <a:off x="3123406" y="5241369"/>
                  <a:ext cx="7200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36" name="Entrada de lápiz 235">
                  <a:extLst>
                    <a:ext uri="{FF2B5EF4-FFF2-40B4-BE49-F238E27FC236}">
                      <a16:creationId xmlns:a16="http://schemas.microsoft.com/office/drawing/2014/main" id="{931F1F6B-0DC4-4357-86F3-C4A4FAB5952E}"/>
                    </a:ext>
                  </a:extLst>
                </p14:cNvPr>
                <p14:cNvContentPartPr/>
                <p14:nvPr/>
              </p14:nvContentPartPr>
              <p14:xfrm>
                <a:off x="3388006" y="5161089"/>
                <a:ext cx="100440" cy="185760"/>
              </p14:xfrm>
            </p:contentPart>
          </mc:Choice>
          <mc:Fallback>
            <p:pic>
              <p:nvPicPr>
                <p:cNvPr id="236" name="Entrada de lápiz 235">
                  <a:extLst>
                    <a:ext uri="{FF2B5EF4-FFF2-40B4-BE49-F238E27FC236}">
                      <a16:creationId xmlns:a16="http://schemas.microsoft.com/office/drawing/2014/main" id="{931F1F6B-0DC4-4357-86F3-C4A4FAB5952E}"/>
                    </a:ext>
                  </a:extLst>
                </p:cNvPr>
                <p:cNvPicPr/>
                <p:nvPr/>
              </p:nvPicPr>
              <p:blipFill>
                <a:blip r:embed="rId343"/>
                <a:stretch>
                  <a:fillRect/>
                </a:stretch>
              </p:blipFill>
              <p:spPr>
                <a:xfrm>
                  <a:off x="3379006" y="5152089"/>
                  <a:ext cx="11808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37" name="Entrada de lápiz 236">
                  <a:extLst>
                    <a:ext uri="{FF2B5EF4-FFF2-40B4-BE49-F238E27FC236}">
                      <a16:creationId xmlns:a16="http://schemas.microsoft.com/office/drawing/2014/main" id="{FC5FD157-EF8D-4C8E-92AC-7A3DB3110D23}"/>
                    </a:ext>
                  </a:extLst>
                </p14:cNvPr>
                <p14:cNvContentPartPr/>
                <p14:nvPr/>
              </p14:nvContentPartPr>
              <p14:xfrm>
                <a:off x="3538486" y="5169009"/>
                <a:ext cx="147960" cy="135360"/>
              </p14:xfrm>
            </p:contentPart>
          </mc:Choice>
          <mc:Fallback>
            <p:pic>
              <p:nvPicPr>
                <p:cNvPr id="237" name="Entrada de lápiz 236">
                  <a:extLst>
                    <a:ext uri="{FF2B5EF4-FFF2-40B4-BE49-F238E27FC236}">
                      <a16:creationId xmlns:a16="http://schemas.microsoft.com/office/drawing/2014/main" id="{FC5FD157-EF8D-4C8E-92AC-7A3DB3110D23}"/>
                    </a:ext>
                  </a:extLst>
                </p:cNvPr>
                <p:cNvPicPr/>
                <p:nvPr/>
              </p:nvPicPr>
              <p:blipFill>
                <a:blip r:embed="rId345"/>
                <a:stretch>
                  <a:fillRect/>
                </a:stretch>
              </p:blipFill>
              <p:spPr>
                <a:xfrm>
                  <a:off x="3529486" y="5160009"/>
                  <a:ext cx="16560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38" name="Entrada de lápiz 237">
                  <a:extLst>
                    <a:ext uri="{FF2B5EF4-FFF2-40B4-BE49-F238E27FC236}">
                      <a16:creationId xmlns:a16="http://schemas.microsoft.com/office/drawing/2014/main" id="{7DE7EF25-7BA7-4A36-9845-740477D78F83}"/>
                    </a:ext>
                  </a:extLst>
                </p14:cNvPr>
                <p14:cNvContentPartPr/>
                <p14:nvPr/>
              </p14:nvContentPartPr>
              <p14:xfrm>
                <a:off x="2835766" y="5486169"/>
                <a:ext cx="1001160" cy="35640"/>
              </p14:xfrm>
            </p:contentPart>
          </mc:Choice>
          <mc:Fallback>
            <p:pic>
              <p:nvPicPr>
                <p:cNvPr id="238" name="Entrada de lápiz 237">
                  <a:extLst>
                    <a:ext uri="{FF2B5EF4-FFF2-40B4-BE49-F238E27FC236}">
                      <a16:creationId xmlns:a16="http://schemas.microsoft.com/office/drawing/2014/main" id="{7DE7EF25-7BA7-4A36-9845-740477D78F83}"/>
                    </a:ext>
                  </a:extLst>
                </p:cNvPr>
                <p:cNvPicPr/>
                <p:nvPr/>
              </p:nvPicPr>
              <p:blipFill>
                <a:blip r:embed="rId347"/>
                <a:stretch>
                  <a:fillRect/>
                </a:stretch>
              </p:blipFill>
              <p:spPr>
                <a:xfrm>
                  <a:off x="2827126" y="5477169"/>
                  <a:ext cx="101880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39" name="Entrada de lápiz 238">
                  <a:extLst>
                    <a:ext uri="{FF2B5EF4-FFF2-40B4-BE49-F238E27FC236}">
                      <a16:creationId xmlns:a16="http://schemas.microsoft.com/office/drawing/2014/main" id="{BC80B801-0F65-4EC9-9BF9-1B4EFCF4B386}"/>
                    </a:ext>
                  </a:extLst>
                </p14:cNvPr>
                <p14:cNvContentPartPr/>
                <p14:nvPr/>
              </p14:nvContentPartPr>
              <p14:xfrm>
                <a:off x="3215206" y="5612529"/>
                <a:ext cx="168840" cy="173520"/>
              </p14:xfrm>
            </p:contentPart>
          </mc:Choice>
          <mc:Fallback>
            <p:pic>
              <p:nvPicPr>
                <p:cNvPr id="239" name="Entrada de lápiz 238">
                  <a:extLst>
                    <a:ext uri="{FF2B5EF4-FFF2-40B4-BE49-F238E27FC236}">
                      <a16:creationId xmlns:a16="http://schemas.microsoft.com/office/drawing/2014/main" id="{BC80B801-0F65-4EC9-9BF9-1B4EFCF4B386}"/>
                    </a:ext>
                  </a:extLst>
                </p:cNvPr>
                <p:cNvPicPr/>
                <p:nvPr/>
              </p:nvPicPr>
              <p:blipFill>
                <a:blip r:embed="rId349"/>
                <a:stretch>
                  <a:fillRect/>
                </a:stretch>
              </p:blipFill>
              <p:spPr>
                <a:xfrm>
                  <a:off x="3206206" y="5603889"/>
                  <a:ext cx="18648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40" name="Entrada de lápiz 239">
                  <a:extLst>
                    <a:ext uri="{FF2B5EF4-FFF2-40B4-BE49-F238E27FC236}">
                      <a16:creationId xmlns:a16="http://schemas.microsoft.com/office/drawing/2014/main" id="{9AFB10EE-6B9B-423D-8AD8-82674AFBD211}"/>
                    </a:ext>
                  </a:extLst>
                </p14:cNvPr>
                <p14:cNvContentPartPr/>
                <p14:nvPr/>
              </p14:nvContentPartPr>
              <p14:xfrm>
                <a:off x="3476206" y="5595969"/>
                <a:ext cx="89280" cy="195120"/>
              </p14:xfrm>
            </p:contentPart>
          </mc:Choice>
          <mc:Fallback>
            <p:pic>
              <p:nvPicPr>
                <p:cNvPr id="240" name="Entrada de lápiz 239">
                  <a:extLst>
                    <a:ext uri="{FF2B5EF4-FFF2-40B4-BE49-F238E27FC236}">
                      <a16:creationId xmlns:a16="http://schemas.microsoft.com/office/drawing/2014/main" id="{9AFB10EE-6B9B-423D-8AD8-82674AFBD211}"/>
                    </a:ext>
                  </a:extLst>
                </p:cNvPr>
                <p:cNvPicPr/>
                <p:nvPr/>
              </p:nvPicPr>
              <p:blipFill>
                <a:blip r:embed="rId351"/>
                <a:stretch>
                  <a:fillRect/>
                </a:stretch>
              </p:blipFill>
              <p:spPr>
                <a:xfrm>
                  <a:off x="3467206" y="5586969"/>
                  <a:ext cx="10692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41" name="Entrada de lápiz 240">
                  <a:extLst>
                    <a:ext uri="{FF2B5EF4-FFF2-40B4-BE49-F238E27FC236}">
                      <a16:creationId xmlns:a16="http://schemas.microsoft.com/office/drawing/2014/main" id="{FF617281-165E-4026-AF66-442858ECC636}"/>
                    </a:ext>
                  </a:extLst>
                </p14:cNvPr>
                <p14:cNvContentPartPr/>
                <p14:nvPr/>
              </p14:nvContentPartPr>
              <p14:xfrm>
                <a:off x="4018006" y="5410209"/>
                <a:ext cx="129960" cy="360"/>
              </p14:xfrm>
            </p:contentPart>
          </mc:Choice>
          <mc:Fallback>
            <p:pic>
              <p:nvPicPr>
                <p:cNvPr id="241" name="Entrada de lápiz 240">
                  <a:extLst>
                    <a:ext uri="{FF2B5EF4-FFF2-40B4-BE49-F238E27FC236}">
                      <a16:creationId xmlns:a16="http://schemas.microsoft.com/office/drawing/2014/main" id="{FF617281-165E-4026-AF66-442858ECC636}"/>
                    </a:ext>
                  </a:extLst>
                </p:cNvPr>
                <p:cNvPicPr/>
                <p:nvPr/>
              </p:nvPicPr>
              <p:blipFill>
                <a:blip r:embed="rId353"/>
                <a:stretch>
                  <a:fillRect/>
                </a:stretch>
              </p:blipFill>
              <p:spPr>
                <a:xfrm>
                  <a:off x="4009006" y="5401569"/>
                  <a:ext cx="1476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42" name="Entrada de lápiz 241">
                  <a:extLst>
                    <a:ext uri="{FF2B5EF4-FFF2-40B4-BE49-F238E27FC236}">
                      <a16:creationId xmlns:a16="http://schemas.microsoft.com/office/drawing/2014/main" id="{99D2AAE6-EB20-47F0-B00D-74E2D6C2C296}"/>
                    </a:ext>
                  </a:extLst>
                </p14:cNvPr>
                <p14:cNvContentPartPr/>
                <p14:nvPr/>
              </p14:nvContentPartPr>
              <p14:xfrm>
                <a:off x="4063366" y="5462409"/>
                <a:ext cx="134280" cy="18360"/>
              </p14:xfrm>
            </p:contentPart>
          </mc:Choice>
          <mc:Fallback>
            <p:pic>
              <p:nvPicPr>
                <p:cNvPr id="242" name="Entrada de lápiz 241">
                  <a:extLst>
                    <a:ext uri="{FF2B5EF4-FFF2-40B4-BE49-F238E27FC236}">
                      <a16:creationId xmlns:a16="http://schemas.microsoft.com/office/drawing/2014/main" id="{99D2AAE6-EB20-47F0-B00D-74E2D6C2C296}"/>
                    </a:ext>
                  </a:extLst>
                </p:cNvPr>
                <p:cNvPicPr/>
                <p:nvPr/>
              </p:nvPicPr>
              <p:blipFill>
                <a:blip r:embed="rId355"/>
                <a:stretch>
                  <a:fillRect/>
                </a:stretch>
              </p:blipFill>
              <p:spPr>
                <a:xfrm>
                  <a:off x="4054366" y="5453409"/>
                  <a:ext cx="1519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43" name="Entrada de lápiz 242">
                  <a:extLst>
                    <a:ext uri="{FF2B5EF4-FFF2-40B4-BE49-F238E27FC236}">
                      <a16:creationId xmlns:a16="http://schemas.microsoft.com/office/drawing/2014/main" id="{FFC1F3DB-BF33-4623-8013-D9DE9464F464}"/>
                    </a:ext>
                  </a:extLst>
                </p14:cNvPr>
                <p14:cNvContentPartPr/>
                <p14:nvPr/>
              </p14:nvContentPartPr>
              <p14:xfrm>
                <a:off x="4323286" y="5261169"/>
                <a:ext cx="182160" cy="197640"/>
              </p14:xfrm>
            </p:contentPart>
          </mc:Choice>
          <mc:Fallback>
            <p:pic>
              <p:nvPicPr>
                <p:cNvPr id="243" name="Entrada de lápiz 242">
                  <a:extLst>
                    <a:ext uri="{FF2B5EF4-FFF2-40B4-BE49-F238E27FC236}">
                      <a16:creationId xmlns:a16="http://schemas.microsoft.com/office/drawing/2014/main" id="{FFC1F3DB-BF33-4623-8013-D9DE9464F464}"/>
                    </a:ext>
                  </a:extLst>
                </p:cNvPr>
                <p:cNvPicPr/>
                <p:nvPr/>
              </p:nvPicPr>
              <p:blipFill>
                <a:blip r:embed="rId357"/>
                <a:stretch>
                  <a:fillRect/>
                </a:stretch>
              </p:blipFill>
              <p:spPr>
                <a:xfrm>
                  <a:off x="4314646" y="5252529"/>
                  <a:ext cx="19980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45" name="Entrada de lápiz 244">
                  <a:extLst>
                    <a:ext uri="{FF2B5EF4-FFF2-40B4-BE49-F238E27FC236}">
                      <a16:creationId xmlns:a16="http://schemas.microsoft.com/office/drawing/2014/main" id="{57EFAABA-2AD2-4E41-B58A-590017B93D57}"/>
                    </a:ext>
                  </a:extLst>
                </p14:cNvPr>
                <p14:cNvContentPartPr/>
                <p14:nvPr/>
              </p14:nvContentPartPr>
              <p14:xfrm>
                <a:off x="4150486" y="5518209"/>
                <a:ext cx="323640" cy="124560"/>
              </p14:xfrm>
            </p:contentPart>
          </mc:Choice>
          <mc:Fallback>
            <p:pic>
              <p:nvPicPr>
                <p:cNvPr id="245" name="Entrada de lápiz 244">
                  <a:extLst>
                    <a:ext uri="{FF2B5EF4-FFF2-40B4-BE49-F238E27FC236}">
                      <a16:creationId xmlns:a16="http://schemas.microsoft.com/office/drawing/2014/main" id="{57EFAABA-2AD2-4E41-B58A-590017B93D57}"/>
                    </a:ext>
                  </a:extLst>
                </p:cNvPr>
                <p:cNvPicPr/>
                <p:nvPr/>
              </p:nvPicPr>
              <p:blipFill>
                <a:blip r:embed="rId359"/>
                <a:stretch>
                  <a:fillRect/>
                </a:stretch>
              </p:blipFill>
              <p:spPr>
                <a:xfrm>
                  <a:off x="4141846" y="5509569"/>
                  <a:ext cx="341280" cy="142200"/>
                </a:xfrm>
                <a:prstGeom prst="rect">
                  <a:avLst/>
                </a:prstGeom>
              </p:spPr>
            </p:pic>
          </mc:Fallback>
        </mc:AlternateContent>
      </p:grpSp>
    </p:spTree>
    <p:extLst>
      <p:ext uri="{BB962C8B-B14F-4D97-AF65-F5344CB8AC3E}">
        <p14:creationId xmlns:p14="http://schemas.microsoft.com/office/powerpoint/2010/main" val="1736764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D22612F0-2083-4B1D-A1F0-25C9F121C825}"/>
              </a:ext>
            </a:extLst>
          </p:cNvPr>
          <p:cNvGrpSpPr/>
          <p:nvPr/>
        </p:nvGrpSpPr>
        <p:grpSpPr>
          <a:xfrm>
            <a:off x="916606" y="2252621"/>
            <a:ext cx="1090440" cy="279360"/>
            <a:chOff x="916606" y="2252621"/>
            <a:chExt cx="1090440" cy="279360"/>
          </a:xfrm>
        </p:grpSpPr>
        <mc:AlternateContent xmlns:mc="http://schemas.openxmlformats.org/markup-compatibility/2006">
          <mc:Choice xmlns:p14="http://schemas.microsoft.com/office/powerpoint/2010/main" Requires="p14">
            <p:contentPart p14:bwMode="auto" r:id="rId2">
              <p14:nvContentPartPr>
                <p14:cNvPr id="6" name="Entrada de lápiz 5">
                  <a:extLst>
                    <a:ext uri="{FF2B5EF4-FFF2-40B4-BE49-F238E27FC236}">
                      <a16:creationId xmlns:a16="http://schemas.microsoft.com/office/drawing/2014/main" id="{B98AD391-DE4B-4C45-85B2-24F2E3D6212F}"/>
                    </a:ext>
                  </a:extLst>
                </p14:cNvPr>
                <p14:cNvContentPartPr/>
                <p14:nvPr/>
              </p14:nvContentPartPr>
              <p14:xfrm>
                <a:off x="916606" y="2252621"/>
                <a:ext cx="253800" cy="279360"/>
              </p14:xfrm>
            </p:contentPart>
          </mc:Choice>
          <mc:Fallback>
            <p:pic>
              <p:nvPicPr>
                <p:cNvPr id="6" name="Entrada de lápiz 5">
                  <a:extLst>
                    <a:ext uri="{FF2B5EF4-FFF2-40B4-BE49-F238E27FC236}">
                      <a16:creationId xmlns:a16="http://schemas.microsoft.com/office/drawing/2014/main" id="{B98AD391-DE4B-4C45-85B2-24F2E3D6212F}"/>
                    </a:ext>
                  </a:extLst>
                </p:cNvPr>
                <p:cNvPicPr/>
                <p:nvPr/>
              </p:nvPicPr>
              <p:blipFill>
                <a:blip r:embed="rId3"/>
                <a:stretch>
                  <a:fillRect/>
                </a:stretch>
              </p:blipFill>
              <p:spPr>
                <a:xfrm>
                  <a:off x="907606" y="2243621"/>
                  <a:ext cx="27144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Entrada de lápiz 6">
                  <a:extLst>
                    <a:ext uri="{FF2B5EF4-FFF2-40B4-BE49-F238E27FC236}">
                      <a16:creationId xmlns:a16="http://schemas.microsoft.com/office/drawing/2014/main" id="{14D980CA-AE39-4636-B614-F8CE50E4E931}"/>
                    </a:ext>
                  </a:extLst>
                </p14:cNvPr>
                <p14:cNvContentPartPr/>
                <p14:nvPr/>
              </p14:nvContentPartPr>
              <p14:xfrm>
                <a:off x="1284166" y="2318861"/>
                <a:ext cx="116280" cy="7920"/>
              </p14:xfrm>
            </p:contentPart>
          </mc:Choice>
          <mc:Fallback>
            <p:pic>
              <p:nvPicPr>
                <p:cNvPr id="7" name="Entrada de lápiz 6">
                  <a:extLst>
                    <a:ext uri="{FF2B5EF4-FFF2-40B4-BE49-F238E27FC236}">
                      <a16:creationId xmlns:a16="http://schemas.microsoft.com/office/drawing/2014/main" id="{14D980CA-AE39-4636-B614-F8CE50E4E931}"/>
                    </a:ext>
                  </a:extLst>
                </p:cNvPr>
                <p:cNvPicPr/>
                <p:nvPr/>
              </p:nvPicPr>
              <p:blipFill>
                <a:blip r:embed="rId5"/>
                <a:stretch>
                  <a:fillRect/>
                </a:stretch>
              </p:blipFill>
              <p:spPr>
                <a:xfrm>
                  <a:off x="1275166" y="2310221"/>
                  <a:ext cx="1339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Entrada de lápiz 7">
                  <a:extLst>
                    <a:ext uri="{FF2B5EF4-FFF2-40B4-BE49-F238E27FC236}">
                      <a16:creationId xmlns:a16="http://schemas.microsoft.com/office/drawing/2014/main" id="{7BB693D3-B29A-402C-AC0C-79B86EAE7325}"/>
                    </a:ext>
                  </a:extLst>
                </p14:cNvPr>
                <p14:cNvContentPartPr/>
                <p14:nvPr/>
              </p14:nvContentPartPr>
              <p14:xfrm>
                <a:off x="1312606" y="2397701"/>
                <a:ext cx="149040" cy="17280"/>
              </p14:xfrm>
            </p:contentPart>
          </mc:Choice>
          <mc:Fallback>
            <p:pic>
              <p:nvPicPr>
                <p:cNvPr id="8" name="Entrada de lápiz 7">
                  <a:extLst>
                    <a:ext uri="{FF2B5EF4-FFF2-40B4-BE49-F238E27FC236}">
                      <a16:creationId xmlns:a16="http://schemas.microsoft.com/office/drawing/2014/main" id="{7BB693D3-B29A-402C-AC0C-79B86EAE7325}"/>
                    </a:ext>
                  </a:extLst>
                </p:cNvPr>
                <p:cNvPicPr/>
                <p:nvPr/>
              </p:nvPicPr>
              <p:blipFill>
                <a:blip r:embed="rId7"/>
                <a:stretch>
                  <a:fillRect/>
                </a:stretch>
              </p:blipFill>
              <p:spPr>
                <a:xfrm>
                  <a:off x="1303606" y="2388701"/>
                  <a:ext cx="16668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Entrada de lápiz 8">
                  <a:extLst>
                    <a:ext uri="{FF2B5EF4-FFF2-40B4-BE49-F238E27FC236}">
                      <a16:creationId xmlns:a16="http://schemas.microsoft.com/office/drawing/2014/main" id="{89C72D83-5E9A-4A3A-976F-7C9896ABFFBA}"/>
                    </a:ext>
                  </a:extLst>
                </p14:cNvPr>
                <p14:cNvContentPartPr/>
                <p14:nvPr/>
              </p14:nvContentPartPr>
              <p14:xfrm>
                <a:off x="1586566" y="2274221"/>
                <a:ext cx="138960" cy="233640"/>
              </p14:xfrm>
            </p:contentPart>
          </mc:Choice>
          <mc:Fallback>
            <p:pic>
              <p:nvPicPr>
                <p:cNvPr id="9" name="Entrada de lápiz 8">
                  <a:extLst>
                    <a:ext uri="{FF2B5EF4-FFF2-40B4-BE49-F238E27FC236}">
                      <a16:creationId xmlns:a16="http://schemas.microsoft.com/office/drawing/2014/main" id="{89C72D83-5E9A-4A3A-976F-7C9896ABFFBA}"/>
                    </a:ext>
                  </a:extLst>
                </p:cNvPr>
                <p:cNvPicPr/>
                <p:nvPr/>
              </p:nvPicPr>
              <p:blipFill>
                <a:blip r:embed="rId9"/>
                <a:stretch>
                  <a:fillRect/>
                </a:stretch>
              </p:blipFill>
              <p:spPr>
                <a:xfrm>
                  <a:off x="1577566" y="2265581"/>
                  <a:ext cx="1566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Entrada de lápiz 9">
                  <a:extLst>
                    <a:ext uri="{FF2B5EF4-FFF2-40B4-BE49-F238E27FC236}">
                      <a16:creationId xmlns:a16="http://schemas.microsoft.com/office/drawing/2014/main" id="{82E7BD93-D6B2-4106-92B6-A08DD11FA679}"/>
                    </a:ext>
                  </a:extLst>
                </p14:cNvPr>
                <p14:cNvContentPartPr/>
                <p14:nvPr/>
              </p14:nvContentPartPr>
              <p14:xfrm>
                <a:off x="1833166" y="2279981"/>
                <a:ext cx="173880" cy="211680"/>
              </p14:xfrm>
            </p:contentPart>
          </mc:Choice>
          <mc:Fallback>
            <p:pic>
              <p:nvPicPr>
                <p:cNvPr id="10" name="Entrada de lápiz 9">
                  <a:extLst>
                    <a:ext uri="{FF2B5EF4-FFF2-40B4-BE49-F238E27FC236}">
                      <a16:creationId xmlns:a16="http://schemas.microsoft.com/office/drawing/2014/main" id="{82E7BD93-D6B2-4106-92B6-A08DD11FA679}"/>
                    </a:ext>
                  </a:extLst>
                </p:cNvPr>
                <p:cNvPicPr/>
                <p:nvPr/>
              </p:nvPicPr>
              <p:blipFill>
                <a:blip r:embed="rId11"/>
                <a:stretch>
                  <a:fillRect/>
                </a:stretch>
              </p:blipFill>
              <p:spPr>
                <a:xfrm>
                  <a:off x="1824526" y="2271341"/>
                  <a:ext cx="191520" cy="229320"/>
                </a:xfrm>
                <a:prstGeom prst="rect">
                  <a:avLst/>
                </a:prstGeom>
              </p:spPr>
            </p:pic>
          </mc:Fallback>
        </mc:AlternateContent>
      </p:grpSp>
      <p:grpSp>
        <p:nvGrpSpPr>
          <p:cNvPr id="15" name="Grupo 14">
            <a:extLst>
              <a:ext uri="{FF2B5EF4-FFF2-40B4-BE49-F238E27FC236}">
                <a16:creationId xmlns:a16="http://schemas.microsoft.com/office/drawing/2014/main" id="{E7C74860-54BA-4DA7-9378-955B64A1E388}"/>
              </a:ext>
            </a:extLst>
          </p:cNvPr>
          <p:cNvGrpSpPr/>
          <p:nvPr/>
        </p:nvGrpSpPr>
        <p:grpSpPr>
          <a:xfrm>
            <a:off x="3614446" y="2207981"/>
            <a:ext cx="486000" cy="201240"/>
            <a:chOff x="3614446" y="2207981"/>
            <a:chExt cx="486000" cy="201240"/>
          </a:xfrm>
        </p:grpSpPr>
        <mc:AlternateContent xmlns:mc="http://schemas.openxmlformats.org/markup-compatibility/2006">
          <mc:Choice xmlns:p14="http://schemas.microsoft.com/office/powerpoint/2010/main" Requires="p14">
            <p:contentPart p14:bwMode="auto" r:id="rId12">
              <p14:nvContentPartPr>
                <p14:cNvPr id="12" name="Entrada de lápiz 11">
                  <a:extLst>
                    <a:ext uri="{FF2B5EF4-FFF2-40B4-BE49-F238E27FC236}">
                      <a16:creationId xmlns:a16="http://schemas.microsoft.com/office/drawing/2014/main" id="{18B1B6F4-659E-402D-B0C8-1661A4D0C0A6}"/>
                    </a:ext>
                  </a:extLst>
                </p14:cNvPr>
                <p14:cNvContentPartPr/>
                <p14:nvPr/>
              </p14:nvContentPartPr>
              <p14:xfrm>
                <a:off x="3614446" y="2207981"/>
                <a:ext cx="253080" cy="201240"/>
              </p14:xfrm>
            </p:contentPart>
          </mc:Choice>
          <mc:Fallback>
            <p:pic>
              <p:nvPicPr>
                <p:cNvPr id="12" name="Entrada de lápiz 11">
                  <a:extLst>
                    <a:ext uri="{FF2B5EF4-FFF2-40B4-BE49-F238E27FC236}">
                      <a16:creationId xmlns:a16="http://schemas.microsoft.com/office/drawing/2014/main" id="{18B1B6F4-659E-402D-B0C8-1661A4D0C0A6}"/>
                    </a:ext>
                  </a:extLst>
                </p:cNvPr>
                <p:cNvPicPr/>
                <p:nvPr/>
              </p:nvPicPr>
              <p:blipFill>
                <a:blip r:embed="rId13"/>
                <a:stretch>
                  <a:fillRect/>
                </a:stretch>
              </p:blipFill>
              <p:spPr>
                <a:xfrm>
                  <a:off x="3605446" y="2199341"/>
                  <a:ext cx="2707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Entrada de lápiz 12">
                  <a:extLst>
                    <a:ext uri="{FF2B5EF4-FFF2-40B4-BE49-F238E27FC236}">
                      <a16:creationId xmlns:a16="http://schemas.microsoft.com/office/drawing/2014/main" id="{1A5BABC0-D388-42E5-9D72-FFD18248083D}"/>
                    </a:ext>
                  </a:extLst>
                </p14:cNvPr>
                <p14:cNvContentPartPr/>
                <p14:nvPr/>
              </p14:nvContentPartPr>
              <p14:xfrm>
                <a:off x="3949246" y="2278181"/>
                <a:ext cx="118440" cy="5040"/>
              </p14:xfrm>
            </p:contentPart>
          </mc:Choice>
          <mc:Fallback>
            <p:pic>
              <p:nvPicPr>
                <p:cNvPr id="13" name="Entrada de lápiz 12">
                  <a:extLst>
                    <a:ext uri="{FF2B5EF4-FFF2-40B4-BE49-F238E27FC236}">
                      <a16:creationId xmlns:a16="http://schemas.microsoft.com/office/drawing/2014/main" id="{1A5BABC0-D388-42E5-9D72-FFD18248083D}"/>
                    </a:ext>
                  </a:extLst>
                </p:cNvPr>
                <p:cNvPicPr/>
                <p:nvPr/>
              </p:nvPicPr>
              <p:blipFill>
                <a:blip r:embed="rId15"/>
                <a:stretch>
                  <a:fillRect/>
                </a:stretch>
              </p:blipFill>
              <p:spPr>
                <a:xfrm>
                  <a:off x="3940606" y="2269181"/>
                  <a:ext cx="13608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Entrada de lápiz 13">
                  <a:extLst>
                    <a:ext uri="{FF2B5EF4-FFF2-40B4-BE49-F238E27FC236}">
                      <a16:creationId xmlns:a16="http://schemas.microsoft.com/office/drawing/2014/main" id="{9E36572C-0B23-458A-AF17-C8335BD8FBBF}"/>
                    </a:ext>
                  </a:extLst>
                </p14:cNvPr>
                <p14:cNvContentPartPr/>
                <p14:nvPr/>
              </p14:nvContentPartPr>
              <p14:xfrm>
                <a:off x="3962206" y="2363501"/>
                <a:ext cx="138240" cy="13680"/>
              </p14:xfrm>
            </p:contentPart>
          </mc:Choice>
          <mc:Fallback>
            <p:pic>
              <p:nvPicPr>
                <p:cNvPr id="14" name="Entrada de lápiz 13">
                  <a:extLst>
                    <a:ext uri="{FF2B5EF4-FFF2-40B4-BE49-F238E27FC236}">
                      <a16:creationId xmlns:a16="http://schemas.microsoft.com/office/drawing/2014/main" id="{9E36572C-0B23-458A-AF17-C8335BD8FBBF}"/>
                    </a:ext>
                  </a:extLst>
                </p:cNvPr>
                <p:cNvPicPr/>
                <p:nvPr/>
              </p:nvPicPr>
              <p:blipFill>
                <a:blip r:embed="rId17"/>
                <a:stretch>
                  <a:fillRect/>
                </a:stretch>
              </p:blipFill>
              <p:spPr>
                <a:xfrm>
                  <a:off x="3953206" y="2354501"/>
                  <a:ext cx="155880" cy="31320"/>
                </a:xfrm>
                <a:prstGeom prst="rect">
                  <a:avLst/>
                </a:prstGeom>
              </p:spPr>
            </p:pic>
          </mc:Fallback>
        </mc:AlternateContent>
      </p:grpSp>
      <p:grpSp>
        <p:nvGrpSpPr>
          <p:cNvPr id="18" name="Grupo 17">
            <a:extLst>
              <a:ext uri="{FF2B5EF4-FFF2-40B4-BE49-F238E27FC236}">
                <a16:creationId xmlns:a16="http://schemas.microsoft.com/office/drawing/2014/main" id="{4A543527-6A03-4CD6-A904-2F819499E836}"/>
              </a:ext>
            </a:extLst>
          </p:cNvPr>
          <p:cNvGrpSpPr/>
          <p:nvPr/>
        </p:nvGrpSpPr>
        <p:grpSpPr>
          <a:xfrm>
            <a:off x="4294126" y="2135621"/>
            <a:ext cx="292320" cy="299880"/>
            <a:chOff x="4294126" y="2135621"/>
            <a:chExt cx="292320" cy="299880"/>
          </a:xfrm>
        </p:grpSpPr>
        <mc:AlternateContent xmlns:mc="http://schemas.openxmlformats.org/markup-compatibility/2006">
          <mc:Choice xmlns:p14="http://schemas.microsoft.com/office/powerpoint/2010/main" Requires="p14">
            <p:contentPart p14:bwMode="auto" r:id="rId18">
              <p14:nvContentPartPr>
                <p14:cNvPr id="16" name="Entrada de lápiz 15">
                  <a:extLst>
                    <a:ext uri="{FF2B5EF4-FFF2-40B4-BE49-F238E27FC236}">
                      <a16:creationId xmlns:a16="http://schemas.microsoft.com/office/drawing/2014/main" id="{247CB8B0-1349-4717-8556-0FDBBAAF31B7}"/>
                    </a:ext>
                  </a:extLst>
                </p14:cNvPr>
                <p14:cNvContentPartPr/>
                <p14:nvPr/>
              </p14:nvContentPartPr>
              <p14:xfrm>
                <a:off x="4294126" y="2135621"/>
                <a:ext cx="192960" cy="153000"/>
              </p14:xfrm>
            </p:contentPart>
          </mc:Choice>
          <mc:Fallback>
            <p:pic>
              <p:nvPicPr>
                <p:cNvPr id="16" name="Entrada de lápiz 15">
                  <a:extLst>
                    <a:ext uri="{FF2B5EF4-FFF2-40B4-BE49-F238E27FC236}">
                      <a16:creationId xmlns:a16="http://schemas.microsoft.com/office/drawing/2014/main" id="{247CB8B0-1349-4717-8556-0FDBBAAF31B7}"/>
                    </a:ext>
                  </a:extLst>
                </p:cNvPr>
                <p:cNvPicPr/>
                <p:nvPr/>
              </p:nvPicPr>
              <p:blipFill>
                <a:blip r:embed="rId19"/>
                <a:stretch>
                  <a:fillRect/>
                </a:stretch>
              </p:blipFill>
              <p:spPr>
                <a:xfrm>
                  <a:off x="4285486" y="2126621"/>
                  <a:ext cx="21060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Entrada de lápiz 16">
                  <a:extLst>
                    <a:ext uri="{FF2B5EF4-FFF2-40B4-BE49-F238E27FC236}">
                      <a16:creationId xmlns:a16="http://schemas.microsoft.com/office/drawing/2014/main" id="{6BEF77C1-412D-4E70-9444-3757186B0FF3}"/>
                    </a:ext>
                  </a:extLst>
                </p14:cNvPr>
                <p14:cNvContentPartPr/>
                <p14:nvPr/>
              </p14:nvContentPartPr>
              <p14:xfrm>
                <a:off x="4341286" y="2196821"/>
                <a:ext cx="245160" cy="238680"/>
              </p14:xfrm>
            </p:contentPart>
          </mc:Choice>
          <mc:Fallback>
            <p:pic>
              <p:nvPicPr>
                <p:cNvPr id="17" name="Entrada de lápiz 16">
                  <a:extLst>
                    <a:ext uri="{FF2B5EF4-FFF2-40B4-BE49-F238E27FC236}">
                      <a16:creationId xmlns:a16="http://schemas.microsoft.com/office/drawing/2014/main" id="{6BEF77C1-412D-4E70-9444-3757186B0FF3}"/>
                    </a:ext>
                  </a:extLst>
                </p:cNvPr>
                <p:cNvPicPr/>
                <p:nvPr/>
              </p:nvPicPr>
              <p:blipFill>
                <a:blip r:embed="rId21"/>
                <a:stretch>
                  <a:fillRect/>
                </a:stretch>
              </p:blipFill>
              <p:spPr>
                <a:xfrm>
                  <a:off x="4332646" y="2187821"/>
                  <a:ext cx="262800" cy="256320"/>
                </a:xfrm>
                <a:prstGeom prst="rect">
                  <a:avLst/>
                </a:prstGeom>
              </p:spPr>
            </p:pic>
          </mc:Fallback>
        </mc:AlternateContent>
      </p:grpSp>
      <p:grpSp>
        <p:nvGrpSpPr>
          <p:cNvPr id="25" name="Grupo 24">
            <a:extLst>
              <a:ext uri="{FF2B5EF4-FFF2-40B4-BE49-F238E27FC236}">
                <a16:creationId xmlns:a16="http://schemas.microsoft.com/office/drawing/2014/main" id="{1EBA767C-008F-4AD4-BAA1-359A55E55B9F}"/>
              </a:ext>
            </a:extLst>
          </p:cNvPr>
          <p:cNvGrpSpPr/>
          <p:nvPr/>
        </p:nvGrpSpPr>
        <p:grpSpPr>
          <a:xfrm>
            <a:off x="6092326" y="2020061"/>
            <a:ext cx="844560" cy="348480"/>
            <a:chOff x="6092326" y="2020061"/>
            <a:chExt cx="844560" cy="348480"/>
          </a:xfrm>
        </p:grpSpPr>
        <mc:AlternateContent xmlns:mc="http://schemas.openxmlformats.org/markup-compatibility/2006">
          <mc:Choice xmlns:p14="http://schemas.microsoft.com/office/powerpoint/2010/main" Requires="p14">
            <p:contentPart p14:bwMode="auto" r:id="rId22">
              <p14:nvContentPartPr>
                <p14:cNvPr id="19" name="Entrada de lápiz 18">
                  <a:extLst>
                    <a:ext uri="{FF2B5EF4-FFF2-40B4-BE49-F238E27FC236}">
                      <a16:creationId xmlns:a16="http://schemas.microsoft.com/office/drawing/2014/main" id="{1DC1607C-B051-434F-9080-1F6D08120030}"/>
                    </a:ext>
                  </a:extLst>
                </p14:cNvPr>
                <p14:cNvContentPartPr/>
                <p14:nvPr/>
              </p14:nvContentPartPr>
              <p14:xfrm>
                <a:off x="6092326" y="2086661"/>
                <a:ext cx="80280" cy="281880"/>
              </p14:xfrm>
            </p:contentPart>
          </mc:Choice>
          <mc:Fallback>
            <p:pic>
              <p:nvPicPr>
                <p:cNvPr id="19" name="Entrada de lápiz 18">
                  <a:extLst>
                    <a:ext uri="{FF2B5EF4-FFF2-40B4-BE49-F238E27FC236}">
                      <a16:creationId xmlns:a16="http://schemas.microsoft.com/office/drawing/2014/main" id="{1DC1607C-B051-434F-9080-1F6D08120030}"/>
                    </a:ext>
                  </a:extLst>
                </p:cNvPr>
                <p:cNvPicPr/>
                <p:nvPr/>
              </p:nvPicPr>
              <p:blipFill>
                <a:blip r:embed="rId23"/>
                <a:stretch>
                  <a:fillRect/>
                </a:stretch>
              </p:blipFill>
              <p:spPr>
                <a:xfrm>
                  <a:off x="6083326" y="2078021"/>
                  <a:ext cx="9792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Entrada de lápiz 19">
                  <a:extLst>
                    <a:ext uri="{FF2B5EF4-FFF2-40B4-BE49-F238E27FC236}">
                      <a16:creationId xmlns:a16="http://schemas.microsoft.com/office/drawing/2014/main" id="{7B9BB7A1-1AD0-4468-8B2C-0F3F1D1A5B10}"/>
                    </a:ext>
                  </a:extLst>
                </p14:cNvPr>
                <p14:cNvContentPartPr/>
                <p14:nvPr/>
              </p14:nvContentPartPr>
              <p14:xfrm>
                <a:off x="6158566" y="2099981"/>
                <a:ext cx="235440" cy="210600"/>
              </p14:xfrm>
            </p:contentPart>
          </mc:Choice>
          <mc:Fallback>
            <p:pic>
              <p:nvPicPr>
                <p:cNvPr id="20" name="Entrada de lápiz 19">
                  <a:extLst>
                    <a:ext uri="{FF2B5EF4-FFF2-40B4-BE49-F238E27FC236}">
                      <a16:creationId xmlns:a16="http://schemas.microsoft.com/office/drawing/2014/main" id="{7B9BB7A1-1AD0-4468-8B2C-0F3F1D1A5B10}"/>
                    </a:ext>
                  </a:extLst>
                </p:cNvPr>
                <p:cNvPicPr/>
                <p:nvPr/>
              </p:nvPicPr>
              <p:blipFill>
                <a:blip r:embed="rId25"/>
                <a:stretch>
                  <a:fillRect/>
                </a:stretch>
              </p:blipFill>
              <p:spPr>
                <a:xfrm>
                  <a:off x="6149566" y="2091341"/>
                  <a:ext cx="2530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Entrada de lápiz 20">
                  <a:extLst>
                    <a:ext uri="{FF2B5EF4-FFF2-40B4-BE49-F238E27FC236}">
                      <a16:creationId xmlns:a16="http://schemas.microsoft.com/office/drawing/2014/main" id="{B2AC87C8-9117-4052-A779-107974FED4E5}"/>
                    </a:ext>
                  </a:extLst>
                </p14:cNvPr>
                <p14:cNvContentPartPr/>
                <p14:nvPr/>
              </p14:nvContentPartPr>
              <p14:xfrm>
                <a:off x="6482926" y="2163341"/>
                <a:ext cx="129960" cy="2160"/>
              </p14:xfrm>
            </p:contentPart>
          </mc:Choice>
          <mc:Fallback>
            <p:pic>
              <p:nvPicPr>
                <p:cNvPr id="21" name="Entrada de lápiz 20">
                  <a:extLst>
                    <a:ext uri="{FF2B5EF4-FFF2-40B4-BE49-F238E27FC236}">
                      <a16:creationId xmlns:a16="http://schemas.microsoft.com/office/drawing/2014/main" id="{B2AC87C8-9117-4052-A779-107974FED4E5}"/>
                    </a:ext>
                  </a:extLst>
                </p:cNvPr>
                <p:cNvPicPr/>
                <p:nvPr/>
              </p:nvPicPr>
              <p:blipFill>
                <a:blip r:embed="rId27"/>
                <a:stretch>
                  <a:fillRect/>
                </a:stretch>
              </p:blipFill>
              <p:spPr>
                <a:xfrm>
                  <a:off x="6474286" y="2154701"/>
                  <a:ext cx="1476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Entrada de lápiz 21">
                  <a:extLst>
                    <a:ext uri="{FF2B5EF4-FFF2-40B4-BE49-F238E27FC236}">
                      <a16:creationId xmlns:a16="http://schemas.microsoft.com/office/drawing/2014/main" id="{CCD71FF2-0BD1-43D0-9F07-0AD1A608D71F}"/>
                    </a:ext>
                  </a:extLst>
                </p14:cNvPr>
                <p14:cNvContentPartPr/>
                <p14:nvPr/>
              </p14:nvContentPartPr>
              <p14:xfrm>
                <a:off x="6477886" y="2270621"/>
                <a:ext cx="126720" cy="9000"/>
              </p14:xfrm>
            </p:contentPart>
          </mc:Choice>
          <mc:Fallback>
            <p:pic>
              <p:nvPicPr>
                <p:cNvPr id="22" name="Entrada de lápiz 21">
                  <a:extLst>
                    <a:ext uri="{FF2B5EF4-FFF2-40B4-BE49-F238E27FC236}">
                      <a16:creationId xmlns:a16="http://schemas.microsoft.com/office/drawing/2014/main" id="{CCD71FF2-0BD1-43D0-9F07-0AD1A608D71F}"/>
                    </a:ext>
                  </a:extLst>
                </p:cNvPr>
                <p:cNvPicPr/>
                <p:nvPr/>
              </p:nvPicPr>
              <p:blipFill>
                <a:blip r:embed="rId29"/>
                <a:stretch>
                  <a:fillRect/>
                </a:stretch>
              </p:blipFill>
              <p:spPr>
                <a:xfrm>
                  <a:off x="6468886" y="2261621"/>
                  <a:ext cx="1443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Entrada de lápiz 23">
                  <a:extLst>
                    <a:ext uri="{FF2B5EF4-FFF2-40B4-BE49-F238E27FC236}">
                      <a16:creationId xmlns:a16="http://schemas.microsoft.com/office/drawing/2014/main" id="{D9CF0EED-3406-4710-9F23-ACD55F47C64C}"/>
                    </a:ext>
                  </a:extLst>
                </p14:cNvPr>
                <p14:cNvContentPartPr/>
                <p14:nvPr/>
              </p14:nvContentPartPr>
              <p14:xfrm>
                <a:off x="6712606" y="2020061"/>
                <a:ext cx="224280" cy="250560"/>
              </p14:xfrm>
            </p:contentPart>
          </mc:Choice>
          <mc:Fallback>
            <p:pic>
              <p:nvPicPr>
                <p:cNvPr id="24" name="Entrada de lápiz 23">
                  <a:extLst>
                    <a:ext uri="{FF2B5EF4-FFF2-40B4-BE49-F238E27FC236}">
                      <a16:creationId xmlns:a16="http://schemas.microsoft.com/office/drawing/2014/main" id="{D9CF0EED-3406-4710-9F23-ACD55F47C64C}"/>
                    </a:ext>
                  </a:extLst>
                </p:cNvPr>
                <p:cNvPicPr/>
                <p:nvPr/>
              </p:nvPicPr>
              <p:blipFill>
                <a:blip r:embed="rId31"/>
                <a:stretch>
                  <a:fillRect/>
                </a:stretch>
              </p:blipFill>
              <p:spPr>
                <a:xfrm>
                  <a:off x="6703966" y="2011421"/>
                  <a:ext cx="241920" cy="268200"/>
                </a:xfrm>
                <a:prstGeom prst="rect">
                  <a:avLst/>
                </a:prstGeom>
              </p:spPr>
            </p:pic>
          </mc:Fallback>
        </mc:AlternateContent>
      </p:grpSp>
      <p:grpSp>
        <p:nvGrpSpPr>
          <p:cNvPr id="29" name="Grupo 28">
            <a:extLst>
              <a:ext uri="{FF2B5EF4-FFF2-40B4-BE49-F238E27FC236}">
                <a16:creationId xmlns:a16="http://schemas.microsoft.com/office/drawing/2014/main" id="{01B66E07-314D-49A1-BD65-3B74D8299AE7}"/>
              </a:ext>
            </a:extLst>
          </p:cNvPr>
          <p:cNvGrpSpPr/>
          <p:nvPr/>
        </p:nvGrpSpPr>
        <p:grpSpPr>
          <a:xfrm>
            <a:off x="857566" y="2901701"/>
            <a:ext cx="474120" cy="515160"/>
            <a:chOff x="857566" y="2901701"/>
            <a:chExt cx="474120" cy="515160"/>
          </a:xfrm>
        </p:grpSpPr>
        <mc:AlternateContent xmlns:mc="http://schemas.openxmlformats.org/markup-compatibility/2006">
          <mc:Choice xmlns:p14="http://schemas.microsoft.com/office/powerpoint/2010/main" Requires="p14">
            <p:contentPart p14:bwMode="auto" r:id="rId32">
              <p14:nvContentPartPr>
                <p14:cNvPr id="26" name="Entrada de lápiz 25">
                  <a:extLst>
                    <a:ext uri="{FF2B5EF4-FFF2-40B4-BE49-F238E27FC236}">
                      <a16:creationId xmlns:a16="http://schemas.microsoft.com/office/drawing/2014/main" id="{9E706409-185F-4B51-B335-62761CAB1AF8}"/>
                    </a:ext>
                  </a:extLst>
                </p14:cNvPr>
                <p14:cNvContentPartPr/>
                <p14:nvPr/>
              </p14:nvContentPartPr>
              <p14:xfrm>
                <a:off x="857566" y="2949221"/>
                <a:ext cx="47880" cy="467640"/>
              </p14:xfrm>
            </p:contentPart>
          </mc:Choice>
          <mc:Fallback>
            <p:pic>
              <p:nvPicPr>
                <p:cNvPr id="26" name="Entrada de lápiz 25">
                  <a:extLst>
                    <a:ext uri="{FF2B5EF4-FFF2-40B4-BE49-F238E27FC236}">
                      <a16:creationId xmlns:a16="http://schemas.microsoft.com/office/drawing/2014/main" id="{9E706409-185F-4B51-B335-62761CAB1AF8}"/>
                    </a:ext>
                  </a:extLst>
                </p:cNvPr>
                <p:cNvPicPr/>
                <p:nvPr/>
              </p:nvPicPr>
              <p:blipFill>
                <a:blip r:embed="rId33"/>
                <a:stretch>
                  <a:fillRect/>
                </a:stretch>
              </p:blipFill>
              <p:spPr>
                <a:xfrm>
                  <a:off x="848566" y="2940221"/>
                  <a:ext cx="65520" cy="485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Entrada de lápiz 26">
                  <a:extLst>
                    <a:ext uri="{FF2B5EF4-FFF2-40B4-BE49-F238E27FC236}">
                      <a16:creationId xmlns:a16="http://schemas.microsoft.com/office/drawing/2014/main" id="{BF5ABADF-9B56-4A8B-858B-75341357C705}"/>
                    </a:ext>
                  </a:extLst>
                </p14:cNvPr>
                <p14:cNvContentPartPr/>
                <p14:nvPr/>
              </p14:nvContentPartPr>
              <p14:xfrm>
                <a:off x="876286" y="2901701"/>
                <a:ext cx="228960" cy="246600"/>
              </p14:xfrm>
            </p:contentPart>
          </mc:Choice>
          <mc:Fallback>
            <p:pic>
              <p:nvPicPr>
                <p:cNvPr id="27" name="Entrada de lápiz 26">
                  <a:extLst>
                    <a:ext uri="{FF2B5EF4-FFF2-40B4-BE49-F238E27FC236}">
                      <a16:creationId xmlns:a16="http://schemas.microsoft.com/office/drawing/2014/main" id="{BF5ABADF-9B56-4A8B-858B-75341357C705}"/>
                    </a:ext>
                  </a:extLst>
                </p:cNvPr>
                <p:cNvPicPr/>
                <p:nvPr/>
              </p:nvPicPr>
              <p:blipFill>
                <a:blip r:embed="rId35"/>
                <a:stretch>
                  <a:fillRect/>
                </a:stretch>
              </p:blipFill>
              <p:spPr>
                <a:xfrm>
                  <a:off x="867646" y="2893061"/>
                  <a:ext cx="24660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8" name="Entrada de lápiz 27">
                  <a:extLst>
                    <a:ext uri="{FF2B5EF4-FFF2-40B4-BE49-F238E27FC236}">
                      <a16:creationId xmlns:a16="http://schemas.microsoft.com/office/drawing/2014/main" id="{1C7EB7AD-2FC9-4947-AB5A-D9FE49BC9CDE}"/>
                    </a:ext>
                  </a:extLst>
                </p14:cNvPr>
                <p14:cNvContentPartPr/>
                <p14:nvPr/>
              </p14:nvContentPartPr>
              <p14:xfrm>
                <a:off x="1126126" y="2907461"/>
                <a:ext cx="205560" cy="334080"/>
              </p14:xfrm>
            </p:contentPart>
          </mc:Choice>
          <mc:Fallback>
            <p:pic>
              <p:nvPicPr>
                <p:cNvPr id="28" name="Entrada de lápiz 27">
                  <a:extLst>
                    <a:ext uri="{FF2B5EF4-FFF2-40B4-BE49-F238E27FC236}">
                      <a16:creationId xmlns:a16="http://schemas.microsoft.com/office/drawing/2014/main" id="{1C7EB7AD-2FC9-4947-AB5A-D9FE49BC9CDE}"/>
                    </a:ext>
                  </a:extLst>
                </p:cNvPr>
                <p:cNvPicPr/>
                <p:nvPr/>
              </p:nvPicPr>
              <p:blipFill>
                <a:blip r:embed="rId37"/>
                <a:stretch>
                  <a:fillRect/>
                </a:stretch>
              </p:blipFill>
              <p:spPr>
                <a:xfrm>
                  <a:off x="1117486" y="2898461"/>
                  <a:ext cx="223200" cy="351720"/>
                </a:xfrm>
                <a:prstGeom prst="rect">
                  <a:avLst/>
                </a:prstGeom>
              </p:spPr>
            </p:pic>
          </mc:Fallback>
        </mc:AlternateContent>
      </p:grpSp>
      <p:grpSp>
        <p:nvGrpSpPr>
          <p:cNvPr id="36" name="Grupo 35">
            <a:extLst>
              <a:ext uri="{FF2B5EF4-FFF2-40B4-BE49-F238E27FC236}">
                <a16:creationId xmlns:a16="http://schemas.microsoft.com/office/drawing/2014/main" id="{E46F4889-899C-471E-A2DA-8102F2DBA785}"/>
              </a:ext>
            </a:extLst>
          </p:cNvPr>
          <p:cNvGrpSpPr/>
          <p:nvPr/>
        </p:nvGrpSpPr>
        <p:grpSpPr>
          <a:xfrm>
            <a:off x="1438966" y="2880821"/>
            <a:ext cx="893160" cy="326520"/>
            <a:chOff x="1438966" y="2880821"/>
            <a:chExt cx="893160" cy="326520"/>
          </a:xfrm>
        </p:grpSpPr>
        <mc:AlternateContent xmlns:mc="http://schemas.openxmlformats.org/markup-compatibility/2006">
          <mc:Choice xmlns:p14="http://schemas.microsoft.com/office/powerpoint/2010/main" Requires="p14">
            <p:contentPart p14:bwMode="auto" r:id="rId38">
              <p14:nvContentPartPr>
                <p14:cNvPr id="30" name="Entrada de lápiz 29">
                  <a:extLst>
                    <a:ext uri="{FF2B5EF4-FFF2-40B4-BE49-F238E27FC236}">
                      <a16:creationId xmlns:a16="http://schemas.microsoft.com/office/drawing/2014/main" id="{AF03F800-5F72-43C6-A286-98D810ADE97E}"/>
                    </a:ext>
                  </a:extLst>
                </p14:cNvPr>
                <p14:cNvContentPartPr/>
                <p14:nvPr/>
              </p14:nvContentPartPr>
              <p14:xfrm>
                <a:off x="1438966" y="2988101"/>
                <a:ext cx="164880" cy="218160"/>
              </p14:xfrm>
            </p:contentPart>
          </mc:Choice>
          <mc:Fallback>
            <p:pic>
              <p:nvPicPr>
                <p:cNvPr id="30" name="Entrada de lápiz 29">
                  <a:extLst>
                    <a:ext uri="{FF2B5EF4-FFF2-40B4-BE49-F238E27FC236}">
                      <a16:creationId xmlns:a16="http://schemas.microsoft.com/office/drawing/2014/main" id="{AF03F800-5F72-43C6-A286-98D810ADE97E}"/>
                    </a:ext>
                  </a:extLst>
                </p:cNvPr>
                <p:cNvPicPr/>
                <p:nvPr/>
              </p:nvPicPr>
              <p:blipFill>
                <a:blip r:embed="rId39"/>
                <a:stretch>
                  <a:fillRect/>
                </a:stretch>
              </p:blipFill>
              <p:spPr>
                <a:xfrm>
                  <a:off x="1430326" y="2979101"/>
                  <a:ext cx="18252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1" name="Entrada de lápiz 30">
                  <a:extLst>
                    <a:ext uri="{FF2B5EF4-FFF2-40B4-BE49-F238E27FC236}">
                      <a16:creationId xmlns:a16="http://schemas.microsoft.com/office/drawing/2014/main" id="{FE705DC0-C430-489B-B785-F483586E53AA}"/>
                    </a:ext>
                  </a:extLst>
                </p14:cNvPr>
                <p14:cNvContentPartPr/>
                <p14:nvPr/>
              </p14:nvContentPartPr>
              <p14:xfrm>
                <a:off x="1465246" y="2970821"/>
                <a:ext cx="177480" cy="227520"/>
              </p14:xfrm>
            </p:contentPart>
          </mc:Choice>
          <mc:Fallback>
            <p:pic>
              <p:nvPicPr>
                <p:cNvPr id="31" name="Entrada de lápiz 30">
                  <a:extLst>
                    <a:ext uri="{FF2B5EF4-FFF2-40B4-BE49-F238E27FC236}">
                      <a16:creationId xmlns:a16="http://schemas.microsoft.com/office/drawing/2014/main" id="{FE705DC0-C430-489B-B785-F483586E53AA}"/>
                    </a:ext>
                  </a:extLst>
                </p:cNvPr>
                <p:cNvPicPr/>
                <p:nvPr/>
              </p:nvPicPr>
              <p:blipFill>
                <a:blip r:embed="rId41"/>
                <a:stretch>
                  <a:fillRect/>
                </a:stretch>
              </p:blipFill>
              <p:spPr>
                <a:xfrm>
                  <a:off x="1456246" y="2962181"/>
                  <a:ext cx="19512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2" name="Entrada de lápiz 31">
                  <a:extLst>
                    <a:ext uri="{FF2B5EF4-FFF2-40B4-BE49-F238E27FC236}">
                      <a16:creationId xmlns:a16="http://schemas.microsoft.com/office/drawing/2014/main" id="{B83D95F7-96E8-44FA-B77F-E87A5C60ED59}"/>
                    </a:ext>
                  </a:extLst>
                </p14:cNvPr>
                <p14:cNvContentPartPr/>
                <p14:nvPr/>
              </p14:nvContentPartPr>
              <p14:xfrm>
                <a:off x="1736686" y="2992781"/>
                <a:ext cx="130320" cy="126360"/>
              </p14:xfrm>
            </p:contentPart>
          </mc:Choice>
          <mc:Fallback>
            <p:pic>
              <p:nvPicPr>
                <p:cNvPr id="32" name="Entrada de lápiz 31">
                  <a:extLst>
                    <a:ext uri="{FF2B5EF4-FFF2-40B4-BE49-F238E27FC236}">
                      <a16:creationId xmlns:a16="http://schemas.microsoft.com/office/drawing/2014/main" id="{B83D95F7-96E8-44FA-B77F-E87A5C60ED59}"/>
                    </a:ext>
                  </a:extLst>
                </p:cNvPr>
                <p:cNvPicPr/>
                <p:nvPr/>
              </p:nvPicPr>
              <p:blipFill>
                <a:blip r:embed="rId43"/>
                <a:stretch>
                  <a:fillRect/>
                </a:stretch>
              </p:blipFill>
              <p:spPr>
                <a:xfrm>
                  <a:off x="1728046" y="2983781"/>
                  <a:ext cx="1479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3" name="Entrada de lápiz 32">
                  <a:extLst>
                    <a:ext uri="{FF2B5EF4-FFF2-40B4-BE49-F238E27FC236}">
                      <a16:creationId xmlns:a16="http://schemas.microsoft.com/office/drawing/2014/main" id="{A7C87F0A-904C-4F84-A692-6CBEAA177282}"/>
                    </a:ext>
                  </a:extLst>
                </p14:cNvPr>
                <p14:cNvContentPartPr/>
                <p14:nvPr/>
              </p14:nvContentPartPr>
              <p14:xfrm>
                <a:off x="1746766" y="3171701"/>
                <a:ext cx="205920" cy="10800"/>
              </p14:xfrm>
            </p:contentPart>
          </mc:Choice>
          <mc:Fallback>
            <p:pic>
              <p:nvPicPr>
                <p:cNvPr id="33" name="Entrada de lápiz 32">
                  <a:extLst>
                    <a:ext uri="{FF2B5EF4-FFF2-40B4-BE49-F238E27FC236}">
                      <a16:creationId xmlns:a16="http://schemas.microsoft.com/office/drawing/2014/main" id="{A7C87F0A-904C-4F84-A692-6CBEAA177282}"/>
                    </a:ext>
                  </a:extLst>
                </p:cNvPr>
                <p:cNvPicPr/>
                <p:nvPr/>
              </p:nvPicPr>
              <p:blipFill>
                <a:blip r:embed="rId45"/>
                <a:stretch>
                  <a:fillRect/>
                </a:stretch>
              </p:blipFill>
              <p:spPr>
                <a:xfrm>
                  <a:off x="1737766" y="3163061"/>
                  <a:ext cx="2235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4" name="Entrada de lápiz 33">
                  <a:extLst>
                    <a:ext uri="{FF2B5EF4-FFF2-40B4-BE49-F238E27FC236}">
                      <a16:creationId xmlns:a16="http://schemas.microsoft.com/office/drawing/2014/main" id="{663D218E-442D-4D63-94A8-E0920F583D2C}"/>
                    </a:ext>
                  </a:extLst>
                </p14:cNvPr>
                <p14:cNvContentPartPr/>
                <p14:nvPr/>
              </p14:nvContentPartPr>
              <p14:xfrm>
                <a:off x="2039446" y="2983781"/>
                <a:ext cx="204840" cy="205560"/>
              </p14:xfrm>
            </p:contentPart>
          </mc:Choice>
          <mc:Fallback>
            <p:pic>
              <p:nvPicPr>
                <p:cNvPr id="34" name="Entrada de lápiz 33">
                  <a:extLst>
                    <a:ext uri="{FF2B5EF4-FFF2-40B4-BE49-F238E27FC236}">
                      <a16:creationId xmlns:a16="http://schemas.microsoft.com/office/drawing/2014/main" id="{663D218E-442D-4D63-94A8-E0920F583D2C}"/>
                    </a:ext>
                  </a:extLst>
                </p:cNvPr>
                <p:cNvPicPr/>
                <p:nvPr/>
              </p:nvPicPr>
              <p:blipFill>
                <a:blip r:embed="rId47"/>
                <a:stretch>
                  <a:fillRect/>
                </a:stretch>
              </p:blipFill>
              <p:spPr>
                <a:xfrm>
                  <a:off x="2030806" y="2974781"/>
                  <a:ext cx="22248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5" name="Entrada de lápiz 34">
                  <a:extLst>
                    <a:ext uri="{FF2B5EF4-FFF2-40B4-BE49-F238E27FC236}">
                      <a16:creationId xmlns:a16="http://schemas.microsoft.com/office/drawing/2014/main" id="{7D26E3C9-068C-4C07-99A9-6EB69384F549}"/>
                    </a:ext>
                  </a:extLst>
                </p14:cNvPr>
                <p14:cNvContentPartPr/>
                <p14:nvPr/>
              </p14:nvContentPartPr>
              <p14:xfrm>
                <a:off x="2236366" y="2880821"/>
                <a:ext cx="95760" cy="326520"/>
              </p14:xfrm>
            </p:contentPart>
          </mc:Choice>
          <mc:Fallback>
            <p:pic>
              <p:nvPicPr>
                <p:cNvPr id="35" name="Entrada de lápiz 34">
                  <a:extLst>
                    <a:ext uri="{FF2B5EF4-FFF2-40B4-BE49-F238E27FC236}">
                      <a16:creationId xmlns:a16="http://schemas.microsoft.com/office/drawing/2014/main" id="{7D26E3C9-068C-4C07-99A9-6EB69384F549}"/>
                    </a:ext>
                  </a:extLst>
                </p:cNvPr>
                <p:cNvPicPr/>
                <p:nvPr/>
              </p:nvPicPr>
              <p:blipFill>
                <a:blip r:embed="rId49"/>
                <a:stretch>
                  <a:fillRect/>
                </a:stretch>
              </p:blipFill>
              <p:spPr>
                <a:xfrm>
                  <a:off x="2227726" y="2872181"/>
                  <a:ext cx="113400" cy="344160"/>
                </a:xfrm>
                <a:prstGeom prst="rect">
                  <a:avLst/>
                </a:prstGeom>
              </p:spPr>
            </p:pic>
          </mc:Fallback>
        </mc:AlternateContent>
      </p:grpSp>
      <p:grpSp>
        <p:nvGrpSpPr>
          <p:cNvPr id="99" name="Grupo 98">
            <a:extLst>
              <a:ext uri="{FF2B5EF4-FFF2-40B4-BE49-F238E27FC236}">
                <a16:creationId xmlns:a16="http://schemas.microsoft.com/office/drawing/2014/main" id="{1113014A-73E2-433C-9B84-F83AD09B1D5E}"/>
              </a:ext>
            </a:extLst>
          </p:cNvPr>
          <p:cNvGrpSpPr/>
          <p:nvPr/>
        </p:nvGrpSpPr>
        <p:grpSpPr>
          <a:xfrm>
            <a:off x="2734606" y="2993501"/>
            <a:ext cx="232200" cy="109440"/>
            <a:chOff x="2734606" y="2993501"/>
            <a:chExt cx="232200" cy="109440"/>
          </a:xfrm>
        </p:grpSpPr>
        <mc:AlternateContent xmlns:mc="http://schemas.openxmlformats.org/markup-compatibility/2006">
          <mc:Choice xmlns:p14="http://schemas.microsoft.com/office/powerpoint/2010/main" Requires="p14">
            <p:contentPart p14:bwMode="auto" r:id="rId50">
              <p14:nvContentPartPr>
                <p14:cNvPr id="68" name="Entrada de lápiz 67">
                  <a:extLst>
                    <a:ext uri="{FF2B5EF4-FFF2-40B4-BE49-F238E27FC236}">
                      <a16:creationId xmlns:a16="http://schemas.microsoft.com/office/drawing/2014/main" id="{40125866-8B53-4999-A5E8-F1CA48F3351C}"/>
                    </a:ext>
                  </a:extLst>
                </p14:cNvPr>
                <p14:cNvContentPartPr/>
                <p14:nvPr/>
              </p14:nvContentPartPr>
              <p14:xfrm>
                <a:off x="2734606" y="2993501"/>
                <a:ext cx="172080" cy="12600"/>
              </p14:xfrm>
            </p:contentPart>
          </mc:Choice>
          <mc:Fallback>
            <p:pic>
              <p:nvPicPr>
                <p:cNvPr id="68" name="Entrada de lápiz 67">
                  <a:extLst>
                    <a:ext uri="{FF2B5EF4-FFF2-40B4-BE49-F238E27FC236}">
                      <a16:creationId xmlns:a16="http://schemas.microsoft.com/office/drawing/2014/main" id="{40125866-8B53-4999-A5E8-F1CA48F3351C}"/>
                    </a:ext>
                  </a:extLst>
                </p:cNvPr>
                <p:cNvPicPr/>
                <p:nvPr/>
              </p:nvPicPr>
              <p:blipFill>
                <a:blip r:embed="rId51"/>
                <a:stretch>
                  <a:fillRect/>
                </a:stretch>
              </p:blipFill>
              <p:spPr>
                <a:xfrm>
                  <a:off x="2725966" y="2984861"/>
                  <a:ext cx="1897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9" name="Entrada de lápiz 68">
                  <a:extLst>
                    <a:ext uri="{FF2B5EF4-FFF2-40B4-BE49-F238E27FC236}">
                      <a16:creationId xmlns:a16="http://schemas.microsoft.com/office/drawing/2014/main" id="{BE5EEFC9-47D9-4AEB-91DB-02520639CE09}"/>
                    </a:ext>
                  </a:extLst>
                </p14:cNvPr>
                <p14:cNvContentPartPr/>
                <p14:nvPr/>
              </p14:nvContentPartPr>
              <p14:xfrm>
                <a:off x="2766286" y="3090341"/>
                <a:ext cx="200520" cy="12600"/>
              </p14:xfrm>
            </p:contentPart>
          </mc:Choice>
          <mc:Fallback>
            <p:pic>
              <p:nvPicPr>
                <p:cNvPr id="69" name="Entrada de lápiz 68">
                  <a:extLst>
                    <a:ext uri="{FF2B5EF4-FFF2-40B4-BE49-F238E27FC236}">
                      <a16:creationId xmlns:a16="http://schemas.microsoft.com/office/drawing/2014/main" id="{BE5EEFC9-47D9-4AEB-91DB-02520639CE09}"/>
                    </a:ext>
                  </a:extLst>
                </p:cNvPr>
                <p:cNvPicPr/>
                <p:nvPr/>
              </p:nvPicPr>
              <p:blipFill>
                <a:blip r:embed="rId53"/>
                <a:stretch>
                  <a:fillRect/>
                </a:stretch>
              </p:blipFill>
              <p:spPr>
                <a:xfrm>
                  <a:off x="2757646" y="3081341"/>
                  <a:ext cx="218160" cy="30240"/>
                </a:xfrm>
                <a:prstGeom prst="rect">
                  <a:avLst/>
                </a:prstGeom>
              </p:spPr>
            </p:pic>
          </mc:Fallback>
        </mc:AlternateContent>
      </p:grpSp>
      <p:grpSp>
        <p:nvGrpSpPr>
          <p:cNvPr id="105" name="Grupo 104">
            <a:extLst>
              <a:ext uri="{FF2B5EF4-FFF2-40B4-BE49-F238E27FC236}">
                <a16:creationId xmlns:a16="http://schemas.microsoft.com/office/drawing/2014/main" id="{A08E4354-415E-4366-82DF-943AEDDD1C8C}"/>
              </a:ext>
            </a:extLst>
          </p:cNvPr>
          <p:cNvGrpSpPr/>
          <p:nvPr/>
        </p:nvGrpSpPr>
        <p:grpSpPr>
          <a:xfrm>
            <a:off x="2757286" y="3566981"/>
            <a:ext cx="144360" cy="146160"/>
            <a:chOff x="2757286" y="3566981"/>
            <a:chExt cx="144360" cy="146160"/>
          </a:xfrm>
        </p:grpSpPr>
        <mc:AlternateContent xmlns:mc="http://schemas.openxmlformats.org/markup-compatibility/2006">
          <mc:Choice xmlns:p14="http://schemas.microsoft.com/office/powerpoint/2010/main" Requires="p14">
            <p:contentPart p14:bwMode="auto" r:id="rId54">
              <p14:nvContentPartPr>
                <p14:cNvPr id="103" name="Entrada de lápiz 102">
                  <a:extLst>
                    <a:ext uri="{FF2B5EF4-FFF2-40B4-BE49-F238E27FC236}">
                      <a16:creationId xmlns:a16="http://schemas.microsoft.com/office/drawing/2014/main" id="{A92C48F4-78B0-4E03-B315-88BE6AC5614E}"/>
                    </a:ext>
                  </a:extLst>
                </p14:cNvPr>
                <p14:cNvContentPartPr/>
                <p14:nvPr/>
              </p14:nvContentPartPr>
              <p14:xfrm>
                <a:off x="2757286" y="3566981"/>
                <a:ext cx="144360" cy="49680"/>
              </p14:xfrm>
            </p:contentPart>
          </mc:Choice>
          <mc:Fallback>
            <p:pic>
              <p:nvPicPr>
                <p:cNvPr id="103" name="Entrada de lápiz 102">
                  <a:extLst>
                    <a:ext uri="{FF2B5EF4-FFF2-40B4-BE49-F238E27FC236}">
                      <a16:creationId xmlns:a16="http://schemas.microsoft.com/office/drawing/2014/main" id="{A92C48F4-78B0-4E03-B315-88BE6AC5614E}"/>
                    </a:ext>
                  </a:extLst>
                </p:cNvPr>
                <p:cNvPicPr/>
                <p:nvPr/>
              </p:nvPicPr>
              <p:blipFill>
                <a:blip r:embed="rId55"/>
                <a:stretch>
                  <a:fillRect/>
                </a:stretch>
              </p:blipFill>
              <p:spPr>
                <a:xfrm>
                  <a:off x="2748286" y="3557981"/>
                  <a:ext cx="16200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04" name="Entrada de lápiz 103">
                  <a:extLst>
                    <a:ext uri="{FF2B5EF4-FFF2-40B4-BE49-F238E27FC236}">
                      <a16:creationId xmlns:a16="http://schemas.microsoft.com/office/drawing/2014/main" id="{5D184A97-6F02-4F3B-A524-F54B79C4E7EF}"/>
                    </a:ext>
                  </a:extLst>
                </p14:cNvPr>
                <p14:cNvContentPartPr/>
                <p14:nvPr/>
              </p14:nvContentPartPr>
              <p14:xfrm>
                <a:off x="2763046" y="3700541"/>
                <a:ext cx="136080" cy="12600"/>
              </p14:xfrm>
            </p:contentPart>
          </mc:Choice>
          <mc:Fallback>
            <p:pic>
              <p:nvPicPr>
                <p:cNvPr id="104" name="Entrada de lápiz 103">
                  <a:extLst>
                    <a:ext uri="{FF2B5EF4-FFF2-40B4-BE49-F238E27FC236}">
                      <a16:creationId xmlns:a16="http://schemas.microsoft.com/office/drawing/2014/main" id="{5D184A97-6F02-4F3B-A524-F54B79C4E7EF}"/>
                    </a:ext>
                  </a:extLst>
                </p:cNvPr>
                <p:cNvPicPr/>
                <p:nvPr/>
              </p:nvPicPr>
              <p:blipFill>
                <a:blip r:embed="rId57"/>
                <a:stretch>
                  <a:fillRect/>
                </a:stretch>
              </p:blipFill>
              <p:spPr>
                <a:xfrm>
                  <a:off x="2754406" y="3691541"/>
                  <a:ext cx="153720" cy="30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8">
            <p14:nvContentPartPr>
              <p14:cNvPr id="106" name="Entrada de lápiz 105">
                <a:extLst>
                  <a:ext uri="{FF2B5EF4-FFF2-40B4-BE49-F238E27FC236}">
                    <a16:creationId xmlns:a16="http://schemas.microsoft.com/office/drawing/2014/main" id="{FB8A65CA-9489-490B-9C11-7403038D45A3}"/>
                  </a:ext>
                </a:extLst>
              </p14:cNvPr>
              <p14:cNvContentPartPr/>
              <p14:nvPr/>
            </p14:nvContentPartPr>
            <p14:xfrm>
              <a:off x="3505366" y="3529541"/>
              <a:ext cx="101160" cy="690480"/>
            </p14:xfrm>
          </p:contentPart>
        </mc:Choice>
        <mc:Fallback>
          <p:pic>
            <p:nvPicPr>
              <p:cNvPr id="106" name="Entrada de lápiz 105">
                <a:extLst>
                  <a:ext uri="{FF2B5EF4-FFF2-40B4-BE49-F238E27FC236}">
                    <a16:creationId xmlns:a16="http://schemas.microsoft.com/office/drawing/2014/main" id="{FB8A65CA-9489-490B-9C11-7403038D45A3}"/>
                  </a:ext>
                </a:extLst>
              </p:cNvPr>
              <p:cNvPicPr/>
              <p:nvPr/>
            </p:nvPicPr>
            <p:blipFill>
              <a:blip r:embed="rId59"/>
              <a:stretch>
                <a:fillRect/>
              </a:stretch>
            </p:blipFill>
            <p:spPr>
              <a:xfrm>
                <a:off x="3496366" y="3520901"/>
                <a:ext cx="118800" cy="7081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07" name="Entrada de lápiz 106">
                <a:extLst>
                  <a:ext uri="{FF2B5EF4-FFF2-40B4-BE49-F238E27FC236}">
                    <a16:creationId xmlns:a16="http://schemas.microsoft.com/office/drawing/2014/main" id="{7DFFCE49-EDC2-4BE7-A2FF-89DEFFAF239E}"/>
                  </a:ext>
                </a:extLst>
              </p14:cNvPr>
              <p14:cNvContentPartPr/>
              <p14:nvPr/>
            </p14:nvContentPartPr>
            <p14:xfrm>
              <a:off x="6637726" y="2146421"/>
              <a:ext cx="360" cy="360"/>
            </p14:xfrm>
          </p:contentPart>
        </mc:Choice>
        <mc:Fallback>
          <p:pic>
            <p:nvPicPr>
              <p:cNvPr id="107" name="Entrada de lápiz 106">
                <a:extLst>
                  <a:ext uri="{FF2B5EF4-FFF2-40B4-BE49-F238E27FC236}">
                    <a16:creationId xmlns:a16="http://schemas.microsoft.com/office/drawing/2014/main" id="{7DFFCE49-EDC2-4BE7-A2FF-89DEFFAF239E}"/>
                  </a:ext>
                </a:extLst>
              </p:cNvPr>
              <p:cNvPicPr/>
              <p:nvPr/>
            </p:nvPicPr>
            <p:blipFill>
              <a:blip r:embed="rId61"/>
              <a:stretch>
                <a:fillRect/>
              </a:stretch>
            </p:blipFill>
            <p:spPr>
              <a:xfrm>
                <a:off x="6629086" y="213742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08" name="Entrada de lápiz 107">
                <a:extLst>
                  <a:ext uri="{FF2B5EF4-FFF2-40B4-BE49-F238E27FC236}">
                    <a16:creationId xmlns:a16="http://schemas.microsoft.com/office/drawing/2014/main" id="{92C53063-4268-420A-98D3-2654E20ECF0B}"/>
                  </a:ext>
                </a:extLst>
              </p14:cNvPr>
              <p14:cNvContentPartPr/>
              <p14:nvPr/>
            </p14:nvContentPartPr>
            <p14:xfrm>
              <a:off x="3724966" y="3551861"/>
              <a:ext cx="144360" cy="199080"/>
            </p14:xfrm>
          </p:contentPart>
        </mc:Choice>
        <mc:Fallback>
          <p:pic>
            <p:nvPicPr>
              <p:cNvPr id="108" name="Entrada de lápiz 107">
                <a:extLst>
                  <a:ext uri="{FF2B5EF4-FFF2-40B4-BE49-F238E27FC236}">
                    <a16:creationId xmlns:a16="http://schemas.microsoft.com/office/drawing/2014/main" id="{92C53063-4268-420A-98D3-2654E20ECF0B}"/>
                  </a:ext>
                </a:extLst>
              </p:cNvPr>
              <p:cNvPicPr/>
              <p:nvPr/>
            </p:nvPicPr>
            <p:blipFill>
              <a:blip r:embed="rId63"/>
              <a:stretch>
                <a:fillRect/>
              </a:stretch>
            </p:blipFill>
            <p:spPr>
              <a:xfrm>
                <a:off x="3715966" y="3543221"/>
                <a:ext cx="162000" cy="216720"/>
              </a:xfrm>
              <a:prstGeom prst="rect">
                <a:avLst/>
              </a:prstGeom>
            </p:spPr>
          </p:pic>
        </mc:Fallback>
      </mc:AlternateContent>
      <p:grpSp>
        <p:nvGrpSpPr>
          <p:cNvPr id="192" name="Grupo 191">
            <a:extLst>
              <a:ext uri="{FF2B5EF4-FFF2-40B4-BE49-F238E27FC236}">
                <a16:creationId xmlns:a16="http://schemas.microsoft.com/office/drawing/2014/main" id="{C6DDB397-6D5F-4AA2-B9D5-43DCB64218B5}"/>
              </a:ext>
            </a:extLst>
          </p:cNvPr>
          <p:cNvGrpSpPr/>
          <p:nvPr/>
        </p:nvGrpSpPr>
        <p:grpSpPr>
          <a:xfrm>
            <a:off x="8927686" y="2915741"/>
            <a:ext cx="2304720" cy="1693440"/>
            <a:chOff x="8927686" y="2915741"/>
            <a:chExt cx="2304720" cy="1693440"/>
          </a:xfrm>
        </p:grpSpPr>
        <mc:AlternateContent xmlns:mc="http://schemas.openxmlformats.org/markup-compatibility/2006">
          <mc:Choice xmlns:p14="http://schemas.microsoft.com/office/powerpoint/2010/main" Requires="p14">
            <p:contentPart p14:bwMode="auto" r:id="rId64">
              <p14:nvContentPartPr>
                <p14:cNvPr id="165" name="Entrada de lápiz 164">
                  <a:extLst>
                    <a:ext uri="{FF2B5EF4-FFF2-40B4-BE49-F238E27FC236}">
                      <a16:creationId xmlns:a16="http://schemas.microsoft.com/office/drawing/2014/main" id="{56F27B87-14F4-4F75-A956-E9C6E9FEF7EB}"/>
                    </a:ext>
                  </a:extLst>
                </p14:cNvPr>
                <p14:cNvContentPartPr/>
                <p14:nvPr/>
              </p14:nvContentPartPr>
              <p14:xfrm>
                <a:off x="8927686" y="3253061"/>
                <a:ext cx="147960" cy="678960"/>
              </p14:xfrm>
            </p:contentPart>
          </mc:Choice>
          <mc:Fallback>
            <p:pic>
              <p:nvPicPr>
                <p:cNvPr id="165" name="Entrada de lápiz 164">
                  <a:extLst>
                    <a:ext uri="{FF2B5EF4-FFF2-40B4-BE49-F238E27FC236}">
                      <a16:creationId xmlns:a16="http://schemas.microsoft.com/office/drawing/2014/main" id="{56F27B87-14F4-4F75-A956-E9C6E9FEF7EB}"/>
                    </a:ext>
                  </a:extLst>
                </p:cNvPr>
                <p:cNvPicPr/>
                <p:nvPr/>
              </p:nvPicPr>
              <p:blipFill>
                <a:blip r:embed="rId65"/>
                <a:stretch>
                  <a:fillRect/>
                </a:stretch>
              </p:blipFill>
              <p:spPr>
                <a:xfrm>
                  <a:off x="8919046" y="3244421"/>
                  <a:ext cx="165600" cy="696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67" name="Entrada de lápiz 166">
                  <a:extLst>
                    <a:ext uri="{FF2B5EF4-FFF2-40B4-BE49-F238E27FC236}">
                      <a16:creationId xmlns:a16="http://schemas.microsoft.com/office/drawing/2014/main" id="{ED8B688F-8C4C-4742-8774-51DE7DEBAE33}"/>
                    </a:ext>
                  </a:extLst>
                </p14:cNvPr>
                <p14:cNvContentPartPr/>
                <p14:nvPr/>
              </p14:nvContentPartPr>
              <p14:xfrm>
                <a:off x="9196606" y="3191501"/>
                <a:ext cx="105840" cy="209160"/>
              </p14:xfrm>
            </p:contentPart>
          </mc:Choice>
          <mc:Fallback>
            <p:pic>
              <p:nvPicPr>
                <p:cNvPr id="167" name="Entrada de lápiz 166">
                  <a:extLst>
                    <a:ext uri="{FF2B5EF4-FFF2-40B4-BE49-F238E27FC236}">
                      <a16:creationId xmlns:a16="http://schemas.microsoft.com/office/drawing/2014/main" id="{ED8B688F-8C4C-4742-8774-51DE7DEBAE33}"/>
                    </a:ext>
                  </a:extLst>
                </p:cNvPr>
                <p:cNvPicPr/>
                <p:nvPr/>
              </p:nvPicPr>
              <p:blipFill>
                <a:blip r:embed="rId67"/>
                <a:stretch>
                  <a:fillRect/>
                </a:stretch>
              </p:blipFill>
              <p:spPr>
                <a:xfrm>
                  <a:off x="9187966" y="3182501"/>
                  <a:ext cx="12348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68" name="Entrada de lápiz 167">
                  <a:extLst>
                    <a:ext uri="{FF2B5EF4-FFF2-40B4-BE49-F238E27FC236}">
                      <a16:creationId xmlns:a16="http://schemas.microsoft.com/office/drawing/2014/main" id="{90AFFA8A-C58F-45DF-B2CB-677E05C34BFA}"/>
                    </a:ext>
                  </a:extLst>
                </p14:cNvPr>
                <p14:cNvContentPartPr/>
                <p14:nvPr/>
              </p14:nvContentPartPr>
              <p14:xfrm>
                <a:off x="9174646" y="3579581"/>
                <a:ext cx="195120" cy="173160"/>
              </p14:xfrm>
            </p:contentPart>
          </mc:Choice>
          <mc:Fallback>
            <p:pic>
              <p:nvPicPr>
                <p:cNvPr id="168" name="Entrada de lápiz 167">
                  <a:extLst>
                    <a:ext uri="{FF2B5EF4-FFF2-40B4-BE49-F238E27FC236}">
                      <a16:creationId xmlns:a16="http://schemas.microsoft.com/office/drawing/2014/main" id="{90AFFA8A-C58F-45DF-B2CB-677E05C34BFA}"/>
                    </a:ext>
                  </a:extLst>
                </p:cNvPr>
                <p:cNvPicPr/>
                <p:nvPr/>
              </p:nvPicPr>
              <p:blipFill>
                <a:blip r:embed="rId69"/>
                <a:stretch>
                  <a:fillRect/>
                </a:stretch>
              </p:blipFill>
              <p:spPr>
                <a:xfrm>
                  <a:off x="9165646" y="3570941"/>
                  <a:ext cx="21276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69" name="Entrada de lápiz 168">
                  <a:extLst>
                    <a:ext uri="{FF2B5EF4-FFF2-40B4-BE49-F238E27FC236}">
                      <a16:creationId xmlns:a16="http://schemas.microsoft.com/office/drawing/2014/main" id="{527C36DB-FE62-4A47-861E-FB081E01C842}"/>
                    </a:ext>
                  </a:extLst>
                </p14:cNvPr>
                <p14:cNvContentPartPr/>
                <p14:nvPr/>
              </p14:nvContentPartPr>
              <p14:xfrm>
                <a:off x="9561286" y="3106181"/>
                <a:ext cx="107640" cy="694080"/>
              </p14:xfrm>
            </p:contentPart>
          </mc:Choice>
          <mc:Fallback>
            <p:pic>
              <p:nvPicPr>
                <p:cNvPr id="169" name="Entrada de lápiz 168">
                  <a:extLst>
                    <a:ext uri="{FF2B5EF4-FFF2-40B4-BE49-F238E27FC236}">
                      <a16:creationId xmlns:a16="http://schemas.microsoft.com/office/drawing/2014/main" id="{527C36DB-FE62-4A47-861E-FB081E01C842}"/>
                    </a:ext>
                  </a:extLst>
                </p:cNvPr>
                <p:cNvPicPr/>
                <p:nvPr/>
              </p:nvPicPr>
              <p:blipFill>
                <a:blip r:embed="rId71"/>
                <a:stretch>
                  <a:fillRect/>
                </a:stretch>
              </p:blipFill>
              <p:spPr>
                <a:xfrm>
                  <a:off x="9552286" y="3097541"/>
                  <a:ext cx="125280" cy="7117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70" name="Entrada de lápiz 169">
                  <a:extLst>
                    <a:ext uri="{FF2B5EF4-FFF2-40B4-BE49-F238E27FC236}">
                      <a16:creationId xmlns:a16="http://schemas.microsoft.com/office/drawing/2014/main" id="{06EF19EB-4157-4F15-83C1-2F991602DAC1}"/>
                    </a:ext>
                  </a:extLst>
                </p14:cNvPr>
                <p14:cNvContentPartPr/>
                <p14:nvPr/>
              </p14:nvContentPartPr>
              <p14:xfrm>
                <a:off x="9882406" y="3114101"/>
                <a:ext cx="108000" cy="664920"/>
              </p14:xfrm>
            </p:contentPart>
          </mc:Choice>
          <mc:Fallback>
            <p:pic>
              <p:nvPicPr>
                <p:cNvPr id="170" name="Entrada de lápiz 169">
                  <a:extLst>
                    <a:ext uri="{FF2B5EF4-FFF2-40B4-BE49-F238E27FC236}">
                      <a16:creationId xmlns:a16="http://schemas.microsoft.com/office/drawing/2014/main" id="{06EF19EB-4157-4F15-83C1-2F991602DAC1}"/>
                    </a:ext>
                  </a:extLst>
                </p:cNvPr>
                <p:cNvPicPr/>
                <p:nvPr/>
              </p:nvPicPr>
              <p:blipFill>
                <a:blip r:embed="rId73"/>
                <a:stretch>
                  <a:fillRect/>
                </a:stretch>
              </p:blipFill>
              <p:spPr>
                <a:xfrm>
                  <a:off x="9873766" y="3105101"/>
                  <a:ext cx="125640" cy="6825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71" name="Entrada de lápiz 170">
                  <a:extLst>
                    <a:ext uri="{FF2B5EF4-FFF2-40B4-BE49-F238E27FC236}">
                      <a16:creationId xmlns:a16="http://schemas.microsoft.com/office/drawing/2014/main" id="{901C6052-8B08-447B-ADB7-EC27FF4FD0D4}"/>
                    </a:ext>
                  </a:extLst>
                </p14:cNvPr>
                <p14:cNvContentPartPr/>
                <p14:nvPr/>
              </p14:nvContentPartPr>
              <p14:xfrm>
                <a:off x="10120366" y="3083501"/>
                <a:ext cx="101880" cy="194040"/>
              </p14:xfrm>
            </p:contentPart>
          </mc:Choice>
          <mc:Fallback>
            <p:pic>
              <p:nvPicPr>
                <p:cNvPr id="171" name="Entrada de lápiz 170">
                  <a:extLst>
                    <a:ext uri="{FF2B5EF4-FFF2-40B4-BE49-F238E27FC236}">
                      <a16:creationId xmlns:a16="http://schemas.microsoft.com/office/drawing/2014/main" id="{901C6052-8B08-447B-ADB7-EC27FF4FD0D4}"/>
                    </a:ext>
                  </a:extLst>
                </p:cNvPr>
                <p:cNvPicPr/>
                <p:nvPr/>
              </p:nvPicPr>
              <p:blipFill>
                <a:blip r:embed="rId75"/>
                <a:stretch>
                  <a:fillRect/>
                </a:stretch>
              </p:blipFill>
              <p:spPr>
                <a:xfrm>
                  <a:off x="10111366" y="3074861"/>
                  <a:ext cx="11952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72" name="Entrada de lápiz 171">
                  <a:extLst>
                    <a:ext uri="{FF2B5EF4-FFF2-40B4-BE49-F238E27FC236}">
                      <a16:creationId xmlns:a16="http://schemas.microsoft.com/office/drawing/2014/main" id="{EF878ACD-888D-4A31-AE1D-13835212555B}"/>
                    </a:ext>
                  </a:extLst>
                </p14:cNvPr>
                <p14:cNvContentPartPr/>
                <p14:nvPr/>
              </p14:nvContentPartPr>
              <p14:xfrm>
                <a:off x="10278766" y="3128141"/>
                <a:ext cx="122760" cy="111600"/>
              </p14:xfrm>
            </p:contentPart>
          </mc:Choice>
          <mc:Fallback>
            <p:pic>
              <p:nvPicPr>
                <p:cNvPr id="172" name="Entrada de lápiz 171">
                  <a:extLst>
                    <a:ext uri="{FF2B5EF4-FFF2-40B4-BE49-F238E27FC236}">
                      <a16:creationId xmlns:a16="http://schemas.microsoft.com/office/drawing/2014/main" id="{EF878ACD-888D-4A31-AE1D-13835212555B}"/>
                    </a:ext>
                  </a:extLst>
                </p:cNvPr>
                <p:cNvPicPr/>
                <p:nvPr/>
              </p:nvPicPr>
              <p:blipFill>
                <a:blip r:embed="rId77"/>
                <a:stretch>
                  <a:fillRect/>
                </a:stretch>
              </p:blipFill>
              <p:spPr>
                <a:xfrm>
                  <a:off x="10269766" y="3119501"/>
                  <a:ext cx="1404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73" name="Entrada de lápiz 172">
                  <a:extLst>
                    <a:ext uri="{FF2B5EF4-FFF2-40B4-BE49-F238E27FC236}">
                      <a16:creationId xmlns:a16="http://schemas.microsoft.com/office/drawing/2014/main" id="{BCBDC354-D74E-4BA4-B2AC-3842A06C7E6C}"/>
                    </a:ext>
                  </a:extLst>
                </p14:cNvPr>
                <p14:cNvContentPartPr/>
                <p14:nvPr/>
              </p14:nvContentPartPr>
              <p14:xfrm>
                <a:off x="10536886" y="3152621"/>
                <a:ext cx="86760" cy="10800"/>
              </p14:xfrm>
            </p:contentPart>
          </mc:Choice>
          <mc:Fallback>
            <p:pic>
              <p:nvPicPr>
                <p:cNvPr id="173" name="Entrada de lápiz 172">
                  <a:extLst>
                    <a:ext uri="{FF2B5EF4-FFF2-40B4-BE49-F238E27FC236}">
                      <a16:creationId xmlns:a16="http://schemas.microsoft.com/office/drawing/2014/main" id="{BCBDC354-D74E-4BA4-B2AC-3842A06C7E6C}"/>
                    </a:ext>
                  </a:extLst>
                </p:cNvPr>
                <p:cNvPicPr/>
                <p:nvPr/>
              </p:nvPicPr>
              <p:blipFill>
                <a:blip r:embed="rId79"/>
                <a:stretch>
                  <a:fillRect/>
                </a:stretch>
              </p:blipFill>
              <p:spPr>
                <a:xfrm>
                  <a:off x="10527886" y="3143981"/>
                  <a:ext cx="1044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74" name="Entrada de lápiz 173">
                  <a:extLst>
                    <a:ext uri="{FF2B5EF4-FFF2-40B4-BE49-F238E27FC236}">
                      <a16:creationId xmlns:a16="http://schemas.microsoft.com/office/drawing/2014/main" id="{17F8297E-F6BE-4ACD-857F-D3E2DA828539}"/>
                    </a:ext>
                  </a:extLst>
                </p14:cNvPr>
                <p14:cNvContentPartPr/>
                <p14:nvPr/>
              </p14:nvContentPartPr>
              <p14:xfrm>
                <a:off x="10639846" y="3035261"/>
                <a:ext cx="113760" cy="207720"/>
              </p14:xfrm>
            </p:contentPart>
          </mc:Choice>
          <mc:Fallback>
            <p:pic>
              <p:nvPicPr>
                <p:cNvPr id="174" name="Entrada de lápiz 173">
                  <a:extLst>
                    <a:ext uri="{FF2B5EF4-FFF2-40B4-BE49-F238E27FC236}">
                      <a16:creationId xmlns:a16="http://schemas.microsoft.com/office/drawing/2014/main" id="{17F8297E-F6BE-4ACD-857F-D3E2DA828539}"/>
                    </a:ext>
                  </a:extLst>
                </p:cNvPr>
                <p:cNvPicPr/>
                <p:nvPr/>
              </p:nvPicPr>
              <p:blipFill>
                <a:blip r:embed="rId81"/>
                <a:stretch>
                  <a:fillRect/>
                </a:stretch>
              </p:blipFill>
              <p:spPr>
                <a:xfrm>
                  <a:off x="10631206" y="3026621"/>
                  <a:ext cx="1314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77" name="Entrada de lápiz 176">
                  <a:extLst>
                    <a:ext uri="{FF2B5EF4-FFF2-40B4-BE49-F238E27FC236}">
                      <a16:creationId xmlns:a16="http://schemas.microsoft.com/office/drawing/2014/main" id="{8C883E01-F8D7-4614-AAD7-E4580F64CCDF}"/>
                    </a:ext>
                  </a:extLst>
                </p14:cNvPr>
                <p14:cNvContentPartPr/>
                <p14:nvPr/>
              </p14:nvContentPartPr>
              <p14:xfrm>
                <a:off x="10152046" y="3502541"/>
                <a:ext cx="97920" cy="81360"/>
              </p14:xfrm>
            </p:contentPart>
          </mc:Choice>
          <mc:Fallback>
            <p:pic>
              <p:nvPicPr>
                <p:cNvPr id="177" name="Entrada de lápiz 176">
                  <a:extLst>
                    <a:ext uri="{FF2B5EF4-FFF2-40B4-BE49-F238E27FC236}">
                      <a16:creationId xmlns:a16="http://schemas.microsoft.com/office/drawing/2014/main" id="{8C883E01-F8D7-4614-AAD7-E4580F64CCDF}"/>
                    </a:ext>
                  </a:extLst>
                </p:cNvPr>
                <p:cNvPicPr/>
                <p:nvPr/>
              </p:nvPicPr>
              <p:blipFill>
                <a:blip r:embed="rId83"/>
                <a:stretch>
                  <a:fillRect/>
                </a:stretch>
              </p:blipFill>
              <p:spPr>
                <a:xfrm>
                  <a:off x="10143046" y="3493541"/>
                  <a:ext cx="11556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78" name="Entrada de lápiz 177">
                  <a:extLst>
                    <a:ext uri="{FF2B5EF4-FFF2-40B4-BE49-F238E27FC236}">
                      <a16:creationId xmlns:a16="http://schemas.microsoft.com/office/drawing/2014/main" id="{ADC36072-58DA-43DB-BD96-3DA1BCB7C52B}"/>
                    </a:ext>
                  </a:extLst>
                </p14:cNvPr>
                <p14:cNvContentPartPr/>
                <p14:nvPr/>
              </p14:nvContentPartPr>
              <p14:xfrm>
                <a:off x="10144486" y="3581021"/>
                <a:ext cx="105480" cy="100440"/>
              </p14:xfrm>
            </p:contentPart>
          </mc:Choice>
          <mc:Fallback>
            <p:pic>
              <p:nvPicPr>
                <p:cNvPr id="178" name="Entrada de lápiz 177">
                  <a:extLst>
                    <a:ext uri="{FF2B5EF4-FFF2-40B4-BE49-F238E27FC236}">
                      <a16:creationId xmlns:a16="http://schemas.microsoft.com/office/drawing/2014/main" id="{ADC36072-58DA-43DB-BD96-3DA1BCB7C52B}"/>
                    </a:ext>
                  </a:extLst>
                </p:cNvPr>
                <p:cNvPicPr/>
                <p:nvPr/>
              </p:nvPicPr>
              <p:blipFill>
                <a:blip r:embed="rId85"/>
                <a:stretch>
                  <a:fillRect/>
                </a:stretch>
              </p:blipFill>
              <p:spPr>
                <a:xfrm>
                  <a:off x="10135486" y="3572381"/>
                  <a:ext cx="1231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79" name="Entrada de lápiz 178">
                  <a:extLst>
                    <a:ext uri="{FF2B5EF4-FFF2-40B4-BE49-F238E27FC236}">
                      <a16:creationId xmlns:a16="http://schemas.microsoft.com/office/drawing/2014/main" id="{8459F4C5-4EBB-4CDB-BF0C-210D3D158A3D}"/>
                    </a:ext>
                  </a:extLst>
                </p14:cNvPr>
                <p14:cNvContentPartPr/>
                <p14:nvPr/>
              </p14:nvContentPartPr>
              <p14:xfrm>
                <a:off x="10299646" y="3575261"/>
                <a:ext cx="91080" cy="2160"/>
              </p14:xfrm>
            </p:contentPart>
          </mc:Choice>
          <mc:Fallback>
            <p:pic>
              <p:nvPicPr>
                <p:cNvPr id="179" name="Entrada de lápiz 178">
                  <a:extLst>
                    <a:ext uri="{FF2B5EF4-FFF2-40B4-BE49-F238E27FC236}">
                      <a16:creationId xmlns:a16="http://schemas.microsoft.com/office/drawing/2014/main" id="{8459F4C5-4EBB-4CDB-BF0C-210D3D158A3D}"/>
                    </a:ext>
                  </a:extLst>
                </p:cNvPr>
                <p:cNvPicPr/>
                <p:nvPr/>
              </p:nvPicPr>
              <p:blipFill>
                <a:blip r:embed="rId87"/>
                <a:stretch>
                  <a:fillRect/>
                </a:stretch>
              </p:blipFill>
              <p:spPr>
                <a:xfrm>
                  <a:off x="10291006" y="3566621"/>
                  <a:ext cx="10872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80" name="Entrada de lápiz 179">
                  <a:extLst>
                    <a:ext uri="{FF2B5EF4-FFF2-40B4-BE49-F238E27FC236}">
                      <a16:creationId xmlns:a16="http://schemas.microsoft.com/office/drawing/2014/main" id="{CB5E8968-7D4C-4589-BFA3-87E3E4A1ED1D}"/>
                    </a:ext>
                  </a:extLst>
                </p14:cNvPr>
                <p14:cNvContentPartPr/>
                <p14:nvPr/>
              </p14:nvContentPartPr>
              <p14:xfrm>
                <a:off x="10448326" y="3515861"/>
                <a:ext cx="161640" cy="133560"/>
              </p14:xfrm>
            </p:contentPart>
          </mc:Choice>
          <mc:Fallback>
            <p:pic>
              <p:nvPicPr>
                <p:cNvPr id="180" name="Entrada de lápiz 179">
                  <a:extLst>
                    <a:ext uri="{FF2B5EF4-FFF2-40B4-BE49-F238E27FC236}">
                      <a16:creationId xmlns:a16="http://schemas.microsoft.com/office/drawing/2014/main" id="{CB5E8968-7D4C-4589-BFA3-87E3E4A1ED1D}"/>
                    </a:ext>
                  </a:extLst>
                </p:cNvPr>
                <p:cNvPicPr/>
                <p:nvPr/>
              </p:nvPicPr>
              <p:blipFill>
                <a:blip r:embed="rId89"/>
                <a:stretch>
                  <a:fillRect/>
                </a:stretch>
              </p:blipFill>
              <p:spPr>
                <a:xfrm>
                  <a:off x="10439326" y="3506861"/>
                  <a:ext cx="1792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81" name="Entrada de lápiz 180">
                  <a:extLst>
                    <a:ext uri="{FF2B5EF4-FFF2-40B4-BE49-F238E27FC236}">
                      <a16:creationId xmlns:a16="http://schemas.microsoft.com/office/drawing/2014/main" id="{78D774AE-E90C-4C54-BC63-412E1E519EEF}"/>
                    </a:ext>
                  </a:extLst>
                </p14:cNvPr>
                <p14:cNvContentPartPr/>
                <p14:nvPr/>
              </p14:nvContentPartPr>
              <p14:xfrm>
                <a:off x="10823446" y="2915741"/>
                <a:ext cx="193320" cy="848520"/>
              </p14:xfrm>
            </p:contentPart>
          </mc:Choice>
          <mc:Fallback>
            <p:pic>
              <p:nvPicPr>
                <p:cNvPr id="181" name="Entrada de lápiz 180">
                  <a:extLst>
                    <a:ext uri="{FF2B5EF4-FFF2-40B4-BE49-F238E27FC236}">
                      <a16:creationId xmlns:a16="http://schemas.microsoft.com/office/drawing/2014/main" id="{78D774AE-E90C-4C54-BC63-412E1E519EEF}"/>
                    </a:ext>
                  </a:extLst>
                </p:cNvPr>
                <p:cNvPicPr/>
                <p:nvPr/>
              </p:nvPicPr>
              <p:blipFill>
                <a:blip r:embed="rId91"/>
                <a:stretch>
                  <a:fillRect/>
                </a:stretch>
              </p:blipFill>
              <p:spPr>
                <a:xfrm>
                  <a:off x="10814446" y="2907101"/>
                  <a:ext cx="210960" cy="866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82" name="Entrada de lápiz 181">
                  <a:extLst>
                    <a:ext uri="{FF2B5EF4-FFF2-40B4-BE49-F238E27FC236}">
                      <a16:creationId xmlns:a16="http://schemas.microsoft.com/office/drawing/2014/main" id="{00F5501A-B950-462C-B5C3-95CF1AC029D4}"/>
                    </a:ext>
                  </a:extLst>
                </p14:cNvPr>
                <p14:cNvContentPartPr/>
                <p14:nvPr/>
              </p14:nvContentPartPr>
              <p14:xfrm>
                <a:off x="9128206" y="3782981"/>
                <a:ext cx="2104200" cy="172800"/>
              </p14:xfrm>
            </p:contentPart>
          </mc:Choice>
          <mc:Fallback>
            <p:pic>
              <p:nvPicPr>
                <p:cNvPr id="182" name="Entrada de lápiz 181">
                  <a:extLst>
                    <a:ext uri="{FF2B5EF4-FFF2-40B4-BE49-F238E27FC236}">
                      <a16:creationId xmlns:a16="http://schemas.microsoft.com/office/drawing/2014/main" id="{00F5501A-B950-462C-B5C3-95CF1AC029D4}"/>
                    </a:ext>
                  </a:extLst>
                </p:cNvPr>
                <p:cNvPicPr/>
                <p:nvPr/>
              </p:nvPicPr>
              <p:blipFill>
                <a:blip r:embed="rId93"/>
                <a:stretch>
                  <a:fillRect/>
                </a:stretch>
              </p:blipFill>
              <p:spPr>
                <a:xfrm>
                  <a:off x="9119566" y="3773981"/>
                  <a:ext cx="21218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83" name="Entrada de lápiz 182">
                  <a:extLst>
                    <a:ext uri="{FF2B5EF4-FFF2-40B4-BE49-F238E27FC236}">
                      <a16:creationId xmlns:a16="http://schemas.microsoft.com/office/drawing/2014/main" id="{B068A94B-A9C9-42D9-8D0B-3EF4DB178CE8}"/>
                    </a:ext>
                  </a:extLst>
                </p14:cNvPr>
                <p14:cNvContentPartPr/>
                <p14:nvPr/>
              </p14:nvContentPartPr>
              <p14:xfrm>
                <a:off x="9664606" y="4394981"/>
                <a:ext cx="116280" cy="86760"/>
              </p14:xfrm>
            </p:contentPart>
          </mc:Choice>
          <mc:Fallback>
            <p:pic>
              <p:nvPicPr>
                <p:cNvPr id="183" name="Entrada de lápiz 182">
                  <a:extLst>
                    <a:ext uri="{FF2B5EF4-FFF2-40B4-BE49-F238E27FC236}">
                      <a16:creationId xmlns:a16="http://schemas.microsoft.com/office/drawing/2014/main" id="{B068A94B-A9C9-42D9-8D0B-3EF4DB178CE8}"/>
                    </a:ext>
                  </a:extLst>
                </p:cNvPr>
                <p:cNvPicPr/>
                <p:nvPr/>
              </p:nvPicPr>
              <p:blipFill>
                <a:blip r:embed="rId95"/>
                <a:stretch>
                  <a:fillRect/>
                </a:stretch>
              </p:blipFill>
              <p:spPr>
                <a:xfrm>
                  <a:off x="9655606" y="4386341"/>
                  <a:ext cx="13392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84" name="Entrada de lápiz 183">
                  <a:extLst>
                    <a:ext uri="{FF2B5EF4-FFF2-40B4-BE49-F238E27FC236}">
                      <a16:creationId xmlns:a16="http://schemas.microsoft.com/office/drawing/2014/main" id="{87AA3FDE-B57C-442D-8FF0-6355181813D3}"/>
                    </a:ext>
                  </a:extLst>
                </p14:cNvPr>
                <p14:cNvContentPartPr/>
                <p14:nvPr/>
              </p14:nvContentPartPr>
              <p14:xfrm>
                <a:off x="9831286" y="4105181"/>
                <a:ext cx="135000" cy="504000"/>
              </p14:xfrm>
            </p:contentPart>
          </mc:Choice>
          <mc:Fallback>
            <p:pic>
              <p:nvPicPr>
                <p:cNvPr id="184" name="Entrada de lápiz 183">
                  <a:extLst>
                    <a:ext uri="{FF2B5EF4-FFF2-40B4-BE49-F238E27FC236}">
                      <a16:creationId xmlns:a16="http://schemas.microsoft.com/office/drawing/2014/main" id="{87AA3FDE-B57C-442D-8FF0-6355181813D3}"/>
                    </a:ext>
                  </a:extLst>
                </p:cNvPr>
                <p:cNvPicPr/>
                <p:nvPr/>
              </p:nvPicPr>
              <p:blipFill>
                <a:blip r:embed="rId97"/>
                <a:stretch>
                  <a:fillRect/>
                </a:stretch>
              </p:blipFill>
              <p:spPr>
                <a:xfrm>
                  <a:off x="9822286" y="4096181"/>
                  <a:ext cx="152640" cy="5216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85" name="Entrada de lápiz 184">
                  <a:extLst>
                    <a:ext uri="{FF2B5EF4-FFF2-40B4-BE49-F238E27FC236}">
                      <a16:creationId xmlns:a16="http://schemas.microsoft.com/office/drawing/2014/main" id="{62EE3098-AAC6-4863-9CE1-02D02ECBC223}"/>
                    </a:ext>
                  </a:extLst>
                </p14:cNvPr>
                <p14:cNvContentPartPr/>
                <p14:nvPr/>
              </p14:nvContentPartPr>
              <p14:xfrm>
                <a:off x="10120726" y="4044341"/>
                <a:ext cx="70560" cy="158400"/>
              </p14:xfrm>
            </p:contentPart>
          </mc:Choice>
          <mc:Fallback>
            <p:pic>
              <p:nvPicPr>
                <p:cNvPr id="185" name="Entrada de lápiz 184">
                  <a:extLst>
                    <a:ext uri="{FF2B5EF4-FFF2-40B4-BE49-F238E27FC236}">
                      <a16:creationId xmlns:a16="http://schemas.microsoft.com/office/drawing/2014/main" id="{62EE3098-AAC6-4863-9CE1-02D02ECBC223}"/>
                    </a:ext>
                  </a:extLst>
                </p:cNvPr>
                <p:cNvPicPr/>
                <p:nvPr/>
              </p:nvPicPr>
              <p:blipFill>
                <a:blip r:embed="rId99"/>
                <a:stretch>
                  <a:fillRect/>
                </a:stretch>
              </p:blipFill>
              <p:spPr>
                <a:xfrm>
                  <a:off x="10112086" y="4035701"/>
                  <a:ext cx="8820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86" name="Entrada de lápiz 185">
                  <a:extLst>
                    <a:ext uri="{FF2B5EF4-FFF2-40B4-BE49-F238E27FC236}">
                      <a16:creationId xmlns:a16="http://schemas.microsoft.com/office/drawing/2014/main" id="{E325BB4D-09D3-43DC-B4A4-29D20F3466C3}"/>
                    </a:ext>
                  </a:extLst>
                </p14:cNvPr>
                <p14:cNvContentPartPr/>
                <p14:nvPr/>
              </p14:nvContentPartPr>
              <p14:xfrm>
                <a:off x="10256446" y="4021661"/>
                <a:ext cx="84960" cy="109800"/>
              </p14:xfrm>
            </p:contentPart>
          </mc:Choice>
          <mc:Fallback>
            <p:pic>
              <p:nvPicPr>
                <p:cNvPr id="186" name="Entrada de lápiz 185">
                  <a:extLst>
                    <a:ext uri="{FF2B5EF4-FFF2-40B4-BE49-F238E27FC236}">
                      <a16:creationId xmlns:a16="http://schemas.microsoft.com/office/drawing/2014/main" id="{E325BB4D-09D3-43DC-B4A4-29D20F3466C3}"/>
                    </a:ext>
                  </a:extLst>
                </p:cNvPr>
                <p:cNvPicPr/>
                <p:nvPr/>
              </p:nvPicPr>
              <p:blipFill>
                <a:blip r:embed="rId101"/>
                <a:stretch>
                  <a:fillRect/>
                </a:stretch>
              </p:blipFill>
              <p:spPr>
                <a:xfrm>
                  <a:off x="10247806" y="4012661"/>
                  <a:ext cx="10260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89" name="Entrada de lápiz 188">
                  <a:extLst>
                    <a:ext uri="{FF2B5EF4-FFF2-40B4-BE49-F238E27FC236}">
                      <a16:creationId xmlns:a16="http://schemas.microsoft.com/office/drawing/2014/main" id="{65E5EB36-5D97-4F09-9806-024B45C46886}"/>
                    </a:ext>
                  </a:extLst>
                </p14:cNvPr>
                <p14:cNvContentPartPr/>
                <p14:nvPr/>
              </p14:nvContentPartPr>
              <p14:xfrm>
                <a:off x="10240606" y="4314701"/>
                <a:ext cx="56520" cy="80640"/>
              </p14:xfrm>
            </p:contentPart>
          </mc:Choice>
          <mc:Fallback>
            <p:pic>
              <p:nvPicPr>
                <p:cNvPr id="189" name="Entrada de lápiz 188">
                  <a:extLst>
                    <a:ext uri="{FF2B5EF4-FFF2-40B4-BE49-F238E27FC236}">
                      <a16:creationId xmlns:a16="http://schemas.microsoft.com/office/drawing/2014/main" id="{65E5EB36-5D97-4F09-9806-024B45C46886}"/>
                    </a:ext>
                  </a:extLst>
                </p:cNvPr>
                <p:cNvPicPr/>
                <p:nvPr/>
              </p:nvPicPr>
              <p:blipFill>
                <a:blip r:embed="rId103"/>
                <a:stretch>
                  <a:fillRect/>
                </a:stretch>
              </p:blipFill>
              <p:spPr>
                <a:xfrm>
                  <a:off x="10231966" y="4305701"/>
                  <a:ext cx="741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90" name="Entrada de lápiz 189">
                  <a:extLst>
                    <a:ext uri="{FF2B5EF4-FFF2-40B4-BE49-F238E27FC236}">
                      <a16:creationId xmlns:a16="http://schemas.microsoft.com/office/drawing/2014/main" id="{82BEA56B-BE27-4064-8B3B-CDCC6B60DD1F}"/>
                    </a:ext>
                  </a:extLst>
                </p14:cNvPr>
                <p14:cNvContentPartPr/>
                <p14:nvPr/>
              </p14:nvContentPartPr>
              <p14:xfrm>
                <a:off x="10206046" y="4409381"/>
                <a:ext cx="112320" cy="105120"/>
              </p14:xfrm>
            </p:contentPart>
          </mc:Choice>
          <mc:Fallback>
            <p:pic>
              <p:nvPicPr>
                <p:cNvPr id="190" name="Entrada de lápiz 189">
                  <a:extLst>
                    <a:ext uri="{FF2B5EF4-FFF2-40B4-BE49-F238E27FC236}">
                      <a16:creationId xmlns:a16="http://schemas.microsoft.com/office/drawing/2014/main" id="{82BEA56B-BE27-4064-8B3B-CDCC6B60DD1F}"/>
                    </a:ext>
                  </a:extLst>
                </p:cNvPr>
                <p:cNvPicPr/>
                <p:nvPr/>
              </p:nvPicPr>
              <p:blipFill>
                <a:blip r:embed="rId105"/>
                <a:stretch>
                  <a:fillRect/>
                </a:stretch>
              </p:blipFill>
              <p:spPr>
                <a:xfrm>
                  <a:off x="10197046" y="4400381"/>
                  <a:ext cx="12996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91" name="Entrada de lápiz 190">
                  <a:extLst>
                    <a:ext uri="{FF2B5EF4-FFF2-40B4-BE49-F238E27FC236}">
                      <a16:creationId xmlns:a16="http://schemas.microsoft.com/office/drawing/2014/main" id="{B18ACACB-3613-426F-8B4E-29EC3E18A19B}"/>
                    </a:ext>
                  </a:extLst>
                </p14:cNvPr>
                <p14:cNvContentPartPr/>
                <p14:nvPr/>
              </p14:nvContentPartPr>
              <p14:xfrm>
                <a:off x="10329166" y="4075661"/>
                <a:ext cx="179280" cy="529920"/>
              </p14:xfrm>
            </p:contentPart>
          </mc:Choice>
          <mc:Fallback>
            <p:pic>
              <p:nvPicPr>
                <p:cNvPr id="191" name="Entrada de lápiz 190">
                  <a:extLst>
                    <a:ext uri="{FF2B5EF4-FFF2-40B4-BE49-F238E27FC236}">
                      <a16:creationId xmlns:a16="http://schemas.microsoft.com/office/drawing/2014/main" id="{B18ACACB-3613-426F-8B4E-29EC3E18A19B}"/>
                    </a:ext>
                  </a:extLst>
                </p:cNvPr>
                <p:cNvPicPr/>
                <p:nvPr/>
              </p:nvPicPr>
              <p:blipFill>
                <a:blip r:embed="rId107"/>
                <a:stretch>
                  <a:fillRect/>
                </a:stretch>
              </p:blipFill>
              <p:spPr>
                <a:xfrm>
                  <a:off x="10320526" y="4067021"/>
                  <a:ext cx="196920" cy="547560"/>
                </a:xfrm>
                <a:prstGeom prst="rect">
                  <a:avLst/>
                </a:prstGeom>
              </p:spPr>
            </p:pic>
          </mc:Fallback>
        </mc:AlternateContent>
      </p:grpSp>
      <p:grpSp>
        <p:nvGrpSpPr>
          <p:cNvPr id="220" name="Grupo 219">
            <a:extLst>
              <a:ext uri="{FF2B5EF4-FFF2-40B4-BE49-F238E27FC236}">
                <a16:creationId xmlns:a16="http://schemas.microsoft.com/office/drawing/2014/main" id="{D501EF50-C6D3-4434-9A38-AF3D4E1F728F}"/>
              </a:ext>
            </a:extLst>
          </p:cNvPr>
          <p:cNvGrpSpPr/>
          <p:nvPr/>
        </p:nvGrpSpPr>
        <p:grpSpPr>
          <a:xfrm>
            <a:off x="3315286" y="2513981"/>
            <a:ext cx="5394600" cy="2581560"/>
            <a:chOff x="3315286" y="2513981"/>
            <a:chExt cx="5394600" cy="2581560"/>
          </a:xfrm>
        </p:grpSpPr>
        <mc:AlternateContent xmlns:mc="http://schemas.openxmlformats.org/markup-compatibility/2006">
          <mc:Choice xmlns:p14="http://schemas.microsoft.com/office/powerpoint/2010/main" Requires="p14">
            <p:contentPart p14:bwMode="auto" r:id="rId108">
              <p14:nvContentPartPr>
                <p14:cNvPr id="70" name="Entrada de lápiz 69">
                  <a:extLst>
                    <a:ext uri="{FF2B5EF4-FFF2-40B4-BE49-F238E27FC236}">
                      <a16:creationId xmlns:a16="http://schemas.microsoft.com/office/drawing/2014/main" id="{2BB467D8-A3E2-48DC-9ECA-BC777DC65657}"/>
                    </a:ext>
                  </a:extLst>
                </p14:cNvPr>
                <p14:cNvContentPartPr/>
                <p14:nvPr/>
              </p14:nvContentPartPr>
              <p14:xfrm>
                <a:off x="3315286" y="2905301"/>
                <a:ext cx="57240" cy="367920"/>
              </p14:xfrm>
            </p:contentPart>
          </mc:Choice>
          <mc:Fallback>
            <p:pic>
              <p:nvPicPr>
                <p:cNvPr id="70" name="Entrada de lápiz 69">
                  <a:extLst>
                    <a:ext uri="{FF2B5EF4-FFF2-40B4-BE49-F238E27FC236}">
                      <a16:creationId xmlns:a16="http://schemas.microsoft.com/office/drawing/2014/main" id="{2BB467D8-A3E2-48DC-9ECA-BC777DC65657}"/>
                    </a:ext>
                  </a:extLst>
                </p:cNvPr>
                <p:cNvPicPr/>
                <p:nvPr/>
              </p:nvPicPr>
              <p:blipFill>
                <a:blip r:embed="rId109"/>
                <a:stretch>
                  <a:fillRect/>
                </a:stretch>
              </p:blipFill>
              <p:spPr>
                <a:xfrm>
                  <a:off x="3306286" y="2896661"/>
                  <a:ext cx="7488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1" name="Entrada de lápiz 70">
                  <a:extLst>
                    <a:ext uri="{FF2B5EF4-FFF2-40B4-BE49-F238E27FC236}">
                      <a16:creationId xmlns:a16="http://schemas.microsoft.com/office/drawing/2014/main" id="{A8180B0D-D9B6-400C-B19B-838880FA28A8}"/>
                    </a:ext>
                  </a:extLst>
                </p14:cNvPr>
                <p14:cNvContentPartPr/>
                <p14:nvPr/>
              </p14:nvContentPartPr>
              <p14:xfrm>
                <a:off x="3325726" y="2848061"/>
                <a:ext cx="187560" cy="198000"/>
              </p14:xfrm>
            </p:contentPart>
          </mc:Choice>
          <mc:Fallback>
            <p:pic>
              <p:nvPicPr>
                <p:cNvPr id="71" name="Entrada de lápiz 70">
                  <a:extLst>
                    <a:ext uri="{FF2B5EF4-FFF2-40B4-BE49-F238E27FC236}">
                      <a16:creationId xmlns:a16="http://schemas.microsoft.com/office/drawing/2014/main" id="{A8180B0D-D9B6-400C-B19B-838880FA28A8}"/>
                    </a:ext>
                  </a:extLst>
                </p:cNvPr>
                <p:cNvPicPr/>
                <p:nvPr/>
              </p:nvPicPr>
              <p:blipFill>
                <a:blip r:embed="rId111"/>
                <a:stretch>
                  <a:fillRect/>
                </a:stretch>
              </p:blipFill>
              <p:spPr>
                <a:xfrm>
                  <a:off x="3317086" y="2839421"/>
                  <a:ext cx="20520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2" name="Entrada de lápiz 71">
                  <a:extLst>
                    <a:ext uri="{FF2B5EF4-FFF2-40B4-BE49-F238E27FC236}">
                      <a16:creationId xmlns:a16="http://schemas.microsoft.com/office/drawing/2014/main" id="{AE3B281D-0FCF-4035-979A-43015D50CF18}"/>
                    </a:ext>
                  </a:extLst>
                </p14:cNvPr>
                <p14:cNvContentPartPr/>
                <p14:nvPr/>
              </p14:nvContentPartPr>
              <p14:xfrm>
                <a:off x="3659806" y="2907461"/>
                <a:ext cx="126720" cy="259560"/>
              </p14:xfrm>
            </p:contentPart>
          </mc:Choice>
          <mc:Fallback>
            <p:pic>
              <p:nvPicPr>
                <p:cNvPr id="72" name="Entrada de lápiz 71">
                  <a:extLst>
                    <a:ext uri="{FF2B5EF4-FFF2-40B4-BE49-F238E27FC236}">
                      <a16:creationId xmlns:a16="http://schemas.microsoft.com/office/drawing/2014/main" id="{AE3B281D-0FCF-4035-979A-43015D50CF18}"/>
                    </a:ext>
                  </a:extLst>
                </p:cNvPr>
                <p:cNvPicPr/>
                <p:nvPr/>
              </p:nvPicPr>
              <p:blipFill>
                <a:blip r:embed="rId113"/>
                <a:stretch>
                  <a:fillRect/>
                </a:stretch>
              </p:blipFill>
              <p:spPr>
                <a:xfrm>
                  <a:off x="3651166" y="2898461"/>
                  <a:ext cx="14436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3" name="Entrada de lápiz 72">
                  <a:extLst>
                    <a:ext uri="{FF2B5EF4-FFF2-40B4-BE49-F238E27FC236}">
                      <a16:creationId xmlns:a16="http://schemas.microsoft.com/office/drawing/2014/main" id="{BC28ACCA-4FE1-4517-A603-DE40B28583C5}"/>
                    </a:ext>
                  </a:extLst>
                </p14:cNvPr>
                <p14:cNvContentPartPr/>
                <p14:nvPr/>
              </p14:nvContentPartPr>
              <p14:xfrm>
                <a:off x="3833686" y="2930141"/>
                <a:ext cx="146880" cy="205200"/>
              </p14:xfrm>
            </p:contentPart>
          </mc:Choice>
          <mc:Fallback>
            <p:pic>
              <p:nvPicPr>
                <p:cNvPr id="73" name="Entrada de lápiz 72">
                  <a:extLst>
                    <a:ext uri="{FF2B5EF4-FFF2-40B4-BE49-F238E27FC236}">
                      <a16:creationId xmlns:a16="http://schemas.microsoft.com/office/drawing/2014/main" id="{BC28ACCA-4FE1-4517-A603-DE40B28583C5}"/>
                    </a:ext>
                  </a:extLst>
                </p:cNvPr>
                <p:cNvPicPr/>
                <p:nvPr/>
              </p:nvPicPr>
              <p:blipFill>
                <a:blip r:embed="rId115"/>
                <a:stretch>
                  <a:fillRect/>
                </a:stretch>
              </p:blipFill>
              <p:spPr>
                <a:xfrm>
                  <a:off x="3824686" y="2921141"/>
                  <a:ext cx="16452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4" name="Entrada de lápiz 73">
                  <a:extLst>
                    <a:ext uri="{FF2B5EF4-FFF2-40B4-BE49-F238E27FC236}">
                      <a16:creationId xmlns:a16="http://schemas.microsoft.com/office/drawing/2014/main" id="{FCC4B487-5765-458E-8553-121FEE1751DD}"/>
                    </a:ext>
                  </a:extLst>
                </p14:cNvPr>
                <p14:cNvContentPartPr/>
                <p14:nvPr/>
              </p14:nvContentPartPr>
              <p14:xfrm>
                <a:off x="3876166" y="2902781"/>
                <a:ext cx="117000" cy="240120"/>
              </p14:xfrm>
            </p:contentPart>
          </mc:Choice>
          <mc:Fallback>
            <p:pic>
              <p:nvPicPr>
                <p:cNvPr id="74" name="Entrada de lápiz 73">
                  <a:extLst>
                    <a:ext uri="{FF2B5EF4-FFF2-40B4-BE49-F238E27FC236}">
                      <a16:creationId xmlns:a16="http://schemas.microsoft.com/office/drawing/2014/main" id="{FCC4B487-5765-458E-8553-121FEE1751DD}"/>
                    </a:ext>
                  </a:extLst>
                </p:cNvPr>
                <p:cNvPicPr/>
                <p:nvPr/>
              </p:nvPicPr>
              <p:blipFill>
                <a:blip r:embed="rId117"/>
                <a:stretch>
                  <a:fillRect/>
                </a:stretch>
              </p:blipFill>
              <p:spPr>
                <a:xfrm>
                  <a:off x="3867166" y="2893781"/>
                  <a:ext cx="13464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5" name="Entrada de lápiz 74">
                  <a:extLst>
                    <a:ext uri="{FF2B5EF4-FFF2-40B4-BE49-F238E27FC236}">
                      <a16:creationId xmlns:a16="http://schemas.microsoft.com/office/drawing/2014/main" id="{CEAAE46E-028F-42A7-A3E4-2C2A98D29051}"/>
                    </a:ext>
                  </a:extLst>
                </p14:cNvPr>
                <p14:cNvContentPartPr/>
                <p14:nvPr/>
              </p14:nvContentPartPr>
              <p14:xfrm>
                <a:off x="4140046" y="2998181"/>
                <a:ext cx="134280" cy="5040"/>
              </p14:xfrm>
            </p:contentPart>
          </mc:Choice>
          <mc:Fallback>
            <p:pic>
              <p:nvPicPr>
                <p:cNvPr id="75" name="Entrada de lápiz 74">
                  <a:extLst>
                    <a:ext uri="{FF2B5EF4-FFF2-40B4-BE49-F238E27FC236}">
                      <a16:creationId xmlns:a16="http://schemas.microsoft.com/office/drawing/2014/main" id="{CEAAE46E-028F-42A7-A3E4-2C2A98D29051}"/>
                    </a:ext>
                  </a:extLst>
                </p:cNvPr>
                <p:cNvPicPr/>
                <p:nvPr/>
              </p:nvPicPr>
              <p:blipFill>
                <a:blip r:embed="rId119"/>
                <a:stretch>
                  <a:fillRect/>
                </a:stretch>
              </p:blipFill>
              <p:spPr>
                <a:xfrm>
                  <a:off x="4131406" y="2989541"/>
                  <a:ext cx="1519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6" name="Entrada de lápiz 75">
                  <a:extLst>
                    <a:ext uri="{FF2B5EF4-FFF2-40B4-BE49-F238E27FC236}">
                      <a16:creationId xmlns:a16="http://schemas.microsoft.com/office/drawing/2014/main" id="{3C3C682B-1CA8-4317-A3A8-D0BF87571657}"/>
                    </a:ext>
                  </a:extLst>
                </p14:cNvPr>
                <p14:cNvContentPartPr/>
                <p14:nvPr/>
              </p14:nvContentPartPr>
              <p14:xfrm>
                <a:off x="4181086" y="3042821"/>
                <a:ext cx="142560" cy="39240"/>
              </p14:xfrm>
            </p:contentPart>
          </mc:Choice>
          <mc:Fallback>
            <p:pic>
              <p:nvPicPr>
                <p:cNvPr id="76" name="Entrada de lápiz 75">
                  <a:extLst>
                    <a:ext uri="{FF2B5EF4-FFF2-40B4-BE49-F238E27FC236}">
                      <a16:creationId xmlns:a16="http://schemas.microsoft.com/office/drawing/2014/main" id="{3C3C682B-1CA8-4317-A3A8-D0BF87571657}"/>
                    </a:ext>
                  </a:extLst>
                </p:cNvPr>
                <p:cNvPicPr/>
                <p:nvPr/>
              </p:nvPicPr>
              <p:blipFill>
                <a:blip r:embed="rId121"/>
                <a:stretch>
                  <a:fillRect/>
                </a:stretch>
              </p:blipFill>
              <p:spPr>
                <a:xfrm>
                  <a:off x="4172446" y="3034181"/>
                  <a:ext cx="16020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7" name="Entrada de lápiz 76">
                  <a:extLst>
                    <a:ext uri="{FF2B5EF4-FFF2-40B4-BE49-F238E27FC236}">
                      <a16:creationId xmlns:a16="http://schemas.microsoft.com/office/drawing/2014/main" id="{5EA57743-288D-4F88-8EEF-84F0DA536BEA}"/>
                    </a:ext>
                  </a:extLst>
                </p14:cNvPr>
                <p14:cNvContentPartPr/>
                <p14:nvPr/>
              </p14:nvContentPartPr>
              <p14:xfrm>
                <a:off x="4402846" y="2963261"/>
                <a:ext cx="207360" cy="175320"/>
              </p14:xfrm>
            </p:contentPart>
          </mc:Choice>
          <mc:Fallback>
            <p:pic>
              <p:nvPicPr>
                <p:cNvPr id="77" name="Entrada de lápiz 76">
                  <a:extLst>
                    <a:ext uri="{FF2B5EF4-FFF2-40B4-BE49-F238E27FC236}">
                      <a16:creationId xmlns:a16="http://schemas.microsoft.com/office/drawing/2014/main" id="{5EA57743-288D-4F88-8EEF-84F0DA536BEA}"/>
                    </a:ext>
                  </a:extLst>
                </p:cNvPr>
                <p:cNvPicPr/>
                <p:nvPr/>
              </p:nvPicPr>
              <p:blipFill>
                <a:blip r:embed="rId123"/>
                <a:stretch>
                  <a:fillRect/>
                </a:stretch>
              </p:blipFill>
              <p:spPr>
                <a:xfrm>
                  <a:off x="4394206" y="2954621"/>
                  <a:ext cx="22500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8" name="Entrada de lápiz 77">
                  <a:extLst>
                    <a:ext uri="{FF2B5EF4-FFF2-40B4-BE49-F238E27FC236}">
                      <a16:creationId xmlns:a16="http://schemas.microsoft.com/office/drawing/2014/main" id="{D7995869-81A6-4D5F-A467-125A4332495C}"/>
                    </a:ext>
                  </a:extLst>
                </p14:cNvPr>
                <p14:cNvContentPartPr/>
                <p14:nvPr/>
              </p14:nvContentPartPr>
              <p14:xfrm>
                <a:off x="4794166" y="2838341"/>
                <a:ext cx="77400" cy="248760"/>
              </p14:xfrm>
            </p:contentPart>
          </mc:Choice>
          <mc:Fallback>
            <p:pic>
              <p:nvPicPr>
                <p:cNvPr id="78" name="Entrada de lápiz 77">
                  <a:extLst>
                    <a:ext uri="{FF2B5EF4-FFF2-40B4-BE49-F238E27FC236}">
                      <a16:creationId xmlns:a16="http://schemas.microsoft.com/office/drawing/2014/main" id="{D7995869-81A6-4D5F-A467-125A4332495C}"/>
                    </a:ext>
                  </a:extLst>
                </p:cNvPr>
                <p:cNvPicPr/>
                <p:nvPr/>
              </p:nvPicPr>
              <p:blipFill>
                <a:blip r:embed="rId125"/>
                <a:stretch>
                  <a:fillRect/>
                </a:stretch>
              </p:blipFill>
              <p:spPr>
                <a:xfrm>
                  <a:off x="4785526" y="2829341"/>
                  <a:ext cx="9504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9" name="Entrada de lápiz 78">
                  <a:extLst>
                    <a:ext uri="{FF2B5EF4-FFF2-40B4-BE49-F238E27FC236}">
                      <a16:creationId xmlns:a16="http://schemas.microsoft.com/office/drawing/2014/main" id="{26BEE72E-9FF1-44D3-80CF-9D7B38E25130}"/>
                    </a:ext>
                  </a:extLst>
                </p14:cNvPr>
                <p14:cNvContentPartPr/>
                <p14:nvPr/>
              </p14:nvContentPartPr>
              <p14:xfrm>
                <a:off x="5154526" y="2846621"/>
                <a:ext cx="21600" cy="264240"/>
              </p14:xfrm>
            </p:contentPart>
          </mc:Choice>
          <mc:Fallback>
            <p:pic>
              <p:nvPicPr>
                <p:cNvPr id="79" name="Entrada de lápiz 78">
                  <a:extLst>
                    <a:ext uri="{FF2B5EF4-FFF2-40B4-BE49-F238E27FC236}">
                      <a16:creationId xmlns:a16="http://schemas.microsoft.com/office/drawing/2014/main" id="{26BEE72E-9FF1-44D3-80CF-9D7B38E25130}"/>
                    </a:ext>
                  </a:extLst>
                </p:cNvPr>
                <p:cNvPicPr/>
                <p:nvPr/>
              </p:nvPicPr>
              <p:blipFill>
                <a:blip r:embed="rId127"/>
                <a:stretch>
                  <a:fillRect/>
                </a:stretch>
              </p:blipFill>
              <p:spPr>
                <a:xfrm>
                  <a:off x="5145886" y="2837981"/>
                  <a:ext cx="3924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0" name="Entrada de lápiz 79">
                  <a:extLst>
                    <a:ext uri="{FF2B5EF4-FFF2-40B4-BE49-F238E27FC236}">
                      <a16:creationId xmlns:a16="http://schemas.microsoft.com/office/drawing/2014/main" id="{D399A849-1DFE-4459-A284-621FB163B38B}"/>
                    </a:ext>
                  </a:extLst>
                </p14:cNvPr>
                <p14:cNvContentPartPr/>
                <p14:nvPr/>
              </p14:nvContentPartPr>
              <p14:xfrm>
                <a:off x="5039686" y="2952821"/>
                <a:ext cx="227880" cy="70560"/>
              </p14:xfrm>
            </p:contentPart>
          </mc:Choice>
          <mc:Fallback>
            <p:pic>
              <p:nvPicPr>
                <p:cNvPr id="80" name="Entrada de lápiz 79">
                  <a:extLst>
                    <a:ext uri="{FF2B5EF4-FFF2-40B4-BE49-F238E27FC236}">
                      <a16:creationId xmlns:a16="http://schemas.microsoft.com/office/drawing/2014/main" id="{D399A849-1DFE-4459-A284-621FB163B38B}"/>
                    </a:ext>
                  </a:extLst>
                </p:cNvPr>
                <p:cNvPicPr/>
                <p:nvPr/>
              </p:nvPicPr>
              <p:blipFill>
                <a:blip r:embed="rId129"/>
                <a:stretch>
                  <a:fillRect/>
                </a:stretch>
              </p:blipFill>
              <p:spPr>
                <a:xfrm>
                  <a:off x="5031046" y="2944181"/>
                  <a:ext cx="2455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1" name="Entrada de lápiz 80">
                  <a:extLst>
                    <a:ext uri="{FF2B5EF4-FFF2-40B4-BE49-F238E27FC236}">
                      <a16:creationId xmlns:a16="http://schemas.microsoft.com/office/drawing/2014/main" id="{3DFF1D4E-E6D4-457D-B154-20A938CB7062}"/>
                    </a:ext>
                  </a:extLst>
                </p14:cNvPr>
                <p14:cNvContentPartPr/>
                <p14:nvPr/>
              </p14:nvContentPartPr>
              <p14:xfrm>
                <a:off x="5424166" y="2846981"/>
                <a:ext cx="194400" cy="314640"/>
              </p14:xfrm>
            </p:contentPart>
          </mc:Choice>
          <mc:Fallback>
            <p:pic>
              <p:nvPicPr>
                <p:cNvPr id="81" name="Entrada de lápiz 80">
                  <a:extLst>
                    <a:ext uri="{FF2B5EF4-FFF2-40B4-BE49-F238E27FC236}">
                      <a16:creationId xmlns:a16="http://schemas.microsoft.com/office/drawing/2014/main" id="{3DFF1D4E-E6D4-457D-B154-20A938CB7062}"/>
                    </a:ext>
                  </a:extLst>
                </p:cNvPr>
                <p:cNvPicPr/>
                <p:nvPr/>
              </p:nvPicPr>
              <p:blipFill>
                <a:blip r:embed="rId131"/>
                <a:stretch>
                  <a:fillRect/>
                </a:stretch>
              </p:blipFill>
              <p:spPr>
                <a:xfrm>
                  <a:off x="5415526" y="2837981"/>
                  <a:ext cx="21204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Entrada de lápiz 81">
                  <a:extLst>
                    <a:ext uri="{FF2B5EF4-FFF2-40B4-BE49-F238E27FC236}">
                      <a16:creationId xmlns:a16="http://schemas.microsoft.com/office/drawing/2014/main" id="{C1A7ACED-E7CC-4928-913E-D4C7E4642160}"/>
                    </a:ext>
                  </a:extLst>
                </p14:cNvPr>
                <p14:cNvContentPartPr/>
                <p14:nvPr/>
              </p14:nvContentPartPr>
              <p14:xfrm>
                <a:off x="5740246" y="2817461"/>
                <a:ext cx="134280" cy="246600"/>
              </p14:xfrm>
            </p:contentPart>
          </mc:Choice>
          <mc:Fallback>
            <p:pic>
              <p:nvPicPr>
                <p:cNvPr id="82" name="Entrada de lápiz 81">
                  <a:extLst>
                    <a:ext uri="{FF2B5EF4-FFF2-40B4-BE49-F238E27FC236}">
                      <a16:creationId xmlns:a16="http://schemas.microsoft.com/office/drawing/2014/main" id="{C1A7ACED-E7CC-4928-913E-D4C7E4642160}"/>
                    </a:ext>
                  </a:extLst>
                </p:cNvPr>
                <p:cNvPicPr/>
                <p:nvPr/>
              </p:nvPicPr>
              <p:blipFill>
                <a:blip r:embed="rId133"/>
                <a:stretch>
                  <a:fillRect/>
                </a:stretch>
              </p:blipFill>
              <p:spPr>
                <a:xfrm>
                  <a:off x="5731606" y="2808461"/>
                  <a:ext cx="1519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3" name="Entrada de lápiz 82">
                  <a:extLst>
                    <a:ext uri="{FF2B5EF4-FFF2-40B4-BE49-F238E27FC236}">
                      <a16:creationId xmlns:a16="http://schemas.microsoft.com/office/drawing/2014/main" id="{37F1F9F1-15E8-4B26-BD8B-A3A5888BC04A}"/>
                    </a:ext>
                  </a:extLst>
                </p14:cNvPr>
                <p14:cNvContentPartPr/>
                <p14:nvPr/>
              </p14:nvContentPartPr>
              <p14:xfrm>
                <a:off x="5906926" y="2817461"/>
                <a:ext cx="97200" cy="207000"/>
              </p14:xfrm>
            </p:contentPart>
          </mc:Choice>
          <mc:Fallback>
            <p:pic>
              <p:nvPicPr>
                <p:cNvPr id="83" name="Entrada de lápiz 82">
                  <a:extLst>
                    <a:ext uri="{FF2B5EF4-FFF2-40B4-BE49-F238E27FC236}">
                      <a16:creationId xmlns:a16="http://schemas.microsoft.com/office/drawing/2014/main" id="{37F1F9F1-15E8-4B26-BD8B-A3A5888BC04A}"/>
                    </a:ext>
                  </a:extLst>
                </p:cNvPr>
                <p:cNvPicPr/>
                <p:nvPr/>
              </p:nvPicPr>
              <p:blipFill>
                <a:blip r:embed="rId135"/>
                <a:stretch>
                  <a:fillRect/>
                </a:stretch>
              </p:blipFill>
              <p:spPr>
                <a:xfrm>
                  <a:off x="5897926" y="2808461"/>
                  <a:ext cx="11484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4" name="Entrada de lápiz 83">
                  <a:extLst>
                    <a:ext uri="{FF2B5EF4-FFF2-40B4-BE49-F238E27FC236}">
                      <a16:creationId xmlns:a16="http://schemas.microsoft.com/office/drawing/2014/main" id="{B68FFADE-563E-4BDB-A294-6D4A1A7DB3B7}"/>
                    </a:ext>
                  </a:extLst>
                </p14:cNvPr>
                <p14:cNvContentPartPr/>
                <p14:nvPr/>
              </p14:nvContentPartPr>
              <p14:xfrm>
                <a:off x="5848966" y="2819261"/>
                <a:ext cx="454320" cy="220320"/>
              </p14:xfrm>
            </p:contentPart>
          </mc:Choice>
          <mc:Fallback>
            <p:pic>
              <p:nvPicPr>
                <p:cNvPr id="84" name="Entrada de lápiz 83">
                  <a:extLst>
                    <a:ext uri="{FF2B5EF4-FFF2-40B4-BE49-F238E27FC236}">
                      <a16:creationId xmlns:a16="http://schemas.microsoft.com/office/drawing/2014/main" id="{B68FFADE-563E-4BDB-A294-6D4A1A7DB3B7}"/>
                    </a:ext>
                  </a:extLst>
                </p:cNvPr>
                <p:cNvPicPr/>
                <p:nvPr/>
              </p:nvPicPr>
              <p:blipFill>
                <a:blip r:embed="rId137"/>
                <a:stretch>
                  <a:fillRect/>
                </a:stretch>
              </p:blipFill>
              <p:spPr>
                <a:xfrm>
                  <a:off x="5839966" y="2810261"/>
                  <a:ext cx="47196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5" name="Entrada de lápiz 84">
                  <a:extLst>
                    <a:ext uri="{FF2B5EF4-FFF2-40B4-BE49-F238E27FC236}">
                      <a16:creationId xmlns:a16="http://schemas.microsoft.com/office/drawing/2014/main" id="{7A863FD0-D9F6-4A74-A288-E212E011D123}"/>
                    </a:ext>
                  </a:extLst>
                </p14:cNvPr>
                <p14:cNvContentPartPr/>
                <p14:nvPr/>
              </p14:nvContentPartPr>
              <p14:xfrm>
                <a:off x="6215446" y="2915741"/>
                <a:ext cx="110880" cy="9720"/>
              </p14:xfrm>
            </p:contentPart>
          </mc:Choice>
          <mc:Fallback>
            <p:pic>
              <p:nvPicPr>
                <p:cNvPr id="85" name="Entrada de lápiz 84">
                  <a:extLst>
                    <a:ext uri="{FF2B5EF4-FFF2-40B4-BE49-F238E27FC236}">
                      <a16:creationId xmlns:a16="http://schemas.microsoft.com/office/drawing/2014/main" id="{7A863FD0-D9F6-4A74-A288-E212E011D123}"/>
                    </a:ext>
                  </a:extLst>
                </p:cNvPr>
                <p:cNvPicPr/>
                <p:nvPr/>
              </p:nvPicPr>
              <p:blipFill>
                <a:blip r:embed="rId139"/>
                <a:stretch>
                  <a:fillRect/>
                </a:stretch>
              </p:blipFill>
              <p:spPr>
                <a:xfrm>
                  <a:off x="6206446" y="2907101"/>
                  <a:ext cx="1285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6" name="Entrada de lápiz 85">
                  <a:extLst>
                    <a:ext uri="{FF2B5EF4-FFF2-40B4-BE49-F238E27FC236}">
                      <a16:creationId xmlns:a16="http://schemas.microsoft.com/office/drawing/2014/main" id="{D004DC7C-27B3-4C3E-AB8E-9445E5EFC8D0}"/>
                    </a:ext>
                  </a:extLst>
                </p14:cNvPr>
                <p14:cNvContentPartPr/>
                <p14:nvPr/>
              </p14:nvContentPartPr>
              <p14:xfrm>
                <a:off x="6426766" y="2830421"/>
                <a:ext cx="142200" cy="197640"/>
              </p14:xfrm>
            </p:contentPart>
          </mc:Choice>
          <mc:Fallback>
            <p:pic>
              <p:nvPicPr>
                <p:cNvPr id="86" name="Entrada de lápiz 85">
                  <a:extLst>
                    <a:ext uri="{FF2B5EF4-FFF2-40B4-BE49-F238E27FC236}">
                      <a16:creationId xmlns:a16="http://schemas.microsoft.com/office/drawing/2014/main" id="{D004DC7C-27B3-4C3E-AB8E-9445E5EFC8D0}"/>
                    </a:ext>
                  </a:extLst>
                </p:cNvPr>
                <p:cNvPicPr/>
                <p:nvPr/>
              </p:nvPicPr>
              <p:blipFill>
                <a:blip r:embed="rId141"/>
                <a:stretch>
                  <a:fillRect/>
                </a:stretch>
              </p:blipFill>
              <p:spPr>
                <a:xfrm>
                  <a:off x="6417766" y="2821421"/>
                  <a:ext cx="15984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7" name="Entrada de lápiz 86">
                  <a:extLst>
                    <a:ext uri="{FF2B5EF4-FFF2-40B4-BE49-F238E27FC236}">
                      <a16:creationId xmlns:a16="http://schemas.microsoft.com/office/drawing/2014/main" id="{403B1266-2037-4610-8C7F-51EBF4588619}"/>
                    </a:ext>
                  </a:extLst>
                </p14:cNvPr>
                <p14:cNvContentPartPr/>
                <p14:nvPr/>
              </p14:nvContentPartPr>
              <p14:xfrm>
                <a:off x="6713686" y="2735021"/>
                <a:ext cx="86760" cy="300600"/>
              </p14:xfrm>
            </p:contentPart>
          </mc:Choice>
          <mc:Fallback>
            <p:pic>
              <p:nvPicPr>
                <p:cNvPr id="87" name="Entrada de lápiz 86">
                  <a:extLst>
                    <a:ext uri="{FF2B5EF4-FFF2-40B4-BE49-F238E27FC236}">
                      <a16:creationId xmlns:a16="http://schemas.microsoft.com/office/drawing/2014/main" id="{403B1266-2037-4610-8C7F-51EBF4588619}"/>
                    </a:ext>
                  </a:extLst>
                </p:cNvPr>
                <p:cNvPicPr/>
                <p:nvPr/>
              </p:nvPicPr>
              <p:blipFill>
                <a:blip r:embed="rId143"/>
                <a:stretch>
                  <a:fillRect/>
                </a:stretch>
              </p:blipFill>
              <p:spPr>
                <a:xfrm>
                  <a:off x="6705046" y="2726021"/>
                  <a:ext cx="10440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Entrada de lápiz 87">
                  <a:extLst>
                    <a:ext uri="{FF2B5EF4-FFF2-40B4-BE49-F238E27FC236}">
                      <a16:creationId xmlns:a16="http://schemas.microsoft.com/office/drawing/2014/main" id="{54A29257-3861-4F9A-9507-0688C7D45311}"/>
                    </a:ext>
                  </a:extLst>
                </p14:cNvPr>
                <p14:cNvContentPartPr/>
                <p14:nvPr/>
              </p14:nvContentPartPr>
              <p14:xfrm>
                <a:off x="7040206" y="2771741"/>
                <a:ext cx="1440" cy="266760"/>
              </p14:xfrm>
            </p:contentPart>
          </mc:Choice>
          <mc:Fallback>
            <p:pic>
              <p:nvPicPr>
                <p:cNvPr id="88" name="Entrada de lápiz 87">
                  <a:extLst>
                    <a:ext uri="{FF2B5EF4-FFF2-40B4-BE49-F238E27FC236}">
                      <a16:creationId xmlns:a16="http://schemas.microsoft.com/office/drawing/2014/main" id="{54A29257-3861-4F9A-9507-0688C7D45311}"/>
                    </a:ext>
                  </a:extLst>
                </p:cNvPr>
                <p:cNvPicPr/>
                <p:nvPr/>
              </p:nvPicPr>
              <p:blipFill>
                <a:blip r:embed="rId145"/>
                <a:stretch>
                  <a:fillRect/>
                </a:stretch>
              </p:blipFill>
              <p:spPr>
                <a:xfrm>
                  <a:off x="7031566" y="2763101"/>
                  <a:ext cx="1908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Entrada de lápiz 88">
                  <a:extLst>
                    <a:ext uri="{FF2B5EF4-FFF2-40B4-BE49-F238E27FC236}">
                      <a16:creationId xmlns:a16="http://schemas.microsoft.com/office/drawing/2014/main" id="{7304BE4F-2011-480B-A264-E32826406262}"/>
                    </a:ext>
                  </a:extLst>
                </p14:cNvPr>
                <p14:cNvContentPartPr/>
                <p14:nvPr/>
              </p14:nvContentPartPr>
              <p14:xfrm>
                <a:off x="6948766" y="2802341"/>
                <a:ext cx="436320" cy="277920"/>
              </p14:xfrm>
            </p:contentPart>
          </mc:Choice>
          <mc:Fallback>
            <p:pic>
              <p:nvPicPr>
                <p:cNvPr id="89" name="Entrada de lápiz 88">
                  <a:extLst>
                    <a:ext uri="{FF2B5EF4-FFF2-40B4-BE49-F238E27FC236}">
                      <a16:creationId xmlns:a16="http://schemas.microsoft.com/office/drawing/2014/main" id="{7304BE4F-2011-480B-A264-E32826406262}"/>
                    </a:ext>
                  </a:extLst>
                </p:cNvPr>
                <p:cNvPicPr/>
                <p:nvPr/>
              </p:nvPicPr>
              <p:blipFill>
                <a:blip r:embed="rId147"/>
                <a:stretch>
                  <a:fillRect/>
                </a:stretch>
              </p:blipFill>
              <p:spPr>
                <a:xfrm>
                  <a:off x="6939766" y="2793341"/>
                  <a:ext cx="453960" cy="2955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0" name="Entrada de lápiz 89">
                  <a:extLst>
                    <a:ext uri="{FF2B5EF4-FFF2-40B4-BE49-F238E27FC236}">
                      <a16:creationId xmlns:a16="http://schemas.microsoft.com/office/drawing/2014/main" id="{1EB5A4D7-A835-472C-B1D5-2991CBE64DE9}"/>
                    </a:ext>
                  </a:extLst>
                </p14:cNvPr>
                <p14:cNvContentPartPr/>
                <p14:nvPr/>
              </p14:nvContentPartPr>
              <p14:xfrm>
                <a:off x="7323526" y="2770301"/>
                <a:ext cx="209160" cy="186480"/>
              </p14:xfrm>
            </p:contentPart>
          </mc:Choice>
          <mc:Fallback>
            <p:pic>
              <p:nvPicPr>
                <p:cNvPr id="90" name="Entrada de lápiz 89">
                  <a:extLst>
                    <a:ext uri="{FF2B5EF4-FFF2-40B4-BE49-F238E27FC236}">
                      <a16:creationId xmlns:a16="http://schemas.microsoft.com/office/drawing/2014/main" id="{1EB5A4D7-A835-472C-B1D5-2991CBE64DE9}"/>
                    </a:ext>
                  </a:extLst>
                </p:cNvPr>
                <p:cNvPicPr/>
                <p:nvPr/>
              </p:nvPicPr>
              <p:blipFill>
                <a:blip r:embed="rId149"/>
                <a:stretch>
                  <a:fillRect/>
                </a:stretch>
              </p:blipFill>
              <p:spPr>
                <a:xfrm>
                  <a:off x="7314886" y="2761301"/>
                  <a:ext cx="22680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1" name="Entrada de lápiz 90">
                  <a:extLst>
                    <a:ext uri="{FF2B5EF4-FFF2-40B4-BE49-F238E27FC236}">
                      <a16:creationId xmlns:a16="http://schemas.microsoft.com/office/drawing/2014/main" id="{E1F1E13B-97AD-470C-855F-0A8F570C361E}"/>
                    </a:ext>
                  </a:extLst>
                </p14:cNvPr>
                <p14:cNvContentPartPr/>
                <p14:nvPr/>
              </p14:nvContentPartPr>
              <p14:xfrm>
                <a:off x="7627006" y="2710181"/>
                <a:ext cx="207720" cy="264960"/>
              </p14:xfrm>
            </p:contentPart>
          </mc:Choice>
          <mc:Fallback>
            <p:pic>
              <p:nvPicPr>
                <p:cNvPr id="91" name="Entrada de lápiz 90">
                  <a:extLst>
                    <a:ext uri="{FF2B5EF4-FFF2-40B4-BE49-F238E27FC236}">
                      <a16:creationId xmlns:a16="http://schemas.microsoft.com/office/drawing/2014/main" id="{E1F1E13B-97AD-470C-855F-0A8F570C361E}"/>
                    </a:ext>
                  </a:extLst>
                </p:cNvPr>
                <p:cNvPicPr/>
                <p:nvPr/>
              </p:nvPicPr>
              <p:blipFill>
                <a:blip r:embed="rId151"/>
                <a:stretch>
                  <a:fillRect/>
                </a:stretch>
              </p:blipFill>
              <p:spPr>
                <a:xfrm>
                  <a:off x="7618366" y="2701541"/>
                  <a:ext cx="22536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2" name="Entrada de lápiz 91">
                  <a:extLst>
                    <a:ext uri="{FF2B5EF4-FFF2-40B4-BE49-F238E27FC236}">
                      <a16:creationId xmlns:a16="http://schemas.microsoft.com/office/drawing/2014/main" id="{8EB261B3-79C6-4F80-94B6-593DF352C7CB}"/>
                    </a:ext>
                  </a:extLst>
                </p14:cNvPr>
                <p14:cNvContentPartPr/>
                <p14:nvPr/>
              </p14:nvContentPartPr>
              <p14:xfrm>
                <a:off x="7861006" y="2795501"/>
                <a:ext cx="175320" cy="129960"/>
              </p14:xfrm>
            </p:contentPart>
          </mc:Choice>
          <mc:Fallback>
            <p:pic>
              <p:nvPicPr>
                <p:cNvPr id="92" name="Entrada de lápiz 91">
                  <a:extLst>
                    <a:ext uri="{FF2B5EF4-FFF2-40B4-BE49-F238E27FC236}">
                      <a16:creationId xmlns:a16="http://schemas.microsoft.com/office/drawing/2014/main" id="{8EB261B3-79C6-4F80-94B6-593DF352C7CB}"/>
                    </a:ext>
                  </a:extLst>
                </p:cNvPr>
                <p:cNvPicPr/>
                <p:nvPr/>
              </p:nvPicPr>
              <p:blipFill>
                <a:blip r:embed="rId153"/>
                <a:stretch>
                  <a:fillRect/>
                </a:stretch>
              </p:blipFill>
              <p:spPr>
                <a:xfrm>
                  <a:off x="7852006" y="2786861"/>
                  <a:ext cx="19296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3" name="Entrada de lápiz 92">
                  <a:extLst>
                    <a:ext uri="{FF2B5EF4-FFF2-40B4-BE49-F238E27FC236}">
                      <a16:creationId xmlns:a16="http://schemas.microsoft.com/office/drawing/2014/main" id="{24091165-C30E-4D5B-B756-5849A2271B54}"/>
                    </a:ext>
                  </a:extLst>
                </p14:cNvPr>
                <p14:cNvContentPartPr/>
                <p14:nvPr/>
              </p14:nvContentPartPr>
              <p14:xfrm>
                <a:off x="7887286" y="2738621"/>
                <a:ext cx="160560" cy="218160"/>
              </p14:xfrm>
            </p:contentPart>
          </mc:Choice>
          <mc:Fallback>
            <p:pic>
              <p:nvPicPr>
                <p:cNvPr id="93" name="Entrada de lápiz 92">
                  <a:extLst>
                    <a:ext uri="{FF2B5EF4-FFF2-40B4-BE49-F238E27FC236}">
                      <a16:creationId xmlns:a16="http://schemas.microsoft.com/office/drawing/2014/main" id="{24091165-C30E-4D5B-B756-5849A2271B54}"/>
                    </a:ext>
                  </a:extLst>
                </p:cNvPr>
                <p:cNvPicPr/>
                <p:nvPr/>
              </p:nvPicPr>
              <p:blipFill>
                <a:blip r:embed="rId155"/>
                <a:stretch>
                  <a:fillRect/>
                </a:stretch>
              </p:blipFill>
              <p:spPr>
                <a:xfrm>
                  <a:off x="7878286" y="2729981"/>
                  <a:ext cx="17820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4" name="Entrada de lápiz 93">
                  <a:extLst>
                    <a:ext uri="{FF2B5EF4-FFF2-40B4-BE49-F238E27FC236}">
                      <a16:creationId xmlns:a16="http://schemas.microsoft.com/office/drawing/2014/main" id="{344A745B-948D-4FBD-9C14-45F89D6E610B}"/>
                    </a:ext>
                  </a:extLst>
                </p14:cNvPr>
                <p14:cNvContentPartPr/>
                <p14:nvPr/>
              </p14:nvContentPartPr>
              <p14:xfrm>
                <a:off x="8142166" y="2761301"/>
                <a:ext cx="149040" cy="106560"/>
              </p14:xfrm>
            </p:contentPart>
          </mc:Choice>
          <mc:Fallback>
            <p:pic>
              <p:nvPicPr>
                <p:cNvPr id="94" name="Entrada de lápiz 93">
                  <a:extLst>
                    <a:ext uri="{FF2B5EF4-FFF2-40B4-BE49-F238E27FC236}">
                      <a16:creationId xmlns:a16="http://schemas.microsoft.com/office/drawing/2014/main" id="{344A745B-948D-4FBD-9C14-45F89D6E610B}"/>
                    </a:ext>
                  </a:extLst>
                </p:cNvPr>
                <p:cNvPicPr/>
                <p:nvPr/>
              </p:nvPicPr>
              <p:blipFill>
                <a:blip r:embed="rId157"/>
                <a:stretch>
                  <a:fillRect/>
                </a:stretch>
              </p:blipFill>
              <p:spPr>
                <a:xfrm>
                  <a:off x="8133526" y="2752661"/>
                  <a:ext cx="16668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5" name="Entrada de lápiz 94">
                  <a:extLst>
                    <a:ext uri="{FF2B5EF4-FFF2-40B4-BE49-F238E27FC236}">
                      <a16:creationId xmlns:a16="http://schemas.microsoft.com/office/drawing/2014/main" id="{5171AA48-9621-47EE-88B9-5EF59992DCBC}"/>
                    </a:ext>
                  </a:extLst>
                </p14:cNvPr>
                <p14:cNvContentPartPr/>
                <p14:nvPr/>
              </p14:nvContentPartPr>
              <p14:xfrm>
                <a:off x="8334046" y="2687861"/>
                <a:ext cx="203400" cy="220680"/>
              </p14:xfrm>
            </p:contentPart>
          </mc:Choice>
          <mc:Fallback>
            <p:pic>
              <p:nvPicPr>
                <p:cNvPr id="95" name="Entrada de lápiz 94">
                  <a:extLst>
                    <a:ext uri="{FF2B5EF4-FFF2-40B4-BE49-F238E27FC236}">
                      <a16:creationId xmlns:a16="http://schemas.microsoft.com/office/drawing/2014/main" id="{5171AA48-9621-47EE-88B9-5EF59992DCBC}"/>
                    </a:ext>
                  </a:extLst>
                </p:cNvPr>
                <p:cNvPicPr/>
                <p:nvPr/>
              </p:nvPicPr>
              <p:blipFill>
                <a:blip r:embed="rId159"/>
                <a:stretch>
                  <a:fillRect/>
                </a:stretch>
              </p:blipFill>
              <p:spPr>
                <a:xfrm>
                  <a:off x="8325406" y="2678861"/>
                  <a:ext cx="22104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6" name="Entrada de lápiz 95">
                  <a:extLst>
                    <a:ext uri="{FF2B5EF4-FFF2-40B4-BE49-F238E27FC236}">
                      <a16:creationId xmlns:a16="http://schemas.microsoft.com/office/drawing/2014/main" id="{B53B2222-B75B-4FD9-908B-323B2500A3EA}"/>
                    </a:ext>
                  </a:extLst>
                </p14:cNvPr>
                <p14:cNvContentPartPr/>
                <p14:nvPr/>
              </p14:nvContentPartPr>
              <p14:xfrm>
                <a:off x="8596846" y="2513981"/>
                <a:ext cx="113040" cy="380880"/>
              </p14:xfrm>
            </p:contentPart>
          </mc:Choice>
          <mc:Fallback>
            <p:pic>
              <p:nvPicPr>
                <p:cNvPr id="96" name="Entrada de lápiz 95">
                  <a:extLst>
                    <a:ext uri="{FF2B5EF4-FFF2-40B4-BE49-F238E27FC236}">
                      <a16:creationId xmlns:a16="http://schemas.microsoft.com/office/drawing/2014/main" id="{B53B2222-B75B-4FD9-908B-323B2500A3EA}"/>
                    </a:ext>
                  </a:extLst>
                </p:cNvPr>
                <p:cNvPicPr/>
                <p:nvPr/>
              </p:nvPicPr>
              <p:blipFill>
                <a:blip r:embed="rId161"/>
                <a:stretch>
                  <a:fillRect/>
                </a:stretch>
              </p:blipFill>
              <p:spPr>
                <a:xfrm>
                  <a:off x="8588206" y="2505341"/>
                  <a:ext cx="130680" cy="3985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63" name="Entrada de lápiz 162">
                  <a:extLst>
                    <a:ext uri="{FF2B5EF4-FFF2-40B4-BE49-F238E27FC236}">
                      <a16:creationId xmlns:a16="http://schemas.microsoft.com/office/drawing/2014/main" id="{55DA7935-F1AD-487D-B69F-DAE1304DC962}"/>
                    </a:ext>
                  </a:extLst>
                </p14:cNvPr>
                <p14:cNvContentPartPr/>
                <p14:nvPr/>
              </p14:nvContentPartPr>
              <p14:xfrm>
                <a:off x="8480206" y="3748781"/>
                <a:ext cx="5760" cy="290160"/>
              </p14:xfrm>
            </p:contentPart>
          </mc:Choice>
          <mc:Fallback>
            <p:pic>
              <p:nvPicPr>
                <p:cNvPr id="163" name="Entrada de lápiz 162">
                  <a:extLst>
                    <a:ext uri="{FF2B5EF4-FFF2-40B4-BE49-F238E27FC236}">
                      <a16:creationId xmlns:a16="http://schemas.microsoft.com/office/drawing/2014/main" id="{55DA7935-F1AD-487D-B69F-DAE1304DC962}"/>
                    </a:ext>
                  </a:extLst>
                </p:cNvPr>
                <p:cNvPicPr/>
                <p:nvPr/>
              </p:nvPicPr>
              <p:blipFill>
                <a:blip r:embed="rId163"/>
                <a:stretch>
                  <a:fillRect/>
                </a:stretch>
              </p:blipFill>
              <p:spPr>
                <a:xfrm>
                  <a:off x="8471566" y="3740141"/>
                  <a:ext cx="2340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64" name="Entrada de lápiz 163">
                  <a:extLst>
                    <a:ext uri="{FF2B5EF4-FFF2-40B4-BE49-F238E27FC236}">
                      <a16:creationId xmlns:a16="http://schemas.microsoft.com/office/drawing/2014/main" id="{1251221F-1DAC-4BF4-835F-83E622E352EF}"/>
                    </a:ext>
                  </a:extLst>
                </p14:cNvPr>
                <p14:cNvContentPartPr/>
                <p14:nvPr/>
              </p14:nvContentPartPr>
              <p14:xfrm>
                <a:off x="8379406" y="3899621"/>
                <a:ext cx="195120" cy="38160"/>
              </p14:xfrm>
            </p:contentPart>
          </mc:Choice>
          <mc:Fallback>
            <p:pic>
              <p:nvPicPr>
                <p:cNvPr id="164" name="Entrada de lápiz 163">
                  <a:extLst>
                    <a:ext uri="{FF2B5EF4-FFF2-40B4-BE49-F238E27FC236}">
                      <a16:creationId xmlns:a16="http://schemas.microsoft.com/office/drawing/2014/main" id="{1251221F-1DAC-4BF4-835F-83E622E352EF}"/>
                    </a:ext>
                  </a:extLst>
                </p:cNvPr>
                <p:cNvPicPr/>
                <p:nvPr/>
              </p:nvPicPr>
              <p:blipFill>
                <a:blip r:embed="rId165"/>
                <a:stretch>
                  <a:fillRect/>
                </a:stretch>
              </p:blipFill>
              <p:spPr>
                <a:xfrm>
                  <a:off x="8370406" y="3890621"/>
                  <a:ext cx="21276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9" name="Entrada de lápiz 108">
                  <a:extLst>
                    <a:ext uri="{FF2B5EF4-FFF2-40B4-BE49-F238E27FC236}">
                      <a16:creationId xmlns:a16="http://schemas.microsoft.com/office/drawing/2014/main" id="{48164DD7-EB2E-4DCD-870C-76496A78EA57}"/>
                    </a:ext>
                  </a:extLst>
                </p14:cNvPr>
                <p14:cNvContentPartPr/>
                <p14:nvPr/>
              </p14:nvContentPartPr>
              <p14:xfrm>
                <a:off x="3719206" y="3888461"/>
                <a:ext cx="122040" cy="186840"/>
              </p14:xfrm>
            </p:contentPart>
          </mc:Choice>
          <mc:Fallback>
            <p:pic>
              <p:nvPicPr>
                <p:cNvPr id="109" name="Entrada de lápiz 108">
                  <a:extLst>
                    <a:ext uri="{FF2B5EF4-FFF2-40B4-BE49-F238E27FC236}">
                      <a16:creationId xmlns:a16="http://schemas.microsoft.com/office/drawing/2014/main" id="{48164DD7-EB2E-4DCD-870C-76496A78EA57}"/>
                    </a:ext>
                  </a:extLst>
                </p:cNvPr>
                <p:cNvPicPr/>
                <p:nvPr/>
              </p:nvPicPr>
              <p:blipFill>
                <a:blip r:embed="rId167"/>
                <a:stretch>
                  <a:fillRect/>
                </a:stretch>
              </p:blipFill>
              <p:spPr>
                <a:xfrm>
                  <a:off x="3710566" y="3879461"/>
                  <a:ext cx="1396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0" name="Entrada de lápiz 109">
                  <a:extLst>
                    <a:ext uri="{FF2B5EF4-FFF2-40B4-BE49-F238E27FC236}">
                      <a16:creationId xmlns:a16="http://schemas.microsoft.com/office/drawing/2014/main" id="{4FCC2BCF-0EC9-4926-8508-A7DD6375E8A1}"/>
                    </a:ext>
                  </a:extLst>
                </p14:cNvPr>
                <p14:cNvContentPartPr/>
                <p14:nvPr/>
              </p14:nvContentPartPr>
              <p14:xfrm>
                <a:off x="3982006" y="3546821"/>
                <a:ext cx="83520" cy="623880"/>
              </p14:xfrm>
            </p:contentPart>
          </mc:Choice>
          <mc:Fallback>
            <p:pic>
              <p:nvPicPr>
                <p:cNvPr id="110" name="Entrada de lápiz 109">
                  <a:extLst>
                    <a:ext uri="{FF2B5EF4-FFF2-40B4-BE49-F238E27FC236}">
                      <a16:creationId xmlns:a16="http://schemas.microsoft.com/office/drawing/2014/main" id="{4FCC2BCF-0EC9-4926-8508-A7DD6375E8A1}"/>
                    </a:ext>
                  </a:extLst>
                </p:cNvPr>
                <p:cNvPicPr/>
                <p:nvPr/>
              </p:nvPicPr>
              <p:blipFill>
                <a:blip r:embed="rId169"/>
                <a:stretch>
                  <a:fillRect/>
                </a:stretch>
              </p:blipFill>
              <p:spPr>
                <a:xfrm>
                  <a:off x="3973366" y="3538181"/>
                  <a:ext cx="101160" cy="6415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12" name="Entrada de lápiz 111">
                  <a:extLst>
                    <a:ext uri="{FF2B5EF4-FFF2-40B4-BE49-F238E27FC236}">
                      <a16:creationId xmlns:a16="http://schemas.microsoft.com/office/drawing/2014/main" id="{7CC80C00-490B-49B3-AE66-716B83753B23}"/>
                    </a:ext>
                  </a:extLst>
                </p14:cNvPr>
                <p14:cNvContentPartPr/>
                <p14:nvPr/>
              </p14:nvContentPartPr>
              <p14:xfrm>
                <a:off x="4231846" y="3554741"/>
                <a:ext cx="110880" cy="740880"/>
              </p14:xfrm>
            </p:contentPart>
          </mc:Choice>
          <mc:Fallback>
            <p:pic>
              <p:nvPicPr>
                <p:cNvPr id="112" name="Entrada de lápiz 111">
                  <a:extLst>
                    <a:ext uri="{FF2B5EF4-FFF2-40B4-BE49-F238E27FC236}">
                      <a16:creationId xmlns:a16="http://schemas.microsoft.com/office/drawing/2014/main" id="{7CC80C00-490B-49B3-AE66-716B83753B23}"/>
                    </a:ext>
                  </a:extLst>
                </p:cNvPr>
                <p:cNvPicPr/>
                <p:nvPr/>
              </p:nvPicPr>
              <p:blipFill>
                <a:blip r:embed="rId171"/>
                <a:stretch>
                  <a:fillRect/>
                </a:stretch>
              </p:blipFill>
              <p:spPr>
                <a:xfrm>
                  <a:off x="4222846" y="3545741"/>
                  <a:ext cx="128520" cy="7585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4" name="Entrada de lápiz 113">
                  <a:extLst>
                    <a:ext uri="{FF2B5EF4-FFF2-40B4-BE49-F238E27FC236}">
                      <a16:creationId xmlns:a16="http://schemas.microsoft.com/office/drawing/2014/main" id="{A7E7A92E-6E74-4A75-A18D-3B9FA705EC40}"/>
                    </a:ext>
                  </a:extLst>
                </p14:cNvPr>
                <p14:cNvContentPartPr/>
                <p14:nvPr/>
              </p14:nvContentPartPr>
              <p14:xfrm>
                <a:off x="4374046" y="3521261"/>
                <a:ext cx="126000" cy="149040"/>
              </p14:xfrm>
            </p:contentPart>
          </mc:Choice>
          <mc:Fallback>
            <p:pic>
              <p:nvPicPr>
                <p:cNvPr id="114" name="Entrada de lápiz 113">
                  <a:extLst>
                    <a:ext uri="{FF2B5EF4-FFF2-40B4-BE49-F238E27FC236}">
                      <a16:creationId xmlns:a16="http://schemas.microsoft.com/office/drawing/2014/main" id="{A7E7A92E-6E74-4A75-A18D-3B9FA705EC40}"/>
                    </a:ext>
                  </a:extLst>
                </p:cNvPr>
                <p:cNvPicPr/>
                <p:nvPr/>
              </p:nvPicPr>
              <p:blipFill>
                <a:blip r:embed="rId173"/>
                <a:stretch>
                  <a:fillRect/>
                </a:stretch>
              </p:blipFill>
              <p:spPr>
                <a:xfrm>
                  <a:off x="4365046" y="3512621"/>
                  <a:ext cx="1436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5" name="Entrada de lápiz 114">
                  <a:extLst>
                    <a:ext uri="{FF2B5EF4-FFF2-40B4-BE49-F238E27FC236}">
                      <a16:creationId xmlns:a16="http://schemas.microsoft.com/office/drawing/2014/main" id="{B70979F3-482D-4D12-92F0-A74F7168F497}"/>
                    </a:ext>
                  </a:extLst>
                </p14:cNvPr>
                <p14:cNvContentPartPr/>
                <p14:nvPr/>
              </p14:nvContentPartPr>
              <p14:xfrm>
                <a:off x="4531006" y="3529901"/>
                <a:ext cx="107280" cy="136440"/>
              </p14:xfrm>
            </p:contentPart>
          </mc:Choice>
          <mc:Fallback>
            <p:pic>
              <p:nvPicPr>
                <p:cNvPr id="115" name="Entrada de lápiz 114">
                  <a:extLst>
                    <a:ext uri="{FF2B5EF4-FFF2-40B4-BE49-F238E27FC236}">
                      <a16:creationId xmlns:a16="http://schemas.microsoft.com/office/drawing/2014/main" id="{B70979F3-482D-4D12-92F0-A74F7168F497}"/>
                    </a:ext>
                  </a:extLst>
                </p:cNvPr>
                <p:cNvPicPr/>
                <p:nvPr/>
              </p:nvPicPr>
              <p:blipFill>
                <a:blip r:embed="rId175"/>
                <a:stretch>
                  <a:fillRect/>
                </a:stretch>
              </p:blipFill>
              <p:spPr>
                <a:xfrm>
                  <a:off x="4522366" y="3521261"/>
                  <a:ext cx="1249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6" name="Entrada de lápiz 115">
                  <a:extLst>
                    <a:ext uri="{FF2B5EF4-FFF2-40B4-BE49-F238E27FC236}">
                      <a16:creationId xmlns:a16="http://schemas.microsoft.com/office/drawing/2014/main" id="{B0C370C5-7895-43F2-9D4A-B73B3B9F54B7}"/>
                    </a:ext>
                  </a:extLst>
                </p14:cNvPr>
                <p14:cNvContentPartPr/>
                <p14:nvPr/>
              </p14:nvContentPartPr>
              <p14:xfrm>
                <a:off x="4743766" y="3591821"/>
                <a:ext cx="76320" cy="11160"/>
              </p14:xfrm>
            </p:contentPart>
          </mc:Choice>
          <mc:Fallback>
            <p:pic>
              <p:nvPicPr>
                <p:cNvPr id="116" name="Entrada de lápiz 115">
                  <a:extLst>
                    <a:ext uri="{FF2B5EF4-FFF2-40B4-BE49-F238E27FC236}">
                      <a16:creationId xmlns:a16="http://schemas.microsoft.com/office/drawing/2014/main" id="{B0C370C5-7895-43F2-9D4A-B73B3B9F54B7}"/>
                    </a:ext>
                  </a:extLst>
                </p:cNvPr>
                <p:cNvPicPr/>
                <p:nvPr/>
              </p:nvPicPr>
              <p:blipFill>
                <a:blip r:embed="rId177"/>
                <a:stretch>
                  <a:fillRect/>
                </a:stretch>
              </p:blipFill>
              <p:spPr>
                <a:xfrm>
                  <a:off x="4734766" y="3583181"/>
                  <a:ext cx="939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8" name="Entrada de lápiz 117">
                  <a:extLst>
                    <a:ext uri="{FF2B5EF4-FFF2-40B4-BE49-F238E27FC236}">
                      <a16:creationId xmlns:a16="http://schemas.microsoft.com/office/drawing/2014/main" id="{9FDF269A-880E-405A-AF81-40A5EAA655F1}"/>
                    </a:ext>
                  </a:extLst>
                </p14:cNvPr>
                <p14:cNvContentPartPr/>
                <p14:nvPr/>
              </p14:nvContentPartPr>
              <p14:xfrm>
                <a:off x="4905046" y="3482381"/>
                <a:ext cx="108000" cy="174240"/>
              </p14:xfrm>
            </p:contentPart>
          </mc:Choice>
          <mc:Fallback>
            <p:pic>
              <p:nvPicPr>
                <p:cNvPr id="118" name="Entrada de lápiz 117">
                  <a:extLst>
                    <a:ext uri="{FF2B5EF4-FFF2-40B4-BE49-F238E27FC236}">
                      <a16:creationId xmlns:a16="http://schemas.microsoft.com/office/drawing/2014/main" id="{9FDF269A-880E-405A-AF81-40A5EAA655F1}"/>
                    </a:ext>
                  </a:extLst>
                </p:cNvPr>
                <p:cNvPicPr/>
                <p:nvPr/>
              </p:nvPicPr>
              <p:blipFill>
                <a:blip r:embed="rId179"/>
                <a:stretch>
                  <a:fillRect/>
                </a:stretch>
              </p:blipFill>
              <p:spPr>
                <a:xfrm>
                  <a:off x="4896046" y="3473381"/>
                  <a:ext cx="12564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20" name="Entrada de lápiz 119">
                  <a:extLst>
                    <a:ext uri="{FF2B5EF4-FFF2-40B4-BE49-F238E27FC236}">
                      <a16:creationId xmlns:a16="http://schemas.microsoft.com/office/drawing/2014/main" id="{B0B8DDF4-A104-422F-BA2A-AF566214DC89}"/>
                    </a:ext>
                  </a:extLst>
                </p14:cNvPr>
                <p14:cNvContentPartPr/>
                <p14:nvPr/>
              </p14:nvContentPartPr>
              <p14:xfrm>
                <a:off x="4431286" y="3898181"/>
                <a:ext cx="91080" cy="116640"/>
              </p14:xfrm>
            </p:contentPart>
          </mc:Choice>
          <mc:Fallback>
            <p:pic>
              <p:nvPicPr>
                <p:cNvPr id="120" name="Entrada de lápiz 119">
                  <a:extLst>
                    <a:ext uri="{FF2B5EF4-FFF2-40B4-BE49-F238E27FC236}">
                      <a16:creationId xmlns:a16="http://schemas.microsoft.com/office/drawing/2014/main" id="{B0B8DDF4-A104-422F-BA2A-AF566214DC89}"/>
                    </a:ext>
                  </a:extLst>
                </p:cNvPr>
                <p:cNvPicPr/>
                <p:nvPr/>
              </p:nvPicPr>
              <p:blipFill>
                <a:blip r:embed="rId181"/>
                <a:stretch>
                  <a:fillRect/>
                </a:stretch>
              </p:blipFill>
              <p:spPr>
                <a:xfrm>
                  <a:off x="4422286" y="3889541"/>
                  <a:ext cx="1087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1" name="Entrada de lápiz 120">
                  <a:extLst>
                    <a:ext uri="{FF2B5EF4-FFF2-40B4-BE49-F238E27FC236}">
                      <a16:creationId xmlns:a16="http://schemas.microsoft.com/office/drawing/2014/main" id="{0D749F32-505C-44E6-8623-8D2B35BD8743}"/>
                    </a:ext>
                  </a:extLst>
                </p14:cNvPr>
                <p14:cNvContentPartPr/>
                <p14:nvPr/>
              </p14:nvContentPartPr>
              <p14:xfrm>
                <a:off x="4455766" y="4004741"/>
                <a:ext cx="90360" cy="109800"/>
              </p14:xfrm>
            </p:contentPart>
          </mc:Choice>
          <mc:Fallback>
            <p:pic>
              <p:nvPicPr>
                <p:cNvPr id="121" name="Entrada de lápiz 120">
                  <a:extLst>
                    <a:ext uri="{FF2B5EF4-FFF2-40B4-BE49-F238E27FC236}">
                      <a16:creationId xmlns:a16="http://schemas.microsoft.com/office/drawing/2014/main" id="{0D749F32-505C-44E6-8623-8D2B35BD8743}"/>
                    </a:ext>
                  </a:extLst>
                </p:cNvPr>
                <p:cNvPicPr/>
                <p:nvPr/>
              </p:nvPicPr>
              <p:blipFill>
                <a:blip r:embed="rId183"/>
                <a:stretch>
                  <a:fillRect/>
                </a:stretch>
              </p:blipFill>
              <p:spPr>
                <a:xfrm>
                  <a:off x="4447126" y="3995741"/>
                  <a:ext cx="10800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22" name="Entrada de lápiz 121">
                  <a:extLst>
                    <a:ext uri="{FF2B5EF4-FFF2-40B4-BE49-F238E27FC236}">
                      <a16:creationId xmlns:a16="http://schemas.microsoft.com/office/drawing/2014/main" id="{C6A4EE21-F6B2-4C7A-9480-CD54564D2862}"/>
                    </a:ext>
                  </a:extLst>
                </p14:cNvPr>
                <p14:cNvContentPartPr/>
                <p14:nvPr/>
              </p14:nvContentPartPr>
              <p14:xfrm>
                <a:off x="4653046" y="3972341"/>
                <a:ext cx="118440" cy="25920"/>
              </p14:xfrm>
            </p:contentPart>
          </mc:Choice>
          <mc:Fallback>
            <p:pic>
              <p:nvPicPr>
                <p:cNvPr id="122" name="Entrada de lápiz 121">
                  <a:extLst>
                    <a:ext uri="{FF2B5EF4-FFF2-40B4-BE49-F238E27FC236}">
                      <a16:creationId xmlns:a16="http://schemas.microsoft.com/office/drawing/2014/main" id="{C6A4EE21-F6B2-4C7A-9480-CD54564D2862}"/>
                    </a:ext>
                  </a:extLst>
                </p:cNvPr>
                <p:cNvPicPr/>
                <p:nvPr/>
              </p:nvPicPr>
              <p:blipFill>
                <a:blip r:embed="rId185"/>
                <a:stretch>
                  <a:fillRect/>
                </a:stretch>
              </p:blipFill>
              <p:spPr>
                <a:xfrm>
                  <a:off x="4644406" y="3963701"/>
                  <a:ext cx="1360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3" name="Entrada de lápiz 122">
                  <a:extLst>
                    <a:ext uri="{FF2B5EF4-FFF2-40B4-BE49-F238E27FC236}">
                      <a16:creationId xmlns:a16="http://schemas.microsoft.com/office/drawing/2014/main" id="{74566ACA-D643-46CB-9861-7FCF30672E35}"/>
                    </a:ext>
                  </a:extLst>
                </p14:cNvPr>
                <p14:cNvContentPartPr/>
                <p14:nvPr/>
              </p14:nvContentPartPr>
              <p14:xfrm>
                <a:off x="4819366" y="3925901"/>
                <a:ext cx="106920" cy="99360"/>
              </p14:xfrm>
            </p:contentPart>
          </mc:Choice>
          <mc:Fallback>
            <p:pic>
              <p:nvPicPr>
                <p:cNvPr id="123" name="Entrada de lápiz 122">
                  <a:extLst>
                    <a:ext uri="{FF2B5EF4-FFF2-40B4-BE49-F238E27FC236}">
                      <a16:creationId xmlns:a16="http://schemas.microsoft.com/office/drawing/2014/main" id="{74566ACA-D643-46CB-9861-7FCF30672E35}"/>
                    </a:ext>
                  </a:extLst>
                </p:cNvPr>
                <p:cNvPicPr/>
                <p:nvPr/>
              </p:nvPicPr>
              <p:blipFill>
                <a:blip r:embed="rId187"/>
                <a:stretch>
                  <a:fillRect/>
                </a:stretch>
              </p:blipFill>
              <p:spPr>
                <a:xfrm>
                  <a:off x="4810726" y="3917261"/>
                  <a:ext cx="12456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4" name="Entrada de lápiz 123">
                  <a:extLst>
                    <a:ext uri="{FF2B5EF4-FFF2-40B4-BE49-F238E27FC236}">
                      <a16:creationId xmlns:a16="http://schemas.microsoft.com/office/drawing/2014/main" id="{7C87AB83-723A-4AC1-9DAC-D9AE4A940052}"/>
                    </a:ext>
                  </a:extLst>
                </p14:cNvPr>
                <p14:cNvContentPartPr/>
                <p14:nvPr/>
              </p14:nvContentPartPr>
              <p14:xfrm>
                <a:off x="5028166" y="3459341"/>
                <a:ext cx="118080" cy="664200"/>
              </p14:xfrm>
            </p:contentPart>
          </mc:Choice>
          <mc:Fallback>
            <p:pic>
              <p:nvPicPr>
                <p:cNvPr id="124" name="Entrada de lápiz 123">
                  <a:extLst>
                    <a:ext uri="{FF2B5EF4-FFF2-40B4-BE49-F238E27FC236}">
                      <a16:creationId xmlns:a16="http://schemas.microsoft.com/office/drawing/2014/main" id="{7C87AB83-723A-4AC1-9DAC-D9AE4A940052}"/>
                    </a:ext>
                  </a:extLst>
                </p:cNvPr>
                <p:cNvPicPr/>
                <p:nvPr/>
              </p:nvPicPr>
              <p:blipFill>
                <a:blip r:embed="rId189"/>
                <a:stretch>
                  <a:fillRect/>
                </a:stretch>
              </p:blipFill>
              <p:spPr>
                <a:xfrm>
                  <a:off x="5019166" y="3450341"/>
                  <a:ext cx="135720" cy="6818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5" name="Entrada de lápiz 124">
                  <a:extLst>
                    <a:ext uri="{FF2B5EF4-FFF2-40B4-BE49-F238E27FC236}">
                      <a16:creationId xmlns:a16="http://schemas.microsoft.com/office/drawing/2014/main" id="{D75E9CD3-7FE2-4A2F-ACFD-FA5614B6445F}"/>
                    </a:ext>
                  </a:extLst>
                </p14:cNvPr>
                <p14:cNvContentPartPr/>
                <p14:nvPr/>
              </p14:nvContentPartPr>
              <p14:xfrm>
                <a:off x="3423646" y="4236941"/>
                <a:ext cx="2122920" cy="103320"/>
              </p14:xfrm>
            </p:contentPart>
          </mc:Choice>
          <mc:Fallback>
            <p:pic>
              <p:nvPicPr>
                <p:cNvPr id="125" name="Entrada de lápiz 124">
                  <a:extLst>
                    <a:ext uri="{FF2B5EF4-FFF2-40B4-BE49-F238E27FC236}">
                      <a16:creationId xmlns:a16="http://schemas.microsoft.com/office/drawing/2014/main" id="{D75E9CD3-7FE2-4A2F-ACFD-FA5614B6445F}"/>
                    </a:ext>
                  </a:extLst>
                </p:cNvPr>
                <p:cNvPicPr/>
                <p:nvPr/>
              </p:nvPicPr>
              <p:blipFill>
                <a:blip r:embed="rId191"/>
                <a:stretch>
                  <a:fillRect/>
                </a:stretch>
              </p:blipFill>
              <p:spPr>
                <a:xfrm>
                  <a:off x="3415006" y="4227941"/>
                  <a:ext cx="214056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7" name="Entrada de lápiz 126">
                  <a:extLst>
                    <a:ext uri="{FF2B5EF4-FFF2-40B4-BE49-F238E27FC236}">
                      <a16:creationId xmlns:a16="http://schemas.microsoft.com/office/drawing/2014/main" id="{A3A720A5-7B99-4AB9-84B0-2B5BDCA13D1D}"/>
                    </a:ext>
                  </a:extLst>
                </p14:cNvPr>
                <p14:cNvContentPartPr/>
                <p14:nvPr/>
              </p14:nvContentPartPr>
              <p14:xfrm>
                <a:off x="4132486" y="4578221"/>
                <a:ext cx="79560" cy="473040"/>
              </p14:xfrm>
            </p:contentPart>
          </mc:Choice>
          <mc:Fallback>
            <p:pic>
              <p:nvPicPr>
                <p:cNvPr id="127" name="Entrada de lápiz 126">
                  <a:extLst>
                    <a:ext uri="{FF2B5EF4-FFF2-40B4-BE49-F238E27FC236}">
                      <a16:creationId xmlns:a16="http://schemas.microsoft.com/office/drawing/2014/main" id="{A3A720A5-7B99-4AB9-84B0-2B5BDCA13D1D}"/>
                    </a:ext>
                  </a:extLst>
                </p:cNvPr>
                <p:cNvPicPr/>
                <p:nvPr/>
              </p:nvPicPr>
              <p:blipFill>
                <a:blip r:embed="rId193"/>
                <a:stretch>
                  <a:fillRect/>
                </a:stretch>
              </p:blipFill>
              <p:spPr>
                <a:xfrm>
                  <a:off x="4123846" y="4569581"/>
                  <a:ext cx="97200" cy="4906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8" name="Entrada de lápiz 127">
                  <a:extLst>
                    <a:ext uri="{FF2B5EF4-FFF2-40B4-BE49-F238E27FC236}">
                      <a16:creationId xmlns:a16="http://schemas.microsoft.com/office/drawing/2014/main" id="{C1DE0580-CE3A-4A9B-9105-1569CC53B96F}"/>
                    </a:ext>
                  </a:extLst>
                </p14:cNvPr>
                <p14:cNvContentPartPr/>
                <p14:nvPr/>
              </p14:nvContentPartPr>
              <p14:xfrm>
                <a:off x="4331926" y="4549781"/>
                <a:ext cx="111960" cy="150120"/>
              </p14:xfrm>
            </p:contentPart>
          </mc:Choice>
          <mc:Fallback>
            <p:pic>
              <p:nvPicPr>
                <p:cNvPr id="128" name="Entrada de lápiz 127">
                  <a:extLst>
                    <a:ext uri="{FF2B5EF4-FFF2-40B4-BE49-F238E27FC236}">
                      <a16:creationId xmlns:a16="http://schemas.microsoft.com/office/drawing/2014/main" id="{C1DE0580-CE3A-4A9B-9105-1569CC53B96F}"/>
                    </a:ext>
                  </a:extLst>
                </p:cNvPr>
                <p:cNvPicPr/>
                <p:nvPr/>
              </p:nvPicPr>
              <p:blipFill>
                <a:blip r:embed="rId195"/>
                <a:stretch>
                  <a:fillRect/>
                </a:stretch>
              </p:blipFill>
              <p:spPr>
                <a:xfrm>
                  <a:off x="4322926" y="4541141"/>
                  <a:ext cx="1296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9" name="Entrada de lápiz 128">
                  <a:extLst>
                    <a:ext uri="{FF2B5EF4-FFF2-40B4-BE49-F238E27FC236}">
                      <a16:creationId xmlns:a16="http://schemas.microsoft.com/office/drawing/2014/main" id="{512A5440-7668-437B-A0B3-B56139CC242E}"/>
                    </a:ext>
                  </a:extLst>
                </p14:cNvPr>
                <p14:cNvContentPartPr/>
                <p14:nvPr/>
              </p14:nvContentPartPr>
              <p14:xfrm>
                <a:off x="4505086" y="4541861"/>
                <a:ext cx="119160" cy="136080"/>
              </p14:xfrm>
            </p:contentPart>
          </mc:Choice>
          <mc:Fallback>
            <p:pic>
              <p:nvPicPr>
                <p:cNvPr id="129" name="Entrada de lápiz 128">
                  <a:extLst>
                    <a:ext uri="{FF2B5EF4-FFF2-40B4-BE49-F238E27FC236}">
                      <a16:creationId xmlns:a16="http://schemas.microsoft.com/office/drawing/2014/main" id="{512A5440-7668-437B-A0B3-B56139CC242E}"/>
                    </a:ext>
                  </a:extLst>
                </p:cNvPr>
                <p:cNvPicPr/>
                <p:nvPr/>
              </p:nvPicPr>
              <p:blipFill>
                <a:blip r:embed="rId197"/>
                <a:stretch>
                  <a:fillRect/>
                </a:stretch>
              </p:blipFill>
              <p:spPr>
                <a:xfrm>
                  <a:off x="4496086" y="4533221"/>
                  <a:ext cx="13680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31" name="Entrada de lápiz 130">
                  <a:extLst>
                    <a:ext uri="{FF2B5EF4-FFF2-40B4-BE49-F238E27FC236}">
                      <a16:creationId xmlns:a16="http://schemas.microsoft.com/office/drawing/2014/main" id="{6380E70A-7F64-4BB0-8DE2-5C604FD65C63}"/>
                    </a:ext>
                  </a:extLst>
                </p14:cNvPr>
                <p14:cNvContentPartPr/>
                <p14:nvPr/>
              </p14:nvContentPartPr>
              <p14:xfrm>
                <a:off x="4425526" y="4808261"/>
                <a:ext cx="109440" cy="110520"/>
              </p14:xfrm>
            </p:contentPart>
          </mc:Choice>
          <mc:Fallback>
            <p:pic>
              <p:nvPicPr>
                <p:cNvPr id="131" name="Entrada de lápiz 130">
                  <a:extLst>
                    <a:ext uri="{FF2B5EF4-FFF2-40B4-BE49-F238E27FC236}">
                      <a16:creationId xmlns:a16="http://schemas.microsoft.com/office/drawing/2014/main" id="{6380E70A-7F64-4BB0-8DE2-5C604FD65C63}"/>
                    </a:ext>
                  </a:extLst>
                </p:cNvPr>
                <p:cNvPicPr/>
                <p:nvPr/>
              </p:nvPicPr>
              <p:blipFill>
                <a:blip r:embed="rId199"/>
                <a:stretch>
                  <a:fillRect/>
                </a:stretch>
              </p:blipFill>
              <p:spPr>
                <a:xfrm>
                  <a:off x="4416886" y="4799621"/>
                  <a:ext cx="1270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32" name="Entrada de lápiz 131">
                  <a:extLst>
                    <a:ext uri="{FF2B5EF4-FFF2-40B4-BE49-F238E27FC236}">
                      <a16:creationId xmlns:a16="http://schemas.microsoft.com/office/drawing/2014/main" id="{1112FEF0-564F-426E-81B4-5BD6B06E14BE}"/>
                    </a:ext>
                  </a:extLst>
                </p14:cNvPr>
                <p14:cNvContentPartPr/>
                <p14:nvPr/>
              </p14:nvContentPartPr>
              <p14:xfrm>
                <a:off x="4425526" y="4877381"/>
                <a:ext cx="139320" cy="102960"/>
              </p14:xfrm>
            </p:contentPart>
          </mc:Choice>
          <mc:Fallback>
            <p:pic>
              <p:nvPicPr>
                <p:cNvPr id="132" name="Entrada de lápiz 131">
                  <a:extLst>
                    <a:ext uri="{FF2B5EF4-FFF2-40B4-BE49-F238E27FC236}">
                      <a16:creationId xmlns:a16="http://schemas.microsoft.com/office/drawing/2014/main" id="{1112FEF0-564F-426E-81B4-5BD6B06E14BE}"/>
                    </a:ext>
                  </a:extLst>
                </p:cNvPr>
                <p:cNvPicPr/>
                <p:nvPr/>
              </p:nvPicPr>
              <p:blipFill>
                <a:blip r:embed="rId201"/>
                <a:stretch>
                  <a:fillRect/>
                </a:stretch>
              </p:blipFill>
              <p:spPr>
                <a:xfrm>
                  <a:off x="4416886" y="4868741"/>
                  <a:ext cx="15696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33" name="Entrada de lápiz 132">
                  <a:extLst>
                    <a:ext uri="{FF2B5EF4-FFF2-40B4-BE49-F238E27FC236}">
                      <a16:creationId xmlns:a16="http://schemas.microsoft.com/office/drawing/2014/main" id="{59E26265-20F2-40A3-A008-6CC71CE32646}"/>
                    </a:ext>
                  </a:extLst>
                </p14:cNvPr>
                <p14:cNvContentPartPr/>
                <p14:nvPr/>
              </p14:nvContentPartPr>
              <p14:xfrm>
                <a:off x="4717486" y="4407221"/>
                <a:ext cx="118440" cy="570240"/>
              </p14:xfrm>
            </p:contentPart>
          </mc:Choice>
          <mc:Fallback>
            <p:pic>
              <p:nvPicPr>
                <p:cNvPr id="133" name="Entrada de lápiz 132">
                  <a:extLst>
                    <a:ext uri="{FF2B5EF4-FFF2-40B4-BE49-F238E27FC236}">
                      <a16:creationId xmlns:a16="http://schemas.microsoft.com/office/drawing/2014/main" id="{59E26265-20F2-40A3-A008-6CC71CE32646}"/>
                    </a:ext>
                  </a:extLst>
                </p:cNvPr>
                <p:cNvPicPr/>
                <p:nvPr/>
              </p:nvPicPr>
              <p:blipFill>
                <a:blip r:embed="rId203"/>
                <a:stretch>
                  <a:fillRect/>
                </a:stretch>
              </p:blipFill>
              <p:spPr>
                <a:xfrm>
                  <a:off x="4708486" y="4398221"/>
                  <a:ext cx="136080" cy="5878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35" name="Entrada de lápiz 134">
                  <a:extLst>
                    <a:ext uri="{FF2B5EF4-FFF2-40B4-BE49-F238E27FC236}">
                      <a16:creationId xmlns:a16="http://schemas.microsoft.com/office/drawing/2014/main" id="{3ED8B26A-E974-42D4-AD57-D0D7D5A1F2A0}"/>
                    </a:ext>
                  </a:extLst>
                </p14:cNvPr>
                <p14:cNvContentPartPr/>
                <p14:nvPr/>
              </p14:nvContentPartPr>
              <p14:xfrm>
                <a:off x="5683006" y="3806381"/>
                <a:ext cx="23760" cy="236880"/>
              </p14:xfrm>
            </p:contentPart>
          </mc:Choice>
          <mc:Fallback>
            <p:pic>
              <p:nvPicPr>
                <p:cNvPr id="135" name="Entrada de lápiz 134">
                  <a:extLst>
                    <a:ext uri="{FF2B5EF4-FFF2-40B4-BE49-F238E27FC236}">
                      <a16:creationId xmlns:a16="http://schemas.microsoft.com/office/drawing/2014/main" id="{3ED8B26A-E974-42D4-AD57-D0D7D5A1F2A0}"/>
                    </a:ext>
                  </a:extLst>
                </p:cNvPr>
                <p:cNvPicPr/>
                <p:nvPr/>
              </p:nvPicPr>
              <p:blipFill>
                <a:blip r:embed="rId205"/>
                <a:stretch>
                  <a:fillRect/>
                </a:stretch>
              </p:blipFill>
              <p:spPr>
                <a:xfrm>
                  <a:off x="5674366" y="3797381"/>
                  <a:ext cx="4140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36" name="Entrada de lápiz 135">
                  <a:extLst>
                    <a:ext uri="{FF2B5EF4-FFF2-40B4-BE49-F238E27FC236}">
                      <a16:creationId xmlns:a16="http://schemas.microsoft.com/office/drawing/2014/main" id="{9189E14B-7798-44BD-87ED-88FA18AEB2C7}"/>
                    </a:ext>
                  </a:extLst>
                </p14:cNvPr>
                <p14:cNvContentPartPr/>
                <p14:nvPr/>
              </p14:nvContentPartPr>
              <p14:xfrm>
                <a:off x="5575006" y="3915461"/>
                <a:ext cx="226800" cy="6840"/>
              </p14:xfrm>
            </p:contentPart>
          </mc:Choice>
          <mc:Fallback>
            <p:pic>
              <p:nvPicPr>
                <p:cNvPr id="136" name="Entrada de lápiz 135">
                  <a:extLst>
                    <a:ext uri="{FF2B5EF4-FFF2-40B4-BE49-F238E27FC236}">
                      <a16:creationId xmlns:a16="http://schemas.microsoft.com/office/drawing/2014/main" id="{9189E14B-7798-44BD-87ED-88FA18AEB2C7}"/>
                    </a:ext>
                  </a:extLst>
                </p:cNvPr>
                <p:cNvPicPr/>
                <p:nvPr/>
              </p:nvPicPr>
              <p:blipFill>
                <a:blip r:embed="rId207"/>
                <a:stretch>
                  <a:fillRect/>
                </a:stretch>
              </p:blipFill>
              <p:spPr>
                <a:xfrm>
                  <a:off x="5566006" y="3906821"/>
                  <a:ext cx="2444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41" name="Entrada de lápiz 140">
                  <a:extLst>
                    <a:ext uri="{FF2B5EF4-FFF2-40B4-BE49-F238E27FC236}">
                      <a16:creationId xmlns:a16="http://schemas.microsoft.com/office/drawing/2014/main" id="{DBB77C27-8747-4E40-A11F-6B87E19433BA}"/>
                    </a:ext>
                  </a:extLst>
                </p14:cNvPr>
                <p14:cNvContentPartPr/>
                <p14:nvPr/>
              </p14:nvContentPartPr>
              <p14:xfrm>
                <a:off x="6591646" y="3448541"/>
                <a:ext cx="117360" cy="557640"/>
              </p14:xfrm>
            </p:contentPart>
          </mc:Choice>
          <mc:Fallback>
            <p:pic>
              <p:nvPicPr>
                <p:cNvPr id="141" name="Entrada de lápiz 140">
                  <a:extLst>
                    <a:ext uri="{FF2B5EF4-FFF2-40B4-BE49-F238E27FC236}">
                      <a16:creationId xmlns:a16="http://schemas.microsoft.com/office/drawing/2014/main" id="{DBB77C27-8747-4E40-A11F-6B87E19433BA}"/>
                    </a:ext>
                  </a:extLst>
                </p:cNvPr>
                <p:cNvPicPr/>
                <p:nvPr/>
              </p:nvPicPr>
              <p:blipFill>
                <a:blip r:embed="rId209"/>
                <a:stretch>
                  <a:fillRect/>
                </a:stretch>
              </p:blipFill>
              <p:spPr>
                <a:xfrm>
                  <a:off x="6582646" y="3439541"/>
                  <a:ext cx="135000" cy="5752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42" name="Entrada de lápiz 141">
                  <a:extLst>
                    <a:ext uri="{FF2B5EF4-FFF2-40B4-BE49-F238E27FC236}">
                      <a16:creationId xmlns:a16="http://schemas.microsoft.com/office/drawing/2014/main" id="{FCE8FFCE-58AA-49B9-A7AB-0C53D207EB2B}"/>
                    </a:ext>
                  </a:extLst>
                </p14:cNvPr>
                <p14:cNvContentPartPr/>
                <p14:nvPr/>
              </p14:nvContentPartPr>
              <p14:xfrm>
                <a:off x="6865246" y="3420821"/>
                <a:ext cx="100440" cy="528840"/>
              </p14:xfrm>
            </p:contentPart>
          </mc:Choice>
          <mc:Fallback>
            <p:pic>
              <p:nvPicPr>
                <p:cNvPr id="142" name="Entrada de lápiz 141">
                  <a:extLst>
                    <a:ext uri="{FF2B5EF4-FFF2-40B4-BE49-F238E27FC236}">
                      <a16:creationId xmlns:a16="http://schemas.microsoft.com/office/drawing/2014/main" id="{FCE8FFCE-58AA-49B9-A7AB-0C53D207EB2B}"/>
                    </a:ext>
                  </a:extLst>
                </p:cNvPr>
                <p:cNvPicPr/>
                <p:nvPr/>
              </p:nvPicPr>
              <p:blipFill>
                <a:blip r:embed="rId211"/>
                <a:stretch>
                  <a:fillRect/>
                </a:stretch>
              </p:blipFill>
              <p:spPr>
                <a:xfrm>
                  <a:off x="6856246" y="3412181"/>
                  <a:ext cx="118080" cy="5464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45" name="Entrada de lápiz 144">
                  <a:extLst>
                    <a:ext uri="{FF2B5EF4-FFF2-40B4-BE49-F238E27FC236}">
                      <a16:creationId xmlns:a16="http://schemas.microsoft.com/office/drawing/2014/main" id="{8E65A97F-6784-451E-AB3D-67E3233C9EE7}"/>
                    </a:ext>
                  </a:extLst>
                </p14:cNvPr>
                <p14:cNvContentPartPr/>
                <p14:nvPr/>
              </p14:nvContentPartPr>
              <p14:xfrm>
                <a:off x="7066486" y="3422981"/>
                <a:ext cx="98280" cy="142200"/>
              </p14:xfrm>
            </p:contentPart>
          </mc:Choice>
          <mc:Fallback>
            <p:pic>
              <p:nvPicPr>
                <p:cNvPr id="145" name="Entrada de lápiz 144">
                  <a:extLst>
                    <a:ext uri="{FF2B5EF4-FFF2-40B4-BE49-F238E27FC236}">
                      <a16:creationId xmlns:a16="http://schemas.microsoft.com/office/drawing/2014/main" id="{8E65A97F-6784-451E-AB3D-67E3233C9EE7}"/>
                    </a:ext>
                  </a:extLst>
                </p:cNvPr>
                <p:cNvPicPr/>
                <p:nvPr/>
              </p:nvPicPr>
              <p:blipFill>
                <a:blip r:embed="rId213"/>
                <a:stretch>
                  <a:fillRect/>
                </a:stretch>
              </p:blipFill>
              <p:spPr>
                <a:xfrm>
                  <a:off x="7057486" y="3413981"/>
                  <a:ext cx="1159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46" name="Entrada de lápiz 145">
                  <a:extLst>
                    <a:ext uri="{FF2B5EF4-FFF2-40B4-BE49-F238E27FC236}">
                      <a16:creationId xmlns:a16="http://schemas.microsoft.com/office/drawing/2014/main" id="{D80C1A00-07B6-42B9-B188-EAD57D9D85A8}"/>
                    </a:ext>
                  </a:extLst>
                </p14:cNvPr>
                <p14:cNvContentPartPr/>
                <p14:nvPr/>
              </p14:nvContentPartPr>
              <p14:xfrm>
                <a:off x="7228486" y="3441701"/>
                <a:ext cx="116640" cy="136800"/>
              </p14:xfrm>
            </p:contentPart>
          </mc:Choice>
          <mc:Fallback>
            <p:pic>
              <p:nvPicPr>
                <p:cNvPr id="146" name="Entrada de lápiz 145">
                  <a:extLst>
                    <a:ext uri="{FF2B5EF4-FFF2-40B4-BE49-F238E27FC236}">
                      <a16:creationId xmlns:a16="http://schemas.microsoft.com/office/drawing/2014/main" id="{D80C1A00-07B6-42B9-B188-EAD57D9D85A8}"/>
                    </a:ext>
                  </a:extLst>
                </p:cNvPr>
                <p:cNvPicPr/>
                <p:nvPr/>
              </p:nvPicPr>
              <p:blipFill>
                <a:blip r:embed="rId215"/>
                <a:stretch>
                  <a:fillRect/>
                </a:stretch>
              </p:blipFill>
              <p:spPr>
                <a:xfrm>
                  <a:off x="7219846" y="3433061"/>
                  <a:ext cx="13428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47" name="Entrada de lápiz 146">
                  <a:extLst>
                    <a:ext uri="{FF2B5EF4-FFF2-40B4-BE49-F238E27FC236}">
                      <a16:creationId xmlns:a16="http://schemas.microsoft.com/office/drawing/2014/main" id="{E4C9BACD-DDE7-4D96-A340-3FF2C2DF4792}"/>
                    </a:ext>
                  </a:extLst>
                </p14:cNvPr>
                <p14:cNvContentPartPr/>
                <p14:nvPr/>
              </p14:nvContentPartPr>
              <p14:xfrm>
                <a:off x="7508206" y="3481301"/>
                <a:ext cx="57600" cy="12240"/>
              </p14:xfrm>
            </p:contentPart>
          </mc:Choice>
          <mc:Fallback>
            <p:pic>
              <p:nvPicPr>
                <p:cNvPr id="147" name="Entrada de lápiz 146">
                  <a:extLst>
                    <a:ext uri="{FF2B5EF4-FFF2-40B4-BE49-F238E27FC236}">
                      <a16:creationId xmlns:a16="http://schemas.microsoft.com/office/drawing/2014/main" id="{E4C9BACD-DDE7-4D96-A340-3FF2C2DF4792}"/>
                    </a:ext>
                  </a:extLst>
                </p:cNvPr>
                <p:cNvPicPr/>
                <p:nvPr/>
              </p:nvPicPr>
              <p:blipFill>
                <a:blip r:embed="rId217"/>
                <a:stretch>
                  <a:fillRect/>
                </a:stretch>
              </p:blipFill>
              <p:spPr>
                <a:xfrm>
                  <a:off x="7499566" y="3472301"/>
                  <a:ext cx="752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48" name="Entrada de lápiz 147">
                  <a:extLst>
                    <a:ext uri="{FF2B5EF4-FFF2-40B4-BE49-F238E27FC236}">
                      <a16:creationId xmlns:a16="http://schemas.microsoft.com/office/drawing/2014/main" id="{95642EDF-E320-4222-B492-E2240E135327}"/>
                    </a:ext>
                  </a:extLst>
                </p14:cNvPr>
                <p14:cNvContentPartPr/>
                <p14:nvPr/>
              </p14:nvContentPartPr>
              <p14:xfrm>
                <a:off x="7635646" y="3371501"/>
                <a:ext cx="102960" cy="189000"/>
              </p14:xfrm>
            </p:contentPart>
          </mc:Choice>
          <mc:Fallback>
            <p:pic>
              <p:nvPicPr>
                <p:cNvPr id="148" name="Entrada de lápiz 147">
                  <a:extLst>
                    <a:ext uri="{FF2B5EF4-FFF2-40B4-BE49-F238E27FC236}">
                      <a16:creationId xmlns:a16="http://schemas.microsoft.com/office/drawing/2014/main" id="{95642EDF-E320-4222-B492-E2240E135327}"/>
                    </a:ext>
                  </a:extLst>
                </p:cNvPr>
                <p:cNvPicPr/>
                <p:nvPr/>
              </p:nvPicPr>
              <p:blipFill>
                <a:blip r:embed="rId219"/>
                <a:stretch>
                  <a:fillRect/>
                </a:stretch>
              </p:blipFill>
              <p:spPr>
                <a:xfrm>
                  <a:off x="7626646" y="3362861"/>
                  <a:ext cx="12060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54" name="Entrada de lápiz 153">
                  <a:extLst>
                    <a:ext uri="{FF2B5EF4-FFF2-40B4-BE49-F238E27FC236}">
                      <a16:creationId xmlns:a16="http://schemas.microsoft.com/office/drawing/2014/main" id="{E905A86F-6FD9-4546-AFCB-1B0F1FCD3801}"/>
                    </a:ext>
                  </a:extLst>
                </p14:cNvPr>
                <p14:cNvContentPartPr/>
                <p14:nvPr/>
              </p14:nvContentPartPr>
              <p14:xfrm>
                <a:off x="7818886" y="3361421"/>
                <a:ext cx="74880" cy="578520"/>
              </p14:xfrm>
            </p:contentPart>
          </mc:Choice>
          <mc:Fallback>
            <p:pic>
              <p:nvPicPr>
                <p:cNvPr id="154" name="Entrada de lápiz 153">
                  <a:extLst>
                    <a:ext uri="{FF2B5EF4-FFF2-40B4-BE49-F238E27FC236}">
                      <a16:creationId xmlns:a16="http://schemas.microsoft.com/office/drawing/2014/main" id="{E905A86F-6FD9-4546-AFCB-1B0F1FCD3801}"/>
                    </a:ext>
                  </a:extLst>
                </p:cNvPr>
                <p:cNvPicPr/>
                <p:nvPr/>
              </p:nvPicPr>
              <p:blipFill>
                <a:blip r:embed="rId221"/>
                <a:stretch>
                  <a:fillRect/>
                </a:stretch>
              </p:blipFill>
              <p:spPr>
                <a:xfrm>
                  <a:off x="7809886" y="3352421"/>
                  <a:ext cx="92520" cy="5961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55" name="Entrada de lápiz 154">
                  <a:extLst>
                    <a:ext uri="{FF2B5EF4-FFF2-40B4-BE49-F238E27FC236}">
                      <a16:creationId xmlns:a16="http://schemas.microsoft.com/office/drawing/2014/main" id="{98AE0EBD-EB2F-4EF0-B6EE-01AEFEA9EF68}"/>
                    </a:ext>
                  </a:extLst>
                </p14:cNvPr>
                <p14:cNvContentPartPr/>
                <p14:nvPr/>
              </p14:nvContentPartPr>
              <p14:xfrm>
                <a:off x="6301846" y="4070981"/>
                <a:ext cx="1937520" cy="53280"/>
              </p14:xfrm>
            </p:contentPart>
          </mc:Choice>
          <mc:Fallback>
            <p:pic>
              <p:nvPicPr>
                <p:cNvPr id="155" name="Entrada de lápiz 154">
                  <a:extLst>
                    <a:ext uri="{FF2B5EF4-FFF2-40B4-BE49-F238E27FC236}">
                      <a16:creationId xmlns:a16="http://schemas.microsoft.com/office/drawing/2014/main" id="{98AE0EBD-EB2F-4EF0-B6EE-01AEFEA9EF68}"/>
                    </a:ext>
                  </a:extLst>
                </p:cNvPr>
                <p:cNvPicPr/>
                <p:nvPr/>
              </p:nvPicPr>
              <p:blipFill>
                <a:blip r:embed="rId223"/>
                <a:stretch>
                  <a:fillRect/>
                </a:stretch>
              </p:blipFill>
              <p:spPr>
                <a:xfrm>
                  <a:off x="6292846" y="4061981"/>
                  <a:ext cx="195516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56" name="Entrada de lápiz 155">
                  <a:extLst>
                    <a:ext uri="{FF2B5EF4-FFF2-40B4-BE49-F238E27FC236}">
                      <a16:creationId xmlns:a16="http://schemas.microsoft.com/office/drawing/2014/main" id="{6CFEE356-94CD-4E1B-AA95-9B25EF9C74BD}"/>
                    </a:ext>
                  </a:extLst>
                </p14:cNvPr>
                <p14:cNvContentPartPr/>
                <p14:nvPr/>
              </p14:nvContentPartPr>
              <p14:xfrm>
                <a:off x="6943006" y="4263221"/>
                <a:ext cx="114480" cy="493200"/>
              </p14:xfrm>
            </p:contentPart>
          </mc:Choice>
          <mc:Fallback>
            <p:pic>
              <p:nvPicPr>
                <p:cNvPr id="156" name="Entrada de lápiz 155">
                  <a:extLst>
                    <a:ext uri="{FF2B5EF4-FFF2-40B4-BE49-F238E27FC236}">
                      <a16:creationId xmlns:a16="http://schemas.microsoft.com/office/drawing/2014/main" id="{6CFEE356-94CD-4E1B-AA95-9B25EF9C74BD}"/>
                    </a:ext>
                  </a:extLst>
                </p:cNvPr>
                <p:cNvPicPr/>
                <p:nvPr/>
              </p:nvPicPr>
              <p:blipFill>
                <a:blip r:embed="rId225"/>
                <a:stretch>
                  <a:fillRect/>
                </a:stretch>
              </p:blipFill>
              <p:spPr>
                <a:xfrm>
                  <a:off x="6934006" y="4254581"/>
                  <a:ext cx="132120" cy="5108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57" name="Entrada de lápiz 156">
                  <a:extLst>
                    <a:ext uri="{FF2B5EF4-FFF2-40B4-BE49-F238E27FC236}">
                      <a16:creationId xmlns:a16="http://schemas.microsoft.com/office/drawing/2014/main" id="{7114D45D-1794-4D46-85FE-E5FDF1F84728}"/>
                    </a:ext>
                  </a:extLst>
                </p14:cNvPr>
                <p14:cNvContentPartPr/>
                <p14:nvPr/>
              </p14:nvContentPartPr>
              <p14:xfrm>
                <a:off x="7181326" y="4209941"/>
                <a:ext cx="105480" cy="136080"/>
              </p14:xfrm>
            </p:contentPart>
          </mc:Choice>
          <mc:Fallback>
            <p:pic>
              <p:nvPicPr>
                <p:cNvPr id="157" name="Entrada de lápiz 156">
                  <a:extLst>
                    <a:ext uri="{FF2B5EF4-FFF2-40B4-BE49-F238E27FC236}">
                      <a16:creationId xmlns:a16="http://schemas.microsoft.com/office/drawing/2014/main" id="{7114D45D-1794-4D46-85FE-E5FDF1F84728}"/>
                    </a:ext>
                  </a:extLst>
                </p:cNvPr>
                <p:cNvPicPr/>
                <p:nvPr/>
              </p:nvPicPr>
              <p:blipFill>
                <a:blip r:embed="rId227"/>
                <a:stretch>
                  <a:fillRect/>
                </a:stretch>
              </p:blipFill>
              <p:spPr>
                <a:xfrm>
                  <a:off x="7172326" y="4201301"/>
                  <a:ext cx="1231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58" name="Entrada de lápiz 157">
                  <a:extLst>
                    <a:ext uri="{FF2B5EF4-FFF2-40B4-BE49-F238E27FC236}">
                      <a16:creationId xmlns:a16="http://schemas.microsoft.com/office/drawing/2014/main" id="{C2C148B4-25E5-4473-B09D-E4918D2ECE55}"/>
                    </a:ext>
                  </a:extLst>
                </p14:cNvPr>
                <p14:cNvContentPartPr/>
                <p14:nvPr/>
              </p14:nvContentPartPr>
              <p14:xfrm>
                <a:off x="7320646" y="4247741"/>
                <a:ext cx="118440" cy="96840"/>
              </p14:xfrm>
            </p:contentPart>
          </mc:Choice>
          <mc:Fallback>
            <p:pic>
              <p:nvPicPr>
                <p:cNvPr id="158" name="Entrada de lápiz 157">
                  <a:extLst>
                    <a:ext uri="{FF2B5EF4-FFF2-40B4-BE49-F238E27FC236}">
                      <a16:creationId xmlns:a16="http://schemas.microsoft.com/office/drawing/2014/main" id="{C2C148B4-25E5-4473-B09D-E4918D2ECE55}"/>
                    </a:ext>
                  </a:extLst>
                </p:cNvPr>
                <p:cNvPicPr/>
                <p:nvPr/>
              </p:nvPicPr>
              <p:blipFill>
                <a:blip r:embed="rId229"/>
                <a:stretch>
                  <a:fillRect/>
                </a:stretch>
              </p:blipFill>
              <p:spPr>
                <a:xfrm>
                  <a:off x="7311646" y="4238741"/>
                  <a:ext cx="1360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59" name="Entrada de lápiz 158">
                  <a:extLst>
                    <a:ext uri="{FF2B5EF4-FFF2-40B4-BE49-F238E27FC236}">
                      <a16:creationId xmlns:a16="http://schemas.microsoft.com/office/drawing/2014/main" id="{CA2CA2FE-03DD-4FC3-B1B1-D96076B47D06}"/>
                    </a:ext>
                  </a:extLst>
                </p14:cNvPr>
                <p14:cNvContentPartPr/>
                <p14:nvPr/>
              </p14:nvContentPartPr>
              <p14:xfrm>
                <a:off x="7242166" y="4438541"/>
                <a:ext cx="94320" cy="89280"/>
              </p14:xfrm>
            </p:contentPart>
          </mc:Choice>
          <mc:Fallback>
            <p:pic>
              <p:nvPicPr>
                <p:cNvPr id="159" name="Entrada de lápiz 158">
                  <a:extLst>
                    <a:ext uri="{FF2B5EF4-FFF2-40B4-BE49-F238E27FC236}">
                      <a16:creationId xmlns:a16="http://schemas.microsoft.com/office/drawing/2014/main" id="{CA2CA2FE-03DD-4FC3-B1B1-D96076B47D06}"/>
                    </a:ext>
                  </a:extLst>
                </p:cNvPr>
                <p:cNvPicPr/>
                <p:nvPr/>
              </p:nvPicPr>
              <p:blipFill>
                <a:blip r:embed="rId231"/>
                <a:stretch>
                  <a:fillRect/>
                </a:stretch>
              </p:blipFill>
              <p:spPr>
                <a:xfrm>
                  <a:off x="7233526" y="4429901"/>
                  <a:ext cx="11196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60" name="Entrada de lápiz 159">
                  <a:extLst>
                    <a:ext uri="{FF2B5EF4-FFF2-40B4-BE49-F238E27FC236}">
                      <a16:creationId xmlns:a16="http://schemas.microsoft.com/office/drawing/2014/main" id="{089EDC29-F594-4072-A681-F5D832FD772A}"/>
                    </a:ext>
                  </a:extLst>
                </p14:cNvPr>
                <p14:cNvContentPartPr/>
                <p14:nvPr/>
              </p14:nvContentPartPr>
              <p14:xfrm>
                <a:off x="7208326" y="4516301"/>
                <a:ext cx="131400" cy="121680"/>
              </p14:xfrm>
            </p:contentPart>
          </mc:Choice>
          <mc:Fallback>
            <p:pic>
              <p:nvPicPr>
                <p:cNvPr id="160" name="Entrada de lápiz 159">
                  <a:extLst>
                    <a:ext uri="{FF2B5EF4-FFF2-40B4-BE49-F238E27FC236}">
                      <a16:creationId xmlns:a16="http://schemas.microsoft.com/office/drawing/2014/main" id="{089EDC29-F594-4072-A681-F5D832FD772A}"/>
                    </a:ext>
                  </a:extLst>
                </p:cNvPr>
                <p:cNvPicPr/>
                <p:nvPr/>
              </p:nvPicPr>
              <p:blipFill>
                <a:blip r:embed="rId233"/>
                <a:stretch>
                  <a:fillRect/>
                </a:stretch>
              </p:blipFill>
              <p:spPr>
                <a:xfrm>
                  <a:off x="7199326" y="4507661"/>
                  <a:ext cx="14904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61" name="Entrada de lápiz 160">
                  <a:extLst>
                    <a:ext uri="{FF2B5EF4-FFF2-40B4-BE49-F238E27FC236}">
                      <a16:creationId xmlns:a16="http://schemas.microsoft.com/office/drawing/2014/main" id="{348E0D49-CFCB-4804-9E8B-2B31C4F2AC4F}"/>
                    </a:ext>
                  </a:extLst>
                </p14:cNvPr>
                <p14:cNvContentPartPr/>
                <p14:nvPr/>
              </p14:nvContentPartPr>
              <p14:xfrm>
                <a:off x="7478686" y="4259621"/>
                <a:ext cx="123120" cy="397440"/>
              </p14:xfrm>
            </p:contentPart>
          </mc:Choice>
          <mc:Fallback>
            <p:pic>
              <p:nvPicPr>
                <p:cNvPr id="161" name="Entrada de lápiz 160">
                  <a:extLst>
                    <a:ext uri="{FF2B5EF4-FFF2-40B4-BE49-F238E27FC236}">
                      <a16:creationId xmlns:a16="http://schemas.microsoft.com/office/drawing/2014/main" id="{348E0D49-CFCB-4804-9E8B-2B31C4F2AC4F}"/>
                    </a:ext>
                  </a:extLst>
                </p:cNvPr>
                <p:cNvPicPr/>
                <p:nvPr/>
              </p:nvPicPr>
              <p:blipFill>
                <a:blip r:embed="rId235"/>
                <a:stretch>
                  <a:fillRect/>
                </a:stretch>
              </p:blipFill>
              <p:spPr>
                <a:xfrm>
                  <a:off x="7469686" y="4250621"/>
                  <a:ext cx="140760" cy="4150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93" name="Entrada de lápiz 192">
                  <a:extLst>
                    <a:ext uri="{FF2B5EF4-FFF2-40B4-BE49-F238E27FC236}">
                      <a16:creationId xmlns:a16="http://schemas.microsoft.com/office/drawing/2014/main" id="{B683A53E-11CD-48EA-9F44-944C346D966F}"/>
                    </a:ext>
                  </a:extLst>
                </p14:cNvPr>
                <p14:cNvContentPartPr/>
                <p14:nvPr/>
              </p14:nvContentPartPr>
              <p14:xfrm>
                <a:off x="5931046" y="4886021"/>
                <a:ext cx="109800" cy="13680"/>
              </p14:xfrm>
            </p:contentPart>
          </mc:Choice>
          <mc:Fallback>
            <p:pic>
              <p:nvPicPr>
                <p:cNvPr id="193" name="Entrada de lápiz 192">
                  <a:extLst>
                    <a:ext uri="{FF2B5EF4-FFF2-40B4-BE49-F238E27FC236}">
                      <a16:creationId xmlns:a16="http://schemas.microsoft.com/office/drawing/2014/main" id="{B683A53E-11CD-48EA-9F44-944C346D966F}"/>
                    </a:ext>
                  </a:extLst>
                </p:cNvPr>
                <p:cNvPicPr/>
                <p:nvPr/>
              </p:nvPicPr>
              <p:blipFill>
                <a:blip r:embed="rId237"/>
                <a:stretch>
                  <a:fillRect/>
                </a:stretch>
              </p:blipFill>
              <p:spPr>
                <a:xfrm>
                  <a:off x="5922046" y="4877021"/>
                  <a:ext cx="1274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94" name="Entrada de lápiz 193">
                  <a:extLst>
                    <a:ext uri="{FF2B5EF4-FFF2-40B4-BE49-F238E27FC236}">
                      <a16:creationId xmlns:a16="http://schemas.microsoft.com/office/drawing/2014/main" id="{8FD2DA9B-8C86-4E66-9BE1-8160AEB2ACEA}"/>
                    </a:ext>
                  </a:extLst>
                </p14:cNvPr>
                <p14:cNvContentPartPr/>
                <p14:nvPr/>
              </p14:nvContentPartPr>
              <p14:xfrm>
                <a:off x="5938246" y="4968461"/>
                <a:ext cx="126720" cy="6840"/>
              </p14:xfrm>
            </p:contentPart>
          </mc:Choice>
          <mc:Fallback>
            <p:pic>
              <p:nvPicPr>
                <p:cNvPr id="194" name="Entrada de lápiz 193">
                  <a:extLst>
                    <a:ext uri="{FF2B5EF4-FFF2-40B4-BE49-F238E27FC236}">
                      <a16:creationId xmlns:a16="http://schemas.microsoft.com/office/drawing/2014/main" id="{8FD2DA9B-8C86-4E66-9BE1-8160AEB2ACEA}"/>
                    </a:ext>
                  </a:extLst>
                </p:cNvPr>
                <p:cNvPicPr/>
                <p:nvPr/>
              </p:nvPicPr>
              <p:blipFill>
                <a:blip r:embed="rId239"/>
                <a:stretch>
                  <a:fillRect/>
                </a:stretch>
              </p:blipFill>
              <p:spPr>
                <a:xfrm>
                  <a:off x="5929606" y="4959461"/>
                  <a:ext cx="1443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95" name="Entrada de lápiz 194">
                  <a:extLst>
                    <a:ext uri="{FF2B5EF4-FFF2-40B4-BE49-F238E27FC236}">
                      <a16:creationId xmlns:a16="http://schemas.microsoft.com/office/drawing/2014/main" id="{547F6D51-227D-4F66-8984-B1D2CFB425FF}"/>
                    </a:ext>
                  </a:extLst>
                </p14:cNvPr>
                <p14:cNvContentPartPr/>
                <p14:nvPr/>
              </p14:nvContentPartPr>
              <p14:xfrm>
                <a:off x="6220486" y="4862981"/>
                <a:ext cx="150480" cy="145440"/>
              </p14:xfrm>
            </p:contentPart>
          </mc:Choice>
          <mc:Fallback>
            <p:pic>
              <p:nvPicPr>
                <p:cNvPr id="195" name="Entrada de lápiz 194">
                  <a:extLst>
                    <a:ext uri="{FF2B5EF4-FFF2-40B4-BE49-F238E27FC236}">
                      <a16:creationId xmlns:a16="http://schemas.microsoft.com/office/drawing/2014/main" id="{547F6D51-227D-4F66-8984-B1D2CFB425FF}"/>
                    </a:ext>
                  </a:extLst>
                </p:cNvPr>
                <p:cNvPicPr/>
                <p:nvPr/>
              </p:nvPicPr>
              <p:blipFill>
                <a:blip r:embed="rId241"/>
                <a:stretch>
                  <a:fillRect/>
                </a:stretch>
              </p:blipFill>
              <p:spPr>
                <a:xfrm>
                  <a:off x="6211486" y="4853981"/>
                  <a:ext cx="16812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96" name="Entrada de lápiz 195">
                  <a:extLst>
                    <a:ext uri="{FF2B5EF4-FFF2-40B4-BE49-F238E27FC236}">
                      <a16:creationId xmlns:a16="http://schemas.microsoft.com/office/drawing/2014/main" id="{7B00C6DC-624C-4423-9FE9-34AF9B99649D}"/>
                    </a:ext>
                  </a:extLst>
                </p14:cNvPr>
                <p14:cNvContentPartPr/>
                <p14:nvPr/>
              </p14:nvContentPartPr>
              <p14:xfrm>
                <a:off x="6413446" y="4974941"/>
                <a:ext cx="36000" cy="120600"/>
              </p14:xfrm>
            </p:contentPart>
          </mc:Choice>
          <mc:Fallback>
            <p:pic>
              <p:nvPicPr>
                <p:cNvPr id="196" name="Entrada de lápiz 195">
                  <a:extLst>
                    <a:ext uri="{FF2B5EF4-FFF2-40B4-BE49-F238E27FC236}">
                      <a16:creationId xmlns:a16="http://schemas.microsoft.com/office/drawing/2014/main" id="{7B00C6DC-624C-4423-9FE9-34AF9B99649D}"/>
                    </a:ext>
                  </a:extLst>
                </p:cNvPr>
                <p:cNvPicPr/>
                <p:nvPr/>
              </p:nvPicPr>
              <p:blipFill>
                <a:blip r:embed="rId243"/>
                <a:stretch>
                  <a:fillRect/>
                </a:stretch>
              </p:blipFill>
              <p:spPr>
                <a:xfrm>
                  <a:off x="6404806" y="4966301"/>
                  <a:ext cx="5364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98" name="Entrada de lápiz 197">
                  <a:extLst>
                    <a:ext uri="{FF2B5EF4-FFF2-40B4-BE49-F238E27FC236}">
                      <a16:creationId xmlns:a16="http://schemas.microsoft.com/office/drawing/2014/main" id="{7EC955D4-A8AF-4CB7-B3E1-E60CCCF3EA08}"/>
                    </a:ext>
                  </a:extLst>
                </p14:cNvPr>
                <p14:cNvContentPartPr/>
                <p14:nvPr/>
              </p14:nvContentPartPr>
              <p14:xfrm>
                <a:off x="6707926" y="4852901"/>
                <a:ext cx="225360" cy="194040"/>
              </p14:xfrm>
            </p:contentPart>
          </mc:Choice>
          <mc:Fallback>
            <p:pic>
              <p:nvPicPr>
                <p:cNvPr id="198" name="Entrada de lápiz 197">
                  <a:extLst>
                    <a:ext uri="{FF2B5EF4-FFF2-40B4-BE49-F238E27FC236}">
                      <a16:creationId xmlns:a16="http://schemas.microsoft.com/office/drawing/2014/main" id="{7EC955D4-A8AF-4CB7-B3E1-E60CCCF3EA08}"/>
                    </a:ext>
                  </a:extLst>
                </p:cNvPr>
                <p:cNvPicPr/>
                <p:nvPr/>
              </p:nvPicPr>
              <p:blipFill>
                <a:blip r:embed="rId245"/>
                <a:stretch>
                  <a:fillRect/>
                </a:stretch>
              </p:blipFill>
              <p:spPr>
                <a:xfrm>
                  <a:off x="6698926" y="4844261"/>
                  <a:ext cx="24300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99" name="Entrada de lápiz 198">
                  <a:extLst>
                    <a:ext uri="{FF2B5EF4-FFF2-40B4-BE49-F238E27FC236}">
                      <a16:creationId xmlns:a16="http://schemas.microsoft.com/office/drawing/2014/main" id="{11D37165-D30B-4827-9970-245E56516DB7}"/>
                    </a:ext>
                  </a:extLst>
                </p14:cNvPr>
                <p14:cNvContentPartPr/>
                <p14:nvPr/>
              </p14:nvContentPartPr>
              <p14:xfrm>
                <a:off x="7059286" y="4852541"/>
                <a:ext cx="137160" cy="194040"/>
              </p14:xfrm>
            </p:contentPart>
          </mc:Choice>
          <mc:Fallback>
            <p:pic>
              <p:nvPicPr>
                <p:cNvPr id="199" name="Entrada de lápiz 198">
                  <a:extLst>
                    <a:ext uri="{FF2B5EF4-FFF2-40B4-BE49-F238E27FC236}">
                      <a16:creationId xmlns:a16="http://schemas.microsoft.com/office/drawing/2014/main" id="{11D37165-D30B-4827-9970-245E56516DB7}"/>
                    </a:ext>
                  </a:extLst>
                </p:cNvPr>
                <p:cNvPicPr/>
                <p:nvPr/>
              </p:nvPicPr>
              <p:blipFill>
                <a:blip r:embed="rId247"/>
                <a:stretch>
                  <a:fillRect/>
                </a:stretch>
              </p:blipFill>
              <p:spPr>
                <a:xfrm>
                  <a:off x="7050286" y="4843541"/>
                  <a:ext cx="15480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201" name="Entrada de lápiz 200">
                  <a:extLst>
                    <a:ext uri="{FF2B5EF4-FFF2-40B4-BE49-F238E27FC236}">
                      <a16:creationId xmlns:a16="http://schemas.microsoft.com/office/drawing/2014/main" id="{B0564989-B044-4856-B604-B2DF057C58CE}"/>
                    </a:ext>
                  </a:extLst>
                </p14:cNvPr>
                <p14:cNvContentPartPr/>
                <p14:nvPr/>
              </p14:nvContentPartPr>
              <p14:xfrm>
                <a:off x="4550806" y="3605861"/>
                <a:ext cx="360" cy="360"/>
              </p14:xfrm>
            </p:contentPart>
          </mc:Choice>
          <mc:Fallback>
            <p:pic>
              <p:nvPicPr>
                <p:cNvPr id="201" name="Entrada de lápiz 200">
                  <a:extLst>
                    <a:ext uri="{FF2B5EF4-FFF2-40B4-BE49-F238E27FC236}">
                      <a16:creationId xmlns:a16="http://schemas.microsoft.com/office/drawing/2014/main" id="{B0564989-B044-4856-B604-B2DF057C58CE}"/>
                    </a:ext>
                  </a:extLst>
                </p:cNvPr>
                <p:cNvPicPr/>
                <p:nvPr/>
              </p:nvPicPr>
              <p:blipFill>
                <a:blip r:embed="rId61"/>
                <a:stretch>
                  <a:fillRect/>
                </a:stretch>
              </p:blipFill>
              <p:spPr>
                <a:xfrm>
                  <a:off x="4542166" y="359686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203" name="Entrada de lápiz 202">
                  <a:extLst>
                    <a:ext uri="{FF2B5EF4-FFF2-40B4-BE49-F238E27FC236}">
                      <a16:creationId xmlns:a16="http://schemas.microsoft.com/office/drawing/2014/main" id="{567B9E16-BF63-494D-B501-A3D864F196E9}"/>
                    </a:ext>
                  </a:extLst>
                </p14:cNvPr>
                <p14:cNvContentPartPr/>
                <p14:nvPr/>
              </p14:nvContentPartPr>
              <p14:xfrm>
                <a:off x="3734686" y="3649421"/>
                <a:ext cx="360" cy="360"/>
              </p14:xfrm>
            </p:contentPart>
          </mc:Choice>
          <mc:Fallback>
            <p:pic>
              <p:nvPicPr>
                <p:cNvPr id="203" name="Entrada de lápiz 202">
                  <a:extLst>
                    <a:ext uri="{FF2B5EF4-FFF2-40B4-BE49-F238E27FC236}">
                      <a16:creationId xmlns:a16="http://schemas.microsoft.com/office/drawing/2014/main" id="{567B9E16-BF63-494D-B501-A3D864F196E9}"/>
                    </a:ext>
                  </a:extLst>
                </p:cNvPr>
                <p:cNvPicPr/>
                <p:nvPr/>
              </p:nvPicPr>
              <p:blipFill>
                <a:blip r:embed="rId61"/>
                <a:stretch>
                  <a:fillRect/>
                </a:stretch>
              </p:blipFill>
              <p:spPr>
                <a:xfrm>
                  <a:off x="3725686" y="364042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204" name="Entrada de lápiz 203">
                  <a:extLst>
                    <a:ext uri="{FF2B5EF4-FFF2-40B4-BE49-F238E27FC236}">
                      <a16:creationId xmlns:a16="http://schemas.microsoft.com/office/drawing/2014/main" id="{4D19E4AB-9579-40DB-84D1-700575F5B7DC}"/>
                    </a:ext>
                  </a:extLst>
                </p14:cNvPr>
                <p14:cNvContentPartPr/>
                <p14:nvPr/>
              </p14:nvContentPartPr>
              <p14:xfrm>
                <a:off x="4489966" y="3215981"/>
                <a:ext cx="60120" cy="165600"/>
              </p14:xfrm>
            </p:contentPart>
          </mc:Choice>
          <mc:Fallback>
            <p:pic>
              <p:nvPicPr>
                <p:cNvPr id="204" name="Entrada de lápiz 203">
                  <a:extLst>
                    <a:ext uri="{FF2B5EF4-FFF2-40B4-BE49-F238E27FC236}">
                      <a16:creationId xmlns:a16="http://schemas.microsoft.com/office/drawing/2014/main" id="{4D19E4AB-9579-40DB-84D1-700575F5B7DC}"/>
                    </a:ext>
                  </a:extLst>
                </p:cNvPr>
                <p:cNvPicPr/>
                <p:nvPr/>
              </p:nvPicPr>
              <p:blipFill>
                <a:blip r:embed="rId251"/>
                <a:stretch>
                  <a:fillRect/>
                </a:stretch>
              </p:blipFill>
              <p:spPr>
                <a:xfrm>
                  <a:off x="4480966" y="3207341"/>
                  <a:ext cx="777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205" name="Entrada de lápiz 204">
                  <a:extLst>
                    <a:ext uri="{FF2B5EF4-FFF2-40B4-BE49-F238E27FC236}">
                      <a16:creationId xmlns:a16="http://schemas.microsoft.com/office/drawing/2014/main" id="{5C402957-E5CD-4B91-A677-FC353491145A}"/>
                    </a:ext>
                  </a:extLst>
                </p14:cNvPr>
                <p14:cNvContentPartPr/>
                <p14:nvPr/>
              </p14:nvContentPartPr>
              <p14:xfrm>
                <a:off x="4513006" y="3341261"/>
                <a:ext cx="113040" cy="66600"/>
              </p14:xfrm>
            </p:contentPart>
          </mc:Choice>
          <mc:Fallback>
            <p:pic>
              <p:nvPicPr>
                <p:cNvPr id="205" name="Entrada de lápiz 204">
                  <a:extLst>
                    <a:ext uri="{FF2B5EF4-FFF2-40B4-BE49-F238E27FC236}">
                      <a16:creationId xmlns:a16="http://schemas.microsoft.com/office/drawing/2014/main" id="{5C402957-E5CD-4B91-A677-FC353491145A}"/>
                    </a:ext>
                  </a:extLst>
                </p:cNvPr>
                <p:cNvPicPr/>
                <p:nvPr/>
              </p:nvPicPr>
              <p:blipFill>
                <a:blip r:embed="rId253"/>
                <a:stretch>
                  <a:fillRect/>
                </a:stretch>
              </p:blipFill>
              <p:spPr>
                <a:xfrm>
                  <a:off x="4504366" y="3332261"/>
                  <a:ext cx="1306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0" name="Entrada de lápiz 149">
                  <a:extLst>
                    <a:ext uri="{FF2B5EF4-FFF2-40B4-BE49-F238E27FC236}">
                      <a16:creationId xmlns:a16="http://schemas.microsoft.com/office/drawing/2014/main" id="{699DAB6E-B87A-4074-AE6B-8F05CFAA2C7B}"/>
                    </a:ext>
                  </a:extLst>
                </p14:cNvPr>
                <p14:cNvContentPartPr/>
                <p14:nvPr/>
              </p14:nvContentPartPr>
              <p14:xfrm>
                <a:off x="7182406" y="3760301"/>
                <a:ext cx="81720" cy="69120"/>
              </p14:xfrm>
            </p:contentPart>
          </mc:Choice>
          <mc:Fallback>
            <p:pic>
              <p:nvPicPr>
                <p:cNvPr id="150" name="Entrada de lápiz 149">
                  <a:extLst>
                    <a:ext uri="{FF2B5EF4-FFF2-40B4-BE49-F238E27FC236}">
                      <a16:creationId xmlns:a16="http://schemas.microsoft.com/office/drawing/2014/main" id="{699DAB6E-B87A-4074-AE6B-8F05CFAA2C7B}"/>
                    </a:ext>
                  </a:extLst>
                </p:cNvPr>
                <p:cNvPicPr/>
                <p:nvPr/>
              </p:nvPicPr>
              <p:blipFill>
                <a:blip r:embed="rId255"/>
                <a:stretch>
                  <a:fillRect/>
                </a:stretch>
              </p:blipFill>
              <p:spPr>
                <a:xfrm>
                  <a:off x="7173766" y="3751301"/>
                  <a:ext cx="9936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1" name="Entrada de lápiz 150">
                  <a:extLst>
                    <a:ext uri="{FF2B5EF4-FFF2-40B4-BE49-F238E27FC236}">
                      <a16:creationId xmlns:a16="http://schemas.microsoft.com/office/drawing/2014/main" id="{7B511221-71A7-4F92-96B2-EC84AB18BC4B}"/>
                    </a:ext>
                  </a:extLst>
                </p14:cNvPr>
                <p14:cNvContentPartPr/>
                <p14:nvPr/>
              </p14:nvContentPartPr>
              <p14:xfrm>
                <a:off x="7178086" y="3845621"/>
                <a:ext cx="89640" cy="106200"/>
              </p14:xfrm>
            </p:contentPart>
          </mc:Choice>
          <mc:Fallback>
            <p:pic>
              <p:nvPicPr>
                <p:cNvPr id="151" name="Entrada de lápiz 150">
                  <a:extLst>
                    <a:ext uri="{FF2B5EF4-FFF2-40B4-BE49-F238E27FC236}">
                      <a16:creationId xmlns:a16="http://schemas.microsoft.com/office/drawing/2014/main" id="{7B511221-71A7-4F92-96B2-EC84AB18BC4B}"/>
                    </a:ext>
                  </a:extLst>
                </p:cNvPr>
                <p:cNvPicPr/>
                <p:nvPr/>
              </p:nvPicPr>
              <p:blipFill>
                <a:blip r:embed="rId257"/>
                <a:stretch>
                  <a:fillRect/>
                </a:stretch>
              </p:blipFill>
              <p:spPr>
                <a:xfrm>
                  <a:off x="7169446" y="3836621"/>
                  <a:ext cx="10728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2" name="Entrada de lápiz 151">
                  <a:extLst>
                    <a:ext uri="{FF2B5EF4-FFF2-40B4-BE49-F238E27FC236}">
                      <a16:creationId xmlns:a16="http://schemas.microsoft.com/office/drawing/2014/main" id="{C99D78CA-8F11-4881-AF55-E322F5450466}"/>
                    </a:ext>
                  </a:extLst>
                </p14:cNvPr>
                <p14:cNvContentPartPr/>
                <p14:nvPr/>
              </p14:nvContentPartPr>
              <p14:xfrm>
                <a:off x="7307686" y="3840941"/>
                <a:ext cx="108720" cy="12600"/>
              </p14:xfrm>
            </p:contentPart>
          </mc:Choice>
          <mc:Fallback>
            <p:pic>
              <p:nvPicPr>
                <p:cNvPr id="152" name="Entrada de lápiz 151">
                  <a:extLst>
                    <a:ext uri="{FF2B5EF4-FFF2-40B4-BE49-F238E27FC236}">
                      <a16:creationId xmlns:a16="http://schemas.microsoft.com/office/drawing/2014/main" id="{C99D78CA-8F11-4881-AF55-E322F5450466}"/>
                    </a:ext>
                  </a:extLst>
                </p:cNvPr>
                <p:cNvPicPr/>
                <p:nvPr/>
              </p:nvPicPr>
              <p:blipFill>
                <a:blip r:embed="rId259"/>
                <a:stretch>
                  <a:fillRect/>
                </a:stretch>
              </p:blipFill>
              <p:spPr>
                <a:xfrm>
                  <a:off x="7299046" y="3831941"/>
                  <a:ext cx="1263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213" name="Entrada de lápiz 212">
                  <a:extLst>
                    <a:ext uri="{FF2B5EF4-FFF2-40B4-BE49-F238E27FC236}">
                      <a16:creationId xmlns:a16="http://schemas.microsoft.com/office/drawing/2014/main" id="{605085E6-F9F1-4765-8CB9-1F9B50234CF1}"/>
                    </a:ext>
                  </a:extLst>
                </p14:cNvPr>
                <p14:cNvContentPartPr/>
                <p14:nvPr/>
              </p14:nvContentPartPr>
              <p14:xfrm>
                <a:off x="7284646" y="3809621"/>
                <a:ext cx="2520" cy="9720"/>
              </p14:xfrm>
            </p:contentPart>
          </mc:Choice>
          <mc:Fallback>
            <p:pic>
              <p:nvPicPr>
                <p:cNvPr id="213" name="Entrada de lápiz 212">
                  <a:extLst>
                    <a:ext uri="{FF2B5EF4-FFF2-40B4-BE49-F238E27FC236}">
                      <a16:creationId xmlns:a16="http://schemas.microsoft.com/office/drawing/2014/main" id="{605085E6-F9F1-4765-8CB9-1F9B50234CF1}"/>
                    </a:ext>
                  </a:extLst>
                </p:cNvPr>
                <p:cNvPicPr/>
                <p:nvPr/>
              </p:nvPicPr>
              <p:blipFill>
                <a:blip r:embed="rId261"/>
                <a:stretch>
                  <a:fillRect/>
                </a:stretch>
              </p:blipFill>
              <p:spPr>
                <a:xfrm>
                  <a:off x="7276006" y="3800621"/>
                  <a:ext cx="201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215" name="Entrada de lápiz 214">
                  <a:extLst>
                    <a:ext uri="{FF2B5EF4-FFF2-40B4-BE49-F238E27FC236}">
                      <a16:creationId xmlns:a16="http://schemas.microsoft.com/office/drawing/2014/main" id="{29A11313-4320-47C2-BD37-8A3E63C18920}"/>
                    </a:ext>
                  </a:extLst>
                </p14:cNvPr>
                <p14:cNvContentPartPr/>
                <p14:nvPr/>
              </p14:nvContentPartPr>
              <p14:xfrm>
                <a:off x="7169806" y="3879461"/>
                <a:ext cx="360" cy="360"/>
              </p14:xfrm>
            </p:contentPart>
          </mc:Choice>
          <mc:Fallback>
            <p:pic>
              <p:nvPicPr>
                <p:cNvPr id="215" name="Entrada de lápiz 214">
                  <a:extLst>
                    <a:ext uri="{FF2B5EF4-FFF2-40B4-BE49-F238E27FC236}">
                      <a16:creationId xmlns:a16="http://schemas.microsoft.com/office/drawing/2014/main" id="{29A11313-4320-47C2-BD37-8A3E63C18920}"/>
                    </a:ext>
                  </a:extLst>
                </p:cNvPr>
                <p:cNvPicPr/>
                <p:nvPr/>
              </p:nvPicPr>
              <p:blipFill>
                <a:blip r:embed="rId61"/>
                <a:stretch>
                  <a:fillRect/>
                </a:stretch>
              </p:blipFill>
              <p:spPr>
                <a:xfrm>
                  <a:off x="7161166" y="387082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38" name="Entrada de lápiz 137">
                  <a:extLst>
                    <a:ext uri="{FF2B5EF4-FFF2-40B4-BE49-F238E27FC236}">
                      <a16:creationId xmlns:a16="http://schemas.microsoft.com/office/drawing/2014/main" id="{CBECB0C2-8DCD-4107-B62B-EA9273380276}"/>
                    </a:ext>
                  </a:extLst>
                </p14:cNvPr>
                <p14:cNvContentPartPr/>
                <p14:nvPr/>
              </p14:nvContentPartPr>
              <p14:xfrm>
                <a:off x="6057406" y="3559421"/>
                <a:ext cx="108720" cy="544680"/>
              </p14:xfrm>
            </p:contentPart>
          </mc:Choice>
          <mc:Fallback>
            <p:pic>
              <p:nvPicPr>
                <p:cNvPr id="138" name="Entrada de lápiz 137">
                  <a:extLst>
                    <a:ext uri="{FF2B5EF4-FFF2-40B4-BE49-F238E27FC236}">
                      <a16:creationId xmlns:a16="http://schemas.microsoft.com/office/drawing/2014/main" id="{CBECB0C2-8DCD-4107-B62B-EA9273380276}"/>
                    </a:ext>
                  </a:extLst>
                </p:cNvPr>
                <p:cNvPicPr/>
                <p:nvPr/>
              </p:nvPicPr>
              <p:blipFill>
                <a:blip r:embed="rId264"/>
                <a:stretch>
                  <a:fillRect/>
                </a:stretch>
              </p:blipFill>
              <p:spPr>
                <a:xfrm>
                  <a:off x="6048766" y="3550421"/>
                  <a:ext cx="126360" cy="56232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39" name="Entrada de lápiz 138">
                  <a:extLst>
                    <a:ext uri="{FF2B5EF4-FFF2-40B4-BE49-F238E27FC236}">
                      <a16:creationId xmlns:a16="http://schemas.microsoft.com/office/drawing/2014/main" id="{6DBA0E14-8077-4F61-8034-375CA4FB5303}"/>
                    </a:ext>
                  </a:extLst>
                </p14:cNvPr>
                <p14:cNvContentPartPr/>
                <p14:nvPr/>
              </p14:nvContentPartPr>
              <p14:xfrm>
                <a:off x="6232366" y="3512261"/>
                <a:ext cx="142920" cy="215280"/>
              </p14:xfrm>
            </p:contentPart>
          </mc:Choice>
          <mc:Fallback>
            <p:pic>
              <p:nvPicPr>
                <p:cNvPr id="139" name="Entrada de lápiz 138">
                  <a:extLst>
                    <a:ext uri="{FF2B5EF4-FFF2-40B4-BE49-F238E27FC236}">
                      <a16:creationId xmlns:a16="http://schemas.microsoft.com/office/drawing/2014/main" id="{6DBA0E14-8077-4F61-8034-375CA4FB5303}"/>
                    </a:ext>
                  </a:extLst>
                </p:cNvPr>
                <p:cNvPicPr/>
                <p:nvPr/>
              </p:nvPicPr>
              <p:blipFill>
                <a:blip r:embed="rId266"/>
                <a:stretch>
                  <a:fillRect/>
                </a:stretch>
              </p:blipFill>
              <p:spPr>
                <a:xfrm>
                  <a:off x="6223366" y="3503621"/>
                  <a:ext cx="1605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40" name="Entrada de lápiz 139">
                  <a:extLst>
                    <a:ext uri="{FF2B5EF4-FFF2-40B4-BE49-F238E27FC236}">
                      <a16:creationId xmlns:a16="http://schemas.microsoft.com/office/drawing/2014/main" id="{18C8D6A3-D13B-4F92-BE08-4AA7A5BCBD8C}"/>
                    </a:ext>
                  </a:extLst>
                </p14:cNvPr>
                <p14:cNvContentPartPr/>
                <p14:nvPr/>
              </p14:nvContentPartPr>
              <p14:xfrm>
                <a:off x="6330286" y="3812501"/>
                <a:ext cx="32040" cy="157320"/>
              </p14:xfrm>
            </p:contentPart>
          </mc:Choice>
          <mc:Fallback>
            <p:pic>
              <p:nvPicPr>
                <p:cNvPr id="140" name="Entrada de lápiz 139">
                  <a:extLst>
                    <a:ext uri="{FF2B5EF4-FFF2-40B4-BE49-F238E27FC236}">
                      <a16:creationId xmlns:a16="http://schemas.microsoft.com/office/drawing/2014/main" id="{18C8D6A3-D13B-4F92-BE08-4AA7A5BCBD8C}"/>
                    </a:ext>
                  </a:extLst>
                </p:cNvPr>
                <p:cNvPicPr/>
                <p:nvPr/>
              </p:nvPicPr>
              <p:blipFill>
                <a:blip r:embed="rId268"/>
                <a:stretch>
                  <a:fillRect/>
                </a:stretch>
              </p:blipFill>
              <p:spPr>
                <a:xfrm>
                  <a:off x="6321286" y="3803501"/>
                  <a:ext cx="496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216" name="Entrada de lápiz 215">
                  <a:extLst>
                    <a:ext uri="{FF2B5EF4-FFF2-40B4-BE49-F238E27FC236}">
                      <a16:creationId xmlns:a16="http://schemas.microsoft.com/office/drawing/2014/main" id="{3F6E45B1-6E18-42B2-904D-6E4C8A6CCFB5}"/>
                    </a:ext>
                  </a:extLst>
                </p14:cNvPr>
                <p14:cNvContentPartPr/>
                <p14:nvPr/>
              </p14:nvContentPartPr>
              <p14:xfrm>
                <a:off x="6333526" y="3972341"/>
                <a:ext cx="360" cy="360"/>
              </p14:xfrm>
            </p:contentPart>
          </mc:Choice>
          <mc:Fallback>
            <p:pic>
              <p:nvPicPr>
                <p:cNvPr id="216" name="Entrada de lápiz 215">
                  <a:extLst>
                    <a:ext uri="{FF2B5EF4-FFF2-40B4-BE49-F238E27FC236}">
                      <a16:creationId xmlns:a16="http://schemas.microsoft.com/office/drawing/2014/main" id="{3F6E45B1-6E18-42B2-904D-6E4C8A6CCFB5}"/>
                    </a:ext>
                  </a:extLst>
                </p:cNvPr>
                <p:cNvPicPr/>
                <p:nvPr/>
              </p:nvPicPr>
              <p:blipFill>
                <a:blip r:embed="rId61"/>
                <a:stretch>
                  <a:fillRect/>
                </a:stretch>
              </p:blipFill>
              <p:spPr>
                <a:xfrm>
                  <a:off x="6324526" y="396370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219" name="Entrada de lápiz 218">
                  <a:extLst>
                    <a:ext uri="{FF2B5EF4-FFF2-40B4-BE49-F238E27FC236}">
                      <a16:creationId xmlns:a16="http://schemas.microsoft.com/office/drawing/2014/main" id="{7FE7317D-83EB-4CB6-A485-EB09C0C37484}"/>
                    </a:ext>
                  </a:extLst>
                </p14:cNvPr>
                <p14:cNvContentPartPr/>
                <p14:nvPr/>
              </p14:nvContentPartPr>
              <p14:xfrm>
                <a:off x="7511086" y="3800981"/>
                <a:ext cx="25560" cy="155880"/>
              </p14:xfrm>
            </p:contentPart>
          </mc:Choice>
          <mc:Fallback>
            <p:pic>
              <p:nvPicPr>
                <p:cNvPr id="219" name="Entrada de lápiz 218">
                  <a:extLst>
                    <a:ext uri="{FF2B5EF4-FFF2-40B4-BE49-F238E27FC236}">
                      <a16:creationId xmlns:a16="http://schemas.microsoft.com/office/drawing/2014/main" id="{7FE7317D-83EB-4CB6-A485-EB09C0C37484}"/>
                    </a:ext>
                  </a:extLst>
                </p:cNvPr>
                <p:cNvPicPr/>
                <p:nvPr/>
              </p:nvPicPr>
              <p:blipFill>
                <a:blip r:embed="rId271"/>
                <a:stretch>
                  <a:fillRect/>
                </a:stretch>
              </p:blipFill>
              <p:spPr>
                <a:xfrm>
                  <a:off x="7502446" y="3791981"/>
                  <a:ext cx="43200" cy="173520"/>
                </a:xfrm>
                <a:prstGeom prst="rect">
                  <a:avLst/>
                </a:prstGeom>
              </p:spPr>
            </p:pic>
          </mc:Fallback>
        </mc:AlternateContent>
      </p:grpSp>
      <p:sp>
        <p:nvSpPr>
          <p:cNvPr id="221" name="CuadroTexto 220">
            <a:extLst>
              <a:ext uri="{FF2B5EF4-FFF2-40B4-BE49-F238E27FC236}">
                <a16:creationId xmlns:a16="http://schemas.microsoft.com/office/drawing/2014/main" id="{859B4F04-D051-4564-A761-E4C79D04E7CE}"/>
              </a:ext>
            </a:extLst>
          </p:cNvPr>
          <p:cNvSpPr txBox="1"/>
          <p:nvPr/>
        </p:nvSpPr>
        <p:spPr>
          <a:xfrm>
            <a:off x="1170406" y="468923"/>
            <a:ext cx="10157871" cy="1200329"/>
          </a:xfrm>
          <a:prstGeom prst="rect">
            <a:avLst/>
          </a:prstGeom>
          <a:noFill/>
        </p:spPr>
        <p:txBody>
          <a:bodyPr wrap="square" rtlCol="0">
            <a:spAutoFit/>
          </a:bodyPr>
          <a:lstStyle/>
          <a:p>
            <a:r>
              <a:rPr lang="es-ES" dirty="0"/>
              <a:t>La división de vigilancia de una institución universitaria ha adquirido 50 equipos de comunicación con el fin de optimizar el servicio el servicio en sus predios, se seleccionan aleatoriamente 8 equipos y se someten a prueba para encontrar posibles defectos. Si 3 de los 50 equipos están defectuosos ¿cuál es la probabilidad de que la muestra contenga a lo más 2 equipos defectuosos.</a:t>
            </a:r>
          </a:p>
        </p:txBody>
      </p:sp>
    </p:spTree>
    <p:extLst>
      <p:ext uri="{BB962C8B-B14F-4D97-AF65-F5344CB8AC3E}">
        <p14:creationId xmlns:p14="http://schemas.microsoft.com/office/powerpoint/2010/main" val="392311185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202</Words>
  <Application>Microsoft Office PowerPoint</Application>
  <PresentationFormat>Panorámica</PresentationFormat>
  <Paragraphs>4</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Jennyfer Homez</dc:creator>
  <cp:lastModifiedBy>Jennyfer Homez</cp:lastModifiedBy>
  <cp:revision>10</cp:revision>
  <dcterms:created xsi:type="dcterms:W3CDTF">2020-05-12T23:58:41Z</dcterms:created>
  <dcterms:modified xsi:type="dcterms:W3CDTF">2020-05-13T01:26:01Z</dcterms:modified>
</cp:coreProperties>
</file>