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7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9" autoAdjust="0"/>
    <p:restoredTop sz="94660"/>
  </p:normalViewPr>
  <p:slideViewPr>
    <p:cSldViewPr snapToGrid="0">
      <p:cViewPr>
        <p:scale>
          <a:sx n="89" d="100"/>
          <a:sy n="89" d="100"/>
        </p:scale>
        <p:origin x="2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35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715 435 11586,'0'0'2856,"0"0"-664,0 0-97,0 0-472,0 0-498,-15-24-241,-96-156 627,98 160-1385,0 0-1,-2 0 1,0 2 0,-1 0 0,0 0-1,-2 2 1,0 0 0,-15-10-126,21 19 9,0-1-1,0 1 1,-1 1-1,0 0 1,0 1-1,0 1 1,0 0 0,-1 0-1,0 1 1,0 1-1,0 1 1,0 0 0,0 0-1,0 1 1,-9 2-9,15 0 1,-1 0 1,1 0 0,0 1 0,0-1 0,0 2 0,0-1-1,1 1 1,-1 1 0,1-1 0,0 1 0,0 1-1,1-1 1,-1 1 0,1 0 0,1 0 0,-1 1-1,1 0 1,0 0 0,1 0 0,-1 1 0,-1 5-2,-4 7 10,1 1 0,1 1 1,1 0-1,1 0 1,1 0-1,1 0 0,-1 20-10,-2 85 298,7 30-298,0-82 116,3 55 457,7 0 0,4 0 0,16 47-573,115 675 829,-96-629-857,-36-177-4258,-44-88-682,-10-10-5131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36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1 849 18652,'0'0'2977,"0"0"-1393,0 0-120,0 0-840,0 0-288,195-113-175,-82 56-161,45-17-425,84-27-983,-31 15-2593,-19 11-4136</inkml:trace>
  <inkml:trace contextRef="#ctx0" brushRef="#br0" timeOffset="1">1936 1 16147,'0'0'1969,"0"0"-385,0 0 145,0 0-665,-162 277-184,142-126 152,10-5-88,10-15-103,0-33-265,20 4-288,13 2-208,7-18-40,3-18-40,10-23-288,0-18-568,36-27-649,-13-21-2288,-6-21-6273</inkml:trace>
  <inkml:trace contextRef="#ctx0" brushRef="#br0" timeOffset="2">2465 545 12843,'0'0'6017,"0"0"-4494,0 0-568,0 0 56,36-20-491,-36 20-520,53-31 232,52-21-232,-99 50 17,0-1 1,0 1-1,1 0 1,-1 1-1,0-1 0,1 1 1,-1 1-1,1-1 0,0 1 1,-1 0-1,1 1 1,-1-1-1,1 1 0,-1 1 1,1-1-1,-1 1 1,0 0-1,0 1 0,0-1 1,0 1-1,0 0 1,4 4-18,1 2 53,0 0 1,-1 0-1,-1 1 1,0 1-1,0-1 1,-1 2-1,0-1 1,4 9-54,-3-3 135,-1 0 1,0 1 0,-1 0-1,-1 0 1,-1 0 0,0 1-1,-1 0 1,-1 0-1,-1 0 1,-1 0 0,-1 2-136,0-4 131,-1 0 0,0-1 1,-1 1-1,-1-1 1,-1 0-1,0 0 0,-1 0 1,-1 0-1,0-1 1,-1 0-1,-1 0 0,-9 12-131,-1-2 138,-2-1-1,-1-1 1,-1-1-1,-1 0 1,0-2-1,-7 3-137,17-13-41,0-1 1,0 0-1,-1-1 0,0-1 0,0 0 1,-1-1-1,0-1 0,0 0 0,0-1 0,-1 0 1,1-2-1,-1 0 0,0 0 41,14-2-57,1-1 0,-1 1 0,1-1 0,-1 1 0,1-1-1,-1 1 1,1-1 0,-1 0 0,1 1 0,0-1 0,0 0 0,-1 0-1,1 0 1,0 0 0,0 0 0,0-1 0,0 1 0,0 0 0,0 0 0,0-1-1,1 1 1,-1 0 0,0-1 0,1 1 0,-1-1 0,1 1 0,-1-1-1,1 1 1,0-1 0,0 1 0,0-1 0,0 0 0,0 1 0,0-1 0,0 1-1,0-2 58,6-57-2244,-2 46 612,1 0 0,-1 0-1,2 0 1,1 0 1632,25-57-11732</inkml:trace>
  <inkml:trace contextRef="#ctx0" brushRef="#br0" timeOffset="3">3157 281 17684,'0'0'2328,"0"0"25,0 0-953,-169 107-624,129-36-336,7 24-176,10 21 88,7 6 57,16 0-217,0-14-136,29-25-56,31-21 0,13-29-72,19-27-216,54-33-537,-21-26-1255,-22-7-4762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36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14195,'0'0'2096,"0"0"1969,0 0-1840,209 212-369,-147-88-696,-9 13-199,-10 0-145,-23-30-264,0-2-288,-10-22-168,-7-21-96,4-20-496,-1-30-1048,1-12-1513,0 0-6353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36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16796,'0'0'2920,"0"0"-2088,0 0 289,0 0 231,218-24-792,-112 3-544,-4-2-16,-2-1-768,-31 6-1713,-26 6-6016</inkml:trace>
  <inkml:trace contextRef="#ctx0" brushRef="#br0" timeOffset="1">279 492 15155,'0'0'2793,"0"0"-849,0 0-279,0 0-41,0 0-712,188 24-560,-105-51-352,-1-3 0,4-8-616,-19 5-2016,-24 9-7803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39.1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321 0 7362,'0'0'1787,"0"0"-111,0 0-61,0 0-293,0 0-390,0 0-336,-30 8-15,-92 24 117,117-31-623,1 0 0,0 0 0,0 1 0,0-1 0,0 1 0,0 0 0,0 0 0,1 0 0,-1 0 0,0 0 0,1 1 0,0 0 0,0 0 0,0 0 0,0 0-1,0 0 1,0 1 0,1-1 0,0 1 0,-1-1 0,1 3-75,-7 9 198,-3 5-38,2 0-1,0 1 0,1 0 0,1 0 1,1 1-1,1 0 0,1 0 0,0 1 1,0 16-160,-1 43 797,4 0 0,3 7-797,0-8 496,1-16-92,3-1 1,3 0-1,9 32-404,52 187 872,-38-171-564,-5 1 1,-5 0-1,-2 26-308,-12 122 454,-7-260-438,0 0 0,0 0 0,-1 0 0,1 0 0,0 1-1,-1-1 1,1 0 0,-1 0 0,1 0 0,-1-1 0,0 1 0,1 0-1,-1 0 1,0 0 0,1 0 0,-1-1 0,0 1 0,0 0-1,0-1 1,0 1 0,0 0 0,0-1 0,0 1 0,0-1 0,0 0-1,0 1 1,0-1 0,0 0 0,0 0 0,0 1 0,0-1-1,-1 0 1,1 0 0,0 0 0,0 0 0,0-1 0,0 1 0,-1 0-16,-3 0 32,1-1 1,-1 1 0,0-1 0,0 0 0,0 0-1,1-1 1,-1 0 0,0 1 0,1-2-33,-3-1 2,0-1 0,0 0 0,0-1 0,1 1 0,0-1 0,0 0 0,0-1 0,1 0-1,0 0 1,0 0 0,1 0 0,0-1 0,0 0 0,1 1 0,-1-3-2,-1-6-69,0 0-1,1-1 1,1 0-1,0 1 1,1-1-1,1 0 1,1-4 69,0 20-2,0 0 1,0 0 0,0 0 0,0 0 0,0 0 0,1 0-1,-1 0 1,1 0 0,-1 0 0,0 0 0,1 0 0,-1 0 0,1 0-1,0 0 1,-1 1 0,1-1 0,0 0 0,0 0 0,-1 0 0,1 1-1,0-1 1,0 1 0,0-1 0,0 0 0,0 1 0,0 0 0,0-1-1,0 1 1,0-1 0,0 1 0,0 0 0,0 0 0,0 0 0,0 0-1,0 0 1,0 0 0,0 0 0,0 0 0,0 0 0,1 0 0,-1 0-1,0 1 1,0-1 0,0 0 0,0 1 0,0-1 1,4 2-4,1-1-1,-1 1 1,1 0 0,-1 1 0,0-1 0,0 1-1,0 0 1,0 0 0,2 2 4,13 14 11,-1 1 1,-1 1-1,0 0 1,-2 1-1,11 20-11,3 10 43,-2 1 0,4 16-43,0 11 13,-4 1 0,-4 1 1,-3 1-1,-4 1 0,0 24-13,10 153 290,-11 17-290,8 99 629,35 54-31,6 65-85,-52-183-2235,-13-406-546,0-22-3971,0-6-4384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39.6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0 311 10114,'0'0'1653,"0"0"-327,0 0 728,0 0 275,0 0-564,0 0-704,28-24-416,86-79-225,-105 95-373,0-1 0,0-1 0,-1 1 0,-1-1 0,0-1 0,0 1-1,-1-1 1,0 0 0,-1-1 0,0 1 0,1-7-47,12-27 777,-18 44-753,1 1 1,-1-1-1,0 1 1,0-1 0,0 1-1,1-1 1,-1 1-1,0 0 1,0-1 0,1 1-1,-1 0 1,0-1-1,1 1 1,-1 0 0,1-1-1,-1 1 1,0 0-1,1-1 1,-1 1 0,1 0-1,-1 0 1,1 0 0,-1 0-1,1-1 1,-1 1-1,0 0 1,1 0 0,-1 0-1,1 0 1,-1 0-1,1 0 1,-1 0 0,1 0-1,-1 0 1,1 0-1,-1 1 1,1-1 0,-1 0-1,1 0 1,-1 0 0,1 1-1,-1-1 1,0 0-1,1 0 1,-1 1 0,1-1-1,-1 0 1,0 1-1,1-1 1,-1 0 0,0 1-1,0-1 1,1 1-1,-1-1 1,0 0 0,0 1-1,1-1-24,15 28 191,4 17 193,-2 1 0,-3 1 0,-1 0 0,1 21-384,27 196 915,-34-210-823,-6-38-75,13 71 72,-14-80-104,1 0-1,1 0 1,0 0-1,-1 0 1,2-1-1,-1 1 1,1-1-1,0 1 1,1-1-1,-1 0 16,-1-4-113,0 0 1,-1 0-1,1 0 0,0 0 1,0-1-1,0 1 0,0-1 1,1 0-1,-1 0 0,0 0 1,0 0-1,1-1 0,-1 1 1,0-1-1,1 0 0,-1 0 1,0 0-1,1 0 0,-1-1 1,0 1-1,1-1 0,-1 0 1,0 0-1,2-1 113,8-2-1290,0-1-1,0 0 1,0-2-1,-1 1 0,2-3 1291,33-20-8604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39.9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78 15755,'0'0'3073,"0"0"-1777,0 0-408,0 0-207,0 0-417,0 0-264,228-44-664,-158 29-1513,-11-3-4288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40.3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76 14931,'0'0'2485,"0"0"-1046,0 0-314,0 0-157,34-13-198,114-38-315,-139 48-394,0 1 1,1 0 0,-1 0-1,1 1 1,-1 0 0,1 1-1,0 0 1,-1 0-1,1 1 1,-1 1 0,1-1-1,-1 2 1,5 0-62,-6 0 59,-1 1 0,0-1 0,0 1 0,0 1 0,0-1 0,-1 1 0,1 0 0,-1 1 0,0-1 0,-1 1 0,0 0 0,0 1 0,1 0-59,2 7 100,0 0 1,-1 1-1,0-1 1,-1 1 0,-1 1-1,-1-1 1,0 1-1,-1 0 1,0-1-1,-1 1 1,-1 0-1,-1 1 1,-1 6-101,0-11 50,-2 0 0,1 0 1,-2 0-1,1 0 0,-2-1 0,1 0 1,-2 1-1,1-1 0,-2-1 0,1 1 1,-1-1-1,-1-1 0,0 1 0,0-1 0,-1-1 1,-9 8-51,2-2 19,-1-1 0,0-1 0,-1 0 0,-1-1 0,1-1 0,-2-1 0,0 0 0,0-2 0,-9 3-19,21-8-54,-1 0 0,1-1 0,-1 0 1,1 0-1,-1 0 0,1-1 0,-1-1 0,-1 1 54,9-1-21,0 1 0,0 0 1,1 0-1,-1 0 0,0 0 0,0-1 0,1 1 0,-1 0 0,0-1 0,1 1 1,-1-1-1,0 1 0,1 0 0,-1-1 0,1 0 0,-1 1 0,1-1 1,-1 1-1,1-1 0,-1 0 0,1 1 0,-1-1 0,1 0 0,0 1 1,-1-1-1,1 0 0,0 0 0,0 1 0,-1-1 0,1 0 0,0 0 21,-1-8-387,1 1 0,0-1-1,0 0 1,0 0 0,1 0-1,1 0 1,0 1-1,0-1 1,0 1 0,1-1-1,3-6 388,27-46-5985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40.8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311 0 14891,'0'0'1597,"0"0"-695,-29 5 300,-7 1-581,1 2 0,-18 6-621,46-11 46,0 0 1,1 0 0,0 1 0,0 0 0,0 0-1,0 0 1,0 1 0,1-1 0,0 2-1,0-1 1,0 0 0,1 1 0,0 0 0,0 0-1,0 0 1,1 0 0,0 1 0,0 0 0,1-1-1,-1 3-46,-4 6 63,-4 14 240,2 0 0,0 1 0,2 0 0,2 0 0,0 0 0,2 1 0,1-1 0,3 22-303,-2-40 96,1 0 1,1 0-1,0 1 1,1-1-1,0 0 1,1-1 0,0 1-1,1 0 1,0-1-1,1 0 1,0 0-1,1 0 1,0 0 0,0-1-1,1 0 1,1 0-1,0-1 1,0 0-1,1-1 1,0 0 0,0 0-1,4 1-96,3 2 24,0 0 0,1-2 0,1 0 0,0-1 0,0-1 0,0-1 0,1 0 0,0-1 0,0-2 0,1 1 0,-1-2 0,0-1 0,1 0 0,10-2-24,2-1-555,-1-2 0,0-1 0,0-1 0,0-2 0,-1 0-1,0-3 1,0 0 0,14-9 555,36-24-6360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42.4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100 18 10402,'0'0'2174,"0"0"-288,29-4 474,92-9-294,-115 12-1942,-1 1-1,1 0 1,0 1-1,0-1 0,0 1 1,-1 0-1,1 1 1,-1-1-1,1 1 1,-1 0-1,1 1 1,-1-1-1,0 1 1,0 0-1,0 0 1,-1 1-1,1-1 1,-1 1-1,0 0 1,0 0-1,0 1 1,0-1-1,-1 1 1,0 0-1,0 0 1,0 0-1,0 0 1,1 5-124,2 5 239,-1 1 0,-1 1 0,-1-1 0,0 0 0,-1 1 0,0 0 0,-2-1 1,0 9-240,-2-8 119,0-1 0,-1 0 0,-1 0 0,-1-1 0,0 1 0,-1-1 0,0 0 0,-1 0 0,-1-1 0,0 0 0,-1 0 0,-1-1 0,0 0 0,-5 3-119,-3 5 39,-1-2 0,-1 0 0,-1-1 0,0-1 0,-2-1 0,1-1-1,-2-1 1,-6 2-39,22-12-10,0-1 0,0 0 0,-1 0 1,1-1-1,0 0 0,-1 0 0,0-1 0,1 0 0,-6-1 10,14 0-16,-1 0 1,0 0-1,0 1 1,0-1-1,0 0 0,0-1 1,0 1-1,0 0 1,1 0-1,-1 0 1,0 0-1,0-1 0,0 1 1,0 0-1,0-1 1,1 1-1,-1-1 1,0 1-1,0-1 0,1 1 1,-1-1-1,0 0 1,1 1-1,-1-1 1,1 0-1,-1 1 0,1-1 1,-1 0-1,1 0 1,-1 1-1,1-2 16,1-34-598,-1 35 577,3-16-430,1-1 0,1 1 0,0 1 0,1-1 0,1 1 0,1 0 0,0 0 0,1 1 0,3-3 451,46-60-5567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42.8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149 0 16035,'0'0'2889,"0"0"-1641,0 0 265,0 0-913,-142 212-48,135-123 40,7 6 48,0 0 136,17-5-240,19-16-232,14-18-207,6-14-97,10-21-57,3-18-255,31-15-872,-14-27-2777,-17-8-4080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43.1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0 694 17860,'0'0'2360,"0"0"-1047,0 0 175,0 0-768,0 0-400,176-48-184,-110 25-72,3-7-64,24-12-536,-17 3-1880,-10 4-3986</inkml:trace>
  <inkml:trace contextRef="#ctx0" brushRef="#br0" timeOffset="1">980 1 19724,'0'0'2729,"0"0"-705,0 0-727,0 0-857,0 0 0,10 160 88,-7-70-48,-3 5-176,0-3-176,0-9-128,0-14 0,10-10-368,3-17-536,7-15-913,0-12-2680,-7-12-6113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43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168 61 14659,'0'0'2138,"0"0"-667,0 0-167,-26 40-416,-12 19-434,3 1 1,1 3-455,27-46 134,1-1 1,1 1 0,1-1 0,0 1 0,1 1 0,0-1 0,2 0 0,0 1-1,1-1 1,1 0 0,0 1 0,2 3-135,0 11 219,-2-16-111,1 1-1,0-1 0,2 0 0,0 1 1,1-2-1,0 1 0,1 0 0,2 1-107,-4-9 41,1 1-1,0-1 0,1-1 0,-1 1 1,2-1-1,-1 0 0,1 0 0,0-1 1,0 1-1,0-2 0,1 1 0,0-1 1,0 0-1,7 2-40,-3-2 35,0 0 1,-1-2-1,1 1 0,1-1 1,-1-1-1,0 0 1,1-1-1,-1 0 0,1-1 1,-1-1-1,0 0 0,1 0 1,0-1-36,4-2 31,0-1 0,0 0 0,-1-1 0,0-1 1,0 0-1,-1-1 0,1-1 0,-2-1 0,2-1-31,3-4 46,1-1 0,-2 0 0,0-2-1,-1 0 1,-1-1 0,-1-1-1,-1 0 1,0-1 0,-2-1 0,0 0-1,-1-1 1,-2 0 0,1-5-46,-5 12 62,0 0 1,-2-1-1,0 1 1,-1-1 0,0 0-1,-2 0 1,0 1-1,-1-1 1,0 0-1,-2 0 1,0 1-1,0-1 1,-3-3-63,1 8 60,0-1 1,-1 0-1,0 1 1,-1 0-1,0 1 1,-1 0-1,-1 0 1,0 0-1,0 1 1,-1 1-1,0-1 0,0 2 1,-1-1-1,0 2 1,-1-1-1,-3 0-60,2 1-21,0 0 1,-1 1-1,0 1 0,0 0 0,0 1 0,0 1 1,-1 0-1,0 1 0,1 0 0,-1 1 0,0 1 1,-8 1 20,10 0-445,1 1 0,-1 0 0,1 1 0,0 1 1,-1 0-1,2 0 0,-1 1 0,0 1 0,-3 2 445,-50 36-8079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47.0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12275,'0'0'3708,"0"0"-1398,0 0-419,0 0-270,30 26-465,-2-2-924,-2-4-21,-1 1 1,-2 1 0,0 2-1,-1 0 1,-2 1 0,0 1 0,4 11-212,32 64 469,-5 3 1,2 19-470,-9-20 272,5-2 0,22 29-272,-67-122-124,1-1 1,1 1-1,-1-1 0,1 0 1,1 0-1,-1 0 1,7 4 123,-11-10-51,-1 0 0,1 0 0,0 0 0,-1 0 0,1 0 0,0 0 0,0 0 0,0-1 0,0 1 0,0-1 0,0 0 0,0 1 0,0-1 0,0 0 1,0 0-1,0 0 0,0 0 0,0-1 0,0 1 0,0 0 0,0-1 0,0 0 0,-1 1 0,1-1 0,0 0 0,0 0 0,0 0 0,-1 0 0,1 0 0,0 0 0,-1 0 0,1-1 0,-1 1 1,0-1-1,1 1 0,-1-1 0,0 0 51,28-45-2945,-8-11-2403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47.4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739 0 16179,'0'0'2529,"0"0"-1257,-189 247 865,93-116-849,-10 9-664,17-21-376,-4-3-152,21-24-96,19-29-384,26-45-920,17-18-3057,7-3-6809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47.7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467 0 10242,'0'0'5883,"0"0"-3305,0 0-1366,-29 30-224,9-10-823,-46 49 368,3 3 0,2 5-533,24-29 197,4-8 20,2 2-1,1 2 1,3 0 0,-20 45-217,27-27 205,20-59-196,-1-1 1,0 1 0,1 0 0,0-1 0,-1 1 0,1 0 0,0-1 0,0 1-1,1 0 1,-1-1 0,1 1 0,-1 0 0,1-1 0,0 1 0,0-1-1,0 1 1,0-1 0,0 1 0,0-1 0,1 0 0,-1 0 0,2 1-10,2 1 28,2 0 0,-1-1 1,0 0-1,1 0 0,-1 0 0,1-1 1,0 0-1,0 0 0,0-1 0,0 0 1,7 0-29,89 1 306,-65-3-239,5 1-124,70 2-482,-40 12-2670,-31 3-2535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48.0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791 28 16596,'0'0'4240,"0"0"-2887,0 0 199,0 0-944,-211-24-392,131 21-168,-6 3-48,0 0-248,4 12-544,6 12-376,3-7-1505,16-2-1768,18-12-6313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48.4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220 55 11146,'0'0'2305,"0"0"-478,0 0-15,-26 32-193,-8 9-1105,2 2 1,-7 14-515,34-47 69,0 0 0,1 0 0,0 0 1,1 1-1,0-1 0,0 1 0,1 0 1,1-1-1,-1 1 0,2 0 0,0 0 1,0 0-1,1 0 0,1 5-69,0 15 155,-2-19-106,1-1 0,1 1-1,-1-1 1,2 1 0,0-1 0,0 1 0,1-1 0,5 10-49,-6-15 11,1 0 0,0 0 1,0-1-1,0 1 0,0-1 0,1 0 1,0 0-1,0-1 0,0 1 0,1-1 1,-1 0-1,1-1 0,0 1 1,0-1-1,7 2-11,-2-1 18,0 0 0,0-1 0,1-1 0,-1 0 0,1-1 0,0 0 0,-1 0 0,1-1 0,0-1 0,-1 0 0,1-1 0,0 0 0,-1 0 0,0-2 0,0 1 0,0-1 0,0-1-1,0 0 1,-1 0 0,0-1 0,0-1 0,0 0 0,-1 0 0,0 0 0,-1-1 0,1-1 0,-1 1 0,-1-1 0,0-1 0,0 1 0,-1-1 0,0-1 0,-1 1 0,0-1 0,-1 0 0,0 0 0,0 0 0,-1 0 0,-1-1 0,0 1 0,-1-1 0,0 0 0,0 1 0,-1-1 0,-1 0 0,0 1 0,-1-1 0,0-1-18,-2-1 18,-1 1 1,-1-1 0,0 1 0,-1 0-1,0 0 1,-1 1 0,0 0-1,-1 0 1,-1 1 0,0 0 0,0 1-1,-1 0 1,0 0 0,-1 2-1,-9-7-18,-4-1 144,0 1 0,-1 0-1,-1 3 1,0 0-1,-1 1 1,0 2-1,-9-1-143,13 5 79,1 2-1,-1 0 0,0 2 1,-9 0-79,32 1-11,0 0 0,0 0 0,-1 0 0,1 0 0,0 0 0,0 0 1,-1 0-1,1 0 0,0 0 0,0 1 0,-1-1 0,1 0 0,0 1 0,0-1 1,0 1-1,0 0 0,-1-1 0,1 1 0,0 0 0,0 0 0,0-1 0,1 1 0,-1 0 1,0 0-1,0 0 0,0 0 0,1 0 0,-1 0 0,0 0 0,1 1 0,-1-1 1,1 0-1,-1 0 0,1 0 0,0 1 0,0-1 0,-1 0 0,1 0 0,0 1 0,0-1 1,0 0-1,0 0 0,0 1 0,1-1 0,-1 0 0,0 0 0,1 1 0,-1-1 11,2 6-331,0-1-1,0 1 0,1-1 1,0 0-1,0 0 0,1 0 1,0 0-1,0-1 0,1 2 332,42 41-5397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48.7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381 1 17940,'0'0'2254,"0"0"-1338,0 0 16,-16 28 166,6-10-949,-21 38 295,-3-1 0,-31 38-444,12-29 245,16-19 2,1 2 1,-1 6-248,29-40 54,-1 1 1,2 0-1,0 1 1,1-1 0,0 1-1,1 1 1,1-1-1,0 1 1,0 13-55,3-25 14,1 0 1,-1 0-1,1 0 0,0-1 0,1 1 0,-1 0 1,1 0-1,-1 0 0,1-1 0,0 1 1,1 0-1,-1-1 0,1 1 0,-1-1 0,1 0 1,0 1-1,0-1 0,1 0 0,-1 0-14,3 1 19,-1 0-1,1-1 0,-1 0 1,1 0-1,0-1 1,0 1-1,0-1 0,0 0 1,1 0-1,-1-1 0,0 0 1,6 1-19,37 4 98,0-2 1,0-2-1,0-2 1,3-2-99,42 0 9,-24 1-368,23 0-1558,-29 5-3664,-6 5-7463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49.1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67 654 7258,'0'0'7120,"-2"-32"-3974,-21-226 869,-9-78-851,26 308-2325,3 62-559,4-4-185,1-1 0,2 1 1,1 0-1,2-1 1,0 0-1,4 7-95,22 53 195,17 27-195,-25-62-4,-1 2 0,-4 0 0,-2 1 1,7 41 3,-22-73-145,-1 0 0,-1-1 0,-1 2 145,0-24-24,0 1-21,0 0 0,-1-1 0,1 1 1,-1-1-1,0 1 0,1-1 0,-1 1 0,0-1 0,-1 1 1,1-1-1,0 1 0,-1-1 0,1 0 0,-1 0 0,0 0 0,1 0 1,-1 0-1,0 0 0,0-1 0,-1 1 0,1-1 0,0 1 1,-2 0 44,-9 5-178,0-1 0,-1 0 0,0-1 1,-3 0 177,-43 20-38,56-23 49,0-1 1,1 2-1,-1-1 1,1 0-1,-1 1 1,1-1-1,0 1 0,0 0 1,0 0-1,0 0 1,1 1-1,-1-1 1,1 1-1,0-1 1,0 1-1,0 0 1,1-1-1,-1 1 1,1 0-1,0 0 1,-1 2-12,3-5 10,-1 1-1,1-1 1,0 0 0,-1 0-1,1 0 1,0 0 0,0 0-1,-1 0 1,1 0 0,0 0-1,0 0 1,0 0 0,0 0-1,0 0 1,0-1 0,1 1-1,-1 0 1,0-1 0,0 1 0,0-1-1,1 0 1,-1 1 0,0-1-1,1 0 1,-1 0 0,0 1-1,0-1 1,1 0 0,-1-1-1,1 1-9,53 2 283,-43-2-191,35 0 16,0-2-1,0-3 1,0-1-1,0-2 1,-1-2 0,-1-2-1,0-3 1,15-7-108,2-5-4427,-49 20-3669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54.8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758 0 14227,'0'0'3921,"0"0"-1897,0 0-487,0 0 55,-119 155-144,53-60-415,-10 6-457,-3 0-272,-1-5-144,7-7-80,1-9-8,6-11-72,9-10-48,14-14-352,23-33-745,14-9-2687,6-3-3602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55.1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3577,'0'0'15723,"0"0"-13522,0 0-1113,0 0 368,0 0-544,159 187-528,-116-118-160,-3-4-208,-7-5-16,-7-1-576,-6 10-1200,-10-16-2873,-10-8-4025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55.5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384 0 13987,'0'0'3649,"0"0"-2046,-20 28-318,-145 197 412,-18 14-1089,181-237-595,0 1 1,0 0-1,1 0 0,-1 0 0,1 0 1,0 0-1,-1 0 0,1 0 1,1 0-1,-1 1-13,1-3 21,0 0 1,0 0-1,0 0 1,0 0-1,0 0 1,0 0-1,0 0 1,0 0-1,1 0 1,-1 0-1,0 0 1,1 0-1,-1 0 1,0 0-1,1-1 1,0 1-1,-1 0 1,1 0-1,-1 0 0,1-1 1,0 2-22,4 1 79,0-1-1,0 1 1,0-1 0,0 0-1,0 0 1,0-1 0,1 1-1,-1-1 1,1 0 0,0-1-79,36 7 230,1-3 0,27-1-230,-6-1-49,-54-1-103,0 0 0,1 1 1,-1 0-1,0 1 0,0 0 1,0 0-1,-1 1 1,1 1 151,44 27-4174,-22-5-3672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55.8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1826 385 16307,'0'0'2753,"0"0"-1625,-175 0 1,89 0-713,-3 0-272,-1 0-144,8 0-360,-18 3-449,24 2-1807,13-2-3898</inkml:trace>
  <inkml:trace contextRef="#ctx0" brushRef="#br0" timeOffset="1">0 1 15835,'0'0'2577,"0"0"-817,0 0-335,0 0-561,0 0 32,63 235-384,-30-143-280,0-9-104,0-8-112,-3-16-16,3-8-304,20-7-736,-6-8-1673,-4-15-3000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56.6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668 0 12683,'0'0'4243,"0"0"-1513,0 0-595,0 0-668,0 0-541,-41 29-369,4-4-444,-36 25 205,2 3-1,-52 52-317,65-51 131,15-17-91,1 2 0,2 2 0,2 1 0,-31 47-40,64-81 0,1 0-1,0 0 0,0 0 1,1 1-1,0 0 0,1-1 1,-1 1-1,2 0 0,-1 0 1,1 1 0,1-6-1,0 0 1,-1 0 0,2 0-1,-1 0 1,0 0 0,1 0-1,0 0 1,-1 0-1,2 0 1,-1 0 0,0 0-1,1-1 1,0 1 0,0 0-1,0-1 1,0 1-1,0-1 1,1 0 0,0 0-1,-1 0 1,1 0 0,0 0 0,8 4-12,-1-1 0,1 0 0,-1 0 0,2-1 0,-1-1 0,0 0 0,1 0 0,0-1 0,0-1 0,0 0 0,3 0 12,27 1-122,1-2 1,25-3 121,0 1-88,-20 0-1148,-1-2 0,8-4 1236,42-11-6066,-29-1-2849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56.9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81 12219,'0'0'2976,"0"0"-1215,0 0 855,0 0-1312,0 0-351,0 0-305,0 0-432,232-33-216,-150 24-88,44-6-840,-23 6-1545,-8-6-3368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2:57.4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94 12163,'0'0'1616,"0"0"-34,0 0 306,0 0-546,0 0-414,35-16-271,115-45-217,-142 58-412,-1 0-1,1 0 0,-1 1 1,1 0-1,0 1 0,0 0 0,0 0 1,0 0-1,0 1 0,0 0 1,0 1-1,0 0 0,0 0 1,0 1-1,-1 0 0,1 0-27,-4 0 16,-1 0 0,0 0 0,1 1-1,-1-1 1,-1 1 0,1-1 0,0 1 0,0 0 0,-1 0-1,0 0 1,0 1 0,0-1 0,0 0 0,0 1-1,0-1 1,-1 1 0,0 0 0,0 0 0,0-1 0,0 1-1,0 0 1,-1 0 0,0 0 0,0 0 0,0 1-16,1 12 36,0-1 0,-2 1 0,0-1 1,-1 1-1,0-1 0,-1 0 1,-1 0-1,-1 0 0,0 0 0,-2 2-36,-19 38 65,-52 126 19,66-150-81,1 1 0,2 0 1,2 1-1,-3 21-3,10-53 19,0 0 1,0 1-1,1-1 1,-1 0-1,0 1 1,1-1-1,0 0 1,-1 0-1,1 1 1,0-1-1,0 0 1,0 0-1,0 0 1,0 0-1,1 0 1,-1 0-1,1-1 1,-1 1-1,1 0 1,0-1-1,-1 1 1,1-1-1,0 0 1,0 1-1,0-1 1,0 0-1,0 0 1,1 0-1,-1 0 1,0-1-1,0 1 1,1-1-1,-1 1 1,0-1-1,0 0 1,2 0-20,15 3 255,0-1 1,0-1-1,1-1 0,6-1-255,-2 0 210,35 1-420,0-3 0,36-7 210,-24 8-3927,-47 2-1477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3:00.6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505 1 12707,'0'0'2455,"0"0"-733,-40 6 467,-134 26-296,157-28-1730,0 0-1,0 2 1,1 0 0,0 0-1,0 2 1,1-1 0,0 2-1,0 0 1,1 1 0,0 1 0,1 0-1,0 1 1,0 0 0,2 1-1,-2 2-162,6-7 39,1 1-1,0 0 0,0 0 1,1 0-1,0 1 1,1 0-1,0 0 0,1 0 1,-2 6-39,4-12 5,0 0 1,0 0 0,0 0-1,1 0 1,0 1 0,0-1-1,0 0 1,0 0 0,0 0-1,1 0 1,0 0 0,0 0-1,0 0 1,0 0 0,1 0-1,0 0 1,-1-1-1,1 1 1,1 0 0,-1-1-1,0 0 1,1 1 0,0-1-1,-1 0 1,4 1-6,1 2 5,1-1 0,0-1 0,0 0 0,1 0 0,-1 0 0,1-1 0,0-1 0,0 1 0,0-2 0,0 1 0,5-1-5,23 2-41,0-2 1,13-2 40,-4 0-121,-17 0-28,-86 61 570,45-47-379,1 1 0,1 0 0,0 0 0,1 2 0,1-1 0,0 1 0,1 0 0,1 0 0,0 1 0,-1 9-42,1 1 15,2 1 0,1-1-1,1 1 1,1-1 0,1 1 0,3 11-15,-3-33 7,1 0 1,0 0-1,0-1 1,0 1-1,1 0 1,0 0-1,0-1 1,0 1 0,1-1-1,-1 1 1,2-1-1,-1 0 1,0 0-1,1 0 1,0-1 0,0 1-1,0-1 1,1 0-1,-1 0 1,1-1-1,2 2-7,0-2-4,0 0-1,0 0 1,0 0-1,1-1 1,-1 0-1,1 0 0,-1-1 1,1 0-1,0 0 1,-1-1-1,1 0 1,0-1-1,0 1 1,-1-1-1,1-1 0,0 0 1,5-1 4,19-9-720,-1-2 0,0 0 0,-1-2 0,0-2 0,8-7 720,46-32-5389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3:01.0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 1 18460,'0'0'2567,"0"0"-1315,0 0-181,-16 37-412,-16 40-380,1 8-279,28-78 13,1 0 1,0 1-1,1-1 1,-1 1-1,1 0 1,1 0-1,0-1 1,0 1-1,0 0 1,1-1-1,0 1 1,1 0-1,-1-1 1,1 1-1,1-1 1,0 0-1,2 6-13,1-4 6,1 1-1,0-1 1,0 0-1,0-1 1,1 1-1,1-2 1,-1 1-1,1-1 1,4 2-6,-1-2 0,0 1 0,0-2 0,1 0 1,0-1-1,0 0 0,1 0 0,-1-2 1,1 0-1,0 0 0,0-1 0,0-1 1,0 0-1,0-1 0,0-1 0,0 0 1,0-1-1,6-1 0,0-1-49,-1-1 0,1 0-1,-1-2 1,0 0 0,-1-1 0,0-1 0,0 0 0,-1-2 0,0 0 0,-1 0-1,12-12 50,-22 16-3,1 1-1,-1-1 0,0 0 1,-1-1-1,0 1 1,0-1-1,-1 0 0,0 0 1,0-1-1,-1 1 0,0-1 1,1-3 3,-3 7 24,0 0 1,0 0 0,-1-1 0,0 1-1,1 0 1,-2 0 0,1 0 0,0-1 0,-1 1-1,0 0 1,-1 0 0,1 0 0,-1 0 0,0 0-1,0 0 1,0 1 0,-1-1 0,1 1 0,-1-1-1,0 1 1,-1 0 0,0-1-25,-13-10 60,0 1 1,-1 1-1,-1 0 1,0 2-1,-1 0 1,0 1-1,-1 1 1,1 0-1,-2 2 0,1 1 1,-1 0-1,-7 1-60,27 4-38,0 1 0,1-1 0,-1 1 0,0 0 0,1 0-1,-1 0 1,0 0 0,0 0 0,1 0 0,-1 0-1,0 0 1,1 1 0,-1-1 0,0 1 0,1-1 0,-1 1-1,1 0 1,-1-1 0,1 1 0,-1 0 0,1 0 0,-1 0 38,1 1-314,0 0 1,0 1 0,0-1 0,0 0-1,0 1 1,1-1 0,-1 0 0,1 1-1,-1-1 1,1 0 0,0 1 0,0-1 0,0 1-1,1 0 314,-1 30-5957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3:01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245 1 19340,'0'0'2825,"0"0"-1881,0 0 312,-211 169-552,181-74-328,26 10-79,4-4-113,47-12-152,32-24-32,17-20 0,7-27-120,6-18-393,16-12-575,-29-24-1568,-23-2-3610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44.3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7 355 7738,'0'0'2546,"0"0"-375,0 0-462,0 0-711,0 0-513,0 0-258,0 0-30,0 0 97,0 0 153,0 0 309,0-45 4235,-7 193-4649,7-147-315,0-1 83,0 0 68,0-32 318,0 23-443,0-14 65,0 36-111,0 19 76,1-31-82,0-1 0,0 0-1,-1 0 1,1 0 0,0 1-1,0-1 1,-1 0 0,1 0-1,0 0 1,0 0 0,-1 0-1,1-1 1,0 1 0,0 0-1,-1 0 1,1 0 0,0-1 0,0 1-1,-1 0 1,1-1 0,0 1-1,-1 0 1,1-1 0,-1 1-1,1-1 1,0 1 0,-1-1-1,63-47 41,-2-3 0,22-27-41,-58 56-56,141-145-3450,-104 98-3435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45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0 488 8346,'0'0'1409,"0"0"477,0 0-247,0 0-489,0 0-306,0 0-92,0 17-146,0 39-220,0-13 2371,0-43-2616,3 0-63,5 0-37,0-1 0,0 1 1,0-2-1,0 1 0,0-1 0,0 0 1,0-1-1,0 0 0,4-3-41,64-42 132,-41 24-127,261-178-1113,-40 26-3052,-60 42-3344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00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382 17 13411,'0'0'2339,"0"0"-460,0 0 250,0 0-558,0 0-542,-11-4-237,5 2-736,0-1 0,0 1 0,0 1 0,-1-1 0,1 1 0,-1 0-1,1 1 1,0 0 0,-1 0 0,1 0 0,-1 0 0,1 1 0,-1 0 0,1 1-1,0 0 1,0-1 0,-1 2 0,1-1 0,1 1 0,-2 1-56,-13 8 11,1 2 1,1 1-1,0 0 1,1 1-1,1 1 1,0 0 0,1 1-1,1 1 1,-1 4-12,5-7 3,1 0 1,0 1 0,2-1 0,0 2-1,1-1 1,0 1 0,1 0 0,2 0 0,0 0-1,0 0 1,1 17-4,2-25-2,0 0-1,0 0 0,1-1 1,1 1-1,-1 0 0,1-1 1,2 4 2,-3-9-3,1-1 0,0 0 0,-1 0-1,1 0 1,0-1 0,0 1 0,1 0 0,-1-1 0,1 1 0,-1-1 0,1 0 0,0 0-1,0 0 1,-1 0 0,1 0 0,1 0 0,-1-1 0,0 0 0,0 0 0,1 0 0,-1 0 0,2 0 3,3 1-90,1 0 0,0-1 0,-1 0 0,1 0 0,0-1 0,0 0 0,-1-1 0,1 0 0,0 0 0,-1-1 0,1 0 0,-1-1 0,1 0 0,6-3 90,4-4-1002,1-2 0,-2 0 0,0-1 0,0-1 0,3-4 1002,29-26-5454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00.7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11082,'0'0'2225,"0"0"-1073,0 0 1337,175 277-433,-135-54-728,-20 21-351,-20-15-273,0-59-296,-20-57-240,-33 18-168,7-39-1384,-7-8-7266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11.1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 1 16716,'0'0'2360,"0"0"-1288,-6 312 1417,-7-71-721,-1 18-480,1-42-495,6-59-281,7-69-120,0-14-160,0-1-88,0-3-136,0-5-8,0-27 0,4-19-360,-4-20-272,0-44-288,-7-25-1697,-16-8-4176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11.4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0 310 17516,'0'0'2704,"0"0"-1063,0 0-233,0 0-424,242-137-384,-153 105-384,0 2-136,-6 3-80,0 0-216,-7 4-664,0 5-1216,-17 3-2961,-29 15-4041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11.8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0 289 1872,'0'0'13171,"0"0"-11034,0 0 911,0 0-1535,0 0-465,0 0-392,0 0-304,162 105-176,-92-120-64,3-3-112,39-18-608,-19 6-2145,-14 1-6665</inkml:trace>
  <inkml:trace contextRef="#ctx0" brushRef="#br0" timeOffset="1">1370 1 17204,'0'0'3977,"0"0"-3305,0 0 1336,-99 208-512,56-89-479,-4 15-289,4 3-208,7-6-224,9-18-128,14-18-96,10-18-72,3-20-8,0-15-168,33-16-472,20-17-528,56-18-1113,-10-29-3416,-9-10-7434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12.1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17004,'0'0'2472,"0"0"-535,0 0 487,0 0-912,208 157-495,-128-73-153,-1-1-208,-10-9-296,-12-8-200,-11-16-104,-16-14-56,-7-15-184,-10-15-496,-10-6-600,1-21-1241,-4-9-5617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12.5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632 1 680,'0'0'16764,"0"0"-13019,0 0-2313,0 0-32,0 0-312,-172 235-183,96-119-129,-10 3-200,0-3-240,4-15-216,19-20-120,16-22-144,28-26-408,19-24-440,29-18-665,28-33-2736,-1-8-6353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12.8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1 13811,'0'0'2208,"0"0"769,0 0 856,103 312-2233,-100-92-304,-3-8-135,-7-37-233,-19-59-328,9-50-336,-3 2-168,-3-8-96,3-4-144,4-23-760,-1-33-648,4-3-3497,6-33-12771</inkml:trace>
  <inkml:trace contextRef="#ctx0" brushRef="#br0" timeOffset="1">930 367 14739,'0'0'2857,"0"0"-369,0 0-1095,0 0-377,208 3-432,-151-3-408,-8 0-176,-12 0-936,-11 0-3441,-23 9-10258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13.1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0 102 8410,'0'0'10770,"0"0"-9146,0 0 73,0 0-321,176 21-304,-70-54-592,3-3-296,-13 6-184,3 15-376,-26 7-1608,-24 8-5322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16.3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582 75 8530,'0'0'3106,"0"0"-376,0 0 637,0 0-828,0 0-841,-18-12-490,-54-36-353,69 47-766,1-1 1,0 0-1,-1 1 0,1-1 0,-1 1 1,1 0-1,-1 0 0,0 0 0,1 0 1,-1 1-1,0-1 0,0 1 0,0-1 1,1 1-1,-1 0 0,0 0 0,0 0 0,0 1 1,0-1-1,0 1-89,-10 0 236,6-1-199,0 0 1,0 0-1,0 1 1,-1-1-1,1 1 1,0 1-1,0 0 1,0 0 0,1 0-1,-1 0 1,0 1-1,1 1 1,0-1-1,0 1 1,0 0-1,0 0 1,0 0 0,1 1-1,0 0 1,0 0-1,0 1 1,1-1-1,-1 1 1,1 0-1,1 0-37,-6 9 22,1 0-1,1 0 0,0 0 0,1 1 0,1 0 0,1 0 0,0 1 0,1-1 0,0 1 0,2 0 1,0 0-1,1-1 0,0 1 0,4 16-21,5 32 23,3-1 1,3 0-1,8 15-23,-15-48 25,136 517 771,2 150-796,-127-583 254,-6 0-1,-5 2 1,-5-1-1,-9 71-253,4-170 52,0 0-1,-2 0 1,0 0 0,-1 0 0,-1-1 0,0 1-1,-1-1 1,-1-1 0,-1 0 0,-5 7-52,9-13 38,-1-1 0,0 0 1,0 0-1,-1-1 0,0 1 0,0-2 1,-1 1-1,1-1 0,-2 0 1,1-1-1,-1 0 0,1 0 0,-1-1 1,-1 0-1,1 0 0,-1-1 1,1 0-1,-5 0-38,1-2 26,0-1 0,0-1 1,0 1-1,0-2 0,0 0 1,0-1-1,1 0 0,-1 0 1,1-2-1,0 1 0,0-2 1,0 0-1,1 0 0,0-1 1,0 0-1,0-1 0,-4-4-26,-2-3-143,0-1-1,1 0 0,1-2 0,0 1 0,1-2 0,1 0 1,1 0-1,1-1 0,-6-14 144,15 28-160,-1 0 0,1 1 0,0-1 0,1-1 0,-1 1 0,1 0 0,0 0 0,1 0 0,0-1 0,0-4 160,0 7-217,1 0 0,0 1-1,0-1 1,0 0 0,0 1 0,1-1-1,-1 1 1,1-1 0,0 1 0,0 0-1,0 0 1,1 0 0,-1 0 0,1 0-1,-1 0 1,4-1 217,30-22-5465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20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0 110 4761,'0'0'12595,"0"0"-10275,0 0-383,0 0-993,0 0-400,0 0 72,133 0-208,-71 0-200,1 0-104,3 0-104,7-9-200,40-26-1880,-17 2-3337,-17 0-10123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21.0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102 10 18172,'0'0'2283,"0"0"-1060,0 0 232,-17 33-566,-52 108-476,67-136-400,-1 0 0,1 0 1,0 1-1,0-1 1,1 1-1,0-1 1,0 1-1,0 0 1,1-1-1,-1 1 0,1 0 1,1-1-1,-1 1 1,1 0-1,0-1 1,0 1-1,1-1 1,-1 1-1,1-1 0,1 0 1,-1 0-1,1 1 1,0-2-1,0 1 1,0 0-1,0-1 1,1 1-1,0-1 0,0 0 1,4 3-14,2 0 6,0-1 0,0 0 0,1 0 0,0-1 0,0 0 0,1-1 0,0 0 0,-1-1 0,1-1 0,0 1 0,12-1-6,-6 0 13,0-1 0,-1-1 1,1-1-1,0-1 0,0 0 0,-1-1 0,1-1 1,-1 0-1,15-7-13,-26 8 16,1 0 1,0 0 0,-1 0-1,0-1 1,0 0-1,0-1 1,0 1 0,-1-1-1,0 0 1,1-1-1,-2 1 1,1-1-1,-1 0 1,0 0 0,0 0-1,-1-1 1,0 1-1,0-1 1,0 0 0,-1 0-1,0 0 1,0 0-1,-1 0 1,0 0-1,0-4-16,0 4 95,-1 0 0,0 0 0,0-1 0,0 1-1,-1 0 1,0 0 0,-1 0 0,0 0-1,0 0 1,0 0 0,-1 0 0,0 1 0,0-1-1,-3-3-94,-1 1 82,1 1 0,-1 0-1,-1 1 1,0-1 0,0 2-1,0-1 1,-1 1 0,1 0-1,-11-4-81,5 3-2,0 0 0,-1 1 0,1 0-1,-1 1 1,-1 1 0,1 1 0,-1 0 0,1 1 0,-1 0-1,0 1 1,-3 1 2,18 0-28,-1 0 0,1 0-1,0 0 1,-1 0 0,1 0 0,0 0-1,-1 0 1,1 0 0,0 1 0,0-1-1,-1 0 1,1 1 0,0-1 0,0 1-1,-1 0 1,1-1 0,0 1 0,0 0-1,0 0 1,-1 0 28,2 1-257,-1 0 0,1 0 1,-1-1-1,1 1 0,-1 0 0,1 0 0,0 0 1,0 0-1,0 0 0,0 0 0,1 0 1,-1 0-1,0 1 257,3 12-5536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21.4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0 394 15659,'0'0'2310,"0"0"-728,0 0 718,0 0-805,0 0-760,31 22-355,4 3-283,1-2 0,34 16-97,-63-36 6,0 0 0,0-1 0,1 0 0,-1-1 0,1 1 0,0-1 0,-1-1 0,1 0 0,0 0 1,0 0-1,-1-1 0,1 0 0,0 0 0,-1-1 0,0 0 0,1-1 0,-1 1 0,0-1 0,0-1 1,0 1-1,0-1 0,4-4-6,-1 3 0,5-3-11,0-1 0,0-1-1,-1 0 1,-1-1 0,1 0 0,-2-1-1,0 0 1,0-1 0,-1-1 0,8-12 11,-13 16-1,-1 0 1,0 0 0,0 0 0,-1-1-1,0 1 1,-1-1 0,-1 0-1,1 0 1,-2-1 0,1 1 0,-2 0-1,1-1 1,-2 1 0,1 0-1,-2 0 1,1-1 0,-2 0 0,1 5 37,0 0 0,0 0 0,-1 0 0,0 1 0,0-1 0,-1 1 0,1 0 0,-1 0 0,-1 0 0,1 0 0,-1 1 0,0 0 0,0 0 0,-1 0 0,1 1 0,-1 0 0,0 0 0,0 0 0,-1 0-1,1 1 1,-1 0 0,0 1 0,0 0 0,-6-2-37,-6-1-342,0 1 0,-1 1 0,-17-1 342,-55 1-4523,35 3-2988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22.3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0 6729,'0'0'2473,"0"0"-985,0 0-712,0 0-511,0 0-265,-129 164-1001,112-128-1255,7-13 319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22.7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137 1 11466,'0'0'1561,"0"0"-1489,0 0-72,-100 211-736,80-116-1641,4-3-912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23.0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3633,'0'0'2024,"0"0"-1400,0 0-512,0 0-112,0 0-656,0 0-4505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24.8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32 258 4121,'0'0'5288,"0"0"-3181,0 0-1163,0 0-22,0 0-20,0 0-327,-4-1-195,2 1-230,1 0 0,0 0 1,0-1-1,-1 1 0,1 0 0,0-1 0,0 1 0,0-1 0,0 0 0,0 1 0,0-1 0,0 0 1,0 0-1,0 1 0,0-1 0,0 0 0,0 0 0,0 0 0,1 0 0,-1 0 0,0 0 0,1-1 1,-1 1-151,0-1 120,0-1 1,1 1 0,-1-1 0,1 1 0,0-1 0,0 1 0,0 0-1,0-1 1,0 1 0,0-1 0,0 1 0,1-1 0,-1 1 0,1 0-1,1-2-120,5-12 9,2 2-1,0-1 1,1 1 0,1 0-1,0 1 1,0 0-1,1 1 1,4-2-9,16-19 53,-31 32-62,36-32 383,-36 32-353,1 0 0,-1 0 0,1 0 1,0 1-1,-1-1 0,1 0 0,0 1 1,-1-1-1,1 1 0,0 0 1,-1 0-1,1-1 0,0 1 0,0 0 1,0 1-1,-1-1 0,1 0 0,0 0 1,-1 1-1,1-1 0,0 1 0,-1-1 1,1 1-1,0 0 0,-1 0 0,1-1 1,0 2-22,16 14 51,-2-1 0,0 2-1,-1 0 1,9 15-51,12 11 13,8 13 17,-32-38 55,0-1 0,2-1 0,0 0 0,0-1 0,2-1-1,0 0 1,0-1 0,11 6-85,-22-17 53,0-1-1,0 1 0,0 0 1,0-1-1,0 0 1,0-1-1,0 1 1,4-1-53,34 8-772,-30-9-5463,-9-6 694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25.4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351 0 728,'0'0'8418,"0"0"-4891,0 0-1936,0 0-288,0 0-116,0 0 48,-9 8 53,2-2-1025,0 0 0,1 1 0,-1-1 0,1 2 0,1-1 0,-1 1 0,1-1 0,1 1 0,-1 1 0,1-1 0,-1 6-263,-8 24 550,-14 51 167,-3-2-1,-5-2 1,-3-1 0,-13 16-717,31-64 324,14-23-163,-1 0 1,0 0-1,-1-1 0,-1-1 1,0 1-1,-5 4-161,14-16 232,0 0-8,0 0 12,0 0-68,0 0-38,0 0-38,0 0-7,0 0-22,0 0 5,0 0-36,0 0 18,0 0-24,0 0 8,0 0-36,0 0-113,0 0-196,0 0-237,5 21-8307,-4-6-1591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37.3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292 187 10778,'0'0'1915,"0"0"-422,0 0-34,0 0-384,0 0-227,-2-14-128,-6-44 295,5 51-791,1 1 0,-1-1 1,0 1-1,0 0 0,0 0 0,-1 0 1,0 1-1,0-1 0,-1 1 1,1 0-1,-1 0 0,0 1 0,-1-1 1,1 1-1,-1 0 0,0 0 1,0 1-1,0 0 0,0 0 0,0 0 1,-1 1-1,1 0 0,-1 0-224,3 1 24,0 0 0,0 0-1,0 0 1,0 0 0,0 1-1,0-1 1,0 1 0,0 0-1,0 1-23,2-1 2,1 0 1,-1 0-1,1 1 0,0-1 0,-1 1 0,1-1 0,0 1 0,-1-1 1,1 1-1,0 0 0,0 0 0,0 0 0,0 0 0,0 0 0,0 0 1,0 0-1,-1 1-2,-1 4-7,0 0 1,1 1 0,-1-1-1,2 1 1,-1-1-1,1 1 1,0 0 0,0-1-1,0 5 7,-12 173 381,11 182-381,4-179 402,-2-149-330,-1 64 136,4-1-1,5 0 1,12 54-208,-15-123-140,-1 0 1,-1 0-1,-2 17 140,-7-49-941,-3-4 24,0 0 0,1-1 0,0 0 1,-1 0-1,2-1 0,-1 0 0,-4-5 917,-28-25-6430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37.7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1 304 14387,'0'0'4681,"0"0"-2721,0 0-511,0 0-473,0 0-472,0 0-312,178-107-192,-75 35-344,-14 10-1512,-10-1-3049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38.0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84 10282,'0'0'6538,"0"0"-5018,0 0-56,0 0-680,0 0 89,-43 217-137,43-104 64,0 6 112,0-9-272,0-11-352,13-16-152,17-24-80,9-14-56,11-27-152,43-21-1216,-14-33-2817,-6-17-6153</inkml:trace>
  <inkml:trace contextRef="#ctx0" brushRef="#br0" timeOffset="1">689 1 15187,'0'0'2059,"-6"26"-444,-12 69 881,5 2-1,1 33-2495,10-86 512,2-1 0,1 1 0,3-1 0,6 30-512,-7-58 37,1 0 0,1-1 1,0 1-1,1-1 0,1 0 0,0-1 1,0 1-1,2-1 0,-1-1 1,2 0-1,0 0 0,0-1 0,1 0 1,0-1-1,1 1-37,-2-3-71,0-1 1,0 0-1,1 0 0,0-1 1,0 0-1,1 0 0,0-2 1,0 1-1,0-2 0,0 1 0,0-2 1,1 0-1,-1 0 0,12-1 71,-21 0-104,-1-2-1,0 1 0,1 0 0,-1 0 1,1-1-1,-1 1 0,0-1 0,0 0 1,1 0-1,-1 0 0,0 0 0,0 0 0,0 0 1,0 0-1,0-1 0,0 1 0,0-1 1,0 1-1,-1-1 0,1 0 0,-1 0 1,1 0-1,-1 0 0,0 0 105,3-4-736,-1-1 1,0 0-1,-1 0 0,0 0 1,0 0-1,0 0 0,-1-4 736,4-36-7555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38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1 239 14755,'0'0'3753,"0"0"-1072,0 0-737,0 0-1256,0 0-368,0 0-320,185-84-32,-89 28-728,-14 5-1256,-15 4-3130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38.7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16291,'0'0'2156,"0"0"-1035,0 0-193,0 0 101,0 0-4,35 36-233,31 33-125,13 23-667,-68-78 121,0 2 0,-1-1 0,-1 1 0,0 1 0,-1 0 0,-1 0 0,-1 1 0,0-1 0,-1 1 0,-1 0 0,0 9-121,2 0 183,8 57 138,-3 0-1,-3 1 1,-5 0 0,-5 49-321,-3-102 283,2-21-1120,4-14-3422,7-23-938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39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590 566 13179,'0'0'2942,"0"0"-712,0 0-339,0 0-359,-37-24-633,-120-72-471,150 92-411,0 0-1,-1 0 1,1 1 0,-1 0-1,1 0 1,-1 0-1,0 1 1,0 0 0,0 1-1,0 0 1,0 0 0,-1 1-1,1 0 1,-7 1-17,-11 0 30,16 0-10,0 0 0,0 0 0,-1 1 1,1 0-1,0 1 0,1 0 0,-1 0 0,0 1 1,1 1-1,0-1 0,0 1 0,0 1 1,1 0-1,0 0 0,0 1 0,0 0 0,1 0 1,0 1-1,0-1 0,1 2 0,0-1 1,-1 3-22,0 0 55,1 0-1,0 1 0,1 0 0,0 0 0,1 0 0,0 0 0,1 1 0,0 0 0,1-1 0,1 1 0,0 0 0,0 0 0,2 0 0,-1 0 0,2 0 1,-1 0-1,4 10-53,-3-18 5,0 1 1,1-1 0,0 0-1,-1 0 1,1 0 0,1 0 0,-1-1-1,1 1 1,0-1 0,0 0-1,0 0 1,0 0 0,1-1 0,0 0-1,0 0 1,0 0 0,0 0-1,0-1 1,0 1 0,1-1 0,-1-1-1,1 1 1,-1-1 0,2 0-6,10 3-3,1-1 1,-1-2-1,1 1 1,0-2 0,0 0-1,0-1 1,5-2 2,-15 2-24,0-1 0,0 1 0,0-1 1,-1-1-1,1 1 0,-1-2 1,0 1-1,0-1 0,0 0 0,0 0 1,0 0-1,-1-1 0,0 0 1,0-1-1,2-2 24,-1 0-51,-1-1 0,0 0 0,0 0 1,-1-1-1,0 0 0,0 0 0,-1 0 0,-1 0 0,1-1 1,-1-4 50,3-21-137,-1 0 0,-3-1 0,-1 1 1,-1-1-1,-2 1 0,-3-9 137,-9-48 37,-3 0 0,-18-45-37,9 34 1749,26 104-1702,0 0-1,0 0 1,0 0-1,0 0 0,0 0 1,0 0-1,0 0 1,-1 0-1,1 0 1,0 1-1,0-1 0,0 0 1,0 0-1,0 0 1,0 0-1,0 0 1,0 0-1,0 0 0,-1 0 1,1 0-1,0 0 1,0 0-1,0 0 0,0 0 1,0 0-1,0 0 1,0 0-1,0 0 1,-1 0-1,1-1 0,0 1 1,0 0-1,0 0 1,0 0-1,0 0 1,0 0-47,-2 24 299,2 36-308,20 115 1175,35 136-1166,-49-286 3,0 1 0,2-1 0,1 0 0,5 10-3,-11-28-150,0-1 1,1 0-1,-1 0 0,1 0 1,0 0-1,1-1 0,-1 1 1,1-1-1,0 0 0,1-1 1,-1 1-1,1-1 0,0 0 0,0 0 1,0-1-1,0 0 0,1 0 1,2 0 149,38 5-5659,-7-7-5623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39.5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1 14323,'0'0'3497,"0"0"-1231,0 0 17,0 0-895,0 0-880,-10 42-170,3-15-241,-7 30 235,3 0 1,2 1-1,2-1 1,2 26-333,4-27 356,0 20 565,7 71-921,-4-127 28,0 1 0,2-1 0,1 1 0,0-1 0,2-1-1,0 1 1,1-1 0,1 0 0,5 7-28,-11-21-88,0 1 0,1-2 1,0 1-1,0 0 0,0-1 0,0 1 1,1-1-1,-1 0 0,1-1 1,0 1-1,0-1 0,1 0 0,-1 0 1,1-1-1,-1 1 0,1-1 0,0-1 1,0 1-1,0-1 0,0 0 0,0 0 1,0 0-1,0-1 0,0 0 0,0-1 1,0 1-1,0-1 0,0 0 1,0 0-1,0-1 0,0 0 0,-1 0 1,1 0-1,-1-1 0,1 0 0,-1 0 1,0 0-1,0-1 0,0 1 0,-1-1 1,1 0-1,-1-1 0,0 1 1,0-1-1,0 0 0,-1 0 0,2-2 88,30-67-3828,-17 20-1742,-4-4-4969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39.8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0 167 14347,'0'0'2081,"0"0"143,0 0-280,0 0-951,0 0-625,0 0-136,225-50-176,-132 5-56,-17 6-1841,-20 7-4504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52.3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 9482,'0'0'1504,"0"0"-50,0 0 210,0 0-222,0 0-256,-9 13 478,9 476-200,-7-528-4071,7 19-851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54.3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345 212 14715,'0'0'2114,"0"0"-904,0 0 158,0 0-168,0 0-493,0 0-276,21-1-37,-21 1-394,13 0 110,1-1 0,0 1-1,0 1 1,0 1 0,0 0-110,-13-2 20,1 1 0,-1-1 0,0 0 0,0 1 0,0-1 0,0 1 0,0-1 0,-1 1 0,1 0 0,0 0 0,0-1 0,0 1 0,0 0 0,-1 0 0,1 0 1,0 0-1,-1-1 0,1 1 0,-1 0 0,1 0 0,-1 0 0,1 1 0,-1-1 0,0 0 0,1 0 0,-1 0 0,0 0 0,0 0 0,0 0 0,0 0 0,0 0 0,0 1 1,0-1-1,0 0 0,-1 0 0,1 0 0,0 0 0,-1 0 0,1 0 0,0 0 0,-1 0 0,0 0 0,1 0 0,-1 0-20,-27 42 631,14-26-438,-1-1-1,0 0 1,-4 1-193,15-13 28,-1 0 0,1-1 0,-1 1 0,0-1 0,0-1 0,0 1 1,0-1-1,0 1 0,-1-1 0,1-1 0,-1 1 0,1-1 0,-1 0 0,-3 0-28,7-1 9,-1-1 0,1 1 0,0-1 0,0 0 0,0 0 0,0 0 0,0 0 0,0 0 0,0 0 0,1 0 1,-1 0-1,0-1 0,0 1 0,1-1 0,-1 1 0,1-1 0,0 0 0,-1 0 0,1 1 0,0-1 0,0 0 0,0 0 0,0 0 0,0 0 0,1 0 0,-1 0 0,1-1 0,-1 1 0,1 0 0,0 0 0,0-1-9,-3-14 67,1 0 0,0 0 0,2-13-67,0 17 8,-1 6-7,0-9 3,1 0 0,1-1 1,0 1-1,0 0 1,2-1-1,3-8-4,-5 21 0,0 1 1,0-1-1,1 1 0,0-1 0,0 1 0,0 0 1,0 0-1,0-1 0,0 2 0,1-1 1,0 0-1,-1 0 0,1 1 0,0 0 0,0-1 1,1 1-1,-1 0 0,0 1 0,1-1 1,-1 0-1,1 1 0,-1 0 0,1 0 0,0 0 1,0 0-1,-1 1 0,1 0 0,0-1 1,0 1-1,3 1 0,-4-1-3,0 0 1,1 0-1,-1 1 1,1-1-1,-1 1 1,0 0 0,1 0-1,-1 0 1,0 1-1,0-1 1,0 1-1,0-1 1,0 1-1,0 0 1,-1 0-1,1 1 1,-1-1-1,1 0 1,1 3 2,1 2 1,-1-1-1,0 1 1,0-1 0,-1 1 0,0 0 0,0 1 0,-1-1-1,0 0 1,1 3-1,1 11 25,-1 1-1,-1 0 0,-1 0 1,0 0-1,-2 0 1,-1 7-25,-1-14 34,0 1 0,0-1 0,-2 0 0,1 1 0,-2-2 0,-5 10-34,7-16 16,0 1 0,-1-1 1,0 0-1,0-1 0,-1 0 1,0 1-1,0-2 1,0 1-1,-1-1 0,0 0 1,-6 4-17,11-9 14,1 0 0,-1 0 0,1-1 0,0 1 0,-1 0 0,0-1 1,1 1-1,-1-1 0,1 1 0,-1-1 0,0 0 0,1 1 0,-1-1 1,1 0-1,-1 0 0,0 0 0,1 0 0,-1-1 0,0 1 0,1 0 0,-1-1 1,1 1-1,-1-1 0,1 0 0,-1 1 0,1-1 0,-1 0 0,1 0 1,-1 0-1,1 0 0,0 0 0,0 0 0,0 0 0,-1 0 0,1-1 0,0 1 1,0 0-1,1-1 0,-1 1 0,0-1 0,0-1-14,-4-7 21,1 0 0,0-1 0,1 1 0,0-1 0,-1-8-21,3 13-8,-7-40 10,3-1 0,2 0 0,1-1 0,3-6-2,-1 46 3,1-1 1,-1 1-1,1-1 1,1 1-1,0-1 1,0 1-1,0 0 1,1 0-1,0 0 1,1 0-1,1-1-3,-3 5 2,1 1-1,-1 0 1,1 0 0,0 0-1,-1 0 1,1 1 0,1-1 0,-1 1-1,0 0 1,1 0 0,-1 0-1,1 0 1,-1 1 0,1-1-1,0 1 1,0 0 0,0 0-1,-1 0 1,1 0 0,0 1-1,0 0 1,0 0 0,0 0-1,2 0-1,-3 0 1,0 1 0,0-1 0,0 1 0,0-1 0,0 1 0,0 0 0,-1 0-1,1 0 1,0 1 0,0-1 0,-1 1 0,1-1 0,-1 1 0,1 0 0,-1 0-1,0 0 1,1 0 0,-1 0 0,0 2-1,2 1 5,0 1 0,-1 0 0,0 0 1,0 0-1,0 0 0,-1 0 0,0 0 0,-1 1 0,1 1-5,1 9 33,-1 0 0,0 0 1,-2 1-1,0-1 0,-1 0 0,0 0 0,-2 1-33,0-4 38,-1 0 0,0-1 0,-1 1 0,0-1 0,-2-1 0,1 1 0,-1-1 0,-1 0 0,0-1 0,-1 1 0,0-2 0,-1 1 0,0-1 0,0-1 0,-1 0 0,-1 0 0,0-1-38,9-6 8,1 0 0,-1-1 0,0 0 0,0 1 1,0-1-1,0 0 0,0 0 0,0 0 0,0-1 1,0 1-1,0-1 0,0 0 0,0 0 1,0 0-1,0 0 0,0 0 0,0-1 0,0 1 1,0-1-1,0 0 0,0 0 0,-2-1-8,1 0 6,0-1-1,0 0 0,0 0 1,1 0-1,-1-1 0,1 1 1,0-1-1,0 0 0,0 0 1,0 0-1,1 0 1,-1 0-1,0-3-5,-4-11-11,0-1 0,1 1 0,1-1 0,1 0 0,1 0 0,-1-16 11,3 21-5,-1-49-34,2 61 37,0 0 1,1-1-1,-1 1 0,0 0 0,1 0 1,-1 0-1,1-1 0,0 1 0,0 0 0,0 0 1,0 0-1,0 0 0,0 0 0,1 1 1,-1-1-1,1 0 0,-1 0 0,1 1 1,0-1-1,-1 1 0,1 0 0,0-1 1,1 0 1,1 0-5,0 1 1,0-1-1,1 1 1,-1 0-1,0 0 1,0 0-1,0 0 1,1 1-1,-1-1 1,0 1-1,1 0 1,-1 1-1,0-1 0,1 1 1,-1 0-1,0 0 1,0 0-1,1 1 1,-1-1-1,0 1 5,0 1-3,1 0 0,-1 0 0,1 1 0,-1 0 0,0-1 0,0 1 0,-1 1-1,1-1 1,-1 1 0,0-1 0,0 1 0,-1 0 0,1 0 0,0 1 3,1 6 9,0 0 0,0 1 0,-1-1 0,0 1 0,-1-1 0,-1 1 0,0 0 0,0 0 0,-2-1 0,1 1 1,-2 0-1,0 0 0,-1 3-9,0-8 7,-1 0 1,1-1-1,-2 1 1,1-1-1,-1 0 1,0 0-1,0 0 1,-1-1-1,0 1 1,-4 2-8,7-7 5,1 0 0,-1 0 1,1 0-1,-1-1 1,1 1-1,-1-1 1,0 1-1,0-1 1,0 0-1,0 0 1,0-1-1,0 1 1,0 0-1,-2-1-5,3 0 9,0 0-1,0-1 1,0 1-1,0-1 1,0 1-1,0-1 1,0 0-1,0 0 1,0 0 0,1 0-1,-1 0 1,0 0-1,1 0 1,-1-1-1,0 1 1,1-1-1,0 1 1,-1-1 0,1 1-1,0-1 1,0 0-1,0 0 1,-1-1-9,-6-12 15,2-1 1,-1 0-1,2 0 1,0 0 0,1-1-1,0 1 1,2-1-1,-1-8-15,-2-42-10,4-32 10,1 93 2,0-13 0,-1 5-12,1-1 0,1 1 0,0 0 1,2-8 9,-2 19-3,-1 1 1,1-1-1,0 0 0,0 0 1,0 1-1,0-1 1,0 0-1,1 1 1,-1-1-1,1 1 0,0 0 1,0 0-1,-1-1 1,1 1-1,1 0 1,-1 1-1,0-1 0,0 0 1,1 0-1,-1 1 1,1 0-1,-1-1 1,1 1-1,0 0 3,1 0-4,0-1 0,0 1-1,0 0 1,0 0 0,0 0 0,1 1 0,-1-1-1,0 1 1,0 0 0,1 0 0,-1 1 0,0-1-1,0 1 1,0 0 0,1 0 0,-1 1 0,0-1-1,0 1 1,-1 0 0,1 0 0,0 0 0,-1 0-1,1 1 1,-1-1 0,0 1 0,1 0 0,-1 0-1,-1 0 1,1 0 0,0 1 0,-1-1 0,0 1-1,0 0 1,0-1 0,0 1 0,0 0 0,0 3 4,3 7 9,-1 0 0,-1 1 1,0-1-1,-1 1 1,-1-1-1,0 1 0,-1 0 1,0 0-1,-1-1 1,-2 10-10,-1-8 10,0 0 0,-1-1 0,0 1-1,-1-1 1,-1-1 0,-4 8-10,7-14 6,-1 0-1,0 0 0,0 0 0,-1-1 0,0 0 0,0 0 0,-1 0 0,0-1 0,0 0 1,0-1-1,-7 5-5,13-9 4,-1 0 1,1-1-1,0 1 0,0-1 1,-1 1-1,1-1 1,0 1-1,-1-1 1,1 0-1,0 1 1,-1-1-1,1 0 1,-1 0-1,1 0 0,0 0 1,-1-1-1,1 1 1,0 0-1,-1 0 1,1-1-1,0 1 1,-1-1-1,1 1 0,0-1 1,0 0-1,-1 1 1,1-1-1,0 0 1,0 0-1,0 0 1,0 0-1,0 0 0,0 0 1,0 0-1,0 0 1,0-1-5,-2-3 2,0-1 0,1 1 1,0-1-1,0 0 0,0 0 0,1 0 1,-1-2-3,-5-37-31,2 0 0,3 0 1,1 0-1,2-8 31,-1 45-1,0-1 1,1 0-1,0 0 0,1 1 1,0-1-1,0 1 0,1-1 0,0 1 1,3-7 0,-4 12-3,-1 1-1,1-1 1,0 0 0,1 0 0,-1 1 0,0-1 0,1 1-1,-1 0 1,1 0 0,0 0 0,0 0 0,0 0 0,0 0 0,0 1-1,0 0 1,0-1 0,1 1 0,-1 0 0,0 1 0,1-1-1,-1 1 1,0-1 0,1 1 0,-1 0 0,1 0 3,-3 0-3,1 0-1,-1 0 1,0 1 0,1-1 0,-1 0 0,1 1 0,-1-1 0,0 1-1,0-1 1,1 1 0,-1 0 0,0-1 0,0 1 0,0 0 0,0 0 0,1 0-1,-1 0 1,-1 0 0,1 0 0,0 0 0,0 0 0,0 0 0,0 0-1,-1 1 1,1-1 3,1 4 0,0 0-1,0-1 0,-1 1 1,0 0-1,0 0 0,0 0 1,0 0-1,-1 1 1,1 7 27,-1 0-1,-1 0 1,0 0 0,-1-1-1,0 1 1,-2 4-27,-1-2 28,-2 0 0,0 0 0,0-1 1,-1 0-1,-1 0 0,0-1 0,-1 0 0,-1-1 1,0 0-1,0 0 0,-1-1 0,-1-1 0,0 0 0,-1 0-28,11-8 3,1-1 0,0 0-1,0 0 1,-1 0-1,1 0 1,-1 0-1,1-1 1,-1 1-1,1-1 1,-1 1-1,1-1 1,-1 0-1,1 0 1,-1 0-1,0 0 1,1-1-1,-1 1 1,1-1-1,-1 1 1,1-1-1,0 0 1,-1 0-1,1 0 1,0 0-1,-1-1-2,0-1-58,0 0-1,0 0 0,0 0 0,0 0 1,1-1-1,-1 1 0,1-1 0,0 0 1,0 0-1,1 0 0,-1 0 1,1 0-1,-1 0 0,1 0 59,-2-11-543,0 1 0,1-1-1,0 0 1,2 0 0,-1 1 0,2-1 0,0 0-1,1-2 544,-1 11-715,1 0 0,0 1 0,0-1 0,0 0 0,1 1 0,0-1 0,0 0 715,25-34-8295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57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14819,'0'0'4137,"0"0"-3273,0 0 457,0 0 127,228 98-264,-152-30-432,-3 10-288,-10-1-136,-7 0-128,-10-8-64,-9-7-64,-8-14-64,-9-12-8,-10-16-720,-10-20-1240,0-8-2993,0-22-7730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57.7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616 0 18188,'0'0'2256,"0"0"-183,0 0-385,-188 223-728,125-145-432,3-1-311,-3 4-137,4-7-80,6-9-321,-3-2-1199,16-21-2769,7-13-3768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4:58.0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268 0 14211,'0'0'2067,"0"0"-856,0 0 315,-26 34-153,-86 110-412,96-123-843,1 1 0,1 1 0,1 1 0,1 0 0,2 0 0,-1 3-118,-3 9 54,9-25-35,1 0 0,0 0-1,1 1 1,0-1 0,1 1-1,0 0 1,1-1 0,0 9-19,2-17 50,0-1 0,-1 0 0,1 0 0,0 0 0,0 0 0,0 0 0,1 0 0,-1 0 0,0 0 0,1 0 0,-1-1 0,1 1 0,0 0-1,-1-1 1,1 0 0,0 1 0,0-1 0,0 0 0,0 0 0,0 0 0,0 0 0,0 0 0,3 0-50,53 17 923,-31-14-1220,1-1 0,-1-2-1,1 0 1,7-2 297,0 0-1865,-1 1 1,13 3 1864,-24 1-897,0 0 1,0 1-1,0 1 0,-1 1 1,0 1-1,1 2 897,9 5-4673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01.0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506 1 6329,'0'0'2541,"0"0"117,0 0 338,0 0-259,0 0-494,0 0-609,-6 4-555,5-4-940,-1 1-73,0 0 0,1-1 0,-1 1 0,0 0 0,0 0 0,0 0 0,1 1 0,-1-1 0,1 0 0,-1 1 0,1-1 0,-1 1 0,1-1 0,0 1 0,0-1 0,0 1 0,0 0 0,-1 1-66,2-2 60,1 1 0,-1-1 0,1 0 0,0 0 0,-1 0 0,1 0 0,0 0 0,0 0 0,0 0 0,0 0 0,-1 0 0,1 0 0,1 0 0,-1 0 1,0-1-1,0 1 0,0 0 0,0-1 0,0 1 0,1-1 0,-1 0-60,35 15 557,-23-10-368,-10-4-147,31 16 167,-33-17-204,0 1 0,1 0 1,-1 0-1,0 0 0,1 0 0,-1 0 0,0 0 0,0 0 0,0 0 0,0 0 0,0 0 0,0 1 0,-1-1 0,1 0 0,0 1 0,-1-1 0,1 0 0,0 1 0,-1-1 0,0 1 0,1-1-5,-2 0 7,0 1-1,1-1 1,-1-1-1,0 1 1,0 0-1,0 0 1,0 0 0,0 0-1,0 0 1,0-1-1,0 1 1,0-1-1,0 1 1,0 0-1,0-1 1,0 0-1,0 1 1,-1-1-1,1 0 1,0 0 0,0 1-1,-1-1 1,1 0-1,0 0 1,0 0-7,-5 1 48,-33 5 117,1-2 0,-1-1 0,1-2 0,-14-3-165,-4 2 152,37-1-129,0 0-1,-1 0 0,1-2 1,0-1-1,1 0 0,-1-1 1,1-1-1,0-1 0,0-1 1,0 0-1,1-1 0,1-1 1,-1-1-1,2 0 0,-4-3-22,18 13-95,0 0-1,0 0 1,1 1-1,-1-1 1,0 0-1,0 0 1,0 0-1,1 0 1,-1 0-1,0 0 1,1 0-1,-1 0 1,1 0-1,-1-1 1,1 1-1,-1 0 1,1-1 95,0 2-277,1-1 1,-1 1 0,1 0-1,-1 0 1,1 0 0,-1 0-1,1-1 1,-1 1 0,1 0-1,-1 0 1,1 0 0,-1 0-1,1 0 1,-1 0 0,1 0-1,-1 0 1,1 0 0,-1 1-1,1-1 1,-1 0 0,1 0-1,-1 0 1,0 0-1,1 1 1,-1-1 0,1 0-1,-1 0 1,0 1 0,1-1-1,-1 0 1,1 1 0,-1-1-1,0 1 1,1-1 0,-1 0-1,0 1 277,14 13-12022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01.4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196 1 12875,'0'0'1704,"0"0"-556,0 0 21,-31 34-139,-17 19-284,-28 44-746,71-90 32,0 1 0,0-1 0,1 1 0,0 0 0,1 0 0,0 0 0,0 0 0,1 1 0,0-1 0,0 1 0,1 0 0,0-1 0,1 1 0,0 0 0,0 0 0,1-1-1,0 1 1,1 4-32,0 1 33,-1-8-24,-1 0 0,1-1 0,1 1-1,-1 0 1,1-1 0,0 1 0,0-1 0,1 0 0,-1 0-1,1 0 1,1 0 0,-1 0 0,0-1 0,1 1 0,0-1-1,0 0 1,1 0 0,-1 0 0,1-1 0,0 1-9,3 0 15,0 0 1,1 0-1,-1 0 1,1-1 0,0-1-1,0 0 1,0 0-1,0 0 1,0-1 0,0-1-1,10 0-15,-13 0 8,1 0 0,-1 0-1,0-1 1,1 0 0,-1-1 0,0 0-1,0 1 1,1-2 0,-2 1 0,1-1-1,0 0 1,0 0 0,-1-1 0,0 1-1,0-1 1,0-1 0,2-1-8,-1 0 26,0-1 0,-1-1 1,1 1-1,-1-1 0,-1 0 1,1 0-1,-2 0 0,1-1 0,-1 0 1,0 1-1,1-8-26,-2 5 100,1 0-1,-2 0 1,0 0-1,0-1 1,-1 1-1,0 0 1,-1 0-1,0 0 1,-1 0-1,0 0 1,-1 0-1,0 1 1,-1-1-1,0 1 1,-1-1-1,0 1 1,0 1-1,-1-1 1,0 1-1,-5-5-99,0 3 163,-1 0 0,0 0 0,0 1 0,-1 1 0,-1 0 0,1 1-1,-1 1 1,-1 0 0,1 1 0,-1 0 0,-1 1 0,1 1 0,0 0 0,-1 1-1,0 1 1,-15-1-163,30 3-28,-1 0-1,1 0 1,0 1-1,-1-1 0,1 0 1,0 0-1,-1 1 1,1-1-1,0 0 1,0 1-1,-1 0 0,1-1 1,0 1-1,0 0 1,0-1-1,0 1 1,0 0-1,0 0 0,0 0 1,0 0-1,0 0 1,0 0-1,0 0 1,1 0-1,-1 0 1,0 1-1,1-1 0,-1 0 1,1 0-1,-1 1 1,1-1-1,0 0 29,-3 50-3805,3-35 1516,0 32-6906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01.8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344 0 15171,'0'0'4129,"0"0"-2006,0 0-458,0 0-489,0 0-391,-26 33-195,-87 106-153,61-74-237,25-34-132,2 1 0,1 2 0,1 0 0,-7 17-68,26-43 0,1 0 0,-1 1 0,1-1 0,0 1 0,1 0 0,-1 8 0,2-15 1,1 0 0,0 0 0,0 1 0,-1-1 0,1 0 0,1 0 0,-1 1 0,0-1 0,0 0 0,1 0 0,-1 0 0,1 0 0,0 0 0,0 0 0,0 0 0,0 0 0,0 0 0,0 0 0,0 0 0,1 0 0,-1-1 0,0 1 0,1 0 0,0-1 1,-1 1-1,1-1 0,0 0 0,0 0 0,1 1-1,12 4 55,-1-1-1,1-1 1,-1 0 0,1-1 0,1-1 0,11 1-55,97-2 145,-72-1-153,-25-1-644,0 0 0,0-2 0,0-1 0,-1-1 0,8-3 652,14-6-6836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02.3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91 505 13483,'0'0'1662,"0"0"-258,0-35 408,0-197 1222,-1 214-2600,0 0 1,-2 0-1,0 0 0,-1 0 0,-1 0 0,0 1 1,-1 0-1,-1 0 0,-1 1 0,-1-1 0,0 2 1,-9-13-435,11 25 329,4 16-241,3 25-148,0-30 95,0 17-17,-1 23 35,1 0-1,4 1 0,1-2 1,11 47-53,29 52-84,-28-97-520,-2 0 0,-2 1 0,-2 0 0,-2 1 0,-3 0 0,-1 15 604,-5-63-277,0 0 0,0-1-1,-1 1 1,1 0-1,-1 0 1,0 0 0,0-1-1,0 1 1,0-1 0,0 1-1,-1-1 1,1 1-1,-1-1 1,0 0 0,1 1-1,-1-1 1,0 0 0,-1 1 277,-46 30-3857,40-28 3948,0 0 0,0 1-1,1 0 1,0 0 0,0 1-91,7-7 151,1 1 0,-1-1 0,0 1-1,0 0 1,0-1 0,0 1 0,1 0 0,-1-1 0,0 1-1,1 0 1,-1 0 0,0 0 0,1-1 0,-1 1-1,1 0 1,-1 0 0,1 0 0,0 0 0,-1 0-1,1 0 1,0 0 0,0 0 0,-1 0 0,1 0-1,0 0 1,0 0 0,0 0 0,1 1-151,27 0 2835,-8-2-3006,9-1 357,1-2 0,-1-1 0,1-1 0,-1-1 0,27-11-186,10-5-2006,-2-3-3286,-29 10-3957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57.1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7098,'0'0'176,"0"0"-176,0 0-8,0 0-1297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58.5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27 13787,'0'0'2272,"0"0"-1615,0 0 719,0 0-200,0 0-544,0 0-280,205 6-80,-159-18-104,-12 0-96,-8 4-72,-13 8-880,-9 0-1600,-4 0-3089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58.9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8674,'0'0'1344,"0"0"-1296,0 0-48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59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0 164 11226,'0'0'2737,"0"0"-1553,0 0 289,0 0 63,0 0-312,0 0-368,0 0-48,182-35-239,-145 32-337,2-3-152,4 3-16,10-6-56,7-6-8,3 0-128,-7-6-376,-13-3-1361,-13 7-1103,-24 2-4618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59.8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15779,'0'0'2728,"0"0"-1004,0 0-489,0 0-431,0 0-133,36 0-199,21-1-347,135 3 135,-104 5-28,64 13-232,-147-20 2,1 1-1,0 0 1,0 1-1,-1-1 1,1 1-1,-1 0 0,0 1 1,1-1-1,-1 1 1,1 1-2,-4-2 3,0 0 0,0 0 0,0 1 1,0-1-1,0 1 0,-1-1 0,1 1 0,-1-1 1,1 1-1,-1 0 0,0 0 0,0-1 1,-1 1-1,1 0 0,0 0 0,-1 0 0,0 0 1,0 0-1,0 0 0,0 2-3,-1 8 40,0 0 0,-1 0 0,0-1 0,-1 1-1,0-1 1,-1 0 0,0 1 0,-1-2 0,-1 1 0,0 0-40,-17 27 226,-1-1 0,-10 9-226,-9 14 84,-17 32-290,-19 44 206,58-96-3464,2 1-1,-10 37 3465,14-27-8491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10.1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8250,'0'0'0,"0"0"-2337,0 0 1833,0 0 376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28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0 147 8530,'0'0'1940,"0"0"-51,0 0-408,0 0-637,0 0-199,0-5-36,0-3-354,0 0 0,1 0 0,0 0-1,0 0 1,1 0 0,0 0 0,0 0 0,1 1 0,0-1-1,1 1 1,-1-1-255,0 4 12,-1 1-1,0 0 0,1-1 1,0 1-1,0 0 1,0 0-1,0 1 0,0-1 1,1 1-1,-1-1 1,1 1-1,-1 0 0,1 1 1,0-1-1,0 0 1,0 1-1,0 0 0,0 0 1,0 0-1,0 1 1,0-1-1,0 1 0,1 0 1,-1 0-12,0 1 7,0-1 1,0 1 0,-1 0-1,1 0 1,0 1 0,-1-1-1,1 1 1,0-1-1,-1 1 1,0 0 0,1 1-1,-1-1 1,0 1 0,0-1-1,-1 1 1,1 0 0,1 2-8,42 58 136,-39-53-101,19 35 676,-2 2 1,16 41-712,-21-43 426,2-1 1,2 0-1,9 9-426,-30-49 11,1 0 0,0 0-1,0-1 1,0 0 0,1 1-1,-1-1 1,1 0 0,0-1 0,-1 1-1,1 0 1,0-1 0,1 0 0,-1 0-1,0-1 1,1 1 0,-1-1 0,1 0-1,-1 0 1,1 0 0,1 0-11,-5-1-150,-1 0-426,-7-16-6781,-2-1-3712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28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278 1 10490,'0'0'1825,"0"0"759,0 0-791,0 0-849,0 0-600,0 0-8,0 0 376,-106 190 320,76-115-384,-6 2-255,3-3-249,3-14-72,7-6-64,10-22-8,6-17-481,7-15-1599,0-15-1689,7-17-3536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29.4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5033,'0'0'1920,"0"0"-999,0 0-537,0 0-384,0 0-704,0 0-641,0 0-1663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29.9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163 135 2168,'-83'-6'454,"81"6"-312,-1 0 1,1 0 0,0 0-1,0-1 1,0 1-1,0-1 1,0 0-1,0 1 1,0-1-1,0 0 1,0 0 0,0 0-1,0 0 1,1-1-1,-1 1 1,0 0-1,1-1 1,-1 1-1,1-1 1,-1 0 0,1 0-143,-8-6 1256,2 3-28,6 5-895,-1-1 0,1 1 1,0-1-1,-1 0 0,1 0 1,0 1-1,0-1 0,-1 0 1,1 0-1,0 0 0,0 0 0,0 0 1,0-1-1,0 1 0,1 0 1,-1 0-1,0-1 0,1 1 1,-1 0-1,0-1 0,1 1-333,0 0 682,0 1 2201,12-3-2760,117 5 611,-24 1-423,-1-6 0,47-8-311,-98 7 47,-1 2 0,30 3-47,-44 1 16,1-2 0,-1-2 0,0-1 1,1-2-1,2-2-16,-32 5 4,0 0 1,0 1 0,0 0 0,1 1 0,5 0-5,-15 0-25,0 0 0,0-1 0,-1 1 0,1 0 0,0 0 0,0 0 0,0 0-1,0 0 1,0 0 0,0 0 0,0 0 0,0 0 0,-1-1 0,1 1 0,0 0 0,0 0 0,0 0 0,0 0 0,0 0 0,0 0 0,0-1 0,0 1 0,0 0 0,0 0 0,0 0 0,0 0 0,0 0 0,0 0 0,0-1 0,0 1 0,0 0 0,0 0 0,0 0 0,0 0 0,0 0 0,0 0 0,0-1 0,0 1 0,0 0 0,1 0 0,-1 0 0,0 0 0,0 0 0,0 0 0,0 0 0,0 0 0,0-1-1,0 1 1,0 0 0,0 0 0,1 0 0,-1 0 0,0 0 0,0 0 0,0 0 0,0 0 0,0 0 0,0 0 0,1 0 0,-1 0 0,0 0 0,0 0 25,-9-7-2350,-13-2-3029,-7-2-4882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30.3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7042,'0'0'2747,"0"0"-493,0 0-601,0 0-749,0 0-454,0 0-125,-4 26 31,-5 55 2140,2 56-2496,6-111 555,0-18-483,0-1 0,0 1-1,1 0 1,0-1 0,1 1-1,0 0 1,0-1 0,0 1 0,1-1-1,0 1 1,1-1 0,0 1-72,-2-7-187,0-1-1,0 1 1,0-1 0,0 1-1,1-1 1,-1 0 0,0 1 0,0-1-1,1 0 1,-1 0 0,0 0 0,0 0-1,0 0 1,1 0 0,-1 0-1,0 0 1,0 0 0,1-1 0,-1 1-1,0 0 1,1-1 187,11-7-4340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31.1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0 173 1320,'0'0'7367,"0"0"-4159,0 0-1101,0 0-70,0 0-451,0 0-296,9-2 1479,37-9-2647,5-5-95,0 2 0,1 3 0,1 1 0,-1 3 0,53 0-27,-46 8 3,-32 1 14,0-2 0,1 0 0,-1-2 0,0-2 0,18-4-17,34-15 11,72-17 10,-118 30-46,-26 8-1,0 0-1,1 0 0,-1 0 1,0 1-1,1 0 1,2 0 26,-9 1-83,-1 1 0,0-1 0,1 0 0,-1 0 0,0 1 0,0-1 0,1 0 0,-1 1 0,0-1 0,0 0 0,1 1 0,-1-1 0,0 1 0,0-1 0,0 0 0,0 1 0,0-1 0,0 1 0,0-1 0,0 0 0,0 1 0,0-1 0,0 1 0,0-1 0,0 1 0,0-1 0,0 0 0,0 1 0,0-1 0,0 1 83,0 2-6176,0-3-898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31.4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7274,'0'0'4479,"0"0"-2502,0 0-680,0 0-293,0 0-437,0 0-20,1 19 176,22 354 2678,-19-289-2865,0-21-1050,-3-20-2744,-1-41-1708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39.0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12 5761,'0'0'1134,"0"0"-77,0 0-439,0 0-338,0 0-135,0-12 296,0 12 4263,0 59-4616,-2-21-67,2 1 0,2 0 0,2-1 1,1 1-1,2-1 0,3 6-21,-9-42 17,-1-15 46,0-167 38,0 180-13,0 0-8,0 0-13,0 0-3,0 0-9,-3 25 34,3 396 1147,3 127 1500,-16-453-2128,3 17 333,10-111-899,0-1-26,-4 44 240,1-36-199,1 1 0,-1 0 0,2 0 0,0 0 1,0 0-1,0 1 0,1-1 0,0 2-57,0 14 108,-4 60 240,1 38 738,3-184-4915,0 33-1720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40.0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602 0 6889,'0'0'2728,"0"0"-840,0 0-648,0 0-413,0 0-181,0 0-110,-12 20-108,-5 9-256,-2-2-1,-1 0 1,-1-1 0,-19 18-172,-230 237-2630,109-108-1818,119-130 1922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40.4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1204 0 1136,'0'0'3636,"0"0"-2468,0 0-644,0 0 34,0 0-122,0 0 196,-1 7 507,-1-2-900,0 1 0,0-1 1,-1 0-1,0 0 1,1 0-1,-1-1 0,-1 1 1,1-1-1,-1 1 0,0-1 1,-2 2-240,-58 47 1907,23-20-1417,-830 774 190,869-805-705,-102 108 239,91-94-759,0 1 0,1 0 1,1 1-1,0 1 0,-6 16 545,11-17-5002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40.7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1545 1 6585,'0'0'2101,"0"0"-359,0 0 70,0 0-496,0 0-584,-27 28-232,-183 190 199,-691 776-493,536-547-9018,323-396 3619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41.1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1526 0 9114,'0'0'1992,"0"0"-1424,0 0 137,-90 155-89,34-84-360,-20 18-168,-33 42-40,-43 42-40,-47 44-8,-16 18-64,7-9-160,16-23-376,69-69-1553,18-24-1920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41.5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2131 1 9898,'0'0'1267,"0"0"-207,-22 31-145,-156 212-389,-218 239 438,-178 148-964,-196 182 739,698-736-4844,-26 42 4105,78-91-4086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41.9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924 0 7042,'0'0'2144,"0"0"-984,-162 220 361,82-109-337,-9 11-592,-27 32-144,-19 34-72,-8 11-376,24-32-216,40-48-4137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5:42.2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292 1 5937,'0'0'168,"0"0"-72,-113 223-168,30-89 72,-13 12-1744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18.5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 3081,'0'0'572,"0"34"-33,0 215 1030,-1-185-998,0-28-312,1 0 0,1-1 0,2 1 0,5 16-259,-8-50 60,0-7 44,1-77-602,-1-40-1979,-8-47 2477,-1 83-1596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18.8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83 212 1120,'-59'-211'0</inkml:trace>
  <inkml:trace contextRef="#ctx0" brushRef="#br0" timeOffset="1">1 18 3897,'0'0'640,"0"0"-616,0 0-24,0 194-872,0-114 272,3 12 592,4 1 8,-4 2 152,4-9 432,-1-14-96,1-34-200,9-35-128,-6-3-160,3-15-136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19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1 536,'0'0'2625,"0"0"-1009,0 0-216,0 223-568,3-122-279,7 9-97,0 3-64,0-12-56,0-14-144,-4-22-96,1-23 40,0-24-40,-4-18-48,3 0-48,-2-66-1496,-4 4-217,0-4-463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20.4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1408,'0'0'0,"0"0"-416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20.7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 4641,'182'-18'136,"-175"18"-136,-1 12-1488</inkml:trace>
  <inkml:trace contextRef="#ctx0" brushRef="#br0" timeOffset="1">470 51 4961,'0'0'0,"0"0"-416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28.0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401 19 10362,'0'0'2318,"0"0"-451,0 0-21,0 0-698,0 0-377,0 0 28,-11-4 17,-34-10-57,43 14-697,0 0 1,0 0 0,1 0-1,-1 0 1,0 0-1,0 0 1,1 0-1,-1 1 1,0-1 0,1 1-1,-1-1 1,0 1-1,1 0 1,-1-1 0,1 1-1,-1 0 1,1 0-1,-1 0 1,1 0 0,0 0-1,-1 1 1,1-1-1,0 0 1,0 1 0,0-1-1,0 0 1,0 1-1,0-1 1,1 1-1,-1 0 1,0-1 0,1 1-1,-1 0 1,1-1-1,-1 1 1,1 0 0,0 0-63,-4 7 228,-13 33 5,1 1 0,1 0-1,3 1 1,2 1 0,1 0-1,3 0 1,2 0-1,1 1 1,3 25-233,3-46 60,0 0 1,2 0-1,0-1 0,2 1 1,0-1-1,2-1 0,1 1 1,6 9-61,27 76 281,-1 42 569,18 134-850,-18-74 106,-8-44 204,1 64-310,-27-146 307,-3 0-1,-4 1 1,-8 59-307,5-126 59,-1 0 1,-1 0-1,-1 0 1,0-1-1,-2 0 1,0 0-1,-1 0 0,-1-1 1,0 0-1,-1-1 1,-1 0-1,-3 3-59,7-11 40,1 0 0,-1 0 0,-1-1 0,0 0 0,0 0 0,0-1-1,0 0 1,-1-1 0,0 0 0,0 0 0,-1 0 0,0-1 0,1-1 0,-1 0 0,0 0 0,-1-1 0,1 0-1,0-1 1,-1 0 0,1-1 0,0 0 0,-1 0 0,1-1-40,5 0 7,1-1 0,0 1 0,0-1 0,0 0 1,0 0-1,0 0 0,1-1 0,-1 1 0,1-1 0,-1 0 0,1 0 0,0 0 0,0 0 0,0-1 0,1 1 0,-1-1 1,1 0-1,0 1 0,-1-3-7,-9-16-83,1-1-1,1-1 1,2 0 83,-4-7-378,-30-50-2094,7 31-5899,16 26-1756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30.9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142 21 2737,'0'0'8567,"0"0"-4777,0 0-1463,0 0-361,0 0-627,0 0-164,-9-4 10,4 2-1085,-36-12 1194,39 14-1247,0 0-1,1-1 1,-1 1 0,0 0-1,0 0 1,0 0-1,1 0 1,-1 1 0,0-1-1,0 0 1,1 1 0,-1-1-1,0 1 1,0-1-1,1 1 1,-1 0 0,1 0-1,-1 0 1,1 0-1,-1 0 1,1 0 0,-1 0-1,1 1 1,0-1 0,0 0-1,-1 1-46,-3 8 43,-1 1-1,2-1 1,-1 1-1,2 0 0,-1 0 1,1 1-1,1-1 1,0 0-1,0 8-42,-2 108 163,4-103-121,-2 23 48,1 46 25,1-88-109,1 1 0,-1-1-1,1 1 1,1-1 0,-1 1 0,1-1-1,-1 0 1,1 0 0,1 0 0,-1 0-1,1 0 1,0 0 0,2 2-6,-2-4 7,0-1-1,-1 1 1,1-1 0,0 0-1,0 0 1,1 0-1,-1 0 1,0 0 0,1-1-1,-1 1 1,1-1-1,-1 0 1,1 0 0,0 0-1,-1-1 1,1 1 0,0-1-1,0 0 1,-1 0-1,1 0 1,0-1 0,0 1-1,-1-1 1,1 0-1,-1 0 1,1 0 0,1-2-7,4 0 10,0-1 0,0-1 0,-1 0 0,0 0 0,0 0 0,0-1 0,-1 0 0,0-1 0,0 0 0,0 0-10,0-2 8,0 0-1,-1 0 1,0 0 0,0-1 0,-1 0 0,0 0 0,-1-1 0,0 1 0,-1-1 0,0 0-1,0-2-7,1-11 39,-2 0-1,0-1 0,-1 1 1,-3-16-39,2 36 0,1 1 0,-1 0 0,0 0 0,-1 0 0,1 0 0,-1 0 0,1 0 0,-1 0 0,0 0-1,0 1 1,0-1 0,0 0 0,-1 0 0,1 1 0,-1-1 0,1 1 0,-1-1 0,0 1 0,0-1 0,0 1 0,0 0 0,-1 0 0,1 0 0,-1 1 0,1-1 0,-1 0 0,1 1 0,-1 0 0,0-1 0,0 1 0,0 0 0,0 0 0,0 1 0,0-1 0,0 1 0,0-1 0,0 1 0,0 0 0,0 0 0,0 1 0,0-1-1,0 0 1,-11 3-737,0 0-1,1 0 1,-1 1-1,1 1 0,0 0 1,0 1-1,0 0 0,-5 5 738,-29 16-8068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31.8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1 103 11851,'0'0'2523,"0"0"-484,0 0-524,0 0-499,0 0-78,0 0-80,15-16-83,48-48-43,-60 61-680,0 1-1,0 0 0,0 0 0,1 0 0,-1 0 0,1 0 0,-1 1 0,1-1 1,-1 1-1,1 0 0,0 0 0,0 0 0,0 1 0,-1-1 0,1 1 0,0 0 1,0 0-1,0 0 0,0 1 0,0-1 0,-1 1 0,1 0 0,0 1-51,7 0 83,-1 0-21,0 1 0,0 1 0,-1 0-1,1 0 1,-1 1 0,0 0 0,0 1-1,-1 0 1,1 0 0,-1 1 0,-1 0 0,6 5-62,5 7 65,-1 1 1,-1 1 0,-1 0 0,7 13-66,-6-4 46,-1 1 1,7 24-47,-12-29 22,1 0 0,0-1 0,2-1 0,7 9-22,-18-30-52,1 1 0,0-1 0,0 0 0,0 0 0,1 0 0,-1 0 0,1-1 0,0 1 0,0-1 0,0 0 0,0 0 0,0 0 0,0-1 0,0 1 0,0-1 0,1 0 0,-1 0 0,1 0 0,-1-1 0,1 0 0,-1 0 0,0 0 0,1 0 0,3-1 52,-6 0-255,0 0 1,0 1-1,0-1 0,0 0 1,0 0-1,-1 0 1,1 0-1,0 0 0,0-1 1,-1 1-1,1 0 1,-1-1-1,1 1 1,-1-1-1,0 0 0,0 1 1,1-1-1,-1 0 1,0 0-1,-1 0 1,1 0-1,0 0 0,0 0 1,-1 0-1,1 0 1,-1 0-1,0 0 0,0-2 255,5-25-6809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32.2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484 0 11450,'0'0'2737,"0"0"-961,0 0 673,0 0-1049,0 0-344,-169 232-135,116-143-209,0 4-184,4-7-240,6-9-184,6-17-56,14-13-48,0-11-224,6-9-1952,1-15-3530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41.8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1 7482,'0'0'9178,"0"0"-7490,0 0 528,0 0-767,0 0-841,-92 235 80,82-128 144,6 12-152,4 3-200,0-9-256,0-12-128,27-14-48,6-22-40,10-20-8,26-24-616,-9-18-1712,-7-3-3985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42.1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1 316 15211,'0'0'2561,"0"0"-650,0 0-393,12-27-857,26-49-329,47-70-332,-43 82 1647,-41 62-772,0 36-256,3 101 133,0 14 732,12 54-1484,-16-199-51,1 8 80,1 0-1,1 0 1,-1 0-1,2 0 1,0 0-29,-4-11-75,1 1-1,-1 0 1,1-1 0,0 1 0,-1-1 0,1 1 0,0-1 0,0 0-1,0 1 1,0-1 0,0 0 0,0 1 0,0-1 0,0 0-1,1 0 1,-1 0 0,0 0 0,1 0 0,-1-1 0,1 1 0,-1 0-1,1 0 1,-1-1 0,1 1 0,0-1 0,-1 0 0,1 1 0,-1-1-1,1 0 1,0 0 0,-1 0 0,1 0 0,0 0 0,-1-1 0,1 1-1,0 0 1,-1-1 0,1 1 0,0-1 75,26-17-4444,3-8-3929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42.4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52 17516,'0'0'2432,"0"0"-991,0 0 183,0 0-1056,0 0-376,0 0-120,198-24-72,-165 21-584,7-6-1040,-10 3-2041,-4-3-3041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42.8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 15931,'0'0'2741,"0"0"-678,0 0 72,0 0-1065,0 0-510,-2 40 423,1-26-872,-2 100 1809,9 90-1920,-1-127 478,14 131 276,-14-178-707,1 0 0,1 0 1,1-1-1,2 0 0,10 19-47,-17-41-10,1-1 0,0 1 0,0-1-1,1 0 1,0 0 0,0 0 0,0-1 0,1 0 0,0 0-1,0 0 1,0-1 0,1 0 0,1 1 10,-5-3-12,0 0-1,1-1 1,-1 0 0,0 1 0,1-1-1,-1 0 1,1-1 0,-1 1 0,1-1 0,-1 1-1,1-1 1,-1 0 0,1 0 0,-1-1-1,1 1 1,0-1 0,-1 0 0,0 0 0,1 0-1,-1 0 1,0 0 0,1-1 0,-1 1 0,0-1-1,0 0 1,0 0 0,0 0 0,-1-1-1,1 1 13,5-7-108,0-1 0,-1 1 0,0-1 0,0-1 0,-1 1-1,-1-1 1,0 0 0,0 0 0,-1-1 0,2-10 108,10-52-2206,-8 5-3304,-6 20-3850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43.1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1 804 10266,'0'0'8914,"0"0"-7226,0 0 1049,0 0-1313,0 0-1040,0 0-264,0 0-120,215-152-352,-162 120-1680,-10 2-4746</inkml:trace>
  <inkml:trace contextRef="#ctx0" brushRef="#br0" timeOffset="1">517 1 16844,'0'0'2424,"0"0"-688,0 0 641,0 0-961,205 211-335,-172-98-233,-13 15-104,-17 3-168,-3-27-208,0 3-200,-10-17-72,-3-25-96,3-14 0,0-22-360,3-17-688,7-12-240,0-21-2841,0-8-6882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43.5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348 448 1776,'0'0'11251,"0"0"-7182,-31-2-1593,-103-5-507,129 7-1867,-1 0 1,0 0 0,1 0-1,-1 1 1,1 0 0,-1 0-1,1 0 1,-1 1 0,1 0-1,0 0 1,-1 0 0,1 0-1,0 1 1,1 0 0,-1 0-1,0 1 1,1-1 0,0 1-1,0 0 1,0 0 0,0 0-1,0 2-102,-3 5 139,1 0 0,0 1-1,1-1 1,0 2 0,1-1-1,0 0 1,0 9-139,1-11 91,-6 31 242,3 0 0,1 1 0,2 0-1,2 32-332,1-65 20,0-1 1,0 0-1,1 0 0,0 0 0,1 0 0,0 0 0,0 0 1,1 0-1,0 0 0,0-1 0,1 1 0,2 4-20,-2-8-15,-1 0 1,1 0-1,-1 0 0,1-1 0,0 1 0,0-1 0,1 0 0,-1 0 0,1 0 0,-1-1 0,1 1 0,0-1 1,0 0-1,0-1 0,0 1 0,0-1 0,1 0 0,-1 0 0,0-1 0,1 1 15,2-1-18,0 1 0,1-1 1,-1 0-1,0-1 0,1 0 0,-1-1 0,0 1 0,0-1 0,0-1 0,0 0 0,0 0 0,-1 0 1,1-1-1,-1 0 0,0-1 0,0 1 0,0-2 0,-1 1 0,0 0 0,0-1 0,0 0 0,-1-1 1,0 1-1,3-6 18,1-2-31,-2 0 1,1-1 0,-2 0-1,0 0 1,-1-1 0,0 0-1,-2 0 1,0 0 0,0 0-1,-2-1 1,0 1 0,0-5 30,-1-36 43,-2 1 0,-3-1 0,-2 1 0,-3-3-43,-4-20 632,2-1 1,4-1 0,3-79-633,9 141 406,6 15-102,-8 5-287,0 1 1,0-1-1,0 0 1,0 1-1,0-1 1,0 1-1,-1 0 1,1 0-1,-1-1 0,1 1 1,-1 0-1,0 0 1,0 0-1,0 0 1,1 3-18,7 17 65,-1 1 1,-1 0-1,0 1 0,-2 0 1,0 12-66,11 132 215,-11-95-180,-1-12-44,-3-35-81,0 0 0,2 0 0,1 0 0,1 0 0,1 0 0,1-1 0,5 12 90,-9-33-276,-1 1 0,1 0 0,-1-1-1,1 0 1,0 1 0,1-1 0,-1-1 0,1 1-1,0 0 1,0-1 0,0 0 0,0 0-1,1 0 1,-1 0 0,1-1 0,4 3 276,25-2-7460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43.9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1 20116,'0'0'2433,"0"0"-817,0 0 265,-26 229-905,26-128-384,0 0-352,0-11-88,16-13-88,11-18-56,-1-11 0,4-15 0,0-18-8,3-12-96,-3-3-376,3-42-768,-10-6-3433,-13 1-5378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44.2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1 135 17052,'0'0'2624,"0"0"-831,0 0-137,0 0-888,0 0-384,0 0-232,225-75-152,-169 55-56,-13 2-1168,-17 6-3609,-12 3-10474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47.5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 10610,'0'0'5185,"0"0"-2240,0 0-384,0 0-1009,0 0-528,0 0-272,3 0-224,27 0-72,6 0 17,7-2-113,4-10-208,-4 3-72,0 6-80,-4 3-408,1 9-1089,-10 17-2592,-10 1-2288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47.8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0 185 15011,'0'0'1897,"0"0"-905,0 0 1152,0 0-1392,0 0-536,235-78-216,-149 46-664,20 2-744,-27 6-1128,-12 3-5282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00.4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0 15243,'0'0'4280,"0"0"-1825,0 0-817,0 0-635,-2 29-166,-6 354 1236,7-265-1737,5 0 0,6 0 0,13 55-336,-3-77 24,3-1 1,26 63-25,-46-150-44,-2-3-42,1-1 0,-1-1 0,1 1 0,-1 0 1,1 0-1,0 0 0,1-1 0,-1 1 0,0-1 1,1 0-1,2 3 86,-4-6-21,-1 0 1,0 0-1,0 0 1,0 0-1,0 0 1,1 1 0,-1-1-1,0 0 1,0 0-1,0 0 1,1 0-1,-1 0 1,0 0-1,0 0 1,0 0-1,1 0 1,-1 0-1,0 0 1,0 0-1,1 0 1,-1 0-1,0 0 1,0 0-1,0 0 1,1 0-1,-1 0 1,0-1-1,0 1 1,0 0-1,0 0 1,1 0-1,-1 0 1,0 0-1,0 0 1,0-1-1,0 1 1,1 0-1,-1 0 1,0 0-1,0 0 1,0-1 0,0 1-1,0 0 1,0 0-1,0 0 1,0-1-1,0 1 1,0 0-1,0 0 1,1 0-1,-1-1 1,0 1-1,0 0 1,0 0-1,-1 0 1,1-1-1,0 1 1,0 0-1,0 0 1,0 0-1,0-1 21,4-22-2127,-1-1-1,-1 0 1,-1-11 2127,-1-38-6731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00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1 292 15131,'0'0'3937,"0"0"-2441,0 0 49,0 0 87,205-102-520,-113 64-440,8-1-311,-5 3-169,-5 4-128,-14 8-64,-17 6-256,-19 15-841,-40 6-1599,0 27-2937,-33 8-5578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01.1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1 132 16756,'0'0'3064,"0"0"-1407,0 0 583,0 0-896,0 0-599,261-30-449,-152-9-176,0 6-120,-13 10-272,10 17-849,-27 6-2567,-16 0-3962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01.4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242 1 9074,'0'0'10866,"0"0"-8865,0 0-593,0 0-192,-192 36-792,169 32-248,3 27 16,13 18 72,7 12 41,0-6 7,20-12-88,20-14-112,13-22-64,6-20-48,1-22-224,19-29-873,-16 0-3039,-10-11-4770</inkml:trace>
  <inkml:trace contextRef="#ctx0" brushRef="#br0" timeOffset="1">437 263 8618,'0'0'9314,"0"0"-6906,0 0 249,0 0-1545,0 0 120,169 50-127,-93 4-433,-4 8-144,-9 7-280,-10-4-136,-10 1-112,-3-13 0,-10-5-288,-10-15-432,-20-21-504,0-10-1049,-7-2-2784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01.7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387 0 18132,'0'0'3057,"0"0"-1721,0 0 136,-135 176-640,82-78-264,0 12-183,3-9-25,7-11-136,13-19-136,10-23-88,17-19-160,3-23-545,33-21-1623,17-29-3049,9-13-6682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02.0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14211,'0'0'4153,"0"0"-2689,0 0 1145,103 158-473,-67-57-751,-6 21-457,-10 9-168,-10 3-208,-10-9-336,0-12-136,0-18-80,0-14-136,-17-13-296,-6-14-416,-14-10-497,1-11-2543,6-15-5394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02.5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16668,'0'0'3056,"0"0"-2128,0 0 145,0 0-569,169 3-304,-110-3-200,-6 0-384,-10 0-1025,-16 0-1439,-17 3-2097,-10 6-3105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02.9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 10082,'0'0'3849,"0"0"-2241,0 0 377,0 0-969,0 0-640,205 0-376,-128-6-896,-11 3-3225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04.3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176 135 9978,'0'0'3557,"0"0"-1319,0 0-422,0 0-585,0 0-492,0 0-128,2-7 50,2-15 568,-1 0 1,0-1-1,-2 1 0,-1-13-1229,-5 34 13,0 0 1,-1 0-1,1 1 0,0 0 0,0 0 0,-1 0 0,1 0 1,0 1-1,-1 0-13,1 2 5,0-1-1,0 1 1,0 0 0,0 0 0,1 0-1,-1 1 1,1 0 0,0 0 0,0 0-1,0 0 1,1 1 0,0-1 0,0 1-1,0 0 1,-1 1-5,-1 5 17,-1-1 0,1 1 0,1 0 0,0 0 0,1 1 0,-3 10-17,1 35 241,2 0 0,2 0 1,4 18-242,-1 31 336,-1-58-268,2 1 0,1 0 1,3-1-1,2 0 0,2-1 0,2 0 0,19 45-68,7 15 262,-5 3 0,15 86-262,-10 15 370,-9 4-370,-22-155 31,-3-1 0,-3 1 0,-2 0 0,-2 0 0,-5 8-31,4-51 11,-1 0-1,-1-1 1,0 0-1,-1 0 1,-1 0-1,0 0 0,-1-1 1,-1-1-1,0 1 1,-1-1-1,-1-1 1,0 0-1,-1-1 1,-12 11-11,22-21-11,0 0 1,-1 0-1,1-1 0,0 1 1,-1-1-1,1 1 0,-1-1 1,1 0-1,-1 0 0,0 0 1,1-1-1,-1 1 1,0-1-1,0 1 0,0-1 1,1 0-1,-1 0 0,0 0 1,0 0-1,0-1 0,1 1 1,-1-1-1,0 1 1,1-1-1,-1 0 0,0 0 1,1 0-1,-1-1 0,1 1 1,-1-1-1,1 1 0,0-1 1,0 0-1,0 0 1,0 0-1,0 0 0,0 0 1,0 0-1,0-1 11,-6-10-349,0 0 1,1 0-1,1-1 0,0 0 1,1 0-1,-2-9 349,6 18-147,-17-56-3130,4 14-3394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04.8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11466,'0'0'4713,"0"0"-1944,0 0-488,0 0-561,0 0-120,0 0-576,182 12-607,-132 3-113,-1 2-184,1-2-48,0-3-72,-4-6-8,-10-6-416,-3 0-945,-10 0-1607,-9 0-4530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05.1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 12619,'0'0'2976,"0"0"-1054,0 0-452,0 0 73,1 29-222,6 101-347,-6-117-857,0-1 0,1 1-1,0 0 1,2-1 0,-1 1 0,1-1 0,1 0 0,0 0-1,1 0 1,0-1 0,1 0 0,4 6-117,-7-12 16,1-1 1,-1 0-1,1 0 0,-1 0 1,1 0-1,0-1 0,1 0 1,-1 0-1,1 0 0,-1-1 1,1 1-1,0-2 0,0 1 1,0 0-1,0-1 0,0 0 1,0-1-1,0 1 0,0-1 1,0 0-1,0-1 0,0 0 1,5-1-17,1 0 15,-1-2 1,1 0-1,-1 0 1,-1-1-1,1 0 1,-1-1 0,0 0-1,0-1 1,0 0-1,-1-1 1,0 1-1,7-10-15,-4 5 19,0-1 0,-2 0 0,0-1 0,0 0 0,-1-1-1,-1 0 1,0 0 0,3-12-19,-9 23 57,-1 1 0,1-1 0,-1 1 0,0-1 0,-1 0 0,1 1 0,-1-1 0,1 0 0,-1 0 0,0 0 0,0 1 0,-1-1 0,1 0 0,-1 1 0,0-1 0,-1-2-57,0 3 63,1 1 0,-1-1-1,0 1 1,0 0 0,0 0 0,-1 0-1,1 0 1,0 0 0,-1 0 0,1 1-1,-1-1 1,0 1 0,1 0 0,-1 0-1,0 0 1,0 0 0,0 0 0,0 0-1,-2 1-62,-34-7 177,1 2 0,-25 0-177,-6 0-60,65 4-199,-25-5 369,20-2-1857,6-7-3639,3 1-4092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05.5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1 271 12875,'0'0'2864,"0"0"450,0 0-1214,0 0-838,28 23-137,10 8-674,2-1 1,8 2-452,-43-29 33,0-1 1,0 1 0,0-1 0,0 0 0,1 0 0,-1-1 0,0 0 0,1 0 0,-1 0 0,1 0-1,-1-1 1,1 0 0,-1 0 0,1-1 0,-1 1 0,1-1 0,-1 0 0,0-1 0,1 1 0,-1-1 0,0 0-1,0-1 1,0 1 0,0-1 0,-1 0 0,1 0 0,-1 0 0,2-2-34,9-5 48,18-10 22,-2-1 0,-1-1-1,27-25-69,-48 38 9,0 0 0,0 0 0,0-1 0,-1 0-1,-1-1 1,0 1 0,0-1 0,-1-1 0,-1 1 0,1-1-1,-2 0 1,0 0 0,1-7-9,-4 16 2,0 0 0,-1 0 0,1 0 0,-1 1-1,0-1 1,0 0 0,0 0 0,-1 0 0,1 0 0,0 0-1,-1 0 1,0 1 0,0-1 0,0 0 0,0 0 0,0 1-1,-1-1 1,1 1 0,-1-1 0,1 1 0,-1-1 0,0 1-1,0 0 1,0 0 0,0 0 0,0 0 0,-1 0 0,1 1-1,-1-1 1,1 1 0,-1-1 0,1 1 0,-1 0 0,0 0-1,0 0-1,-13-3-11,0 1-1,0 0 1,-1 1-1,1 1 0,-1 1 1,-2 0 11,8 0-19,-188-1-2709,108 1-2192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06.0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1 14051,'0'0'4150,"0"0"-1931,0 0-648,0 0-736,-10 29-473,-1-1-281,4-10-9,0 1 0,1 0 0,1 0 0,1 0 1,0 0-1,2 1 0,0-1 0,1 1 0,1 5-72,2 22 390,2-1-1,1-1 1,3 1-1,2-1 1,14 41-390,-22-80 35,0 0 0,1 0 0,0 0 1,0 0-1,0 0 0,1-1 1,0 1-1,0-1 0,0 0 1,1 0-1,0 0 0,0-1 1,0 0-1,0 0 0,3 1-35,0-1 26,0 0 0,1-1 0,-1 0 0,1-1 0,0 0 0,-1 0 0,1-1 0,0 0 0,0 0-1,0-1 1,1-1-26,8 1 38,1 0-1,0-2 1,-1-1 0,1 0-1,-1-1 1,0-1-1,16-6-37,-27 8 24,0 0 1,0 0-1,0-1 0,-1 0 0,1 0 0,-1-1 1,0 0-1,-1 0 0,1 0 0,-1-1 0,0 1 1,0-1-1,0 0 0,-1-1 0,0 1 0,-1-1 1,1 0-1,-1 0 0,0 0 0,1-7-24,-1-2 69,0-1 0,-1 0 0,-1 1 1,-1-1-1,0 0 0,-2 0 0,1 1 0,-2-1 0,0 0 0,-1 1 0,-1 0 0,0 0 0,-1 1 1,-8-15-70,3 9 49,0 1 0,-1 0 0,-1 1 1,-1 1-1,-1 0 0,0 0 1,-2 2-1,0 0 0,0 1 1,-11-7-50,23 19-35,0-1 1,0 1-1,0 0 1,-1 0 0,1 0-1,-1 1 1,1-1 0,-1 1-1,0 1 1,0-1-1,0 1 1,0 0 0,0 1-1,0-1 1,0 1 0,0 0-1,0 1 1,0 0 0,-1-1-1,1 2 1,1-1-1,-1 1 1,0 0 0,0 0-1,1 1 1,-5 2 34,-10 11-485,2 0-1,0 1 1,0 1-1,-1 4 486,-46 54-4587,57-66 3597,-71 87-13540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11.6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14 5393,'0'0'6870,"0"0"-3780,0 0-1194,0 0-444,0 0-749,0 0-361,-8 28 80,1-7-288,2-9-34,1 0 0,0 1 1,1 0-1,0 0 0,1 0 0,0 0 0,1 0 1,1 0-1,0 0 0,1 0 0,0 1 0,1-1 0,1 0 1,2 7-101,4 7 192,2-1 0,1 0 0,1-1 0,1 0 1,1-1-1,1-1 0,1 0 0,7 5-192,-16-19 26,-1-1-1,2 0 1,-1 0-1,1-1 1,0 0-1,1 0 1,-1-1-1,1-1 1,1 0-1,-1 0 1,1-1 0,-1 0-1,1 0 1,1-2-1,-1 1 1,0-1-1,0-1 1,1 0-1,-1-1 1,1 0-1,8-1-25,-16 0 6,0 0-1,0 0 0,0 0 0,0-1 0,1 1 0,-2-1 0,1 0 1,0 0-1,0 0 0,-1-1 0,1 1 0,-1-1 0,0 0 1,1 0-1,-2 0 0,1 0 0,0 0 0,0-2-5,2-2 8,-1 0 0,0-1 1,-1 1-1,0-1 0,0 0 0,-1 0 0,0 0 0,0 0 0,0-7-8,-1 0 72,0 0 0,0 0-1,-2 0 1,0 0 0,0 0 0,-2 0-1,0 0 1,0 1 0,-1-1 0,-1 1-1,-1 0-71,-11-18 218,-2 0 0,-1 2-1,-1 1 1,-2 0 0,-1 2 0,-1 0-1,-1 2 1,-6-3-218,-3 8 19,34 19-42,0 1 1,0 0-1,0-1 0,0 1 1,-1 0-1,1 0 0,0 0 0,0 0 1,-1 0-1,1 0 0,0 0 0,0 1 1,0-1-1,-1 0 0,1 1 1,0-1-1,0 0 0,0 1 0,0 0 1,0-1-1,0 1 0,0 0 1,0-1-1,0 1 0,0 0 0,0 0 1,0 0-1,0 0 0,1 0 0,-1 0 1,0 0-1,1 0 0,-1 0 1,1 0-1,-1 0 23,-7 24-1310,1-1-1,0 1 1,-1 22 1310,5-32-1066,-10 52-5993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12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457 82 11618,'0'0'3112,"0"0"-474,0 0-444,0 0-595,-35-15-274,-116-42-347,145 55-936,0 0 0,0 0 1,0 1-1,-1 0 0,1 0 1,-1 0-1,1 1 1,0 0-1,-1 0 0,1 1 1,-1 0-1,1 0 0,0 0 1,0 1-1,0 0 0,-1 0 1,-1 2-43,-1 1 25,1 0 0,0 1 0,0 1 0,1-1 0,0 1 0,0 0 0,0 1 0,0 1-25,4-5 13,-6 7 1,0 1-1,1 0 1,1 0-1,0 1 1,1-1-1,0 1 0,1 1 1,0-1-1,-2 11-13,2 3 14,0 0 0,2 0 1,1 0-1,1 17-14,1-36 1,1 0-1,-1 0 1,1 0 0,1 0 0,-1 0 0,1 0 0,1-1 0,0 1 0,0-1 0,0 1 0,1-1 0,0 0 0,0 0 0,0-1 0,1 1-1,0-1 1,1 0 0,0 0 0,-1-1 0,2 0 0,-1 0 0,1 0 0,-1-1 0,1 0 0,0 0 0,1 0 0,-1-1 0,1-1 0,-1 1-1,1-1 1,0 0 0,0-1 0,3 1-1,12 1-123,0 0 0,0-2 0,0 0 0,0-2 0,12-2 123,-24 2-316,0-1 0,0 0 0,-1 0 0,1-2 0,-1 1 0,0-1 1,0-1-1,0 0 0,0 0 0,-1-1 0,0 0 0,7-6 316,-4 0-1091,-1 0 0,0-1 0,0 0 0,-2-1 0,0 0 1,0 0-1,4-13 1091,6-27-5674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12.3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19 644 5113,'34'-228'2291,"-33"213"-1733,0 0-1,0 0 1,-1 0-1,-1 0 0,-1 0 1,0 0-1,-1 0 1,-1-1-558,-5-24 1883,6 19-964,-17-115 2831,14 53 2933,3 789-3853,2-678-2948,0-9 117,1 1 0,0-1 0,2 0 0,0 0-1,2 4 2,-3-17-212,1-1 0,0 0-1,0 1 1,0-1 0,1 0-1,-1 0 1,1-1-1,0 1 1,1 0 0,-1-1-1,1 0 1,0 0 0,0 0-1,0 0 1,0-1 0,1 1-1,-1-1 1,1 0-1,4 1 213,33 11-5870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12.7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123 0 7258,'0'0'7956,"0"0"-5282,-7 28-1074,-19 79 656,4 0 0,2 22-2256,18-108 241,-2 16 42,1-1 0,1 0-1,2 1 1,2-1 0,4 16-283,-4-43 13,1 0 1,0 0-1,0-1 0,1 0 1,0 1-1,1-1 0,0 0 1,0-1-1,1 0 0,0 1 1,0-2-1,1 1 0,-1-1 1,1 0-1,7 4-13,1 1-35,1-1 0,0 0 0,0-2 0,1 0 0,0-1 0,1 0-1,8 1 36,-20-6-208,1 0 0,-1-1 0,1 0-1,0 0 1,0-1 0,-1 0 0,1 0-1,0 0 1,2-1 208,-6 0-376,0 1 0,0-1 0,0 0 0,0 0-1,-1-1 1,1 1 0,0-1 0,-1 1 0,1-1 0,-1 0 0,1 0-1,-1 0 1,2-1 376,17-28-6730</inkml:trace>
  <inkml:trace contextRef="#ctx0" brushRef="#br0" timeOffset="1">1 557 15363,'0'0'2881,"0"0"-697,0 0-551,0 0-1569,0 0-64,189-66-984,-90 45-2785,-10 1-4249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27.1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136 1 11779,'0'0'4510,"0"0"-1687,0 0-560,0 0-968,0 0-688,-1 34 146,-2 469 1657,0-409-2311,-4 0 0,-4-1-1,-14 51-98,25-144-37,0 1 0,0-1 0,0 1-1,0-1 1,0 1 0,-1-1-1,1 1 1,0-1 0,0 1 0,0-1-1,-1 0 1,1 1 0,0-1 0,0 1-1,-1-1 1,1 0 0,0 1-1,-1-1 1,1 0 0,-1 1 0,1-1-1,0 0 1,-1 0 0,1 1 0,-1-1-1,1 0 1,-1 0 0,1 0-1,-1 0 1,1 1 0,-1-1 0,1 0-1,-1 0 1,1 0 0,-1 0 0,1 0-1,-1 0 1,1 0 0,-1 0-1,1-1 1,0 1 0,-1 0 0,1 0-1,-1 0 1,1 0 0,-1-1-1,1 1 1,-1 0 0,1 0 0,0-1-1,-1 1 38,-19-17-3074,-2-11-3964,-3-2-5845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27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0 197 12883,'0'0'4049,"0"0"-2785,0 0-328,0 0-592,0 0-216,212-89-88,-133 71-40,44-15-616,-21 6-1848,-9-2-6634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48.5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3792 10906,'0'0'1575,"0"0"-628,0 0 275,29-25-319,88-86 138,29-43-1041,1009-1095 337,-1080 1169-328,823-833-58,45-49 1313,-891 907-1004,-19 22 43,-1-1 0,-2-1 1,-2-2-1,-1 0 0,8-18-303,-35 55 19,0-1 0,0 1 0,0 0 0,0-1 1,0 1-1,0 0 0,0-1 0,0 1 0,1 0 0,-1 0 0,0-1 0,0 1 1,0 0-1,0-1 0,-1 1 0,1 0 0,0-1 0,0 1 0,0 0 0,0 0 1,0-1-1,0 1 0,0 0 0,0-1 0,-1 1 0,1 0 0,0 0 1,0-1-1,0 1 0,-1 0 0,1 0 0,0 0 0,0-1 0,-1 1 0,1 0 1,0 0-1,0 0 0,-1 0 0,1-1 0,0 1 0,-1 0 0,1 0 0,0 0 1,0 0-1,-1 0 0,1 0 0,0 0 0,-1 0 0,1 0 0,0 0 0,-1 0 1,1 0-1,0 0 0,-1 0 0,1 0 0,0 0 0,0 1 0,-1-1 1,1 0-1,0 0 0,-1 0 0,1 0 0,0 0 0,0 1 0,0-1 0,-1 0-19,-20 7-30,18-6-61,0 0-1,1 1 0,-1-1 1,0 1-1,1-1 0,-1 1 1,1 0-1,0 0 1,-1 0-1,1 1 0,0-1 1,0 0-1,0 1 1,1-1-1,-1 1 0,1 0 1,-1 0-1,1-1 0,0 1 1,-1 2 91,5 3-2957,8-6-1767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48.8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41 187 9658,'0'0'2601,"-7"33"-598,3-13-1655,-6 28 609,2-1 0,2 1 0,1 47-957,5-83 151,0 0 0,1 0 0,0 0 0,1-1 0,0 1 0,1 0 0,0-1 0,5 10-151,-6-16 61,1 0-1,-1-1 0,1 1 0,1-1 1,-1 0-1,0 1 0,1-2 1,0 1-1,0 0 0,0-1 0,1 0 1,-1 0-1,1 0 0,-1 0 1,1-1-1,0 1 0,0-1 0,0-1 1,0 1-1,5 0-60,2 1 76,1-1 1,-1-1-1,1 0 1,0-1-1,-1 0 0,1-1 1,-1 0-1,1-1 0,-1 0 1,1-1-1,-1-1 1,4-1-77,1-2 31,1-1-1,-1-1 1,0 0 0,-1-1 0,0-1 0,-1-1 0,0 0 0,0-1-31,4-5-1,-1-1 0,-1-1 0,0 0 0,-1-1 0,-2-1 0,0-1 0,-1 0 0,-1 0 0,-2-1 0,0-1 0,-2 0 0,0-1 1,-4 12 19,-1-1-1,0 0 1,-1 0-1,-1 0 0,0 0 1,-1 0-1,-1-1 1,0 1-1,-1 0 1,-1-4-19,1 13 16,0 0 1,-1 1-1,1-1 1,-1 1 0,0-1-1,0 1 1,-1 0-1,0 1 1,0-1-1,0 0 1,0 1-1,-1 0 1,1 0 0,-1 0-1,0 1 1,0 0-1,0 0 1,-1 0-1,1 0 1,-1 1-1,0 0 1,0 0 0,1 0-1,-1 1 1,0 0-1,0 0 1,-1 1-1,1 0-16,-24-2-69,0 2-1,0 1 0,0 2 1,1 0-1,-1 2 0,1 2 1,0 0-1,-21 10 70,-92 37-2550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57.4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1 114 11979,'0'0'3951,"0"0"-1122,0 0-576,0 0-872,0 0-637,0 0-209,25-5-110,208-32 827,-191 32-1052,0-1 1,-1-2-1,-1-2 0,1-2 0,33-15-200,-104 26 533,4-1-2122,14 5-5836,12 0-4099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58.6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0 13619,'0'0'2239,"0"0"-737,0 0-42,0 0-324,-3 37 142,-21 258 1412,13-176-1759,6-1 0,7 84-931,-1-186 13,2 0 1,0-1-1,1 1 1,0-1-1,1 1 1,7 12-14,-9-21 7,0 0 0,0-1 0,1 1 0,1 0 0,-1-1 0,1 0 0,0 0 0,0-1 0,0 1 0,1-1 0,0 0 0,0-1 0,1 1 0,-1-1 0,1 0-7,-6-3-34,0-1 0,0 1 0,0-1 0,1 1-1,-1-1 1,0 0 0,0 1 0,0-1 0,0 0 0,1 0-1,-1 1 1,0-1 0,0 0 0,0 0 0,1-1 0,-1 1-1,0 0 1,0 0 0,0 0 0,1-1 0,-1 1 0,0-1-1,0 1 1,0-1 0,0 1 0,0-1 0,0 0-1,0 1 1,0-1 0,0 0 0,0 0 0,0 0 0,-1 0-1,1 0 1,0 0 0,-1 0 0,1 0 0,0 0 0,-1 0-1,1 0 1,-1 0 0,0 0 0,1 0 0,-1-1 34,2-7-863,0 0 1,-1 0 0,0 0-1,0 0 1,-1-7 862,0 6-1534,1-30-4502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58.9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1 343 14283,'0'0'4841,"0"0"-2568,0 0-833,0 0-832,0 0-272,211-137-168,-148 98-96,-7 1-72,4-13-672,-20 12-4145,-7 1-8450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59.2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 8386,'0'0'3040,"0"0"-148,0 0-541,0 0-799,0 0-177,0 0-327,25-4-458,77-11-279,-99 14-303,0 1 1,0 0 0,-1 0 0,1 0-1,0 0 1,0 1 0,-1-1-1,1 1 1,0 0 0,-1 0 0,1 0-1,-1 0 1,1 0 0,-1 0 0,1 1-1,-1-1 1,0 1 0,1 0 0,-1-1-1,0 1 1,0 0 0,-1 0-1,1 0 1,0 1 0,-1-1 0,1 0-1,-1 1 1,0-1 0,1 1 0,-1-1-1,-1 1 1,1 0 0,0-1-1,-1 1 1,1 0 0,-1 1-9,2 1 15,1 12 100,0-1 1,-1 1-1,-1 0 1,0 0-1,-1 0 1,-1 0-1,-1-1 1,0 1-1,-1 0 1,-1-1-1,0 1 1,-1-1-1,-1-1 1,-1 1-1,-4 7-115,6-15 18,1 0 0,0 1 0,0 0 0,1 0 0,0 0 0,1 0 0,0 0 0,0 1 0,1 2-18,23-11 1099,2-2-891,-14 1-204,-1-1-1,1 1 0,0 1 1,0 0-1,7 2-3,-14-2-265,0 0 0,0 0 0,-1 0 0,1 0 0,0 0 0,-1 1-1,1-1 1,-1 1 0,1 0 0,-1 0 0,0 0 0,0 0 0,1 1 265,11 17-5210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59.6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0 140 13067,'0'0'2072,"0"0"-415,0 0 2279,0 0-2775,232-21-385,-136-5 120,3-4-192,-6 6-288,-14 6-184,-13 3-136,-16 9-88,-11 6-8,-12 0-72,-11 0-696,-16 9-1248,0 6-2281,-9-3-7130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59.9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0 169 12579,'0'0'4013,"0"0"-2353,0 0-146,0 0-569,32-25-525,101-78-65,-125 97-298,0 0 1,1 1-1,0 0 0,0 0 1,0 1-1,8-2-57,-12 5 27,-1 0-1,1 0 1,0 1 0,-1-1 0,1 1-1,0 1 1,0-1 0,2 1-27,3 0 34,-9 0-33,0-1 0,0 0 0,0 1 0,0-1 0,0 1-1,-1-1 1,1 1 0,0-1 0,0 1 0,-1 0 0,1-1 0,0 1 0,-1 0 0,1 0-1,-1 0 1,1-1 0,-1 1 0,1 0 0,-1 0 0,1 0 0,-1 0 0,0 0 0,0 0-1,0 0 1,1 0 0,-1 0 0,0 0 0,0 0 0,0 0-1,0 38 27,0-27-9,-1-2-8,0 1-1,0 0 1,-1-1 0,-1 1 0,0-1 0,0 1 0,-1-1 0,0 0 0,-1 0-10,-52 88 51,29-53-22,-5 9-1,13-24 39,2 1 0,1 1 0,1 0 0,-2 12-67,18-43 45,-1 0 0,1 0 0,-1 1 0,1-1 0,0 0 0,-1 0 0,1 1 0,0-1 0,0 0 0,0 0 0,0 1 0,0-1 0,1 0-1,-1 1 1,0-1 0,1 0 0,-1 0 0,0 0 0,1 1 0,-1-1 0,1 0 0,0 0 0,-1 0 0,1 0 0,0 0 0,0 0 0,0 0-45,1 1 68,1 0 0,-1-1 0,1 1 0,0-1 0,-1 0 0,1 1 0,0-1 0,0-1 0,0 1 0,0 0 0,0-1 0,0 1-68,17 1 247,0-1 0,0-1 0,19-2-247,-19 0 60,7 0 38,-1-2-1,1-1 0,-1-1 1,21-8-98,-22 7-269,-1 0 0,1 1 0,0 2 0,0 1 1,15-1 268,-11 4-2874,-8 0-2716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53.5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5 10962,'0'0'3052,"0"0"-313,0 0-260,0 0-736,0 0-381,0-4-221,-11 324 1812,-1-145-2718,8 0 1,9 50-236,-4-202 22,2-1-1,0 1 1,1-1 0,1 0 0,1 0 0,1 0 0,1-1-1,6 12-21,-13-32-2,-1 1-1,1-1 0,-1 0 0,1 1 0,0-1 0,-1 1 0,1-1 0,0 0 0,0 0 0,0 0 0,0 1 0,0-1 1,0 0-1,0 0 0,1 0 0,-1 0 0,0-1 0,0 1 0,1 0 0,-1-1 0,1 1 0,-1 0 0,0-1 0,1 0 1,-1 1-1,1-1 0,-1 0 0,1 0 0,-1 0 0,1 0 0,0 0 0,-1 0 0,1 0 0,-1 0 0,1-1 0,-1 1 1,0 0-1,1-1 0,-1 1 0,1-1 0,-1 0 0,1 0 3,1-2-146,0 1-1,0-1 1,0 0-1,-1 0 1,1 0-1,-1 0 1,0 0-1,0 0 1,0 0 0,0-1-1,-1 1 1,1-1-1,-1 0 1,0 1-1,0-5 147,3-64-7876,-4 54 4268,0-1-2247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6:53.9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0 226 13235,'0'0'3136,"0"0"-655,0 0-873,0 0-1007,0 0-113,0 0 240,169-86-168,-113 62-272,-3 1-168,-3 2-120,-1 3-392,24-3-1425,-13 3-2864,-4 3-4953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00.6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51 1 11450,'0'0'2774,"0"0"-808,0 0-575,0 0-707,0 0-468,-5 11 530,2 9 100,2-1 0,0 1 0,1-1 0,2 7-846,-1 43 907,-22 200 516,-2 74-909,32 328 605,5-476-559,9-2 0,25 87-560,-10-125 183,9 2-183,7 30-16,-37-126-388,3-1 1,3-1 0,14 25 403,-5-22-4898,26 37 4898,20 11-9270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01.5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13003,'0'0'2604,"0"0"-433,0 0-433,0 0-886,0 0-336,0 0 269,4 5 199,40 70 2084,20 44-3068,-26-45 350,43 86-101,-8 3 0,-6 2 0,-8 4 0,-8 2 0,-7 2 0,-3 25-249,-26-98 207,-5 2 0,-4-1 1,-5 1-1,-4 0 0,-5 0 0,-4-1 1,-4 0-1,-5-2 0,-4 0 1,-4-1-1,-12 16-207,12-26 249,17-48-118,-3 1 0,-1-2 0,-13 23-131,37-73-962,1 1 0,0 1 1,1 0-1,0 0 1,0 1-1,7-5 962,38-27-8153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02.0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 13707,'0'0'1932,"0"0"-431,0 0 873,0 0-1132,0 0-881,0 0-253,-1 13 78,0 12 289,1 0 1,2-1-1,0 1 0,2 0 0,5 18-475,41 138 2126,-15-62-1633,24 140 179,-12 4 0,-4 64-672,25 156 1075,-41-294-416,-9 2 1,-6 158-660,-12-62-1317,-2-298-723,-6-12-2862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03.5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0 11666,'0'0'2488,"0"0"-523,0 0-43,0 0-630,0 0-735,0 0-352,0 15 92,-1 80 579,3 187 1106,-2-268-1944,2 0-1,0 0 1,1 0-1,0 0 1,1 0-1,0-1 1,6 11-38,-9-20 5,1 0 1,0 0-1,0 0 0,1 0 1,-1 0-1,1-1 1,0 1-1,0-1 0,0 1 1,0-1-1,1 0 1,-1-1-1,1 1 0,0 0 1,0-1-1,0 0 1,0 0-1,0 0 0,0 0 1,0-1-1,1 0 1,-1 0-1,1 0 0,-1 0 1,1-1-1,-1 1-5,4-1-88,-1 0-1,1 0 1,-1-1 0,0 0-1,1 0 1,5-2 88,-10 1-345,0 1 0,0-1 0,0 0 0,0 0 0,0 0-1,-1 0 1,1 0 0,0-1 0,-1 1 0,0-1 0,0 1 0,1-1 0,-2 0 0,1 0-1,1-2 346,7-13-5183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03.8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0 122 11602,'0'0'3033,"0"0"-360,0 0-673,0 0-1392,0 0-240,0 0-160,182-59-208,-119 35-64,-13 3-3896,-11 3-10644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04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42 13235,'0'0'2184,"0"0"-1055,0 0-25,0 0-792,0 0-232,0 0-80,185-41-600,-162 41-601,-7 0-4216</inkml:trace>
  <inkml:trace contextRef="#ctx0" brushRef="#br0" timeOffset="1">116 316 13451,'0'0'3769,"0"0"-1913,0 0-792,0 0-720,0 0-200,186-71-128,-143 56-16,23-6-880,-17-6-2905,-2 6-6681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04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 4521,'0'0'7840,"0"0"-5116,0 0-1068,0 0 179,4 30-379,15 100-385,-18-124-975,1 0 0,-1-1 1,1 1-1,0 0 0,0-1 0,0 1 0,1-1 0,0 0 1,0 0-1,0 0 0,1 0 0,0-1 0,0 1 0,0-1 1,4 4-97,-3-5 57,-1-1 1,0 1 0,1-1 0,-1 0 0,1 0 0,-1-1 0,1 1 0,0-1 0,0 0 0,0-1-1,0 1 1,0-1 0,-1 0 0,1 0 0,2 0-58,5-2 63,1 0 0,0-1 0,0-1 0,-1 0 0,0 0 0,0-1 1,0-1-1,-1 0 0,1-1 0,-1 0 0,2-2-63,2-2 23,0-2 1,-1 1-1,-1-2 1,0 0-1,1-2-23,-9 10 2,-1 0 0,0 0 0,0-1 0,-1 1 0,1-1 0,-1 0 0,-1 0 0,1 0-1,-1 0 1,-1-1 0,1 1 0,-1 0 0,0-1 0,-1 0-2,0 6-8,-1 0 0,1 0 0,-1 0 1,1 0-1,-1 0 0,0 0 0,1 0 0,-1 0 0,0 0 1,-1 1-1,1-1 0,0 0 0,0 1 0,-1-1 0,1 1 1,-1 0-1,1-1 0,-1 1 0,1 0 0,-1 0 1,0 0-1,0 0 0,0 0 0,1 0 0,-1 1 0,0-1 1,0 0-1,0 1 0,0 0 0,0-1 0,0 1 0,0 0 1,-1 0 7,-15-2-172,-1 1 1,1 0-1,-15 2 172,6 0-275,3-1-721,0 2 1,-1 0 0,1 2 0,0 1 0,-4 2 995,-30 9-5865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05.1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 5761,'0'0'4077,"0"0"-2269,0 0-64,0 0-132,0 0-324,0 0-101,5-4-5,-5 3-1152,0 1 0,0-1 0,0 1 1,0-1-1,1 1 0,-1-1 0,0 1 1,0-1-1,1 1 0,-1 0 1,0-1-1,1 1 0,-1 0 0,0-1 1,1 1-1,-1 0 0,1-1 0,-1 1 1,0 0-1,1 0 0,-1-1 0,1 1 1,-1 0-1,1 0 0,-1 0 0,1 0 1,-1 0-1,1 0 0,-1 0 0,1 0 1,-1 0-1,1 0 0,-1 0 0,1 0 1,-1 0-1,1 0 0,-1 0 0,1 0 1,-1 1-1,1-1 0,-1 0 1,0 0-1,1 0 0,-1 1 0,1-1 1,-1 0-1,0 1 0,1-1 0,-1 0 1,0 1-1,1-1 0,-1 1 0,0-1 1,1 0-1,-1 1 0,0-1 0,0 1 1,0-1-1,1 1 0,-1-1 0,0 1 1,0-1-1,0 1 0,0-1 0,0 1 1,0-1-1,0 1 0,0-1 1,0 1-31,1 56 1835,-2-25-1172,-1 64 577,0-34-770,2 0 0,7 43-470,-5-90 23,1 0-1,0-1 1,2 1-1,-1-1 1,2 0-1,0 0 0,2 4-22,-5-14-37,-1 1-1,0-1 0,1 0 1,0 0-1,0 0 1,0-1-1,0 1 0,1-1 1,-1 0-1,1 0 0,0 0 1,0 0-1,0 0 0,0-1 1,0 0-1,1 0 0,-1 0 1,1 0-1,-1-1 0,1 0 1,0 0-1,-1 0 0,1 0 1,0-1 37,-3 0-88,-1 0 1,1-1 0,0 1 0,-1-1 0,1 1 0,-1-1 0,0 1 0,1-1-1,-1 0 1,1 0 0,-1 1 0,0-1 0,0 0 0,1 0 0,-1-1 0,0 1-1,0 0 1,0 0 0,0 0 0,0-1 0,-1 1 0,1-1 0,0 1 0,-1 0-1,1-1 1,-1 1 0,1-1 0,-1 1 0,1-1 0,-1 0 0,0 1 0,0-1-1,0 0 88,1-67-4201,-2 48 1283,1-21-5325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05.4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0 345 11723,'0'0'3992,"0"0"-1983,0 0 255,0 0-1440,0 0-696,179-59-128,-106 29-536,13-14-808,-23 8-1569,-14 3-12122</inkml:trace>
  <inkml:trace contextRef="#ctx0" brushRef="#br0" timeOffset="1">506 99 15931,'0'0'2457,"0"0"-809,0 0-343,0 0-913,0 0-288,0 0-104,196-99-104,-173 99-1593,-7 0-3240,-12 12-7497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05.8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12827,'113'187'1896,"-113"-187"73,13 0 1167,24-6-2112,9-12-719,7 0-209,0 3-96,-7 7-96,10-1-1185,-9 6-2536,-14 0-4952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06.1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81 12139,'0'0'3540,"0"0"-1451,0 0-213,0 0-857,0 0-487,0 0-133,6-13-28,20-39 7,-25 51-341,0 0-1,0 0 1,0 0-1,0-1 1,0 1-1,0 0 1,0 1-1,0-1 0,1 0 1,-1 0-1,0 0 1,0 1-1,1-1 1,-1 0-1,1 1 0,-1 0 1,1-1-1,-1 1 1,0 0-1,1-1 1,-1 1-1,1 0 1,-1 0-1,1 0 0,-1 1 1,1-1-1,-1 0 1,1 0-1,-1 1 1,1-1-37,5 1 171,-1 0-137,1 0 1,-1 0-1,0 0 0,0 1 1,0 0-1,0 0 1,0 1-1,-1-1 0,1 1 1,-1 1-1,0-1 1,1 1-1,-1 0 0,-1 0 1,1 0-1,-1 0 1,0 1-1,0 0 1,0 0-1,0 0 0,2 5-34,8 13 4,-2 1 0,0 0 0,-2 0 1,4 14-5,3 13 110,-13-35-74,0 0 0,1 0-1,1-1 1,1 0 0,0 0 0,1 0-1,1-1 1,0 0 0,8 9-36,-15-21-51,0 0-1,0 0 1,1 0 0,-1-1 0,0 1 0,0-1 0,1 1 0,-1-1 0,1 0 0,0 0 0,-1 0 0,1 0 0,0 0-1,-1-1 1,1 1 0,0-1 0,0 0 0,-1 1 0,1-1 0,0-1 0,0 1 0,0 0 0,-1-1 0,1 1 0,0-1 0,0 0-1,-1 0 1,1 0 0,-1 0 0,1-1 0,-1 1 0,1-1 0,-1 1 0,0-1 0,0 0 0,0 0 0,0 0 0,0 0-1,0 0 1,1-2 51,2-2-829,1-1 0,-1 0 0,0 0 0,-1 0 0,0-1-1,1-3 830,-2 5-1643,0-1-1,-1 0 1,0 0-1,0 0 1,0-1-1,-1-3 1644,0-8-7715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06.5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476 0 10122,'0'0'7346,"0"0"-6010,0 0 929,0 0-1305,0 0-704,0 0-160,-205 212-80,142-108 32,1 6-48,-1 27-816,16-30-3873,11-21-9610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09.3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99 14403,'0'0'2497,"0"0"-289,0 0-280,0 0-1199,0 0-209,0 0-208,165-33-72,-99 12 24,4 10-64,-7-4-112,-4 9-80,-3 0-8,-3 0-96,-13 6-896,-13 0-1713,-14 0-1928,-13 0-4129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09.7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1 140 15755,'0'0'2497,"0"0"-841,0 0 393,0 0-1377,0 0-528,0 0-144,248-107-496,-172 86-1929,-3 9-3096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11.5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1 171 9138,'0'0'1858,"0"0"49,0 0-460,0 0-712,0 0-133,0 0 70,4-20-25,16-64-20,-19 81-602,0-1 0,0 1 0,0 0 0,1-1 0,0 1 0,-1 0 1,1 0-1,0 0 0,0 0 0,0 1 0,1-1 0,-1 0 0,1 1 0,-1-1 0,1 1 0,0 0 0,0 0 0,0 0 0,0 1 0,0-1 0,1 1 0,-1-1-25,5 0 52,0 0 0,0 1-1,0 0 1,0 0-1,0 1 1,0 0-1,4 1-51,2-1 19,-11 0-19,0 0-1,0 1 1,0 0 0,0-1 0,0 1-1,-1 0 1,1 0 0,0 1-1,0-1 1,-1 0 0,1 1 0,-1 0-1,0 0 1,1 0 0,-1 0 0,0 0-1,0 0 1,0 0 0,0 0-1,0 1 1,0 0 0,6 10-3,-1 0 0,0 1 0,5 12 3,0 0-1,50 91 306,6-3 1,55 68-306,-120-178-25,0 0 0,0 0 0,0-1 0,1 1 0,-1-1 0,1 1 0,0-1 0,0-1 0,0 1 0,0 0 0,1-1 0,-1 0 0,1 0 0,-1 0 0,1-1 0,0 1 0,0-1 0,0 0 0,-1-1 0,1 1 0,0-1 0,3 0 25,-4-1-2716,-4-4-3103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11.9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485 0 4761,'0'0'5216,"0"0"-2992,-21 30-261,-138 214 799,109-162-929,-4-2 0,-3-2-1,-4-3 1,-16 13-1833,72-81-381,11-8-712,19-11-2096,-17 8 1874,30-11-5009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12.2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42 8634,'0'0'7417,"0"0"-4928,0 0 32,0 0-913,0 0-792,0 0-160,0 0-144,90-3-200,-37-3-152,-1-6-104,-2 9-48,3 0-8,23 1-1264,-13-4-1737,-3 0-4272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12.9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0 9602,'0'0'2798,"0"0"-333,0 0-325,0 0-1048,0 0-746,0 0-224,-7 1-28,5 0-74,0-2-11,0 1 0,-1 0 0,1 0 0,0 0 0,0 1 0,0-1 0,0 0 0,0 1 0,0-1 0,0 1 0,0 0 0,0 0 0,0 0 0,0 0 0,0 0 0,0 0 0,0 0-9,2 0 284,0-1 132,0 0 27,0 0 9,0 0 11,0 0 50,0 0-13,0 0-108,0 0-122,0 0-90,0 0-33,0 0-14,0 0-24,0 0-30,0 0-8,0 0-5,0 0 13,0 0 33,0 0 13,9 1-83,1 1-1,-1 0 1,0 0-1,1 1 0,-1 0 1,0 0-1,-1 1 1,1 0-1,-1 1 0,1 0 1,-2 0-1,1 1 0,0 0 1,-1 0-1,0 1 1,-1 0-1,1 0 0,-1 0 1,4 9-42,13 16-12,-2 1 1,-2 2-1,-1-1 1,3 12 11,13 48 11,-28-73-5,1 1 0,0-2 1,2 1-1,0-1 0,2 0 0,0-1 1,1-1-1,2 2-6,-8-14 2,0 0-1,0-1 1,1 0 0,0 0-1,0-1 1,0 0 0,5 3-2,16-1-4525,-28-7-37,0-6-3709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13.3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507 1 888,'0'0'8354,"0"0"-4721,0 0-1438,-27 29-453,-89 103-458,93-103-640,1 1 1,1 0-1,-5 14-644,-1 2 707,-199 334 2549,211-350-3167,11-16-283,8-12 20,6-11-347,31-47-2476,-9 9-2321,4-9-5550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13.6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66 12331,'0'0'1619,"0"0"-303,0 0-404,34-11-536,110-32-204,-138 40-153,1 1 0,-1 0 1,0 1-1,1 0 0,-1 0 0,1 0 0,0 0 0,-1 1 0,1 1 1,-1-1-1,1 1 0,4 1-19,-10-1 18,1 0 1,-1 0 0,1 1-1,-1-1 1,0 1-1,1-1 1,-1 1 0,0 0-1,0-1 1,0 1 0,0 0-1,0 0 1,-1 0-1,1 0 1,-1 0 0,1 0-1,-1 0 1,1-1-1,-1 1 1,0 0 0,0 0-1,0 1 1,0-1 0,-1-1-1,1 1 1,0 1-19,-1 3 176,1 0 0,-1 0 0,0 0 0,-1 0 0,1 0 0,-1 0 0,0 0 0,-1 0 0,1-1 0,-1 1 0,-2 2-176,-44 57 1197,18-27-780,10-9-39,1 1 1,1 0-1,-6 16-378,19-32 166,0 1-1,0-1 1,1 1 0,1 0-1,1 0 1,0 1-1,1-1 1,1 0 0,0 5-166,0-17 34,1-1 0,0 1 1,0 0-1,0 0 1,0 0-1,0 0 0,1-1 1,-1 1-1,1 0 1,0 0-1,0-1 0,0 1 1,0 0-1,0-1 0,1 1 1,-1-1-1,1 0 1,-1 1-1,1-1 0,2 2-34,1-2 36,-1 0 0,1 0-1,0 0 1,0-1 0,0 0-1,0 0 1,1 0 0,-1-1 0,0 1-1,0-1 1,3-1-36,52 0 127,20 1-733,-32 8-3136,-26 1-1858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14.1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1 167 12187,'0'0'3083,"0"0"-429,0 0-107,0 0-673,0 0-671,42-9-376,-3 1-655,253-62 846,-223 49-824,0 4 0,2 2 0,0 4 0,0 2 0,44 2-194,191 8-596,-301-1 366,33 5-651,-37-5 560,1 1 1,-1-1-1,0 1 0,0-1 0,0 1 0,0 0 1,0-1-1,0 1 0,0 0 0,0 0 1,0 0-1,0-1 0,0 1 0,-1 0 0,1 0 1,0 0-1,0 2 321,0 3-4836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14.6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 41 10642,'0'0'2591,"0"0"-386,0 0-14,0 0-673,0 0-562,29-7-509,91-23-241,-80 26-92,-39 4-110,0 1-1,0-1 1,1 0-1,-1 0 1,0 1-1,0-1 1,0 0-1,0 1 1,0-1 0,0 1-1,0 0 1,0-1-1,-1 1 1,1 0-1,0-1 1,0 1-1,0 0 1,0 0-4,0 2 4,0-1 0,-1 1 0,1-1 0,0 1 1,-1-1-1,0 1 0,1 0 0,-1-1 0,0 1 1,-1-1-1,1 1 0,0 0 0,-1-1 1,0 3-5,-1 13 33,2-8-16,-1-1 1,-1 0-1,0 0 1,0 0-1,0 0 1,-1 0-1,-1 0 0,0 0 1,0-1-1,0 0 1,-2 1-18,-14 22 96,-2 0 0,-7 5-96,-5 8 105,-5 4-3,-26 37 126,60-77-147,0 0 0,0 1 1,1 0-1,0 0 0,0 0 1,1 0-1,0 0 0,1 1 1,0 1-82,2-10 14,0 0 0,1-1 0,-1 1 0,0 0 0,1-1 0,-1 1 0,0 0 0,1-1 0,-1 1 0,1-1 0,0 1 0,-1-1 0,1 1 0,-1-1 0,1 0 0,0 1 0,-1-1 0,1 1 0,0-1 0,-1 0 0,1 0 0,0 0 0,-1 1 0,1-1 0,0 0 0,0 0 0,-1 0 0,1 0 0,0 0 0,0 0 0,-1 0 0,1 0 0,0-1-14,37 1 126,-27 0-9,41-3 309,1-1 0,-1-3 0,22-7-426,-67 13 3,15-4-9,-13 2-9,0 1 1,0 0-1,-1 0 1,1 1-1,0 1 1,1-1-1,-1 2 1,0-1-1,0 1 1,5 1 14,7 15-1162,-3-2-6341,-8-9-3723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35.8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95 137 13635,'0'0'1876,"0"0"-274,0 0 148,0 0-511,33-10-414,103-26-34,-134 35-744,0 0 0,0 1 0,1-1 0,-1 1 0,0 0-1,0 0 1,1 0 0,-1 0 0,0 0 0,1 0 0,-1 0 0,0 1 0,0-1 0,1 1 0,-1 0 0,0-1-1,0 1 1,0 0 0,0 0 0,0 0 0,0 1 0,0-1 0,0 0 0,-1 1 0,1 0 0,0-1 0,0 2-47,-1 0 121,1 1 1,-1-1 0,0 0 0,0 1-1,0 0 1,0-1 0,0 1 0,-1 0-1,0-1 1,0 1 0,0 1-122,0 2 264,0 0-182,0-1 0,-1 1 0,0-1 0,0 0 0,0 1 1,-1-1-1,0 0 0,0 0 0,-1 0 0,0 0 0,0 0 0,0-1 0,-1 1 1,1-1-1,-1 0 0,-1 0 0,1-1 0,-1 1 0,1-1 0,-1 0 0,-1 0 0,1 0 1,0-1-1,-1 1 0,0-2 0,0 1 0,0 0 0,-3 0-82,8-3 6,0 1 1,-1-1-1,1 0 0,-1 1 0,1-1 0,0 0 1,-1 0-1,1 0 0,-1 0 0,1 0 1,-1 0-1,1 0 0,-1-1 0,1 1 0,-1 0 1,1-1-1,0 1 0,-1-1 0,1 0 1,0 1-1,-1-1 0,1 0 0,0 0 0,0 0 1,0 0-1,0 0 0,0 0 0,0 0 1,0 0-1,0 0 0,0 0 0,0-1 0,1 1 1,-1 0-1,0-1 0,1 1 0,-1 0 1,1-1-1,0 1 0,-1-1 0,1 1 0,0-1 1,0 0-7,-2-11 0,0 1 1,1-1-1,1 0 0,1-12 0,-1 9 11,0 11-11,0 1 0,0-1 0,1 1 0,-1-1 0,1 1 0,0-1 0,0 1 0,0 0 0,1 0 0,0-1 0,0 1 0,0 0 0,0 0 0,0 1 0,1-1 0,0 0 0,-1 1 0,1 0 0,1-1 0,-1 1 0,0 1 0,1-1 0,0 0 0,-1 1 0,1 0 0,0-1 0,0 2 0,0-1 0,1 0 0,-1 1 0,0 0 0,1 0 0,-1 0 0,1 0 0,-1 1 0,0 0 0,1 0 0,-1 0 0,1 0 0,-1 1 0,1 0 0,-1 0 0,1 0 0,-3 0 3,0 0-1,1 0 1,-1 0 0,0 0-1,0 1 1,-1-1 0,1 1-1,0-1 1,0 1 0,-1 0-1,1-1 1,-1 1 0,1 0-1,-1 0 1,0 0 0,0 0-1,0 0 1,0 1 0,0-1-1,0 0 1,-1 0 0,1 1-1,-1-1 1,1 0 0,-1 1 0,0-1-1,0 0 1,0 3-3,1 8 72,-1 0 1,-1 0-1,0-1 0,-2 13-72,1-15 32,-1 0-1,-1 0 1,1-1-1,-1 1 0,-1-1 1,0 0-1,0 0 1,-1 0-1,0-1 1,0 0-1,-1 0 0,0 0 1,-1-1-1,-4 4-31,11-10 5,0-1-1,-1 1 1,1-1-1,0 1 1,0-1-1,0 1 1,-1-1-1,1 0 0,0 1 1,0-1-1,-1 0 1,1 0-1,0 0 1,0 0-1,-1 0 1,1 0-1,0 0 1,-1-1-1,1 1 0,0 0 1,0-1-1,0 1 1,-1-1-1,1 1 1,0-1-1,0 0 1,0 1-1,0-1 1,0 0-1,0 0 0,0 0 1,0 1-1,0-1 1,0 0-1,1 0 1,-1-1-1,0 1 1,1 0-1,-1 0 1,1 0-1,-1 0 0,1-1 1,-1 1-1,1 0 1,0 0-1,0-1 1,-1 1-5,-2-12 3,-1 1-1,1-1 1,1 0 0,0-6-3,1 11 7,-2-13-4,1 1 0,1-1-1,1 0 1,1 0 0,1-9-3,-1 28-2,0 0 0,0 0 0,0-1 0,0 1 0,1 0 1,-1 0-1,0 0 0,1 1 0,0-1 0,-1 0 0,1 0 0,0 1 1,0-1-1,0 1 0,0 0 0,0-1 0,0 1 0,0 0 1,0 0-1,1 1 0,-1-1 0,0 0 0,1 1 0,-1-1 0,0 1 1,1 0-1,-1 0 0,1 0 0,-1 0 0,1 0 2,1 0-2,1 0 1,-1 0-1,0 0 0,0 0 1,0 1-1,0 0 0,0 0 1,0 0-1,0 0 0,0 1 1,0-1-1,0 1 0,-1 0 1,1 0-1,-1 0 0,1 1 1,2 2 1,-2 1 3,-1-1 1,1 2 0,-1-1-1,0 0 1,-1 1 0,0-1-1,0 1 1,0-1-1,-1 1 1,0 0 0,0 0-1,-1 0 1,1 0 0,-2 0-1,1 0 1,-1-1 0,0 4-4,-1 2 22,0-1 0,-1 1 1,0-1-1,-1 1 0,0-1 0,-1 0 1,0-1-1,-1 1 0,-5 6-22,2-3 13,-2-2 0,1 1 1,-2-1-1,-7 6-13,16-15 3,-1 0 1,1 0 0,-1-1-1,1 1 1,-1-1 0,0 0 0,0 0-1,1 0 1,-2-1 0,1 1-1,0-1 1,0 0 0,0 0 0,-1-1-1,1 1 1,0-1 0,-1 0-1,1 0 1,-3 0-4,5-1 5,-1 0-1,1-1 1,-1 1 0,1 0-1,0-1 1,-1 1 0,1-1-1,0 0 1,0 0 0,0 0-1,0 0 1,1 0 0,-1 0-1,0 0 1,1-1 0,0 1-1,-1 0 1,1-1 0,0 1-1,0-1 1,0 0 0,0-1-5,-13-65 12,13 58-10,-4-39 5,2 0 0,3-44-7,1 88-1,-1 0 0,1 1-1,0-1 1,0 0 0,1 0 0,-1 1 0,1-1 0,1 1 0,-1 0 0,1-1 0,0 1-1,0 0 1,0 0 0,2 0 1,-3 2-3,0 1 0,0 0-1,0 0 1,1 0 0,-1 0 0,1 0-1,0 1 1,-1-1 0,1 1-1,0-1 1,0 1 0,0 0 0,0 0-1,0 1 1,0-1 0,0 0 0,0 1-1,0 0 1,1 0 0,-1 0-1,0 0 1,0 0 0,0 1 0,0 0-1,0-1 1,0 1 0,2 1 3,-1 0-1,-1 0 0,0 0 0,0 0 0,0 0 0,-1 0 0,1 1 0,-1 0 0,1-1 0,-1 1 0,0 0 0,0 0 1,0 0-1,0 0 0,0 1 0,-1-1 0,0 0 0,1 1 0,-1-1 0,0 1 0,-1 0 0,1-1 0,-1 1 0,1-1 0,-1 3 1,1 16 2,0 0 1,-2-1-1,-1 13-2,2-33 0,-2 12 1,0 0 0,-1 1 0,0-1 0,-1 0 0,-1-1 0,0 1 0,-1-1 0,0 0 1,-1 0-1,0-1 0,-1 1 0,0-2 0,-1 1 0,0-1 0,0-1 0,-11 9-1,18-16 2,0 0 0,0 0 0,0-1 1,-1 1-1,1 0 0,-1-1 0,1 0 0,-1 1 0,1-1 0,-1 0 0,0 0 1,1-1-1,-1 1 0,0 0 0,0-1 0,1 0 0,-1 0 0,0 0 0,0 0 0,0 0 1,0 0-1,-1-1-2,1 0-1,0-1 0,0 0 1,1 1-1,-1-1 0,0 0 1,1 0-1,0 0 0,-1-1 1,1 1-1,0-1 0,0 1 1,0-1-1,1 1 0,-1-1 1,1 0-1,-1 0 0,1 0 1,-5-14-14,0 1 0,2-1-1,0-1 1,0 1 0,2 0-1,0-11 15,-1 8-12,2 0-1,1-1 0,0 1 1,1 0-1,1-1 0,4-12 13,-5 28-4,1 1 0,-1-1 0,1 1-1,0 0 1,0-1 0,1 1-1,-1 0 1,1 0 0,0 1-1,0-1 1,0 1 0,0-1-1,1 1 1,-1 0 0,1 0-1,0 1 1,0-1 0,0 1 0,0 0-1,0 0 1,1 0 0,-1 0-1,1 1 1,-1-1 0,1 1-1,-1 1 1,1-1 0,0 1-1,-1-1 1,5 2 4,-5-2-3,-1 1 1,0 0-1,0 1 1,0-1-1,0 1 0,1-1 1,-1 1-1,0 0 1,0 0-1,0 0 1,0 1-1,-1-1 0,1 1 1,0-1-1,-1 1 1,1 0-1,-1 0 0,1 0 1,-1 0-1,0 1 3,2 2-1,0 0-1,-1 0 1,0 0 0,0 1-1,0-1 1,-1 1-1,0-1 1,0 1 0,0 0-1,0 3 2,1 9 1,-1 0-1,-1 0 1,0 1-1,-2-1 0,0 0 1,0 0-1,-2 2 0,1-12 1,0 0 0,0-1 0,-1 1-1,0 0 1,-1-1 0,0 0 0,0 1-1,0-2 1,-5 7-1,7-10 3,0 0 0,-1 0 0,1-1 0,-1 1 1,0 0-1,0-1 0,0 0 0,0 1 0,0-1 0,0-1 0,0 1 0,-1 0 0,1-1 0,-1 1 0,1-1 1,-1 0-1,0 0 0,1-1 0,-1 1 0,0-1 0,1 0 0,-4 0-3,4-1 1,0 0 0,0 0 0,0-1 1,0 1-1,1-1 0,-1 0 0,0 1 0,1-1 0,-1-1 0,1 1 0,0 0 0,0 0 1,0-1-1,0 1 0,0-1 0,0 0 0,1 0 0,0 1 0,-1-1 0,1 0 0,0 0 1,0-1-2,-21-73-105,21 73 98,-2-9-2,1-1-1,0 1 0,1 0 0,0-1 1,1 1-1,0-1 0,3-10 10,-3 21-2,1-1-1,0 0 1,0 0-1,0 1 1,0-1 0,1 0-1,-1 1 1,1 0-1,0-1 1,0 1-1,1 0 1,-1 0 0,0 0-1,1 0 1,0 0-1,0 1 1,0-1 0,0 1-1,0 0 1,0 0-1,1 0 1,-1 0-1,1 0 1,-1 1 0,1 0-1,-1-1 1,1 1-1,1 0 3,1 0-3,0 0-1,0 0 0,0 1 0,0-1 1,0 1-1,0 1 0,0-1 0,-1 1 1,1 0-1,0 0 0,2 1 4,-6-1 0,1 0-1,0 1 0,-1-1 1,1 1-1,-1-1 0,0 1 1,0 0-1,1-1 1,-1 1-1,0 0 0,0 1 1,-1-1-1,1 0 1,0 0-1,-1 1 0,0-1 1,1 1-1,-1-1 0,0 1 1,0 0-1,0 0 1,-1-1-1,1 1 0,0 1 1,0 11 24,1-1 0,-2 1 0,0-1-1,0 1 1,-2-1 0,0 1 0,0-1 0,-1 0-1,-1 0 1,-1 0 0,-2 5-24,5-12 4,-1-1 1,0 1-1,0-1 0,-1 0 1,1 0-1,-1 0 0,-1 0 1,1-1-1,-1 0 0,0 0 1,0 0-1,0 0 0,-1-1 0,0 0 1,0 0-1,0-1 0,0 1 1,0-1-1,-1-1 0,1 1 1,-1-1-1,0 0 0,0-1 1,-3 1-5,8-2 2,-1 0 0,1 0 0,-1 0 0,1-1 0,0 1 0,-1-1 0,1 1 0,-1-1 1,1 0-1,0 0 0,0 0 0,-1 0 0,1 0 0,0-1 0,0 1 0,0-1 0,0 1 0,0-1 0,1 0 1,-1 0-1,1 1 0,-1-1 0,1 0 0,-1-1 0,1 1 0,0 0 0,0 0 0,0 0 0,0-1 0,0 1 1,1-1-1,-1 1 0,1 0 0,0-1 0,-1 1 0,1-1-2,-2-16-4,0 0 0,1 0 0,1 0 0,2-11 4,-1 12 2,-1 13-4,0 0-1,0 1 1,1-1-1,0 0 1,0 0-1,0 1 1,1-1-1,0 0 1,-1 1-1,2 0 1,-1-1-1,0 1 1,1 0-1,0 0 1,0 0-1,0 1 1,0-1-1,1 1 1,-1 0-1,5-3 3,-3 3-2,0 0 0,0 0 0,0 1 0,0 0 0,1 0 0,-1 1 0,1-1 0,-1 1 0,1 0 0,0 1 0,-1-1 0,1 1 0,0 0 0,-1 0 0,1 1-1,0 0 1,-1 0 0,1 0 2,-2 1-2,1 0-1,-1 0 1,0 0 0,0 1-1,0-1 1,0 1-1,0 0 1,0 0-1,-1 0 1,0 1-1,1-1 1,-1 1 0,0 0-1,-1 0 1,1 0-1,-1 0 1,0 0-1,0 0 1,0 1-1,0-1 1,-1 1-1,0-1 1,0 1 0,0 0-1,-1 0 1,1 2 2,1 6 18,-1 1 1,0-1-1,-1 1 1,0 0-1,-2-1 0,1 1 1,-1 0-1,-4 11-18,1-14 32,0 0-1,0 0 1,-1-1 0,0 0-1,-1 0 1,0 0-1,0-1 1,-9 8-32,13-13 0,0 0 1,0-1 0,-1 0-1,1 0 1,-1 0-1,0 0 1,0 0 0,0-1-1,0 0 1,-1 0-1,1 0 1,0 0 0,-1-1-1,1 1 1,-1-1-1,0 0 1,1-1 0,-1 1-1,0-1 1,0 0-1,1 0 1,-1 0 0,0-1-1,0 0 0,2 0-46,0-1 0,1 0 0,-1 1 0,1-1-1,0 0 1,-1-1 0,1 1 0,0 0 0,0-1 0,0 1 0,1-1 0,-1 0-1,0 1 1,1-1 0,0 0 0,0 0 0,0 0 0,0 0 0,0 0 0,0-1 46,-1-6-767,-1-1 0,2 0 1,-1 0-1,1 0 0,1-1 767,1 12-277,-1 0-1,1 0 1,-1 0-1,1 0 1,0 0-1,-1 0 0,1 0 1,-1 0-1,1 0 1,-1 1-1,1-1 1,0 0-1,-1 0 1,1 0-1,-1 1 0,1-1 1,-1 0-1,1 1 1,-1-1-1,1 0 1,-1 1-1,1-1 0,-1 1 278,13 19-5431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42.3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0 100 4305,'0'0'10924,"0"0"-6894,0 0-1343,0 0-689,0 0-1090,17-15-532,-6 6-314,-3 1-3,0 1-1,0 0 0,1 1 0,-1 0 0,1 0 0,1 1 0,-1 0 0,1 0 1,0 1-1,0 1 0,0-1 0,1 2 0,-1-1 0,1 2-58,7-1 113,0 1 0,0 0-1,0 2 1,0 0 0,0 1-113,-11 0 16,-1-1 0,1 1 0,0 0 0,0 1 0,-1 0 0,0 0-1,1 0 1,-1 1 0,0-1 0,-1 1 0,1 1 0,-1-1 0,1 1 0,-1 1-16,11 12 35,0 1 0,-2 1 0,0 1 0,-2 0 0,0 1 0,-1 0 0,-1 0 0,-1 1 0,0 3-35,12 51 64,-2 0 0,-2 16-64,-3-15-167,25 75 167,-18-102-279,-20-49 75,0 0-1,0 0 1,0 0-1,0 0 1,0 0-1,0-1 1,1 1-1,-1 0 1,1-1-1,-1 1 1,1-1 0,0 1-1,-1-1 1,1 0-1,0 0 1,0 0-1,0 0 1,0 0-1,0 0 1,0-1 0,0 1-1,2 0 205,-3-4-4014,-1-12-1391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42.6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655 1 16508,'0'0'4232,"0"0"-2839,0 0 423,-162 184-568,86-82-455,-3-1-257,6-6-336,10-15-200,13-14-88,-13-10-889,17-14-2711,3-18-8459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43.0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279 1 7946,'0'0'10001,"0"0"-6170,0 0-2000,0 0-773,0 0-566,-21 30-208,-70 97-108,70-102-118,0 0 0,-2-1 0,-1 0-58,11-12 43,1 0 0,0 1-1,1 1 1,-5 7-43,14-19 14,1 0 0,-1 0 0,1 0 0,0 1 0,0-1 0,0 0 0,0 1 0,0-1 0,0 1 0,1-1 0,-1 1 0,1-1 0,0 1 0,-1 0 0,1-1 0,1 1 0,-1-1 0,0 1 0,0 0 0,1-1 0,0 3-14,1-2 9,0 0-1,0 0 1,0 0 0,0 0-1,0 0 1,0 0 0,1-1-1,-1 1 1,1-1 0,0 0 0,0 0-1,0 0 1,0 0 0,1 0-9,11 6 21,1-2 0,0 0-1,0-1 1,1 0 0,15 2-21,-8-4-8,-19-3-10,0 0 0,0 1 0,0-1 0,0 1 0,0 0 0,0 0 0,-1 1 0,1-1 0,0 1 0,-1 0 0,1 1 0,-1-1 0,0 1 0,0-1 0,0 1 0,0 1 0,0-1 0,2 3 18,-2 3-662,0 0-1,0 0 0,-1 1 1,0 0-1,-1-1 1,1 9 662,1 23-5429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43.3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973 90 3201,'0'0'14563,"0"0"-12315,0 0 705,0 0-1297,-181-48-752,108 34-351,-10 2-305,0 3-224,-6 3-24,3 6-312,0 0-609,-30 21-1463,20 11-2561,17 4-2657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43.6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16067,'0'0'4033,"0"0"-1864,0 0-1353,0 0 8,0 226 288,7-119-375,0 0-497,6-15-160,7-12-80,0-20-200,13-9-1025,-7-19-1607,-6-17-5866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44.0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397 1 14995,'0'0'4240,"0"0"-2613,0 0-420,-25 26-294,-167 168-221,173-175-654,-67 76 176,74-81-159,2 0-1,0 0 1,1 1 0,0 0 0,1 1 0,1 1-55,5-13 7,0 1 0,1-1 0,-1 1 0,1-1 0,0 1 0,1-1 0,-1 1 0,1 0 1,0-1-1,1 5-7,-1-7 1,0 0 0,1-1 1,-1 1-1,1-1 0,0 1 0,-1-1 1,1 1-1,0-1 0,0 1 0,0-1 1,0 0-1,0 1 0,0-1 0,0 0 1,1 0-1,-1 0 0,0 0 1,1 0-1,-1 0 0,0 0 0,1-1 1,-1 1-1,1 0 0,0-1 0,-1 1 1,1-1-1,-1 1 0,2-1-1,35 5 70,0-2-1,-1-1 1,1-2-1,17-3-69,35 0-578,-62 3-14,58 3-5372,-47 9-1643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44.3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523 0 9522,'0'0'7298,"0"0"-5730,0 0 1008,0 0-719,0 0-665,0 0-680,0 0-304,-245 33-80,159-27 64,10-6-56,16 0-88,21 0-48,22 0-120,17 0-632,7 0-1464,26 0-2321,7 0-4641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7:47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1 105 12779,'0'0'2300,"0"0"-630,0 0-570,0 0-128,0 0 281,0 0-76,23-17-377,73-50-238,-94 65-525,0 0 0,1 0 0,0 0 0,-1 0 0,1 0 0,0 1 0,0 0 1,0-1-1,0 1 0,0 0 0,0 0 0,0 1 0,0-1 0,0 1 0,1 0 0,-1-1 0,0 1 0,0 1 0,0-1 1,1 0-1,1 1-37,7 1 120,-9-1-111,0-1-1,1 1 1,-1-1 0,0 1 0,0 0 0,0 0 0,0 0 0,0 1 0,0-1 0,0 1 0,0-1-1,-1 1 1,1 0 0,-1 0 0,1 0 0,-1 1 0,0-1 0,0 0 0,1 2-9,1 2 10,-1-1 1,0 1-1,0 0 0,0 0 1,-1 0-1,0 0 1,0 1-1,-1-1 1,1 6-11,0 6 95,-1 0 1,0 1-1,-2-1 1,0 0-1,-1 1 1,-3 13-96,-7 9 165,-2-1 0,-2 0 0,-1-2 0,-2 0 0,-4 3-165,-24 52 56,-3 14-17,47-103-51,2-4-49,32-5-9,-22 3 70,0 0 1,0 1-1,0 0 0,0 1 0,0 0 0,0 0 0,1 1 0,-1 0 0,0 0 0,0 1 0,-1 1 0,1-1 0,0 1 0,-1 1 0,0 0 0,0 0 1,0 0-1,0 1 0,6 5 0,4 5 41,-8-5-54,1-2 0,0 1 0,0-2 0,0 1 0,4 0 13,-13-7 20,0 0 0,0 0-1,0 0 1,1 0 0,-1 0-1,1-1 1,-1 1 0,0-1 0,1 1-1,-1-1 1,1 0 0,-1 0 0,1 0-1,-1 0 1,0-1 0,1 1-1,-1-1 1,1 1 0,-1-1 0,0 0-1,1 0 1,-1 0 0,0 0-1,0 0 1,0 0 0,0-1 0,0 1-1,0-1 1,0 0 0,0 0-20,38-43 321,-28 30-303,0 0 0,2 0 0,-1 1 0,2 1 0,0 1 0,0 0 0,1 0 0,1 2 0,0 0 0,1 1-18,-4 5-73,-13 4-46,-1 0 0,0 0 0,1 0 0,-1 1 1,0-1-1,1 0 0,-1 0 0,0 0 0,0 0 0,1 0 0,-1 1 0,0-1 1,0 0-1,1 0 0,-1 0 0,0 1 0,0-1 0,0 0 0,1 0 0,-1 1 1,0-1-1,0 0 0,0 1 0,0-1 0,0 0 0,0 0 0,0 1 1,1-1-1,-1 0 0,0 1 0,0-1 0,0 0 0,0 1 0,0-1 0,0 0 1,0 1-1,-1-1 119,1 9-9610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07.8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103 1 784,'0'0'7819,"0"0"-4327,0 0-1781,0 0-432,0 0-293,0 8 1523,0 26-2386,0 40 333,-4-1 0,-2 1 0,-7 14-456,2 73 745,2-80-100,2 40-645,7-115 6,-7 107 368,-2 69-5,-5 77 325,5-147-592,4 260 621,6-226-630,0-137-88,0 0 0,1 0 0,-1 0-1,2 0 1,-1 0 0,3 4-5,-1-2 4,-1-1 0,-1 1 1,1 0-1,0 8-4,-1 16 1,-1-11-1,1-1 0,0 0 0,2 0 0,4 12 0,-4-19 5,-2-1 0,0 1 0,-1 0 1,0-1-1,-1 1 0,-1 6-5,0 19 74,-23-40-642,2-1-3713,1 0-7522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6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84 12995,'0'0'2872,"0"0"-927,0 0 439,0 0-847,229-36-465,-163 21-248,0 4-232,-7 2-368,-9 0-224,-17 6-488,-16 3-1168,-24 3-3609,-36 18 2856,-10 2-6481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6.7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0 152 9098,'0'0'3033,"0"0"-129,0 0-159,0 0-457,0 0-879,0 0-265,212-3-80,-146-9-416,0 0-424,-3-3-224,33-20-416,-16-1-1576,-14-3-4818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7.1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14307,'0'0'2665,"0"0"-688,0 0-270,0 0-681,0 0-347,0 0-102,31 21-34,103 70 73,-121-81-490,0 1 1,-1 0-1,0 1 0,0 0 0,-2 1 1,1 1-1,7 13-126,-1-2 123,1 0-26,-2 0 0,-1 0 0,-1 2 1,-1 0-1,9 28-97,-18-47 14,-2 1 1,1 0 0,-1 0-1,-1 0 1,1 0 0,-2 1-1,1-1 1,-1 0 0,-1 0-1,1 1 1,-2-1 0,1 0-1,-1 0 1,-1 0 0,1 0-1,-2 0 1,1-1 0,-1 0-1,0 1 1,-1-1 0,-1 2-15,-16 15 4,-1-1 0,-1-1 1,-1-1-1,-1-2 1,-1 0-1,0-1 0,-2-2 1,0-1-1,0-1 1,-3-1-5,14-9-648,18-9-1408,24-17-2619,20-10-3790</inkml:trace>
  <inkml:trace contextRef="#ctx0" brushRef="#br0" timeOffset="1">1119 134 3577,'0'0'14411,"0"0"-9801,0 0-3001,-2 38-336,-25 574 1794,26-548-2896,-3 74 229,13 107-400,-9-234-8,2 0-1,-1 0 1,2 0-1,-1 0 0,2-1 1,-1 1-1,2 2 9,-4-12-28,6 8-298,-7-9 303,1 0-1,0-1 1,-1 1 0,1-1 0,-1 1-1,0-1 1,1 1 0,-1-1 0,1 1-1,-1-1 1,0 1 0,1-1 0,-1 0-1,0 1 1,1-1 0,-1 1 0,0-1-1,0 0 1,0 1 0,0-1 0,0 0-1,0 1 1,0-1 0,0 0-1,0 1 1,0-1 0,0 0 0,0 0 23,9-197-3689,-8 80-2279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7.4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92 15283,'0'0'3753,"0"0"-1144,0 0-89,0 0-1384,0 0-255,242-56-361,-143 38-160,-10 6-240,-16 6-120,-13 6-360,-17 0-737,-17 3-1263,-9 18-4129,-17 0-4714</inkml:trace>
  <inkml:trace contextRef="#ctx0" brushRef="#br0" timeOffset="1">282 512 14283,'0'0'2857,"0"0"1208,0 0-2441,0 0-128,0 0-672,0 0-480,248 18-240,-159-36-104,43-15-344,-19 3-3320,-17-5-10779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7.8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172 0 16468,'0'0'2928,"0"0"-1536,0 0 905,-129 203-1009,103-108-392,9 3-135,17 0-153,0-8-248,20-16-256,23-17-64,7-19-40,6-17-136,0-18-720,17-9-1241,-10-30-3600,-17-8-10170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8.2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 11426,'0'0'8354,"0"0"-7057,0 0 1415,0 0-952,192 167-623,-126-108-617,-7 4-328,-9-1-144,-14 1-48,-9-7-8,-11-8-112,-6-9-328,-10-27-745,0-12-1775,0 0-4474</inkml:trace>
  <inkml:trace contextRef="#ctx0" brushRef="#br0" timeOffset="1">487 0 12643,'0'0'7609,"0"0"-5768,0 0-409,0 0-264,0 0-232,-192 235-415,129-148-201,0-7-96,11-8-176,12-19-48,13-14-312,21-18-457,6-21-1335,33 0-3105,13-27-1553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8.5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1 9946,'0'0'6834,"0"0"-4786,0 0 769,0 0-1265,69 229-288,-69-113-304,-13 9-127,-24 3-193,-2-12-112,2-15-312,8-21-128,9-23-88,10-18-408,10-28-848,0-11-3745,0 0-7898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8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72 17596,'0'0'3721,"0"0"-2297,0 0-400,0 0-576,211-65-304,-151 59-144,-17 6-456,-13 0-384,-10 0-488,-20 14-1025,0-2-543,0 0-6450</inkml:trace>
  <inkml:trace contextRef="#ctx0" brushRef="#br0" timeOffset="1">0 503 15075,'0'0'3177,"0"0"-633,0 0 17,0 0-1473,192-41-904,-119 26-184,-1 15-768,-19 0-1704,-20 18-4866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26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20 132 13299,'0'0'3557,"0"0"-2028,0 25-571,5 83-355,-4-103-566,0-1 0,0 1 0,0-1 1,0 0-1,1 1 0,0-1 1,0 0-1,0 0 0,0 0 0,1 0 1,0-1-1,-1 1 0,1-1 1,1 1-1,-1-1 0,0 0 0,1 0 1,-1-1-1,1 1 0,0-1 1,0 1-1,0-1 0,0 0 0,1-1 1,-1 1-1,0-1 0,1 0 0,-1 0 1,1 0-38,2 0 66,0 0 0,0-1 0,0 1 0,-1-1 0,1-1 0,0 1 0,0-1 0,0-1 0,-1 1 0,1-1 0,-1 0 0,1-1 0,-1 1 0,0-1 0,0 0 0,0-1 0,1 0-66,0-3 101,-1 1 0,0-1 0,0 1 0,0-2 0,-1 1 0,0 0 0,-1-1 0,1 0 0,-1 0 0,-1-1 0,0 1 0,0-1 0,-1 0 0,0 1 0,1-8-101,-2 9 116,0 0 0,0 0 1,-1 0-1,0 0 0,0 0 0,-1 0 0,0 0 1,0 1-1,-1-1 0,0 0 0,0 0 0,0 1 1,-1-1-1,0 1 0,0 0 0,-1 0 1,1 0-1,-1 0 0,-1 0 0,-1-1-116,-2-1 111,-1 0 0,0 1 0,0 0 0,0 1-1,-10-6-110,16 10-7,-1 1 0,1-1 0,-1 1-1,0-1 1,0 1 0,0 0 0,0 0-1,0 1 1,0-1 0,0 1-1,0 0 1,0 0 0,0 0 0,0 0-1,0 1 1,0 0 0,1-1 0,-1 2-1,-1-1 8,-4 4-450,1 1 0,0-1 1,0 1-1,1 1 0,0 0 0,0 0 0,0 0 0,1 1 0,0-1 0,0 2 0,1-1 450,-35 51-8668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22.4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678 31 4417,'0'0'5464,"0"0"-3042,0 0-1242,0 0-675,0 0-298,-5-3 93,-4-2 622,0 1-1,-1 0 1,1 1 0,-1 0-1,1 1 1,-1 0 0,0 0-1,0 1 1,0 0 0,-9 1-922,-36 1 178,51 0-169,-1 0 0,1 1 0,0-1-1,0 1 1,0 0 0,0 0-1,0 0 1,1 1 0,-1-1-1,1 1 1,-1 0 0,1 0 0,0 0-1,0 0 1,0 1 0,1-1-1,-3 4-8,-6 10 257,0 0 0,2 1 0,-3 5-257,-1 7 119,2 0-1,1 0 0,1 1 1,1 0-1,2 1 0,-1 22-118,0 42 177,5 55-177,2-138 48,4 59 280,3-1-1,3 0 1,9 24-328,0 3 131,26 132 47,-8-51 747,-4 36-925,-27-158 175,-3 1 0,-2-1 1,-3 0-1,-6 33-175,2-52 117,-1-1 0,-2 0 0,-1 0-1,-2-1 1,-2 0 0,-1-1 0,-7 10-117,20-41 14,0 0 0,-1 1 0,0-1 0,1 0 0,-2 0 0,1-1 0,0 1 0,-1-1 0,1 1 0,-1-1 0,0 0 0,0-1 0,-3 2-14,5-3 7,0 0 0,-1 0 0,1-1 0,-1 1 0,1-1-1,-1 0 1,1 0 0,0 0 0,-1 0 0,1 0-1,-1 0 1,1-1 0,-1 1 0,1-1 0,-1 1-1,1-1 1,0 0 0,-1 0 0,1 0 0,0 0 0,0-1-1,0 1 1,0-1 0,0 1 0,0-1 0,0 0-1,0 0-6,-12-12-364,-1 1-1,0 1 0,0 0 0,-1 1 0,-1 1 0,0 1 0,0 0 0,-1 1 0,0 1 1,-4-1 364,-30-3-6905,0 0-10364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24.9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0 179 14603,'0'0'4681,"0"0"-3409,0 0 33,0 0-353,212-95-80,-156 77-536,-9 6-152,-4 6-184,36-9-880,-13 4-3041,-3-10-8618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25.3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72 102 16876,'0'0'2428,"0"0"-495,-12 28-943,-37 90-604,47-113-369,0 0 0,0 1 0,1-1 0,0 1 0,0-1 0,0 1 1,1-1-1,-1 1 0,1 0 0,1-1 0,-1 1 0,1-1 0,0 1 0,0-1 0,1 1 1,-1-1-1,1 1 0,3 3-17,-2-5 34,0 1 0,0-1-1,0-1 1,1 1 0,-1 0 0,1-1 0,0 0 0,0 0 0,1 0 0,-1 0-1,0-1 1,1 0 0,0 0 0,-1 0 0,1 0 0,5 0-34,0 1 43,0-1 0,0-1 0,0 0 0,0 0 0,0-1 0,0 0 1,0-1-1,0 0 0,0-1 0,0 0 0,0 0 0,0-1 0,-1 0 0,1-1 1,-1 0-1,0 0 0,6-5-43,-7 3 4,-1-1 0,0 0 0,0 0 1,-1-1-1,0 0 0,0 0 0,0-1 0,-1 1 0,-1-1 1,0 0-1,0-1 0,0 1 0,-1-2-4,-1 6 24,-1 0 0,0-1-1,0 1 1,0 0 0,0 0 0,-1-1 0,0 1 0,0 0-1,-1-1 1,1 1 0,-1 0 0,0 0 0,-1 0-1,1 0 1,-1 0 0,0 0 0,0 0 0,-1 0-1,1 1 1,-1-1 0,0 1 0,0-1 0,-1 1 0,1 0-1,-2 0-23,-12-10 164,-1 1 1,0 1-1,0 1 0,-5-1-164,-54-36 93,76 47-167,0 1 1,0-1 0,0 0-1,0 0 1,0 1-1,0-1 1,0 0-1,0 0 1,0 0-1,1 0 1,-1 0 0,0 0-1,1 0 1,-1-1-1,1 1 1,-1 0-1,1 0 1,-1 0 0,1-1-1,0 0 74,0 2-201,1-1-1,0 1 1,0 0 0,0-1-1,0 1 1,0 0 0,0-1-1,-1 1 1,1 0 0,0 0-1,0 0 1,0 0-1,0 0 1,0 0 0,0 0-1,0 0 1,0 0 0,0 0-1,0 1 1,0-1 0,0 0-1,0 1 1,-1-1-1,1 1 1,0-1 0,0 1-1,0-1 1,0 1 201,45 25-5913,7 12-861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25.6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1 649 9098,'0'0'5153,"0"0"-2088,0 0 1216,0 0-2929,0 0-672,188-200-416,-171 123-128,-14-3-64,-3 5-64,-6 10-8,-28 11-128,-2 16-376,-14 8-1528,7 12-2673,10 6-6298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26.8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16 13155,'0'0'3849,"0"0"-1348,0 0-521,0 0-817,0 0-653,0 0-284,-14-3-130,-41-9-40,39 12 160,15 5-109,2-3-33,-6 88 1463,5 29-1537,1-47 278,-1-57-250,0-1-1,1 1 1,1-1 0,1 0-1,0 1 1,0-1 0,6 12-28,-7-20 0,0-2 1,1 1 0,-1 0-1,1 0 1,0-1 0,0 0-1,1 1 1,-1-1 0,1 0-1,0-1 1,0 1 0,0-1-1,1 0 1,-1 0 0,1 0-1,0 0 1,-1-1 0,1 0-1,0 0 1,1 0 0,-1 0-1,5 0 0,1 0 48,0-1-1,0 0 1,0-1 0,1 0-1,-1-1 1,0 0 0,0 0-1,0-1 1,0-1 0,-1 0-1,1-1 1,-1 1-1,8-5-47,-12 4 32,1 1-1,-1-1 0,0 0 0,0-1 0,-1 1 0,1-1 0,-1-1 0,0 1 0,-1 0 0,1-1 1,-1 0-1,0 0 0,0-1 0,-1 1 0,0-1 0,0 1 0,-1-1 0,1 0 0,-1 0 0,-1 0 1,1-4-33,0-3 56,-1 0 0,-1 1 0,0-1 0,-1 1-1,0-1 1,-1 1 0,-1-1 0,0 1-1,-1 0 1,0 0 0,-1 0 0,0 1 0,-1 0-1,0 0 1,-1 0 0,-1 1 0,0 0-1,0 0 1,-1 1 0,0 0 0,-1 0 0,0 1-1,-1 1 1,0 0 0,0 0 0,-1 1-1,-10-5-54,18 10-47,0 0-1,0 0 1,0 0-1,0 1 0,0-1 1,0 1-1,0 0 1,0 1-1,-1-1 0,1 1 1,0 0-1,-1 0 0,1 0 1,0 0-1,0 1 1,-1 0-1,1 0 0,0 0 1,0 0-1,0 0 0,0 1 1,0 0-1,0 0 1,0 0-1,1 0 0,-3 2 48,-2 4-447,0 1-1,0-1 0,1 1 0,0 1 0,1-1 0,0 1 0,0 0 0,1 0 0,-2 7 448,-25 62-6282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29.6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390 570 13179,'0'0'2643,"0"0"-545,0 0-334,0 0-682,0 0-469,-33 4-345,33-4-268,-52 6 110,-38 11-110,84-15 13,-1-1 0,1 1 0,0 1 0,0 0 0,0-1 0,0 2 0,1-1 0,-1 1 0,1 0 0,0 0 0,0 0 0,0 1 0,0-1 0,1 1-1,0 1 1,0-1 0,0 0 0,0 3-13,-10 11 128,8-11-58,-56 82 878,57-81-851,0 0 1,1 0 0,0 0-1,0 1 1,1-1 0,1 1-1,-1 0 1,2 0-1,-2 7-97,3-15 24,0 0-1,1 0 0,-1 1 0,0-1 0,0 0 0,1 0 1,0 0-1,-1 1 0,1-1 0,0 0 0,0 0 0,0 0 0,0 0 1,0 0-1,1 0 0,-1-1 0,1 1 0,-1 0 0,1-1 1,-1 1-1,1-1 0,0 1 0,0-1 0,0 0 0,0 0 0,0 0 1,0 0-1,0 0 0,0 0 0,0 0 0,0-1 0,1 1 0,-1-1 1,1 0-24,12 3 50,0-2 0,0 1 0,0-2 0,0 0 1,1-1-51,7 0 43,-8 1-65,0 0-1,0-1 1,0 0-1,0-2 1,0 1 0,0-2-1,-1 0 1,8-4 22,-15 5-156,1-1 0,-1-1 0,0 1-1,0-1 1,0-1 0,-1 1 0,1-1 0,-1 0 0,-1-1 0,1 1 0,-1-1 0,0 0 0,-1 0 0,0-1 0,3-7 155,2-8-231,0 0 0,-2 0 0,-1-1 0,-1 0-1,-1 0 1,-1-1 0,-2 1 0,0-1-1,-2-21 233,-4-21 302,-3 1-1,-3 0 1,-3 0-302,9 46 281,-34-169 1660,27 101 2342,-5 641-3033,17-547-1347,0 0 1,0 0-1,1 0 0,0 0 0,0 0 1,0-1-1,2 5 97,-2-8-178,0 0 0,0 0 0,0 0 0,0 0 0,1-1 0,-1 1 0,0 0 0,1 0 0,-1-1 0,1 1 0,0-1 0,0 0 0,-1 1 0,1-1 0,0 0 0,0 0 1,0 0-1,0 0 0,0 0 0,0-1 0,2 1 178,25 2-6935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0.0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0 17164,'0'0'4717,"0"0"-2474,0 0-1122,0 0-306,-7 37-59,1-5-593,-3 17 119,1 0 1,3 1-1,0 46-282,4-3 314,-2-40-186,3 0 0,3 0-1,7 42-127,-9-89 2,0 0 1,0 0-1,1 0 0,0 0 0,0 0 0,0-1 0,1 1 0,0-1 0,0 0 0,0 0 0,1 0 0,0 0 0,-1 0 0,2-1 0,3 4-2,-3-5-22,0 0 0,0 0 1,0-1-1,0 0 0,0 0 0,1 0 0,-1 0 0,1-1 0,-1 0 0,1 0 0,-1 0 0,1-1 0,0 0 0,-1 0 0,1-1 0,5 0 22,-8 0-73,1 0 0,0 0 0,0 0 0,-1 0 0,1-1 0,-1 1 0,1-1 0,-1 0 0,0 0 1,1-1-1,-1 1 0,0 0 0,0-1 0,-1 0 0,1 0 0,-1 0 0,1 0 0,-1 0 0,0 0 0,0-1 0,0 1 0,-1-1 0,1 1 0,-1-2 73,4-9-990,-1 1 1,0-1 0,-1 0 0,-1 0 0,0 0-1,-1-2 990,0-28-5585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0.4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0 134 12779,'0'0'4737,"0"0"-2209,0 0-935,0 0-913,0 0-352,0 0-248,186-59-80,-97 32-336,-16 3-2257,-7 0-6937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0.8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365 0 13835,'0'0'5238,"0"0"-2178,0 0-1163,0 0-902,0 0-632,0 0-70,-3 22 201,-6 285 1174,7-194-1261,-1 201-1685,12-341-9009,-8 7-981</inkml:trace>
  <inkml:trace contextRef="#ctx0" brushRef="#br0" timeOffset="1">1 477 592,'0'0'12435,"0"0"-9331,0 0-1591,0 0 95,0 0-464,192-15-504,-139 0-375,3 0-265,-3-3-96,19-6-1865,-15 6-2936,-11 6-7138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7.7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233 21 9946,'0'0'3749,"0"0"-966,0 0-221,0 0-587,0 0-461,0 0-347,-17-5-512,-54-10-369,69 15-277,-1-1-1,0 2 1,1-1-1,-1 0 1,0 0-1,1 1 0,-1 0 1,1-1-1,-1 1 1,1 0-1,-1 0 1,1 1-1,-1-1 1,1 0-1,0 1 1,0-1-1,0 1 0,0 0 1,0 0-1,0 0 1,0 0-1,0 0 1,1 0-1,-1 0 1,1 0-1,0 1 1,0-1-1,-1 1 1,1 1-9,-3 3 25,-9 16 43,2 0 0,1 1-1,1-1 1,1 2 0,1 0 0,1-1 0,1 2-1,1-1 1,2 1 0,0-1 0,2 1 0,1-1 0,1 4-68,-2-25 4,1 0 1,0 0 0,1 0-1,-1 0 1,1 0 0,-1 0 0,1 0-1,0-1 1,1 1 0,-1-1 0,0 1-1,1-1 1,0 0 0,0 0-1,0 0 1,0 0 0,1-1 0,-1 1-1,0-1 1,1 0 0,0 0 0,0 0-1,-1 0 1,1-1 0,0 0 0,0 1-1,1-1 1,-1-1 0,1 1-5,7 1 11,0-1 0,0 0 0,0-1-1,0 0 1,0-1 0,0-1 0,0 0 0,0 0 0,-1-1 0,3-1-11,-1-1 11,0-1 0,0-1 0,0 0 0,-1 0 0,0-2 0,-1 1 0,0-1 0,0-1 0,-1 0 0,0 0 0,-1-1 0,0 0 0,-1-1 0,0 0 0,0 0 0,-2-1 0,0 0 0,0 0 0,-1-1 0,0 1 0,-2-1 0,1 0 0,-2 0 0,0 0 0,0 0 0,-1-1 0,-1 1 0,-1 0 0,0-1 0,-1-1-11,1 11-5,0 0 0,-1 0 1,1 0-1,-1 0 0,0 0 1,-1 0-1,1 1 0,-1-1 1,0 1-1,0 0 0,0 0 1,-1 0-1,1 0 0,-1 0 1,0 1-1,0-1 0,0 1 1,-1 0-1,1 1 0,-1-1 1,1 1-1,-1 0 0,0 0 1,0 0-1,-3 0 5,-12-2-551,0 0 1,-1 1 0,1 1-1,-1 1 1,-14 2 550,25-1-473,-51 0-4675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7.1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910 11 3873,'0'0'5206,"0"0"-1889,0 0-455,0 0-216,0 0-754,0 0-706,-10-3-557,7 3-644,-2-2 108,0 0 0,0 1 0,0 0-1,0 0 1,-1 1 0,1-1 0,0 1 0,-1 1 0,1-1 0,0 1 0,-1-1 0,1 1 0,0 1 0,0-1 0,0 1 0,0 0 0,0 0-1,0 0 1,1 1 0,-1 0-93,-33 23 433,1 1 0,1 1-1,-25 28-432,50-44 33,-1 0 0,2 1 0,-1 1 1,2 0-1,0 0 0,1 1 0,0 0 0,1 1 0,1-1 0,0 1 0,-3 16-33,-15 74 319,5 1 0,5 1-1,-1 100-318,18-72 398,17 100-398,-8-66 412,-6 1 1,-9 8-413,1-11 296,3-105-214,-8 211 162,3-227-225,-3-1 0,-1 0 0,-2-1 0,-15 39-19,9-41 63,-1-1 0,-7 8-63,16-34 23,-1-1-1,0 0 1,-1 0 0,-1-1 0,0 0-1,-1-1 1,-2 0-23,12-10 5,0-1 0,-1 0-1,1 0 1,-1 1 0,1-2-1,-1 1 1,0 0 0,1-1 0,-1 1-1,0-1 1,0 0 0,0 0 0,-1 0-1,1 0 1,0 0 0,0-1-1,0 0 1,0 1 0,-1-1 0,1 0-1,0-1 1,0 1 0,-1-1 0,1 1-1,0-1 1,0 0 0,0 0 0,0 0-1,0 0 1,0-1 0,0 1-1,1-1 1,-1 0 0,0 0 0,1 0-1,-1 0 1,-1-2-5,-8-9 20,1-1 0,0 0 0,1-1 0,0 0 0,1-1 0,-2-6-20,1 4 18,-2-1-123,1-1-1,2 0 0,-1-1 0,2 0 1,1 0-1,1-1 0,0 0 0,2 0 1,1 0-1,-1-16 106,4 34-154,0-1 0,1 0 0,0 0-1,0 1 1,0-1 0,0 0 0,1 1 0,-1-1 0,1 1 0,0-1 0,1 1 0,-1 0 0,1 0 0,0 0-1,1-1 155,6-6-1132,1 0 0,0 1-1,1 0 1,3-1 1132,-2 1-1522,37-27-6055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8.8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300 69 11042,'0'0'4653,"0"0"-2131,0 0-804,0 0-671,0 0-475,0 0-287,-4-7-83,3 5-140,-16-32 371,16 32-245,0 0 0,0 1 1,0-1-1,0 1 0,-1-1 0,1 0 0,0 1 1,-1 0-1,1-1 0,-1 1 0,1 0 1,-1 0-1,0 0 0,1 0 0,-1 0 1,0 0-1,0 0 0,0 1 0,0-1-188,1 19 292,1 51-264,-2-19 3,2 1 0,3-1 0,2 0 0,6 29-31,-2-53-23,-4-19-13,-3-17 7,-2-37 16,-2 1 0,-2-1-1,-2 1 1,-2 0 0,-11-34 13,11 66 197,2 24-116,0 25-67,-7 360 59,12-394-79,1 0-1,0 0 1,-1 0-1,1 0 1,0-1-1,-1 1 1,1 0-1,-1 0 1,0-1-1,1 1 1,-1 0-1,0-1 1,1 1-1,-1-1 1,0 1-1,0 0 1,1-1-1,-1 0 1,0 1-1,0-1 1,0 1-1,0-1 1,0 0 6,-29 10-171,15-6 43,-28 15-188,-60 21-28,130-32-74,15-4 227,-1-2-1,1-2 1,0-1-1,0-3 0,-1-1 1,1-2-1,-2-2 1,1-2-1,14-7 192,21-6-4974,-13 3-4447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09.3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305 1 13515,'0'0'1800,"0"0"-1048,0 0-23,0 0-401,-175 140-224,142-105-32,6-2-64,4-3 0,3-3-8,4-1-544,9 1-1697,4-9-3224,3-3-1136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09.7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288 1 11450,'0'0'1785,"0"0"-1265,0 0 112,-188 119-392,145-83-136,10-7-104,16-8-424,11-6-552,6-15-1033,29 0-447,8 0-457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0.0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321 1 10730,'0'0'2713,"0"0"-1905,0 0 304,-172 125-728,129-84-232,3 1-88,11-3-64,9-7-152,7-5-248,9-3-424,4-6-528,0-6-665,20-12 41,10 0-120,6 0-4738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0.4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268 1 7482,'0'0'4410,"0"0"-3091,0 0-1007,0 0-163,-27 26-77,-89 84-53,99-94-22,0 1 0,1 1 1,1 0-1,0 1 0,-7 14 3,14-21-19,8-11 8,-2 1-60,0 1 0,1-1 0,-1 0 0,1 1-1,0-1 1,0 1 0,0 0 0,0-1 0,0 1 0,0 0 0,1-1-1,-1 2 72,9-2-1633,1-2 1413,0-2-1,1 1 1,-1-1 0,0-1 0,0 1 0,0-2 0,-1 1 0,1-1 0,7-5 220,81-53-3997,-44 26 1165,-20 16 2352,-13 6 1299,2 1 0,-1 1 0,1 1 0,10-3-819,-32 14 71,1 0 0,-1-1-1,0 1 1,0 0-1,0 0 1,1 0-1,-1 0 1,0 0 0,0 0-1,1 0 1,-1 0-1,0 1 1,0-1 0,1 0-1,-1 0 1,0 0-1,0 0 1,1 0-1,-1 0 1,0 0 0,0 0-1,0 1 1,1-1-1,-1 0 1,0 0-1,0 0 1,0 1 0,0-1-1,1 0 1,-1 0-1,0 0 1,0 1-1,0-1 1,0 0 0,0 0-1,0 0 1,0 1-1,0-1 1,0 0 0,0 0-1,0 1-70,1 16 1330,-6 17-75,-4-12-886,-2 1 0,0-2 1,-1 1-1,-15 19-369,12-20 17,2 1 0,0 1-1,1 1 1,1 1-17,10-25-27,1 1-1,0-1 0,-1 0 1,1 1-1,0-1 0,-1 1 0,1-1 1,0 1-1,0-1 0,-1 1 1,1-1-1,0 1 0,0 0 1,0-1-1,0 1 0,0-1 1,0 1-1,0-1 0,0 1 0,0 0 1,0-1-1,0 1 0,0-1 1,0 1-1,0-1 0,1 1 1,-1-1-1,0 1 0,0 0 1,1-1-1,-1 0 0,0 1 0,0-1 1,1 1-1,-1-1 0,1 1 1,-1-1-1,0 0 0,1 1 1,-1-1-1,1 1 28,26-10-623,31-32-1393,-12 3-1538</inkml:trace>
  <inkml:trace contextRef="#ctx0" brushRef="#br0" timeOffset="1">669 197 6025,'0'0'1009,"0"0"-729,0 0-280,0 0-1145</inkml:trace>
  <inkml:trace contextRef="#ctx0" brushRef="#br0" timeOffset="2">920 296 6769,'0'0'753,"0"0"-753,0 0-1769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0.7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110 0 7882,'0'0'4233,"0"0"-3697,0 0-48,0 0-224,0 0-264,-96 185-744,83-155-4938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1.1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801 1 7058,'0'0'3032,"0"0"-2160,-185 202-456,93-92 329,-14 9-457,-7 3-136,4-3-72,16-18-80,31-35-208,28-31-849,28-32-4560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1.4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1115 1 12467,'0'0'1696,"0"0"-952,-189 217 769,64-68-793,-37 50-376,-34 39-232,21-18-112,43-50-384,46-30-897,56-69-703,10-11-3497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1.8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1654 1 3649,'0'0'13035,"-274"238"-11547,29-12 152,-36 39-271,-1 3-873,41-33-360,79-78-136,53-49-216,56-52-168,46-32 79,7-18-855,113-33-1752,-1-23 279,27-28-2040</inkml:trace>
  <inkml:trace contextRef="#ctx0" brushRef="#br0" timeOffset="1">1743 548 17628,'0'0'2664,"0"0"-1984,-297 235-439,161-107-161,4 12-80,13-9-601,59-33-1711,14-20-2257,36-40-5745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2.1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996 1 14387,'0'0'952,"0"0"1601,0 0-777,-252 238-63,117-98-937,-37 47-480,10-11-200,23-22-96,43-38-96,56-65-856,43-51-337,37 0-2832,36-54-5353</inkml:trace>
  <inkml:trace contextRef="#ctx0" brushRef="#br0" timeOffset="1">1227 518 12755,'-182'161'6801,"4"3"-5969,9-10 393,63-46-745,67-52-384,12-8-96,21-4-656,6-2-1337,36-21-1151,10-9-6194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23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60 3265,'0'0'360,"0"0"-360,0 0-80,0 0-304,0 0 288,0 0 96,0 0 432,23 3 1208,-20-12-728,4-8-488,-1-1-424,4 0-1752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23.5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3713,'0'0'408,"0"0"-408,0 0-2377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23.9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0 5777,'-17'9'2185,"11"-9"-1881,-1 0-304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2.8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563 0 8010,'0'0'1416,"-172"140"624,70-54-807,-1 12-865,20-14-368,27-4-488,26-23-937,14-25-2655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3.2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853 0 7009,'0'0'2417,"0"0"-1737,0 0-456,0 0-224,0 0-640,0 0-376,0 0 808,-175 137 208,119-86 568,-4 2 1832,1 7-407,-7 8-953,-4 6-424,-6 7-360,0-1-104,-17 12-152,24-17-584,16-22-4873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3.6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1324 1 8370,'0'0'1704,"0"0"609,-188 181-601,82-83-1056,-17 19-400,-12 13-120,-11 7-48,4 6-8,6-9-72,14-9 0,19-18 40,34-3-48,26-32-104,33-28-3881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4.0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1572 0 8194,'0'0'1200,"0"0"680,0 0-519,-139 152-361,43-51 0,-53 36 40,-56 45-23,-43 32-1,3 6-120,47-38-360,66-48-288,65-48-136,21-15-112,6 1-48,34-16-1232,6-11-1441,0-33-6513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4.4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1430 0 11947,'0'0'1672,"-196"200"2697,18-25-2313,-57 48-503,-10 12-561,43-38-448,57-54-312,65-57-136,24-21-24,10 1-72,6-7-288,34-20-824,6-24-1913,13-15-3560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4.8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1390 0 11707,'0'0'2744,"0"0"-415,0 0-1105,0 0-440,-143 161 96,51-63 424,-47 42-319,-46 45 15,-44 35-304,-2 6-328,52-42-248,60-56-120,66-56-104,33-22-512,20-17-680,20-9-1817,20-15-3536</inkml:trace>
  <inkml:trace contextRef="#ctx0" brushRef="#br0" timeOffset="1">1879 387 13099,'0'0'2408,"0"0"-1728,0 0 425,-208 188-209,89-63-376,-43 38 168,6-2 120,11-15-256,19-24-304,40-27-175,3 0-33,10 0-40,57-32-281,16-27-2679,13-33-9795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5.1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648 1 12699,'0'0'2032,"0"0"689,-191 173-889,101-90-808,4 0-616,10 1-288,7-7-72,12-3-48,11-8-168,16-7-192,27-14-888,3-15-736,7-21-4058</inkml:trace>
  <inkml:trace contextRef="#ctx0" brushRef="#br0" timeOffset="1">854 248 13987,'0'0'2657,"0"0"-1961,0 0 1056,-196 190-1160,137-124-400,9-4-192,34-11-184,16-18-1760,0-24-4218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5.5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354 1 17036,'0'0'2112,"0"0"433,0 0-993,-228 199-872,168-130-440,17-10-240,20-8-584,23-25-1392,3-17-3274,27-9-7976</inkml:trace>
  <inkml:trace contextRef="#ctx0" brushRef="#br0" timeOffset="1">453 310 14843,'0'0'4761,"0"0"-3921,0 0 1273,-172 149-1833,152-113-280,14-13-4705,6-11-10402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39.9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0 2889,'0'0'888,"0"0"-392,0 0-80,0 0 1000,0 0-311,0 0-577,0 0-248,0 18-168,-3-12-56,-4-3-48,4 3 8,-4 0-8,4 0-8,-4 0 8,4 3 0,0 8-8,-4-2 0,4 0-1393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41.1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467 0 6705,'0'0'1881,"-63"194"231,14-72-79,-11 15-961,-3-6-608,-3-12-296,10-12-168,3-15-432,17-32-1272,16-31-6058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41.4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729 1 12083,'0'0'1864,"-169"152"-1336,57-45-312,-8 15-16,15-6-96,15-18-104,24-42-32,23-26-1440,20-30-2945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41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262 0 9882,'0'0'2465,"-79"182"-1001,42 32-584,-3 45-528,4 12-192,6-57-96,1-68-64,19-33 0,10-57-288,0-20-2456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46.6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166 0 8770,'0'0'8632,"0"0"-5566,0 0-1663,-21 27-353,7-11-892,2-2-39,1 0 0,0 0 1,1 1-1,0 1 0,1 0 1,1 0-1,0 0 0,1 1 1,1 0-1,1 1 0,1-1 1,-2 9-120,-6 77 577,4 2 0,5-1 0,8 76-577,-5-172-39,1 0 1,0 1 0,0-1 0,1 0 0,0 0 0,1 0 0,-1 0-1,2-1 1,-1 1 0,1-1 0,0 1 0,0-1 0,1-1 0,0 1-1,1-1 1,-1 1 0,1-2 0,0 1 0,1-1 0,-1 0 0,1 0-1,0 0 1,0-1 0,1 0 0,-1-1 0,1 0 0,0 0 0,-1 0 0,1-1-1,1 0 39,26 4-1870,0-1 0,0-2 0,8-2 1870,21 0-6012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47.0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14 314 13715,'0'0'3873,"0"0"-1677,-3-31-411,1 1-1420,-4-34 259,3 1 0,4-15-624,2 36 1414,-1 37 194,-1 27-1222,-1 430 1061,1-440-1492,-1 2 75,0 0 1,1 0-1,1 0 1,3 10-31,-5-22-43,1 1-1,-1 0 1,1-1-1,0 1 1,0-1 0,0 1-1,1-1 1,-1 0-1,0 1 1,1-1 0,0 0-1,-1 0 1,1 0 0,0 0-1,0 0 1,0 0-1,0-1 1,1 1 0,-1-1-1,0 1 1,1-1-1,-1 0 1,1 0 0,-1 0-1,1 0 1,2 0 43,5 0-618,0 0 1,0-1-1,0 0 1,0-1-1,0 0 1,0 0 0,0-1-1,5-2 618,34-17-6707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47.5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 17412,'0'0'3697,"0"0"-2633,0 0 176,0 0-696,0 0-128,0 0-272,168-3-144,-115 3-40,10 0-816,-13 0-1568,-11 0-3250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47.9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103 1 15283,'0'0'3428,"0"0"-1340,0 0 106,0 0-980,0 0-780,0 0-75,-4 36 349,-2 6-494,-1 14 73,1 0-1,4 1 1,2 5-287,-1-30 48,3-1 0,0 1 0,2-1 0,1 0 0,2 0 0,1 0 0,2-1 0,5 13-48,-13-39-41,0 0 0,0-1 0,1 1 0,-1 0 0,1-1 0,-1 0 0,1 1 0,0-1 0,0 0 0,0-1 0,1 1 0,-1 0 0,1-1 0,0 0 0,-1 0 0,1 0 0,0 0 0,0-1 0,0 1 0,1-1 0,-1 0 0,0 0 0,0-1 0,0 1 0,1-1 0,-1 0 0,0 0 0,1 0 1,-1-1-1,2 0 41,4-1-214,-1 0 1,0-1 0,0 0-1,0-1 1,0 1 0,0-2-1,-1 1 1,1-1 0,-1-1 0,0 1-1,-1-1 1,3-4 213,28-31-3623,-10 1-1528</inkml:trace>
  <inkml:trace contextRef="#ctx0" brushRef="#br0" timeOffset="1">1 521 16524,'0'0'3024,"0"0"-1295,0 0 439,0 0-992,0 0-832,0 0-8,0 0-336,218-119-32,-115 66-960,-24 8-1960,-16 7-5602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48.2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0 15331,'0'0'3933,"0"0"-2076,0 0-177,0 0-347,15 35-512,2 1-646,-6-14-92,-1 0 0,-1 1 0,-1 0 0,-1 0 0,0 1 0,-2-1-1,-1 1 1,-1 1 0,-1 0-83,0 31 272,-1 1 0,-4-1-1,-3 16-271,2-44 48,-1-1 0,-2 1 0,-1-2-1,0 1 1,-2-1 0,-2 0 0,-8 15-48,10-24 6,4-8-86,1 1 0,0-1 0,1 1 0,-3 9 80,14-18-1105,7-4-351,1 0 1,-1-1 0,0-1-1,0 0 1,-1-1-1,2-1 1456,47-27-9024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48.7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378 560 5449,'0'0'7399,"0"0"-4101,0 0-564,-31-11-679,-99-33-1025,123 42-981,1 0 0,-1 1 0,0-1 0,1 1 0,-1 1 0,0-1 0,0 1 0,0 0 0,0 1 0,1 0 0,-1 0 0,0 0 1,1 1-1,-1 0 0,1 0 0,-4 2-49,5-1 58,-1 0 0,1 1 1,0 0-1,0 0 0,0 0 1,1 1-1,-1 0 0,1 0 1,0 0-1,1 0 0,-1 1 0,1-1 1,0 1-1,-1 2-58,-3 11 195,0 2-1,2-1 1,0 1-1,1 0 1,1 0 0,1 0-1,1 0 1,1 8-195,0-15 66,0-1 0,1 0 0,0 1 1,1-1-1,0 0 0,1 0 0,1 0-66,-2-9 12,-1 0 0,1 0-1,0 0 1,1 0 0,-1 0 0,1-1-1,-1 1 1,1-1 0,0 0 0,0 0-1,1 0 1,-1 0 0,0-1 0,1 1-1,0-1 1,0 0 0,0 0-1,-1 0 1,2-1 0,-1 1 0,0-1-1,0 0 1,2 0-12,4 1 9,0 0-1,0-1 1,1 0-1,-1-1 1,0 0 0,1 0-1,-1-1 1,0-1-1,0 0 1,0 0-1,0-1 1,0 0 0,0-1-1,-1 0 1,1-1-1,-1 0 1,0 0-1,-1-1 1,7-5-9,-5 3 8,-1 0-1,-1-1 1,1 0 0,-2 0-1,1-1 1,-1 0 0,-1-1-1,0 1 1,0-1 0,-1 0-1,0-1 1,-1 1 0,-1-1-1,0 0 1,0 0 0,0-10-8,1-19 109,-3 0 0,-1 1 0,-2-1 0,-6-37-109,-13-35 697,-6-8-697,2 10 1430,3-11-1430,22 118 315,0 10-301,0 0 0,0 1 0,1-1 0,0 0 1,0 0-1,1 0 0,0 0 0,0 0 0,0 0 1,1 0-1,2 3-14,5 15 8,19 66-37,-4 0 1,10 78 28,-21-97-122,-10-53-189,1 1 0,1-1 0,0-1 0,1 1 0,8 12 311,31 40-4939,-13-30-3609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49.1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0 17988,'0'0'4225,"0"0"-3441,0 0-80,0 0-8,-13 191-64,9-84 105,4 12-33,0 0-192,4-9-272,26-21-88,3-26-152,10-28 0,10-26-56,3-9-64,7-44-464,3-46-929,-17 10-4840,-19 9-7898</inkml:trace>
  <inkml:trace contextRef="#ctx0" brushRef="#br0" timeOffset="1">0 533 13363,'0'0'4209,"0"0"-2777,0 0-160,0 0-784,255-92-488,-110 44-792,-22 6-1784,-4 7-9715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49.6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384 0 12427,'0'0'5757,"0"0"-2358,0 0-1044,0 0-976,0 0-773,0 0-355,-3 24 143,-14 170 1749,8 89-2143,8-259 4,0-19-17,0 0 0,1 0 0,-1 0 0,1 1 0,1-1 0,-1 0 0,1 0 0,0 0 0,0 0 0,0 0 0,0 0 0,1-1 0,0 1 0,0 0 13,-1-5-45,0 1 0,-1 0 0,1-1 0,0 1 0,-1-1 1,1 1-1,0-1 0,0 1 0,0-1 0,-1 0 0,1 1 0,0-1 0,0 0 1,0 0-1,0 0 0,-1 1 0,1-1 0,0 0 0,0 0 0,0 0 0,0-1 1,0 1-1,0 0 0,0 0 0,-1 0 0,1-1 0,0 1 0,0 0 1,0-1-1,-1 1 0,1 0 0,0-1 45,19-17-2185,-6-7-2691</inkml:trace>
  <inkml:trace contextRef="#ctx0" brushRef="#br0" timeOffset="1">1 313 8450,'0'0'6049,"0"0"-3256,0 0 1048,0 0-1481,168 9-936,-88-9-656,-1-18-175,-9 3-121,-18 0-304,-9 6-168,-9 3-296,-1 6-617,-7 0-1303,-9 0-3569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54.7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430 155 12363,'0'0'2970,"0"0"-702,0 0-258,0 0-846,0 0-598,1-20-57,1-7-247,1-60 2289,-42 78-1903,33 7-594,1 0-1,-1 0 1,0 0 0,0 1 0,0 0 0,0 0 0,0 1-1,0-1 1,0 1 0,0 0 0,0 1-54,4 0 2,-1 0 1,1 0-1,-1 0 0,1 1 1,0-1-1,0 1 1,-1 0-1,1-1 1,0 1-1,1 0 0,-1 0 1,0 0-1,0 0 1,1 1-1,-1-1 0,1 0 1,0 1-1,0-1 1,0 1-1,0-1 0,0 1 1,0-1-1,1 1 1,-1 0-1,1-1 1,0 1-3,-5 32 45,1-1 0,2 1 1,1 0-1,4 31-45,-1-2 121,8 69 10,5-1 1,5 0-1,27 83-131,-11-64 219,35 171 364,-56-237-256,-5 1 0,0 71-327,-10-132 63,1 57 382,-6 40-445,3-96 47,-2-1-1,0 0 0,-2 0 1,-1 0-1,-1-1 1,-10 23-47,17-44 21,-1 0-1,1-1 1,-1 1 0,0 0 0,0-1 0,0 1 0,0-1-1,0 0 1,-1 1 0,1-1 0,-1 0 0,1 0 0,-1-1-1,0 1 1,0-1 0,0 1 0,0-1 0,0 0-1,0 0 1,0 0 0,0 0 0,0-1 0,0 1 0,0-1-1,-1 0 1,1 0 0,0 0 0,0 0 0,0-1-1,-3 0-20,-6-1 66,1-1-1,-1-1 0,1 0 0,-1 0 0,1-1 0,1-1 0,-7-3-65,-18-11-41,1-1 1,0-2-1,2-1 0,1-1 0,1-2 0,1-1 1,-9-13 40,36 38-57,0 1 1,0-1-1,1 0 1,-1 1-1,1-1 1,-1 0-1,1 0 1,0 0 0,0 0-1,0 0 57,1 2-85,0 0-1,0 0 0,0 0 1,0 0-1,0 0 1,0 0-1,0 0 1,0 0-1,1 0 1,-1 0-1,0 0 1,1 0-1,-1 0 1,1 0-1,-1 0 1,0 0-1,1 0 1,0 0-1,-1 0 0,1 0 86,2-1-408,0 0 0,0 0-1,0 0 1,1 1 0,-1-1-1,0 1 1,1 0 0,-1 0-1,1 0 1,-1 0-1,1 1 1,-1-1 0,1 1-1,2 0 409,37-1-6160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57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216 439 13867,'0'0'2462,"0"0"-775,0 0 85,-17-27-390,-53-88-578,64 106-685,1-1 1,1 0-1,0 0 1,0 0-1,1 0 1,0-1-1,1 0 1,0 1-1,1-1 1,0-8-120,-3-18 543,0 11-119,2 7-44,-1 1 0,0 0 0,-2 0 0,0 0 0,-3-4-380,7 58 108,9 11-105,3 0-1,16 40-2,8 36 15,-19-47 2,-2 1-1,-4 0 0,-4 1 1,-3 19-17,-3-96 1,0 0-1,0 0 1,-1 1 0,1-1 0,0 0 0,-1 0 0,1 0 0,-1 0 0,1 0 0,-1 0 0,0 0 0,1 0 0,-1-1 0,0 1 0,0 0 0,0 0 0,1-1-1,-1 1 1,0 0 0,0-1 0,0 1 0,0-1 0,0 1 0,0-1 0,0 1 0,-1-1 0,1 0 0,0 1-1,-39 7 53,23-5-26,-21 4 5,27-6-28,0 1 1,0 0 0,0 1-1,0 1 1,-3 1-5,11-3 4,3-2-9,0 0-11,16 0-191,1-1 197,1-2-1,-1 1 1,0-2 0,0-1 0,0 0-1,-1-1 1,4-2 10,0 0-252,0 1 1,1 1-1,0 1 1,0 0-1,12 0 252,62 4-4569,-66 1 1238,22 0-6677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58.1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1 170 5569,'0'0'6643,"0"0"-4085,0 0-1502,0 0-225,0 0-44,0 0 36,23-25 307,75-76 147,-93 96-1156,-1 0 1,1 1-1,1 0 1,-1 0 0,0 0-1,1 1 1,0 0-1,0 0 1,0 0-1,1 0-121,-3 2 85,0 1-1,0-1 1,0 1-1,1 0 1,-1 0-1,0 0 1,0 1-1,0-1 1,4 2-85,-1-1 102,-2 0-71,-1 1 1,1 0 0,-1 0 0,0 0 0,0 1-1,0-1 1,0 1 0,0 0 0,0 0 0,-1 0-1,1 1 1,-1-1 0,0 1 0,0 0 0,0 0-1,-1 0 1,2 3-32,9 15 49,-1 1 0,6 18-49,-13-29 27,32 92 40,-29-77-48,1 0 0,2-1 1,0 0-1,1-1 0,10 13-19,-20-34-36,1-1 1,0 0 0,-1 0-1,1 0 1,0-1 0,1 1-1,-1-1 1,0 1 0,1-1-1,-1 0 1,1-1 0,0 1-1,0 0 1,0-1 0,-1 0-1,1 0 1,0 0 0,0-1-1,1 1 1,0-1 35,-2 0-146,0 0 0,0 0 1,0 0-1,0 0 0,0-1 0,0 0 0,0 1 1,0-1-1,0 0 0,0 0 0,0-1 0,-1 1 1,1-1-1,0 1 0,-1-1 0,0 0 0,1 0 1,-1 0-1,0 0 0,0 0 0,0-1 0,0 1 1,0 0-1,0-1 0,0-1 146,9-26-3242,-4 0-4046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58.6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441 1 16700,'0'0'4152,"0"0"-2807,0 0-625,0 0-440,-106 169 144,50-62 176,-7 9 88,0-3-376,10-14-224,7-1-88,16-27-1280,7-23-6121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03.4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23 102 8026,'0'0'2352,"0"0"-254,0 0-470,0 0-818,0 0-443,1 10 2404,4-29-1521,0 1 0,-2-1 0,0 0 0,0-17-1250,-3 36 585,0 10-165,0 217 164,0-226-517,0-16 297,0-166 93,0 180-347,-1 6-107,0 0 1,0 0-1,1 0 0,-1 1 1,1-1-1,1 0 1,-1 0-1,0 0 1,2 2-4,-1 13 7,-1 176 834,0-434-403,0 430-134,0-185-867,-1 0 0,0 0 0,-1 0 0,1-1 0,-1 1 0,-1 0 0,1-1 0,-1 1 0,-3 3 563,-2 8-3724,-6 16-7103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04.0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1 101 2633,'0'0'8761,"0"0"-4769,0 0-1147,0 0-840,0 0-850,0 0-539,10-14-326,33-43-154,-42 54-102,1 1 0,0 0 0,-1 0 1,1 0-1,0 0 0,0 0 0,0 0 0,0 1 0,1-1 1,-1 1-1,0-1 0,1 1 0,-1 0 0,1 0 1,0 0-1,-1 0 0,1 1 0,2-1-34,-4 1 18,1 0 0,0 1-1,-1-1 1,1 1 0,-1-1 0,1 1 0,-1 0-1,1-1 1,-1 1 0,1 0 0,-1 0 0,0 0-1,0 0 1,1 0 0,-1 0 0,0 1-1,0-1 1,0 0 0,0 0 0,0 1 0,0-1-1,0 1-17,4 10 59,1 1 0,-2-1 0,1 1 0,-2 0 0,0 0 0,0 3-59,0-4 31,12 63 73,-7-31-23,2 1-1,2-1 1,1-1 0,8 12-81,-19-51 33,-1 0 1,1-1 0,0 1 0,0-1 0,1 0 0,-1 0 0,1 0 0,0 0 0,-1 0 0,1 0 0,0-1 0,1 1 0,-1-1 0,0 0 0,1 0 0,-1 0-1,1 0 1,0-1 0,2 1-34,5 0 139,0 0 0,0-1 0,0 0 0,0 0 0,0-2-1,2 0-138,17 1-37,-29-1 7,0 1 0,0 0-1,0-1 1,0 1 0,0-1 0,0 0 0,0 1 0,0-1-1,0 0 1,0 0 0,0 1 0,0-1 0,-1 0 0,1 0-1,0 0 1,-1 0 0,1 0 0,-1 0 0,1 0 0,-1 0-1,1 0 1,-1 0 0,0 0 0,1-1 0,-1 1 0,0 0-1,0 0 1,0 0 0,0 0 0,0 0 0,0-1 0,0 1 30,-1-51-2567,0 37 550,1-10-2874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04.3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440 0 12171,'0'0'2888,"0"0"-975,0 0 79,0 0-648,0 0-7,-165 196-265,115-133-200,-2-1-248,5-8-216,4-6-264,7-13-88,9-11-56,14-24-216,7 0-1232,6-9-3817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2.6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1399 0 9578,'0'0'1728,"0"0"-1143,0 0 479,-254 274 128,95-93-128,-46 57-296,-23 21-199,9-15-169,57-56-248,66-72-88,43-42-64,37-11-200,9-19-1617,7-14-5304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2.9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997 1 8786,'0'0'4945,"0"0"-4153,-235 211 288,116-98-119,0 9-657,-1 6-208,5 3-96,12-9-144,14-6-521,23-18-55,39-23-848,24-28-1401,3-35-976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13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576 1 13899,'0'0'1944,"-179"154"-1335,70-52-41,-4 8-368,21-6-200,36-18-208,29-26-1273,27-37-5328</inkml:trace>
  <inkml:trace contextRef="#ctx0" brushRef="#br0" timeOffset="1">877 501 13051,'0'0'2144,"0"0"-791,-166 196-81,97-89-1272,19-24-1016,11-17-7090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50.9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31 149 4913,'0'0'1008,"0"0"-720,0 0 208,0 0-111,0 0 39,0 0 176,0 0 128,0-149-296,0 161-328,-14 18-104,4-6-1328,4-3-3361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51.3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0 7514,'-93'66'1312,"73"-7"-136,0 6-368,4 4-528,9-13-280,7-35-336,3-18-1776,17-3-5058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51.6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15 8546,'0'0'1304,"0"0"577,0 0-601,-46 176-592,26-102-136,-3 9 136,-4 10-232,-6 2-152,3-3-192,11-12-48,19-20-64,0-21-544,9-25-3737</inkml:trace>
  <inkml:trace contextRef="#ctx0" brushRef="#br0" timeOffset="1">566 0 8530,'0'0'1760,"0"0"-1008,-99 202 1025,53-91-1121,3 8-368,0 9-168,6-3-24,11-12-96,26-21 0,0-33-344,23-35-4321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51.9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321 1 10418,'-63'175'1777,"-10"31"-1033,-3 26 648,20-48-544,23-65-328,16-35-344,14-25-64,3-2-112,27-13-600,6-20-6353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8:52.4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348 51 6737,'0'0'6266,"0"0"-5370,-69 295 264,9-60-560,-6 27-224,3-15-168,10-60-80,27-68-31,16-42-57,10-8-40,6-16-433,17-17-3495</inkml:trace>
  <inkml:trace contextRef="#ctx0" brushRef="#br0" timeOffset="1">487 1 8850,'0'0'2664,"0"0"-1439,3 348 735,-19-48-600,-41 48-319,-9 6 191,7-38-496,29-66-480,17-33-256,13-71-1392,0-42-6418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00.9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 5641,'0'0'856,"0"0"-592,0 0-160,0 0-32,0 0-72,0 0-512,-17 134-456,17-134-2201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04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14915,'0'0'2641,"0"0"-1937,0 0-472,0 0 128,0 0 96,159 154-160,-96-106-80,-3 0-120,-1-7-24,-6-5-72,-7-12-64,-6-12-1408,-13-6-1385,-14-6-5376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05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15283,'0'0'1801,"0"0"-1289,82 166-232,-32-79-8,10-4-128,2-9-144,5-14-96,-1-24-840,-17-22-1945,-19-14-8009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05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0 456 12043,'0'0'2976,"0"0"-2216,0 0 25,192 208-57,-119-131-344,0-8-248,-7-13-136,7-29 0,-21-15-1352,-15-12-6402</inkml:trace>
  <inkml:trace contextRef="#ctx0" brushRef="#br0" timeOffset="1">331 176 14891,'0'0'2225,"0"0"-1561,122 187 616,-52-89-368,3-2-400,6-10-272,4-24-144,29-35-96,-19-18-832,-20-9-4169</inkml:trace>
  <inkml:trace contextRef="#ctx0" brushRef="#br0" timeOffset="2">678 0 14715,'0'0'1993,"0"0"-1433,96 170 1072,-40-78-608,7 0-216,3-2-471,1-19-257,9-26-80,-20-22-1193,-20-23-5592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05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0 479 10322,'0'0'5465,"0"0"-4672,0 0 1631,129 158-680,-73-96-487,7 1-689,0-4-376,0-8-192,13-12-360,-20-18-1953,-16-16-4952</inkml:trace>
  <inkml:trace contextRef="#ctx0" brushRef="#br0" timeOffset="1">209 0 17268,'0'0'2184,"0"0"-1544,0 0 793,0 0-329,0 0-120,135 202-408,-75-145-320,3-9-256,13-33-560,-13-15-1624,-24 0-5458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06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1 607 17588,'0'0'2152,"0"0"-960,0 0 361,0 0-561,158 214-528,-111-157-296,2-12-168,8-45-488,-14 0-3521,-14-21-11722</inkml:trace>
  <inkml:trace contextRef="#ctx0" brushRef="#br0" timeOffset="1">275 0 16508,'0'0'2024,"0"0"-1320,63 226 728,-37-119-351,1-5-313,6-16-496,3-24-272,24-29-8,-10-18-1905,-11-15-4240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06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1333 1 14443,'0'0'2041,"0"0"-9,-267 264-728,111-76-696,-36 44-232,-6 6-176,32-45-200,37-32-104,63-72-2256,30-29-3009</inkml:trace>
  <inkml:trace contextRef="#ctx0" brushRef="#br0" timeOffset="1">824 745 13971,'-155'211'1720,"-34"36"-1224,-9 15-344,45-63-152,64-89 16,49-50-16,40-46-224,7-11-1352,33-3-5649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06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1171 1 14659,'0'0'1913,"-222"241"-1337,17-15 784,-36 36-856,32-36-240,51-59-168,75-84-48,37-35-48,39-45-344,7-3-1136,3-24-4249</inkml:trace>
  <inkml:trace contextRef="#ctx0" brushRef="#br0" timeOffset="1">953 379 15155,'0'0'2057,"-205"223"-369,89-92-624,0 9-720,43-42-240,50-27-104,23-32-1152,13-39-4577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07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1 13899,'0'0'1760,"0"0"-327,-156 220-49,100-119-760,16-3-336,17-6-192,13-17-96,10-25-96,17-23-2296,12-24-5626</inkml:trace>
  <inkml:trace contextRef="#ctx0" brushRef="#br0" timeOffset="1">612 441 7009,'0'0'4617,"0"0"-2144,0 232-112,-3-146-137,-10-20-1136,-1-24-744,8-25-344,-1-17-280,-16 0-1640,3-6-2537,-10-2-2361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12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18 10266,'0'0'4261,"0"0"-1259,0 0-557,0 0-729,0 0-746,0 0-500,-20-18 4374,24 56-4246,1 0 0,7 26-598,10 63-8,-12 36 98,-8-108-80,1 1 1,3-1-1,3 0 0,2-1 1,3 3-11,-9-42 8,0 0 0,1-1 0,1 0 0,1 0 0,0 0 0,0-1 0,1-1 0,1 1 0,0-1 0,1-1 0,3 2-8,-8-8-54,0 0 1,0 0-1,0-1 0,1 0 0,0 0 1,-1-1-1,1 0 0,1 0 1,-1-1-1,0 0 0,1 0 1,-1 0-1,1-1 0,-1-1 1,1 1-1,-1-1 0,1 0 0,0-1 1,-1 1-1,1-2 0,-1 1 1,1-1-1,-1 0 0,0-1 54,4-1-207,0-1 0,-1-1 0,0 0 0,0-1 0,0 1 0,-1-2 0,0 1-1,0-2 1,-1 1 0,0-1 0,6-9 207,-3 3-1097,0-1 0,-1-1 1,0 0-1,-1 0 0,-2-1 0,6-15 1097,-1-16-4873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13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1 141 16179,'0'0'3993,"0"0"-2072,0 0-369,0 0-928,0 0-416,0 0-208,248-107-680,-175 89-1696,-14 3-3490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13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1 304 13355,'0'0'2936,"0"0"-1743,0 0-617,0 0-128,0 0-160,0 0-152,185-27-136,-145 27-1864,-7 0-6514</inkml:trace>
  <inkml:trace contextRef="#ctx0" brushRef="#br0" timeOffset="1">471 1 7986,'0'0'10794,"0"0"-8634,0 0-655,0 0-849,0 0-144,0 0 472,-14 181-120,18-104-255,6-8-321,0-7-224,-4-5-56,4-6-8,-3-10-448,9 1-873,1-12-1471,-4-10-4362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13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 7802,'0'0'4050,"0"0"-1844,0 0 277,0 0-28,0 0-940,0 0-743,-18 9-149,8-4-546,0-1 1,1 1-1,0 1 1,0 0-1,0 0 1,1 1-1,0 0 0,0 1 1,1-1-1,0 1 1,0 1-1,1-1 1,0 1-1,0 0 1,1 1-1,-2 4-77,-12 38 278,3 2 0,1 0 0,3 0 0,2 1 0,3 1-1,2 0 1,3 0 0,2 0 0,2-1 0,4 8-278,-3-39 24,2 1 0,0-1 0,2 0 0,0 0-1,2 0 1,0-1 0,2-1 0,0 0 0,2 0 0,0-1 0,2-1-1,1 1-23,-3-5-107,1 0-1,0-1 1,1-1-1,1-1 0,1 0 1,0-1-1,0 0 0,1-2 1,0 0-1,1-1 0,0-1 1,1 0-1,-1-2 1,1 0-1,3-1 108,54 6-3862,1-4 0,40-2 3862,9-4-9806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14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16860,'0'0'4088,"0"0"-2575,0 0 103,60 217-536,-47-101-239,-7 15-233,-6 3-96,0-30-136,0 1-232,0-25-72,0-18-72,-6-20-40,6-18-504,0-18-929,0-6-2455,0 0-3530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14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498 510 13595,'0'0'1867,"0"0"-569,-38-9 737,-125-27-506,154 34-1425,1 0 0,-1 1-1,1 0 1,-1 0 0,0 1-1,0 0 1,1 1 0,-1 0 0,0 0-1,1 1 1,-1 0 0,1 0-1,0 1 1,-1 0 0,1 1-1,1 0 1,-1 0 0,0 0-1,1 1 1,0 0 0,0 1 0,1-1-1,-1 1 1,1 1 0,1-1-1,-2 2-103,-3 9 169,0 0 0,0 0-1,2 1 1,0 0 0,1 1-1,1 0 1,1 0 0,0 1 0,0 12-169,1-11 80,1 0-1,1 1 1,0-1 0,2 0 0,1 1 0,0-1 0,3 7-80,-3-22 3,0 0 0,0 0 0,1 0 0,0 0 0,1 0 0,-1 0-1,1-1 1,0 1 0,0-1 0,1 0 0,0 0 0,0 0 0,0 0 0,0-1 0,1 1-1,0-1 1,-1 0 0,2-1 0,-1 1 0,0-1 0,1 0 0,-1 0 0,1-1 0,0 0-1,0 0 1,4 1-3,5 0-142,0 0 0,0-1 0,0-1 0,1 0 0,-1-1 0,1 0 0,-1-2 0,0 0 0,0 0 0,0-2 0,0 0 0,0 0 0,-1-1-1,1-1 1,-1-1 0,-1 0 0,1-1 0,-1 0 0,-1-1 0,1 0 0,-2-1 0,1 0 0,-1-1 0,-1 0 0,0-1 0,-1 0 0,0-1 0,0 0-1,-2 0 1,1-1 0,-2 0 0,0 0 0,-1 0 0,0-1 0,-1 0 0,-1 0 0,0 0 0,0-6 142,-1-21-21,-2-1 0,-2 0 0,-2 1 0,-1 0 0,-3-5 21,-20-74 2635,-8-9-2635,-2-11 2831,24 76-1156,13 61-1035,3 12-321,37 113-52,-15-47 107,13 64-374,27 223 166,-60-341-413,0-1 0,1 0 1,1 0-1,1-1 0,1 1 0,0-1 1,2-1-1,0 0 0,0 0 1,2-1-1,0 0 0,1-1 247,27 17-5476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15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 17324,'0'0'2992,"0"0"-1551,0 0-321,0 0 208,-29 214-152,29-77-327,0 0-105,0 3-144,6-4-288,21-37-208,9-4-56,10-27-48,1-26-176,6-27-424,0-15-712,13-51-729,-13-11-1792,-14-4-3224</inkml:trace>
  <inkml:trace contextRef="#ctx0" brushRef="#br0" timeOffset="1">1 813 19196,'0'0'2913,"0"0"-1889,0 0-208,181-146-560,-88 99-256,20 8-672,-21 12-952,-26 18-3561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19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3974 9498,'0'0'1908,"0"0"-743,0 0 164,0 0-94,7-27-312,-5 21-881,3-13 21,0 0-1,1 0 1,1 1 0,1 0-1,1 0 1,0 1-1,1 0 1,1 0 0,0 1-1,12-11-62,316-315 780,-143 150-552,76-82-80,461-454 74,25 21 154,-33 59 64,-25-28-523,-665 642 206,-20 21 165,-1-1 0,-1 0 0,0-1 0,-1 0 0,-1-1 0,10-16-288,-21 32 69,0-1 0,1 1 0,-1 0 0,0-1 0,0 1 0,0 0 0,1-1 0,-1 1 0,0-1 0,0 1 0,0 0 0,0-1 0,0 1 0,0-1 0,0 1 0,0-1-1,0 1 1,0 0 0,0-1 0,0 1 0,0-1 0,0 1 0,0 0 0,-1-1 0,1 1 0,0-1 0,0 1 0,0 0 0,-1-1 0,1 1 0,0 0 0,0-1 0,-1 1-1,1 0 1,0 0 0,0-1 0,-1 1 0,1 0 0,-1 0 0,1-1 0,0 1 0,-1 0 0,1 0 0,0 0 0,-1 0 0,1-1 0,-1 1 0,1 0 0,0 0 0,-1 0-69,-25 0 166,19 1 45,-5-1-189,1 0 0,0 1 0,0 0 0,0 1 0,0 0-1,0 0 1,1 1 0,-1 1 0,1 0 0,-1 0 0,1 1-1,1 1 1,-9 5-22,16-10-68,0 0-1,1 1 0,-1-1 0,0 1 0,1-1 1,0 1-1,-1 0 0,1 0 0,0 0 1,0 0-1,0 0 0,0 0 0,0 0 1,0 0-1,0 0 0,1 0 0,-1 2 69,3 23-4807,6-11-1507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19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32 187 11843,'0'0'1308,"-5"41"-696,-2 4-461,-1 7 101,1 0-1,4 0 0,1 49-251,2-94 34,0 0 0,1 0-1,0 1 1,0-1-1,0 0 1,1 0 0,0 0-1,0 0 1,1-1-1,0 1 1,0-1 0,0 1-1,1-1 1,4 5-34,-3-7 52,-1 0 0,1 0 1,1 0-1,-1 0 0,0-1 0,1 0 1,0 0-1,0-1 0,0 0 1,0 0-1,0 0 0,0-1 0,0 1 1,0-2-1,1 1 0,-1-1 0,2 0-52,10 0 67,-1-1-1,0-1 0,0 0 1,0-2-1,0 0 0,0 0 1,-1-2-1,1 0 0,-2-1 1,1-1-1,-1 0 0,0-1 1,0 0-1,8-9-66,11-8 30,-2-2 0,-1-1 0,-1-1 0,-2-2 0,11-17-30,-25 31 84,-1-1 0,-1 0-1,-1-1 1,-1 0 0,0 0-1,-2-1 1,0-1 0,-2 0-1,2-8-83,-7 22 123,0 1 0,0 0 0,-1 0 1,0 0-1,0 0 0,0 0 0,-1 0 0,0 0 0,-1 0 0,0 0 0,0 0 0,0 0 0,-4-5-123,3 6 105,0 1 0,-1 0 0,0 0 0,0 1-1,0-1 1,-1 1 0,1 0 0,-1 0 0,0 1 0,0-1 0,-1 1 0,1 0 0,-1 0 0,1 1 0,-1 0-1,0 0 1,0 0 0,-1 0-105,-9-1 42,0-1-1,1 2 0,-1 0 1,-1 1-1,1 1 0,0 0 1,0 1-1,0 1 0,0 0 1,1 1-1,-1 1 1,0 0-1,-3 3-41,-11 5-692,0 2 0,1 1 0,0 1 0,2 2 0,0 1 0,-1 2 692,-76 63-9131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23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13827,'0'0'5737,"0"0"-4961,0 0 1425,0 0-1193,0 0-600,0 0-192,176-18-160,-97-3 88,-6 3-72,-10 0-72,-10 12 0,-7 6-520,-13 0-1432,-13 15-2641,-14 9-3489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24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12755,'0'0'4369,"0"0"-3257,0 0 1152,0 0-1631,0 0-553,255-78-80,-126 51-569,-23 13-2135,-20 5-4378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29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11178,'0'0'2714,"0"0"-65,0 0-198,0 0-761,0 0-727,0 0-254,19-1 206,312-11 1431,-183 10-7490,-120 0-209,-2-10-5276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29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 14523,'0'0'3006,"0"0"-431,0 0-116,0 0-1413,0 0-670,-10 30 108,3-9-379,-6 15 134,2 0 0,1 1 0,2 1-1,-2 36-238,3 50 1177,7 40-1177,0-152 20,1 0 1,1 0 0,-1 0 0,2 0-1,0 0 1,0 0 0,1 0 0,1-1-1,0 0 1,0 0 0,4 5-21,-5-10 0,0 0 1,0-1-1,1 0 1,-1 1-1,1-2 1,1 1-1,-1 0 0,1-1 1,-1 0-1,1 0 1,0-1-1,1 0 1,-1 0-1,0 0 1,1-1-1,0 0 1,0 0-1,-1 0 1,1-1-1,4 0 0,3 0-65,-1 0-1,0-1 1,1 0-1,-1-1 1,0-1-1,0 0 1,0-1-1,0 0 1,0-1-1,0 0 1,-1-1-1,0-1 1,0 0-1,5-3 66,-6 1-487,-1 0 0,1-1-1,-1 0 1,-1 0 0,1-1-1,-2 0 1,1-1 0,-2 0 0,3-4 487,9-21-3845,-10 5-1012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0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0 208 14875,'0'0'1977,"0"0"1863,0 0-2327,0 0-1049,0 0-208,0 0-160,172-92-96,-82 44-144,-18 10-1376,-9 8-3225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0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12947,'0'0'1839,"0"0"-488,0 0-464,32-21-470,106-66-244,-133 84-166,0 0 0,0 0-1,1 0 1,-1 0 0,1 1-1,-1 0 1,1 0 0,0 1-1,0-1 1,0 1 0,0 0-1,0 1 1,0 0 0,4 0-7,3 0 12,-12 0-1,1 0 0,-1 1 1,0-1-1,1 0 0,-1 1 1,0-1-1,0 1 0,1-1 1,-1 1-1,0 0 0,0-1 1,0 1-1,0 0 0,0 0 1,0 0-1,0 0 0,0 0 0,0 0 1,0 0-1,-1 0 0,1 0 1,0 0-1,-1 1 0,1-1 1,-1 0-1,1 0 0,-1 1 1,1-1-1,-1 0 0,0 1 1,0-1-1,0 0 0,0 1 0,0-1 1,0 0-1,0 1 0,0 0-11,-1 7 183,1-1-1,-1 1 1,0 0-1,-1-1 1,-3 9-183,-6 12 308,-1 0-1,-1-1 1,-2-1 0,-1 1-308,2-4 449,0 0 1,2 1-1,1 0 0,1 1 1,-6 22-450,16-48 50,0 1 0,0-1 1,0 1-1,0-1 0,0 1 0,0-1 1,0 1-1,0-1 0,1 0 1,-1 1-1,0-1 0,0 1 0,0-1 1,0 1-1,1-1 0,-1 0 1,0 1-1,0-1 0,1 1 0,-1-1 1,0 0-1,1 1 0,-1-1 1,0 0-1,1 1 0,-1-1 0,0 0 1,1 0-1,-1 1 0,1-1 0,-1 0 1,1 0-1,-1 0-50,24 5 523,33-7-568,-50 2 168,25-3-286,-11 1-533,0 0 0,1 2-1,5 1 697,-20-1-773,0 1 0,0 1-1,0-1 1,0 1-1,-1 0 1,1 1 0,2 1 773,25 17-6818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0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1 218 11546,'0'0'2457,"0"0"448,0 0 199,0 0-1319,0 0-289,231-15-336,-138-21-440,10-6-47,-4-2-169,-10 8-232,-13 9-208,-16 12-64,-17 12-64,-13 3-320,-7 0-385,-3 24-895,-11-3-1225,-5-6-3736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1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14507,'0'0'2125,"0"0"212,0 0-610,0 0-1006,0 0-515,26-14-210,81-39-10,-106 52 13,1 0 1,0 0 0,-1 1-1,1-1 1,0 1 0,-1-1-1,1 1 1,0-1 0,0 1 0,0 0-1,0 0 1,-1 0 0,1 0-1,0 0 1,0 0 0,0 1-1,-1-1 1,1 1 0,0-1 0,0 1-1,-1-1 1,1 1 0,0 1 0,-1-1 0,0 0 0,0 0 0,0 1 1,0-1-1,0 0 0,0 1 0,0-1 0,-1 1 0,1 0 0,-1-1 0,1 1 0,-1-1 1,1 1-1,1 4 3,2 6 6,0 0 0,-1 0 0,-1 0 0,0 0-1,0 0 1,-1 1 0,-1-1 0,0 0 0,0 3-9,-2 5 25,0-1 1,-1 1-1,-1-1 1,0 0-1,-4 6-25,-8 15 35,-2 0 1,-2-1-1,-3 1-35,3-5 181,2 0 0,1 1-1,-9 30-180,26-64 25,-1-1 0,0 0 0,1 0 0,-1 0 0,1 1 0,-1-1 0,1 0 0,0 0 0,0 1 0,0-1 0,-1 0 0,1 1 0,0-1 0,1 0 0,-1 1 0,0-1 0,0 0 0,0 1 0,1-1 0,-1 0 0,1 0 0,-1 1 0,1-1 0,-1 0 0,1 0 0,0 0 0,0 0 0,-1 0-1,1 0 1,0 0 0,0 0 0,0 0 0,1 1-25,3-1 58,-1 0 0,1 0 1,-1 0-1,1 0 0,0-1 0,-1 1 0,1-1 0,0 0 0,0-1-58,3 1 5,14 0 144,1-2-1,-1 0 1,0-2 0,0 0-1,-1-1 1,1-1-1,-1-1 1,14-8-149,8-5 82,-32 14-333,0 0 0,1 1 0,0 0 0,0 1 0,0 0 0,1 1 0,-1 0 0,8 0 251,-19 19-5835,-1-5-1097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27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94 4721,'0'0'7066,"0"0"-4019,0 0-712,0 0-464,0 0-467,0 0-135,0-17-104,-1-50-115,0 57 1400,-1 18-2016,-1 18-580,20 235 616,-19-114-349,-1-43 33,4 1-1,5-1 1,15 81-154,-20-176 9,1 0 0,1 0 0,-1 0 0,1-1-1,0 1 1,1-1 0,0 0 0,1 0 0,-1 0 0,2 0 0,-1-1 0,1 0 0,5 5-9,-5-7 0,0 0 0,1-1 0,-1 0 0,1 0 1,0-1-1,0 0 0,0 0 0,1-1 0,-1 0 1,1 0-1,-1 0 0,1-1 0,-1 0 0,1-1 0,0 0 1,2 0-1,6 0-3,4 1-31,0-2 0,-1 0-1,0-1 1,12-3 34,-24 3-183,0 0 0,0 0 0,0-1 0,-1 0 0,1-1 0,-1 1 0,1-1 0,-1-1 1,0 1-1,-1-1 0,1 0 0,-1 0 0,5-6 183,-6 6-476,-1 1 0,1-1 0,-1 0-1,0 0 1,0-1 0,-1 1 0,0-1 0,0 1 0,0-1 0,0 0 0,-1 0 0,0 0 0,0-1 476,-2-52-7864,-4 23-2922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27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9338,'0'0'2016,"0"0"25,0 0-417,0 0-992,0 0 449,0 0 1279,0 0-912,96-15 81,-30-5-409,4 2-696,-1 0-304,-6 3-120,-6 6-288,-1 0-1384,-17 3-3641,-12-3-5418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1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 10546,'0'0'2665,"0"0"-183,0 0-413,0 0-742,0 0-361,0 0-181,-18 34-47,-14 29 237,-10 27-975,36-73 158,1 0 0,0 1 1,1-1-1,1 1 0,0 0 1,2 0-1,0 0 0,1 0 1,1 0-1,0 3-158,2 39 317,0 189 1380,30 199-1697,67 539 1292,-94-925-1225,0 3-19,0 18 14,5 1 0,2-2 0,11 25-62,-17-84-22,0-1 0,2 0 0,0-1 0,1 0 0,2 0 0,0-1 0,1 0 1,1-1-1,0-1 0,2 0 0,0-2 0,1 1 0,1-2 0,0 0 0,1-1 0,0-1 0,8 3 22,19 7-1762,45 15 1762,8-4-3911,6-7-4511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2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11739,'0'0'2940,"0"0"-586,0 0-499,0 0-512,0 0 99,19 32-215,-2-4-961,20 34 255,-3 1 0,-2 1 0,-2 6-521,7 34 318,-4 1 0,-5 2 0,-5 1 0,1 40-318,-6 7 548,-7 1 1,-9 127-549,-9-165 327,-5 0-1,-5-1 1,-6-1 0,-5 2-327,-147 450 1700,158-513-1637,-18 46-50,31-140-1001,6 25 753,1 0 0,0-1 0,1 1 0,1 0 0,0 1 0,1-1 0,0 1 0,1 0 0,1 0 0,5-7 235,-3 5-277,53-88-2969,3 4-3638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2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 13915,'0'0'3642,"0"0"-835,0 0-914,-5 28-480,-7 41-573,4 0-1,2 1 0,4 15-839,2 1231 4029,0-1242-3858,3 0 0,3-1 0,3 1 0,15 51-171,2 12-586,-23-113-3016,-2 0-1,-1 22 3603,-3-14-12916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3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0 10362,'0'0'2666,"0"0"368,0 0 680,0 0-1539,0 0-1112,0 0-443,-9 5-49,6-3-490,-1 1 0,0 0 0,1-1 0,0 1 0,-1 0 0,1 1 0,0-1 0,1 0 0,-1 1 0,1 0 0,-1 0 0,1 0-81,-3 7 216,1 0-1,0-1 0,1 1 0,0 1 1,0 5-216,-16 104 776,4 2 0,6 0 0,6 37-776,3-146 12,0 0 0,1 0-1,1 0 1,0 0 0,1 0-1,0-1 1,1 1 0,1-1 0,0 0-1,1 0-11,-3-7-8,0-1-1,0 0 1,1 1-1,0-2 1,0 1-1,0 0 1,1-1-1,0 0 1,0 0-1,0 0 1,0-1-1,0 1 1,1-1-1,-1-1 1,1 1-1,0-1 1,0 0-1,0 0 0,0-1 1,0 1-1,0-1 1,0-1-1,4 1 9,-1 0-87,0 0-1,0 0 1,0-1-1,0 0 1,0 0 0,0-1-1,0-1 1,-1 1-1,1-2 1,0 1-1,-1-1 1,1 0-1,-1-1 1,0 0-1,0 0 1,0 0-1,-1-1 1,0-1-1,0 1 1,1-2 87,8-10-1197,-1-1 1,-1 0 0,0-1 0,1-5 1196,10-21-5678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3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1 280 15547,'0'0'3945,"0"0"-1160,0 0-1081,0 0-1072,0 0-288,185-95-136,-122 68-136,3 0-72,30 4-1088,-17 2-3185,-9 6-6553</inkml:trace>
  <inkml:trace contextRef="#ctx0" brushRef="#br0" timeOffset="1">815 15 6545,'0'0'10755,"0"0"-8387,0 0-367,0 0-953,0 0-608,0 0-184,0 0-128,125-9-40,-82 3-88,-3 6-240,-4 0-1568,-9 0-2449,-14 0-3953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4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14403,'0'0'2281,"0"0"783,0 0-967,0 0-353,0 0-848,0 0-280,0 0-224,201 9-184,-138-30-208,27-11-528,-21 5-2008,-9 0-4538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4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0 16836,'0'0'2127,"0"0"-831,0 0-50,-18 27-425,-9 14-315,-17 36-506,41-69 88,-1 1 0,1-1 0,0 1 0,1 0 0,0-1 0,1 1 0,0 0 0,0 0 0,1 1 0,0-1 0,0 0 0,1 0 0,1 3-88,-1 7 230,0-13-167,0-1-1,0 1 0,0-1 1,1 1-1,-1-1 0,1 0 1,1 0-1,-1 1 0,1-1 1,0-1-1,0 1 0,0 0 0,1-1 1,-1 0-1,1 1 0,0-1 1,0-1-1,1 1 0,-1-1 1,1 0-1,0 0 0,0 0 0,0 0 1,0-1-1,0 0 0,0 0 1,1 0-1,-1-1 0,3 1-62,0-1 37,0 1 0,0-1 0,0-1 0,1 1 0,-1-1 0,0-1-1,0 0 1,0 0 0,0 0 0,0-1 0,0 0 0,0-1 0,0 0 0,-1 0 0,1-1-1,-1 1 1,0-2 0,0 1 0,0-1 0,1-1-37,1-3 19,-1 1 1,0-1-1,0-1 0,-1 1 1,0-1-1,0-1 0,-1 1 1,-1-1-1,0 0 0,0 0 1,2-12-20,-1 0 2,-1 0 1,-2-1-1,0 0 1,-2 0-1,0-14-2,-1 36-45,0 0 0,0 1 0,0-1 0,-1 0 0,1 1 0,0-1-1,-1 0 1,1 1 0,-1-1 0,1 0 0,-1 1 0,0-1 0,0 1 0,0 0-1,0-1 1,0 1 0,0-1 0,0 1 0,0 0 0,0 0 0,0 0-1,-1 0 1,1 0 0,-1-1 45,-2 0-755,-1 1 1,1-1-1,-1 0 0,1 1 0,-1 0 0,0 0 1,1 1-1,-4-1 755,-22 0-10397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5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34 13691,'0'0'4262,"0"0"-1879,0 0-237,0 0-800,0 0-671,0 0-329,-5-9-187,-10-14-79,15 23-78,0 0 0,0 0 0,0 0 0,0-1-1,-1 1 1,1 0 0,0 0 0,0 0 0,0 0 0,-1 0 0,1 0 0,0 0 0,0 0 0,0 0 0,-1 0 0,1 0 0,0 0 0,0 0 0,0 0 0,-1 0 0,1 0 0,0 0 0,0 0 0,0 0 0,-1 0 0,1 0 0,0 0 0,0 0 0,0 1-1,-1-1 1,1 0 0,0 0 0,0 0 0,0 0 0,0 0 0,-1 1 0,1-1 0,0 0 0,0 0 0,0 0 0,0 0 0,0 1 0,0-1 0,0 0 0,0 0 0,0 0 0,-1 1 0,1-1 0,0 0 0,0 0 0,0 0 0,0 1 0,0-1-1,0 0-1,-5 67 388,5-59-337,0 9 63,-3 65 533,4 0 1,9 55-648,-7-112 33,2 1 0,0 0 0,2-1 0,1 0 1,1-1-1,1 1 0,1-2 0,1 0 0,1 0 1,9 11-34,-17-27-22,1 0 1,0-1 0,1 1 0,0-1 0,0-1 0,0 1 0,1-1 0,-1-1-1,1 1 1,0-1 0,1-1 0,-1 1 0,1-1 0,5 1 21,-9-3-160,1 0-1,0 0 1,0 0 0,-1 0-1,1-1 1,0 0 0,0 0 0,0-1-1,-1 0 1,1 0 0,0 0-1,-1 0 1,1-1 0,-1 0 0,1 0-1,-1-1 1,0 0 0,0 1-1,0-2 1,0 1 0,-1 0 0,1-1-1,0-1 161,2-3-875,0 0 0,0-1-1,-1 1 1,0-1 0,-1-1-1,0 1 1,-1-1-1,1-1 877,4-25-5571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5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0 164 1096,'0'0'18412,"0"0"-16003,0 0 183,0 0-1672,0 0-656,0 0-127,222-83-137,-149 62-137,26-6-943,-16 9-2793,-11 3-8177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6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9570,'0'0'5377,"0"0"-2528,0 0-257,0 0-1151,0 0-497,0 0-400,0 0 80,86 5-392,-53-2-168,0 3-64,0 0-656,0 15-1616,-6-3-2770,-17 3-5016</inkml:trace>
  <inkml:trace contextRef="#ctx0" brushRef="#br0" timeOffset="1">99 340 11482,'0'0'4914,"0"0"-3410,0 0 1160,0 0-751,0 0-769,0 0-640,0 0-336,159-36-168,-103 12-128,24-11-872,-14 2-3313,-10 3-7497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6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 12979,'0'0'2974,"0"0"184,0 0 72,0 0-1827,0 0-795,0 0 173,2 29-34,12 198 476,-13 58-463,-1-285-720,0 0-101,0 0-88,0 0-79,-24 0-193,12-1 375,0 1 0,0 0 0,1 1 0,-1 0 0,0 1 0,0 0 0,1 1 0,-1 0 0,1 1 0,0 0 0,0 1-1,0 0 1,1 0 0,0 1 0,0 1 0,0 0 0,1 0 0,-5 5 46,24-8-511,9-6 436,16-7 55,-1-2-1,-1-1 0,6-4 21,65-22-619,-46 21-963,-20 8-2508,-6 2-5096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8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15315,'0'0'2482,"0"0"271,0 0-860,0 0-1183,-2 28-277,-3 139 1893,9 23-2326,41 392 1014,-37-536-911,-4-32-1000,-2-28-2837,-2-14-1628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38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1 161 13203,'0'0'2200,"0"0"-983,0 0 495,192-63-888,-126 43-208,3 2-80,-3 6-288,4 3-152,42-6-96,-19 3-888,-7 0-5137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46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51 220 3473,'0'0'675,"0"0"-277,0 0 396,0 0 597,0 0 833,0 0 1096,12-24-685,36-73-124,-46 95-2204,-1-1-1,0 0 1,1 0-1,-1 0 1,0 0-1,-1 0 1,1 0-1,0 0 1,-1 0-1,0 0 1,1-3-307,-12-9 1491,1 1-601,9 12-788,1 0 0,0 1 0,-1-1 0,1 0 0,-1 1 0,1-1 0,-1 0 0,0 1 1,0-1-1,0 1 0,0-1 0,0 1 0,0-1 0,0 1 0,0 0 0,-1 0 0,1-1 0,0 1 0,-1 0 0,0 0-102,1 1 29,1 0 0,-1 0 0,0-1 0,0 1-1,0 0 1,0 0 0,0 0 0,0 0 0,0 0 0,0 1 0,0-1 0,0 0 0,0 0 0,1 1 0,-1-1 0,0 0 0,0 1-1,0-1 1,0 1 0,1-1 0,-1 1 0,0-1 0,0 1 0,1 0 0,-1-1 0,1 1 0,-1 0 0,0 0 0,1-1 0,-1 1 0,1 0-1,0 0 1,-1 0 0,1 0 0,0-1 0,-1 1 0,1 0 0,0 0 0,0 0-29,-5 14 29,0-1-1,1 1 1,1 0-1,0 0 1,2 0-1,-1 10-28,3 98 155,0-34-10,-6 0 148,-6 13-293,2-23 210,2 54-210,7-128 0,0-1 0,0 1 0,1 0 0,-1-1 0,1 1 0,0 0 0,1-1 0,-1 1 0,1-1 0,0 0 0,0 1 0,0-1 1,0 0-1,1 0 0,0 0 0,0-1 0,0 1 0,0-1 0,0 0 0,1 1 0,0-1 0,-1-1 0,1 1 0,0-1 1,0 1-2,7 1-10,-1 1-1,0-2 1,1 1-1,0-1 1,0-1-1,0 0 1,0-1-1,0 0 1,0 0-1,3-2 12,-8 1-62,1-1 0,-1 0-1,0-1 1,0 0 0,0 0 0,0 0-1,0-1 1,0 1 0,-1-1 0,1-1-1,-1 1 1,0-1 0,0 0-1,0 0 1,0-1 62,16-15-1175,-1-1 0,13-18 1175,-24 28-531,-1 2-56,-2 1 1,1-1 0,-1 0-1,0-1 1,-1 1 0,0-1-1,-1 0 1,0-1 586,-1 2-978,-1 0-1,-1 0 1,1 0 0,-1 0-1,-1-1 1,0-1 978,0-17-5249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47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1 191 14819,'0'0'3745,"0"0"-2209,0 0-247,0 0-809,175-95-280,-92 62-112,-4 4-88,-3 8-344,-16 12-3481,-27 6-6993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42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48 9978,'0'0'2669,"0"0"47,0 0 202,0 0-684,0 0-606,0 0-310,-5-10-214,-18-27-258,23 37-838,0 0 1,0 0 0,0 0-1,0 1 1,0-1 0,0 0-1,0 0 1,0 0 0,0 1 0,0-1-1,0 0 1,0 0 0,0 0-1,0 1 1,0-1 0,0 0-1,0 0 1,0 0 0,0 1-1,0-1 1,0 0 0,-1 0-1,1 0 1,0 0 0,0 0-1,0 1 1,0-1 0,0 0-1,-1 0 1,1 0 0,0 0-1,0 0 1,0 0 0,0 0-1,-1 1 1,1-1 0,0 0-1,0 0 1,0 0 0,-1 0-1,1 0 1,0 0 0,0 0-1,0 0 1,-1 0 0,1 0-1,0 0 1,0 0 0,0 0-1,-1 0 1,1 0 0,0-1-1,0 1 1,0 0 0,-1 0-1,1 0 1,0 0 0,0 0 0,0 0-1,0 0 1,-1-1 0,1 1-1,0 0 1,0 0 0,0 0-1,0 0 1,0-1 0,0 1-9,-4 21-27,4-18 69,-18 230 1108,10 126-1150,8-350 12,0 1 1,1-1 0,0 1-1,0-1 1,1 0 0,0 1-1,1-1 1,0 0-1,0-1 1,1 1-13,-2-5 1,0 0 0,1 0-1,0-1 1,0 1 0,0-1 0,0 0-1,0 0 1,0 0 0,1 0 0,0 0-1,-1-1 1,1 0 0,0 0 0,0 0-1,0 0 1,0 0 0,1-1 0,-1 0-1,0 0 1,1 0 0,-1 0 0,1-1-1,2 1-79,-1 0 1,0 0 0,1-1 0,-1 0 0,1 0 0,-1 0 0,0-1 0,1 0 0,-1 0-1,0-1 1,0 0 0,1 0 0,-1 0 0,-1-1 0,1 0 0,0 0 0,-1 0 0,1-1-1,-1 0 1,0 0 0,0 0 0,-1-1 0,1 1 0,-1-1 0,0 0 0,0 0 0,-1-1-1,2-2 79,2-6-1220,-1 0 0,0 0 0,-1-1 0,0 0 0,0-6 1220,-2-22-5386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42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0 173 16187,'0'0'2713,"0"0"-1833,0 0 937,0 0-1433,0 0-384,202-116-464,-119 95-681,6 3-887,-23 7-729,-16 5-4488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42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13515,'0'0'2060,"0"0"468,0 0-689,0 0-1077,0 0-482,0 0-177,22-10-55,71-30-29,-88 38-7,0 0 0,0 0 1,0 0-1,1 1 0,-1 0 0,0 0 1,1 0-1,-1 1 0,1 0 0,-1 0 1,1 0-1,-1 0 0,0 1 0,1 0 1,-1 0-1,3 2-12,-5-2 6,0 1-1,0 0 1,-1-1 0,1 1-1,0 0 1,-1 1 0,1-1-1,-1 0 1,0 1 0,0-1-1,0 1 1,0 0 0,-1 0-1,1-1 1,-1 1 0,1 0-1,-1 0 1,0 1 0,1 1-6,-1 4 6,1 0 1,-1-1-1,-1 1 1,0 0 0,0-1-1,0 1 1,-1 0-1,0-1 1,-1 1 0,0-1-1,-1 1 1,1-1-1,-1 0 1,-1 0 0,0 0-1,0 0-6,-63 82 123,44-62 292,0 2 0,-12 23-415,30-43 95,0 0 1,0 0-1,1 1 1,0-1 0,0 1-1,2 0 1,-1 0-1,1 0 1,1 0 0,-1 12-96,2-22 14,1 0 1,-1 0 0,0 0 0,0 0 0,0 0-1,1 0 1,-1 0 0,0-1 0,1 1 0,-1 0-1,1 0 1,-1 0 0,1 0 0,0 0 0,-1-1-1,1 1 1,0 0 0,-1-1 0,1 1 0,0 0-1,0-1 1,0 1 0,-1-1 0,1 1 0,0-1-1,0 1 1,0-1 0,0 0 0,0 1 0,0-1-1,0 0 1,0 0 0,0 0 0,0 0-15,44 0 348,-26 0-239,61-9 164,-1-1-916,-28 16-2859,-32 5-2528,-10 5-6075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43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0 140 11987,'0'0'2216,"0"0"-448,0 0 690,0 0-456,0 0-516,37-2-294,123-9-193,-131 7-823,0-2-1,0-1 1,-1-1 0,0-1 0,-1-1 0,0-2 0,1-1-176,-7 2 11,2 1 1,-1 1 0,1 1 0,1 1 0,-1 2-1,6-1-11,-28 6 9,44-2-1144,-44 2 1003,0 1 0,0-1 1,0 0-1,0 1 0,0-1 0,0 1 0,0-1 0,0 1 0,0-1 0,0 1 0,-1 0 1,1-1-1,0 1 0,0 0 0,-1 0 0,1 0 0,-1 0 0,1-1 0,0 1 0,-1 0 1,0 0-1,1 0 0,-1 0 0,1 0 0,-1 0 0,0 0 0,0 0 0,0 0 0,0 0 0,0 0 1,0 0-1,0 1 0,0-1 0,0 0 132,0 27-5823,0-3-7209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43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93 14387,'0'0'2175,"0"0"34,0 0-541,0 0-969,0 0-288,32-14 110,102-41 31,-62 33-134,-67 21-401,0 1 0,0 0-1,-1 0 1,1 0-1,0 1 1,0-1-1,0 1 1,1 1-17,-5-1 0,1-1 0,-1 1 0,0-1 1,1 1-1,-1 0 0,0 0 0,0 0 0,0 0 0,1 0 0,-1 0 0,0 0 1,0 0-1,-1 0 0,1 0 0,0 1 0,0-1 0,0 0 0,-1 0 1,1 1-1,-1-1 0,1 1 0,-1-1 0,0 1 0,1-1 0,-1 0 1,0 2-1,2 45 29,-3-35-11,1 9 3,-2 0 0,0-1 0,-2 1 0,0-1 0,-1 0 0,-1 0 0,-1-1 1,-1 1-1,-1-2 0,-1 1 0,0-1 0,-9 10-21,6-8 24,-6 8 11,2 2 1,-10 21-36,24-44 37,-1 0 1,1 1 0,0-1-1,1 1 1,0 0 0,1 0-1,-1 0 1,2 0 0,-1 0-1,1 0 1,1 0 0,0 7-38,0-15 36,0 1-1,0 0 1,0-1 0,0 0-1,0 1 1,0-1 0,0 0 0,0 1-1,1-1 1,-1 0 0,0 0-1,1 0 1,-1 0 0,1 0 0,-1 0-1,1-1 1,0 1 0,-1 0 0,1-1-1,-1 1 1,1-1 0,0 0-1,0 1 1,-1-1 0,1 0 0,0 0-1,0 0-35,62 0 587,-42-1-402,5 0 6,-1-1-1,0-1 0,0-2 1,0-1-1,-1 0 1,2-3-191,53-20 358,16-11-358,-36 15-41,-2-2-1656,-24 5-2276,-17 7-2030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45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0 191 12227,'0'0'2976,"0"0"-1111,0 0-17,0 0-936,0 0-208,0 0 105,0 0 183,136-56-96,-77 32-120,11-3-104,6 1-208,3-1-272,-6 6-128,-10 12-64,-13 9-144,-11 9-1288,-16 18-2553,-13 5-2128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47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0 12459,'0'0'2550,"0"0"-1316,0 0-800,0 0-121,0 0 435,-8 32 475,-44 188 1437,17-55 785,6 19-3445,6 18 499,10 0-1,8 1 1,10 24-499,22 86 615,48 197-615,-73-497 6,21 120 269,17 48-275,-26-131 63,3-1 0,1 0 1,3-1-1,1-1 0,6 4-63,51 82 55,98 173 170,-173-298-222,4 9-43,2-1 0,0 1 1,0-2-1,2 1 0,9 8 40,-18-20-112,0-1-1,1 0 0,-1 0 1,1-1-1,0 1 0,0-1 0,0 1 1,0-1-1,1-1 0,-1 1 1,1 0-1,-1-1 0,1 0 0,-1 0 1,1-1-1,-1 1 0,1-1 1,0 0-1,-1 0 0,1 0 1,0-1-1,-1 0 0,1 0 0,3-1 113,1-1-733,1-1 0,-1 0 0,0 0-1,0-1 1,-1 0 0,4-3 733,49-39-6319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48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0 12843,'0'0'3991,"0"0"-1733,0 0-506,0 0-346,0 0-392,0 0-432,5 18-148,45 130 1903,45 88-2337,-23-64 1042,2 36-1042,-41-95 176,-5 2 0,-5 0 0,-5 2-1,-1 53-175,-13-77 164,-4-1 0,-4 0 0,-4 0-1,-4-1 1,-3 0 0,-6 2-164,-17 55 190,-7-2-1,-6-3 1,-7-1 0,-5-3-1,-77 121-189,136-255-61,1 1 0,-1-1 0,0 0 1,-1 0-1,1 0 0,-1-1 0,0 1 0,0-1 0,-1 0 61,8-22-2035,15-17-1666,9-6-5313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49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 12483,'0'0'3799,"0"0"-1645,0 0-351,-4 44-135,-22 372 814,6 269-274,-3 251 171,43-408-1463,-20-452-888,-3-1 1,-6 27-29,9-102-46,0 1 0,0-1 0,-1 0 0,1 1 1,0-1-1,0 1 0,0-1 0,0 1 0,0-1 0,0 0 0,0 1 0,0-1 0,1 1 0,-1-1 1,0 0-1,0 1 0,0-1 0,0 1 0,0-1 0,1 0 0,-1 1 0,0-1 0,0 0 0,1 1 1,-1-1-1,0 0 0,1 1 0,-1-1 0,0 0 0,1 0 0,-1 1 0,0-1 0,1 0 0,-1 0 1,0 0-1,1 0 0,-1 1 0,1-1 0,-1 0 0,0 0 0,1 0 0,-1 0 46,25-5-1678,20-17-3579,-45 21 5046,46-25-10598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49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0 17700,'0'0'2720,"0"0"-1338,0 0-346,-9 37-134,2-8-717,-12 47 478,4 1 0,-1 36-663,7-22 715,3 1 0,5-1 1,6 56-716,-4-140 11,0 0 1,0 0 0,1 0-1,0 0 1,0 0 0,0 0 0,1 0-1,0 0 1,0-1 0,1 0 0,0 0-1,0 0 1,0 0 0,6 5-12,-7-8-16,1 0 0,-1-1 1,1 1-1,0-1 0,0 0 1,0 0-1,0 0 0,1 0 1,-1-1-1,0 0 0,1 0 1,-1 0-1,1 0 0,0-1 1,-1 1-1,1-1 0,-1 0 1,1-1-1,-1 1 0,1-1 1,-1 0-1,1 0 0,-1 0 0,2-1 16,2-2-148,1 0 0,-1-1-1,0 0 1,0 0 0,0-1-1,-1 0 1,0 0 0,0-1-1,0 0 1,-1 0-1,2-3 149,4-4-548,38-42-3889,-9 3-3543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50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0 173 17596,'0'0'3937,"0"0"-2761,0 0-216,0 0-624,199-74-232,-120 47-104,-9 9-136,9-2-1360,-19 2-3297,-14 3-10955</inkml:trace>
  <inkml:trace contextRef="#ctx0" brushRef="#br0" timeOffset="1">507 72 15739,'0'0'3849,"0"0"-2689,0 0-343,0 0-529,0 0-224,168-56-64,-138 53-344,3 3-921,-6 0-1223,-8 0-1921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50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16051,'0'0'2961,"0"0"-1385,0 0 1,0 0-993,0 0-392,225-51-192,-169 28-488,24-10-1233,-14 12-2231,0-6-8451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50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16019,'0'0'4153,"0"0"-2280,0 0 95,0 0-1128,0 0-256,0 0 57,-6 181 47,6-89-216,0 1-184,0-10-184,0-15-96,10-20-8,3-18-360,0-21-864,0-9-3593,-9 0-9162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51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0 17124,'0'0'2848,"0"0"-1029,0 0-668,0 0-655,-4 37-32,4-36-461,-39 302 1332,26-209-611,4 1 0,4 66-724,5-145 29,1 0-1,0 0 0,2 0 0,-1 0 0,2 0 0,0 0 1,1-1-1,1 2-28,-4-13-23,-1 0 0,1 0 0,0 0 0,0 0 0,0 0 0,1-1 0,0 1 0,-1-1 0,1 0 0,0 1 0,1-1 0,-1-1 0,0 1 0,1 0 0,0-1 0,0 0 0,-1 0 0,1 0 0,0 0 0,1 0 0,-1-1 0,0 0 0,0 0 0,1 0 0,-1 0 0,0-1 0,1 0 1,-1 0-1,1 0 0,-1 0 0,3-1 23,-2 0-111,0-1 0,0 0 0,-1 0 0,1 0 0,-1-1 0,1 1 0,-1-1 0,0 0 0,0 0 0,0-1 0,0 1 0,-1-1 0,0 0 0,1 1 0,-1-2 0,-1 1 0,1 0 1,0-1-1,-1 1 0,2-5 111,4-5-559,32-59-4065,-9 2-2870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5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0 259 18116,'0'0'4281,"0"0"-3433,0 0 400,0 0-736,182-80-392,-89 38-120,36-11-584,-23 8-1832,-17 6-3850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51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18004,'0'0'3113,"0"0"-1873,0 0 8,0 0-720,0 0-384,169-30-144,-133 24-400,0 6-1128,-12 0-2329,-11 0-4801</inkml:trace>
  <inkml:trace contextRef="#ctx0" brushRef="#br0" timeOffset="1">64 328 15843,'0'0'4521,"0"0"-2472,0 0-513,0 0-784,0 0-752,0 0-840,255-81-1120,-183 67-3025,-9-1-7490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52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15427,'0'0'3468,"0"0"-1632,0 0-54,0 0-783,0 0-570,0 0-151,29-2-22,-4 1-163,0 0 0,1 2 1,14 2-94,-35-1 19,-1-1 0,-1 1 0,1-1 0,0 1 1,0 0-1,-1 1 0,1-1 0,-1 0 0,1 1 1,-1 0-1,0 0 0,0 0 0,-1 0 0,1 1 1,-1-1-1,1 1 0,-1-1 0,0 1 0,0 0 1,-1 0-1,1 0 0,-1 0 0,0 0 0,1 1-19,5 12 70,12 28-71,-10-22 108,2-1-1,0 1 1,1-2-1,1 0 1,5 5-107,-14-20-91,1-1 0,1 1 1,-1-1-1,1 0 1,0 0-1,0 0 1,1-1-1,0 0 0,-1 0 1,1-1-1,0 0 1,1 0-1,-1 0 1,0-1-1,1 0 1,-1-1-1,1 0 0,0 0 1,1 0 90,51-2-4881,-33-4 85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52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0 12275,'0'0'3944,"0"0"-3231,0 0 2055,0 0-1448,0 0-951,0 0 487,-142 176 280,92-93-616,-3-3-280,0-2-160,4-7-64,-4 9-16,10-17-936,7-13-5073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58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13139,'0'0'2456,"0"0"-1519,0 0-193,0 0-320,0 0-296,169-12 16,-123 9 520,-3 3 760,0-6-343,3 0-617,7 1-352,0 2-112,3 3-993,-13 0-3071,-19 0-5619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9:58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0 146 10538,'0'0'2553,"0"0"-753,0 0-776,0 0-664,235-50-360,-142 14-328,-20 3-1392,-20 7-7194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20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24 319 12187,'0'0'2451,"0"0"-329,0 0 219,0 0-866,-4-28-700,4 23-718,-10-67 1105,4 0 0,3-3-1162,3 27 1446,0 30-538,0 23 263,0 426-785,0-337-4604,0 1-4667,0-78-670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21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16508,'0'0'3888,"0"0"-2727,0 0 111,0 0-896,215-60-376,-142 54-400,0 3-1272,16-6-929,-20 3-1424,-12 0-4121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21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49 14547,'0'0'2207,"0"0"-128,0 0-556,0 0-852,0 0-207,0 0 238,30-8-185,95-28-281,-121 35-222,0 0 0,-1 0-1,1 0 1,0 1 0,0 0 0,-1-1-1,1 1 1,0 1 0,0-1 0,-1 1-1,4 0-13,-5-1 5,-1 1-1,1 0 0,-1-1 0,1 1 1,-1 0-1,0 0 0,1 0 0,-1 0 1,0 0-1,1 0 0,-1 0 0,0 1 1,0-1-1,0 0 0,0 1 0,0-1 1,-1 0-1,1 1-4,1 4 10,0 0 0,-1 0 0,0 0 0,0 0 0,-1 0 0,1 0 0,-1 0 0,-1 0 0,0 6-10,0 4 50,0 11 56,-2-1 0,-1 1 0,-1-1 0,-1 0 0,-2-1 0,0 0 0,-2 0 0,0-1 0,-2 0 0,-1-1 0,-2 3-106,-30 44 530,-4-3 0,-52 57-530,59-74 424,-3-2 0,-11 6-424,104-65 1447,243-62-1383,-237 61-54,-46 9-77,1-1 0,-1 0-1,1 0 1,-1 0 0,0-1 0,-1-1 0,1 1 0,-1-1 0,4-4 67,42-28-1766,-46 34 1258,0 1 1,1 1-1,-1 0 1,1 0-1,-1 0 1,5 0 507,26 0-5793,-23 2-1442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33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16580,'0'0'2632,"0"0"-1672,0 0 553,13 164-601,7-81-128,-1 4 96,1-1-192,-6-6-208,-1-11-240,-3-4-95,-4-11-57,1-7-40,-4-5-40,1-9-8,-4-7 0,0-11-625,0-15-1791,0 0-3993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34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0 191 11899,'0'0'2464,"0"0"-199,0 0 751,169-41-1503,-106 17-681,0 0-464,-4 0-368,11-8-736,-14 8-3249,-10 3-7602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37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6305,'0'0'5836,"0"0"-3889,0 0-778,38-7-281,-38 7-888,60-10 512,39-1-512,-94 11 41,0-1 1,-1 1-1,1 0 1,0 0-1,-1 1 1,1-1 0,0 1-1,-1 0 1,1 0-1,-1 1 1,1-1-1,-1 1 1,0 0-1,0 0 1,0 1-1,0-1 1,0 1-1,0 0 1,-1 0-1,1 0 1,-1 0-1,0 1 1,0-1-1,0 1 1,0 0-1,-1 0 1,1 0-1,-1 0 1,0 0-1,0 1 1,0 3-42,1-3 83,4 13 162,0 0 1,-1 0 0,-1 0 0,-1 1 0,-1-1 0,-1 1 0,0 0 0,-1 0 0,-1 0 0,-1 0 0,-1 0 0,0 0 0,-1 0 0,-1-1 0,-1 1 0,-1-1 0,-1 0 0,0-1 0,-1 1 0,-1-2 0,0 1 0,-1-1 0,-1-1 0,-1 1 0,-10 9-246,0-1 253,-2 0 0,-7 5-253,25-24 24,0 0 0,-1 0-1,1 0 1,-1-1 0,1 0-1,-1-1 1,0 1 0,-1-1 0,1-1-1,-1 1 1,1-1 0,-3 0-24,10-2-4,0 0-1,-1 0 1,1 0 0,-1 0 0,1 0 0,-1 0 0,1 0 0,0 0 0,-1 0 0,1 0 0,-1 0 0,1 0 0,-1 0-1,1 0 1,0-1 0,-1 1 0,1 0 0,-1 0 0,1 0 0,0-1 0,-1 1 0,1 0 0,0 0 0,-1-1-1,1 1 1,0 0 0,0-1 0,-1 1 0,1 0 0,0-1 0,0 1 0,-1-1 0,1 1 0,0 0 0,0-1 4,0-18-410,1 11 184,2-9-524,0 0 1,1 1-1,0-1 1,2 1-1,0 0 1,0 1-1,4-5 750,26-44-5082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37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0 11506,'0'0'4311,"0"0"-1692,0 0-131,0 0-979,0 0-852,0 0-437,-21 22-98,7-9-96,3-4 6,1 1 0,0 0-1,0 1 1,1 0 0,0 1 0,1 0 0,0 0 0,1 1-1,0 0 1,1 0 0,1 0 0,0 1 0,-2 12-32,-2 29 213,2-1 1,3 1-1,3 17-213,0-66 9,1 1 0,1-1 0,-1 0 0,1 1 0,0-1 0,0 0 0,1 0 0,0 0 0,0 0 0,0 0 0,1 0 0,0 0 0,0-1 0,1 2-9,0-3-7,-1-1 0,1 0 0,-1 0 0,1 0 0,0 0 0,0 0 0,0-1 1,1 0-1,-1 0 0,0 0 0,1 0 0,0-1 0,-1 0 0,1 0 0,0 0 0,-1 0 0,1-1 0,4 0 7,3 1-275,0-1 0,0 0 0,-1-1 0,1 0 0,0-1-1,-1 0 1,1-1 0,-1 0 0,9-5 275,1-2-1622,0-1 0,-1-1 0,-1-1 0,9-7 1622,22-19-6811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37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12827,'0'0'2734,"0"0"-571,0 0-300,0 0-931,34-6-559,8-2-292,-1 2 0,19 0-81,-57 6 5,0 0 0,0 0 0,0 0 0,-1 0 0,1 1 0,0-1 0,0 1 0,0 0 0,0 0 0,0 0 0,-1 0 0,1 0 0,0 1 0,-1-1 0,1 1 0,-1 0 0,1-1 0,-1 1 0,0 0 0,0 1 0,0-1 0,1 1-5,-1 1 12,1 1 1,-1 0 0,0 0 0,0 0 0,-1 0 0,0 0-1,1 0 1,-2 0 0,1 0-13,0 3 22,3 11 86,-2 0 0,0 0 0,-2 0 1,0 1-1,-1-1 0,0 0 0,-2 0 1,-1 0-1,0 1-108,-5 10 395,-1 0 1,-2 0 0,-1-1 0,-1-1-1,-2 2-395,8-16 198,-14 26 178,21-38-355,0 0 0,1 0 0,-1 0 0,0 1 0,1-1 0,-1 0 1,1 0-1,0 0 0,0 1 0,0-1 0,0 0 0,0 0 0,0 1 0,1-1 0,-1 0 0,2 2-21,1-2 25,0-1 0,0 1 0,1-1 0,-1 0 1,1 0-1,-1-1 0,1 1 0,-1-1 0,1 0 0,0 1 0,-1-2 0,1 1 0,-1 0 0,1-1 1,1 0-26,6 1 59,160-6-2125,-158 6-1000,-5 3-3095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38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12219,'0'0'2416,"0"0"-119,0 0 1703,0 0-2719,208-41-225,-122 14 40,1 3-528,-18 3-352,-9 9-128,-14 1-80,-10 5 48,-6 0-56,-4 3 0,-6 0-432,7 3-848,-7 0-1753,-7 0-5937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38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0 117 15075,'0'0'2098,"0"0"-720,0 0-493,32-18-517,104-55-169,-130 69-176,0 1 0,0 0 0,1 0 0,-1 1 0,1-1 0,-1 1 0,1 1 0,0-1 1,0 1-1,0 0 0,0 1 0,4 0-23,-2 0 27,-8 0-18,0 0 1,0 0-1,1 0 1,-1 0-1,0 0 1,1 1-1,-1-1 1,0 0-1,0 1 0,0-1 1,1 1-1,-1-1 1,0 1-1,0 0 1,0 0-1,0-1 1,0 1-1,0 0 0,0 0 1,0 0-1,0 0 1,-1 0-1,1 0 1,0 0-1,-1 0 1,1 0-1,0 0 0,-1 1 1,0-1-1,1 0 1,-1 0-1,0 1 1,1 0-10,0 49 446,-2-34-294,0-5-41,-1 1 0,0-1 0,-1 0 1,0 1-1,0-1 0,-1 0 1,-1-1-1,-3 6-111,-11 19 497,-2-1-1,-1 0-496,0-3 535,2 2-1,-4 11-534,19-33 112,0 0 0,1 0-1,0 0 1,1 0-1,0 1 1,1-1-1,0 1 1,1 0-1,1 1-111,0-12 23,0 1-1,0-1 1,1 1-1,-1-1 1,1 0-1,0 1 1,0-1 0,0 0-1,0 0 1,0 1-1,0-1 1,0 0-1,1 0 1,-1 0-1,1-1 1,0 1-1,0 0 1,-1 0-1,1-1 1,0 1-1,0-1 1,0 0-1,1 0 1,-1 1-1,0-1 1,0-1-1,1 1 1,-1 0-1,0 0 1,1-1-1,-1 0 1,1 1-1,-1-1-22,16 2 202,0 0 0,-1-1 0,1-1 0,10-1-202,-1 0 166,-11 0-150,-1 0 0,1-1 1,-1 0-1,1-1 0,-1-1 0,0-1 1,0 0-1,-1-1 0,0 0 1,0-1-1,0-1 0,-1 0 1,0-1-1,4-3-16,15-16-1597,0-2 0,-2 0 0,-1-2 0,13-21 1597,13-20-9352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38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57 6905,'0'0'6179,"0"0"-4053,29-7-684,-24 6-1357,66-16 1667,0 4-1,42-2-1751,-43 12 2405,-68 3-1485,-10 0 1074,-103 4-351,-35 10-1643,-16 1-12,156-14-1206,21 0 1,27-1-1607,6 0-1959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39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0 13115,'0'0'2784,"0"0"-700,0 0 79,0 0-914,34 4-690,16 1-247,43 10-312,-89-14 17,1 1-1,-1-1 1,0 0-1,1 1 1,-1 0-1,0 0 1,0 0-1,0 1 1,0-1-1,0 1 1,-1 0-1,1 0 1,-1 1-1,0-1 1,0 0 0,0 1-1,0 0 1,-1 0-1,1 0 1,-1 0-1,0 1-16,1 4 49,0 0-1,-1 0 1,0 0 0,-1 1-1,0-1 1,0 1 0,-1 6-49,0-9 40,0 3 75,-1 0 1,0 0-1,0 1 0,-1-1 0,0 0 0,-1 0 0,0-1 1,-1 1-1,0 0 0,0-1 0,-1 0 0,0 0 0,-1-1 1,0 1-1,0-1 0,-1 0 0,0-1 0,0 0 1,-1 0-1,-8 6-115,3-4 55,0-1 0,0 0 0,-1 0 0,0-1 0,0-1-1,0 0 1,-1-2 0,0 1 0,0-2 0,-1 0 0,1 0 0,-1-2 0,-11 1-55,26-2-33,0 0-1,-1 0 1,1 0-1,0 0 1,0 0-1,0 0 1,0-1-1,-1 1 1,1 0 0,0-1-1,0 1 1,0 0-1,0-1 1,0 1-1,0-1 1,0 0-1,0 1 1,0-1-1,0 0 1,0 0-1,0 1 1,1-1-1,-1 0 1,0 0-1,0 0 1,1 0 0,-1 0-1,1 0 1,-1 0-1,1 0 1,-1 0-1,1 0 1,0-1-1,-1 1 1,1 0-1,0 0 1,0 0-1,0 0 1,0-1-1,0 1 1,0 0-1,0 0 1,0 0 0,1 0-1,-1 0 1,0-1-1,1 1 1,-1 0-1,1 0 1,-1 0-1,1-1 34,2-5-540,0 0-1,0 0 1,0 0-1,1 1 1,0-1-1,1 1 1,3-4 540,31-31-5231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39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16492,'0'0'2768,"0"0"-1368,0 0 393,0 0-1233,-106 188-336,106-105 208,0 3-8,0-2-104,30-16-128,6-17-112,7-19-72,10-17-8,0-12-192,20-3-1072,-13-12-3169,-11-11-6769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39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80 8450,'0'0'1820,"0"0"185,28-8 11,11-3-1376,75-22 706,-33 6 2904,-78 26-2783,-9 1-40,-31 3-1160,1 2-1,0 2 1,0 1 0,1 1-1,0 2 1,-16 9-267,-8 0 103,49-15-102,11-2 0,26 1-9,45-4-81,-72 0 88,21-1-385,0-1-1,-1-1 1,1-1-1,11-4 387,42-15-5306,-26 5-3796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40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7330,'0'0'5665,"0"0"-4897,0 0 896,218-90-671,-145 72-617,-7 7-232,-13 11-144,-20 0-288,-13 0-1737,-20 11-7217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41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11947,'0'0'1584,"0"0"140,0 0-139,0 0-927,0 0-442,0 0 1,-4 7 243,0 2-241,1 0 1,1 0 0,-1 0 0,2 0 0,-1 0 0,1 1 0,1-1 0,0 1-1,0-1 1,0 1 0,2-1 0,-1 0 0,1 0 0,0 1 0,1 0-220,40 187 2111,6 104-2111,-19-125 2040,9 8-2040,-15-75 123,-11-35-52,-3 1 0,1 69-71,-10 155 243,-3-142 153,0-32-250,-6 0 0,-4-1-1,-7-1 1,-4 0 0,-8 6-146,23-97 39,3 0 0,-2 23-39,-2 12 46,6-54-32,-2-1-1,1 0 1,-2 1 0,1-2 0,-2 1 0,0-1 0,0 0 0,-1 0 0,0-1 0,-1 0 0,-5 5-14,11-9-1,0-1-1,1 1 1,0-1 0,0 1 0,1 0-1,-1 0 1,1 0 0,1 0 0,-1 0-1,1 0 1,0 0 0,0 0 0,1 0 0,-1 0-1,2 1 2,-2-6-3,1 1 1,-1-1-1,1 0 0,-1 0 0,1 0 0,0-1 0,-1 1 0,1 0 1,0 0-1,0 0 0,0 0 0,-1-1 0,1 1 0,0 0 1,0-1-1,0 1 0,0-1 0,0 1 0,0-1 0,1 1 0,-1-1 1,0 0-1,0 1 0,0-1 0,0 0 0,0 0 0,1 0 0,0 0 3,41 1-32,-32-1 15,59-4 75,0-3 0,-1-3 0,17-6-58,49-8-217,-133 24-17,0 0 0,0-1 1,0 1-1,0-1 0,0 0 0,0 1 0,0-1 0,0 0 0,0 0 0,-1 0 0,1-1 0,0 1 1,-1 0-1,1-1 0,-1 1 0,1-1 0,-1 1 0,1-1 234,1-5-5121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44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1 226 6953,'0'0'5066,"0"0"-3349,0 0-826,0 0-83,2-26 259,-1 19-834,6-97 966,-4 15 4401,14 162-4521,-9 34-998,-8-76-71,2 0 1,2 0-1,0 0 0,2-1 1,2 1-1,7 18-10,-13-44-73,0-1-1,0 1 1,1-1 0,-1 0 0,1 0-1,0 0 1,1 0 0,-1 0 0,3 1 73,21 16-4696,-16-11-1454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45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11506,'0'0'3257,"0"0"-1969,0 0 1201,0 0-1225,0 0-856,0 0-408,201-41-408,-141 26-2104,-17 6-3930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45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35 14419,'0'0'1640,"0"0"-679,0 0-95,0 0-516,0 0-294,31-7-41,95-18-7,-124 24-6,-1 1 1,1 0-1,0-1 1,-1 1 0,1 0-1,0 0 1,0-1-1,-1 1 1,1 1 0,0-1-1,0 0 1,-1 0-1,1 1 1,0-1 0,-1 1-1,1-1 1,0 1-1,-1 0 1,1 0 0,-1-1-1,1 1 1,-1 0-1,1 0 1,-1 1 0,0-1-1,1 0 1,-1 0-1,0 1 1,1 0-3,-1 1 20,-1 1 1,1-1-1,0 0 1,-1 0 0,0 0-1,0 0 1,0 0-1,0 0 1,0 0-1,-1 1 1,0 1-21,0 7 111,0-3-34,0 1 0,0-1 0,-1 0 1,0 1-1,0-1 0,-1 0 0,-1 0 1,1 0-1,-3 2-77,-45 76 469,25-48-308,5-3 236,1 1-1,1 0 0,-2 13-396,14-30 373,1 0 0,0 1 0,2-1 0,0 1 0,1 0 0,2 0 0,0 8-373,1-28 32,0 0 1,1 0-1,-1 0 0,0 0 1,1 0-1,-1 0 1,1 0-1,-1 0 1,1 0-1,-1-1 0,1 1 1,-1 0-1,1 0 1,0-1-1,0 1 0,-1 0 1,1-1-1,0 1 1,0-1-1,0 1 1,0-1-1,0 1 0,-1-1 1,1 0-1,0 1 1,0-1-1,0 0 0,0 0 1,0 0-1,0 0 1,0 0-1,0 0 1,0 0-33,43 1 658,-32-2-463,6 0-104,1-2 0,-1 0 0,0-1 0,0-1 0,0 0 1,0-2-1,-1 0 0,0-1 0,3-2-91,-15 7-244,-1-1-1,1 1 1,-1-1 0,1 0 0,-1 0-1,0 0 1,0 0 0,2-5 244,10-10-3051,10-10-5408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45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45 10962,'0'0'1733,"0"0"-278,0 0-12,29-5-628,161-34 289,-187 38-655,-35 13 1388,32-12-1825,-83 32 950,2 4-1,-74 45-961,154-81 18,0 0-16,0 0 0,1 1 0,-1-1 1,0 1-1,0-1 0,0 1 0,1-1 1,-1 1-1,0-1 0,0 1 0,1 0 1,-1-1-1,1 1 0,-1 0 0,1 0 1,-1-1-1,1 1 0,-1 0 0,1 0 1,-1 0-1,1-1 0,0 1 0,0 0 1,-1 1-3,9-1 20,24-2 38,0-1 0,0-1 1,0-2-1,23-7-58,66-27-4786,-73 21-3308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48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189 367 9058,'0'0'1906,"0"0"-69,0 0 221,0-30-770,-1-100-378,1 104-238,-2 0 0,0 0 0,-2 0-1,-1 0 1,-4-9-672,-1-7 1214,8 149 694,9 4-1785,3 36 344,18 82-467,-21-197 16,-4-24-1,-1-1-1,-1 1 1,1 0-1,-1 0 1,-1 0-1,1 6-14,-1-12 5,-1 0 0,1 0-1,-1 0 1,1 0 0,-1-1-1,0 1 1,1 0-1,-1 0 1,0-1 0,0 1-1,0 0 1,0-1-1,-1 1 1,1-1 0,0 0-1,-1 1 1,1-1-1,-1 0 1,1 0 0,-1 0-1,1 0 1,-1 0 0,0 0-1,1 0 1,-1 0-1,0-1 1,0 1 0,0-1-1,0 1-4,-55 9-88,50-10 68,0 1 1,0 0 0,1 0 0,-1 1-1,0 0 1,0 0 0,1 0 0,-1 1-1,1 0 1,0 0 0,0 0 0,0 1-1,0 0 1,1 0 0,-4 4 19,-7 14-41,16-22 39,0 0 1,0 1-1,-1-1 1,1 1 0,0-1-1,0 0 1,0 1 0,0-1-1,0 0 1,0 1 0,0-1-1,0 0 1,0 1-1,0-1 1,1 0 0,-1 1-1,0-1 1,0 0 0,0 1-1,0-1 1,0 0 0,1 1-1,-1-1 1,0 0-1,0 1 1,0-1 0,1 0-1,-1 0 1,0 1 0,1-1-1,-1 0 1,0 0-1,0 0 1,1 1 0,-1-1 1,5 1-3,0 0 1,0 0-1,0-1 1,0 1 0,0-1-1,0 0 1,0 0-1,0-1 3,0 1 10,21-2 33,-1-1 0,1-2 0,-1 0 0,0-1-1,13-7-42,121-50-1229,-123 47-1558,-11-2-2665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48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0 152 13411,'0'0'2455,"0"0"111,0 0-915,0 0-975,0 0-437,0 0-111,36-16 29,10-7-87,16-7 284,44-13-354,-76 30 197,-21 9-62,1-1-1,0 1 1,0 1 0,0 0 0,0 1 0,0 0-1,1 0 1,4 0-135,-14 3 16,1 0-1,-1-1 0,0 1 0,1 0 1,-1 0-1,0 0 0,1 0 0,-1 0 1,0 0-1,0 0 0,0 0 0,0 1 1,0-1-1,0 0 0,0 1 1,0-1-1,-1 0 0,1 1 0,0 0-15,18 39 135,-11-23-72,10 22 149,-1 0 0,-2 2 0,-2 0 1,-2 0-1,5 43-212,2 57 1090,-4 23-1090,-11-124 74,1 21 38,7 93 361,7-2-1,12 33-472,25 76 759,-11 2-1,-7 49-758,-24 29 226,-23-342-154,-206-6 122,203 7-348,1 0 0,-1 0 0,1 1 0,-1 0 1,1 1-1,0 1 0,0 0 0,-10 5 154,-8 7-1385,1 0 1,-17 14 1384,10-7-1915,-51 32-6272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49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60 3345,'0'0'6734,"0"0"-2497,0 0-1807,0 0-112,0 0-702,0 0-531,-8 0-177,-5 0-704,-3 0 580,38-7-197,19-2-830,131-26 1221,-136 31-4598,-1 1-1,11 1 3621,-30 2-6500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50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14051,'0'0'4081,"0"0"-2713,0 0 80,0 0-871,0 0-185,0 0-344,195-69-48,-129 42-1753,-9 4-3224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50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12139,'0'0'2189,"0"0"-416,0 0 478,0 0-581,0 0-657,0 0-495,2-2 494,3 13-589,1 27 208,-2 0 1,-1 1-1,-2-1 1,-2 21-632,0-5-314,3 0 1,3 18 313,-1-33-5822,-4-24 632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50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9482,'0'0'5217,"0"0"-3817,0 0 481,0 0-161,0 0-952,0 0-167,0 0-169,191-65-256,-141 50-176,16 3-216,-10 6-2353,-6-3-4809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51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76 14147,'0'0'2162,"0"0"-126,0 0-794,0 0-805,0 0-275,31-14-84,97-39-59,-125 51-20,0 1 0,0 0 0,1 0 1,-1 0-1,0 0 0,1 1 0,-1-1 0,0 1 0,1 0 0,-1 0 0,1 0 1,-1 0-1,0 1 0,1 0 0,2 0 1,-4 0 0,-1 0-1,1 0 1,0 0 0,0 0-1,0 0 1,-1 1 0,1-1-1,-1 1 1,1-1 0,-1 1-1,0 0 1,1-1 0,-1 1-1,0 0 1,0 0 0,0 0-1,0 0 1,0 0 0,1 8 1,0 0 1,0-1 0,-1 1-1,0 0 1,-1 0-1,0 0 1,-1 9-2,0-4 8,1-4 29,-2 0 1,1 0-1,-1 0 1,-1 0-1,0 0 1,0-1-1,-1 1 1,-1-1-1,1 0 1,-5 5-38,-12 19 440,-1-1 0,-10 10-440,13-17 271,-51 66 1908,-52 51-2179,118-139 164,0 0-1,1-1 1,-1 0 0,-1 0-1,1 0 1,0 0 0,-1 0 0,-2 0-164,6-2 43,0-1 1,0 0 0,1 0 0,-1 1 0,0-1-1,0 0 1,1 0 0,-1 0 0,0 0 0,0 0-1,0 0 1,1 0 0,-1 0 0,0 0 0,0-1 0,0 1-1,1 0 1,-1 0 0,0-1 0,1 1 0,-1 0-1,0-1 1,0 1 0,1-1 0,-1 1 0,1-1-1,-1 1 1,0-1 0,1 1 0,-1-1 0,1 0-1,0 1 1,-1-1 0,1 0 0,-1 1 0,1-1 0,0 0-1,0 0 1,-1 1 0,1-1 0,0 0 0,0 0-1,0 0 1,0 1 0,0-1 0,0 0 0,0 0-1,0 0 1,0 1 0,0-1 0,0 0 0,1 0-1,-1 1 1,0-1-44,1-1 0,-1 1 0,1 0 0,0 0 0,-1 0 0,1 1 0,0-1 0,0 0 0,-1 0-1,1 0 1,0 0 0,0 1 0,0-1 0,0 0 0,0 1 0,0-1 0,0 1 0,1-1 0,-1 1 0,0 0 0,0-1-1,0 1 1,1 0 0,34-9-29,-30 8 27,22-3-32,0 2-1,1 0 1,-1 2 0,0 1-1,0 1 1,0 1 0,0 2-1,10 3 35,-31-6-4,0-1 0,0 0-1,0-1 1,0 0 0,0 0-1,0 0 1,-1-1 0,1 0-1,0 0 1,0-1 0,0 0-1,-1 0 1,1 0 0,-1-1-1,1 0 1,-1 0 0,0-1-1,-1 0 1,1 0 0,0 0 0,-1 0-1,0-1 1,0 0 0,0 0-1,-1-1 1,0 1 0,0-1-1,0 0 1,-1 0 0,0 0-1,0-1 1,0 1 0,-1-1-1,0 1 1,0-1 0,-1 0-1,0 0 1,0-1 4,7-58 11,-7 48-112,1 1-1,0-1 0,1 1 1,1 0-1,1-1 1,0 2-1,6-11 102,6 7-1574,-17 19 1410,1 1 0,-1 0 0,1-1 0,0 1 0,-1 0 0,1 0 0,-1 0 0,1-1 0,0 1 0,-1 0 0,1 0 0,-1 0 0,1 0 0,0 0 0,-1 0 0,1 0-1,0 0 1,-1 0 0,1 0 0,-1 0 0,1 1 0,0-1 0,-1 0 0,1 0 0,-1 1 0,1-1 0,-1 0 0,1 1 0,-1-1 0,1 0 0,-1 1 0,1-1 0,-1 1 0,1-1 0,-1 1 0,0-1 0,1 1 0,-1-1 0,0 1 0,1 0 164,6 17-5697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52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13155,'0'0'2238,"0"0"-541,0 0 1219,0 0-1063,0 0-510,0 0-689,-1 5-422,0 10-75,1 1 0,1-1 0,0 0 1,1 0-1,0 0 0,1 0 0,1-1 0,5 14-157,4 23 279,66 331-555,-78-379-1892,-4-4-2763,-8-1-2748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52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1 313 16275,'0'0'2937,"0"0"-1313,0 0-415,0 0-817,0 0-320,218-167-72,-122 108-816,-13 11-2249,-14 10-6673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53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0 244 13707,'0'0'2443,"0"0"-835,32-15 137,107-46-768,-129 57-927,-1 1 0,2 0 0,-1 0 0,0 1 0,0 1 0,1 0 0,-1 0 0,1 1 0,-1 0 0,6 1-50,7 1 78,-19-2-57,0 0 1,-1 0-1,1 0 1,-1 1-1,1-1 1,-1 1-1,1 0 1,-1 0-1,1 0 0,-1 1 1,0-1-1,0 1 1,0 0-1,0-1 1,0 2-1,0-1 1,0 0-1,0 0 1,-1 1-1,0 0 1,1-1-1,-1 1 0,0 1-21,1 2 102,0 1-1,0-1 1,-1 1-1,0 0 1,0 0-1,-1 0 1,0 0-1,0 0 1,-1 1-1,0-1 1,0 2-102,-1-1 125,0 1 0,-1 0 0,0-1 0,-1 1 0,0-1 0,0 0 0,-1 0 0,1 0 0,-2-1 0,1 1 0,-1-1 0,-1 0 0,1 0 0,-1 0 0,0-1 0,0 0 0,-1 0-125,-17 15 150,0-2 0,-1 0 0,-1-1 0,-8 2-150,25-14-42,-1 1 0,0-2-1,0 1 1,-1-2 0,1 1 0,-1-1-1,0-1 1,0 0 0,-1-1-1,1 0 1,-3 0 42,13-2-71,1 0 0,-1 0 1,0 0-1,0-1 0,0 1 0,0 0 0,0 0 0,1-1 1,-1 1-1,0 0 0,0-1 0,0 1 0,1-1 0,-1 1 1,0-1-1,0 1 0,1-1 0,-1 0 0,1 1 1,-1-1-1,1 0 0,-1 1 0,1-1 0,-1 0 0,1 0 1,-1 0-1,1 1 0,0-1 0,-1 0 0,1 0 1,0 0-1,0 0 0,0 0 0,0 0 0,0 1 0,0-1 1,0 0-1,0 0 0,0 0 0,0 0 0,0 0 0,1 0 1,-1 1-1,0-1 0,1 0 0,-1 0 0,0 0 1,1 0 70,20-44-4564,12 3-2239</inkml:trace>
  <inkml:trace contextRef="#ctx0" brushRef="#br0" timeOffset="1">553 0 12467,'0'0'3112,"0"0"-975,0 0 231,0 0-1351,0 0-657,-175 131-232,165-68 160,6 2 416,4-5 72,0-7-296,17-14-264,23-6-64,9-21-64,14-3-88,10-9-184,43-18-1200,-17-12-1409,-13-9-2416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53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11450,'0'0'2230,"0"0"-392,0 0 50,29-15-854,91-42-526,-115 54-475,0 1 0,0 0 0,0 1 0,1-1 0,-1 1 0,0 0 0,1 0 0,-1 0-1,1 1 1,-1 0 0,5 0-33,-8 1 7,-1-1-1,1 0 1,0 1 0,-1 0-1,1-1 1,-1 1-1,1 0 1,-1 0-1,1-1 1,-1 1 0,0 0-1,0 0 1,1 1-1,-1-1 1,0 0 0,0 0-1,0 1 1,0-1-1,0 0 1,0 1-1,0-1 1,-1 1 0,1 0-7,1 6 15,-1-1 0,0 0 0,0 1 0,-1 0 0,0-1 0,0 1 0,-1-1 0,0 1 0,0-1 0,-1 1 0,-1 1-15,-3 11 142,-1-1 1,-1 0 0,-1-1-1,0 0 1,-2-1-1,0 0 1,-4 5-143,-2 2 582,1 2 0,-11 24-582,25-45 67,1 0 0,-1 1-1,1-1 1,0 0 0,0 0 0,1 0 0,-1 1 0,1-1 0,0 4-67,0-5 58,1-3-44,-1 0 0,1 0 0,-1 0 0,1 0 1,-1 0-1,1 0 0,0 0 0,0-1 0,-1 1 0,1 0 0,0 0 1,0-1-1,0 1 0,-1-1 0,1 1 0,0-1 0,0 1 1,0-1-1,0 1 0,0-1 0,0 0 0,0 0 0,0 1 0,0-1 1,1 0-1,-1 0 0,0 0-14,36 4 238,-34-3-209,160 1-533,-90-3-5931,-42 1-3699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53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1 250 13675,'0'0'3153,"0"0"-801,0 0-223,0 0-1017,0 0-40,208-44 232,-102 5-448,6 3-207,-6-2-233,-10 5-272,-10 6-144,-20 9-16,-10 9-256,-13 3-280,-9 6-873,-15 0-1255,-9 6-2681,-10 0-7466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54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13155,'0'0'4673,"0"0"-2225,0 0-1187,0 0-560,32-12-273,102-34-24,-124 42-336,1 0 0,0 1 0,0 1 0,0 0 0,0 1 0,1 0 0,-1 0 0,10 2-68,4-1 15,-23 1-15,-1-1 0,1 0 0,-1 1 0,1-1 0,-1 1 0,1 0 0,-1-1 0,0 1 0,1 0 0,-1 0 0,0 0 0,0 0 0,0 0 0,1 0 0,-1 0 0,0 1 0,-1-1 0,1 0 0,0 1 0,0-1 0,0 0 0,-1 1 0,1-1 0,-1 1 0,1-1 0,-1 1 0,1-1 0,-1 1 0,0-1 0,0 1 0,0 0 0,0-1 0,0 1 0,1 65 1,-2-53 1,0 3 4,-1 0 1,-1-1 0,0 0 0,-2 0 0,0 0-1,0 0 1,-8 13-7,-14 25 104,-19 28-104,12-23 203,14-24 65,8-17-43,1 1-1,1 1 0,1 0 1,1 0-1,0 1 0,1 4-224,6-25 29,1 1-1,0 0 1,0-1-1,0 1 1,0 0-1,1-1 1,-1 1 0,0 0-1,0-1 1,0 1-1,0-1 1,1 1-1,-1 0 1,0-1-1,1 1 1,-1-1 0,0 1-1,1-1 1,-1 1-1,1-1 1,-1 1-1,1-1 1,-1 1-1,1-1 1,-1 1 0,1-1-1,-1 0 1,1 1-1,0-1 1,-1 0-1,1 0 1,0 1-1,-1-1 1,1 0 0,0 0-1,-1 0 1,1 0-1,0 0 1,-1 0-1,1 0 1,0 0-29,37 0 384,-25-1-209,8 1-81,-1-2 0,0 0 0,0-1 0,0-1 0,0 0 0,-1-2 0,0 0 1,0-1-1,6-5-94,-2 1-480,-2-1 1,1-1 0,0-3 479,61-52-5334,-37 26-3260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54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20 12963,'0'0'2726,"0"0"-635,0 0-95,0 0-916,0 0-491,0 0-269,26-3-108,75-13 220,-267 53 3631,-4 2-3699,143-32-327,26-5-513,6-1-257,46-2-3695,-30 1 2128,33 0-4657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54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13795,'0'0'2082,"0"0"-626,31-8 470,100-26-853,-121 31-1026,0 1-1,0 0 1,0 1-1,0 0 1,0 0-1,1 1 1,-1 1 0,0-1-1,0 2 1,0-1-1,0 1 1,0 1-1,4 2-46,-10-3 52,0 1 0,0-1 0,0 1 0,-1 0 0,1 1 0,-1-1 0,1 1 0,-1-1 0,-1 1 0,1 0 0,0 0 0,-1 0 0,0 0 0,0 1 0,0-1 0,0 1 0,-1-1 0,0 1 0,0 0 0,0-1 0,0 1 0,-1 0 0,0 0 0,0 2-52,1 0 219,-1 1 0,0-1 0,0 1 0,-1 0 1,0-1-1,0 1 0,-1-1 0,0 0 0,0 1 0,-1-1 0,0 0 1,-3 6-220,0-4 179,-1 0 0,0 0 0,0 0 0,-1-1 1,0 0-1,-1-1 0,1 1 0,-5 1-179,-7 7-3,-2-1-1,0-1 1,0-1 0,-1-1-1,-1-1 1,0-1-1,0-1 1,-1-1 0,-13 2 3,38-10-98,-1 0 0,1 0 1,-1 1-1,0-1 0,1 0 1,-1 0-1,1 0 1,-1 0-1,0 0 0,1 0 1,-1 0-1,1 0 0,-1 0 1,0 0-1,1 0 0,-1 0 1,1 0-1,-1-1 1,0 1-1,1 0 0,-1 0 1,1-1-1,-1 1 0,1 0 1,-1-1-1,1 1 0,-1 0 1,1-1-1,-1 1 1,1-1-1,0 1 0,-1-1 1,1 1-1,0-1 98,0 0-304,0 0 1,0 0-1,0 0 0,0-1 1,0 1-1,0 0 0,0 0 1,1 0-1,-1 0 0,0 0 1,1 0-1,-1 0 0,1 0 1,-1 0-1,1 0 0,0 0 1,0-1 303,22-18-5645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0:55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 1880,'0'0'8312,"0"0"-5524,0 0-1070,0 0-133,0 0-375,-24 33 438,-73 111 231,91-134-1659,0 0 0,1 1-1,1-1 1,0 1-1,0 0 1,1 0-1,1 0 1,-1 0 0,2 0-1,0 1 1,0-1-1,1 1 1,0-1-1,1 0 1,0 1 0,2 6-220,-1-4 209,-1-9-133,0 0 0,0 0 0,0 0 0,1 0 0,-1 0-1,1-1 1,0 1 0,1 0 0,-1-1 0,1 1 0,0-1 0,0 0 0,0 0 0,1 0 0,0 0 0,2 1-76,1 0 63,0 0 0,0 0 0,1-1 0,0 0 0,0 0 0,0-1 0,0 0 0,0 0 0,5 0-63,20 3 60,0-2 1,-1-2-1,1 0 1,28-4-61,-46 2 20,-3 0-75,0-1-1,0 0 1,0-1-1,0-1 1,0 0-1,-1 0 1,0-1-1,1-1 1,-1 1 0,3-4 55,-1 0-793,0 0 0,0-1 1,-1-1-1,11-10 793,5-9-4970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00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3225,'0'0'11754,"0"0"-10394,0 0 777,0 175-33,-7-100-951,4 2-505,3-15-336,0-11-208,0-12 32,0-13-136,3-11 72,4-6-72,-4-6-144,-3-3-760,0 0-889,0-6-2608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01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1 199 17396,'0'0'3713,"0"0"-1753,0 0-416,0 0-1112,0 0-400,208-113-32,-128 87-504,-4 5-448,26 0-1272,-16 9-2673,-13 6-9947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01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262 286 6433,'0'0'9281,"0"0"-6219,-6-27-1483,-41-185 297,46 209-1738,1 0 57,0 0-1,-1 0 0,0 0 0,1 0 0,-1 0 0,0 0 1,0 1-1,-1-1 0,1 0 0,-1 0 0,1 1 1,-1-1-1,0 1 0,-2-3-194,4 27 487,0 30-473,-1 39 224,9 46-238,-5-108 13,1 0 0,2 0 0,1-1 0,1 0 0,1 0 1,10 20-14,-18-46-26,0 1 0,0-1 1,0 0-1,1 0 0,-1 0 1,0 0-1,1 0 1,0 0-1,-1 0 0,1 0 1,0-1-1,0 1 0,0-1 1,0 1-1,0-1 1,2 1 25,26 1-3266,-13-5-1264</inkml:trace>
  <inkml:trace contextRef="#ctx0" brushRef="#br0" timeOffset="1">0 714 5449,'0'0'13139,"0"0"-11467,0 0-351,0 0-425,0 0-640,192-71-256,-126 50-8,-13 0-568,-6 21-673,-18 0-1359,-9 0-3417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01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35 16580,'0'0'1660,"0"0"-856,0 0-409,0 0-254,0 0-179,26-8-43,78-17 76,-103 24 8,0 1-1,0 0 1,0 0 0,0 0-1,0 0 1,0 0 0,1 0-1,-1 0 1,0 0 0,0 0-1,0 0 1,0 0 0,0 0-1,0 1 1,0-1-1,0 1 1,-1-1 0,1 0-1,0 1 1,0-1 0,0 1-1,0 0 1,0-1 0,-1 1-1,1 0 1,0 0 0,-1-1-1,1 1 1,0 0-1,-1 0 1,1 1-3,0 25 193,-2-18-81,0 4-4,0-1 0,0 1 0,-2-1-1,1 1 1,-2-1 0,0 0 0,0 0 0,-1-1 0,0 1 0,-2 0-108,-16 27 518,-1-1 0,-9 8-518,6-9 1734,-20 37-1734,31-45 404,8-18-256,2-1-1,0 1 0,0 1 0,1-1 0,0 1 1,1 0-1,0 0 0,1 0 0,-1 10-147,4-21 16,4-1 53,15 1 146,-1-1-1,0-1 1,1 0 0,-1-2-1,0 0 1,0-1-1,16-6-214,41-23 186,-49 20-161,0 1 0,1 2 1,26-7-26,-38 11-1684,-30 7-7112,-7 9-1353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15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31 16107,'0'0'4165,"0"0"-2072,0 0-430,0 0-523,0 0-516,21 2-184,-8-2-350,-6 0-58,0 0 0,1 1 0,-1 0 0,0 0-1,0 1 1,0 0 0,1 0-32,-6-1 18,0 0-1,0 0 0,0 0 1,0 0-1,0 0 0,0 1 1,-1-1-1,1 0 0,0 1 1,-1 0-1,1-1 1,-1 1-1,0 0 0,1 0 1,-1 0-1,0 0 0,0 0 1,0 0-1,0 0 0,-1 0 1,1 0-1,0 0 0,-1 0 1,0 1-1,1-1 0,-1 0 1,0 0-1,0 2-17,-1 9 45,-1 0 0,0 1 0,0-2 0,-1 1 0,-1 0 0,0 0 1,-1-1-1,0 0 0,-1 0 0,0-1 0,-1 1 0,0-1 0,-1-1 0,0 1 0,-1-1 0,0-1 0,0 0 0,-1 0 0,-5 3-45,14-11 9,0 0-1,0-1 1,-1 1-1,1 0 1,0 0-1,-1-1 0,1 1 1,0-1-1,-1 1 1,1-1-1,-1 1 1,1-1-1,-1 0 1,1 0-1,-1 0 0,1 0 1,-1 0-1,1 0 1,-1 0-1,1-1 1,-1 1-1,1 0 1,0-1-1,-1 1 1,1-1-1,-1 1 0,1-1-8,-2-1 11,1 0 1,1 0-1,-1-1 0,0 1 0,0 0 0,1-1 0,0 1 0,-1-1 0,1 1 0,0-1 0,0 1 0,0-1 0,1 0 0,-1 0-11,-3-17 45,1 1-1,2 0 0,0-1 0,0-5-44,1 13 24,-1-10 2,0 8-2,1 0 0,0 1 0,1-1 0,0 1 0,1-1 0,2-8-24,-3 19 5,0 0 0,0 0 0,0 1 0,1-1 0,-1 0 0,1 1 0,-1-1 0,1 1 0,0 0 0,0 0 0,0-1 0,0 1 0,0 0 0,1 1 0,-1-1-1,0 0 1,1 1 0,0-1 0,-1 1 0,1 0 0,0 0 0,-1 0 0,1 0 0,0 0 0,0 1 0,0-1 0,0 1 0,0 0 0,0 0 0,0 0 0,0 0-1,1 0-4,-1 1 4,0-1-1,0 0 1,0 1-1,-1-1 1,1 1-1,0 0 1,-1 0-1,1 0 1,0 0-1,-1 1 1,0-1-1,1 1 1,-1-1-1,0 1 1,0 0-1,0 0 1,0 0-1,0 0 1,0 0-1,0 1-3,2 2 12,-1 1 0,0-1-1,0 1 1,-1 0 0,0 0-1,0 0 1,0 0 0,-1 0-1,1 3-11,0 7 42,0 0-1,-2 0 0,0 0 1,0 0-1,-2 0 0,0 0 1,-1 6-42,-2-8 21,1 0 0,-2 0 0,0-1 0,0 1 0,-1-1 0,-1-1 0,0 0 0,-1 0 0,0 0 0,-1-1 1,0 0-1,-1-1 0,0-1 0,-1 1 0,0-2 0,-7 5-21,16-11 6,0-1 1,0 0-1,0 1 0,0-1 1,0 0-1,0 0 0,0-1 1,0 1-1,0-1 0,0 1 1,-1-1-1,1 0 0,0 0 1,0-1-1,0 1 0,0-1 1,-1 1-1,1-1 0,0 0 1,0 0-1,0 0 0,0-1 1,0 1-7,-1-2 4,0-1 0,0 1 0,0-1 1,1 0-1,-1 0 0,1 0 0,0 0 1,0 0-1,1-1 0,-1 1 0,1-1 0,0 0 1,-1-1-5,-4-16 7,0-1 0,2 0 0,1 0 0,0 0 0,1-19-7,1 30 5,1 1-1,1-1 1,0 0 0,1 0 0,0 0-1,1 0 1,0 1 0,1-1 0,2-3-5,-3 11-1,0-1 0,0 1 0,1 0 0,0 0 0,0 1 1,0-1-1,0 1 0,0-1 0,1 1 0,-1 0 0,1 0 1,0 1-1,0-1 0,0 1 0,0 0 0,0 0 0,1 0 1,-1 0-1,1 1 0,-1 0 0,1 0 0,0 0 1,-1 0-1,2 1 1,2-2-6,0 1 1,0 1-1,-1-1 1,1 1-1,0 1 1,0 0-1,0 0 1,-1 0-1,1 1 1,0 0-1,-1 0 1,1 1-1,-1 0 1,0 0-1,0 1 1,0 0-1,-1 0 1,1 1 0,-1-1-1,5 6 6,-4-2 10,-1 0-1,1 0 1,-2 1 0,1 0 0,-1 0-1,0 0 1,-1 1 0,0-1-1,-1 1 1,0 0 0,0 0 0,-1 0-1,0 1 1,-1-1 0,0 7-10,-1-2 29,0 1-1,-1-1 1,-1 0 0,0 0 0,-1 0 0,-1 0 0,0 0-1,-1-1 1,-1 1 0,0-1 0,0-1 0,-2 1 0,0-1-1,0 0 1,-1-1 0,-1 0 0,0-1 0,-1 0 0,0 0 0,0-1-1,-1 0 1,-1-1 0,1-1 0,-12 6-29,21-12 8,0 0 0,0 0 0,-1-1 0,1 1 0,-1-1 0,1 0 0,-1 0 1,1 0-1,-1 0 0,0-1 0,1 0 0,-1 1 0,0-1 0,0-1 0,1 1 0,-1 0 0,0-1 0,1 0 0,-1 0 1,0 0-1,1 0 0,0 0 0,-1-1 0,1 0 0,0 1 0,-1-1 0,1 0 0,0-1 0,1 1 0,-1-1 0,0 1 1,1-1-1,-1 0 0,1 0 0,0 0 0,0 0 0,-1-2-8,-6-12 25,1 1 1,1-2-1,0 1 0,2-1 0,0 0 1,-2-16-26,0 0 2,3-1 1,0 1-1,2-1 0,2 0 1,1 0-1,3-8-2,-4 39-4,1 1 0,-1-1-1,1 0 1,1 0 0,-1 1 0,0-1-1,1 1 1,0-1 0,-1 1 0,1-1-1,1 1 1,-1 0 0,0 0-1,1 0 1,0 0 0,-1 1 0,1-1-1,0 1 1,1 0 0,-1-1-1,0 1 1,1 1 0,-1-1 0,1 0-1,-1 1 1,1 0 0,0 0 0,-1 0-1,1 0 1,0 0 0,0 1-1,1 0 5,2-1-5,-1 1 1,0 0-1,1 1 0,-1-1 0,0 1 0,0 1 0,1-1 0,-1 1 0,0 0 0,0 0 0,0 1 0,-1 0 0,1 0 0,-1 0 0,1 1 0,-1-1 0,0 1 1,-1 1-1,2 0 5,0 2 0,-1 1 0,1 0 1,-1 0-1,-1 0 0,1 1 0,-2-1 1,1 1-1,-1 0 0,0 0 1,-1 1-1,0-1 0,-1 1 1,1-1-1,-2 1 0,0-1 1,0 1-1,0-1 0,-1 1 0,-1-1 1,1 1-1,-2-1 0,-2 8 0,2-8 5,0 1 0,-1-1-1,0 0 1,-1 1-1,0-2 1,-1 1-1,1-1 1,-1 0-1,-1 0 1,0 0 0,0-1-1,0 0 1,-1-1-1,0 0 1,0 0-1,-1 0 1,0-1 0,0 0-1,0-1 1,0 0-1,-4 1-4,10-4 5,0 0 1,0 0-1,0 0 0,0-1 0,-1 1 0,1-1 0,0 1 0,0-1 0,0 0 1,0 0-1,-1 0 0,1-1 0,0 1 0,0-1 0,0 0 0,0 0 0,0 0 1,0 0-1,0 0 0,0-1 0,0 1 0,1-1 0,-1 0 0,1 0 0,-1 0 1,1 0-1,-1 0 0,1 0 0,0-1 0,0 0-5,-3-7-1,-1 0-1,2 0 1,-1-1 0,1 0-1,1 0 1,0 0-1,-1-10 2,-1-6-23,0-1 1,2 1-1,1-1 0,1 1 0,1-1 0,4-22 23,-4 48-5,1-1 0,-1 1-1,0 0 1,1 0 0,0-1 0,-1 1 0,1 0-1,0 0 1,0 0 0,0 0 0,0 0 0,1 0-1,-1 0 1,1 0 0,-1 1 0,1-1 0,-1 1-1,1-1 1,0 1 0,0-1 0,0 1 0,0 0-1,0 0 1,0 0 0,0 0 0,0 0 0,0 0-1,0 1 1,1-1 0,-1 1 0,0-1 0,0 1-1,1 0 1,-1 0 0,0 0 0,0 0 0,1 0-1,-1 1 1,1 0 5,4 0-5,-1 0-1,0 1 0,0-1 1,0 2-1,0-1 1,0 1-1,0 0 1,-1 0-1,1 0 1,-1 1-1,0 0 1,0 0-1,3 3 6,0 3 17,-1 0 0,0 0-1,-1 1 1,0 0 0,0 0-1,-2 0 1,1 0 0,-1 1-1,-1 0 1,0 0 0,-1 0-1,0 0 1,-1 0 0,0 0-1,-1 11-16,0-10 48,-1 0-1,0 0 1,-1 0-1,0 0 1,-1 0-1,-1-1 1,0 1-1,0-1 1,-1 0-1,-1-1 1,0 1-1,-1-1 1,0 0-1,-7 8-47,13-17 5,-1 0-1,0 1 1,0-1-1,0 0 1,0 0-1,0 0 1,-1 0-1,1-1 1,0 1-1,-1-1 1,1 1-1,-1-1 1,0 0 0,1 0-1,-1 0 1,0 0-1,0-1 1,0 1-1,0-1 1,1 1-1,-1-1 1,0 0-1,0 0 1,0 0-1,0-1 1,0 1 0,0-1-1,1 0 1,-1 1-1,0-1 1,0 0-1,1-1 1,-1 1-1,1 0 1,-1-1-1,1 0 1,-1 1-1,1-1 1,0 0-1,0 0 1,0 0 0,0 0-1,0-1 1,1 1-1,-2-2-4,-12-21-32,1 0-1,0-2 1,0-5 32,8 19-453,1-1 0,1 0 1,0 0-1,1 0 0,0 0 1,1 0-1,0-5 453,4 39-2922,0-1 0,1 1 0,4 8 2922,6 33-12422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19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13051,'0'0'3951,"0"0"-1333,0 0-428,34-19-712,114-54-633,-142 70-807,0 0-1,-1 1 1,1 0-1,0 0 1,0 1-1,1-1 1,-1 1 0,0 0-1,0 1 1,1 0-1,-1 0 1,0 0-1,0 1 1,1 0-1,-1 0 1,0 0 0,0 1-1,0 0 1,0 0-1,0 1 1,-1-1-1,1 1 1,-1 0-1,1 1 1,-1 0 0,0-1-1,-1 2 1,1-1-1,-1 0 1,1 1-1,1 3-37,2 4 57,0 0-1,-2 1 0,1-1 0,-1 1 1,-1 1-1,-1-1 0,0 1 0,0-1 1,-1 1-1,-1 0 0,0 13-56,-2-10 71,0 1 0,-2-1 0,0 0-1,-1 1 1,-1-1 0,0 0 0,-1-1-1,-1 1 1,-1-1 0,0 0 0,-1-1-1,-1 1 1,0-2 0,-2 2-71,-7 10 43,-2-2 1,-1 0-1,-1-1 1,-1 0-1,-1-2 1,-1-1-1,-9 5-43,29-21-11,0-1 0,0 1 0,0-1 0,-1 1 0,1-2 0,-1 1 0,0 0 1,0-1-1,0 0 0,0-1 0,0 1 0,0-1 0,0-1 0,-5 1 11,10-1-48,0-1 0,0 1 0,0-1 1,0 0-1,0 0 0,0 1 0,0-1 0,0 0 1,1 0-1,-1 0 0,0 0 0,1 0 1,-1 0-1,0 0 0,1 0 0,-1 0 0,1 0 1,0 0-1,-1 0 0,1 0 0,0-1 1,0 1-1,-1 0 0,1 0 0,0 0 0,0 0 1,0-1-1,1 1 0,-1-1 48,2-46-1301,-1 44 1150,2-20-875,1 0 0,1 1 1,3-4 1025,16-42-4996,12-15-6438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19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0 9234,'0'0'7374,"0"0"-4260,0 0-701,0 0-1103,0 0-863,-25 29-275,-10 12-90,2 1 0,2 2-82,27-38 43,0 1 0,0 0 0,1 0 1,0 1-1,0-1 0,1 1 0,0-1 1,1 1-1,-1 0 0,1 0 0,1 0 0,-1 0 1,2-1-1,-1 1 0,1 0 0,0 1-43,1 22 249,-2-11-147,1 1 1,1 0-1,0-1 1,2 0-1,0 0 0,2 0 1,3 9-103,-7-23 19,1 1 0,0-1-1,0 1 1,0-1 0,1 0 0,0 0 0,0-1-1,1 1 1,-1-1 0,1 0 0,1 0 0,-1 0-1,0-1 1,1 0 0,0 0 0,0 0 0,0-1 0,1 0-1,-1 0 1,1-1 0,-1 1 0,1-2 0,5 2-19,0-1-134,0-1 1,0 0 0,0-1 0,0 0 0,0-1 0,1 0 0,-2-1 0,1 0-1,0-1 1,0 0 0,-1-1 0,0 0 0,1-1 0,-2 0 0,1-1-1,-1 0 1,0-1 0,9-7 133,39-35-4062,-12 2-2282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19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69 13779,'0'0'2869,"0"0"-162,0 0-712,0 0-699,30-12-349,94-37-256,-122 48-671,1 0 0,-1 0-1,1 0 1,-1 0 0,1 0 0,-1 1 0,1-1-1,0 1 1,-1 0 0,1 0 0,0 0 0,-1 0 0,1 0-1,-1 0 1,1 1 0,0 0 0,-1-1 0,1 1 0,-1 0-1,2 1-19,-3-1 13,0 0-1,1 1 0,-1-1 0,0 1 0,0 0 0,0-1 1,-1 1-1,1 0 0,0-1 0,-1 1 0,1 0 0,-1 0 1,1 0-1,-1 0 0,0 0 0,0 0-12,2 6 45,1 12 34,-1-1 1,-1 1-1,-1 0 1,0-1-1,-2 1 1,0 0-1,-1-1 1,-1 0-1,-1 0 1,0 0-1,-2 0 1,0-1-1,-1 0 1,-1 0-1,-5 8-79,2-5 33,2-5-21,1 1-1,0 0 0,1 1 0,1-1 1,1 2-1,1-1 0,0 1 1,1-1-1,-1 18-11,5-35 3,1 0-1,-1-1 1,1 1 0,-1 0 0,1-1 0,0 1-1,-1-1 1,1 1 0,0-1 0,0 1-1,-1-1 1,1 0 0,0 1 0,0-1 0,-1 0-1,1 0 1,0 1 0,0-1 0,0 0-1,0 0 1,-1 0 0,1 0 0,0 0 0,0 0-1,0 0 1,0-1-3,33 1 95,-25 0-82,36-4-359,22 0-2762,-63 4 2386,0 0 1,-1 1 0,1-1 0,0 1 0,-1 0 0,1 0-1,0 0 1,-1 0 0,1 0 0,-1 1 0,0 0-1,1 0 1,-1 0 0,2 1 721,13 20-12156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20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0 273 13115,'0'0'2672,"0"0"-118,0 0 614,38-5-1192,-19 3-1751,52-7 608,-1-2 0,0-4 1,6-4-834,129-47 1471,-92 27-1139,1 5 1,1 5-1,66-5-332,-162 31-93,-6 1-133,0 0-1,0 1 1,0 0 0,0 1 0,0 0-1,0 1 1,0 1 0,7 1 226,-19-2-90,0-1-1,0 1 1,0 0-1,0-1 1,0 1-1,0 0 0,0-1 1,0 1-1,0 0 1,-1 0-1,1 0 1,0 0-1,0 0 1,-1 0-1,1 0 1,-1 0-1,1 0 1,-1 0-1,1 1 1,-1-1-1,0 0 1,1 0-1,-1 0 1,0 0-1,0 1 1,0-1-1,0 0 1,0 0-1,0 0 1,-1 2 90,1 0-516,0 0 0,-1 0 0,0 0 0,0 0 0,0 0 1,0 0-1,0 0 0,-1 0 0,1 0 0,-1 0 0,0 1 516,-25 20-7423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23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11122,'0'0'4403,"0"0"-1308,0 0-640,0 0-850,0 0-440,0 0-373,13-15-369,-6 6-374,0 0-11,0 1 0,0 0 0,1 0 0,0 1 1,0 0-1,1 0 0,0 1 0,0 0 0,0 0 0,1 1 1,0 1-1,9-4-38,4 2 50,1 0 1,1 2-1,-1 0 1,0 2-1,1 1 1,9 1-51,-30 0 1,1 0 0,0 0 0,-1 1 0,1 0 0,-1 0 0,1 0 0,-1 0 0,1 1 1,-1 0-1,0 0 0,0 0 0,0 0 0,0 1 0,0-1 0,-1 1 0,1 0 1,-1 0-1,1 1 0,-1-1 0,0 1 0,-1-1 0,1 1 0,0 0 0,-1 0 0,0 0 1,0 0-1,0 1 0,0 3-1,3 10 9,-1 0 0,0 1 1,-2-1-1,0 1 0,-1 0 0,-1 12-9,-2-13 8,0 1 1,-1-1-1,-1 0 0,0 0 0,-2 0 1,0 0-1,0-1 0,-2 0 0,0 0 0,-2-1 1,1 0-1,-2-1 0,-2 3-8,-31 37 7,-2-1 0,-44 38-7,89-91 1,-49 42 137,48-42-54,2-1-9,10 0-28,14-2 58,0-1-1,0-1 1,0-1 0,22-8-105,33-7 246,-20 11-114,-43 8-136,0-1 0,0 0 0,0-2 0,0 1 1,-1-2-1,1 0 0,-1-1 0,-1-1 0,1 0 0,1-2 4,6-5-2690,4-2-5730,-15 7-881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35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16628,'0'0'3040,"0"0"-895,0 0 239,0 0-1216,0 0-639,0 0-265,0 0-192,126-23-64,-76 11-8,-4 9-352,-3-3-705,23-9-967,-13 3-2457,0-9-3865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3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15211,'0'0'2158,"0"0"0,35-8-510,124-25-873,-148 32-721,0-1-1,1 2 0,-1 0 1,1 0-1,-1 1 1,1 0-1,-1 1 1,0 0-1,0 1 1,0 1-1,0-1 1,0 2-1,-1-1 1,1 2-1,-1-1 1,-1 1-1,1 1 1,-1 0-1,0 0 1,-1 1-1,1 0 1,-2 0-1,1 1 1,-1 0-1,0 0 1,-1 1-1,5 8-53,-5-7 71,0 1-1,-1 0 0,0 0 1,-1 0-1,-1 1 1,0-1-1,0 1 0,-1 0 1,-1-1-1,0 1 1,0 0-1,-2 0 0,1 0 1,-2 0-1,0 0 1,0 0-1,-1-1 0,-1 1 1,0-1-1,-1 0 1,0 0-1,-1 0 0,0-1-70,-10 11 64,-1 0 1,-1-2-1,0 0 0,-2-1 0,0-1 0,-1-1 0,-1-1 0,-1-1 1,0 0-1,-1-2 0,-21 8-64,38-18 4,0 0 1,0-1 0,0 0-1,0 0 1,0-1 0,0 0 0,-1 0-1,-1-1-4,8 0-28,0-1 0,1 1 1,-1-1-1,0 1 0,0-1 0,1 1 0,-1-1 0,0 0 0,1 1 0,-1-1 1,1 0-1,-1 1 0,1-1 0,-1 0 0,1 0 0,0 0 0,-1 0 0,1 1 0,0-1 1,0 0-1,-1 0 0,1 0 0,0 0 0,0 0 0,0 0 0,0 0 0,0 0 1,0 1-1,1-1 0,-1 0 0,0 0 0,0 0 0,1 0 0,-1 0 0,0 0 28,1-4-170,0 0 0,0 0 0,1 0 0,-1 0-1,1 1 1,0-1 0,2-3 170,17-19-1962,2 1 0,1 1 0,16-12 1962,-35 32-498,57-52-6385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35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0 15971,'0'0'2713,"0"0"-913,0 0 169,0 0-1369,-178 152-360,164-81 152,11 4 88,3-4-72,3-9-96,37-14-72,13-18-40,13-18-64,13-12-56,4 0-80,43-30-936,-20-9-1848,-14 1-3658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36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0 15563,'0'0'4309,"0"0"-2072,0 0-608,0 0-634,8 35 38,-5-20-897,59 233 1471,-40-162-1240,31 99 165,-42-154-771,1-2 1,1 0-1,1 0 1,16 23 238,-17-37-244,-10-12-2909,-1-1-4530,-13-17-3682</inkml:trace>
  <inkml:trace contextRef="#ctx0" brushRef="#br0" timeOffset="1">0 732 16580,'0'0'4296,"0"0"-1439,0 0-712,0 0-1345,0 0-528,176-104-160,-87 57-112,7-1-176,20-18-960,-24 13-2601,-19 8-4513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36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15859,'0'0'7362,"0"0"-5242,0 0-415,0 0-1097,0 0-320,-17 182 72,14-93-152,3 3-152,0-2-56,0-1-272,3 21-776,1-24-1393,-4-11-5744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38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18692,'0'0'3301,"0"0"-1913,0 0 315,0 0-808,-6 49-450,-2 51-89,4 1 0,5 0 1,9 60-357,17 241 1985,-17 144-1985,-4-491-823,-6-170-2660,0 36-2549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38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0 239 14963,'0'0'3841,"0"0"-2129,0 0 497,205-84-753,-102 46-616,6 2-432,0 0-208,-6 10-200,-14 8-96,-10 18-1424,-26 0-2577,-26 3-4993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39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0 527 14891,'0'0'2961,"0"0"-1065,0 0 641,0 0-1201,0 0-624,215-53-464,-126 23-200,44-6-48,-27 13-1376,-7-1-4057</inkml:trace>
  <inkml:trace contextRef="#ctx0" brushRef="#br0" timeOffset="1">1505 1 16484,'0'0'2872,"0"0"-1648,0 0 1041,0 0-1297,-198 229-128,168-57 120,17-2-23,6-12-41,7-21-248,13-42-360,24-3-208,12-12-80,11-29-56,6-33-432,37-36-608,-14-33-1153,-13-14-4496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39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16548,'0'0'5505,"0"0"-4833,0 0 848,0 0-1048,168-9-72,-62 65 417,0 25 175,-10 11-344,-17 6-120,-19 0-208,-17-12-128,-10-11-104,-10-22-88,-6-14 0,-8-21-504,-9-18-624,0-27-1089,-13-14-5256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39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696 0 12523,'0'0'7121,"0"0"-6025,-136 176 2721,57-60-2336,-14 15-145,0 3-480,1-9-440,16-18-208,16-21-144,20-21-64,21-23-8,12-21-280,7-18-536,50-24-864,16-27-3786,3-14-10313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40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15211,'0'0'4809,"0"0"-4273,0 0 1049,0 0-105,231 238-448,-161-101-360,-27 44 49,-27-5 31,-16-18-24,-10-28-112,-23-40-200,0-1-256,-3-3-88,6-17-72,10-22-160,17-32-768,3-15-1249,0 0-6464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40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17804,'0'0'2224,"0"0"9,0 0-777,0 0-520,0 0-520,238-24-176,-149 6-24,-6 0-144,-14 7-72,-12 2-344,-24 3-2504,-17 6-5018</inkml:trace>
  <inkml:trace contextRef="#ctx0" brushRef="#br0" timeOffset="1">103 545 15403,'0'0'4505,"0"0"-3969,0 0 513,0 0-449,0 0-320,186 36-280,-107-36-400,-3-6-208,-3-6-217,-24 3-1479,-15 0-2785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48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19 1240,'0'0'11844,"0"0"-7618,0 0-1544,0 0-849,0 0-665,-6-3 48,-16-8-336,21 10-792,1 1 0,-1-1-1,0 1 1,0-1-1,0 1 1,0 0 0,1-1-1,-1 1 1,0 0-1,0-1 1,0 1 0,0 0-1,0 0 1,0 0-1,0 0 1,0 0 0,0 0-1,0 0 1,0 1-1,0-1 1,0 0 0,0 0-1,1 1 1,-1-1-1,0 0 1,0 1 0,0-1-1,0 1 1,1-1-1,-1 1 1,0 0 0,0 0-88,-23 66 213,4 2 1,2 0 0,4 1-1,-4 48-213,13-74 104,1 0 1,3 1-1,2-1 0,2 13-104,-1-45 9,1 1-1,0-1 1,0 1 0,1-1 0,1 0 0,0 0 0,1-1 0,0 0 0,1 0 0,0 0 0,1-1 0,0 0 0,0 0 0,1-1 0,0 0 0,1 0 0,0-1-1,9 5-8,-3-2 11,0-2 0,0 0-1,1 0 1,0-2-1,0 0 1,1-1 0,0 0-1,0-2 1,0 0-1,1-1 1,-1-1 0,13-1-11,-24-1 6,0 0 1,0-1 0,0 1 0,0-2 0,0 1 0,0-1 0,0 0-1,0-1 1,-1 0 0,1 0 0,-1 0 0,0-1 0,1 1 0,-2-2-1,4-2-6,-1 0 8,0-1 0,-1 0-1,0 0 1,-1-1 0,1 0 0,-2 0-1,0-1 1,0 0 0,3-8-8,2-10 59,-2 0 1,-1 0 0,-2 0 0,0-1 0,-2 0 0,-1 0-1,-1-12-59,-3 15 39,-1-1-1,-1 1 0,-1 0 0,-1 0 0,-1 1 0,-2 0 0,0 0 0,-2 1 0,0 0 1,-2 1-1,-1 0 0,0 1 0,-2 0 0,0 2 0,-2 0 0,0 0 0,-1 2 0,-1 0 1,-19-12-39,31 24-119,-1 1 0,1 1 0,-1 0 0,0 0 0,0 0 0,0 1 0,-8-1 119,13 3-87,0 0 1,-1 0-1,1 1 1,-1 0-1,1 0 1,0 0-1,-1 0 0,1 1 1,-1-1-1,1 1 1,0 0-1,0 1 0,-1-1 1,1 1-1,0-1 1,0 2-1,0-1 0,-3 3 87,-8 9-1293,0 1-1,1 1 1,1 1-1,1 0 0,-5 8 1294,-17 29-8368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49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12411,'0'0'3040,"0"0"-363,0 0-734,0 0-681,31-13-437,11-5-509,1 1 0,4 2-316,-43 14 34,0 0 0,1 0 0,-1 0 0,0 1 0,0-1 0,1 1 0,-1 0 0,0 1 0,1-1 1,-1 1-1,0 0 0,0 0 0,0 0 0,0 0 0,0 1 0,0-1 0,0 1 0,0 0 0,-1 1 0,1-1 0,-1 1 0,1-1 0,-1 1 0,0 0 0,0 0 0,0 0 0,0 1 0,-1-1 0,1 1 0,-1-1 0,1 3-34,2 1 72,9 13 100,-1 0 0,-2 1-1,0 0 1,-1 1 0,-1 0 0,0 0 0,1 12-172,7 37 459,5 57-459,-10-54 105,14 44-105,-26-115-13,1 1 1,0 0-1,0-1 0,0 1 0,0-1 1,1 1-1,-1-1 0,1 0 0,0 1 1,0-1-1,0 0 0,0 0 0,1 0 1,-1-1-1,1 1 0,-1 0 0,1-1 1,0 0-1,0 0 0,0 1 0,1-2 1,-1 1-1,0 0 0,1-1 0,-1 0 1,1 1-1,-1-1 0,1-1 0,0 1 1,-1-1-1,1 1 0,3-1 13,-5 0-114,1-1 0,-1 1 0,1-1 0,-1 0 0,0 1 0,1-1 0,-1 0 0,0-1 0,0 1 0,0 0 0,0-1 0,0 1 0,0-1 0,0 1 0,0-1 0,0 0 0,-1 0 0,1 0 0,-1 0 0,1 0 0,0-1 114,23-51-6505,-12 7-4895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49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719 1 13315,'0'0'1975,"0"0"-464,-20 38 892,-3 6-1795,-33 63 1527,-26 32-2135,-28 20 3325,-98 104-3325,1-1 782,195-246-917,14-20-816,21-24-2044,12-4-2775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50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0 13483,'0'0'5369,"0"0"-2678,0 0-654,0 0-1068,0 0-582,-31 26-92,-7 8-219,-138 123 149,117-101-87,2 2 0,-13 23-138,68-80 18,0 1-1,0 0 1,1 0-1,-1 0 1,1 0 0,0 0-1,0 0 1,0 1-1,0-1 1,0 0-1,0 1 1,0-1 0,1 0-1,-1 1 1,1-1-1,0 1 1,-1-1-1,1 1-17,1-1 24,0-1 0,0 0 0,0 1 0,0-1-1,1 0 1,-1 0 0,0 0 0,1 0-1,-1 0 1,0 0 0,1 0 0,-1 0 0,1 0-1,-1-1 1,1 1 0,0-1 0,-1 1 0,1-1-1,0 1 1,-1-1 0,1 0 0,0 0-1,-1 0 1,1 0 0,0 0-24,124 8 2074,123-8-2074,-102-2 124,-145 2-130,-1 0-1,1-1 1,0 1 0,-1 0 0,1 0-1,0 0 1,-1 0 0,1 1 0,0-1-1,-1 0 1,1 1 0,0-1 0,-1 1-1,1 0 1,-1-1 0,1 1 0,-1 0-1,1 0 1,-1 0 0,0 0 0,1 0-1,-1 0 1,0 0 0,0 0 0,0 1-1,0-1 1,0 1 0,0-1 0,0 0-1,0 1 1,-1-1 0,1 1 6,0 0-119,0-1 1,1 1 0,-1-1-1,0 0 1,1 1-1,-1-1 1,1 0-1,-1 0 1,1 0 0,0 0-1,-1 0 1,1 0-1,0 0 1,0-1-1,0 1 1,-1 0 0,1-1-1,0 0 1,0 1-1,0-1 1,0 0-1,0 0 1,0 0 0,0 0-1,0-1 1,0 1-1,-1 0 1,2-1 118,8 1-1696,21 0-5613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50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12 199 18932,'0'0'2091,"0"0"-378,0 0-893,-2 31-378,-1-10-334,0-4-13,1 0-1,1 0 1,1 1-1,0-1 1,1 0 0,1 0-1,1 0 1,0 0 0,1 0-1,1-1 1,4 10-95,-1-7 106,1 0 0,1-1 1,1 0-1,1-1 0,0 0 0,1 0 1,9 7-107,-14-16 41,1 0 1,0-1-1,0 1 1,1-2-1,0 0 1,0 0-1,1 0 1,-1-2 0,1 1-1,0-1 1,0-1-1,1 0 1,-1 0-1,5-1-41,5 1 59,0-2-1,0 0 1,1-1-1,-1-2 1,0 0-1,0-1 1,0-1-1,-1-1 0,1 0 1,-1-2-1,-1 0 1,1-2-1,-1 0 1,0-1-1,-1-1 1,0-1-1,-1 0 1,-1-1-1,1-1 0,-2 0 1,0-2-1,-1 1 1,-1-2-1,6-8-58,-13 15 94,0 0 0,0 0 0,-1-1-1,0 1 1,-1-1 0,0 0 0,-1-1-1,0 1 1,-1-1 0,0 1 0,0-1 0,-2 0-1,1 1 1,-2-1 0,1 0 0,-2 1-1,1-1 1,-4-11-94,0 9 76,0-1 0,-1 1 0,-1 0 0,0 1 0,-1-1 0,0 1 0,-1 1 1,-1 0-1,0 0 0,0 1 0,-1 0 0,0 1 0,-1 0 0,-2-1-76,1 2-63,0 0-1,0 1 1,-1 0 0,-1 1-1,1 1 1,-1 0 0,0 1 0,0 1-1,0 0 1,-1 1 0,0 0 0,-11 1 63,6 1-542,0 2 0,0 0 0,0 2 0,0 0 0,0 2 0,1 0 0,-1 1 0,1 1 0,-7 4 542,-86 42-9068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51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8370,'0'0'6977,"0"0"-5168,0 0 103,0 0-256,172 158 57,-113-66-201,-6 7-424,-6-10-488,-11-9-335,-6-14-137,-7-13-80,-6-17-48,-1-18-256,7-18-1153,-3-24-2728,-3-18-7625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51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612 1 17684,'0'0'2632,"0"0"-999,-155 226 519,69-101-944,0-3-527,9-15-249,11-18-216,20-23-136,13-19-80,6-8-552,11-15-1569,-4-10-4744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51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0 13051,'0'0'4022,"0"0"-1496,0 0-1042,0 0-669,0 0-3,-37 33 196,-123 109-101,79-66 108,-2 9-1015,42-42 142,31-33-114,6-7-24,0 0-1,0 1 1,1-1 0,-1 1 0,1 0-1,0 0 1,0 0 0,1 0-1,-1 0 1,1 1 0,-1-1 0,1 1-1,1 0 1,-1-1 0,1 1-1,0 0 1,0 0 0,0 0 0,1 0-1,-1 0-3,2-3-2,-1 0 0,1-1 0,0 1-1,0-1 1,0 1 0,0 0 0,0-1-1,0 0 1,0 1 0,0-1 0,0 0 0,1 1-1,-1-1 1,1 0 0,-1 0 0,1 0-1,-1 0 1,1 0 0,1 0 2,39 17-19,-28-12 28,36 12-243,1-3 0,1-1 0,0-3-1,0-2 1,1-2 0,0-2 0,0-3-1,12-3 235,-12 2-3052,-20 1-2403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52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741 0 7522,'0'0'8545,"0"0"-5896,0 0 160,0 0-1401,0 0-896,-175 3-352,99 12-104,-14 3-48,-5-3 40,5-3-40,14-6 0,17-6 0,19 0-8,13-18-1320,14-6-3969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52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0 11002,'0'0'2025,"0"0"-234,-15 38 124,0-2-1462,5-14-212,1 0 0,0 1 0,2 0-1,1 1 1,1-1 0,1 1 0,1 0 0,1 1-1,1 11-240,1-14 265,1-1 0,1 1 0,1-1 0,1 0 0,1 0 0,1 0 0,1-1-1,1 0 1,0 0 0,8 12-265,-10-21 62,1 0-1,0-1 1,0 0 0,1-1-1,1 1 1,-1-1 0,1-1-1,1 0 1,0 0-1,0-1 1,0 0 0,1-1-1,0 0 1,0 0 0,0-2-1,1 1 1,0-1-1,0-1 1,3 1-62,4-1 56,-1-1-1,1-1 1,0 0 0,0-1 0,0-1-1,0-1 1,0-1 0,-1 0-1,1-2 1,-1 0 0,0-1 0,0-1-1,-1 0 1,0-1 0,0-1-1,-1-1 1,0 0 0,-1-1 0,0-1-1,-1 0 1,0-1 0,-1-1-1,0 0 1,-1-1 0,-1 0 0,0 0-1,-1-2-55,-3 5 36,0 0 1,-1 0-1,-1-1 0,0 0 0,-1 0 1,0 0-1,-1-1 0,0 1 0,-1-1 0,-1 0 1,0-2-37,-1 6 40,0 0 1,-1 0-1,0 1 1,-1-1-1,0 1 0,0-1 1,-1 1-1,0 0 1,-1 0-1,0 0 1,0 0-1,-1 1 1,0-1-1,-1 1 1,-5-6-41,-3-2 22,-1 1-1,0 0 1,-1 1 0,-1 1 0,0 0 0,0 1-1,-2 1 1,1 1 0,-1 1 0,-1 0-1,0 1 1,0 1 0,0 2 0,-1-1 0,0 2-1,0 1 1,0 1 0,-3 0-22,20 2-7,-1 0 0,1 1 0,-1-1 0,1 1-1,-1 0 1,1 0 0,0 0 0,-1 0 0,1 1 0,0 0 0,0 0 0,0 0 0,-1 1 7,3-1-41,0-1 0,1 1 0,-1-1 0,1 1 0,0 0 0,-1-1 0,1 1 0,0 0 0,0 0 0,0 0 1,1 0-1,-1 0 0,0 0 0,1 0 0,-1 0 0,1 0 0,-1 0 0,1 0 0,0 1 0,0-1 0,0 0 0,0 0 1,1 0-1,-1 0 0,0 0 0,1 0 0,0 0 0,-1 0 0,2 1 41,1 4-521,0-1 0,1 0-1,0 0 1,0-1 0,0 1 0,1-1-1,0 0 1,0 0 0,0 0 0,1-1 0,-1 1-1,1-2 1,0 1 0,0 0 0,1-1 0,-1 0-1,6 1 522,71 25-11262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52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600 1 10610,'0'0'4030,"0"0"-1416,0 0-68,0 0-389,-26 36-769,-3 2-1096,-145 186 915,-104 83 65,241-268-1084,29-30-151,-27 32 62,33-39-93,1 0 1,0 1-1,-1-1 0,1 0 1,0 1-1,0-1 1,0 1-1,1-1 0,-1 1 1,1 0-1,-1-1 0,1 1 1,0 0-1,0-1 1,0 1-1,0 0 0,1 0-6,0-2 20,-1 0 0,1 0-1,0 0 1,0 0 0,0-1-1,0 1 1,0 0-1,0-1 1,0 1 0,0-1-1,0 1 1,1-1 0,-1 0-1,0 1 1,0-1-1,0 0 1,0 0 0,1 0-1,-1 0 1,0 0 0,0 0-1,1 0-19,37 0 352,-29 0-235,62-3 505,69-13-622,-57 6-146,-47 7-899,-1 1 0,10 2 1045,31 7-6346,-39-1-300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53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193 347 12163,'0'0'3131,"0"0"379,-8-26-555,-25-89-1122,26 97-1496,0 1 0,-1 0 1,-1 0-1,-1 1 0,0 0 0,-1 1 1,0 0-1,-9-7-337,-7-11 617,10 15-155,17 18-458,0 0 1,0 0 0,-1 0 0,1-1 0,0 1-1,0 0 1,0 0 0,0 0 0,-1 0 0,1 0-1,0 0 1,0 0 0,-1 0 0,1-1 0,0 1-1,0 0 1,0 0 0,-1 0 0,1 0 0,0 0-1,0 0 1,-1 0 0,1 0 0,0 0 0,0 0-1,-1 1 1,1-1 0,0 0 0,0 0 0,0 0 0,-1 0-1,1 0 1,0 0 0,0 0 0,0 0 0,-1 1-1,1-1 1,0 0 0,0 0 0,0 0 0,0 0-1,0 1 1,-1-1 0,1 0 0,0 0 0,0 0-1,0 1 1,0-1 0,0 0 0,0 0 0,0 1-1,0-1 1,0 0 0,0 0 0,0 0 0,0 1-1,0-1 1,0 0-5,-3 26 6,1 0-1,2 0 0,1 0 0,0 0 1,2 0-1,4 11-5,-7-36 0,19 120-27,6 0 0,37 107 27,-54-211-498,7 19-203,-14-26-3232,-3-2-3437,-9 0-6369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1:53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13259,'0'0'4545,"0"0"-2673,0 0 33,0 0-945,0 0-424,0 0 0,0 0-136,159 0-248,-90 0-64,4-6-80,-7-3-8,-3 0-72,10 0-1184,-13 6-3001,-21 0-2152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06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16219,'0'0'2793,"0"0"-592,0 0-793,0 0-96,0 0-344,202 217-208,-156-146-279,-6 1-193,-1-10-192,-5-5-40,-5-7-40,-6-8-16,-6-3-56,0-4-328,6-5-473,-7-6-1439,1-15-3449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06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1 13915,'0'0'5113,"0"0"-3545,0 0 361,0 0-649,-162 241-248,116-128-360,-4 3-191,7-6-209,0-12-176,13-20-48,7-19-48,7-20 0,12-18-448,4-21-753,0 0-743,17 0-3785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07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12579,'0'0'4097,"0"0"-2353,0 0 880,0 0-1167,0 0-401,0 0-88,0 0-360,205-50-208,-175 38-248,-13 6-104,-8 3-48,-2 3-216,0 0-888,-4 0-1000,4 0-3866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0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14715,'0'0'3937,"0"0"-1064,0 0-1089,0 0-832,0 0-80,0 0-143,205 107-137,-145-42-240,-4 1-136,-6-4-120,-11-8-88,-6-9 8,-9-10-16,-8-11-224,-6-12-544,0-12-937,-7 0-1135,-3-6-5754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07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490 1 14475,'0'0'2809,"0"0"-889,0 0 713,0 0-1217,-195 220-96,125-125-192,1 4-255,6-10-385,13-15-320,20-20-152,17-22-16,13-17-472,0-15-769,40-15-639,0-23-3177,-1-4-5953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08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9762,'0'0'4714,"0"0"-2425,0 0-42,0 0-521,0 0-529,0 0-404,27 7-276,-6-2-377,0 1-1,-1 2 1,0-1 0,9 7-140,-27-13 31,0 1 1,0-1 0,0 1-1,0 0 1,0 0-1,0 0 1,-1 0 0,1 0-1,-1 0 1,1 0-1,-1 1 1,0-1 0,0 0-1,0 1 1,0-1-1,0 1 1,0-1 0,-1 1-1,1-1 1,-1 1-1,0 0 1,0-1-32,0 7 114,0 0 0,-1-1 0,0 1 0,-1-1 0,-1 6-114,0-5 79,-4 17 29,-2-1 0,0-1 0,-2 0 0,-6 9-108,8-17 85,0 1 0,1 1 0,1-1 0,0 1 0,2 0 0,0 1 0,1 0 1,1-1-1,0 8-85,3-26 2,0 1 0,0-1 1,0 1-1,1-1 1,-1 1-1,0-1 0,0 1 1,1-1-1,-1 1 1,0-1-1,1 1 0,-1-1 1,0 1-1,1-1 0,-1 0 1,1 1-1,-1-1 1,1 0-1,-1 1 0,1-1 1,-1 0-1,1 0 1,-1 1-1,1-1 0,-1 0 1,1 0-1,-1 0 1,1 0-1,0 0 0,-1 0 1,1 0-1,-1 0 0,1 0-2,26 0 35,-17 0-6,80-6 138,-54 2-513,-1 2 1,8 2 345,-40 0-307,1 0-1,-1 1 0,0-1 0,1 0 1,-1 1-1,0 0 0,0 0 1,1 0-1,-1 0 0,0 1 0,0-1 1,0 1-1,0 0 0,-1 0 0,1 0 1,0 0-1,-1 0 0,0 0 1,2 2 307,17 25-6907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08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1 242 3977,'0'0'10042,"0"0"-5966,0 0-630,35-7-1377,-18 4-1870,108-21 1899,20-11-2098,394-125 1482,-480 147-2747,-21 14-4780,-30 2 1281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08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14995,'0'0'2018,"0"0"302,0 0-797,33-16-554,107-49-365,-128 59-493,1 1 1,0 0-1,0 1 0,11-2-111,-18 6 30,0 0 0,0 0 0,-1 0 0,1 0 0,0 1 0,0 0 0,0 0-30,-5-1 1,0 1 0,0 0 0,0-1 0,0 1 0,0 0-1,0 0 1,0-1 0,0 1 0,0 0 0,-1 0 0,1 0 0,0 0 0,0 0 0,-1 0-1,1 0 1,-1 1 0,1-1 0,-1 0 0,1 0 0,-1 0 0,0 0 0,1 1 0,-1-1 0,0 0-1,0 0 1,0 1 0,0-1 0,0 1-1,-1 41 33,1-35-15,-1 4 4,-1 0 1,0-1-1,0 1 1,-2 0 0,1-1-1,-1 0 1,-1 0 0,0 1-23,-51 87 335,27-51-158,-7 11-21,22-37-105,0 0-1,1 1 0,1 1 0,2-1 1,0 2-1,1 0 0,0 7-50,9-32 31,0 1 1,-1-1-1,1 1 0,0-1 0,0 1 0,0-1 1,0 1-1,0-1 0,0 1 0,0-1 1,0 1-1,0 0 0,0-1 0,0 1 0,1-1 1,-1 1-1,0-1 0,0 1 0,0-1 0,1 0 1,-1 1-1,0-1 0,1 1 0,-1-1 1,0 1-1,1-1 0,-1 0 0,0 1 0,1-1 1,-1 0-1,1 1 0,-1-1 0,1 0 0,-1 0 1,1 1-1,0-1-31,23-1 393,26-18-185,-31 10-210,22-12-98,1 1-1,1 3 1,0 2 0,1 1 0,1 2 0,30-3 100,-24 9-2675,-15 1-3209,4-1-6671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09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 12459,'0'0'3848,"0"0"-1486,0 0-160,0 0-401,0 0-665,0 0-641,8-14-107,-7 11-370,3-4 51,0 0 1,0 0 0,0 1-1,1 0 1,0-1-1,0 2 1,4-4-70,-6 7 27,-1 0 0,1 0-1,0 0 1,-1 0 0,1 1 0,0-1-1,0 1 1,0 0 0,1 0 0,-1 0 0,0 0-1,0 1 1,0-1 0,1 1 0,-1 0-1,0 0 1,0 0 0,1 0 0,-1 0 0,0 1-1,0 0 1,1-1 0,-1 1 0,0 0-1,0 1 1,0-1-27,4 2 34,-1 1-1,1 0 1,-1 0 0,0 1-1,0-1 1,0 1-1,-1 1 1,0-1 0,0 1-1,2 2-33,44 70 224,-35-51-168,38 65 36,-28-46-108,2 0 1,2-2-1,2-1 1,11 10 15,-40-51-118,-1 1 0,0-1 0,1 0 1,-1 0-1,1-1 0,-1 1 0,1-1 1,0 1-1,0-1 0,-1 0 0,1 0 0,0 0 1,0 0-1,0 0 0,1-1 0,0 1 118,-2-1-419,0 0 1,0-1-1,0 1 0,0 0 0,0-1 0,0 1 0,-1-1 0,1 1 0,0-1 0,0 0 0,0 0 0,-1 0 0,1 0 0,0 0 0,-1 0 1,2-1 418,14-20-9077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10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1 19340,'0'0'2537,"0"0"-1761,0 0 1304,-165 211-1080,109-119-687,6 3-185,4-5-128,10-7 0,-7 18-585,9-21-1895,8-14-5882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10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1 9602,'0'0'5841,"0"0"-2713,0 0-1333,0 0-512,-29 25-292,-4 4-725,-130 124 868,128-121-831,22-21-251,1 0 0,-1 1 0,2 0-1,-1 1 1,2 1 0,0-1 0,1 2-1,-6 10-51,13-22-2,1 0-1,0 0 1,0-1 0,1 1-1,-1 0 1,0 0-1,1 0 1,0 0 0,0 0-1,0 0 1,0 0-1,0 0 1,0 0 0,1 0-1,0 0 1,-1 0-1,1 0 1,0 0 0,1 0-1,-1-1 1,0 1-1,1 0 1,-1-1 0,1 1-1,0-1 1,0 0-1,0 0 1,0 1 0,0-1-1,1 0 1,-1-1-1,0 1 1,1 0 0,0-1-1,1 1 3,11 6-31,1-1 0,1-1 0,-1-1 0,1 0 0,15 2 31,-14-3-66,36 11-1636,0 2-1,33 16 1703,-38-12-4451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10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702 30 17804,'0'0'3761,"0"0"-2681,0 0 272,-175-17-864,112 11-488,-13 0-288,-4 6-200,-39 0-568,20 0-1993,10 0-3336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11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10050,'0'0'0,"0"0"-1720</inkml:trace>
  <inkml:trace contextRef="#ctx0" brushRef="#br0" timeOffset="1">0 108 6081,'36'-107'11603,"-36"107"-7466,0 11-2537,0 40-832,0 26-40,0 19-56,0 11-223,4-3-273,9-9-88,0-15-56,0-11-32,14 5-384,-7-14-1337,0-16-4880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11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1 14635,'0'0'3694,"0"0"-1637,0 0-766,0 0-619,0 0-159,-38 29 134,-124 98-51,126-100-320,2 1-1,1 2 0,1 2 1,-11 15-276,40-44 19,0 1 0,0-1-1,0 1 1,0 0 0,1 0 0,-1 0 0,1 0 0,0 0 0,1 1 0,-1-1 0,1 1-1,0-1 1,0 1 0,0-1 0,0 1 0,1 0 0,0-1 0,0 5-19,1-8 0,-1 1 0,1-1 0,0 1 0,-1-1 0,1 1 0,0-1 0,0 0 1,0 1-1,0-1 0,0 0 0,1 0 0,-1 0 0,0 0 0,1 0 0,-1 0 0,0 0 0,1 0 1,-1 0-1,1-1 0,-1 1 0,1-1 0,0 1 0,-1-1 0,1 1 0,1-1 0,50 9 6,-41-8 0,137 12 93,-59-6-1857,38 10 1758,-95-10-1922,-1 0 0,0 3 0,11 5 1922,13 11-5973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12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672 1 9882,'0'0'8058,"0"0"-5610,0 0-207,0 0-857,-222 0-856,153 0-328,-4 0-136,-3 12-64,0 3-192,6 5-560,17 1-528,27-3-1257,19-6-1768,7-6-7129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12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12947,'0'0'1809,"0"0"-551,0 0 105,0 0-696,32-7-452,20-4-107,31-2-108,-81 13 5,1 0 0,-1-1 0,1 1 0,0 0 0,-1 0 0,1 1 0,0-1 0,-1 1 0,1-1 0,-1 1 0,1 0 0,-1 0 0,1 0 0,-1 0 0,0 0 0,1 0 0,-1 1 0,0-1 1,0 1-1,0 0 0,0-1 0,0 1 0,0 0 0,-1 0 0,1 0 0,-1 1 0,1-1 0,-1 1-5,2 3 30,-1 0 1,0 1-1,-1-1 0,1 1 1,-1-1-1,-1 1 0,1-1 1,-1 4-31,0 0 69,1 5 39,-1 0 0,0 0 0,-1 0 0,-1-1 0,0 1 0,-1 0 0,-1-1 0,-2 5-108,-4 7 227,-2 0 1,0-1-1,-16 22-227,-22 29 279,33-53-240,1 1 0,1 0 0,1 1 0,1 1 0,2 0 0,0 0 0,-2 14-39,12-37 71,0 0 0,0 0 0,1 0 1,-1 0-1,1 0 0,0 0 0,0 1 1,0-1-1,0 0 0,0 0 0,1 0 0,-1 0 1,1 0-1,0 0 0,0 0 0,0 0 1,1 0-1,-1 0 0,0 0 0,1 0 0,0-1 1,0 1-1,0-1 0,1 2-71,2-1 80,0 1 1,0-1-1,1 0 1,-1-1-1,1 1 0,-1-1 1,1 0-1,0-1 1,0 0-1,0 1 0,0-2 1,4 1-81,44 3 251,0-3 0,52-4-251,8-1-4531,-99 4 195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20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1 264 13315,'0'0'2100,"0"0"-385,13-29 503,-5 7-1769,-4 10-280,0 0-1,1 1 1,0-1 0,1 1-1,0 0 1,1 1-1,0-1 1,1 1 0,0 1-1,1 0 1,-1 0-1,2 0 1,-1 1-1,1 0 1,9-4-169,-4 4 275,1 0-1,-1 2 1,1 0 0,1 1-1,-1 0 1,1 1 0,10 0-275,-20 3 50,0 0 1,1 1 0,-1 0 0,0 0 0,0 0 0,1 1 0,-1 0-1,0 1 1,0 0 0,0 0 0,0 0 0,0 1 0,-1 0 0,1 0-1,-1 0 1,1 1 0,-1 0 0,5 5-51,-1 2 31,-1 0 0,0 1 1,-1 0-1,0 0 0,-1 1 0,0 0 0,-1 0 0,0 1 1,-2 0-1,1-1 0,-2 2 0,0-1 0,0 0 0,-1 1 1,-1 5-32,1 11 65,-1 0 0,-2 0 0,-1 0 0,-1 0 0,-2-1 0,-7 28-65,2-24 50,-2 0 1,-1-1-1,-1 0 1,-2 0-1,-1-2 1,-2 0-1,0-1 1,-3-1-1,-15 16-50,14-29-47,23-15 40,-1-1-1,1 0 0,0 0 1,-1 0-1,1 0 0,-1 0 1,1 0-1,0 0 0,-1 0 1,1 0-1,-1 0 0,1 0 1,0 0-1,-1-1 0,1 1 1,0 0-1,-1 0 0,1 0 0,0 0 1,-1-1-1,1 1 0,0 0 1,-1 0-1,1-1 0,0 1 1,-1 0-1,1-1 0,0 1 1,0 0-1,-1-1 0,1 1 1,0 0-1,0-1 0,0 1 8,-1-5-105,0 0 0,0 0 1,0 0-1,1 0 0,0 0 0,0 0 0,1 0 0,-1 0 0,1 0 105,4-26-1624,1 0 0,2 1 0,0 0 0,3 0 0,5-10 1624,23-50-6782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20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0 14803,'0'0'2577,"0"0"311,0 0-1111,0 0-1241,-133 179-136,117-96-24,3 12-64,6 0 184,7-5-56,0-16-120,20-17-136,29-22-88,18-20 24,9-15-48,10-3-72,23-38-1000,-23-1-3065,-23 3-4496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20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8002,'0'0'5956,"0"0"-3412,0 0-597,0 0-524,29-14-827,-1 0-527,0 1-1,1 1 1,4 0-69,-32 12 4,1-1 1,-1 1-1,0 0 1,1-1-1,-1 1 1,0 0-1,1 0 0,-1 0 1,1 0-1,-1 0 1,1 0-1,-1 0 1,0 1-1,1-1 1,-1 0-1,0 1 1,1-1-1,-1 1 0,0-1 1,0 1-1,1 0 1,-1 0-1,0-1 1,0 1-1,0 0 1,0 0-1,0 0 1,0 0-1,0 0 1,0 0-1,0 1 0,-1-1 1,1 0-1,0 0 1,-1 1-1,1 0-4,1 4 37,-1 0 0,0 0 0,0 0-1,-1 0 1,1 1 0,-1-1 0,-1 2-37,1 3 114,1 11 155,0 1 0,-2-1 1,-1 0-1,0 0 0,-2 0 0,-1 0 1,0 0-1,-1-1 0,-5 8-269,-21 37 433,22-47-303,0 0-1,1 1 1,0 0 0,2 1 0,0-1-1,2 1 1,0 1 0,1-1-1,1 9-129,3-30 4,0 1 0,1 0 0,-1-1-1,1 1 1,-1 0 0,0-1 0,1 1-1,-1-1 1,1 1 0,-1-1 0,1 1-1,0-1 1,-1 1 0,1-1 0,-1 1-1,1-1 1,0 0 0,0 1 0,-1-1-1,1 0 1,0 0 0,-1 1 0,1-1-1,0 0 1,0 0 0,-1 0 0,1 0-1,0 0 1,0 0 0,-1 0 0,1 0-4,33-1 47,-24 1-20,8-1 17,0-1-1,0-1 1,0-1-1,-1 0 1,6-3-44,-11 2-480,1 1 0,0 1 0,0 0-1,0 1 1,0 0 0,1 1 0,-1 1 0,0 0 0,14 2 480,-25-2-657,1 1 1,0 0 0,0 0-1,-1 0 1,1 0 0,0 1 0,-1-1-1,1 1 1,-1-1 0,1 2 656,16 19-13466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21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0 298 13483,'0'0'2784,"0"0"-159,0 0 1296,182-51-2609,-93 16-160,1-4-159,-8 3-441,-2 3-288,-4 4-168,-7 5-88,1 3-8,-7 6-144,-7 3-440,-10 9-249,-13 3-855,-16 0-1072,-10 0-2570,-7 3-4464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21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0 161 5553,'0'0'10710,"0"0"-7011,0 0-1527,0 0-1164,0 0-698,38-23-118,120-70 157,-141 83-235,0 1 1,1 1-1,12-4-114,-23 10 28,0 1-1,0 0 0,0 0 1,0 0-1,0 1 1,3 0-28,-4 1 0,-5-1 1,0 0-1,0 0 0,0 0 1,0 0-1,-1 0 1,1 1-1,0-1 0,0 0 1,0 1-1,0-1 1,0 1-1,-1-1 0,1 1 1,0 0-1,0-1 1,-1 1-1,1-1 0,0 1 1,-1 0-1,1 0 1,-1-1-1,1 1 0,-1 0 1,1 0-1,-1 0 1,1 0-1,6 35 22,-7-22-12,-1 1 1,0 0-1,-1-1 1,0 2-11,-7 15 63,-2-1 0,-1 0 0,-1-1 0,-1 0 0,-1-1 0,-8 8-63,-18 36 221,25-42-121,6-14-37,0 0-1,2 1 1,0 0-1,1 0 1,0 1-1,2-1 1,0 2-1,1-1 1,1 0-1,-1 8-62,7-25 59,-1 0 0,0 0 0,0-1 0,0 1 0,1-1 0,-1 1-1,0-1 1,0 1 0,1-1 0,-1 0 0,0 0 0,1-1 0,-1 1 0,0 0-1,1-1-58,1 1 135,10-2-24,0 0 0,0-1 1,0-1-1,-1 0 0,1-1 0,-1-1 1,0 0-1,-1 0 0,1-1 0,0-2-111,30-14 100,38-15-152,31-16-1335,-40 14-2492,-25 8-3522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21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0 17644,'0'0'3490,"0"0"-1920,0 0-484,0 0-451,-37 8-397,-124 29-121,137-30 29,0 1 0,1 1 0,-1 2 1,2 0-1,0 1 0,-7 5-146,-18 11 811,47-28-795,0 0-1,0 0 1,0 0-1,0 0 1,0 0-1,0 0 0,0 0 1,1 0-1,-1 0 1,0 0-1,0 0 1,0 0-1,0 0 1,0 0-1,0 0 0,0 0 1,0 0-1,0 0 1,1 0-1,-1 0 1,0 0-1,0 0 1,0 0-1,0 0 0,0 1 1,0-1-1,0 0 1,0 0-1,0 0 1,0 0-1,0 0 1,0 0-1,0 0 1,0 0-1,0 0 0,0 0 1,1 1-1,-1-1 1,0 0-1,0 0 1,0 0-1,0 0 1,0 0-1,0 0 0,0 0 1,0 0-1,0 1 1,0-1-1,-1 0 1,1 0-1,0 0 1,0 0-1,0 0-15,20 0 145,25-5-203,-1-4 82,0-2-1,-1-1 1,-1-3 0,0-1 0,-1-2 0,-1-2 0,11-8-24,-49 26 57,-49 4 75,0 3-1,-38 8-131,28-4-107,58-9 74,-1 0-1,0 0 1,0 0 0,0 1-1,0-1 1,0 0 0,0 0-1,0 0 1,0 0-1,0 0 1,0 0 0,0 0-1,0 0 1,1 0 0,-1 0-1,0 0 1,0 0 0,0 0-1,0 0 1,0 1 0,0-1-1,0 0 1,0 0 0,0 0-1,0 0 1,0 0 0,0 0-1,0 0 1,0 0 0,0 0-1,0 0 1,0 1 0,0-1-1,0 0 1,0 0 0,0 0-1,0 0 1,0 0-1,0 0 1,0 0 0,0 0-1,0 0 1,0 0 0,0 0-1,-1 1 1,1-1 0,0 0-1,0 0 1,0 0 0,0 0-1,0 0 1,0 0 0,0 0-1,0 0 1,0 0 0,0 0-1,0 0 1,0 0 0,-1 0-1,1 0 1,0 0 0,0 0-1,0 0 1,0 0 0,0 0-1,0 0 1,0 0-1,0 0 35,11 7-2032,13 3-2028,9-3-1783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22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33 16315,'0'0'1940,"0"0"-679,0 0 418,0 0-679,28-8-673,-1 1-287,0 0 0,0 2 0,13-1-40,-37 6 10,0 0 0,1 1-1,-1-1 1,0 0 0,0 1-1,0 0 1,0 0 0,0 0-1,0 0 1,0 0 0,0 1-1,0-1 1,-1 1 0,1 0-1,0-1 1,-1 1 0,0 1-1,1-1 1,-1 0 0,0 0-1,0 1 1,0 0 0,0-1-1,-1 1 1,1 0 0,-1-1-1,0 1 1,0 0 0,1 3-10,2 7 123,-1 0 1,0 0 0,-1 0 0,-1 0 0,1 12-124,-2-22 46,0 14 155,0-1 1,-1 1-1,0 0 1,-2-1 0,0 0-1,0 1 1,-2-1-1,0 0 1,-1-1-1,-5 10-201,-2 0 153,-1-2 0,-1 1 1,-2-2-1,0 0 0,-1-1 0,-1-1-153,18-19 4,-18 19 89,0-1 0,-17 13-93,31-29 1,1 1 1,-1 0-1,0-1 1,-1 0-1,1 0 1,0-1-1,-1 0 1,0 1-1,1-2 0,-1 1 1,0-1-1,0 0 1,0 0-1,0 0 1,-1-1-2,6 0-18,0 0 0,1 0 0,-1 0 1,0 0-1,0 0 0,0-1 0,1 1 0,-1 0 1,0 0-1,0-1 0,1 1 0,-1 0 0,0-1 0,1 1 1,-1-1-1,0 1 0,1-1 0,-1 1 0,1-1 1,-1 0-1,1 1 0,-1-1 0,1 0 0,-1 1 1,1-1-1,-1 0 0,1 0 18,-3-25-696,3 17 406,0-8-891,0 1 0,2-1-1,2-11 1182,12-27-6296,14-6-7107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22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 15507,'0'0'2500,"0"0"-841,0 0 22,0 0-670,0 0-415,-25 31 164,25-31-760,-43 53 977,-17 31-977,55-77 88,1 0-1,0 0 1,1 1 0,-1 0 0,1 0 0,1 0 0,-1 0 0,2 0 0,-1 0 0,1 1-1,0-1 1,1 1 0,-1-1 0,2 0 0,0 7-88,0 13 287,-1-10-120,-1 1 17,2 0 1,0 0-1,0 0 1,2-1-1,4 17-184,-6-30 16,1 0 0,0 0 0,0-1-1,0 1 1,1-1 0,-1 1-1,1-1 1,0 0 0,1 0 0,-1 0-1,1 0 1,-1 0 0,1-1 0,0 0-1,0 0 1,1 0 0,-1 0 0,1-1-1,-1 1 1,1-1 0,0 0 0,0-1-1,4 2-15,3 0-33,0-1 0,1 0 0,-1 0 1,0-1-1,1-1 0,-1 0 0,1-1 0,-1 0 0,1-1 0,-1 0 0,0-1 0,12-4 33,-5-1-667,0-1 0,0 0 0,-1-1 0,-1-1-1,1-1 1,-2-1 0,5-4 667,27-25-5830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22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16756,'0'0'5521,"0"0"-4753,0 0 840,0 0-335,56 173-457,-43-81-168,-6 9-48,-1 4-208,1-10-248,3-12-72,0-20-72,0-22 0,0-17-352,-4-21-328,7-18-208,-3-26-1225,-6-10-7897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2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1 622 21693,'0'0'4057,"0"0"-3401,0 0 520,0 0-688,0 0-352,0 0-136,218-137-88,-142 96-248,-10 11-192,-6 9-560,22 6-1425,-15 6-3984,5 0-3257</inkml:trace>
  <inkml:trace contextRef="#ctx0" brushRef="#br0" timeOffset="1">1198 81 4233,'0'0'11420,"0"0"-7744,0 0-2770,0 0-230,0 0-180,0 0 216,-8-18 325,5 10-807,-19-38 290,13 38-23,5 28 457,11 161 3263,11 32-4217,-7-99 368,-5-35-1287,-5-27-3095,-1-30-1543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25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1097 40 10658,'0'0'2550,"0"0"-672,0 0-463,0 0-452,0 0-163,-14-4 56,-45-13 115,28 6 1253,28 10-2048,0-1 0,0 1 0,0 1 0,0-1 0,0 0 0,0 1 0,0-1 0,0 1 0,0 0 0,-1 0 0,1 0 0,-3 1-176,1 0 20,0 1 0,-1-1 1,1 1-1,0 1 1,0-1-1,0 1 1,0 0-1,1 0 1,-1 0-1,1 0 1,0 1-1,0 0 1,0 0-1,0 0 0,1 0 1,-1 1-21,-7 9 27,0 1 1,1 1-1,0-1 1,-1 8-28,-5 13 110,1 1-1,3 1 1,1 0 0,2 0 0,-2 20-110,-18 202 670,22-183-586,-13 225 641,13 40-725,-6-25 273,3-174-71,6 1 0,9 43-202,25 153 1500,38 142-1500,-45-333 144,-6 0 0,-5 63-144,-11 304 340,-4-237-319,3-255-10,0 75 128,-4 0 0,-6 18-139,6-87 45,-2 1 0,-1-1 0,-1 0 0,-1-1-1,-2 0 1,-1 0 0,-1-2 0,-1 1 0,-4 3-46,5-14 30,-1 0-1,0 0 0,-1-1 0,-1-1 1,0 0-1,-1-2 0,-1 0 0,-14 8-28,2-3 16,-1-1 1,0-2-1,-1-2 0,-1 0 0,-2-2-16,15-5 4,0-1-1,0-1 1,0-1 0,0-1-1,-1 0 1,1-2-1,-21-1-3,32 0 2,1 0-1,-1-1 1,1 1 0,0-2-1,-1 1 1,1-1 0,1 0-1,-1-1 1,0 0-1,1 0 1,0 0 0,0-1-1,0 0 1,0-1 0,1 0-1,0 0 1,0 0-1,0 0 1,1-1 0,0 0-2,3 2-2,0 1 0,0-1 0,0 0 0,1 0 0,0 0 0,0 0 0,0 0 0,1 0 0,-1 0 0,1 0 0,0 0 0,1 0 0,-1 0 2,1-13-48,0 17 43,-1 0-1,1 0 1,0 0-1,-1 0 1,1 1-1,0-1 1,0 0-1,0 0 1,0 0-1,0 1 1,0-1-1,0 0 1,0 1-1,0-1 1,0 1-1,0-1 1,0 1-1,1 0 1,-1-1-1,0 1 1,0 0-1,0 0 1,0 0-1,1 0 1,-1 0-1,0 0 1,0 0-1,0 0 1,1 1 5,41 1-80,-35 0 79,0 0-1,0 1 0,0 0 0,-1 1 0,1-1 0,-1 1 0,0 1 0,0 0 0,0-1 0,-1 2 0,1-1 0,-1 1 0,3 4 2,9 10 6,-1 0 0,-1 1-1,10 19-5,4 8 21,-3 2-1,-2 0 0,-2 2 1,-2 1-1,-3 0 0,-2 1 1,-3 1-1,-1 0 0,2 52-20,-2 39 91,5 0 0,8-2-1,14 36-90,6 20 309,14 156-309,-8-40 171,-26-155-84,1 114-87,-8 167 84,-1-15-55,-9 88-31,1 19 22,-2-428-13,13 140 13,-13-190-13,3-1 0,3-1 0,10 27-7,-10-43 1,18 62 13,5-3-1,4-1 0,21 31-13,-57-117 2,15 14 11,-16-23-5,-2-1 0,-1 0-2,2 0-18,-1 0-132,-1-10-359,0-1 1,-1 1-1,0 0 0,-1-1 0,0 1 0,0 0 0,-1 0 0,-3-7 503,-13-30-4445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29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1 239 13299,'0'0'2235,"0"0"-825,9-33 607,37-103-398,-45 132-1558,1 0 1,0 0-1,-1 0 0,1 0 0,1 0 0,-1 0 0,0 1 0,1-1 0,0 1 0,0 0 0,0 0 1,0 0-1,0 0 0,0 0 0,1 1 0,0 0 0,-1-1 0,1 1 0,0 1 0,0-1 0,0 0 1,0 1-1,2 0-61,-3 0 30,0 1 1,1 0-1,-1 1 1,0-1-1,1 0 1,-1 1-1,0 0 1,1 0-1,-1 0 1,0 0-1,0 0 1,0 1-1,0-1 1,0 1-1,0 0 1,-1 0-1,1 0 1,0 0-1,-1 0 1,0 1-1,1-1 1,-1 1 0,0 0-31,8 12 159,0 0 1,-1 1-1,-1 0 1,-1 1-1,0 0 1,0 4-160,31 115 917,-22-73-627,2 3-39,32 108 205,-40-146-408,1 0-1,1 0 1,2-1-1,14 21-46,-25-43 1,1 1 0,0-1 0,0 0 0,1 0 0,-1 0 1,1 0-1,0-1 0,1 0 0,-1 0 0,3 1-2,-4-3-250,0 0-1,0-1 0,1 1 0,-1-1 0,0 0 0,1 0 0,-1-1 1,1 0-1,-1 1 0,1-1 0,-1-1 0,1 1 0,-1-1 1,0 1-1,3-2 251,20-8-5589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29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0 15891,'0'0'3537,"0"0"-1638,0 0-136,-22 27-652,8-10-965,-26 30 277,3 2 0,2 1 0,-9 20-423,1 7 257,-30 51 876,-44 110-1133,116-237-25,1 0 1,-1-1-1,1 1 0,0 0 1,-1 0-1,1-1 1,0 1-1,0 0 1,-1 0-1,1 0 0,0 0 1,0-1-1,0 1 1,0 0-1,0 0 1,0 0-1,0-1 0,1 1 1,-1 0-1,0 0 1,0 0 24,14-1-1367,29-25-2827,-30 16 2257,28-14-4108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30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17516,'0'0'2724,"0"0"-905,0 0-293,0 0-856,0 0-337,31 15 180,14 4-329,39 20 390,8 8-574,-43-22 207,-13-8-114,-1 2 1,-1 1 0,0 2-1,-2 1 1,6 7-94,-34-26 18,0-1 0,-1 1 0,1 0 0,-1-1 0,0 2 0,0-1 0,0 0 0,-1 0 0,0 1 0,0 0 0,0-1 0,0 1 0,-1 0 0,1 0 0,-1 0 0,-1 0 0,1 0-1,-1 0 1,1 3-17,-2-1 59,0-1 1,-1 1-1,0 0 1,0-1 0,0 1-1,-1-1 1,1 0-1,-2 0 1,1 0 0,-1 0-1,1-1 1,-2 1 0,0 0-61,-13 13 186,0 0 0,-2-2 1,0 0-1,-1-1 1,-1-1-1,-19 9-186,23-13-181,-1-1 1,0-2-1,-1 0 0,0 0 1,0-2-1,0-1 0,-1 0 1,-11 0 180,65-10-4207,0-1 0,17-6 4207,16-9-9561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30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11803,'0'0'4135,"0"0"-2030,0 0-354,0 0-711,30-7-663,10-2-262,42-5-115,-79 14 5,0-1-1,0 1 1,0 0-1,0 0 1,1 1 0,-1-1-1,0 1 1,0-1-1,0 1 1,0 0 0,-1 0-1,1 0 1,0 1 0,0-1-1,-1 1 1,1-1-1,0 1 1,-1 0 0,0 0-1,1 0 1,-1 0-1,0 1 1,0-1 0,0 1-1,-1-1 1,3 3-5,-1 2 90,0 1 0,0-1 0,-1 1 0,0 0 0,0-1-1,-1 1 1,1 7-90,1 10 261,-2 0-1,0 1 0,-2-1 0,-1 1 0,0-1 0,-2 0 1,-1 0-1,-2 0 0,0-1 0,-1 0 0,-1 0 0,-6 8-260,12-24 57,-13 28 239,-2 0 0,-1-1 0,-1-1 0,-2-1 0,-17 19-296,37-51 41,0 1 1,1-1 0,-1 1 0,1-1-1,0 1 1,-1 0 0,1-1 0,0 1-1,0 0 1,0 0 0,0 0 0,1 0-1,-1 0 1,0 0 0,1 0 0,0 0-1,-1 0 1,1 0 0,0 0 0,0 0-1,0 1 1,0 0-42,1-1 10,0-1 1,0 1-1,0-1 0,0 1 1,0-1-1,0 1 0,0-1 1,1 1-1,-1-1 1,1 0-1,-1 0 0,1 0 1,-1 0-1,1 0 0,0 0 1,-1 0-1,1 0 0,0-1 1,1 1-11,10 3 8,0-1 1,0-1 0,1 0-1,-1 0 1,1-2 0,2 0-9,191 0-753,-205 0 576,-1 0 21,0 0-1,-1 0 1,1 0 0,0 0-1,0 0 1,-1 0 0,1 0 0,0 0-1,0 0 1,-1 1 0,1-1-1,0 0 1,-1 0 0,1 1 0,0-1-1,-1 0 1,1 1 0,0-1-1,-1 1 1,1-1 0,-1 1-1,1-1 1,-1 1 0,1-1 0,0 1 156,3 10-6292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36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99 292 11979,'0'0'2207,"0"0"-1158,0 0-219,0 0 189,0 0-259,-3-9 4378,3-273-1688,0 281-3072,-1 34-204,-30 206 131,4-48 172,-1 240 510,26-245-3662,1-186-210,-5 0-2928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2:37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42 13475,'0'0'2108,"0"0"-371,0 0 134,0 0-462,0 0-468,0 0-167,-6 0 99,3 0-887,5 0 124,225 12 1343,-143-11-1286,0-4 1,0-4-1,82-16-167,-131 17 8,-25 4-11,0 1 0,0-2 0,0 1 0,10-5 3,-18 6-23,-2 1 162,-13 1-83,1 0 0,-1 1 0,1 0 1,-1 1-1,1 0 0,0 1 0,0 1 1,-2 1-57,-24 7-27,-146 41-781,60-22-3240,107-28 3029,-73 18-9926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4:12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12827,'0'0'3742,"0"0"-1576,0 0-638,3 32-584,-1-7-769,3 25 262,3 0-1,1-1 1,7 17-437,11 47 1216,-5 1 1,5 86-1217,2 227 889,4 36-580,-28-424-287,1 0 0,2-1-1,3 2-21,-8-28 1,1-1-1,0 1 1,1-1 0,0 0-1,1-1 1,0 1 0,1-1-1,0 0 1,0 0-1,1-1 1,3 2-1,-6-11-1101,-7-12 786,-7-15 83,-183-312-2136,179 311 2341,8 16 54,-1 1-1,0 0 0,0 0 1,-1 0-1,-1 0 0,0 1 1,-2-2-27,9 12 405,2 56-69,3 0-1,1 0 0,4 0 1,1-1-336,7 43 47,-10-48 9,3 0-1,1-1 0,15 35-55,-26-81-1,1 0 0,0-1 0,0 1-1,1 0 1,-1-1 0,0 1 0,1-1-1,0 0 1,-1 0 0,1 1 0,0-1-1,0 0 1,0 0 0,1-1 0,-1 1-1,0 0 1,1-1 0,-1 1 0,1-1 0,-1 0-1,1 0 1,0 0 0,-1 0 0,1 0-1,0-1 1,2 1 1,0-1 2,1 0-1,-1-1 1,0 0-1,0 0 1,0 0-1,0-1 1,0 0-1,0 0 1,-1 0-1,1 0 1,0-1 0,-1 1-1,0-1 1,1-1-2,38-26 23,-11 9-10,-1-1 0,-2-2 0,0-1 0,11-13-13,-32 29-13,-1 0 0,0 0-1,0-1 1,-1 0 0,0 0-1,-1-1 1,0 0 0,0 0-1,-1 0 1,-1 0 0,0-1 0,0 1-1,-1-1 1,-1 0 0,0 0-1,-1-4 14,1-1-6,-1 15 4,0-1-1,1 1 1,-1-1-1,0 1 1,-1 0-1,1-1 1,0 1-1,-1-1 1,1 1-1,-1 0 1,0-2 2,0 3 4,0 0 0,-1 0 0,1 0 0,0 0 0,0 0 0,-1 0 1,1 1-1,0-1 0,-1 0 0,1 1 0,0 0 0,-1-1 0,1 1 1,-1 0-1,1-1 0,-1 1 0,1 0 0,-1 0 0,1 0 0,-1 0 0,1 0 1,-1 1-5,-47 0 202,38 1-189,0-1 1,-1 0 0,0-1-1,1-1 1,-1 0 0,1 0 0,-1-1-1,1 0 1,0-1 0,0-1-1,0 0 1,0 0 0,-3-3-14,-16-13 2,-25-16 197,54 38-179,0 0 0,0-1 1,1 1-1,-1-1 0,1 1 0,-1 0 1,1 0-1,0-1 0,-1 1 0,1 0 1,0 0-1,0-1 0,0 1 0,1 0 1,-1 0-1,0 0-20,0 1 35,1 10-13,-1 0 0,-1 0 0,0 0 0,-1-1 0,0 1-1,-1 0 1,-1 3-22,2-13 6,1 0 0,-1 0 0,1 0 0,-1 0-1,0 0 1,0 0 0,-1 0 0,1-1-1,0 1 1,-1-1 0,0 0 0,1 1 0,-1-1-1,0-1 1,0 1 0,0 0 0,0-1 0,-1 1-1,1-1 1,0 0 0,-1 0 0,1 0-1,0-1 1,-1 1 0,1-1 0,-1 0 0,1 0-1,-1 0 1,0 0-6,-1 0 3,0-1 0,0 0-1,0 0 1,0 0 0,0 0 0,0-1 0,0 0-1,0 0 1,0 0 0,1-1 0,-1 0-1,1 1 1,0-1 0,0-1 0,0 1-1,0-1 1,0 1 0,1-1 0,0 0 0,0-1-1,0 1 1,0 0 0,1-1 0,-1 0-1,1 1 1,-1-5-3,3 8-3,1 1-1,-1-1 1,1 1-1,-1 0 0,1-1 1,-1 1-1,1 0 1,0 0-1,-1-1 1,1 1-1,0 0 1,-1 0-1,1 0 1,-1 0-1,1 0 0,0 0 1,-1 0-1,1 0 1,0 0-1,-1 0 1,1 0-1,-1 0 1,1 1-1,0-1 1,-1 0-1,1 0 1,-1 1-1,1-1 4,21 6-2,122 57 0,-143-63 6,-1 0 0,1 1 0,-1-1 0,1 0 0,-1 1 0,1-1-1,-1 1 1,1-1 0,-1 0 0,1 1 0,-1-1 0,0 1-1,1-1 1,-1 1 0,0-1 0,1 1 0,-1-1 0,0 1-1,0-1 1,0 1 0,1 0 0,-1-1 0,0 1 0,0-1-1,0 1 1,0 0 0,0-1 0,0 1 0,0-1 0,0 1 0,0 0-1,0-1 1,-1 1 0,1-1 0,0 1 0,0-1 0,-1 1-1,1 0 1,0-1 0,0 1 0,-1-1 0,1 0 0,-1 1-1,1-1 1,0 1 0,-1-1 0,1 1 0,-1-1 0,1 0-1,-1 1 1,1-1 0,-1 0 0,1 0 0,-1 1 0,0-1 0,1 0-4,-6 7 26,12-4-105,8-3 73,33 0-11,1 2 1,-1 2 16,-32-2 0,0 0 1,-1 1-1,1 1 0,-1 1 1,1 0-1,-1 1 1,-1 0-1,7 4 0,-12-2 27,-12-4 77,-19-3 67,20-1-182,-21 0 35,0-1 1,0-1-1,1-1 0,-4-1-24,22 3 0,0 0 0,0 0 0,0 0 0,0-1-1,0 0 1,1 0 0,-1 0 0,1 0 0,-1-1-1,1 0 1,0 0 0,0 0 0,0 0 0,0 0 0,0-1-1,1 0 1,0 0 0,0 0 0,0 0 0,0 0-1,1-1 1,-3-4 0,1-6-146,7 42 95,-3-25 43,0-1 1,0 1-1,0 0 1,0 0-1,0 0 1,0 0-1,0-1 1,-1 1-1,1 0 1,-1 0-1,1 0 1,-1-1-1,0 1 1,0 0-1,0-1 1,0 1-1,0-1 1,0 1-1,0-1 1,0 1-1,-1-1 0,1 0 1,-1 0-1,1 0 1,-1 0-1,1 0 1,-1 0-1,1 0 1,-1 0-1,0 0 1,0-1-1,1 1 1,-1-1 7,0 1-312,1 0 0,-1 0 0,1 0 0,0 0 0,-1 0 0,1 1 1,0-1-1,0 0 0,0 1 0,0-1 0,0 0 0,0 1 0,0-1 0,1 1 0,-1-1 0,0 1 1,1 1 311,-1-1-908,-3 10-3638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4:48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7138,'0'0'592,"0"0"-376,0 0-120,0 0-96,0 0-272,0 0-1361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5:51.9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73 6041,'0'0'1683,"0"0"-622,0 0-21,4 32-12,1 5-685,25 139 1454,-19-110 974,-2 24-2771,-3-30 2572,11 49-2572,-13-172 1099,-7-16-1018,-3-1-1,-11-43-80,8 72 9,4 27 4,1-1 0,1 0 0,0-8-13,3 32 18,-2 1 28,1 21-27,-23 427-36,12-289 31,26-419-46,5-247-20,-6 1181 160,-12-656-109,-1-2-4,1 0 0,1 0 0,0 0 0,1-1 0,1 2 5,-1-14-103,-1-9 83,0-13 28,-1-100 22,0-39-238,-6 1-1,-15-78 209,16 222 57,0 13 105,-1 22-87,5 155 16,7 0 0,29 164-91,-29-299 73,-4-40 34,-1-10 17,2-72 120,-4 76-241,-5-232 62,1 186-69,-2 0 0,-2 1 0,-11-33 4,-1 10-40,16 138-80,4-52-8,0 46 56,6 46 72,7-36-2631,-6-42-2899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5:54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1 154 9154,'0'0'2194,"0"0"-565,0 0-146,0 0-604,0 0-295,0 0 54,28-25 201,86-76 289,-110 97-990,1 1 1,-1 0-1,0 0 0,1 1 0,0-1 1,0 1-1,0 0 0,0 0 1,1 0-139,-4 2 66,0-1 0,0 1 0,0 0 1,0 0-1,0 0 0,0 0 1,0 0-1,0 0 0,0 1 1,0-1-1,0 1 0,0-1 1,-1 1-1,1 0 0,2 0-66,-1 2 101,1 0-1,-1 0 0,0 0 1,0 0-1,0 0 0,-1 0 1,1 1-1,-1-1 0,1 1 1,-1 0-1,-1 0 0,2 2-100,0 0 72,14 35 185,-2 0-1,-2 2 1,-1 0-1,-2 0 1,-1 14-257,2 0 51,1-1 0,18 45-51,-27-99-1853,-3-11 62,0-14-3071,-3-14-8180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5:54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411 0 11947,'0'0'2160,"0"0"-416,0 0-311,-129 185-705,76-99-296,-7 9-200,1-3-120,6-8-72,16-22-40,21-26-592,12-21-968,4-15-4186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5:54.9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63 9554,'0'0'5377,"0"0"-4169,0 0-343,0 0-49,0 0-448,178-57-232,-128 51-136,-7 6-360,-10 0-816,-10 0-2977,-13 0-5281</inkml:trace>
  <inkml:trace contextRef="#ctx0" brushRef="#br0" timeOffset="1">130 241 880,'0'0'12763,"0"0"-11139,0 0-407,0 0-169,0 0-392,0 0-400,0 0-184,129-32-72,-66 17-824,-14 3-2129,-2 3-6937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5:55.8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353 0 7514,'0'0'3190,"0"0"-387,0 0-528,0 0-557,0 0-398,0 0-256,-1 7 1322,-1 1-2197,1 0 0,-2-1 0,1 1 0,-1-1 0,0 1 0,-1-1 0,0 0 1,0 0-1,0-1 0,-1 1-189,-59 73 909,34-44-707,-27 32 5,30-39-173,2 1 1,0 2 0,3 0-1,0 2 1,-13 31-35,33-59-19,0 0-1,0-1 0,1 1 1,0 0-1,0 0 0,1 0 1,0 0-1,0 0 0,0 0 1,0 0-1,1 2 20,0-7-1,0 0 0,0 0 0,0 0 0,0 0 0,0-1 0,0 1 0,0 0 0,0 0-1,0-1 1,0 1 0,0 0 0,1-1 0,-1 1 0,0-1 0,0 1 0,1-1 0,-1 0 0,0 0 0,0 0 0,1 1 0,-1-1 0,0 0 0,1-1-1,0 1 2,45 0-4,-35-1 5,55-5 65,-51 4-603,-1 0 1,1 1 0,-1 0 0,14 3 536,-26-2-254,-1 0 1,0 0 0,0 1-1,0 0 1,0-1 0,0 1-1,0 0 1,-1 0 0,1 0-1,0 0 1,0 0 0,-1 0-1,1 0 1,0 1 0,-1-1-1,1 1 1,-1-1 0,0 1-1,1 0 1,-1-1 0,0 1-1,0 0 254,7 19-5415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5:56.4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79 8314,'0'0'3108,"0"0"-648,0 0-485,0 0-624,0 0-717,0 0-332,-11 32-38,11-32-264,-17 54 251,-5 28-251,21-77 29,0 0 0,0 0 0,1 0 0,0 0 0,0 0 0,0 0 0,0 0 0,1 0 0,0 0 0,0 0 0,0-1 0,0 1 0,1 0 0,0 0 0,0-1 0,0 1 0,1-1 1,-1 0-1,1 1 0,0-1 0,0 0 0,1-1 0,-1 1 0,2 0-29,-2-1 59,0-1-1,0 0 1,0 0 0,1 0 0,-1-1 0,0 1-1,1-1 1,-1 0 0,1 0 0,-1 0 0,1 0-1,0 0 1,-1-1 0,1 0 0,0 0-1,0 0 1,-1 0 0,1 0 0,0-1 0,-1 0-1,1 0 1,-1 0 0,1 0 0,-1 0 0,1-1-1,-1 1 1,2-2-59,1-2 39,-1 0-1,1 0 1,-1-1 0,0 1-1,0-1 1,0-1 0,-1 1-1,0-1 1,0 1 0,-1-1-1,0 0 1,0 0-1,-1-1 1,0 1 0,0 0-1,0-1 1,-1-3-39,3-9 68,-2-1-1,0 1 1,-2-1 0,0 1-1,-1-1 1,-2-2-68,2 17 40,-1-1 1,0 1-1,0-1 0,0 1 0,-1 0 1,0 0-1,-1 0 0,1 0 0,-1 1 0,0-1 1,0 1-1,-4-3-40,6 6-23,0 0 1,0 0-1,0 0 1,0 0-1,0 0 1,0 1-1,0-1 0,-1 1 1,1 0-1,-1 0 1,1 0-1,-1 0 1,1 0-1,-1 0 1,0 1-1,1-1 0,-1 1 1,0 0-1,1-1 1,-1 1-1,0 1 1,1-1-1,-1 0 1,0 1-1,1-1 0,-1 1 1,0 0-1,1 0 1,-1 0-1,1 0 1,0 0-1,-1 0 1,1 1-1,-1 0 23,-5 6-928,0 1 0,0 0 0,1 1 0,1 0 0,-1 0 0,1 0 0,1 1 0,-4 8 928,-15 40-10809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5:56.7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37 12203,'0'0'1608,"0"0"584,0 0-679,0 0-897,172-30-408,-135 24-120,-8 6-88,11 0-280,-4 0-1184,-6 9-4018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5:57.3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12 4121,'0'0'6721,"0"0"-5128,0 0 871,0 0-687,0 0-857,0 0-472,0 0-448,-6-12-32,-14 12-1841,6 21-3528,-2 0-2440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5:58.8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411 114 9498,'0'0'2346,"0"0"-408,0 0 55,0 0-862,0 0-679,0 0-113,-21 32 236,-70 108 236,68-106-404,4-3 57,-1-1 1,-1-1 0,-2 0-1,-1-2 1,-22 19-465,53-67 340,21-23-279,1 2 1,4-2-62,-7 10 59,0-2 0,-3-1 0,15-30-59,-35 53 1420,-14 18-973,-17 21-399,27-24-13,-94 95 119,-33 50-154,114-127 36,33-40-17,-12 12-17,63-75 26,4 3-1,20-14-27,-149 164 19,-1-12-3,28-29 14,0 2-1,2 1 0,-7 11-29,32-41-1,0 0 0,1 0-1,-1 0 1,0 0 0,0 0 0,0 0 0,1 0 0,-1 0-1,0 0 1,1 1 0,-1-1 0,1 0 0,0 0 0,-1 0-1,1 1 1,0-1 0,0 0 0,0 1 0,0-1-1,0 0 1,0 0 0,0 1 0,0-1 0,0 0 0,1 1-1,-1-1 1,0 0 0,1 0 0,-1 0 0,1 1 0,-1-1-1,1 0 1,0 0 0,0 0 0,-1 0 0,1 0 0,0 0-1,0 0 1,0 0 0,0-1 0,0 1 0,0 0-1,0 0 1,0-1 0,0 1 0,1-1 0,-1 1 0,0-1-1,0 1 1,1-1 1,9 3 11,1-1-1,-1 0 1,1 0 0,-1-1-1,8-1-10,1 1 29,24 2 102,-17-2-70,0 1 1,0 2-1,0 0-61,-21-3 6,1 1-1,-1 0 1,0 0-1,0 0 1,0 1-1,0-1 0,0 2 1,-1-1-1,1 0 1,-1 1-1,0 0 1,0 1-1,0-1 1,2 4-6,-6-7 9,0 0 0,0 1 0,0-1 0,0 0 0,0 0 0,0 0 1,0 0-1,0 0 0,1 0 0,-1 0 0,0-1 0,1 1 0,-1 0 0,0-1 1,1 1-1,-1-1 0,1 1 0,-1-1 0,1 0 0,-1 0 0,1 1 0,-1-1 0,1 0 1,-1 0-1,1-1 0,-1 1 0,1 0 0,-1 0 0,1-1 0,-1 1 0,1-1 1,-1 1-1,1-1 0,-1 0 0,0 1 0,1-1 0,-1 0-9,-1 1 12,0 0-1,0 0 0,0 0 1,-1 0-1,1 0 1,0 0-1,0 0 1,0 0-1,0 0 0,0 0 1,0 0-1,0 0 1,-1 0-1,1 0 1,0 0-1,0 0 0,0 0 1,0 0-1,0 0 1,0 0-1,0 0 1,-1 0-1,1 0 0,0 0 1,0 0-1,0 0 1,0-1-1,0 1 1,0 0-1,0 0 0,0 0 1,0 0-1,-1 0 1,1 0-1,0 0 1,0 0-1,0 0 0,0-1 1,0 1-1,0 0 1,0 0-1,0 0 1,0 0-1,0 0 0,0 0 1,0 0-1,0-1 1,0 1-1,0 0 0,0 0 1,0 0-1,0 0 1,0 0-1,0 0 1,0 0-1,0-1 0,0 1 1,0 0-1,0 0 1,0 0-1,0 0 1,1 0-1,-1 0 0,0 0 1,0 0-1,0-1 1,0 1-1,0 0 1,0 0-12,-18 1 123,-24 5-184,-29 2 80,0-2-1,-1-3 1,1-4 0,-9-3-19,23-2 6,56 6-12,1 0-2,0 0-15,0 0-44,0 0 45,0 0 3,0 0-29,0 0 43,5-25 27,8 4-23,2 1 0,0 0 0,1 1-1,18-17 2,10-10-4,-22 21-4,-1-1-1,0 0 1,-3-2-1,0 0 1,-1-1 0,-2 0-1,-1-2 1,-2 0-1,-1 0 1,2-11 8,-8 26-1,-3 12 2,-1 0-1,1 0 1,-1 0 0,0 0-1,0 0 1,-1 0 0,0 0 0,1 0-1,-1-3 0,0 5-17,0 2-44,1 3 53,0 0 0,-1 0 0,1 1 0,-1-1 1,1 0-1,-1 0 0,0 1 0,0-1 1,0 0-1,-1 1 0,1-1 0,-1 0 1,0 0-1,0 0 0,0 0 0,0 1 0,0-1 1,-2 1 7,-31 54 27,32-55-25,-44 60 6,-4-3 1,-17 15-9,4-5-8,-12 23 8,71-85-96,4-7-3791,1 0-4067,7-1 84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5:59.7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0 140 12499,'0'0'2276,"0"0"-630,0 0-759,0 0-550,0 0-222,0 0-41,3 20 64,0 7-32,1-4 145,-2 0 0,-1 0 0,0 5-251,-2-27 37,1 0 0,0-1 0,0 1 0,0-1 0,0 1 0,0-1 0,0 1 0,0 0 0,0-1 0,0 1 0,0-1 0,0 1 0,0-1 0,0 1 0,0-1 0,0 1 0,1 0 0,-1-1 0,0 1 1,0-1-1,1 1 0,-1-1 0,0 1 0,1-1 0,-1 0 0,1 1 0,-1-1 0,0 1 0,1-1 0,-1 0 0,1 1 0,-1-1 0,1 0 0,0 1-37,0-2 83,0 0 0,0 0 0,-1 1 0,1-1-1,0 0 1,0 0 0,0 0 0,-1 0 0,1 0 0,0 0 0,-1 0 0,1 0-1,-1 0 1,1 0 0,-1 0 0,1-1 0,-1 1 0,0 0 0,0-1-83,10-49 706,-2-2 1,-3 1 0,-2-1 0,-2-12-707,-1 134-5,-2 9 117,4 0 0,4-1 1,4 11-113,-2-65 95,0-36 35,0-39-3,-4-24-73,-2-1 0,-9-72-54,6 142 1,1 0 0,-2 0 0,1 0 1,-1 0-1,0 0 0,-1-1-1,1 5-11,2 37-104,2 55 127,3-1 0,8 33-12,-5-48-1,-4 0 0,-3 37 1,-1-108-28,0-1 1,0 0 0,-1 1 0,1-1-1,-1 0 1,1 0 0,-1 1 0,0-1-1,1 0 1,-1 0 0,0 0 0,0 0-1,0 0 1,0 0 0,0 0-1,0 0 1,0 0 0,0 0 0,0-1-1,0 1 1,0 0 0,0-1 0,-1 1-1,1-1 1,0 1 0,0-1 0,-1 0-1,0 1 28,-49 9-255,17-4 143,105-5-54,56-26 175,-94 16-226,1 2 1,0 1-1,0 2 1,17 1 216,-50 2-133,0 1 0,0 0 0,0 0 0,0 0 0,0-1 0,0 1 0,0 0 0,0 1 0,0-1 0,0 0 0,0 0 0,0 0-1,0 0 1,0 1 0,-1-1 0,1 1 0,0-1 0,0 0 0,0 1 0,0 0 0,0-1 0,-1 1 0,1-1 0,0 1 0,0 0 0,-1 0 0,1-1 0,0 1 0,-1 0 0,1 0 0,-1 0 0,1 0 0,-1-1 0,0 1 0,1 0 0,-1 0 0,0 0 0,0 0 0,1 0 0,-1 0-1,0 0 1,0 0 0,0 0 0,0 0 0,0 0 0,-1 0 0,1 0 0,0 0 0,0 1 133,0 16-4695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6:02.7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1 107 5553,'0'0'4569,"0"0"-2044,0 0-658,0 0-235,0 0-205,14-16-89,49-51-278,-60 65-1015,1-1-1,0 0 1,0 1-1,-1 0 1,1 0 0,1 0-1,-1 0 1,0 1 0,0 0-1,1 0 1,-1 0-1,0 0 1,1 0 0,-1 1-1,1 0 1,-1 0 0,1 0-1,-1 1 1,1 0-1,-1-1 1,0 1 0,1 1-1,-1-1 1,0 1-1,0-1 1,0 1 0,0 1-1,0-1 1,0 0 0,-1 1-1,1 0 1,-1 0-1,0 0 1,1 0 0,-1 0-1,-1 1 1,2 1-45,7 9 84,-1 1 1,-1 0-1,0 1 1,-1-1-1,0 2 0,-2-1 1,1 2-85,9 36 316,5 34-316,-10-40 74,2-1 0,7 16-74,-20-61-20,1 1 1,0-1-1,0 1 1,0-1-1,0 1 1,0-1-1,0 1 1,0-1-1,1 0 0,-1 0 1,1 0-1,0 0 1,0 0-1,-1 0 1,1 0-1,0-1 1,1 1-1,-1-1 1,0 1-1,0-1 0,1 0 1,-1 0-1,1 0 20,-2-1-65,0 0 0,0 0 0,0-1-1,-1 1 1,1-1 0,0 1 0,0 0 0,0-1-1,-1 1 1,1-1 0,0 0 0,-1 1-1,1-1 1,0 0 0,-1 1 0,1-1-1,-1 0 1,1 0 0,-1 1 0,1-1-1,-1 0 1,0 0 0,1 0 0,-1 0-1,0 0 1,0 0 0,0 1 0,0-1 0,1 0-1,-1 0 1,0 0 0,-1 0 65,5-37-2889,-4 33 1945,0-36-6937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6:03.0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504 1 12739,'0'0'4657,"0"0"-3857,0 0 384,-123 250-80,70-140-672,1 3-304,2-9-39,7-12-89,3-8-737,-16 17-1703,10-24-2305,6-14-4481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6:04.0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272 1 11859,'0'0'2093,"0"0"-872,0 0 34,-25 26-381,-176 179 536,197-201-1359,-31 37 172,35-40-217,-1 0 0,0 0 0,1 0 0,-1 0 0,0 0-1,1 0 1,-1 1 0,1-1 0,0 0 0,-1 0 0,1 1 0,0-1-1,0 0 1,0 0 0,0 1 0,0-1 0,0 0 0,0 0-1,0 1 1,0-1 0,1 0 0,-1 0 0,1 0 0,-1 1 0,1-1-1,-1 0 1,1 0 0,-1 0 0,1 0 0,0 0 0,0 0 0,-1 0-1,1 0 1,0 0 0,0 0 0,0-1 0,1 2-6,19 9 94,0-1 1,0 0 0,1-2-1,0 0 1,1-1 0,11 1-95,72 24-5019,-72-17-1155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6:04.4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590 1 12603,'0'0'2216,"0"0"-896,-192 18 633,112-15-1017,4-3-664,7 0-272,-7 0-856,20 0-896,16-3-3842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6:04.7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14523,'0'0'4545,"0"0"-3553,0 0-576,0 0 289,0 0 167,17 229-344,-17-149-360,0-2-48,0-7-72,0-6-48,13 16-512,3-22-1705,8-11-3288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6:05.1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431 1 13659,'0'0'3646,"0"0"-1648,0 0-673,0 0-570,-33 22-371,-105 74-212,116-80-150,1 1 0,1 1 0,0 1 0,2 1-1,0 1 1,2 0 0,0 1 0,-9 18-22,10-17-4,5-8 7,3-6 2,0 1-1,1 0 1,-1 0 0,2 1-1,0 0 1,0 0 0,1 0 0,0 1-1,1-1 1,0 1 0,1 1-5,3-13 1,-1 1-1,1-1 1,-1 1 0,1-1 0,0 1 0,-1-1-1,1 0 1,0 1 0,-1-1 0,1 0 0,0 0-1,-1 0 1,1 1 0,0-1 0,0 0 0,0 0-1,-1 0 1,1 0 0,0 0 0,0 0 0,-1 0-1,1 0 1,0-1 0,0 1 0,-1 0-1,5 0 9,260 0-26,-265 0-55,1 0 0,-1-1 0,1 1-1,-1 0 1,1 0 0,-1 0 0,1 0 0,-1 1 0,1-1 0,-1 0 0,1 0 0,-1 0 0,1 0 0,-1 0 0,1 1 0,-1-1 0,1 0 0,-1 0 0,0 1 0,1-1-1,-1 0 1,1 1 0,-1-1 0,0 0 0,1 1 0,-1-1 0,0 1 0,1-1 0,-1 0 0,0 1 0,0-1 0,0 1 0,1-1 0,-1 1 0,0-1 0,0 1 0,0-1-1,0 1 1,0-1 0,0 1 0,0-1 0,0 1 0,0-1 0,0 1 0,0-1 0,0 1 0,0-1 0,0 1 0,-1 0 72,1 4-1005,0 18-4377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6:05.4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81 12443,'0'0'2528,"0"0"-1608,0 0-15,0 0 639,0 0-72,0 0-864,0 0-360,215-18-200,-139-5-48,-19 5-856,-8-3-3425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6:05.7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13275,'0'0'2260,"0"0"-550,0 0-14,0 0-633,0 0-592,0 0-226,27-1-117,-2 0-105,-1 1 0,1 1-1,9 2-22,-32-3 4,-1 1-1,1-1 0,-1 1 0,1-1 0,-1 1 0,1 0 0,-1-1 0,0 1 0,1 0 0,-1 0 0,0 0 0,0 0 0,0 0 0,0 0 0,0 1 0,0-1 0,0 0 0,0 1 0,0-1 0,0 0 0,-1 1 0,1-1 0,0 1 0,-1-1 0,0 1 0,1-1 0,-1 1 0,0-1 0,1 2-3,-6 44 77,4-40-64,-4 11 1,0 0 1,-1 0 0,-1 0-1,-1-1 1,0-1 0,-2 1-1,-1 1-14,3-6 5,0 1 1,1 0-1,0 1 0,1 0 0,0 0 1,1 1-1,1-1 0,0 1 0,1 0 1,1 0-1,0 7-5,2-21 3,0 0 0,1-1 0,-1 1-1,1 0 1,-1 0 0,1 0 0,0 0 0,-1-1 0,1 1 0,0 0 0,0-1 0,-1 1 0,1 0 0,0-1-1,0 1 1,0-1 0,0 1 0,0-1 0,0 0 0,-1 1 0,1-1 0,0 0 0,0 0 0,0 0-1,0 1 1,0-1 0,0 0 0,0 0 0,0-1 0,1 1-3,43 0 56,-32 0-62,0-1-197,0 1-1,0-2 0,-1 0 0,1 0 1,9-4 203,32-14-3505,-16 2-2873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6:07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1 126 12699,'0'0'2116,"0"0"-373,0 0 106,0 0-979,29-19-456,99-57 22,-121 72-393,-1 0 1,1 1 0,0-1-1,0 1 1,0 0-1,1 1 1,-1 0-1,1 0 1,-1 1-1,1 0 1,-1 0-1,1 1 1,5 0-44,-4 0 34,-5 0-24,-1 0 0,1 1-1,-1 0 1,1-1 0,0 1 0,-1 1 0,0-1-1,1 0 1,-1 1 0,0 0 0,0 0-1,0 0 1,0 0 0,0 0 0,0 1 0,0-1-1,-1 1 1,0-1 0,1 1 0,-1 0 0,0 0-1,0 0 1,0 1 0,-1-1 0,2 3-10,4 11 32,-1 1 0,0-1 0,-1 1 0,1 12-32,-5-23 6,13 74 18,6 33 31,-17-102-53,1 0 1,0-1 0,0 1 0,1-1 0,1 1 0,0-2 0,6 9-3,-10-16-5,0 0 0,0-1 0,0 1 0,0-1 0,1 1 0,-1-1 0,1 0 0,-1 0 0,1 0 0,0 0 0,0-1 0,0 1 1,0-1-1,0 0 0,0 0 0,0 0 0,0 0 0,1 0 0,-1-1 0,0 1 0,1-1 0,-1 0 0,0 0 0,1 0 1,-1 0-1,1-1 5,-1 0-200,0 0 0,0 0 1,-1 0-1,1-1 0,0 1 1,-1-1-1,1 1 1,0-1-1,-1 0 0,0 0 1,0 0-1,1-1 0,-1 1 1,0 0-1,-1-1 0,1 1 1,0-1-1,-1 0 1,0 1-1,1-1 0,-1 0 1,0 0-1,0 0 0,-1 0 1,1 0-1,0-2 200,0-26-5508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6:08.1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447 0 14147,'0'0'3961,"0"0"-2433,0 0 9,0 0-833,-172 203-112,106-96 24,-3 0-128,6-6-288,16-24-200,21-26-216,23-24-1200,16-27-2721,30-12-72,6-24-3809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6:08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15915,'0'0'3760,"0"0"-2136,0 0-578,0 0-391,0 0-130,0 0-52,35 20-87,113 68-119,-63-45-94,-77-41-168,0 1 1,0 1-1,0-1 1,-1 1 0,1 1-1,-1-1 1,0 1 0,-1 0-1,1 1 1,-1 0-1,0 0 1,-1 0 0,1 1-1,-1 0 1,0 1-6,-4-6 8,1 0-1,-2 0 1,1 0-1,0 0 1,0 0 0,-1 0-1,1 0 1,-1 0-1,1 1 1,-1-1 0,0 0-1,0 0 1,0 1-1,0-1 1,-1 0-1,1 0 1,0 0 0,-1 0-1,0 1 1,1-1-1,-1 0 1,0 0 0,0 0-1,0 0 1,-1 0-1,1-1 1,0 1 0,-1 0-1,1 0 1,-1 0-8,-6 5 77,-1 0 0,1 0 0,-1 0 0,-1-1 0,-7 4-77,-2 1 98,-48 30 4,41-27-322,1 1 0,0 1 0,1 1 0,1 1 0,-12 13 220,29-20-1860,13-6-508,20-7-2150,-19 1 3606,37-7-6433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56:08.8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 4505,'0'0'8171,"0"0"-5222,0 0-1866,0 0-385,29-4-399,1-1-233,0 2 0,27 1-66,-55 2 4,0 0 1,0 0-1,-1 1 0,1-1 1,0 0-1,0 1 0,0-1 0,0 1 1,-1 0-1,1-1 0,0 1 1,-1 0-1,1 0 0,-1 0 0,1 0 1,-1 1-1,1-1 0,-1 0 1,0 1-1,1-1 0,-1 0 0,0 1 1,0 0-1,0-1 0,0 1 1,0 0-5,0 2 29,0 1 0,0-1 0,0 1 0,-1-1 0,1 1 0,-1-1 0,0 1 0,-1 1-29,1 6 124,1 0 65,-1 0 0,0 0 0,-1 0 0,-1 1-1,0-1 1,0 0 0,-1-1 0,-1 1 0,0 0-1,0-1 1,-1 0 0,-4 6-189,-9 15 197,1 0 1,-2 10-198,14-30 12,1 1 0,0 0 0,1 0 0,1 0 0,0 0 0,0 0 0,1 11-12,1-23 10,1 1 1,-1-1-1,0 1 0,1-1 1,-1 1-1,1-1 0,-1 0 1,1 1-1,0-1 0,-1 0 1,1 0-1,0 1 1,0-1-1,0 0 0,0 0 1,0 0-1,0 0 0,0 0 1,1 0-1,-1 0 0,0-1 1,0 1-1,1 0 1,-1-1-1,0 1 0,1-1 1,-1 1-1,1-1 0,-1 0 1,1 1-1,-1-1 0,1 0 1,0 0-11,62 1 500,-43-2-270,1-1 12,0 0-1,-1-1 0,1-1 1,2-2-242,58-9-1015,-25 15-4276,-46 2-1649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13.0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746 1031 12203,'0'0'5321,"0"0"-3404,0 0-288,0 0-405,0 0-556,-11-3-84,-53-7 301,1 3 0,-1 3-1,-52 4-884,100 1 21,-1 0 0,1 1 0,-1 1 0,1 0 0,0 1 0,0 1 0,1 1 0,0 0 0,0 1 0,0 1 0,0 0 0,1 1 0,1 0 0,0 1 0,0 1 0,1 0 0,0 0 0,1 1 0,-9 13-21,4-4-2,1 1 0,1 0 0,1 1 0,1 1 0,2 0 0,0 0-1,1 1 1,1 0 0,2 1 0,1 0 0,0 0 0,2 6 2,0-8-8,2 0 0,0 0 1,2 1-1,0-1 0,2 0 0,4 15 8,-6-33-3,1 0 0,0 0 0,0 0 0,0 0 1,1 0-1,0 0 0,0 0 0,1-1 0,0 0 0,-1 0 0,2 0 0,-1 0 0,1 0 0,-1-1 0,1 0 0,0 0 0,1 0 0,-1-1 0,1 0 0,-1 0 0,1 0 0,0 0 0,0-1 0,0 0 0,1-1 0,-1 1 0,1-1 3,6 1-15,0-1 0,0-1 1,0 0-1,0 0 0,1-1 0,-1-1 1,0 0-1,-1-1 0,1-1 0,0 0 1,-1 0-1,0-1 0,0-1 0,0 0 0,-1-1 1,0 0-1,0 0 0,0-1 0,-1-1 1,-1 0-1,1 0 0,7-11 15,2-2-53,-1-2 0,-1-1 0,-1 0 0,-1-1 0,-2 0 0,0-1 0,-2-1 0,-1 0 0,6-25 53,-1-19-4,-2-1 0,-4 0-1,-1-47 5,-7-224 27,-4 158 18,3-326 1371,3 506-1114,1 23-271,2 31 80,-3 1 0,-2 46-111,-1-61 67,-4 95 293,-6 0 1,-6 0-1,-9 18-360,13-84-220,2 1 0,3 0 0,3 1 0,4 37 220,0-90-439,2 0 1,-1 0-1,2-1 0,0 1 0,0-1 439,16 33-4526,5-3-6191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13.4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57 15051,'0'0'2629,"0"0"-1008,0 0 516,0 0-253,0 0-742,0 0-221,55 17-67,35 10-190,89 14-664,-84-31 210,1-4 1,0-4-1,0-5 0,65-10-210,-99 8 83,787-83 719,-845 88-863,0-1 1,0 1 0,0-1-1,0 0 1,0 0 0,0 0-1,0-1 1,-1 1-1,1-1 1,0 0 0,-1 0-1,1 0 1,-1 0 0,0-1-1,0 0 1,0 1-1,0-1 1,0 0 0,0 0-1,-1-1 1,1 1-1,0-3 62,-2 4-1621,-3 2-3357,-9 0-5893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14.1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746 334 14635,'0'0'2162,"0"0"-348,0 0 722,0 0-862,0 0-610,-32-7-97,-7-1-675,-15-4 286,1-2 0,-15-7-578,46 14 186,-1 1 1,1 1-1,-1 1 0,0 2 0,0 0 0,-1 1 0,-3 1-186,15 0 23,1 1-1,0 1 1,0-1 0,0 2-1,0 0 1,0 0 0,0 1 0,0 0-1,1 0 1,0 2 0,0-1-1,0 1 1,1 0 0,0 1-1,-4 4-22,-1 4 13,1 0-1,1 1 1,0 0-1,1 1 0,0 0 1,2 1-1,0 0 1,1 1-1,1-1 0,1 2 1,-2 9-13,1 1 0,1 1-1,2 0 1,1-1 0,2 1 0,1 0-1,1 0 1,2 6 0,-2-25-11,1 0 1,1 0-1,0-1 1,1 1-1,0-1 1,0 1-1,1-1 1,1 0-1,0-1 0,0 1 1,6 5 10,-7-9-20,1-1 0,0 1 0,1-1 0,-1 0-1,1 0 1,0-1 0,1 0 0,-1 0 0,1-1 0,0 0 0,0-1 0,1 1 0,-1-1 0,1-1 0,-1 0 0,2 0 20,1 0-55,0-1-1,1 0 1,-1 0 0,1-2 0,-1 1 0,0-1 0,1-1 0,-1 0 0,0-1 0,0 0 0,0 0 0,-1-1 0,1-1 0,-1 0 0,0 0 0,0-1 0,8-6 55,-3 0-72,-1-1 1,0 0-1,-1-1 0,-1-1 1,0 0-1,0 0 0,-2-1 1,0-1-1,-1 1 0,3-9 72,-1-1-21,-1-1-1,-1 0 1,-2 0 0,0-1-1,-2 0 1,1-18 21,-1-40 77,-3-44-77,-2 100 22,0-21 293,-3 1 0,-2-1 1,-2 1-1,-2 0 0,-6-16-315,12 58 335,1 9-138,0 19-85,3 35-113,8 80 215,5 0 0,15 44-214,-26-165-75,0-1 0,1 0 0,0 1 0,1-1 1,0-1-1,1 1 0,1-1 0,2 3 75,-4-8-381,0 0 1,1 0-1,0 0 1,1-1-1,4 3 381,-3-2-1093,1-1 0,1 0-1,-1 0 1,1-1 0,0 0 1093,36 11-11228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14.4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20692,'0'0'3001,"0"0"-2321,0 0 961,0 0-633,136 170-600,-80-105-24,4-2-184,-11-7-96,-2-8-96,-11-10-16,-9-8-272,-4-12-536,-3-12-609,-4-6-2407,-6 0-2042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14.8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371 0 9794,'0'0'12747,"0"0"-11587,0 0-16,-116 214 129,63-115-641,0-4-200,7-9-144,3-18-208,10-11-80,13-18-192,13-18-504,14-21-729,29-3-2183,11-30-3650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15.1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192 40 18740,'0'0'2921,"0"0"-2049,0 0 1088,-3 169-231,3-53-769,0 12-88,0 3-80,0-9-408,0-18-248,7-17-80,3-19-56,-1-20-96,1-19-344,4-14-536,9-18-384,-3-29-801,-7-16-4896</inkml:trace>
  <inkml:trace contextRef="#ctx0" brushRef="#br0" timeOffset="1">0 150 18628,'0'0'2256,"0"0"-679,0 0 415,0 0-1224,199-84-440,-100 61-184,-3 5-87,-7 3-57,-13 6 0,-16 9-905,-20 0-1879,-24 12-3298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15.4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0 524 16796,'0'0'4313,"0"0"-3401,0 0 1264,0 0-1152,0 0-479,0 0-105,185 36-184,-109-60-208,7 0-48,56-17-240,-23 8-1345,-4 0-5144</inkml:trace>
  <inkml:trace contextRef="#ctx0" brushRef="#br0" timeOffset="1">1184 1 19740,'0'0'2409,"0"0"-1921,0 0 432,0 0 64,-115 184-520,88-83 208,1 3 281,12-5-321,14-10-368,0-21-256,20-17-8,30-18-240,13-22-416,39-17-841,-12-26-2656,-14-13-7529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15.8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10098,'0'0'10874,"0"0"-9457,0 0-841,0 0 1072,0 0-576,119 173-511,-66-114 39,6 1-264,4-13-144,-7-8-192,-3-9-96,-6-9-632,-1-16-641,-13-5-2527,-10 0-3458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16.1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500 423 3697,'0'0'17508,"0"0"-15844,0 0 448,-179 206-479,106-120-817,1 0-336,5-14-232,14-16-160,20-14-88,14-18-104,15-16-376,4-8-608,40 0-937,13-26-3016,0-4-4929</inkml:trace>
  <inkml:trace contextRef="#ctx0" brushRef="#br0" timeOffset="1">784 1 15011,'0'0'2113,"0"0"-697,0 0 1689,56 202-1121,-36-98-536,-6 9 97,-11 0-337,-3-9-416,0-14-264,-10-16-288,-7-17-168,1-16-72,-1-14-232,7-9-608,10-18-456,0 0-961,10-18-4608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16.4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22261,'0'0'4617,"0"0"-4321,0 0 152,0 0-448,0 0-1528,0 0-5050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17.5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14123,'0'0'2777,"0"0"-1905,0 0 512,0 0-184,0 0-736,0 0-199,176 3 79,-113 0-168,-7 0-64,0-3-56,-6 0-48,-4 0-8,-6 0 0,-7 0-737,-13 0-1543,-14 0-2033,-6 3-4001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17.8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6121,'0'0'8826,"0"0"-7634,0 0-7,0 0 911,0 0-1128,191 15-568,-124-15 41,-1 0-233,-10 0-176,-3 0-32,0 0-1441,-14 0-2360,-12 0-4168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32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195 182 5169,'0'0'2439,"0"0"267,0 0-200,0 0-507,0 0-620,17-28 2259,-17 4-2134,1 16-1071,-1-1 0,0 0 1,-1 0-1,0 0 0,0 0 1,-1 1-1,0-2-433,0 6 74,1 1 0,-1 0 1,1 0-1,-1 0 0,0 0 1,0 0-1,-1 1 0,1-1 1,0 1-1,-1-1 0,0 1 0,0 0 1,1 0-1,-1 0 0,0 0 1,-1 1-1,1-1 0,0 1 1,0-1-1,-2 1-74,-2-1 36,1 0 1,0 0-1,-1 1 0,1 0 1,-1 0-1,1 1 0,-1 0 1,-5 0-37,9 1 1,0-1 1,1 0 0,-1 1-1,1-1 1,0 1 0,-1 0-1,1-1 1,-1 1 0,1 1-1,0-1 1,0 0 0,-1 0-1,1 1 1,0-1 0,0 1-1,1 0 1,-1 0 0,0 0 0,0 0-1,1 0 1,0 0 0,-1 0-1,1 1-1,-6 13-2,1 1 0,1-1-1,1 1 1,0 1 0,1-1-1,0 9 3,-2 112 8,5-103-2,1 279 135,4-227-1,3 0-1,14 52-139,32 88 213,-27-123-193,-4 1-1,7 94-19,-29-188 38,0 23-283,-2-34 217,1 1 0,0 0 0,-1-1 0,1 1 0,0 0 1,-1-1-1,1 1 0,-1-1 0,1 1 0,-1-1 0,1 1 0,-1-1 0,1 1 0,-1-1 0,1 0 0,-1 1 0,0-1 0,1 0 0,-1 1 1,0-1-1,1 0 0,-1 0 0,0 0 0,1 1 0,-1-1 0,0 0 0,0 0 0,1 0 0,-1 0 0,0 0 0,1 0 0,-1 0 0,0-1 1,1 1-1,-1 0 0,0 0 0,1-1 0,-1 1 0,0 0 0,1-1 0,-1 1 0,0 0 28,-8-4-650,0 0-1,1-1 1,-1 1 0,1-2-1,-1 0 651,-27-23-4955,-10-14-5517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32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1 238 16916,'0'0'2792,"0"0"-1279,0 0 831,0 0-1392,0 0-672,182-107-184,-110 89-96,5 1-320,48-19-944,-22 6-2769,-7 0-2768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32.7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123 1 16363,'0'0'2481,"0"0"-497,0 0 249,0 0-1377,0 0-552,-99 172-56,86-70 192,6 5-32,4-3-32,3-3-175,0-15-193,23-11 80,17-19-88,9-17-48,8-15-193,29-24-1279,-10-12-3393,-13-21-5257</inkml:trace>
  <inkml:trace contextRef="#ctx0" brushRef="#br0" timeOffset="1">517 197 16251,'0'0'2689,"0"0"-1321,0 0 841,0 0-921,215 122-400,-159-47-472,-10 5-80,-9 3-168,-11-8-160,-9-13 0,-4-11-8,-3-19-304,-7-20-1072,-3-9-2305,0-3-1576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33.0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487 1 14723,'0'0'5201,"0"0"-3928,0 0 303,0 0-24,-169 199-560,110-115-415,-1-4-129,1-9-296,9-11-88,7-13-64,13-14-112,14-12-592,16-21-1225,13 0-3032,20 0-3609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33.3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1 13779,'0'0'2663,"0"0"-794,0 0 244,21 32-262,-2-6-1477,-5-8-157,-1 0-1,-1 1 0,-1 1 1,-1 0-1,0 0 1,-1 1-1,-2 0 0,0 1 1,-1-1-1,1 14-216,0 22 551,-3 1 1,-2 0-1,-3 0 0,-5 32-551,2-67 77,0-1 1,-1 0-1,-2 0 1,0 0-1,-1-1 0,-1 0 1,-11 17-78,-15 21-281,-41 50 281,38-56-577,13-8-1689,20-29-1233,4 2-3695,1-16-4965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33.7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6 13275,'0'0'3000,"0"0"-1759,0 0 999,0 0-1232,0 0-599,169-6-257,-113 6-64,-9 0-80,-8 0-8,-16 0-569,-23 27-2095,-3 0-3129,-27-4-2913</inkml:trace>
  <inkml:trace contextRef="#ctx0" brushRef="#br0" timeOffset="1">1 333 12939,'0'0'2136,"0"0"-599,0 0 1015,0 0-1128,0 0-791,235-3-441,-162-12-120,-4 15-72,-19 0-1473,-24 0-4672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36.6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27 7314,'0'0'5402,"0"0"-3076,0 0-560,0 0-65,0 0-602,-6 1 4383,-18 2-4228,18 2-1212,0 1 1,0 0-1,0 0 0,1 0 0,0 1 0,0 0 0,0 0 1,1 0-1,0 1 0,1-1 0,-1 1 0,1 0 1,-1 6-43,-6 22 13,2 0 1,-2 19-14,5-25 47,-3 22 9,3 0 0,2 1 0,2 5-56,1-52 3,0 0-1,0 0 1,0 0 0,1-1-1,0 1 1,0 0 0,0 0-1,1 0 1,0 0 0,0-1-1,0 1 1,1-1 0,0 0-1,0 0 1,0 0 0,1 0-1,-1 0 1,1 0 0,0-1-1,1 0 1,-1 0 0,1 0-1,0-1 1,0 1 0,0-1-1,0 0 1,0-1 0,1 1 0,-1-1-1,1 0 1,0 0 0,0-1-1,5 1-2,6 2 9,1-2 1,0 0-1,-1-1 0,1-1 0,0-1 0,0 0 1,-1-1-1,1-1 0,-1-1 0,0 0 0,0-2 1,0 0-1,-1 0 0,1-2 0,-2 0 0,1 0 1,-1-2-10,-2 1 46,0 0 1,0-1 0,-2 0-1,1-1 1,-1 0 0,0-1 0,-1-1-1,-1 1 1,0-1 0,-1-1 0,0 0-1,-1 0 1,-1 0 0,0-1-1,-1 0 1,0 0 0,-1-1 0,-1 1-1,0-5-46,0 1 124,-2-1 0,0 0-1,-1 0 1,0 0-1,-2 0 1,-1 1-1,-2-11-123,3 22 10,0 1-1,-1-1 1,0 0-1,-1 1 1,0 0-1,0-1 0,0 2 1,-1-1-1,0 0 1,0 1-1,0 0 1,-1 0-1,0 1 0,-1-1 1,1 1-1,-1 0 1,0 1-1,0 0 1,-4-2-10,-5-1-105,-1 1 1,0 0-1,0 1 1,0 1 0,-1 1-1,0 0 1,-9 1 104,-23 0-1919,-46 4 1919,-19 10-4287,14 9-3821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37.8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431 0 10066,'0'0'1919,"0"0"-761,0 0 210,0 0-6,0 0-414,0 0-69,-14 7 378,-5 1-344,1 2 0,0 0 0,1 1 0,0 0 0,1 2 0,-5 4-913,7-5 154,1 1 0,1 0 0,0 0 0,1 2 0,1-1 0,0 1 0,1 0 1,1 1-1,0 0 0,1 1 0,0-1 0,2 1 0,0 1 0,-1 6-154,-2 43 170,3 0-1,3 0 1,5 39-170,-2 0 248,15 1104 1034,-14-1169-1241,3 85 139,-5 0 0,-8 39-180,-2-111 20,-1-1 0,-3-1 0,-3 0 0,-1-1 1,-3 0-1,-2-2-20,23-49 7,0 1 0,0-1 0,0 1 0,0-1 0,-1 1 0,1-1 0,0 1 0,0-1 0,-1 0 0,1 1 0,0-1 0,0 0 0,-1 1 0,1-1 0,0 0 0,-1 1 0,1-1 0,0 0 0,-1 1 0,1-1 0,-1 0 0,1 0 0,0 0 0,-1 1 0,1-1 0,-1 0 0,1 0 0,-1 0 0,1 0 0,-1 0 0,1 0 1,0 0-1,-1 0 0,1 0 0,-1 0 0,1 0-7,-14-13 53,-2-24-227,15 37 164,1-1 0,0 1 1,0 0-1,0-1 0,0 1 0,-1-1 1,1 1-1,0-1 0,0 1 0,0-1 1,0 1-1,0-1 0,0 1 0,0-1 0,0 1 1,1-1-1,-1 1 0,0-1 0,0 1 1,0-1-1,0 1 0,1-1 0,-1 1 1,0 0-1,0-1 0,1 1 0,-1-1 0,0 1 1,1 0-1,-1-1 0,0 1 0,1 0 1,-1-1-1,1 1 0,-1 0 0,1 0 1,-1 0-1,0-1 0,1 1 0,-1 0 1,1 0-1,-1 0 0,1 0 0,-1 0 0,1 0 1,-1 0-1,1 0 0,-1 0 0,1 0 1,-1 0-1,1 0 0,-1 0 0,1 0 1,-1 0-1,1 0 0,-1 1 10,29 15-23,-16-1 16,0 0 0,-1 0-1,-1 1 1,0 1-1,-1-1 1,-1 2-1,-1-1 1,1 5 7,17 48 9,8 38-9,-23-71 0,52 194 126,29 214-126,-2 243 118,-39 117-180,-42 0 372,-10-740-277,2 0 1,4 0-1,2-1 0,3 0 1,2 0-1,7 9-33,-17-63-4,-1-8-1,-1 1-1,1-1 1,0 0-1,0 1 1,0-1-1,0 0 1,0 1 0,0-1-1,0 0 1,1 0-1,-1 0 1,1 0-1,0 0 1,0 0 0,0 0 5,-2-2-4,0 0 1,0 0-1,1 0 1,-1 0 0,0 0-1,0 0 1,0 0-1,0 0 1,0 0 0,1 0-1,-1 0 1,0 0-1,0 0 1,0 0 0,0 0-1,0 0 1,0 0-1,1 0 1,-1 0 0,0 0-1,0 0 1,0 0-1,0 0 1,0 0 0,0 0-1,1 0 1,-1 0-1,0 0 1,0 0 0,0 0-1,0 0 1,0-1-1,0 1 1,0 0 0,0 0-1,1 0 1,-1 0-1,0 0 1,0 0-1,0 0 1,0-1 0,0 1-1,0 0 1,0 0-1,0 0 1,0 0 0,0 0-1,0-1 1,0 1-1,0 0 1,0 0 0,0 0-1,0 0 1,0 0-1,0-1 1,0 1 0,0 0-1,0 0 1,0 0-1,0 0 1,0 0 0,0 0-1,0 0 1,-1-1-1,1 1 1,0 0 0,0 0-1,0 0 1,0 0 3,1-42-867,-3 1 0,0 0 1,-3 0-1,-2 0 0,-1 0 0,-3-1 867,9 32-359,-28-128-6939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39.7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0 144 10018,'0'0'6810,"0"0"-4182,0 0-739,0 0-65,0 0-941,0 0-532,36-24-10,-36 24-341,64-43 408,24-9-408,-81 48 33,1 0 0,-1 1 0,0 0-1,1 1 1,0-1 0,-1 1 0,1 1 0,0 0-1,0 0 1,0 0 0,0 1 0,0 0 0,5 1-33,-7 1 25,0-1 1,-1 1-1,1 0 1,0 0-1,-1 0 1,0 1-1,1 0 1,-1 0-1,0 0 1,-1 1-1,1 0 1,-1-1-1,1 2 1,0 0-26,6 9 64,-1 0-1,-1 1 1,0 0 0,-1 0 0,0 1-1,-2 0 1,0 0 0,0 1 0,0 7-64,9 40 257,6 57-257,-12-65 26,1-1 1,17 48-27,-15-74-626,-7-25-1405,-3-19-913,-2-10-2488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40.1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407 1 15347,'0'0'4281,"0"0"-3257,0 0 217,0 0 119,-62 193-160,12-92-448,-13 0-320,0-2-215,4-13-145,9-15-8,14-23-64,16-18 0,17-27-273,3-3-855,46-57-1384,7-2-2857,3-1-8514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40.4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328 1 15843,'0'0'2774,"0"0"-1348,0 0-212,0 0-500,0 0-91,0 0 360,-10 30 141,2 0-852,3-11-141,0 0 0,-1-1 0,-1 0 1,-1 0-1,0-1 0,-1 0 0,-1 0 0,-1-1 1,-6 6-132,-76 84 400,57-69-350,3 1 0,-25 36-50,58-73 0,-1-1 0,1 1 0,0-1 1,-1 1-1,1-1 0,0 1 0,0-1 0,-1 1 1,1-1-1,0 1 0,0-1 0,0 1 0,0 0 1,0-1-1,0 1 0,0-1 0,0 1 1,0-1-1,0 1 0,0 0 0,0-1 0,0 1 1,0-1-1,0 1 0,1-1 0,-1 1 0,0-1 1,0 1-1,1-1 0,-1 1 0,1-1 0,18 11 16,37-1 16,-45-8-29,256 42 712,-206-38-579,-57-6-201,1 0 1,-1 0 0,1-1-1,-1 0 1,0 1 0,1-2-1,-1 1 1,0 0 0,0-1 0,0 0-1,0 0 1,0 0 0,3-2 64,41-42-2761,-14 8-2997,3-6-6776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40.7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328 1 9778,'0'0'8917,"0"0"-6045,0 0-1693,-22 34 108,-18 29-507,-12 27-780,47-80 48,0 1 0,1 0 0,0 0 0,1 0 0,0 0 0,1 1 0,0-1 0,1 1-1,0-1 1,0 1 0,2-1 0,-1 1 0,2 1-48,-1 12 88,-1-15-73,1 0-1,0 0 0,0 0 1,1-1-1,0 1 1,1 0-1,0-1 1,0 0-1,1 1 0,0-2 1,1 1-1,0 0 1,0-1-1,1 0 1,0 0-1,0 0 0,1-1 1,0 0-1,1 0 1,-1-1-1,1 0 1,0 0-1,1-1 1,-1 0-1,1-1 0,0 0 1,0 0-1,1 0 1,-1-1-1,1-1 1,-1 0-1,1 0 0,0-1 1,7 0-15,-7 0 10,0 0 0,0-1 0,0 0 0,0-1-1,0 0 1,0-1 0,-1 0 0,1 0 0,-1-1 0,1-1 0,-1 1 0,0-1 0,0-1 0,0 0-1,-1 0 1,0 0 0,0-1 0,0-1 0,-1 1 0,1-1 0,-2 0 0,1-1 0,-1 0 0,0 0 0,-1 0-1,0-1 1,0 1 0,-1-1 0,0-1 0,0 1 0,-1 0 0,0-1 0,-1 1 0,0-1 0,-1-3-10,2-1 37,-1-1 1,-1 0-1,-1 1 1,0-1 0,-1 0-1,-1 0 1,0 1 0,0-1-1,-6-12-37,6 20 7,-1 0 0,0 0 1,-1 1-1,0 0 0,0-1 0,0 2 0,-1-1 0,0 0 0,0 1 1,0 0-1,-1 0 0,1 0 0,-1 1 0,0 0 0,-1 0 0,1 0 1,-1 1-1,0 0 0,1 0 0,-7-1-7,-10-2-172,-1 1 0,1 1 0,-1 2 1,0 0-1,1 1 0,-1 1 0,-16 3 172,9-1-435,-120 10-4311,-1 12-5687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48.7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1 187 10778,'0'0'2700,"0"0"-771,0 0 102,0 0-578,0 0-644,0 0-46,5-10 73,1-1-660,2 0-1,-1 1 0,1-1 1,1 2-1,0-1 0,0 1 1,1 1-1,0-1 1,1 2-1,10-7-175,-12 8 65,12-7 256,0 1 0,1 0 0,3 1-321,-19 8 68,0 1 0,0 0 0,0 0 1,1 1-1,-1-1 0,0 1 0,0 1 0,1-1 0,-1 1 0,1 0 0,-1 1 0,0 0 1,0 0-1,6 1-68,-10-1 5,0 0 1,0 0-1,0 1 0,1-1 1,-1 1-1,0-1 1,-1 1-1,1 0 1,0 0-1,0 0 1,-1 0-1,1 0 0,-1 0 1,0 0-1,0 0 1,1 1-1,-1-1 1,-1 1-1,1-1 0,0 0 1,0 3-6,7 57 28,-7-52-12,3 27 51,-3 1 0,0 0 0,-3 0 0,-1 0 0,-2 0-1,-1-1 1,-2 0 0,-4 8-67,-9 12 172,-2 0 1,-2-2-1,-10 14-172,17-39 76,-1 0 0,-1-1 0,-1-1 1,-1-1-1,-2-1 0,-10 8-76,19-23 314,11-7 189,17-7-173,-7 2-317,141-36-44,2-8 31,-63 19-122,-61 18-687,-1-2 0,0 0 0,-1-2 0,11-6 809,-16 8-1212,26-14-4461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49.1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15387,'0'0'3137,"0"0"-1881,0 0 561,0 0-657,0 0-600,0 0-256,225 0-136,-168 0-64,2 0-104,14 0-408,-17 0-2289,-10-3-4000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49.4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99 106 1640,'0'0'10831,"0"0"-6975,0 0-1639,0 0-493,0 0-875,29-19-507,97-54-127,-123 71-204,0 0 0,0 1 1,1-1-1,-1 1 0,1-1 0,-1 1 0,1 1 1,-1-1-1,1 0 0,0 1 0,-1 0 1,1-1-1,0 2 0,0-1 0,2 0-11,-5 1 5,1 0 0,0 0 0,0-1 0,-1 1 0,1 0 0,0 0 0,-1 0 0,1 1 0,-1-1 0,1 0 0,-1 1 0,0-1 0,0 1 0,1-1-1,-1 1 1,0-1 0,0 1 0,-1 0 0,1-1 0,0 3-5,2 5 18,-1 1 0,0 0 0,0 0 0,-1 0-1,-1 0 1,0 1 0,0-1 0,-1 1-18,0-1 33,0 8 52,-2 0 0,0 0-1,-1 0 1,-1 0 0,0-1 0,-2 0 0,0 0 0,-1-1 0,0 1 0,-1-2 0,-10 13-85,-23 29 263,-3-1 0,-24 21-263,15-17 163,-5 12 832,59-71-972,0-1 0,0 1 0,0-1 0,1 0 1,-1 0-1,0 1 0,1-1 0,-1 0 1,0 1-1,1-1 0,-1 0 0,0 0 0,1 0 1,-1 1-1,0-1 0,1 0 0,-1 0 1,1 0-1,-1 0 0,0 0 0,1 0 0,-1 0 1,1 0-1,-1 0 0,0 0 0,1 0 1,-1 0-1,1 0 0,-1 0 0,0 0 0,1 0 1,-1 0-1,1-1 0,-1 1 0,1 0-23,1 0 130,57 0 342,0-3-1,0-2 1,-1-3-1,27-8-471,-45 6-53,71-18-894,-43-1-3965,-38 12-1216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49.8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18420,'0'0'2961,"0"0"-1441,0 0 416,169 51-1015,-116-9-417,-7 5-288,-9 10-152,-4-4-56,-10-2 72,-3-6-72,-7-13-16,-6-5-80,-1-12-496,-2-3-1201,-4-6-2648,3-6-2704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50.1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570 1 15243,'0'0'5994,"0"0"-5386,0 0 24,0 0 768,-232 190-656,153-103-288,-1-4 8,7-9-199,21-11-177,15-19-88,21-11-64,16-15-1057,0-6-1887,0-9-3882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50.5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5873,'0'0'11163,"0"0"-9507,0 0 424,0 0-431,186 166-969,-143-106-48,-7 2-136,-6-5-120,-4-10-208,-6-5-104,-3-9-16,-4-3-48,-6-7-216,-1 4-832,1-3-648,6-6-865,0-9-63,0-9-3842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50.8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666 1 17940,'0'0'2768,"0"0"-1615,0 0 639,-172 157-632,96-67-344,-7 5-79,7-6-265,10-11-264,13-13-200,10-17-8,0-13-520,13-14-1425,7-15-4512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51.2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415 1 15331,'0'0'3384,"0"0"-1316,0 0-158,0 0-826,0 0-711,-33 27-170,-203 171 144,223-187-331,-9 6 69,0 2-1,2 0 1,0 1 0,-15 22-85,34-41 10,-1 0 0,1 1 0,0-1 0,0 1 0,0-1 0,0 1 1,0-1-1,0 1 0,0 0 0,1-1 0,-1 1 0,1 0 0,-1 0 1,1 0-1,-1-1 0,1 1 0,0 0 0,0 0 0,0 0 0,0 0 1,0 0-1,1-1 0,-1 1 0,1 0 0,-1 0 0,1 0 0,-1-1 0,1 1 1,0 0-1,0-1 0,0 1 0,0-1 0,0 1 0,0-1 0,0 1 1,1-1-1,-1 0 0,0 1 0,1-1 0,-1 0 0,1 0 0,-1 0 0,1 0 1,0 0-1,-1-1 0,2 2-10,11 3 76,-1 0 0,1-1 1,0 0-1,0-1 0,11 1-76,-13-2 37,38 4 152,1-2 1,18-2-190,-9 0-653,28 5 653,-68-4-1179,0 1 0,0 0-1,13 6 1180,5 8-7212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51.5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844 185 13635,'0'0'7129,"0"0"-5504,0 0 279,0 0-928,-222-24-688,146 12-200,-10 0-88,-7-2-144,1-4-944,-24-18-1280,27 3-1873,19-2-3505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51.8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430 0 17124,'0'0'1947,"-38"2"-515,38-2-1432,-74 3 1644,-18 6-1644,81-7 73,0 0-1,0 0 0,0 1 0,1 0 1,-1 1-1,1 1 0,0-1 0,0 2 0,1-1 1,-1 1-1,1 1 0,0-1 0,1 2 1,0-1-1,0 1 0,0 0 0,1 1 1,1 0-1,-1 0 0,1 0 0,1 1 1,0 0-1,0 0 0,1 0 0,0 1 0,1-1 1,0 1-1,1 0 0,0 0 0,0 0 1,1 0-1,1 0 0,0 0 0,1 0 1,0 0-1,0 0 0,1 2-72,1-7 8,-1 1 0,1-1 0,0 0 0,0 0 0,1 0 0,0-1 0,0 1 0,0-1 0,0 0 0,1 0 0,0 0 1,0-1-1,1 1 0,-1-1 0,1-1 0,0 1 0,0-1 0,0 0 0,0 0 0,0-1 0,1 1 0,5 0-8,13 3 28,0-1 1,1 0-1,-1-2 0,1-2 1,12 0-29,-14-1 17,0 0 1,-1-2 0,1-1 0,-1-1 0,1-1-1,-1-1 1,-1-1 0,20-9-18,-34 13 10,-1 0 0,0-1-1,0 0 1,0 0 0,0 0 0,-1-1-1,1 0 1,-1-1 0,-1 1 0,1-1-1,-1 0 1,0-1 0,0 1-1,-1-1 1,1 0 0,-2 0 0,1 0-1,-1-1 1,0 1 0,-1-1 0,1 0-1,-1 0 1,-1 0 0,0 0 0,0 0-1,-1 0 1,0-4-10,-1 5 11,0-1 0,-1 1 0,0 0 0,0 0 0,-1 0 0,0 0 0,0 0 0,-1 1 0,0-1 0,0 1 0,-1 0 0,1 0 0,-1 1 0,0-1 0,-1 1 0,1 0 0,-1 0 0,0 1 0,0 0 0,-1 0 0,-4-2-11,-2-2-121,-1 1 0,1 1 0,-1 0 0,0 1 0,-1 1 0,0 0 0,1 0 0,-1 2 0,0 0 0,-9 0 121,50 20-7995,12 3-45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52.1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455 1 16251,'0'0'2438,"0"0"-1160,0 0 146,0 0-195,-29 19-500,0-1-556,-28 18 343,2 3 1,-19 19-517,52-41 134,-82 75 526,93-81-566,1 1 1,0 0-1,0 1 0,1 0 1,0 0-1,2 1 1,-5 8-95,11-20 8,0 0 0,0 0 1,0 1-1,1-1 1,-1 0-1,1 1 1,-1-1-1,1 0 1,0 1-1,0-1 1,0 1-1,0-1 1,0 0-1,0 1 1,1-1-1,-1 0 1,1 1-1,-1-1 0,1 0 1,0 1-1,0-1 1,0 0-1,1 0 1,0 1-9,1 0 18,0 0 1,0 0-1,0 0 1,1 0-1,0-1 0,-1 0 1,1 0-1,0 0 1,0 0-1,0 0 1,0-1-1,1 0 1,-1 1-19,18 2 86,0 0 1,0-1-1,0-2 1,22 0-87,-6-1-71,29 0-2972,49-6 3043,-54-3-6697</inkml:trace>
  <inkml:trace contextRef="#ctx0" brushRef="#br0" timeOffset="1">124 751 15091,'0'0'4129,"0"0"-3377,0 0 1929,0 0-1401,0 0-944,0 0-32,0 0 192,176 21-296,-90-21-184,0 0 64,0 0-80,19-6-968,-19-6-3017,-16 0-4472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0:52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20556,'0'0'2521,"0"0"-1569,0 0 1001,0 0-1425,0 0-408,0 0 248,53 250 32,-47-146-136,-3-3-168,-3-9-96,0-8 0,0 2-616,0-24-1001,-6-14-4728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00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224 45 10266,'0'0'2198,"0"0"-272,0 0 456,0 0-154,0 0-436,-13 7-306,-1 1-1222,0 1 1,1 1-1,0 0 0,1 1 1,0 0-1,1 1 0,0 0 0,0 1 1,2 0-1,-1 1 0,2 1-264,-4 6 88,1 1 0,2 0 0,0 1 0,2 0-1,0 1 1,1 0 0,2 0 0,0 0 0,2 0 0,0 1-1,2-1 1,1 0 0,3 21-88,-3-42 6,-1 0 0,1 0 1,1 0-1,-1 0 0,0 0 0,1-1 1,-1 1-1,1 0 0,0-1 0,0 1 1,0-1-1,0 0 0,0 1 0,1-1 1,-1 0-1,1 0 0,-1-1 0,1 1 0,0 0 1,0-1-1,0 0 0,0 1 0,0-1 1,0-1-1,0 1 0,0 0 0,0-1 1,0 1-1,0-1 0,0 0 0,3 0-6,4 0 24,0 0 1,0-1-1,0 0 0,0 0 0,0-1 0,0-1 0,-1 1 1,1-2-1,7-3-24,-3 0 25,-1 0 0,0-1 0,-1-1 0,0 0 0,-1-1 0,1 0 0,-2-1 1,0 0-1,0-1 0,-1 0 0,0 0 0,-1-1 0,0 0 0,-1 0 0,-1-1 0,0 0 1,-1 0-1,-1-1 0,0 1 0,1-8-25,-3 9 19,0-1 1,0 0 0,-2 1-1,0-1 1,0 0-1,-1 1 1,-1-1-1,0 1 1,-1-1-1,0 1 1,-1 0-1,0 0 1,-2 0 0,1 1-1,-1-1 1,-1 1-1,0 1 1,-1 0-1,0 0 1,-1 0-1,0 1 1,-8-7-20,14 14-117,-1 0-1,0 0 1,0 1 0,1-1-1,-1 1 1,-1 0 0,1 0 0,0 1-1,0-1 1,-1 1 0,1 0-1,-1 0 1,-2 0 117,-39-1-7100,46 2 7003,-33 0-13386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01.7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17036,'0'0'3080,"0"0"-1431,0 0 391,0 0-1072,169 101-416,-113-47-200,0 5-135,-3 7-97,-3-1-48,-7-11-32,-3-1-40,-14-14-48,-3-6-465,4-27-1415,-7-6-3265,-4 0-4897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02.0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503 1 18348,'0'0'2616,"0"0"-1695,0 0 687,0 0-600,-221 214-352,145-122-328,3-2-152,13-13-104,17-17-72,20-22-40,17-20-80,6-15-1232,63-12-840,9-30-761,8-2-3696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02.3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17652,'0'0'2256,"0"0"-881,0 0-136,0 0-323,0 0-188,29 20-314,7 7-322,5 2 48,2-2 1,31 16-141,-68-40 8,0 0-1,-1 1 1,1 0-1,0 0 1,-1 0-1,0 1 0,0 0 1,-1 0-1,1 0 1,-1 0-1,0 1 1,-1-1-1,1 1 0,-1 0 1,0 0-1,0 2-7,-1-2 23,-1-1 0,0 1 0,0 0 0,0 0 0,-1 0 0,0 0-1,0 0 1,-1-1 0,1 1 0,-1 0 0,-1 0 0,1-1 0,-1 1 0,0 0-1,0-1 1,0 0 0,-1 1 0,-2 3-23,-17 23 239,-2-1-1,0-1 1,-2-1-1,-1-1 1,-15 11-239,-54 57 2,91-91-152,-5 4 46,8-4-3420,2-8-1453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02.7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130 13 18636,'0'0'1935,"-6"29"-600,-20 121 1728,-5 115-3063,28-122 724,-4-727-366,3 569-1510,-6 17-1152,-10 22-4405,-2 13-6112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05.8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321 227 6025,'0'0'5739,"0"0"-3095,0 0-837,0 0-373,0 0-278,0-27-185,-2-86-207,2 109-657,0 0-1,-1 0 0,1 0 1,-1 0-1,0 0 0,0 0 0,0 0 1,-1 0-1,1 0 0,-1 1 1,0-1-1,0 1 0,0-1 1,-1 1-1,1 0 0,-1-1 0,0 1 1,0 0-107,0 1 130,0 0 1,0 0-1,0 1 0,0-1 1,0 1-1,0-1 1,-1 1-1,1 0 1,0 1-1,-1-1 1,1 0-1,-1 1 0,1 0 1,-3 0-131,4 0 15,0 0 0,0 1-1,0-1 1,0 1 0,0 0 0,0-1 0,0 1 0,0 0-1,0 0 1,0 1 0,0-1 0,1 0 0,-1 0-1,0 1 1,1-1 0,-1 1 0,1 0 0,0-1 0,-1 1-1,1 0 1,0 0 0,0-1 0,0 2-15,-22 52 4,20-46 14,-13 46 81,3 0 1,2 1 0,2 0-1,2 9-99,-8 231 947,14-252-808,2 536 950,4-536-1096,1 0-1,2 0 1,7 15 7,-15-59-40,0 1-1,-1-1 1,1 0 0,0 0 0,0 0 0,0 1 0,-1-1-1,1 0 1,0 0 0,0 0 0,-1 1 0,1-1-1,0 0 1,-1 0 0,1 0 0,0 0 0,-1 0 0,1 0-1,0 0 1,0 0 0,-1 0 0,1 0 0,0 0 0,-1 0-1,1 0 1,0 0 0,-1 0 0,1 0 0,0 0-1,-1 0 1,1 0 0,0 0 0,0 0 0,-1-1 0,1 1-1,0 0 1,0 0 0,-1 0 0,1 0 0,0-1-1,0 1 1,-1 0 0,1 0 0,0-1 0,0 1 0,0 0-1,0 0 1,-1-1 0,1 1 0,0 0 40,-21-14-1501,-25-19-4415,-9-3-3770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06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1 512 14371,'0'0'5825,"0"0"-3632,0 0-193,0 0-1128,0 0-440,175-56-271,-89 26-113,10-9-48,50-32-673,-24 8-2199,-13 4-6250</inkml:trace>
  <inkml:trace contextRef="#ctx0" brushRef="#br0" timeOffset="1">1175 1 16163,'0'0'2153,"0"0"319,-106 193-567,73-95-553,10 6-344,16-6-528,7-8-263,4-16-121,29-20-88,10-19-8,40-35-585,-11 0-2119,-6-14-4306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06.5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18516,'0'0'2504,"0"0"-1167,0 0 351,0 0-240,218 140-727,-145-87-433,-7-2-168,-10 0-120,-9-7 0,-11-5-8,-13-9-504,0-24-1073,-10-6-3208,-6 0-5089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06.9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497 200 19700,'0'0'2417,"0"0"-529,0 0-536,-222 235-199,143-134-449,9-5-392,11-16-104,23-20-136,12-22-72,18-20-8,6-18-184,0 0-584,56-48-865,7-8-2231,3-7-3210</inkml:trace>
  <inkml:trace contextRef="#ctx0" brushRef="#br0" timeOffset="1">689 1 16067,'0'0'2073,"0"0"727,0 0-903,116 241-345,-97-134-472,-12 6-359,-7-9-209,0-9-256,0-14-136,-13-13-88,3-17-32,3-18-1024,4-16-4410,3-17-8665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07.2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33 17900,'0'0'2400,"0"0"-1728,0 0-39,0 0-65,188-9-344,-115-3-224,-13 3-1000,-24 7-3393,-23 2-8946</inkml:trace>
  <inkml:trace contextRef="#ctx0" brushRef="#br0" timeOffset="1">136 372 14875,'0'0'2113,"0"0"-761,0 0 752,0 0-863,0 0-849,245-44-392,-155 11-1953,-14 0-5280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22.9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480 0 14579,'0'0'2742,"-39"10"-596,4-2-1664,6-2-168,-1 2 1,1 0 0,0 2-1,1 1 1,0 2 0,1 0-1,-20 14-314,29-15 120,0 1-1,1 1 0,1 0 0,0 1 0,-7 10-119,17-18 25,1 0 0,0-1-1,0 2 1,1-1 0,-1 1-1,2-1 1,-1 1 0,1 0-1,1 0 1,-1 1-1,1-1 1,1 0 0,-1 1-1,2-1 1,-1 1-25,1-6 6,0 0-1,1 0 1,-1 0-1,0 0 1,1 0 0,0-1-1,0 1 1,0 0 0,0 0-1,0-1 1,1 1 0,-1-1-1,1 1 1,-1-1-1,1 0 1,0 1 0,0-1-1,0 0 1,1 1-6,3 1 10,-1-1 0,0 1 1,1-1-1,0 0 0,0 0 0,0-1 1,0 0-1,0 0 0,1 0-10,18 3 32,1 0 0,0-2 0,0-1 0,5-2-32,-28 0 2,85 1-68,-87-1 64,-1 0 1,0 0 0,0 0 0,0 0-1,1 1 1,-1-1 0,0 0 0,0 0-1,0 0 1,0 1 0,1-1 0,-1 0-1,0 0 1,0 0 0,0 1-1,0-1 1,0 0 0,0 0 0,0 0-1,1 1 1,-1-1 0,0 0 0,0 0-1,0 1 1,0-1 0,0 0 0,0 0-1,0 1 1,0-1 0,0 0-1,0 0 1,-1 1 0,1-1 0,0 0-1,0 0 1,0 1 0,0-1 0,0 0-1,0 0 1,0 0 0,-1 1 0,1-1-1,0 0 1,0 0 0,0 0 0,0 0-1,-1 1 2,-7 12 6,-12 8 47,1 1 0,1 0 0,2 2-1,-3 4-52,12-15 70,0-1-1,1 1 1,1 0-1,0 1 1,1-1-1,0 1 1,1 0-1,1 0 0,-1 11-69,3-16 55,-1-3-11,0 1 0,1-1 0,0 1 0,0 0 0,1-1 0,0 1 0,0 0-44,0-6 7,0 1 1,-1 0-1,1 0 0,0 0 1,0 0-1,1-1 1,-1 1-1,0 0 0,0-1 1,1 1-1,-1-1 1,1 0-1,-1 1 1,1-1-1,0 0 0,-1 0 1,1 0-1,0 0 1,0 0-1,0 0 0,0-1 1,0 1-1,0-1 1,0 1-8,18 3-107,-1-2 0,0 0 1,1 0-1,-1-2 0,1 0 0,-1-2 1,1 0-1,-1-1 0,0-1 1,0-1-1,0 0 0,7-5 107,71-24-3914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23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149 45 8162,'0'0'9918,"-20"26"-6816,-66 91-1530,81-110-1425,0 0-1,0 0 1,1 1 0,0-1-1,0 1 1,1 0-1,0 0 1,1 0 0,0 1-1,0-1 1,0 0 0,1 1-1,1 0 1,-1-1-1,1 1 1,2 6-147,-2-11 29,0-1 0,0 0 0,1 0 1,0 1-1,0-1 0,0 0 0,0 0 0,0 0 0,0 0 0,1 0 0,0 0 1,-1 0-1,1-1 0,0 1 0,0-1 0,1 1 0,-1-1 0,1 1-29,2 1 28,0-1 0,0 0-1,0 0 1,0-1 0,0 0-1,1 0 1,-1 0 0,1 0-1,-1-1 1,3 1-28,16 1 65,0-1-1,1-1 1,-1-2 0,20-2-65,-37 3 18,11-2 2,-1-1 1,1 0-1,-1-1 0,0-1 1,0-1-1,0 0 1,-1-2-1,0 0 1,0 0-1,4-4-20,-13 7 15,0 0 0,0-1 0,-1 1 1,0-1-1,0-1 0,0 1 0,0-1 0,-1 0 0,-1 0 0,3-4-15,-5 6 24,1-1 1,-1 1-1,-1-1 0,1 1 1,-1-1-1,0 1 0,0-1 0,0 0 1,-1 0-1,0 1 0,0-1 1,-1 0-1,1 1 0,-1-1 0,0 0 1,-2-2-25,2 4 8,-1 0 0,1 0 0,-1 0 0,-1 0 0,1 0 0,0 1 0,-1-1 0,0 1 0,0 0 0,0 0 0,0 0 0,0 0 0,-1 0-8,1 1-28,0 0 1,1 0 0,-1 0 0,1-1-1,0 1 1,0-1 0,-1 1-1,2-1 1,-1 0 0,0 0-1,1 0 1,-1 0 0,1 0-1,0 0 1,0 0 0,0 0 0,0 0-1,0-1 1,1 1 0,0 0-1,-1-1 28,3-29-3310,3-3-6597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23.6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325 1 18516,'0'0'4361,"-179"95"-2713,100-27-472,19 13-431,53-7-425,17-6-248,73-11 24,30-18-96,16-19 0,6-17-120,-9-3-720,3-20-969,-33-10-3224,-33 0-6625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18.0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58 13539,'0'0'2351,"0"0"-217,0 0-104,35-10-903,116-30-590,-140 38-484,-1 0 0,1 0-1,-1 1 1,1 1 0,-1-1 0,1 2 0,-1 0 0,5 1-53,-11-2 23,1 1 1,-1 1 0,0-1 0,0 1 0,0-1 0,0 1 0,0 0 0,0 1 0,0-1 0,-1 1 0,1 0 0,-1-1 0,0 1 0,2 2-24,-1 1 44,0 1 0,-1 0 1,1 0-1,-1 0 1,-1 0-1,1 0 0,-1 1 1,0-1-1,-1 1 1,0-1-1,0 1 0,-1 0 1,0-1-1,0 1 1,0 0-1,-1-1 0,-1 5-44,-1 2 90,0 1-1,-1 0 1,-1-1 0,0 0-1,-1 0 1,0 0-1,-1 0 1,-1-1-1,0-1 1,-3 4-90,-22 27 222,-2-2-1,-9 7-221,29-32 30,-28 32 176,-3-2 1,-2-1 0,-41 28-207,71-64 1752,39-11-1252,204 14 499,-165-7-898,-36-3-242,0-2-1,1 0 1,-1-2-1,0 0 1,8-4 141,-11 2-1129,0-2 1,-1 0 0,14-8 1128,29-12-6443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18.4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1 129 18436,'0'0'3113,"0"0"-1361,0 0 8,0 0-1168,0 0-423,182-80-169,-77 59-505,-15 6-1935,-17 3-4218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18.7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0 14075,'0'0'1908,"0"0"402,0 0-57,0 0-754,0 0-598,0 0-187,27 1-75,-3-1-464,0 1 0,0 1 0,13 4-175,-35-6 14,0 1-1,-1 0 1,1-1-1,0 1 1,0 0 0,-1 0-1,1 0 1,-1 0 0,1 0-1,-1 0 1,1 0-1,-1 0 1,0 1 0,0-1-1,1 1 1,-1-1 0,0 1-1,0-1 1,0 1-1,-1-1 1,1 1 0,0 0-1,-1 0 1,1 0-14,1 41 205,-3-28-144,0-2-25,1-1-1,-2 0 0,0 0 0,0 1 0,-1-1 0,-1-1 0,0 1 0,0 0 0,-6 9-35,-7 9 87,-1-2-1,-19 24-86,14-22 63,3 1-1,-11 21-62,19-18 148,12-33-119,0-1-1,0 1 0,0 0 0,0 0 1,0-1-1,0 1 0,1 0 0,-1 0 1,0 0-1,0-1 0,1 1 0,-1 0 1,0-1-1,1 1 0,-1 0 0,1-1 1,-1 1-1,1 0 0,-1-1 0,1 1 1,-1-1-1,1 1 0,0-1 0,-1 1-28,5 0 130,-1 1 0,1-1 0,0 0-1,0 0 1,-1 0 0,1-1 0,0 0-1,0 0 1,0 0 0,1-1-130,11 1 14,37-3 397,-1-2 0,49-12-411,20-2 45,-111 17-254,1 0 1,0 0-1,-1-1 1,1-1-1,-1 0 0,0-1 1,5-2 208,41-28-6886,-17 6-7315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19.0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19492,'0'0'2825,"0"0"-1281,0 0 337,0 0-673,169 18-464,-103 23-280,-3 16-88,-13 11-208,-14 4-96,-13-4-72,-6-8 0,-7-16-344,3-29-576,-3-12-1217,-4-3-3768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19.4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474 0 18476,'0'0'4161,"0"0"-2401,0 0-936,0 0-376,0 0 65,-202 214-153,123-136-160,9-7-152,11-11-48,16-13-288,26-5-793,14-15-2743,3-12-3570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22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107 0 13827,'0'0'2031,"0"0"-56,0 0-687,-16 38-487,2-5-533,1-6-9,1 1 1,1 1-1,2 0 1,1 0-1,1 0 1,1 1 0,2 0-1,0 6-259,4-22 122,-2 9 137,1 0 0,2 0 0,0 0 0,3 11-259,-3-28 66,0-1 0,1 1 0,-1 0 0,1-1 0,0 0 0,1 1 0,-1-1 0,1 0 0,0 0 0,0 0 0,1-1 0,0 1 0,-1-1 0,1 0 0,1 0-1,-1 0 1,0 0 0,1-1 0,5 3-66,1-1 75,0 0 1,1-1-1,0 0 0,0-1 0,0 0 0,0-1 0,1 0 0,-1-1 0,1 0 0,-1-1 1,1-1-1,-1 0 0,0 0 0,1-1 0,-1-1 0,0 0 0,0-1 0,0 0 1,9-6-76,4-1 31,-2-1 1,0-1-1,0-1 1,-1-2 0,-1 0-1,0-1 1,-2-1 0,14-15-32,-23 23 11,-1 0 0,-1-1 0,0 0 0,0 0 0,-1 0 0,0-1 0,-1 0 0,0-1 0,-1 1 0,-1-1 0,0 0 0,0 0 0,-2-1 0,1 1 1,-2-1-1,0 1 0,0-2-11,-1 11 2,0 0 1,-1 0-1,1 0 1,-1 0-1,0 1 1,0-1 0,0 0-1,0 0 1,-1 1-1,1-1 1,-1 1-1,0-1 1,0 1-1,-1 0 1,1-1-1,0 1 1,-1 1 0,0-1-1,0 0-2,-3-2 3,0 1 0,0 0 0,0 0-1,-1 1 1,0 0 0,1 0 0,-1 0 0,0 1 0,0 0-1,-2 0-2,-10-2-18,0 1 0,0 1 0,-1 1 0,1 1 0,-1 1 0,1 0 0,-19 4 18,27-2-277,0 0 0,0 1 0,0 0-1,0 0 1,1 1 0,0 0-1,-1 1 1,2 0 0,-1 1 0,1 0-1,-3 3 278,-24 32-5562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1:24.7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374 0 9754,'0'0'1612,"0"0"-210,0 0 185,0 0-412,0 0-328,0 0 89,-19 14 454,-63 43 271,67-46-1244,1 0-1,-1 2 0,2-1 0,0 2 1,1 0-1,0 0 0,-7 12-416,1 5 399,1 0 0,-11 33-399,21-50 136,-10 29 14,1 1 0,2 0 0,2 1 0,3 1 0,1-1 0,2 1 0,2 11-150,2 16 285,3 0-1,4 0 1,2 0-1,8 17-284,40 327 1602,-2 286-1602,-49-268 76,-4-423-70,0-1 1,-1 1-1,-1-1 1,0 1-1,0-1 0,-4 8-6,6-17 6,-1 1-1,0-1 0,0 0 0,0 0 0,0 0 0,-1 0 0,1 0 1,0 0-1,-1-1 0,1 1 0,-1 0 0,0-1 0,0 1 1,0-1-1,1 1 0,-1-1 0,0 0 0,-1 0 0,1 0 0,0 0 1,0 0-1,0-1 0,-1 1 0,1-1 0,0 1 0,0-1 0,-1 0 1,1 0-1,0 0 0,-1 0 0,1 0 0,0 0 0,-1-1 0,-1 0-5,1 0 3,0 0-1,0 0 1,0-1-1,1 1 0,-1-1 1,0 1-1,1-1 1,-1 0-1,1 0 0,-1-1 1,1 1-1,0 0 1,0-1-1,0 1 1,0-1-1,1 0 0,-1 1 1,1-1-1,0 0 1,-1 0-1,1 0 0,0 0 1,0-2-3,-2-8 5,0 0 0,1 0 0,0 0 1,1 0-1,0-3-5,0-3-16,2 0-1,0 0 1,1 0 0,0 0 0,2 1-1,0-1 1,6-12 16,-7 22-7,1 0 1,0 0-1,1 0 0,0 0 0,0 1 1,1 0-1,0 0 0,1 0 0,-1 1 1,1 0-1,1 0 0,-1 1 1,1 0-1,0 0 0,4-1 7,-8 5-5,-1 0 0,0 0 0,0 0 0,1 1 1,-1-1-1,1 1 0,-1 0 0,1 0 0,0 1 0,-1-1 0,1 1 0,0-1 0,0 1 1,-1 0-1,1 1 0,0-1 0,-1 1 0,1-1 0,0 1 0,-1 0 0,1 0 1,-1 1-1,1-1 0,-1 1 0,0 0 0,1 0 0,-1 0 0,0 0 0,0 0 0,-1 1 1,1-1-1,0 1 0,-1 0 0,0 0 0,1 0 0,-1 1 5,9 13-3,-1 0-1,0 1 1,-2 0 0,0 1 0,-1 0-1,0 3 4,-5-16 4,23 76 3,-3 2-1,-4 0 1,-4 2 0,-3-1-1,-2 52-6,-7 89 140,-17 119-140,13-321 10,-3 32 15,3 0-1,2 0 1,2 1-1,8 36-24,-8-81 3,1-1 0,0 1 0,1-1 0,0 0 0,1 0 0,0 0 0,1-1 0,0 0 0,0 0 0,1 0 1,1-1-1,-1 0 0,2 0 0,-1-1 0,1 0 0,0-1 0,1 0 0,-1 0 0,2-1 0,-1 0 0,1-1 0,-1 0 0,1-1 0,1 0 0,-1-1 0,0 0 0,1 0 0,0-2 0,0 1 0,-1-1 0,7-1-3,269 0-2944,-219 0-3617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2:20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13139,'0'0'3855,"0"0"-1533,0 0-820,0 0-549,32-4-285,103-10-229,-126 14-389,0 0 1,0 0-1,-1 1 0,1 0 0,0 1 0,-1-1 1,1 2-1,-1-1 0,0 1 0,0 1 0,0 0 0,0 0 1,0 0-1,-1 1 0,0 0 0,0 0 0,0 1 1,-1 0-1,1 1-50,8 10 170,0 1 1,-2 1-1,0 0 1,-1 1-1,6 16-170,6 12 164,-3 2-1,-2 0 1,-2 1 0,4 28-164,1 21 185,7 92-185,-28-184-273,1 11 704,-4-16-1848,-4-9-2549,-11-15-1626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2:20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639 1 15139,'0'0'2633,"0"0"-737,0 0 9,-123 238-585,60-131-136,-6 3-216,0-6-288,-4-14-199,13-13-249,11-23-152,16-16-32,9-14-48,11-15-128,7-6-512,-14-3-1121,3 0-3360,-3 0-8098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2:21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0 14619,'0'0'4180,"0"0"-1959,0 0-778,0 0-566,0 0-417,0 0 49,-2 17 217,1-9-623,1 2-5,-1-1 1,-1 1 0,1 0 0,-2-1 0,1 0 0,-1 1 0,-1-1 0,1 0 0,-2 0-1,1-1 1,-1 1 0,-1-1-99,-37 46 864,-27 24-864,19-21 162,-10 17-162,48-56 13,0 0 1,1 2-1,1-1 0,1 1 1,1 1-1,-3 8-13,11-25-1,-1 1 1,1-1 0,0 1-1,0 0 1,0 0-1,0 0 1,1-1-1,0 1 1,0 0-1,1 4 1,-1-7 2,1 0 0,0-1 0,-1 1-1,1 0 1,0-1 0,0 1-1,0 0 1,0-1 0,0 1 0,0-1-1,1 0 1,-1 1 0,1-1-1,-1 0 1,0 0 0,1 0 0,0 0-1,-1 0 1,1 0 0,0 0-1,-1-1 1,1 1 0,0 0-1,0-1 1,0 0 0,1 1-2,31 4 45,0-2 0,0-1 0,0-1 0,25-4-45,15 1-185,-73 2 122,1 0 1,-1 0 0,0 0 0,0 0 0,0 0 0,1 1 0,-1-1-1,0 0 1,0 1 0,0-1 0,0 1 0,0-1 0,0 1 0,0-1 0,0 1-1,0 0 1,0-1 0,0 1 0,0 0 0,0 0 0,0 0 0,-1 0 0,1 0-1,0 0 1,-1 0 0,1 0 0,-1 0 0,1 0 0,-1 0 0,1 0 62,4 41-4850,-5-31 2611,0 27-7383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2:21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715 84 14387,'0'0'3098,"0"0"-449,0 0-549,0 0-881,0 0-727,0 0-327,-21 0-134,-135 9 167,-63 3 866,201-12-1030,5 1-49,1-1 0,0 0-1,0 0 1,0-1 0,0-1 0,0 0 0,0-1-1,1 0 1,-1 0 0,1-2 0,-1 1 0,-2-3 15,6 2-308,-50-30-3063,17 15-2747,5 5-3675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2:22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0 9738,'0'0'2297,"0"0"-685,0 0-196,0 0-432,-21 26-253,-65 88 241,80-104-769,1 0 0,0 0-1,0 1 1,1 0-1,0-1 1,1 1 0,1 0-1,0 1 1,0-1-1,1 0 1,0 1 0,1-1-1,1 1 1,-1-1-1,2 3-202,0 18 448,-2-27-399,0 0 0,0 0 1,1 0-1,0 0 0,0 0 1,0 0-1,1 0 0,-1 0 1,1 0-1,0 0 0,1-1 1,-1 1-1,1-1 0,0 0 1,0 0-1,0 0 0,1 0 1,-1 0-1,1-1 0,0 1-49,3 0 51,0 0-1,0 0 0,1 0 0,-1-1 0,1 0 0,0 0 0,-1-1 0,1 0 0,0-1 1,0 1-1,1-2 0,2 1-50,1-1 85,-1 1 0,0-2-1,1 0 1,-1 0 0,1-1 0,-1-1 0,0 0-1,0 0 1,0-1 0,-1 0 0,1-1 0,6-4-85,-10 5 39,0-1 1,-1 1-1,0-1 1,0-1-1,0 1 1,0-1 0,-1 0-1,0 0 1,0 0-1,-1-1 1,1 0-1,-2 0 1,1 0-1,-1 0 1,0 0-1,0-1 1,-1 1 0,1-7-40,-1 5 44,-1 1 1,0-1 0,-1 1 0,0-1 0,-1 0 0,1 1-1,-1-1 1,-1 1 0,0-1 0,0 1 0,-1 0-1,0 0 1,0 0 0,-1 0 0,0 1 0,-2-3-45,0 0 27,-1 1 0,0 1 0,-1-1 0,1 1 0,-2 1 0,1-1 0,-1 1 0,0 1 0,-1 0 0,1 0 0,-1 0 0,-5 0-27,14 5-40,-1 0-1,1 0 1,-1 0-1,0 0 1,1 1-1,-1-1 1,0 0-1,0 1 1,0 0 0,1-1-1,-1 1 1,0 0-1,0 0 1,0 0-1,0 0 1,0 0-1,1 1 1,-1-1-1,0 0 1,0 1-1,1-1 1,-1 1 0,0 0-1,0 0 1,1-1-1,-1 1 1,1 0-1,-1 1 41,0 1-397,-1 0 0,1 0 0,0 1 0,1-1 0,-1 1 0,0-1 0,1 1 0,0 0 0,0 0 0,0-1 0,0 1 0,1 1 397,-5 28-6320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2:22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0 18188,'0'0'2475,"0"0"-1277,0 0-303,0 0-333,0 0-342,0 0-136,-32 29 31,-106 96 226,75-69 721,3 3 0,-45 57-1062,100-109 32,0-1 0,0 0 0,1 1 1,-1 0-1,1 0 0,1 0 0,0 1 1,0-1-1,0 1 0,1 0 0,0 0 1,0 0-1,1 0 0,0 0 0,1 0 1,0 6-33,0-13 1,0 0 0,1-1 0,-1 1 0,0-1 1,1 1-1,-1-1 0,1 1 0,-1-1 0,1 1 0,-1-1 1,1 1-1,-1-1 0,1 0 0,-1 1 0,1-1 0,-1 0 1,1 1-1,0-1 0,-1 0 0,1 0 0,0 0 0,-1 0 1,1 1-1,0-1 0,-1 0 0,1 0 0,0 0 1,-1 0-1,1-1-1,27 2 65,-22-1-38,303 0-205,-303 0-128,0 0 0,-1 0 0,1 1 0,0 0 1,-1 0-1,1 0 0,-1 1 0,1 0 0,-1 0 1,0 0-1,0 1 0,3 1 306,-1 1-1193,-1 0 0,0 1 0,1 0-1,-2 0 1,1 0 0,-1 1 0,0 0 0,0 1 1193,16 24-8362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2:22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626 1 9434,'0'0'2810,"0"0"-776,0 0-41,0 0-121,0 0-180,-34 13-176,-112 44-266,94-40-201,0-2-1,-41 6-1048,5-2 565,-72 15-1826,162-35 669,0 0 0,0 0 0,0 1 0,0-1 0,0 0 0,0-1 0,0 1 0,0 0 0,0 0 0,0-1 0,1-1 592,3-1-2093,29-19-8471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2:23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13395,'0'0'2955,"0"0"-90,0 0-545,0 0-1210,0 0-554,0 0 312,7 37 210,2 8-759,2 3 76,-3 0-1,-1 0 1,-1 40-395,-4 255 547,-3-189-530,-1-142-846,0-8-2162,0-1-2647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2:23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4977,'0'0'10098,"0"0"-7889,0 0-897,0 0-32,0 0-576,231-27-488,-158 15-168,-10 0-40,-4 0-8,-9 3-104,3 0-1288,-13 0-1080,-11 4-5410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16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8 382 12643,'0'0'2017,"0"0"-334,-2 26 577,-3 87-767,5-108-1416,0 1-1,0 0 0,1 0 1,-1 0-1,1-1 1,1 1-1,-1 0 0,1-1 1,0 1-1,0-1 1,0 0-1,1 0 0,0 0 1,0 0-1,0 0 0,4 4-76,-3-6 58,0 0-1,0 1 0,0-1 0,0 0 0,1-1 0,-1 1 1,1-1-1,0 0 0,0 0 0,0-1 0,0 1 0,0-1 0,0 0 1,0 0-1,3-1-57,2 1 96,1-1 0,0-1 0,-1 0 0,1 0 0,-1-1 0,1 0 0,-1-1 0,0 0 0,0-1 0,0 0 0,0 0 0,-1-1 0,0-1 0,0 1 0,4-5-96,-3 2 146,0-1 0,-1-1 0,0 0 0,-1 0 0,0-1 0,-1 0 1,0 0-1,0-1 0,-1 0 0,-1 0 0,0-1-146,-3 8 58,0-1-1,0 1 1,-1-1-1,0 0 1,0 0 0,0 0-1,-1 0 1,0 0-1,0 0 1,-1 0 0,1 0-1,-1 0 1,0 1-1,-1-1 1,0 0 0,1 1-1,-2-1 1,1 1-1,-1-1 1,0 1 0,0 0-1,0 0 1,-1 0-1,1 1 1,-3-3-58,-50-41 103,43 38-227,1 0 0,0-1-1,0 0 1,1-1 0,0 0-1,1-1 1,-6-10 124,8 8-1016,1-1 0,0 0 0,2 0-1,-1 0 1,2-1 0,-1-5 1016,0-34-6196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16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20 8650,'0'0'2192,"0"0"-407,0 0 28,0 0-530,0 0-290,0-1-531,0 0 0,0 0 0,0 0 1,0 0-1,0-1 0,-1 1 1,1 0-1,0 0 0,-1 0 1,1 0-1,-1 0 0,1 0 0,-1 1 1,0-1-1,1 0 0,-1 0 1,0 0-463,-11 1 360,9-1-328,0 1 0,0 0 0,1-1 0,-1 1 0,0 0 0,0 1 0,1-1 0,-1 0 0,0 1 0,0-1 0,1 1 0,-1 0 0,1 0 0,-1 0 0,1 0 0,-1 1 0,1-1 0,-1 1 0,1-1 0,0 1 0,0 0 0,0 0 0,0 0 0,0 0 0,0 0 0,1 0 0,-1 0 0,0 2-32,-6 11 31,0 0 1,1 1-1,1 0 1,1 0 0,0 0-1,1 1 1,0 0-1,2 0 1,0 0-1,0 6-31,1 39 152,2 0 0,5 12-152,-6-72 2,13 115 212,7 10-214,7 55 57,-8 29 559,-9 0 0,-13 115-616,1-302 103,0 1 0,-2-1-1,-1 0 1,0 0 0,-2 0-1,-1-1 1,-8 17-103,16-39 7,-1 0 1,1 1-1,-1-1 0,1 0 0,-1 0 1,0 0-1,0 0 0,1 0 1,-1 0-1,0 0 0,0 0 0,0 0 1,0 0-1,0 0 0,0 0 0,0-1 1,-1 1-1,1 0 0,0-1 1,0 1-1,0-1 0,-1 1 0,1-1 1,0 0-1,-1 1 0,1-1 1,0 0-1,-1 0 0,1 0 0,0 0 1,-1 0-1,1 0 0,0-1 0,-1 1 1,1 0-1,0-1 0,0 1 1,-1-1-1,1 1 0,0-1 0,0 0 1,0 1-1,-1-1 0,1 0 0,0 0 1,0 0-1,0 0 0,0 0-7,-9-8-63,0 0 0,1-1 0,0 0 1,-7-9 62,8 8-219,7 10 153,-26-25-973,2 20-3948,14 6-3183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17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143 356 7666,'0'0'4570,"0"0"-2190,0 0-761,0 0-664,0 0-400,0 0 89,0-24 315,0-186 2690,-11 152-2279,5 32 254,7 49-1587,0-1-1,2 0 1,1 1 0,0-2-1,2 1 1,4 13-37,-9-34 47,-1-1 46,0-17 608,-1 0-649,0 0 0,-1 1 0,-1-1-1,0 1 1,-1 0 0,-1 0 0,-1 0-1,0 1 1,-1-1 0,-7-11-52,14 27 0,-1 0 1,1 0-1,0 0 1,0 0-1,0 1 1,0-1-1,0 0 0,0 0 1,0 0-1,0 0 1,0 0-1,0 0 1,-1 0-1,1 0 1,0 1-1,0-1 0,0 0 1,0 0-1,0 0 1,0 0-1,0 0 1,-1 0-1,1 0 1,0 0-1,0 0 0,0 0 1,0 0-1,0 0 1,-1 0-1,1 0 1,0 0-1,0 0 1,0 0-1,0 0 0,0 0 1,-1 0-1,1 0 1,0 0-1,0 0 1,0 0-1,0 0 1,0 0-1,0 0 0,-1 0 1,1-1-1,0 1 1,0 0-1,0 0 1,0 0-1,0 0 1,0 0-2,0 15-49,9 27 50,1 0-1,3 0 1,3 5 0,20 64 17,-28-79-9,-2-1 0,0 1 0,-3 0 0,1 31-8,-5-60-3,1-1 1,-1 1 0,0-1-1,0 1 1,0-1-1,0 1 1,0-1 0,0 0-1,-1 1 1,1-1-1,-1 0 1,0 0 0,0 0-1,1 0 1,-1-1-1,0 1 1,-1 0-1,1-1 1,0 1 0,0-1-1,-1 0 1,1 0-1,-1 0 1,1 0 0,-2 0 2,-70 21-74,67-20 72,-8 0-3,1 0 0,-1 0 0,0-2 0,-8 0 5,71 2-172,-24 0 175,1-2-1,-1 0 1,14-3-3,57-15-2,-62 10-1269,0 2 1,1 1-1,33-1 1271,-40 9-4999,-9 9-2368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18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67 159 13915,'0'0'2118,"0"0"-314,0 0-6,0 0-911,0 0-499,23-26-191,77-75-59,-97 97-120,0 1 1,0 1 0,0-1 0,1 0-1,-1 1 1,1 0 0,0 0 0,0 0-1,0 0 1,0 0 0,0 1 0,0 0-1,4-1-18,-6 2 9,0 0 0,-1 0 0,1 0 0,0 0 0,-1 1 0,1-1 0,0 0 0,0 1 0,-1 0 0,1-1 0,-1 1 0,1 0 0,-1 0 0,1 0 0,-1 0 0,1 0 0,-1 0 0,0 0 0,0 0 0,1 0 0,0 2-9,2 3 42,-1 1 1,1 0-1,-1 0 0,0 0 0,0 0 0,-1 0 1,0 1-1,-1-1 0,1 4-42,-2-10 8,6 36 132,-2 1-1,-2 0 1,-1 0 0,-2 0 0,-2 0 0,-1 1-140,0-19 116,-1 0 1,-1 0-1,-1 0 1,0-1 0,-2 0-1,0-1 1,-1 0 0,-11 16-117,11-19 97,-1 0 0,0 0 0,-1-2 0,-1 1 0,0-2 0,-1 1 1,0-2-1,-1 0 0,0-1 0,-3 1-97,16-9 37,0-1 0,0 0 1,0 0-1,-1 0 0,1 0 0,0 0 0,0 0 1,-1-1-1,1 1 0,0-1 0,-1 0 0,1 1 1,0-1-1,-1 0 0,1 0 0,0-1 0,-1 1 1,1 0-1,-1-1 0,1 1 0,0-1 1,0 0-1,-1 0 0,1 0 0,0 0 0,0 0 1,0 0-1,-1-2-37,0 0 59,1 0 1,0 0 0,0 0 0,0 0-1,0 0 1,1 0 0,-1-1-1,1 1 1,0-1 0,0 1-1,0-1 1,1 1 0,-1-1-1,1 0 1,-1 1 0,1-1-1,1-1-59,-1 4 8,1-1-1,0 0 0,0 1 0,0-1 0,0 1 1,0-1-1,0 1 0,0 0 0,1-1 0,-1 1 1,1 0-1,-1 0 0,0 0 0,1 0 0,0 0 0,-1 0 1,1 0-1,0 1 0,-1-1 0,1 1 0,0-1 1,0 1-1,-1-1 0,1 1 0,0 0 0,1 0-7,54-6 59,-43 4-55,0 2 1,1 0-1,-1 1 1,1 1-1,6 1-4,-16-1 1,1 0 0,-1 0-1,1 0 1,-1 1 0,0-1-1,0 1 1,0 1 0,0-1-1,0 1 1,-1-1 0,0 1-1,0 1 1,0-1 0,3 4-1,-4-5-118,0 0-1,0 0 1,0-1 0,0 1 0,1-1-1,-1 0 1,1 0 0,0 0 0,-1 0-1,1 0 1,0-1 0,0 0 0,0 0-1,0 0 1,1 0 0,-1-1 0,3 1 118,8-1-1721,1 0 0,0-1 1,13-2 1720,18-8-5101,-4-5-3351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18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 9514,'0'0'2072,"0"0"297,-26 229 144,23-116-1169,3-3-192,0-12-392,26-12-440,20-17-128,11-13-112,9-11-80,3-12-320,37-4-1096,-20-8-1465,-10-9-7569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18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13883,'0'0'2641,"0"0"-1521,0 0 632,0 0-1216,0 0-368,0 0-168,0 0-616,205-18-1296,-172 12-4842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19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13659,'0'0'2514,"0"0"-797,0 0-584,0 0-666,30 1-294,1-1-130,0 2-1,30 5-42,-58-6 10,0 0-1,0 0 1,1 1-1,-1-1 0,0 1 1,0 0-1,0 0 1,0 0-1,-1 0 1,1 0-1,-1 1 1,1-1-1,-1 1 0,0-1 1,0 1-1,0 0 1,0 0-1,0 0 1,0 0-1,-1 0 0,0 1 1,0-1-1,0 0 1,0 1-1,0-1 1,-1 0-1,1 1 1,-1-1-1,0 1 0,0-1 1,0 3-10,1 4 59,1 7 66,-1 1-1,0-1 1,-1 0-1,-1 1 1,-1-1 0,0 1-1,-1-1 1,-1 0-1,-1-1 1,0 1-1,-1-1 1,-1 0-1,-1 0 1,0 0 0,-1-1-1,0-1 1,-1 1-1,-1-2 1,0 1-1,-1-2 1,-1 1-1,0-2 1,-5 4-125,7-3 1262,24-13 566,9-3-2071,58 0 515,35 5-272,-37-1-293,-74-1-32,0 0 0,0 0 1,0-1-1,0 0 0,0 0 1,0 0-1,-1 0 0,1 0 1,-1-1-1,1 0 0,-1 1 0,0-1 1,0-1-1,0 1 0,-1 0 1,1-1-1,-1 1 0,0-1 1,1 0 324,20-34-7003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19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17820,'0'0'2144,"0"0"17,0 0-889,0 0-912,0 0-224,215 12 80,-152 24 88,-10 3 72,-10 2-200,-7 1-104,-13-6-56,-3-3 32,-7-10-48,0-11-656,-3-6-1536,-3-6-3561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19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1 15955,'0'0'4993,"0"0"-4280,0 0 663,0 0-360,-175 181-360,118-106-272,8-10-88,6-5-160,6-19-88,17-14-48,7-9 8,7-9-8,2-3-184,4 3-488,0-3-608,0 3-1080,17-6-2394,6-3-5448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20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 13539,'0'0'2784,"0"0"1025,37 205-2016,-27-101-449,-10 6-408,0-6-448,-7-5-208,-23-16-200,0-15 8,4-14-88,-10-13-752,9-14-1696,4-12-3362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33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13835,'0'0'3887,"0"0"-1361,0 0-663,0 0-729,0 0-442,7 5-42,5-4-558,0 0 0,0-1 1,0 0-1,0-1 0,0 0 1,0-1-1,0 0 0,5-2-92,0 0-583,1 1 0,0 0 0,10 1 583,-27 4-4546,-4 7 337,-14 7-4219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34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11282,'0'0'1761,"0"0"-249,0 0 280,0 0-1215,0 0-385,208-23-192,-168 20-865,-7 3-3223,-13 0-5282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43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7346,'0'0'4641,"0"0"-2041,0 0-255,0 0-193,0 0-240,0 0-807,0 0-185,93-3 0,-54-5-264,4-4-344,-3 3-168,3-3-88,-6 6-56,-8 0-304,-6 3-680,-16 3-784,-7 0-1289,0 0-2872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43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11931,'0'0'2520,"0"0"-447,0 0 671,0 0-1080,0 0-783,0 0-441,199 0-208,-150-8-136,-2-1-96,-8 6-136,1 0-1409,-10 3-2815,-7-3-5355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45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13419,'0'0'1935,"0"0"-272,0 0 29,0 0-863,0 0-440,0 0 26,18-21 61,62-63 19,-78 82-462,0-1 1,1 1 0,-1-1 0,1 1 0,-1 0 0,1 0 0,0 0 0,0 0-1,0 1 1,0-1 0,0 1 0,1 0 0,-1 0 0,0 0 0,0 0 0,1 1-1,-1-1 1,1 1 0,-1 0 0,0 0 0,1 0 0,-1 0 0,1 1 0,-1-1 0,2 1-34,7 1 61,-9-1-50,0 0 0,0 0 0,0 0 0,0 1 1,0-1-1,0 1 0,0 0 0,-1-1 0,1 1 1,0 0-1,-1 1 0,0-1 0,1 0 0,-1 1 0,0-1 1,0 1-1,-1 0 0,1-1 0,0 1 0,-1 0 1,0 0-1,0 0 0,1 1-11,3 9 92,-1 1 1,0 0-1,-1 0 1,1 10-93,-1 3 104,-1 0 1,-1-1 0,-1 1-1,-2 0 1,-1 0-1,0-1 1,-2 1 0,-2-1-1,0-1 1,-1 1 0,-2-1-1,0 0 1,-2-1 0,-1-1-1,0 0 1,-2 0 0,-1-1-1,0-1 1,-3 0-105,19-20 18,-1 0-1,1-1 1,0 1-1,-1 0 1,1-1 0,-1 1-1,0-1 1,1 1 0,-1-1-1,1 1 1,-1-1-1,0 1 1,1-1 0,-1 1-1,0-1 1,0 0 0,1 1-1,-1-1 1,0 0-1,0 0 1,0 0 0,1 0-1,-1 1 1,0-1 0,0 0-1,0-1-17,0 1 18,1-1 0,-1 1 0,1-1-1,-1 0 1,1 1 0,-1-1 0,1 0 0,0 1 0,-1-1-1,1 0 1,0 0 0,-1 1 0,1-1 0,0 0-1,0 0 1,0 0 0,0 1 0,0-1 0,0 0-1,0-1-17,0-1 32,0 0 0,0-1 0,0 1 0,1-1 0,-1 1-1,1 0 1,0-1 0,0 1 0,0 0 0,1 0-1,-1 0 1,1-1-32,2 1 11,1-1-1,0 1 1,0 1 0,0-1-1,0 1 1,0-1-1,0 1 1,1 1-1,-1-1 1,1 1 0,-1 0-1,2 0-10,72-6 10,-72 6-5,8 1-29,-1 0 1,0 1 0,1 1-1,-1 0 1,0 0 0,0 2-1,0 0 1,9 4 23,-13-6-436,0 1-1,0-2 1,0 1-1,0-1 1,0-1 0,0 0-1,0 0 1,0-1 436,21 0-2833,10 1-2267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45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13171,'0'0'2268,"0"0"-695,0 0-289,0 0 104,0 0-25,30 32-257,95 109-151,-101-113-587,-2 1 0,-1 0 0,11 25-368,14 18 128,-34-56-762,19 27 1711,-14-27-4223,0-9-5715,-13-7 774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45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0 12779,'0'0'2384,"0"0"-639,0 0-161,0 0-1064,0 0 600,-129 173 33,86-87-185,-3 0-152,6-8-320,13-16-312,14-14-88,13-21-96,0-16-328,27-11-1008,9-6-449,-3-17-2752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4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14307,'0'0'2273,"0"0"-1497,0 0 1288,0 0-1392,0 0-456,0 0-152,0 0-56,202-27 40,-162 18-48,13-9-1056,-14 3-1872,-9 0-9787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46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11947,'0'0'2519,"0"0"147,0 0 480,0 0-1411,0 0-1074,0 0-438,26 1-115,-6 0-77,-12-2-16,1 0-1,-1 1 1,0 0 0,0 1 0,1 0-1,-1 0 1,0 1 0,0 0-1,0 0 1,0 1 0,-1 0 0,1 0-1,-1 1 1,1 0 0,-1 0-1,0 1 1,-1 0 0,1 0 0,1 3-15,11 16 115,-1 2 1,-1 0-1,-1 1 1,-2 1 0,0 1-1,-2-1 1,-1 2-1,-2 0 1,4 18-116,-2-24-59,-11-23-10,0-1 0,1 0 0,-1 1 0,0-1 0,1 0 0,-1 1 0,1-1 0,-1 0 0,0 0 0,1 1 0,-1-1 0,1 0 0,-1 0 0,0 0 1,1 0-1,-1 1 0,1-1 0,-1 0 0,1 0 0,-1 0 0,1 0 0,-1 0 0,1 0 0,-1 0 0,1 0 0,-1-1 0,0 1 0,1 0 0,-1 0 69,2-1-482,0-1 0,0 0-1,0 0 1,0 0 0,-1 0 0,1 0-1,-1 0 1,1 0 0,-1 0-1,0 0 1,0-1 0,0 1-1,0 0 1,0-1 0,0 1-1,-1-1 483,11-34-11507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46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0 16428,'0'0'3144,"0"0"-2184,0 0 905,0 0-969,-89 173-200,52-102-336,-2 0 56,-1-2-216,7-13-136,6-11-64,14-15-64,7-12-696,6-12-752,0-6-457,16 0-439,4-15-2305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47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12083,'0'0'2087,"0"0"-598,0 0-246,0 0-664,0 0-343,0 0 127,16 17 453,-16-17-816,13 14 219,-1 0 1,0 1-1,-1 0 1,1 4-220,-11-17 35,0 1 0,0 0 0,0 0 0,-1 0 0,1-1 0,-1 1 0,1 0 0,-1 0 0,0 0 0,-1 0 0,1 0 0,0 0 0,-1 0 0,1-1 0,-1 1 0,0 0 0,0 0 0,0-1 0,-1 3-35,-32 47 388,21-33-236,11-16-88,-4 5 98,1-1 1,1 1 0,-1 0 0,1 0-1,1 0 1,-1 1 0,2-1 0,-1 1-1,1 0 1,0 0 0,1 0-163,13-8 2060,2-1-1753,0-2 0,-1 0 0,1-1 0,-1 0 0,0-1 0,0 0 0,6-3-307,-11 4-36,0 1-1,1 0 1,-1 1 0,1 0 0,0 1 0,-1-1 0,1 2 0,0-1-1,6 2 37,-14-1-314,-1 1-1,1-1 0,0 0 0,-1 0 0,1 1 0,-1-1 0,1 1 0,-1-1 1,0 0-1,0 1 0,1-1 0,-1 1 0,0-1 0,0 1 0,0-1 1,-1 0-1,1 1 0,0-1 0,-1 1 315,1 1-2046,0 7-4167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48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10266,'0'0'2938,"0"0"-596,0 0-62,0 0-734,0 0-595,0 0-284,17-13-292,-17 13-375,13-11 36,-1 2 0,2 0 0,-1 0 0,9-3-36,-21 12 1,0 0 0,0 0 0,1-1 0,-1 1 0,0 0 0,0 0 0,0 0 0,0 0 0,1 0 0,-1 1 0,0-1 0,0 0 0,0 0 0,0 1 0,0-1 0,0 1 0,0-1 0,0 1 1,0-1-1,0 1 0,0 0 0,0-1 0,0 1 0,0 0 0,0 0 0,0 0 0,-1 0 0,1-1 0,0 1 0,-1 0 0,1 0 0,-1 0 0,1 1 0,-1-1 0,1 0 0,-1 0-1,14 47 13,-12-38-5,12 59 474,3 71-482,6 31 591,-23-169-592,0 1 1,1 0-1,0-1 1,-1 1-1,1-1 1,0 1 0,0-1-1,0 1 1,1-1-1,-1 0 1,0 1-1,1-1 1,1 2 0,-2-4-19,-1 0 1,0 0-1,1 1 1,-1-1-1,0 0 0,1 0 1,-1 0-1,1 0 1,-1 0-1,0 0 0,1 0 1,-1 0-1,0 0 1,1 0-1,-1 0 0,1 0 1,-1 0-1,0 0 1,1 0-1,-1 0 0,0 0 1,1 0-1,-1-1 0,0 1 1,1 0-1,-1 0 1,0 0-1,1-1 0,-1 1 1,1 0 18,11-20-1516,2-14-2464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48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0 16363,'0'0'1929,"0"0"-729,0 0 481,-115 188-753,65-105-224,4 0-368,6-11-240,14-13-64,6-14-32,10-18-496,10-16-792,0-11-1377,20-11 192,6-16-4464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49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13203,'0'0'2240,"0"0"-1151,0 0 1303,0 0-1344,0 0-704,195 3-344,-155-6-640,-14 0-1152,-9 1-1177,-10-1-2624,-4 0-1449</inkml:trace>
  <inkml:trace contextRef="#ctx0" brushRef="#br0" timeOffset="1">169 253 15779,'0'0'2697,"0"0"-537,0 0-567,0 0-1105,0 0-488,198-44-656,-135 8-1153,-13 6-2144,-7-2-4920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49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39 13987,'0'0'1896,"0"0"-123,0 0 471,0 27-782,2 86-455,-2-110-943,1 0 0,-1 0 0,0 0 1,1 0-1,-1-1 0,1 1 0,0 0 1,0 0-1,0-1 0,0 1 0,1-1 1,-1 1-1,1-1 0,0 0 0,-1 1 0,1-1 1,0 0-1,0 0 0,0 0 0,0 0 1,1-1-1,-1 1 0,1-1 0,-1 1 0,1-1 1,-1 0-1,1 0 0,-1 0 0,1 0 1,0 0-1,0-1 0,0 1 0,-1-1 0,1 0 1,0 0-1,0 0 0,0 0-64,4 0 73,0-1 0,0 1 1,0-1-1,-1-1 0,1 1 0,0-1 0,-1-1 0,0 1 0,1-1 1,-1 0-1,0 0 0,3-3-73,-4 0 9,1 0 0,-1 0 0,0 0 0,0-1 0,0 0 0,-1 0 0,0 0 0,-1-1 0,0 1 0,0-1-1,0 0 1,-1 0 0,0 0 0,-1 0 0,0 0 0,0 0 0,0 0 0,-1-1 0,-1 1 0,1 0 0,-1 0 0,-1-3-9,1 8-4,0 1 0,-1-1-1,1 1 1,-1 0 0,1-1 0,-1 1-1,0 0 1,0 0 0,0 0 0,0 0 0,0 0-1,0 0 1,0 1 0,-1-1 0,1 1-1,0 0 1,-1-1 0,0 1 0,1 0-1,-1 0 1,1 1 0,-1-1 0,0 1-1,0-1 1,0 1 0,1 0 0,-3 0 4,-5-1-120,-1 1 0,0 0 0,1 0-1,-1 1 1,1 1 0,-1 0 0,-3 1 120,-11 7-1181,0 1 0,1 1 0,0 1-1,-18 15 1182,-19 11-4897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47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12875,'0'0'2380,"0"0"-238,0 0 55,0 0-1007,0 0-625,0 0 87,8 20 373,126 295 2092,-113-257-2703,-3 1 0,-3 0 0,0 14-414,24 187 728,-18-100-548,20 131 386,-13 1 1,-10 137-567,-20-322 94,0-10-16,6 23-78,3-98-28,-3-19-1526,-2-14-2921,-2 5-2078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50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10778,'0'0'4425,"0"0"-2328,0 0 559,0 0-1383,0 0-481,198-9-128,-142 36-184,1 3-280,-11-7-112,-10 1-80,-9-6-8,-11-3-424,-12 0-1008,-4-3-2809,0-6-2553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50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0 16628,'0'0'4384,"0"0"-3711,0 0 271,0 0-480,-80 188 64,51-114-240,2-6-184,7-14-104,7-12-376,13-27-1208,0-10-2465,3-5-1840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50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15131,'0'0'4409,"0"0"-3081,0 0-263,0 0-721,0 0-344,0 0-96,202-36-584,-169 24-1393,-7 3-2192</inkml:trace>
  <inkml:trace contextRef="#ctx0" brushRef="#br0" timeOffset="1">152 271 14667,'0'0'3001,"0"0"-761,0 0-1136,0 0-1104,0 0-584,189-104-1328,-146 80-641,-7 9-6897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51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17268,'0'0'3841,"0"0"-1905,0 0-168,0 0-1240,0 0-336,0 0 185,0 0 39,33 146-224,-33-95-176,0-4-16,0 13-664,-4-13-1505,-6-8-3552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51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13139,'0'0'2800,"0"0"-327,0 0-257,0 0-791,0 0-529,0 0-240,0 0-200,162 3-264,-119-6-192,0-2-96,-7-4-968,-9 9-1753,-11 0-2024,-12 3-6057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52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4049,'0'0'10162,"0"0"-9050,0 0 601,0 0-681,0 0-1032,208 42-176,-118-63-1929,-11-6-7017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53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12411,'0'0'2377,"0"0"-659,0 0-99,0 0-803,0 0-532,0 0-162,30-19-64,93-56-36,-119 72-20,0 1 0,0 0 0,0 1 0,1-1 0,-1 1 0,0-1 0,1 1 1,3 0-3,-7 1 1,1 0 1,-1 0 0,1 0 0,-1 0 0,0 0 0,0 0 0,1 1 0,-1-1 0,0 0 0,1 1 0,-1-1 0,0 1 0,0 0 0,0-1 0,1 1 0,-1 0 0,0 0 0,0 0-2,1 1 6,0 1 1,0 0 0,-1 0 0,1-1-1,-1 1 1,0 0 0,1 1 0,-1-1-1,-1 0 1,1 0 0,0 0-1,-1 1 1,0 0-7,2 5 18,2 9 88,-2 0 0,0-1 0,0 1 0,-2 0 0,0 0 1,-2 0-1,1 0 0,-2 0 0,-1-1 0,0 1 0,-1-1 0,-1 0 0,0 0 0,-1-1 0,-1 0 0,-1 0 0,-1 1-106,-7 10 170,-1-1 0,-2-1-1,0-1 1,-2-1-1,-16 14-169,37-37 199,1 0 21,1-1-194,-1 0-1,1 0 0,-1 0 1,1 0-1,-1 1 0,1-1 1,-1 0-1,1 0 0,0 0 1,0 0-1,0 1 0,-1-1 1,1 0-1,0 1 0,0-1 1,0 0-1,0 1 0,0-1 1,0 1-26,22-6 110,0 0 0,0 2 0,0 1 0,0 1 0,1 0 0,-1 2 0,9 1-110,43-2 498,-62 0-678,1 0 0,0-2 0,-1 0 1,1 0-1,-1-1 0,0-1 180,46-20-6017,-19 4-3065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53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27 4929,'0'0'7716,"0"0"-4634,0 0-1199,0 0-692,0 0-740,0 0-310,10-5-53,21-12 61,-27 12-12,-24 13 91,-166 68 2298,171-66-2103,27-10 16,26-8-140,-3-7-235,-27 10-55,1 1 1,1 0 0,-1 0 0,0 1 0,1 1 0,0-1 0,0 2 0,-1-1-1,9 1-9,-16 1-85,-12 0-1113,-33 0-2936,23 0-2080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54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109 257 10162,'0'0'3148,"0"0"-195,0 0 237,0 0-1444,0 0-675,0 0-243,0-24-166,0-198 1842,1 211-2208,3 14-130,8 32-97,9 55-113,42 261-24,-61-345-146,-1-1 0,0 1 1,-1-1-1,0 1 0,1 0 0,-2-1 0,1 1 0,-1 3 214,0-7-128,1-1 0,-1 1-1,0 0 1,1-1 0,-1 1 0,0 0-1,0-1 1,0 1 0,0-1-1,-1 0 1,1 1 0,0-1-1,-1 0 1,1 0 0,0 0 0,-1 0-1,0 0 1,1 0 0,-1 0-1,1 0 1,-1-1 0,0 1 0,0-1-1,1 1 1,-1-1 0,0 0 128,-61 13-2673,33-8 2581,0 2 0,-21 8 92,51-15 48,0 0-1,0 0 1,0 0-1,0 0 1,0 0-1,0 0 1,0 0-1,0 0 1,0 1-1,0-1 1,0 0-1,0 0 1,1 0-1,-1 0 1,0 0-1,0 0 1,0 0-1,0 1 1,0-1-1,0 0 1,0 0-1,0 0 1,0 0-1,0 0 1,0 0-1,0 1 1,0-1-1,0 0 1,-1 0-1,1 0 1,0 0-1,0 0 1,0 0-1,0 0 1,0 1-1,0-1 1,0 0-1,0 0 1,0 0-1,0 0 1,0 0-1,0 0 1,-1 0-1,1 0 1,0 0-1,0 0 1,0 0-1,0 0 1,0 1-1,0-1 1,0 0-1,-1 0 1,1 0-1,0 0 1,0 0-1,0 0 1,0 0-1,0 0 1,0 0-1,-1 0 1,1 0-1,0 0 1,0 0-1,0 0 1,0-1-1,0 1 1,0 0-1,0 0 1,-1 0-1,1 0-47,14 3 890,21-1-585,-1-2-71,-12 1-270,-1-1 0,0 0 0,1-2 0,-1 0 0,0-2 0,0 0 0,17-7 36,40-24-2017,-25 8-2812,-1-5-7030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55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5193,'0'0'13835,"0"0"-11891,0 0-303,0 0-481,0 0-776,0 0-232,0 0-152,156 3-392,-130-3-888,-9 3-1473,-11-3-1944,-6 3-4833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55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12699,'0'15'2896,"0"0"121,0 3-769,17-3-1167,19-9-377,11-6-352,12 0-352,27-9-1008,-10-12-3361,-16 0-4129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3:55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104 361 12459,'0'0'2349,"0"0"-564,0 0 207,-3-28-721,-17-200 1587,16 125 151,4 102-2650,1 30-213,3 5-130,1 0-1,1-1 0,11 30-15,-7-29 15,-2 2-1,-1-1 1,1 25-15,-6-30-240,0-33-299,-3-50-369,-2 28 819,0 0 1,-2 1 0,-1 0 0,-3-5 88,3 10 274,1 0-1,1 0 1,0-1 0,0-14-274,6 88 51,1 0 0,3-1-1,9 33-50,-10-57-983,-1 0 0,-1 0-1,-1 22 984,-2-50-243,-1 1 0,1 0-1,-1 0 1,1 0 0,-1-1-1,1 1 1,-1 0-1,0-1 1,0 1 0,0-1-1,0 1 1,0-1-1,0 1 1,-1-1 0,1 0-1,0 1 1,-1-1-1,1 0 1,-1 0 0,1 0-1,-1 0 1,0 0 243,-50 23-5540,44-21 5151,0 0 1,1 0 0,-1 1 0,0 0-1,-6 5 389,14-8 119,0-1 0,-1 0 0,1 0-1,-1 0 1,1 1 0,-1-1 0,1 0 0,0 0-1,-1 1 1,1-1 0,0 0 0,-1 1-1,1-1 1,0 0 0,-1 1 0,1-1-1,0 0 1,0 1 0,0-1 0,-1 1-1,1-1 1,0 1 0,0-1 0,0 1-1,0-1 1,0 0 0,0 1 0,0-1-1,0 1 1,0-1 0,0 1 0,0-1 0,0 1-1,0-1 1,0 1 0,0-1 0,0 1-1,0-1 1,1 0 0,-1 1 0,0-1-1,0 1 1,0-1 0,1 0 0,-1 1-1,0-1 1,1 0 0,-1 1 0,0-1-1,1 0 1,-1 1 0,1-1 0,-1 0 0,0 0-1,1 1 1,-1-1 0,1 0 0,-1 0-1,1 0 1,-1 0 0,0 0 0,1 0-1,-1 1 1,1-1-119,36 4 1566,-33-4-1391,8 1-2,33 2-267,0-1 0,0-3-1,0-2 1,0-1 0,3-3 94,0-7-4916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11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4 167 9458,'0'0'1371,"0"0"-504,0 0 566,0 0-400,-1-4-457,0 3-550,1 1 0,0-1 1,-1 1-1,1-1 0,0 0 0,0 1 1,0-1-1,0 0 0,-1 1 1,1-1-1,0 1 0,0-1 0,0 0 1,0 1-1,0-1 0,1 0 0,-1 1 1,0-1-1,0 0 0,0 1 1,1-1-1,-1 1 0,0-1 0,0 1 1,1-1-1,-1 0 0,1 1 0,-1-1 1,0 1-1,1 0 0,-1-1 1,1 1-1,-1-1 0,1 1 0,-1 0 1,1-1-1,0 1-26,30-2 959,-16 2-991,183 0 1006,0-8 0,70-17-974,-118 11 317,0 6-1,107 9-316,85-2 129,189-2-74,-217 5-10,58-17-45,102 3 311,3 0-110,279-18-146,-325 28-48,464 5 44,-48 8 555,-150 6-584,-361-12 92,300-36-114,-14 13 62,-264 36-36,-266-16 51,-35 0 105,0-3 0,0-1 0,33-8-182,-89 10-5,8-2 7,-17 1-1621,-15 1-2065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1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18 4241,'0'0'520,"0"0"-64,0 0 536,0 0-368,0 0 1,0 0-297,-195-17-192,155 17-64,4 0-64,-1 0 48,4 0-56,4 0-152,9 0-825,6 0-2279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14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0 8386,'0'0'2163,"0"0"-533,0 0-162,0 0-632,0 0-466,0 0-212,-3 6-100,-3 10 52,1-1-1,1 1 1,0 0 0,1 1 0,0-1 0,1 0 0,1 4-110,1 131 1739,1-80-1420,-7 786 3444,12-559-2100,-5-277-1541,1 0 0,1 0-1,6 19-121,-4-16 105,-1 0-1,1 22-104,-4 84 436,-7 1 1,-6 2-437,-1 28 718,8 0-718,14 241 503,-5-314-412,11 61-91,-4-47 54,-4 3-54,5 176 33,2 176 61,-8-301 29,14 57-123,4 87 179,42 757 97,-43-786-130,-11 117-146,-23 274 132,10-654-132,-62 893 110,51-679 20,10 66-130,1-52 49,-9 3-49,-21 822 6,18-274 48,16-521-58,17 61 4,-16-285 0,23 234-9,11 0 1,18 25 8,-36-208 12,-5 1 0,-3 0 0,-5 1 0,-4 44-12,-3-62 25,0-76-18,0-1 8,0 0 19,0 0-19,38-2 28,0-1 1,17-5-44,-14 1 1,40 0-1,194 5 0,199-8 9,201-7 46,-42 3-72,501-20-14,-515 7 45,-120 2-4,412-19-19,357-18 18,-568 28 6,94-1-45,-295 34 26,551 3 56,-218 18-101,-387-5 65,-318-5-9,1 6 1,55 18-8,-150-23 100,-28-9-560,1 0 0,0 0 0,0 0 0,0 0 0,0-1 0,0 0 0,2 0 460,-8-1-4729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2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6409,'0'0'7822,"0"0"-4960,0 0-1246,0 0-665,-1 27 59,-8 178 1236,8-150-1429,0-19-241,1 1 1,2-1 0,3 11-577,-4-37 78,0-1-1,2 0 1,-1 0 0,1 0 0,0 0-1,1 0 1,0 0 0,0-1-1,1 0 1,0 0 0,1 0 0,-1-1-1,2 1 1,4 4-78,-9-10 15,-1-1 0,1 1 1,0-1-1,-1 0 0,1 0 0,0 1 1,0-1-1,0 0 0,0 0 0,0-1 1,0 1-1,0 0 0,0-1 0,0 1 1,1-1-1,-1 0 0,0 0 0,0 0 1,0 0-1,0 0 0,1 0 0,-1 0 1,1-1-16,0 0 11,0-1 0,0 1 1,0-1-1,0 0 1,0 0-1,0 0 0,0 0 1,-1 0-1,1-1 1,-1 1-1,0-1 0,1 1 1,0-3-12,5-7 15,-1 0 0,-1-1-1,0 1 1,0-1 0,-1 0 0,2-10-15,3-26 98,-2-1 1,-3 0-1,-1 0 0,-3 0 1,-2-14-99,1 24 278,1 44-290,0 0 1,0 0 0,0 0 0,1-1 0,0 1-1,0 0 1,0-1 0,0 1 0,1 0 11,7 13-1,12 34 59,-3 0-1,-2 2 1,-2 0 0,-3 1-1,-2 0 1,3 46-58,-2 76 498,-8 81-498,-4-180 24,1-56 4,1 28 216,-7 47-244,4-81 64,-1-1 1,0 0 0,0 0-1,-2 0 1,1 0-1,-2-1 1,0 1 0,-7 10-65,11-21 29,0-1 1,-1 1 0,1 0 0,-1-1 0,1 0-1,-1 1 1,0-1 0,0 0 0,0-1 0,0 1-1,-1 0 1,1-1 0,0 0 0,-1 0 0,1 0-1,-1 0 1,1 0 0,-1-1 0,1 1 0,-1-1-1,1 0 1,-1 0 0,0-1 0,1 1 0,-1-1 0,1 1-1,-3-2-29,-4 0 47,0-1-1,0 0 1,0-1-1,0 0 1,1-1-1,-1 1 0,1-2 1,-6-4-47,-17-14 15,2-2 1,1-1 0,-4-7-16,32 34-34,0-1 0,0 0 0,0 1 1,0-1-1,1 0 0,-1 0 0,0 0 1,1 1-1,-1-1 0,0 0 0,1 0 1,-1 0-1,1 0 0,0 0 1,-1 0-1,1 0 0,0 0 0,0 0 1,-1 0-1,1 0 0,0-1 0,0 1 1,0 0-1,0 0 0,0 0 0,1 0 1,-1 0-1,0 0 0,0 0 0,1 0 1,-1 0-1,1 0 0,-1 0 1,1 0-1,-1 0 0,1 0 0,-1 0 1,1 1-1,0-1 0,0 0 0,-1 0 1,1 0 33,6-3-492,-1 0 0,0 1-1,1-1 1,0 1 0,0 0 0,4 0 492,14-7-1357,160-76-9388,-98 39-365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2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16932,'0'0'4048,"0"0"-2359,0 0 607,0 0-1528,0 0-431,0 0-17,0 0-56,152 15-160,-102-15-56,-7 0-48,-3 0-192,-14 0-745,-6 0-1671,-10 3-2553,-7 12-4121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2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15131,'0'0'2361,"0"0"759,0 0-1535,0 0-961,0 0-384,0 0-232,225-9-8,-126 0-1112,-20 0-1777,-13 3-4729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3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5313,'0'0'2725,"0"0"-1474,0 0-312,0 0-362,0 0 375,0 0 946,35 3 120,6 1-1274,67 5 518,-2-7 2437,-30-2-725,-108 6-5928,19-6-2008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3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11346,'0'0'7679,"0"0"-5002,0 0-1082,0 0-778,0 0-574,33-9-167,106-25-65,-136 33-12,0 0 1,0 0 0,0 0-1,0 1 1,0 0-1,0-1 1,0 1-1,0 0 1,0 1 0,0-1-1,0 0 1,1 1-1,-1 0 1,0 0-1,-1 0 1,1 0 0,0 0-1,0 0 1,0 1-1,-1-1 1,1 1-1,0 0 1,-1 0 0,0 0-1,1 0 1,-1 0-1,0 1 1,0-1-1,0 1 1,-1-1 0,1 1-1,1 2 1,0 4 6,-1 0 0,1 0 1,-1 0-1,-1 0 0,0 0 0,0 1 0,-1-1 1,0 5-7,0-1 25,1 3 27,0 0 0,-1 0 0,-1 0-1,-1 0 1,0 0 0,-1 0 0,-1 0-1,0 0 1,-1-1 0,-1 0 0,-2 4-52,-53 92 624,-14 14-624,-25 42 496,99-166-462,1-1-1,-1 1 1,1-1 0,-1 1-1,1 0 1,-1-1 0,1 1-1,0 0 1,0-1 0,-1 1-1,1 0 1,0-1 0,0 1 0,0 0-1,0 0 1,0-1 0,0 1-1,0 0 1,0 0 0,0-1-1,0 1 1,0 0 0,0-1-1,0 1 1,1 0 0,-1 0-1,0-1 1,0 1 0,1 0 0,-1-1-1,1 1 1,-1-1 0,1 1-1,-1-1 1,1 1 0,-1 0-1,1-1 1,-1 0 0,1 1-1,-1-1 1,1 1 0,0-1-1,-1 0 1,1 1 0,0-1 0,-1 0-1,1 0 1,0 1 0,-1-1-1,2 0-33,41 2 296,-34-2-188,35 0 78,0-2 0,22-5-186,-47 4-549,0-1 1,-1-1-1,1 0 1,-1-2 0,0 0-1,16-9 549,4-6-5956,1-1-6507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3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16660,'0'0'2744,"0"0"-423,0 0-97,0 0-1448,0 0-272,0 0 177,0 0-129,218 200 32,-168-138-272,-10-5-200,-11-10-64,-6-8-48,-9-12 0,-4-15-264,0-12-632,-4 0-985,-3-27-3944</inkml:trace>
  <inkml:trace contextRef="#ctx0" brushRef="#br0" timeOffset="1">457 1 17244,'0'0'3841,"0"0"-3161,0 0 1160,0 0-704,-172 167-456,110-93 161,2-3-193,7-8-280,10-13-208,17-14-112,12-15-48,14-12-136,0-9-352,14 0-232,42-15-753,-3-15-2144,0-5-6449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4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8906,'0'0'10546,"0"0"-9234,0 0 1057,0 0-1537,0 0-544,0 0 656,26 182-47,-26-81-121,0 6-160,0-6-296,0-8-176,0-19-80,0-23-56,0-19-8,7-23-408,-1-18-864,1-32-897,-4-10-7497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4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1 214 19180,'0'0'2977,"0"0"-313,0 0-1359,0 0-881,0 0-312,178-77-104,-105 47-8,0 4-448,9-7-1041,-19 6-3952,-13 6-10370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4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15091,'0'0'2087,"0"0"-417,0 0-380,0 0-758,0 0-359,0 0-30,31-4 152,95-12 315,-117 15-460,-1 1 0,1-1-1,-1 1 1,1 1-1,-1-1 1,6 2-150,-12-1 31,0-1 0,0 1 0,0 0 0,1 0 0,-1 0 0,0 0 0,0 0 0,0 0 0,0 0 0,0 1 0,-1-1 0,1 1 0,0-1 1,-1 1-1,2 1-31,-1 2 22,0 0 0,0 0 0,0 0 0,-1 0 0,0 0 0,0 0 0,0 1 0,-1-1 0,1 0 0,-1 1 0,-1-1 0,1 0 0,-1 3-22,0 4 27,0 3 1,0 0 0,-2 0 0,0-1 0,0 0 1,-1 1-1,-1-1 0,-4 8-28,-12 21-133,-20 30 133,18-33 139,2 1 0,1 1-139,14-28 189,1 0 0,0 1 0,2 0 0,-1 0 0,2 0 0,0 0-1,0 0 1,2 2-189,0-15 9,0 0 0,0 0 1,1-1-1,-1 1 0,1 0 0,0 0 0,-1-1 0,1 1 0,0 0 0,0-1 0,0 1 0,0-1 0,0 1 0,0-1 0,1 0 0,-1 1 0,0-1 0,1 0 0,-1 0 0,1 0 0,-1 0 0,1 0 0,-1 0 0,1-1 0,0 1 0,-1 0 0,1-1 0,0 1 0,0-1 0,0 0 0,-1 0 0,1 1 0,1-1-9,12 1 21,0 0-1,-1-1 0,1 0 1,2-2-21,1 1 29,-3 0-83,-1 0 0,1-2 0,-1 0 0,1 0 0,12-6 54,36-16-3235,-41 17-2022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5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36 12563,'0'0'3695,"0"0"-2273,0 27 278,-1 2-1236,0 3 0,2 0-1,1 0 1,1 0-1,4 13-463,-1-14 320,0-1 0,3 0 1,0 0-1,2-1 0,1-1 1,1 0-1,9 12-320,-19-106 1976,-4-5-1847,0 15-15,2 0 1,3-2-115,-3 48 8,1 0-1,0 0 1,1 0 0,0 1 0,1-1 0,0 1 0,0 0 0,1 0 0,0 0 0,1 1 0,0-1 0,0 1-1,1 1 1,0-1 0,0 1 0,1 0 0,-1 1 0,1 0 0,1 0 0,-1 1 0,1 0 0,0 0 0,1 1 0,-1 1-1,1-1 1,-1 1 0,1 1 0,0 0 0,0 0 0,7 0-8,-14 2 0,0 1-1,0-1 1,0 0 0,0 1-1,0-1 1,-1 1 0,1 0 0,0 0-1,0 0 1,-1 1 0,1-1-1,-1 1 1,1-1 0,-1 1-1,1 0 1,-1 0 0,0 0-1,0 0 1,2 2-1,0 1 0,-1 0 0,1 0-1,-1 1 1,0-1 0,-1 0 0,1 1-1,1 5 2,2 13-4,0 1 0,-2-1-1,-1 1 1,0 5 4,-2-12 0,4 29 2,-3-10 4,3-1 0,6 27-6,-9-61 92,0-7-32,2-21-4,2-37-32,-4 44-16,0-12 5,1 0 1,1 0-1,2 0 0,8-22-13,-11 45-3,0 0-1,0 1 1,1-1-1,0 1 1,0-1-1,1 1 1,0 1 0,0-1-1,2 0 4,-4 3-8,1 1 1,0 0-1,0 0 0,0 0 1,0 0-1,1 1 0,-1-1 1,1 1-1,0 0 0,-1 1 1,1-1-1,0 1 0,0 0 1,0 0-1,4 0 8,-5 1-1,1 0-1,-1 1 1,1-1-1,0 1 1,-1 0-1,1 0 1,-1 1 0,0-1-1,1 1 1,-1 0-1,0 0 1,0 0-1,0 1 1,0-1 0,-1 1-1,1 0 1,-1 0-1,1 0 1,-1 1-1,0-1 1,0 1-1,-1 0 1,1 0 0,-1 0-1,0 0 1,0 0-1,1 1 2,7 18-4,-1 1-1,-1 0 1,0 0-1,1 15 5,-3-15 0,7 34 2,-6-27-7,1 0 0,1-1 1,8 19 4,-15-45-78,0 0 0,0-1 1,1 1-1,-1-1 1,1 1-1,-1-1 0,1 0 1,0 0-1,0 0 0,1 0 1,-1 0-1,0-1 1,1 0-1,0 1 0,0-1 1,-1-1-1,1 1 0,4 1 78,47 6-6620,-11-8-4626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6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14659,'0'0'2145,"0"0"1615,0 0-2335,0 0-889,0 0-224,0 0-144,222-27-40,-172 21-80,-7 3-48,-4 3-224,-12 0-1969,-11 0-3712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6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12187,'0'0'2616,"0"0"1521,0 0-3281,0 0-560,225-18-296,-156 15-640,-22 3-1552,-17 0-6018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7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14699,'0'0'4521,"0"0"-2953,0 0 817,0 0-1281,0 0-648,0 0-184,0 0-56,43 6 120,13-6-119,4-18-121,-7 0-48,-7 3-48,-3 1-128,-10 2-1009,10 0-1359,-10 6-2817,-6-3-6434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8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11042,'0'0'5376,"0"0"-2923,0 0-506,0 0-914,0 0-647,28-14-206,90-44-87,-116 57-90,0-1 0,1 1 1,-1 0-1,1 0 0,-1 0 0,1 0 0,-1 0 0,1 1 1,0-1-1,-1 1 0,1 0 0,0 0 0,-1 0 0,1 0 1,0 0-1,0 0 0,-1 1 0,1-1 0,0 1 0,-1 0 1,1 0-1,-1 0 0,1 0 0,-1 0 0,0 0 0,1 1 1,-1-1-1,0 1 0,0 0 0,0 0 0,0 0 0,0 0-3,2 4 18,-1 0 0,1 0 0,-1 0 0,-1 1 0,1-1 0,-1 1 0,-1-1 0,1 1 0,-1 2-18,1-3 20,1 13 21,0 0 0,-1 0 0,0 0 0,-2 1 0,0-1 0,-2 0 0,0 1 0,-1-1 0,0 0 0,-2-1 0,0 1 0,-2-1 0,0 0-1,0 0 1,-2-1 0,0 0 0,-1 0 0,-4 3-41,-10 16 160,-1-1-1,-3-1 0,0-1 1,-18 13-160,46-46 22,0 0 0,0 1 0,0-1 0,-1 0 0,1 0 0,0 0 0,0 0 0,0 0 0,-1 1 0,1-1 0,0 0 0,0 0 0,0 0 0,0 1 0,0-1 0,0 0-1,-1 0 1,1 1 0,0-1 0,0 0 0,0 0 0,0 1 0,0-1 0,0 0 0,0 0 0,0 1 0,0-1 0,0 0 0,0 0 0,0 0 0,0 1 0,0-1 0,1 0 0,-1 0 0,0 1 0,0-1 0,0 0 0,0 0 0,0 0 0,0 1 0,1-1 0,-1 0 0,0 0 0,0 0 0,0 1 0,0-1 0,1 0 0,-1 0 0,0 0 0,0 0 0,0 0 0,1 0 0,-1 0 0,0 1 0,0-1 0,1 0 0,-1 0 0,0 0 0,0 0 0,1 0-22,27 5 584,51-4-270,-63-1-119,202-8-560,-77-9-6943,-100 9 1116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9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3441,'0'0'10839,"0"0"-5956,0 0-2935,0 0-1032,0 0-457,13 38 151,2 3-372,13 36 534,-4 0 1,1 18-773,-9-4 741,-5 0 1,-3 1 0,-5 0 0,-4 24-742,-3-186 557,2 51-523,0 0 0,2 0 0,0-1 0,3-14-34,-2 28-2,0-1 1,1 0-1,0 0 0,0 1 0,1 0 0,0-1 0,0 1 0,0 0 1,1 0-1,0 0 0,0 1 0,1 0 0,-1-1 0,1 2 0,3-4 2,7-3-4,0 0 0,1 1 0,0 1 0,0 1 0,1 0 0,0 1 0,0 1 0,0 0 0,1 1 0,0 1 0,0 1 0,0 1 0,1 0 0,-1 1 0,1 1 0,-1 1 0,0 1 0,5 1 4,-18-2 2,0 0-1,1 1 1,-1 0-1,0 0 0,0 0 1,0 0-1,-1 1 1,1 0-1,-1 0 0,1 0 1,-1 1-1,0-1 1,0 1-1,-1 0 0,1 0 1,-1 0-1,1 1 1,-2-1-1,1 1 0,0 0 1,-1-1-1,0 1 1,0 1-1,0-1 0,-1 0 1,1 0-1,-1 3-1,1 1 25,-1-1 0,0 0 0,-1 1 0,1-1-1,-1 1 1,-1-1 0,0 1 0,0-1 0,-1 0 0,0 1-1,0-1 1,-1 0 0,0 0 0,0-1 0,-1 1 0,0-1 0,-3 5-25,-5 2 57,-1 0 0,0-1 0,0 0 0,-1-1 0,-1-1 0,0 0 0,-1-1 0,0-1 0,0 0 0,-1-1 1,0-1-1,0 0 0,-2-1-57,-16 4 78,0-2 0,-1 0 1,0-3-1,0-1 0,-1-2 1,-7-1-79,42-1-15,1 1-1,-1-1 1,0 0 0,0 0 0,1 0-1,-1-1 1,0 1 0,0 0 0,1-1-1,-1 1 1,0-1 0,1 1 0,-1-1-1,1 0 1,-1 0 0,1 1 0,-1-1-1,1-1 1,-1 1 0,1 0 0,0 0-1,-1 0 1,1-1 0,0 1 0,0 0 0,0-1-1,0 1 1,0-2 15,1 1-91,0 0 0,1 0 0,-1 0 0,0 0-1,1 0 1,0 0 0,-1 0 0,1 0 0,0 0 0,0 0 0,0 0 0,0 1 0,1-1-1,-1 0 1,0 1 0,1-1 0,-1 1 0,1-1 0,-1 1 0,1 0 0,0-1 0,0 1-1,-1 0 1,1 0 0,0 0 0,0 1 0,0-1 0,0 0 91,98-48-3873,-37 18-889,22-12-5255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9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16740,'0'0'4272,"0"0"-2943,0 0-49,0 0-800,0 0-304,209 0-112,-156 2-64,-7 1-80,-3-3-600,-10 3-912,-16 3-1273,-11 0-856,-6 3-3472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29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14243,'0'0'3073,"0"0"-633,0 0-711,0 0-601,0 0-696,169-6-264,-93-6-104,33-6-64,-20 0-1032,-9 6-4065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4:30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14771,'0'0'2931,"0"0"-785,0 0-269,0 0-878,0 0-541,28-17-118,93-51-72,-117 66-254,0 0 0,0 0-1,0 1 1,1-1-1,-1 1 1,0 0-1,1 0 1,-1 0 0,1 0-1,0 1 1,-1 0-1,1 0 1,-1 0-1,4 1-13,-6-1 6,0 1-1,0 0 0,0 0 0,0 0 1,0 0-1,0 0 0,0 1 0,0-1 0,0 0 1,0 1-1,0-1 0,-1 1 0,1 0 1,-1 0-1,1 0 0,-1-1 0,0 1 0,0 0 1,1 2-6,1 6 21,0-1 0,0 1-1,-1 0 1,0 0 0,-1 1 0,0-1 0,-1 0 0,-1 8-21,1-14 16,0 18 34,-2-1 0,-1 1 1,-1-1-1,0 0 0,-2 0 1,0 0-1,-1-1 1,-8 13-51,-16 29 40,-2-2 1,-6 3-41,12-19 24,17-32 62,6-17 45,3-23-150,2 19-219,-1 8 216,1 0 0,0 0 0,0 1 1,0-1-1,0 0 0,0 1 1,0-1-1,0 1 0,0-1 0,0 1 1,0 0-1,0-1 0,0 1 0,0 0 1,0 0-1,0-1 0,0 1 1,0 0-1,0 0 0,0 0 0,0 1 1,1-1-1,-1 0 0,0 0 0,0 0 1,0 1 21,37 4-1,7 4 95,0-2-1,1-1 1,0-3 0,0-2-1,39-3-93,-78 1 54,-1 0 0,0 0 1,0 0-1,0 0 0,0-1 0,0 0 0,0-1 0,0 1 0,-1-1 0,1 0 0,-1 0 1,0-1-1,0 1 0,0-1 0,0-1 0,-1 1 0,1 0 0,-1-1 0,0 0 0,1-3-54,0 0-200,0-1 0,0 0 0,-1-1-1,0 1 1,0-3 200,12-54-5707,-11 35-5386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7:21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2865,'0'0'0,"0"0"-192,0 0-1161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7:47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1768,'0'0'4665,"0"0"-4153,0 0-271,0 0 271,0 0-248,0 0-136,0 0 344,0 0 976,-3 0 104,3 0-151,-4 0-857,1 0-544,3 0-4881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04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99 5825,'0'0'1630,"0"0"-247,0 0-5,0 0-576,0 0-416,-9 1 19,0 2-113,-8 1-75,-1-3 3408,20-14 172,-2 13-3792,0-1-1,0 1 1,1 0-1,-1 0 1,0-1 0,0 1-1,0 0 1,1 0-1,-1-1 1,0 1 0,0 0-1,1 0 1,-1 0-1,0 0 1,0-1 0,1 1-1,-1 0 1,0 0-1,0 0 1,1 0-1,-1 0 1,0 0 0,1 0-1,-1 0 1,0 0-1,1 0 1,-1 0 0,0 0-1,0 0 1,1 0-1,-1 0 1,0 0 0,1 0-1,-1 0 1,0 0-1,1 0 1,-1 0 0,0 0-1,0 1 1,1-1-1,-1 0 1,0 0 0,0 0-1,1 1 1,-1-1-1,0 0 1,0 0 0,0 1-1,1-1 1,-1 0-1,0 0 1,0 1 0,0-1-1,0 0 1,0 0-1,0 1 1,1-1 0,-1 0-1,0 1 1,0-1-1,0 0 1,0 1 0,0-1-5,1 3 13,0-1 0,0 1 0,0 0 0,0 0 1,0 0-1,-1 0 0,1 0 0,-1 0 0,0 0 1,0 0-1,0 0 0,0 0 0,-1 0 0,1 0 0,-1 0 1,0 0-1,0-1 0,0 1 0,0 0 0,0 0 1,0-1-1,-1 1 0,1 0 0,-1-1 0,0 0 1,0 1-1,0-1 0,0 0 0,0 0 0,-1 0 0,-1 1-13,-1 1 16,0 1 0,0-2 0,-1 1 0,1-1 0,-1 1 0,0-2 0,0 1 0,0-1 0,0 1 0,-1-2 0,1 1 0,-1-1 0,1 0 0,-3 0-16,8-2 28,0 1 0,1-1 1,-1 0-1,1 0 0,-1 1 1,1-1-1,-1 0 0,1 0 1,0 0-1,0 0 0,-1 0 1,1 1-1,0-1 0,0 0 1,0 0-1,0 0 0,0 0 1,0 0-1,0 0 0,0 0 1,0 0-1,0 0 0,0 1 1,1-2-29,2-23 312,0 20-273,-1 0-1,1 1 1,0-1-1,0 1 1,1 0-1,-1 0 1,1 0 0,0 0-1,0 1 1,0-1-1,0 1 1,1 0-1,2-1-38,-4 2 51,1 0-1,0 0 0,-1 0 0,1 1 1,0-1-1,0 1 0,0 0 0,0 0 0,0 1 1,0-1-1,0 1 0,0 0 0,0 0 1,0 0-1,0 0 0,0 1 0,0-1 1,2 2-51,-5-1 7,0 0 1,0 0 0,-1 0-1,1 0 1,0 1 0,0-1-1,-1 0 1,1 0 0,-1 1-1,1-1 1,-1 0 0,0 1-1,1-1 1,-1 0 0,0 1-1,0-1 1,0 1 0,0-1-1,0 0 1,0 2-8,-5 30 163,2-28-152,0-1-1,0 0 1,-1 0 0,1 0 0,-1 0 0,0-1 0,0 0 0,0 1-1,0-2 1,-1 1 0,1 0 0,-1-1 0,0 0 0,0 0 0,0 0-1,0 0 1,0-1 0,0 0 0,0 0 0,0-1 0,-4 1-11,7-2 3,1 0 1,-1 0-1,1 0 1,0 0 0,0 0-1,0 0 1,-1 0-1,1-1 1,0 1-1,1 0 1,-1-1 0,0 1-1,0-1 1,0 1-1,1-1 1,-1 1-1,1-1 1,-1 1 0,1-1-1,0 1 1,0-1-1,-1 0 1,1 1-1,0-1 1,0 0 0,1 1-1,-1-1 1,0-1-4,4-53 4,-4 52-7,1 1 0,1 0 1,-1 0-1,0 0 1,1 0-1,-1 0 0,1 0 1,0 0-1,0 0 1,0 1-1,0-1 0,1 0 1,-1 1-1,1 0 0,-1 0 1,1 0-1,0 0 1,0 0-1,0 0 0,0 1 1,0 0-1,1-1 3,3-1-3,0 1 0,0 0-1,0 0 1,0 1 0,0 0 0,1 0 0,-1 1-1,0 0 1,8 1 3,-14 0 3,0-1-1,1 1 1,-1 0 0,0 0 0,0 0-1,0 0 1,0 0 0,0 0 0,0 1-1,0-1 1,0 0 0,0 0-1,-1 1 1,1-1 0,0 1 0,-1-1-1,0 0 1,1 1 0,-1-1 0,1 1-1,-1-1 1,0 1 0,0-1-1,0 1 1,0-1 0,0 1 0,0-1-1,-1 1 1,1-1 0,0 1 0,-1 0-4,1 3 33,-1 1-1,0-1 0,0 0 0,0 0 0,0 1 0,-1-1 0,0 0 0,0 0 0,-1 0-31,-2 2 26,-2-1 0,1 0 0,-1 0 0,0 0 0,0-1 0,0 0 0,-1 0-26,5-3 7,0-1 0,1 0 0,-1 0 0,0 0 0,1 0 0,-1 0 0,0 0-1,0-1 1,0 1 0,0-1 0,-1 0-7,3 0 5,0 0 0,0 0 0,0 0 0,0-1 0,-1 1 0,1 0 0,0-1 0,0 1 0,0-1 0,0 1 0,0-1 0,0 0 0,0 1 0,1-1 0,-1 0 0,0 0 0,0 0 0,0 1-1,1-1 1,-1 0 0,0 0 0,1 0 0,-1 0 0,1 0 0,-1 0 0,1 0 0,-1-1-5,-1-5 1,0 1 0,0-1 0,1 1 0,-1-1 0,1 0-1,1 1 1,-1-1 0,1 0 0,1 0 0,-1 0 0,1 1 0,0-1-1,1 0 1,-1 1 0,3-6-1,-2 8-1,0-1 1,0 1-1,1 0 0,0-1 0,0 1 0,0 0 1,0 1-1,0-1 0,1 1 0,0-1 0,-1 1 0,1 0 1,1 0-1,-1 1 0,0-1 0,1 1 0,-1 0 1,1 0-1,-1 1 0,1-1 0,3 0 1,-1 0 2,0 1 0,1 0 0,-1 0 0,0 1-1,1 0 1,-1 0 0,1 0 0,-1 1 0,1 1-2,-6-2 2,-1 0-1,1 1 1,-1-1 0,1 1-1,-1-1 1,0 1 0,1 0 0,-1-1-1,0 1 1,1 0 0,-1 0-1,0 0 1,0 0 0,0 0-1,0 0 1,0 0 0,0 1 0,0-1-1,0 0 1,-1 0 0,1 1-1,0-1 1,-1 1 0,1-1-1,-1 1 1,1-1 0,-1 0 0,0 1-1,0-1 1,1 1 0,-1 0-1,0-1 1,-1 1 0,1-1-1,0 1 1,0-1 0,-1 1 0,1-1-1,0 0 1,-1 1 0,0-1-1,1 1 1,-1-1 0,0 0 0,0 1-2,-2 4 17,0-1 0,0 0 0,-1 0 0,0 0 0,0-1 0,0 1 0,-1-1 0,1 0 0,-1 0 0,0-1 0,0 1 0,0-1 0,-1 0 1,-3 1-18,1 0 12,-1 0 0,0 0 1,-1-1-1,1 0 1,0-1-1,-1 0 1,1 0-1,-10 0-12,17-3 5,1 0 0,-1 0 0,1-1 0,-1 1-1,1 0 1,0 0 0,0-1 0,0 1 0,0 0 0,0-1-1,0 1 1,0-1 0,0 1 0,1-1 0,-1 0 0,0 1-1,1-1 1,-1 0 0,1 0 0,0 1 0,0-1 0,0 0-1,0 0 1,0 1 0,0-1 0,0 0 0,0 0-5,0-3-2,-1-1 1,1 1-1,1-1 1,-1 0-1,1 1 1,0-1-1,0 1 1,2-6 1,-1 8-3,1 0-1,0 0 1,0 1 0,0-1-1,0 1 1,0-1 0,0 1-1,1 0 1,-1 0 0,1 0-1,0 1 1,-1-1-1,1 1 1,0 0 0,0 0-1,0 0 1,0 1 0,0 0-1,0-1 1,0 1 0,0 0-1,1 1 4,-2-1-1,0-1 1,0 1-1,-1 1 0,1-1 0,0 0 0,0 1 0,0-1 0,0 1 0,0 0 0,0 0 0,-1 0 0,1 1 1,0-1-1,-1 0 0,1 1 0,-1 0 0,0 0 0,1 0 0,-1 0 0,0 0 0,0 0 0,0 0 0,0 1 1,-1-1-1,1 0 0,-1 1 0,1 0 0,-1-1 0,1 4 1,-1-1 18,0 1-1,-1-1 1,0 1-1,0-1 1,0 1 0,-1 0-1,0-1 1,0 0-1,0 1 1,-1-1 0,1 1-1,-1-1 1,0 0-1,-1 0 1,0 0 0,0 0-18,1-2 11,0 1 0,-1-1 0,1 0 0,-1 0 1,0 0-1,0 0 0,0-1 0,0 1 0,0-1 1,-1 0-1,1 0 0,-1 0 0,1 0 0,-1 0 1,0-1-1,0 0 0,1 0 0,-1 0 0,0 0 1,0-1-1,0 1 0,-2-1-11,5 0 3,0-1 1,0 1-1,0 0 1,0-1-1,1 1 0,-1-1 1,0 0-1,0 1 1,1-1-1,-1 1 0,1-1 1,-1 0-1,0 0 1,1 1-1,-1-1 0,1 0 1,0 0-1,-1 0 1,1 0-1,0 1 0,-1-1 1,1 0-1,0 0 1,0 0-1,0 0 0,0 0 1,0 0-1,0 0-3,-3-31 29,2 28-18,1-9-5,-1 3-4,0 1 1,1-1 0,0 0 0,1 0-1,0 1 1,1-1 0,1-5-3,-2 13-2,0 0-1,0-1 1,0 1-1,0 0 1,1 0 0,-1 0-1,1 0 1,0 0-1,0 0 1,-1 0 0,1 1-1,0-1 1,1 0-1,-1 1 1,0 0 0,0-1-1,1 1 1,-1 0-1,0 0 1,1 1 0,-1-1-1,1 0 1,-1 1-1,1-1 1,-1 1 0,1 0-1,0 0 1,-1 0-1,1 0 1,0 1 2,0-2 0,0 1-1,0 0 0,0-1 1,0 1-1,0 1 1,0-1-1,0 0 1,-1 1-1,1-1 1,0 1-1,0 0 0,0 0 1,0 0-1,-1 1 1,1-1-1,0 1 1,-1-1-1,0 1 0,1 0 1,-1 0-1,0 0 1,0 0-1,0 0 1,0 0-1,0 1 1,0-1-1,-1 1 0,1-1 1,-1 1-1,0 0 1,1-1-1,-1 1 1,-1 0-1,1 0 1,0 0-1,-1 0 0,1 0 1,-1 0-1,0 0 1,0 0-1,0 0 1,0-1-1,-1 4 1,1-1 24,-1 0-1,1 0 0,-1 0 1,0 0-1,0 0 1,0 0-1,-1 0 0,0 0 1,0-1-1,0 1 1,-1-1-1,1 1 1,-1-1-1,0 0 0,0 0 1,-1 0-1,1 0 1,-1-1-1,1 0 1,-1 1-1,-1-1 0,1-1 1,0 1-1,0 0 1,-1-1-1,0 0 0,1 0 1,-1-1-1,0 1 1,0-1-1,0 0 1,-1 0-24,4-1 2,1-1 0,-1 1 0,1-1 0,-1 0 0,1 1 0,0-1 0,-1 0 0,1 0 0,0 0 0,0 0 0,-1 0 0,1 0 0,0 0 0,0 0 1,0 0-1,0-1 0,1 1 0,-1 0 0,0-1 0,0 1 0,1-1 0,-1 1 0,1-1 0,-1 1 0,1-1 0,0 1 0,-1-1 0,1 1 0,0-1 1,0 1-1,0-1-2,-3-59-347,3 52 222,0 4-125,0 0 0,0 0 0,0 0 1,1 0-1,0 0 0,-1 0 1,2 0-1,-1 0 0,1 0 0,-1 1 1,2-3 249,0 3-992,-1 1-1,1 0 1,0 0 0,0 0 0,0 0 0,0 0 0,0 1 0,0-1 0,3 0 992,11-7-13058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10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0 164 13411,'0'0'2422,"0"0"293,0 0-672,0 0-1025,0 0-472,27-23-180,87-75-117,-107 93-221,0 0 1,0 0-1,1 0 0,0 1 0,0 0 1,0 0-1,1 1 0,6-2-28,-10 5 16,0-1 0,0 0-1,0 1 1,0 0 0,0 0-1,-1 0 1,1 1 0,0 0 0,0-1-1,0 2 1,0-1-16,-4 0 4,1 0 0,0 0 1,-1 0-1,1 0 0,-1 0 0,1 0 0,-1 0 1,1 0-1,-1 1 0,0-1 0,0 1 0,1-1 1,-1 1-1,0-1 0,0 1 0,-1-1 0,1 1 1,0 0-1,-1 0 0,1 0 0,-1-1 0,1 1 1,-1 0-1,0 0 0,1 0-4,0 53 105,-1-39-58,-1 0-7,-1 0-1,-1 0 0,0 0 0,-1 0 0,0-1 0,-2 1 1,0-1-1,0-1 0,-1 1 0,-1-1 0,-1 0-39,-23 37 66,-3-3-1,-14 14-65,46-59 2,-4 6 24,-26 28-50,32-35 39,0-1 1,-1 0-1,1 0 0,-1 0 1,1 0-1,-1 0 0,0 0 1,1 0-1,-1 0 0,0-1 1,0 1-1,1 0 0,-1-1 1,0 0-1,0 1 0,0-1 1,0 0-1,0 0 0,0 0 1,1 0-1,-1-1 0,-1 1-15,2-2 5,1 0-1,-1-1 1,0 1-1,0 0 1,1 0-1,0-1 1,-1 1-1,1 0 1,0-1-1,0 1 1,0 0-1,0-1 1,1 1 0,-1 0-1,1 0 1,-1-1-1,1 1 1,0 0-1,0 0 1,0 0-1,0 0 1,0 0-1,1-2-4,2 3-11,0 0 1,0 0-1,-1 0 0,1 1 0,0-1 1,0 1-1,0 0 0,0 0 0,0 0 0,0 1 1,0-1-1,-1 1 0,1 0 0,0 0 0,0 0 1,-1 1-1,1-1 0,0 1 0,-1 0 1,0 0-1,1 0 11,7 7-23,0 0 1,-1 1 0,0 0-1,-1 0 1,3 5 22,-2-3-12,0-1-1,0-1 1,1 0-1,1 1 13,-9-9 3,1 0 0,-1 0 0,0 0 0,1-1 0,-1 0 0,0 1 0,1-1 0,0-1 0,-1 1 0,1 0 0,-1-1 1,1 0-1,0 0 0,0 0 0,-1 0 0,1-1 0,-1 1 0,1-1 0,0 0 0,-1 0 0,1 0 0,-1 0 0,0-1 0,1 0 0,-1 1 0,0-1 0,0 0 0,2-2-3,4-3 9,0 0-1,0 0 1,-1-1-1,0 0 1,-1-1-1,0 0 1,0 0 0,3-7-9,15-36-1452,-11 18-3809,-10 18-398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0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0 12963,'0'0'2632,"0"0"-1447,0 0 1087,0 0-1552,0 0-8,-86 185 377,86-96-49,0 0-48,0 0-320,20-11-320,3-13-160,-3-8-104,-3-16-32,3-14-48,6-12-8,30-18-888,-3-27-3153,0-14-6873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1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12707,'0'0'4222,"0"0"-2631,-2 25 89,-2 85-743,5-101-908,1-1 1,0 1-1,0-1 1,1 1 0,0-1-1,0 0 1,1 0 0,0 0-1,1-1 1,-1 0 0,1 1-1,1-2 1,0 1 0,0 0-1,0-1 1,0 0 0,1-1-1,0 0 1,0 0 0,1 0-1,1 0-29,-3-1 15,0 0 0,1 0 0,0-1-1,0 0 1,0 0 0,0 0-1,0-1 1,1 0 0,-1-1 0,1 0-1,-1 0 1,1 0 0,0-1 0,-1 0-1,1-1 1,1 0-15,-4 1 9,-1-1-1,0-1 1,0 1-1,0-1 1,0 1-1,0-1 1,0 0-1,0 0 1,-1-1-1,1 1 1,-1-1-1,0 0 1,1 0 0,-1 0-1,-1 0 1,1 0-1,0-1 1,-1 1-1,0-1 1,1 0-1,-2 0 1,1 0-1,0 0 1,-1 0-1,1 0 1,-1 0 0,-1 0-1,1-2-8,2-4 126,-2-1 1,1 0-1,-2 0 0,1 1 1,-1-1-1,-1 0 0,0 0 1,-1 0-1,0 1 0,0-1 1,-2-4-127,2 11 43,0 0 1,0 0-1,0 0 1,-1 0-1,1 1 1,-1-1-1,0 1 1,0-1-1,0 1 1,0 0 0,0 0-1,-1 0 1,0 1-1,1-1 1,-1 1-1,0 0 1,0 0-1,0 0 1,0 1-1,-1-1 1,1 1-1,0 0 1,-1 0-1,1 1 1,-1-1 0,1 1-1,0 0 1,-4 0-44,0 0-342,-13 0-473,10 7-6793,7 1-6998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1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 14723,'0'0'2289,"0"0"1463,0 0-1111,0 0-1777,-63 164-568,60-129-192,0-5-104,-1-3-296,1-12-1352,0-3-2713,3-12-3681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17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7058,'0'0'1587,"0"0"-513,0 0-265,0 0-440,0 0-240,0 0-49,0 0 155,0 0 412,0 0 106,0 0-36,0 0-245,0 0-291,0 0-212,0 0 13,0 0 23,0 0 14,19-15-2599,-12 9-3229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18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5697,'0'0'1064,"0"0"-703,0 0 847,0 0-408,0 0-432,0 0-192,0 0-64,24-53-112,-21 53-8,0 0 0,7 0-664,0 0-896,0 3-721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19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246 253 5977,'0'0'2889,"0"0"-1199,0 0-99,0 0-406,0 0-350,0 0 53,7-13-68,24-38-149,-23 38-163,-8 13-45,0 0 12,-3 1-39,-29 15 270,24-10-640,-1-2-1,0 1 0,0-1 0,0 0 1,-1-1-1,0 0 0,1 0 0,-1-1 1,-7 0-66,16-4 36,0 0-1,0 1 1,1-1 0,-1 0 0,1 0 0,-1 0 0,1-1 0,0 1 0,0 0 0,0 0 0,0 0 0,0 0 0,0 0 0,1-1-36,-1-1 50,1 0-31,-1 0 0,1 0 0,0 1 0,0-1 0,1 1 0,-1-1 0,1 1 0,0-1 0,0 1 0,0 0-1,0 0 1,0 0 0,1 0 0,-1 0 0,1 1 0,0-1 0,0 1 0,0 0 0,0-1 0,0 1 0,1 1 0,-1-1 0,3-1-19,2-1 15,1 0 0,0 1-1,0 0 1,0 0 0,0 1 0,0 0 0,0 0 0,1 1-1,1 0-14,-10 2 1,0-1-1,0 0 0,-1 1 0,1-1 0,0 1 1,0-1-1,-1 1 0,1-1 0,0 1 0,-1-1 1,1 1-1,-1 0 0,1-1 0,-1 1 1,1 0-1,-1 0 0,1-1 0,-1 1 0,0 0 1,1 0-1,-1 0 0,0 0 0,0-1 0,1 1 1,-1 0-1,0 0 0,0 0 0,0 0 0,0 0 1,0-1-1,0 1 0,-1 0 0,1 1 0,-5 33 51,1-27-23,-1 0 1,0 0-1,0 0 1,-1-1-1,0 0 0,0 0 1,-1 0-1,0-1 1,0 0-1,0 0 1,-1-1-1,0 0 1,0 0-1,0-1 1,-1 0-1,1-1 0,-1 1 1,-6 0-29,14-4 19,-1 0 0,0-1 0,1 1 0,-1 0 0,1-1 1,-1 1-1,1-1 0,-1 1 0,1-1 0,-1 0 0,1 0 0,-1 0 0,1 0 0,0 0 0,0 0 1,-1 0-1,1 0 0,0 0 0,0 0 0,0-1 0,0 1 0,0 0 0,1-1 0,-1 1 1,0-1-1,1 1 0,-1-1 0,1 1 0,-1-1 0,1 0 0,0 1 0,-1-1 0,1 1 0,0-2-19,-7-63 145,7 63-135,-1-16 17,0-9 28,1-1 0,3-17-55,-3 44-4,1 0-1,-1 1 0,1-1 0,0 0 0,0 1 0,0-1 0,0 1 1,0-1-1,0 1 0,0-1 0,1 1 0,-1 0 0,0 0 0,1-1 1,-1 1-1,1 0 0,-1 0 0,1 1 0,-1-1 0,1 0 0,0 0 1,-1 1-1,1-1 0,0 1 0,0-1 0,0 1 0,-1 0 0,1 0 1,0 0-1,0 0 0,0 0 0,0 0 0,-1 0 0,1 1 1,0-1-1,0 1 0,-1-1 0,1 1 0,0 0 0,-1 0 0,1-1 1,0 1-1,-1 0 0,1 0 0,-1 1 0,0-1 0,1 0 0,-1 0 1,0 1-1,1 0 5,1 4-2,0 1 0,-1-1 0,0 0 0,0 0 1,-1 1-1,0-1 0,0 1 0,0-1 0,-1 1 1,0 0-1,0-1 0,-1 1 0,0-1 0,0 1 1,0-1-1,-1 1 0,0-1 0,0 0 0,0 0 1,-1 0-1,0 0 0,-1 0 0,1 0 0,-1-1 0,0 0 1,0 0-1,-1 0 0,1 0 2,-2 0 15,0 0 0,0 0 0,0-1-1,0 0 1,-1 0 0,0 0 0,0-1 0,0 0-1,0-1 1,0 1 0,0-1 0,-1-1 0,1 1-1,-1-1 1,0-1 0,1 1 0,-1-1 0,-1-1-15,7 1 12,0-1 1,0 1-1,1-1 0,-1 0 1,0 0-1,1 0 1,-1 0-1,0 0 0,1 0 1,-1 0-1,1 0 1,0 0-1,-1-1 0,1 1 1,0-1-1,0 1 1,0-1-1,0 1 0,0-1 1,0 0-1,0 1 1,1-1-1,-1 0 0,1 0 1,-1 1-1,1-1 1,-1 0-1,1 0 0,0 0-12,-3-64 112,3 51-106,0 9-7,1 0 1,0 0-1,0 0 0,1 0 0,0 0 0,0 0 1,0 1-1,1-1 0,-1 1 0,1 0 1,1-1-1,-1 1 0,1 1 0,0-1 0,0 0 1,0 1-1,0 0 0,1 0 0,0 0 1,0 1-1,0 0 0,0 0 0,0 0 0,1 0 1,0 1-1,-1 0 0,1 0 0,0 0 0,0 1 1,0 0-1,0 0 0,0 0 0,0 1 1,4 0 0,-9 1-4,1-1 1,0 0 0,-1 1 0,0 0 0,1-1 0,-1 1 0,1 0 0,-1 0 0,0 0 0,1 0 0,-1 0-1,0 0 1,0 0 0,0 0 0,0 0 0,0 1 0,0-1 0,0 0 0,0 1 0,-1-1 0,1 1 0,0-1 0,-1 1-1,1-1 1,-1 1 0,0-1 0,1 1 0,-1-1 0,0 1 0,0 0 0,0-1 0,0 1 0,0 0 3,0 5 2,0 0 0,0 0 0,0 1 0,-1-1 0,0 0 1,0 0-1,-3 6-2,1-5 29,-1 0-1,0 0 1,0-1-1,-1 0 1,0 0 0,0 0-1,-1-1 1,-4 5-29,6-8 29,1 1-1,-1-1 1,0 1 0,0-1-1,0 0 1,0-1 0,-1 1-1,1-1 1,-1 0-1,1 0 1,-1 0 0,0 0-1,0-1 1,0 0 0,-4 0-29,8-1 15,-1 0 0,1-1 0,0 1 0,0-1 1,0 1-1,-1-1 0,1 0 0,0 1 0,0-1 0,0 0 1,0 0-1,0 0 0,1 0 0,-1 0 0,0 0 0,0 0 1,0 0-1,1 0 0,-1 0 0,1 0 0,-1-1 0,1 1 1,-1 0-1,1 0 0,0-1 0,0 1 0,-1 0 0,1-1 1,0 1-1,0 0 0,0 0 0,0-1 0,1 1-15,0-57 74,0 46-31,-1 9-43,1 0-1,-1 1 1,1-1-1,-1 0 1,1 0-1,0 1 1,0-1 0,0 1-1,1-1 1,-1 1-1,1-1 1,-1 1-1,1 0 1,0 0-1,0 0 1,0 0-1,0 0 1,0 0 0,0 0-1,0 1 1,1-1-1,-1 1 1,1 0-1,-1 0 1,1-1 0,1 1-8,1-1 0,-1 1 0,1-1 0,0 1 0,0 0 0,-1 1 0,1-1 0,0 1 0,0 0 0,0 0 0,0 1 0,-1-1 0,1 1 0,1 1 8,-3-1-3,-1 0 0,0 1-1,0-1 1,0 1 0,0 0-1,-1 0 1,1-1 0,0 1-1,-1 0 1,1 0-1,-1 1 1,0-1 0,0 0-1,1 0 1,-1 1 0,-1-1-1,1 0 1,0 1 0,-1-1-1,1 1 1,-1-1-1,0 1 1,0-1 0,0 1-1,0 1 4,1 4 0,-1 0-1,0 1 1,-1-1-1,0 1 1,0-1-1,0 0 0,-2 4 1,-1-3 20,0-1-1,-1 0 1,0 0 0,0-1-1,-1 1 1,0-1-1,0 0 1,-5 4-20,7-6 32,-1-1 1,1-1-1,0 1 1,-1-1-1,0 1 1,0-1-1,0 0 1,0-1-1,0 0 1,0 1-1,-1-2 1,1 1-1,-1 0 1,0-1 0,-1 0-33,6-1 7,0 0 0,0-1 0,0 1-1,0 0 1,1-1 0,-1 1 0,0 0 0,0-1 0,0 1 0,0-1 0,0 1 0,1-1 0,-1 0 0,0 1 0,0-1 0,1 0 0,-1 1 0,1-1 0,-1 0 0,1 0 0,-1 0 0,1 0 0,-1 1 0,1-1 0,-1 0 0,1 0 0,0 0 0,0 0 0,0 0 0,-1 0 0,1 0 0,0 0 0,0 0-7,-1-42-396,2 30 67,-1-71-5552,0 47-1000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1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9722,'0'0'3201,"0"0"-1569,0 0-464,0 0-407,185 176-41,-152-84-96,-10 6-160,-19 1 200,-4-7 8,-4-6-392,-22-3-168,-17 13-112,10-19-840,3-17-4457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2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132 117 8330,'0'0'1380,"0"0"92,0 0 349,0 0-721,0 0-493,0 0-298,-20 16-93,-61 50 214,80-66-389,0 1 0,0 0 0,0 0 0,0 0 0,0-1 0,0 1 0,0-1 0,0 1 0,-1-1 0,1 1 0,0-1 1,0 1-1,0-1 0,-1 0 0,1 0 0,0 0 0,0 0 0,-1 0-41,1 0 20,1 0 0,-1 0 0,1-1 0,-1 1 1,1 0-1,0-1 0,-1 1 0,1 0 0,-1-1 0,1 1 0,0-1 1,-1 1-1,1-1 0,0 1 0,-1-1 0,1 1 0,0-1 0,0 1 0,-1-1 1,1 1-1,0-1 0,0 1 0,0-1 0,0 0 0,0 0-20,2-35 617,-1 33-512,0-4-12,0 1 1,1 0-1,-1-1 1,2 1-1,-1 0 0,1 0 1,-1 0-1,2 1 0,-1-1 1,1 1-1,0-1 0,0 1 1,3-2-94,5-6 428,0 2 1,1 0-1,1 0 0,7-4-428,-19 13 114,-1 1-96,-1 1 0,1-1-1,0 0 1,0 1 0,-1-1-1,1 0 1,0 1-1,0-1 1,0 1 0,-1-1-1,1 1 1,0 0-1,0-1 1,0 1 0,0 0-1,0 0 1,0 0 0,0-1-1,0 1 1,0 0-1,0 0 1,0 0 0,0 0-1,0 1 1,0-1 0,0 0-18,0 2 10,-1 0 1,0-1 0,1 1 0,-1 0 0,0 0 0,0-1 0,0 1 0,0 0 0,0 0 0,0 0 0,-1-1 0,1 1 0,-1 0 0,1-1 0,-1 2-11,-4 7 67,-1 0 1,1 0 0,-2-1 0,1 0 0,-1 0 0,-1-1 0,1 0 0,-1 0-1,-1-1 1,-2 3-68,17-41-4649,17 6 330,7-2-2683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3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10306,'0'0'4729,"0"0"-3048,0 0 303,0 0-856,0 0-128,-62 205 121,62-131-225,0-8-432,10-13-248,23-17-96,10-15-64,6-18-56,37-3-688,-13-27-3177,-7-9-4905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3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136 278 8834,'0'0'6471,"0"0"-4132,0 0-772,0-27-538,-1 3-859,1-43 306,-4 0 0,-4-11-476,4 63 1914,2 31-1605,3 36-470,3-27 220,2 0 1,0 0 0,2-1-1,1 1 1,4 6-60,-4-10 29,-1-1 0,0 1 0,-2 0-1,-1 0 1,0 1 0,-2 0 0,1 18-29,-4-39 0,-1 1 1,1 0-1,-1-1 0,0 1 1,0-1-1,0 1 1,1-1-1,-1 1 1,-1-1-1,1 0 0,0 1 1,0-1-1,0 0 1,-1 0-1,1 0 0,-1 0 1,1 0-1,-1 0 1,1 0-1,-1-1 0,1 1 1,-1 0-1,0-1 1,1 1-1,-1-1 1,0 0-1,1 0 0,-2 1 0,-57 7-142,54-8 125,-101 1-57,106-1 61,20 0-140,116-4-1276,-46-11-2741,-25-7-1380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4441,'0'0'9922,"0"0"-8378,0 0 2497,0 0-2937,0 0-271,0 0-441,0 0-272,0 116-120,10-104-472,7 0-3633,6-9-4049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4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99 4033,'0'0'10920,"0"0"-7418,0 0-1289,-4 25-755,-14 83-544,17-105-879,1 1 1,-1-1 0,1 1-1,0-1 1,0 1 0,0-1 0,0 1-1,0-1 1,1 1 0,-1-1-1,1 1 1,0-1 0,0 0-1,1 0 1,-1 1 0,1-1 0,-1 0-1,1 0 1,0 0 0,0 0-1,0-1 1,1 1 0,-1-1 0,1 1-1,-1-1 1,1 0 0,0 0-1,0 0 1,0 0 0,0 0 0,0-1-1,0 1 1,0-1 0,1 0-1,-1 0 1,0 0 0,1 0-1,-1-1 1,2 1-36,2 0 18,0-1-1,0 1 0,-1-1 1,1-1-1,0 1 1,0-1-1,0 0 0,0-1 1,0 1-1,-1-1 1,1-1-1,-1 1 0,0-1 1,1-1-1,-1 1 1,-1-1-1,4-2-17,-3 0 33,0-1-1,-1 0 1,0 0 0,0-1-1,0 0 1,-1 0 0,0 0 0,-1 0-1,1 0 1,-2-1 0,1 1-1,-1-1 1,-1 0 0,1 0-1,-2 0 1,1 0 0,-1 0-1,0 0 1,-1 0 0,0 0 0,-1-2-33,1 4-83,-1 1 1,0 0-1,0 0 1,0 0 0,0 0-1,-1 0 1,0 0 0,0 1-1,-1-1 1,0 1-1,0 0 1,0 0 0,0 0-1,-1 1 1,0 0 0,-2-2 82,2 2-356,0 2 0,0-1 1,0 0-1,0 1 1,-1 0-1,1 0 0,-1 1 1,1 0-1,-1 0 0,1 0 1,-1 0-1,0 1 0,-1 0 357,2 0-6752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4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13619,'0'0'1912,"0"0"-71,36 187 983,-19-98-1191,-8 1-417,-5-7-640,-4-15-312,0-8-208,0-13-56,-13 1-1328,-7-9-3177,-3-12-5145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6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7586,'0'0'3814,"0"0"-1367,0 0-777,0 0-761,0 0-510,0 0-232,-6 19 3556,8-14-3602,1 1 0,0-1 0,0 1 0,0-1 0,1 0 0,0-1 0,0 1 0,0-1 0,1 1 0,-1-1 0,1 0 0,0-1 0,0 1 0,5 1-121,-2 1 92,-1-1 0,1 1 0,-1 1 0,0 0 0,0 0 0,-1 0-92,21 32 808,-4-4 15,2-1 0,27 28-823,-42-49 95,-1 0 0,1 1 0,-2 0 0,0 0 0,0 3-95,17 29 188,-12-26-23,0 0 1,2-2-1,0 1 1,1-2 0,0 0-1,2 0-165,0 0 123,-1 2 0,-1-1 1,5 11-124,-11-15 81,0-1 1,1 0 0,0-1 0,0 0 0,2-1 0,-1 0-1,1-1 1,11 6-82,-15-10 19,1 0-1,0 0 1,-1 1-1,-1 0 0,1 0 1,-1 1-1,0 0 1,-1 1-1,0 0 0,4 5-18,45 56 39,-37-49-32,-1 2 1,-1 0 0,1 4-8,147 249 194,-124-185 8,-33-70-127,0 0 0,2 0 0,1-1 0,0-1 0,3 3-75,22 31 28,-3 2 0,5 14-28,30 51 48,-21-45 18,26 29-66,-53-79 12,1-1 0,1-1 0,1-1 0,1-1 0,21 13-12,-23-16 3,-1 0-1,0 2 1,7 10-3,-9-11 3,0 0-1,1 0 1,22 14-3,67 29 1,-42-26 13,-44-21-14,0 2 1,0 0 0,4 6-1,55 41-1,-63-49-2,1 0-1,-2 1 1,9 10 3,45 38-7,-55-52 0,0 1 0,-1 1 0,-1 0 0,0 1 0,-1 1 0,-1 0-1,0 1 1,-1 0 0,-1 1 0,0 2 7,-2-5 4,1 0 0,1-1-1,0 0 1,1 0 0,0-2-1,1 1 1,7 4-4,-5-5 5,-1 2-1,0-1 0,-1 2 1,-1-1-1,11 17-4,-12-10-30,-1 1 0,0 0 0,5 21 30,-2-6-15,-10-35-394,-1-8 32,0-8-487,-2-31-8031,-3 28-2259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7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536 0 8314,'0'0'4014,"0"0"-2210,0 0-638,0 0-542,0 0-401,0 0-150,-34 27 14,-6 4 24,-161 134 930,114-92-164,40-36-331,2 2 1,-31 37-547,75-76-53,1 0 0,0 0 1,-1 0-1,1 1 0,0-1 0,-1 0 1,1 0-1,0 1 0,0-1 0,-1 0 0,1 0 1,0 1-1,0-1 0,0 0 0,-1 1 1,1-1-1,0 0 0,0 1 0,0-1 1,0 0-1,0 1 0,0-1 0,0 1 1,0-1-1,0 0 0,0 1 0,0-1 1,0 0-1,0 1 0,0-1 0,0 1 0,0-1 1,0 0-1,0 1 0,0-1 0,1 1 53,13-1-1182,20-8-851,-1-6-1637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7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533 1 11763,'0'0'2392,"0"0"-888,-169 131 193,99-63-1129,8 3-384,-1 1-120,7-1-64,6-5 0,10-7-392,17-11-256,23-18-577,0-16-1615,7-14-2705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8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0 12843,'0'0'1856,"0"0"-376,-195 179 673,122-99-1417,13-5-464,17-13-160,17-11-112,16-13-376,10-11-1584,0-15-3361</inkml:trace>
  <inkml:trace contextRef="#ctx0" brushRef="#br0" timeOffset="1">524 402 13139,'0'0'1752,"0"0"-1280,-215 161 1441,135-93-1121,17-11-560,20-10-232,30-11-360,13-15-2689,0-15-11098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8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860 1 14131,'0'0'2281,"-188"122"-1073,65-36 1480,-12 15-1391,12-5-793,21-7-312,19-9-136,24-8-56,19-16-936,33-17-1521,7-21-2200,7-18-3665</inkml:trace>
  <inkml:trace contextRef="#ctx0" brushRef="#br0" timeOffset="1">880 248 15131,'0'0'1857,"-182"116"-801,70-39 1512,-7 13-1615,13 2-657,20-15-176,26-8-120,27-16-760,33-26-1153,17-15-1080,26-12-3680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9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1056 1 14739,'0'0'2041,"-169"110"-817,56-30 1656,-22 19-1295,-1 2-737,1 3-216,9-3-400,20-9-160,27-23-72,32-19-624,37-23-1000,43-27-2217,34-15 672,9-24-5617</inkml:trace>
  <inkml:trace contextRef="#ctx0" brushRef="#br0" timeOffset="1">1204 150 16131,'0'0'1953,"-178"122"-1097,65-42 1537,-12 12-1337,9 0-416,13-8-432,24-16-120,26-14-88,23-21-128,27-19-840,3-14-1401,46 0 281,73-53-169,-13-4-2704,3-2-2392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9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692 0 13635,'0'0'1968,"0"0"-503,-238 191 1279,125-105-1255,11 0-569,9-14-584,20-13-232,24-14-104,26-18-368,23-21-2489,9-6-2624,25 0-4569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29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633 1 15843,'0'0'1953,"0"0"-841,-265 196 1041,163-113-1329,12 1-432,21-19-280,16-2-112,16-13-280,21-8-1065,16-12-863,0-12-913,33-12-4152</inkml:trace>
  <inkml:trace contextRef="#ctx0" brushRef="#br0" timeOffset="1">897 176 15547,'0'0'2129,"0"0"39,-215 173-519,129-96-985,17-5-664,29-1-504,24-23-2553,16-27-6185</inkml:trace>
  <inkml:trace contextRef="#ctx0" brushRef="#br0" timeOffset="2">1337 212 14899,'0'0'1905,"0"0"-1329,-178 167 344,105-90-792,-16 15-128,16-17-2273,20-25-6616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30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748 1 12659,'0'0'1904,"0"0"-1072,-265 131 561,156-78-953,7-5-440,-11-3-953,24-13-2911,19-17-2418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30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1016 0 11378,'0'0'1617,"-208"87"-729,75-25 1184,-16 13-927,7 5-585,13 0-376,23-8-88,27-13-96,33-17-1120,26-18-3081,16-21-8090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30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748 284 11146,'0'0'1337,"0"0"-977,0 0 168,-202 226-272,123-134 80,-7 3-80,10-15-88,16-2-168,24-28-1568,23-23-9467</inkml:trace>
  <inkml:trace contextRef="#ctx0" brushRef="#br0" timeOffset="1">566 450 8706,'0'0'3217,"-172"128"-2425,83-54 864,3 7-1112,30-22-544,26-26-2408</inkml:trace>
  <inkml:trace contextRef="#ctx0" brushRef="#br0" timeOffset="2">546 1 11210,'0'0'3145,"-185"119"-2873,79-39 336,4 15-360,22-8-240,31-16-8,26-23-416,23-30-4929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31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1 12819,'0'0'1600,"0"0"-432,-69 178-87,19-44-681,-9 51-192,-8 38 128,1 12-176,7-15-104,9-32-56,24-69-1601,6-30-7072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31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1 14507,'0'0'1472,"0"0"-1047,0 0 111,-20 229-160,0-122 128,-6 3-264,-4-6-144,-3-2-40,-7-7-48,-3-9-8,-13 24-1264,10-21-3265,13-17-5842</inkml:trace>
  <inkml:trace contextRef="#ctx0" brushRef="#br0" timeOffset="1">242 1072 13955,'0'0'1408,"0"0"-904,0 0-272,0 161-232,46-161-376,7 0-5505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31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0 13899,'0'0'1992,"-106"194"-1343,40-69 1983,0 6-1480,20-18-760,39-27-392,7-32-1888,10-34-5674</inkml:trace>
  <inkml:trace contextRef="#ctx0" brushRef="#br0" timeOffset="1">510 155 15331,'0'0'1897,"0"0"-1417,-126 241 1072,80-137-1080,16-9-336,30-14-136,3-28-760,40-29-3249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32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17572,'0'0'1752,"0"0"-592,0 0-215,0 0-945,175 56-1385,-119-56-3448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53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662 0 7698,'0'0'2360,"0"0"-599,0 0-329,0 0-656,0 0-232,0 0-16,-115 128 152,75-56-80,-13 14-119,-13 15-201,-14 6-80,-2 6-128,2-12-8,17-8-64,17-22-40,23-23-768,13-21-1425,7-22-3800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53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0 8914,'0'0'1600,"0"0"-536,0 0-95,0 0-377,0 0-104,-23 235-56,-11-107 48,-9 6-160,0 0-160,0-9-64,7-15-72,20-9-24,12-29-640,4-30-5617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54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580 1 13123,'0'0'1904,"0"0"-1400,0 0-8,0 0 145,-100 190-265,28-62-160,-28 45-72,1-10-16,13-14-80,20-27-40,36-45 0,14 10-8,6-19-1144,10-29-5922</inkml:trace>
  <inkml:trace contextRef="#ctx0" brushRef="#br0" timeOffset="1">676 334 7682,'0'0'7233,"-172"181"-6409,42-20 265,5 3 447,19-16-520,36-26-488,34-35-296,10-7-120,16-6-112,10-23-1224,0-36-3193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54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619 0 6769,'0'0'5338,"0"0"-3962,-221 235 248,122-119 65,6 0-793,10-2-456,14-13-232,22-15-96,41-32-112,6-28-664,3-20-4513</inkml:trace>
  <inkml:trace contextRef="#ctx0" brushRef="#br0" timeOffset="1">987 110 11090,'0'0'897,"0"0"-313,0 0 968,-136 161 200,50-63-431,-13 9-553,-4 0-216,7-5-128,20-16-208,23-21-208,53-41-8,0-21-1552,27-3-4410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54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758 1 10002,'0'0'2921,"0"0"-1825,-212 229 456,106-125-319,0 3-465,4 0-512,9-8-144,20-13-104,20-18-8,40-29-728,13-18-2057,0-21-7217</inkml:trace>
  <inkml:trace contextRef="#ctx0" brushRef="#br0" timeOffset="1">946 236 10682,'0'0'2257,"0"0"-865,-169 172 208,83-91-639,0 2-569,4-3-248,6-5-96,13-4-48,20-20-920,20-21-3385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55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0 12459,'0'0'1808,"0"0"-1216,-129 170 977,62-96-681,8-11-560,19-9-280,27-10-48,10-14-1553,3-18-4992</inkml:trace>
  <inkml:trace contextRef="#ctx0" brushRef="#br0" timeOffset="1">649 188 14187,'0'0'1912,"0"0"-1375,-175 134 143,112-81-192,10-11-488,16-12-1601,11-9-9305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59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0 134 4793,'0'0'1224,"0"0"-426,0 0 69,0 0-55,0 0-25,0 0 217,0 0 276,0 0 303,0 0 182,0-4 1248,0-18-2022,1 17-937,0 1-1,0 0 1,0 0-1,0 0 1,1 0-1,-1 0 1,1 0-1,0 0 1,0 1-1,0-1 1,1 1-1,0-1 1,-1 1-1,1 0 1,0 0-1,0 0 0,1 0 1,-1 0-1,1 1 1,-1 0-1,1 0 1,2-1-54,2-2 7,0 1 1,0 0-1,1 1 0,-1 0 0,1 0 1,0 1-1,0 0 0,0 0 1,0 1-1,3 0-7,-10 1-2,0 1-1,0-1 1,0 1-1,-1-1 1,1 1-1,0-1 1,-1 1 0,1 0-1,0 0 1,-1 0-1,1 0 1,-1 0-1,1 0 1,-1 0 0,0 1-1,0-1 1,1 0-1,-1 1 1,0-1-1,0 1 1,0 0 0,0-1-1,-1 1 1,1 0-1,0-1 1,-1 1-1,1 0 1,-1 0 0,0 0 2,11 61 58,-10-50-39,5 56 5,-3-27-11,1 0 0,4 6-13,-6-37 5,1 1-1,0-1 0,1 1 0,0-1 0,1-1 0,0 1 0,1 0 1,0-1-1,7 8-4,-9-15-9,0 1 0,0 0 0,0-1 0,1 0 0,0 0 0,-1 0 0,1-1 0,0 0 0,0 0 0,1 0 0,-1 0 0,0-1 0,1 0 0,-1 0 1,1 0-1,0-1 9,-1 1-373,0-1 1,1 0 0,-1 0-1,0 0 1,1-1 0,-1 0-1,0 0 1,0 0 0,0-1 0,2 0 372,7-9-3972,-7-3-2227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8:59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500 1 3225,'0'0'10010,"0"0"-8586,0 0 200,0 0-487,-209 220-753,140-122-200,-1 9-48,8-5-72,15 5-64,17-30-1176,17-23-5090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01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 7098,'0'0'3708,"0"0"-2239,0 0-430,0 0-227,0 0-392,-15 25-216,-49 80-19,51-82-67,10-20-33,0 1-1,1 0 0,0-1 0,0 1 0,0 0 0,0 0 1,0 0-1,1 0 0,0 0 0,0 1 0,0-1 0,0 0 0,0 2-84,1-5 95,17-4 192,-10 0-259,-1 0 0,-1-1 0,1 0 0,0-1 0,-1 1 0,0-1 0,0 0 0,0 0 0,-1-1 0,1-1-28,41-62 95,-43 64-86,33-58 167,-35 62-168,-1 1-1,0-1 1,1 1-1,-1-1 1,0 1 0,1 0-1,-1-1 1,1 1-1,-1 0 1,0 0 0,1-1-1,-1 1 1,1 0-1,-1 0 1,1-1 0,-1 1-1,1 0 1,-1 0-1,1 0 1,-1 0 0,1 0-1,-1 0 1,1 0-1,-1 0 1,1 0 0,-1 0-1,1 0 1,-1 0-1,1 0 1,-1 1 0,1-1-1,-1 0 1,1 0-1,-1 0 1,1 1 0,-1-1-1,1 0 1,-1 1 0,0-1-1,1 0 1,-1 1-1,1-1 1,-1 0 0,0 1-1,0-1 1,1 1-1,-1-1 1,0 1-8,13 21 75,-12-22-72,6 19-165,1 0 0,2-1 0,0 0 0,0 0 0,2-1 0,0-1 0,1 0 1,1 0-1,0-1 0,7 4 162,0-3-4231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02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77 143 7114,'0'0'2871,"0"0"-524,0 0-276,0 0-559,0 0-493,0 0-431,0-7-145,0-18-24,-3 79 70,0-30-331,2 0 1,1 0-1,1 0 1,3 21-159,-3-43 12,-1 0 1,1 0-1,0 0 1,0-1-1,0 1 0,0 0 1,1 0-1,-1 0 1,0-1-1,1 1 0,-1-1 1,1 1-1,0-1 1,-1 0-1,1 1 1,0-1-1,0 0 0,0 0 1,0 0-1,0 0 1,0-1-1,0 1 0,0 0 1,0-1-1,0 0 1,0 1-1,0-1 1,0 0-1,2 0-12,0 0 23,0 0-1,0 0 1,0 0 0,0 0-1,0-1 1,0 0 0,-1 0-1,1 0 1,0 0 0,0 0-1,-1-1 1,1 0 0,0 0-1,-1 0 1,4-2-23,-1-3 11,0 1 0,0-1 0,0-1 0,-1 1 0,0-1 0,0 0 1,-1 0-1,0 0 0,0-1 0,-1 1 0,0-1 0,-1 0 0,0 0 0,0-5-11,3-20 36,-3-1 1,-1 1-1,-2-14-36,1 2 11,0 45-61,0 5-46,3 67 79,4 1-1,3-1 0,4 2 18,-1-1 15,-2 1-1,-4 0 0,-3 4-14,-5 65 16,1-140-14,0 1 0,-1-1 1,0 0-1,1 1 0,-1-1 1,0 1-1,0-1 0,0 0 1,-1 0-1,1 0 0,0 0 0,-1 0 1,0 0-1,1 0 0,-1 0 1,0 0-1,0-1 0,0 1 1,0-1-1,0 1 0,0-1 1,-1 0-1,1 0 0,0 0 1,-1 0-1,0 0-2,-11 3 17,0 0 1,0-1-1,0 0 1,-7-1-18,-21 5-26,1 4-2555,-1-3 1,0-1 2580,2-3-7395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39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1 164 14755,'0'0'2943,"0"0"-499,0 0-380,0 0-896,0 0-510,22-3 51,-6 1-565,17-2 271,0-2 1,0-1 0,29-10-416,-4-2 488,-5 2-347,0-1 0,-2-3 0,16-11-141,-57 23-1782,-20 3-4456,-11 3-638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0 10282,'0'0'6124,"0"0"-3478,0 0-734,0 0-893,-9 31-519,1-4-344,-5 17 338,2 1 0,1 0 0,-2 41-494,5 44 1998,8 76-1998,-1-195 44,1 0 0,1 0 0,0 1 0,0-1 1,1 0-1,1-1 0,0 1 0,0-1 0,1 1 0,0-1 1,1-1-1,0 1 0,6 6-44,-7-10 9,1 0 0,-1 0 1,1-1-1,0 1 0,0-1 0,0-1 0,1 1 1,0-1-1,0 0 0,0-1 0,0 0 1,0 0-1,1 0 0,0-1 0,-1 0 1,1 0-1,0-1 0,0 0 0,5-1-9,-7 1-85,1-1 0,-1 0 0,1-1 0,-1 1-1,0-1 1,0-1 0,1 1 0,-1-1 0,0 0 0,0 0-1,0-1 1,-1 0 0,1 0 0,-1 0 0,1 0-1,-1-1 1,0 0 0,0 0 0,-1-1 0,1 1 0,-1-1-1,0 0 1,0 0 0,-1-1 0,0 1 0,1-1-1,-2 1 1,1-1 0,-1 0 0,0 0 0,0 0-1,0-3 86,1-12-2070,-1-1-1,-1 0 0,-1-7 2071,0 23-778,0-37-5940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0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1 250 14539,'0'0'5145,"0"0"-3640,0 0 383,0 0-1088,0 0-512,0 0-168,0 0-64,185-74-40,-135 41-16,22-20-832,-15 5-3529,-4 6-6953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0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0 12635,'0'0'5382,"0"0"-2595,0 0-405,0 0-1079,0 0-849,-11 31-54,-25 73 349,4 1 0,5 2 0,-4 44-749,29-136 45,-2 13-3,1 0-1,1 0 1,1 0 0,2 0-1,0 0 1,5 20-42,-4-42-4,0-1 1,1 0 0,-1 0 0,1 0-1,0 0 1,0 0 0,0 0 0,1-1-1,0 0 1,0 0 0,0 0 0,0 0-1,1 0 1,-1-1 0,1 0 0,0 0-1,0 0 1,0-1 0,0 1 0,1-1-1,-1 0 1,1-1 0,-1 1 0,1-1-1,0 0 1,3-1 3,17 3-411,-1-1 0,1-1 0,0-1-1,0-2 1,1-1 411,58-13-4167,-8-9-3103</inkml:trace>
  <inkml:trace contextRef="#ctx0" brushRef="#br0" timeOffset="1">622 200 17468,'0'0'3993,"0"0"-2617,0 0 72,0 0-72,0 0-479,123 196-217,-83-134-208,-1 4-208,-2-7-168,-4-5-48,0-9-48,-3-10-48,-4-8-392,-3-18-664,-6-9-1161,-4 0-3608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1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513 1 16363,'0'0'2937,"0"0"-872,0 0-281,0 0-344,-172 226-544,113-143-103,-1-6-233,4-5-304,3-13-136,10-8-112,10-12-8,10-13-304,10-5-520,13-12-849,16-9-967,24-6-225,6-23-2360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1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13475,'0'0'2832,"0"0"1057,66 152-1192,-40-69-865,-2 6-655,-8 3-305,-6-5-176,-7-10-192,-3-8-304,0-10-136,0-8-64,-13-10-216,-10 7-952,3-12-2489,7-10-6969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1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12051,'0'0'4441,"0"0"-3353,0 0 600,0 0-888,0 0-552,221 0-208,-161-6-40,-14 6-1704,-16-3-3377</inkml:trace>
  <inkml:trace contextRef="#ctx0" brushRef="#br0" timeOffset="1">120 319 12603,'0'0'2088,"0"0"-31,0 0 279,0 0-1280,0 0-752,212 6-304,-143-9-1424,-13 3-2529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4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63 11466,'0'0'2630,"0"0"-625,0 0-42,0 0-393,0 0-372,0 0-375,-6-10-309,-18-30-176,22 38-290,-1 1-1,1-1 1,-1 1-1,0 0 1,1 0-1,-1 0 1,0 0-1,0 0 1,1 0-1,-1 1 1,0 0-1,0-1 1,0 1-1,0 0 1,0 0-1,1 1 1,-1-1-1,0 0 1,0 1-1,0 0 1,0 0-1,1 0 1,-2 0-48,-1 3 23,1 0-1,0 1 1,0-1 0,0 0 0,0 1 0,1 0 0,-1 0-1,1 0 1,1 0 0,-1 1 0,1-1 0,-1 4-23,-23 76 180,25-79-166,-10 47 97,2 0 0,2 1 1,1 53-112,11 166 669,5-157 131,14 57-800,-7-70 350,-5 1 0,-5 14-350,-5-47 170,1 33 723,-8 54-893,4-149 39,1-3-21,0 1 1,-1 0 0,0-1 0,0 0 0,-1 1 0,0-1 0,-2 6-19,3-12 4,1 1 1,-1-1 0,1 1-1,0-1 1,-1 1 0,1-1-1,-1 0 1,0 1 0,1-1 0,-1 0-1,1 0 1,-1 1 0,1-1-1,-1 0 1,0 0 0,1 0-1,-1 0 1,1 0 0,-1 0-1,0 0 1,1 0 0,-1 0 0,0 0-1,1 0 1,-1 0 0,1 0-1,-1 0 1,0-1 0,1 1-1,-1 0 1,1 0 0,-1-1-1,1 1 1,-1 0 0,1-1 0,-1 1-1,1-1 1,-1 1 0,1-1-1,0 1-4,-24-21-243,20 17 61,1 2-2,0 0 0,0 0 1,0 0-1,-1 0 0,1 1 0,0-1 0,-1 1 0,1 0 0,-1 0 0,1 0 1,-1 1-1,1-1 0,-1 1 184,-30-1-4736,19 1 1165,-18 0-8370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4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96 12859,'0'0'2032,"0"0"81,0 0 615,0 0-983,0 0-689,192 6-552,-139-15-304,0-3-128,-7-3-72,4-9-760,-10 4-2969,-10-1-2984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5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0 268 14595,'0'0'2358,"0"0"-1031,0 0-254,0 0-104,3 30-312,2 17-179,7 34-478,-10-76 43,-1 1 0,1-1 0,0 1 0,0-1 0,1 0 0,-1 0 0,1 0 0,1 0 0,-1 0 0,0-1 0,1 1 0,0-1 0,0 0 0,1 0 1,-1-1-1,1 1 0,0-1-43,4 3 59,0-2 1,1 1 0,0-1 0,-1-1 0,1 0 0,1 0-1,0-1-59,9 2 84,1 0-1,0-2 1,-1 0-1,1-2 0,0 0 1,3-1-84,-16 0 28,1 0 1,-1 0 0,1-1 0,-1 0 0,0 0-1,0-1 1,0 0 0,0 0 0,0-1 0,0 0-1,-1-1 1,0 0 0,0 0 0,0 0 0,4-5-29,-8 6 69,0 1 0,0-1 0,-1 1 0,1-1 0,-1 0 0,0 0 0,0 0 0,0 0 0,-1 0 0,1 0 0,-1 0 0,0-1 0,-1 1 0,1-1 0,-1 1 0,1 0 0,-1-1 0,-1 1 0,1-1 1,-1 1-1,0-4-69,-1 2 49,0-1 1,0 1 0,-1 0 0,0 0 0,0 0 0,0 1 0,-1-1 0,0 1 0,0 0 0,0 0-1,-1 0 1,0 0 0,0 1 0,0 0-50,-12-10-146,-1 2 0,-1 0 1,0 1-1,-1 1 146,-46-20-5633,38 17-2365</inkml:trace>
  <inkml:trace contextRef="#ctx0" brushRef="#br0" timeOffset="1">434 464 13795,'0'0'2601,"0"0"-89,0 0-247,0 0-665,0 0-704,0 0-576,188-65-208,-155 23-32,-13-5-80,-13-4-168,-7 0-360,0 7-704,-17 2-569,-3 12-271,4 10 888,-1-7 480,4 6-1081,6-3-4352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5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8194,'0'0'4562,"0"0"-2982,0 0-365,0 0-174,0 0-303,0 0-172,25 25-10,78 73-81,-102-96-458,1 0 1,-1-1-1,1 1 1,0-1-1,-1 1 1,1-1-1,0 0 1,0 0 0,0 0-1,0 0 1,0 0-1,0 0 1,0-1-1,0 1 1,1 0-1,-1-1 1,0 0-1,0 0 1,0 0-1,1 0 1,-1 0 0,0 0-1,0 0 1,0 0-1,1-1 1,-1 0-1,0 1 1,0-1-1,0 0 1,0 0-1,0 0 1,0 0-1,0 0 1,1-1-18,1-3 30,0 1 1,-1-1-1,1 0 0,-1 0 1,0 0-1,0 0 0,-1-1 1,1 1-1,0-3-30,0 0 39,1-4 101,0 0 0,-1-1 0,0 1 0,-1-1 1,0 0-1,-1 0 0,-1-4-140,1 10 270,-1-1 0,0 1 0,-1 0 0,0 0 0,0 1 0,0-1 0,-1 0 0,0 0 0,0 0 0,0 1 0,-1-1 0,0 1 1,-4-6-271,7 12 16,0 0 1,-1 0 0,1-1 0,0 1 0,0 0-1,0 0 1,0 0 0,0 0 0,0-1 0,-1 1 0,1 0-1,0 0 1,0 0 0,0 0 0,0 0 0,-1 0-1,1-1 1,0 1 0,0 0 0,0 0 0,-1 0-1,1 0 1,0 0 0,0 0 0,0 0 0,-1 0 0,1 0-1,0 0 1,0 0 0,0 0 0,-1 0 0,1 0-1,0 0 1,0 0 0,0 0 0,-1 0 0,1 1 0,0-1-1,0 0 1,0 0 0,-1 0 0,1 0 0,0 0-1,0 0 1,0 1 0,0-1 0,0 0 0,-1 0 0,1 0-1,0 0 1,0 1 0,0-1 0,0 0 0,0 0-1,0 0 1,0 0 0,0 1 0,0-1 0,0 0-1,0 0 1,0 0 0,0 1 0,0-1-17,-4 25 166,6 30-263,0-44 108,1-1 0,0 0 1,1 1-1,0-1 0,1 0 1,0-1-1,0 1 0,1-1 1,0 0-1,7 6-11,-12-13-27,1 1 1,0-1 0,0 0-1,0 0 1,0 0-1,0 0 1,0-1-1,1 1 1,-1-1 0,0 1-1,1-1 1,-1 0-1,1 0 1,0 0 0,-1 0-1,1 0 1,0-1-1,0 1 1,-1-1-1,1 1 1,0-1 0,0 0-1,0 0 1,0-1-1,-1 1 1,1-1-1,0 1 1,0-1 0,-1 0-1,1 0 1,0 0-1,-1 0 1,1 0-1,-1-1 1,0 1 0,1-1-1,-1 0 1,0 1-1,0-1 1,0 0 0,0 0-1,0-1 1,0 1-1,-1 0 27,32-49-2286,-14 11-2261,-2-4-5279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6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80 14267,'0'0'1788,"0"0"-77,-4 25-37,-9 85-614,12-102-941,1 0 0,-1-1-1,1 1 1,1 0 0,0 0-1,1 4-118,-2-9 37,1-1 0,-1 0-1,1 0 1,0 0-1,0 0 1,0 0 0,0 0-1,0 0 1,1 0 0,-1 0-1,0-1 1,1 1 0,-1-1-1,1 1 1,0 0-37,3 0 52,1 1-1,-1-1 1,0-1 0,1 1 0,-1-1-1,1 0 1,-1 0 0,1-1 0,0 1-1,-1-1 1,1 0 0,3-1-52,-7 1 6,10 0 33,1-1 1,-1 0 0,0-1-1,0 0 1,0-1 0,0 0-1,0-1 1,-1 0 0,1-1-1,2-2-39,-9 4 11,1 0-1,-1 0 0,0-1 1,0 0-1,0 0 0,0-1 1,-1 1-1,0-1 0,0 0 0,0 0 1,0 0-1,-1 0 0,0-1 1,0 0-1,0 1 0,-1-1 1,0 0-1,0 0 0,0-1 1,0-4-11,-1 3 18,0-1 1,0 1 0,-1 0 0,0-1 0,-1 1 0,0-1 0,0 1 0,0 0-1,-1 0 1,-1 0 0,1 0 0,-3-4-19,3 7-40,-1 1 1,0-1-1,0 1 1,0 0-1,0 0 1,0 1-1,-1-1 1,0 1-1,0-1 1,0 1-1,0 0 1,0 1-1,-1-1 1,1 1-1,-1 0 1,1 0-1,-1 0 1,0 0-1,0 1 1,0 0-1,0 0 1,-1 0 39,-4 0-433,0 1-1,-1 0 1,1 0 0,0 1 0,0 0 0,0 1-1,0 0 1,0 1 0,0 0 0,1 0 0,-1 1-1,-6 4 434,-48 29-6292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6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13315,'0'0'2792,"0"0"-418,0 0-405,30-11-786,96-30-499,-121 39-658,1 0-1,-1 1 1,1 0 0,0 0 0,-1 1-1,1-1 1,0 1 0,-1 0 0,1 1-1,0-1 1,-1 1 0,1 1 0,-1-1-1,1 1 1,-1-1 0,1 2 0,-1-1-1,0 1 1,0-1 0,0 1 0,-1 1 0,1-1-1,-1 1 1,1-1 0,-1 1 0,0 1-1,-1-1 1,1 0 0,-1 1 0,0 0-1,1 0-25,3 9 64,0 0-1,-1 1 0,-1-1 0,0 1 0,-1 0 0,0 0 0,-1 1 1,-1-1-1,0 12-63,0-4 122,-2 0 0,0 0 1,-1 0-1,-2-1 1,0 1-1,-1 0 0,-2-1 1,-5 14-123,6-23 41,-1 0 0,0 0 0,-1-1 0,0 1 0,-1-2 1,-1 1-1,0-1 0,-1 0 0,1-1 0,-2 0 0,0-1 0,0 0 1,0-1-1,-5 3-41,10-7 0,1-1 1,-1 1 0,0-1-1,0 0 1,0 0-1,-1-1 1,1 0 0,0 0-1,-1 0 1,1-1 0,-1 0-1,0 0 1,1-1 0,-1 1-1,0-2 1,0 1-1,-5-2 0,11 2-29,0-1 0,-1 1 0,1-1 0,-1 0 0,1 1 0,0-1 0,-1 0-1,1 0 1,0 0 0,0 0 0,0 0 0,-1-1 0,1 1 0,1 0 0,-1 0 0,0-1-1,0 1 1,0 0 0,1-1 0,-1 1 0,1-1 0,-1 1 0,1-1 29,-5-36-888,5 29 553,-1-49-2775,1 1-2190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6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 13755,'0'0'2865,"0"0"-1481,0 0 480,0 0-760,-66 181-231,62-112-169,4-4 32,0-5-72,7-10-256,16-11-136,7-9-120,3-6-40,7-7-56,3-5-56,36-12-600,-9 0-1984,-4-9-5298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7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10386,'0'0'2607,"0"0"-222,0 0-798,0 0-275,-9 28 349,-3 2-1111,5-13-265,1 0 1,1 0-1,0 0 0,1 1 1,1 0-1,1 0 0,0 0 0,1 0 1,1 0-286,0 46 781,2 0 0,3-1 0,3 1 1,3-1-1,7 18-781,-4-30 77,13 49-246,5 0 1,6 2 168,-29-87-2729,-7-33-857,-2-10-2334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7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1 575 4033,'0'0'13843,"0"0"-11155,0 0-1071,0 0-1025,221-89-400,-125 53-120,-6-3-72,12-17-248,-22 11-2553,-18 0-6897</inkml:trace>
  <inkml:trace contextRef="#ctx0" brushRef="#br0" timeOffset="1">900 1 17804,'0'0'4057,"0"0"-2969,0 0 368,0 0-808,-59 187 8,59-98-127,0 10-41,13-1-136,10-3-184,7-15-160,3-17 0,7-22-8,3-23-528,30-18-1193,-14-35-3256,-3-10-8474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8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0 13379,'0'0'2740,"0"0"-314,0 0-552,34 24-455,16 13-305,40 36-1114,-84-68 83,-1 1 1,0-1-1,0 1 1,0 0 0,-1 0-1,0 1 1,0-1 0,0 1-1,-1 0 1,0 0 0,-1 0-1,1 1 1,-1-1 0,-1 0-1,1 1 1,-1 0-1,-1-1 1,1 1 0,-1-1-1,-1 6-83,1 9 243,1-7-154,-1 0 1,0 0 0,-2 1 0,1-1 0,-2 0-1,0 0 1,-1-1 0,0 1 0,-2-1 0,1 0-1,-2 0 1,0 0 0,0-1 0,-1 0 0,-1 0-1,0-1 1,-1-1 0,0 1 0,-1-1 0,0-1-1,0 0 1,-1-1 0,-1 0 0,-2 1-90,6-4-31,-1-1 1,1 0-1,-1-1 1,1 1-1,-1-2 1,-1 0-1,1 0 1,0 0 0,-1-2-1,1 1 1,-1-1-1,1-1 1,-3 0 30,11 0-67,1 0 0,0-1 0,-1 1 0,1-1 0,-1 1 0,1-1 1,0 1-1,0-1 0,-1 0 0,1 0 0,0 0 0,0 0 0,0 0 0,0 0 0,0 0 1,0 0-1,0 0 0,0 0 0,0 0 0,0-1 0,1 1 0,-1 0 0,0 0 1,1-1-1,-1 1 0,1-1 0,0 1 0,-1-1 0,1 1 0,0 0 0,0-1 0,0 0 67,-1-59-3878,2 41 1147,-1-34-5047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8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107 337 12043,'0'0'4192,"0"0"-3519,0 0 1431,0 0-712,-93 220 17,83-125-201,7 0 24,3-8-472,3-19-432,33-17-152,11-25-80,6-14-80,3-12-16,20-38-880,-13-13-3649,-10-6-9362</inkml:trace>
  <inkml:trace contextRef="#ctx0" brushRef="#br0" timeOffset="1">411 0 13219,'0'0'3160,"0"0"-671,0 0-280,162 158-465,-119-60-168,-10 15-336,-20 6-247,-9-6-249,-4-11-352,0-16-208,-14-15-80,-2-20-104,-1-15-128,4-16-640,3-20-993,7 0-2487,3-14-4482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49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374 488 11482,'0'0'2504,"0"0"-529,0 0-194,0 0-584,0 0-286,0 0 43,-21-9-21,-69-25-209,87 32-698,-1 1-1,1 1 1,0-1 0,-1 0 0,1 1 0,-1 0 0,1 0-1,0 0 1,-1 0 0,1 0 0,-1 1 0,1-1 0,0 1-1,-1 0 1,1 0 0,0 0 0,0 1 0,0-1 0,0 1-1,0-1 1,0 1 0,0 0 0,0 0 0,1 1 0,-1-1-1,1 0 1,-1 1 0,1 0 0,-1 0-26,-5 6 46,-8 7 22,1 1 0,0 1 0,1 0 0,1 1 0,0 1 0,2 0 0,0 0 0,1 1 0,2 1 1,0-1-1,1 1 0,1 1 0,1-1 0,1 1 0,1 0 0,1 0 0,1 8-68,1-28 6,0 1-1,1 0 1,-1-1 0,0 1-1,1 0 1,0-1-1,0 1 1,0-1 0,0 1-1,1-1 1,0 0-1,-1 0 1,1 1-1,0-1 1,0 0 0,1-1-1,-1 1 1,1 0-1,-1-1 1,2 2-6,1-1 10,0 0 0,0 0 0,0 0-1,1 0 1,-1-1 0,1 0 0,0 0 0,-1-1 0,1 0-1,0 0 1,0 0 0,1 0-10,5-1 15,0 1 0,0-2-1,0 1 1,0-2 0,0 0 0,-1 0-1,1-1 1,-1 0 0,1-1-1,-1 0 1,0-1 0,8-5-15,-8 2 9,-1 0 1,0-1-1,0 0 1,-1 0-1,-1-1 1,1 0-1,-2 0 1,1-1-1,-1 0 1,-1-1-1,0 1 0,-1-1 1,0 0-1,-1-1 1,0 1-1,1-9-9,4-25 15,-3 0 0,-1-1 0,-2-46-15,-3 67-4,4-370 751,-4 318 1184,0 77-1379,1 11-495,17 137 307,7-2 1,11 22-365,-34-159-279,0 0 0,1 0 0,0 0 0,0 0 0,1 0 0,0-1 0,1 0 0,-1 0 0,1 0 0,1 0 0,-1-1 0,1 1 0,0-2 0,1 1 0,3 2 279,17 6-5807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50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9450,'0'0'5633,"0"0"-4625,0 0 257,0 0-1265,0 0-2185,0 0-4800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50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8906,'-22'62'1272,"22"-61"-2381,0 0 982,0-2 965,1 0 0,0 0 0,-1 1 0,1-1 0,0 0 1,0 1-1,0-1 0,-1 0 0,1 1 0,0-1 0,0 1 0,0 0 0,0-1 0,0 1 0,0 0 0,0-1 0,0 1 0,0 0 1,0 0-1,0 0 0,0 0-838,2-1 54,0 1 0,-1-1 0,1 0 1,-1 0-1,1 0 0,-1 0 0,0 0 1,1 0-1,-1-1 0,0 1 0,0-1 1,0 0-1,1 0-54,-1 0 4,0 0 1,0 0-1,1 0 0,-1 1 1,1-1-1,0 1 0,-1 0 1,1-1-1,0 1 0,0 0 1,0 1-1,0-1 0,2 0-4,-2 1-3,0 1 0,1 0 0,-1-1 1,1 1-1,-1 0 0,0 1 0,0-1 0,0 0 0,0 1 0,0 0 0,0 0 0,0 0 1,0 0-1,-1 0 0,1 0 0,-1 1 0,1-1 0,-1 1 0,0 0 0,0 0 0,0 0 0,0 1 3,7 13 0,0 0-1,-1 0 0,4 16 1,-1-7-6,25 80 5,-28-78 0,1 1-1,2-2 1,0 1-1,2-1 1,1-1 0,15 21 1,-25-43-3,0 0 0,1 0 0,-1-1 0,1 1 0,0-1-1,-1 0 1,1-1 0,0 1 0,1-1 0,-1 0 0,0 0 0,1-1 0,-1 1 0,1-1 0,-1 0 0,1-1 0,1 1 3,4-1-132,0 1-1,0-1 1,0-1 0,0 0 0,0-1 0,0 0-1,0 0 1,3-3 132,-11 5-109,0-1 0,0 0 0,0-1 0,-1 1 0,1 0 0,-1-1 0,1 1 0,-1-1 0,1 0 0,-1 0 1,0 0-1,0 0 0,0 0 0,0-1 0,0 1 0,-1-1 0,1 0 109,0-1-689,0-1 0,-1 0 1,0 0-1,0 0 0,0 0 0,0 0 1,-1 0-1,0 0 0,0-4 689,0-17-6266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50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653 1 14147,'0'0'4793,"0"0"-2969,0 0-983,0 0 535,-133 184 96,64-92-528,-7 1-231,3-7-297,10-9-264,7-11-104,10-10-48,-7 10-584,10-19-1817,3-5-5641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52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15723,'0'0'4457,"0"0"-3048,0 0-105,0 0-768,0 0-320,181-18-112,-98-3-32,0 0-64,-10 3-8,-17 7-400,-23 5-1152,-17 3-1537,-16 3-4169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9:52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4793,'0'0'7970,"0"0"-5618,0 0 1841,0 0-3089,219-9-616,-140-3-215,-9 6-177,-8 6-96,-12 0-104,-13 0-2569,-18 3-8737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09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51 11258,'0'0'4263,"0"0"-2576,0 0-507,0 0-372,-17 31-433,-51 102-183,67-129-180,-1-1-1,0 1 1,1 0 0,0-1 0,0 1-1,0 0 1,0 0 0,1 0 0,-1 0-1,1 0 1,0 0 0,0 0 0,1 0-1,-1-1 1,1 1 0,-1 0 0,1 0-1,1 0 1,-1 0 0,0-1-1,1 1 1,0-1 0,0 1 0,0-1-1,0 0 1,1 0 0,-1 0 0,1 0-1,0 0 1,-1 0 0,1-1 0,1 1-1,2 1-11,4 2 122,1 0-1,0-1 1,1 0-1,-1-1 1,1 0-1,0-1 0,0 0 1,7 0-122,-3 0 183,1 0 1,0-2-1,0 0 1,0-1-1,0 0 1,0-2-1,0 0 1,5-2-184,-18 3 61,0 0-1,1 0 1,-1-1 0,0 0 0,1 0-1,-1 0 1,0 0 0,-1 0-1,1-1 1,0 0 0,-1 0 0,1 0-1,-1 0 1,0 0 0,0-1 0,0 0-1,-1 1 1,1-1 0,-1 0-1,0 0 1,0 0 0,0 0 0,0-1-1,-1 1 1,0-1 0,0 1 0,0 0-1,0-1 1,-1 0 0,0 1 0,0-1-1,0 0-60,0-1 47,0 1 0,-1 0 0,0-1 0,0 1 0,0 0 0,-1-1 0,0 1 0,0 0 0,0 0 0,0 0 0,-1 1 0,0-1 0,0 1 0,0-1 0,-2-1-47,-8-8-107,0 2-1,-1-1 1,-1 2-1,0-1 108,-43-36-2554,27 16-1604,11 10-1670,5 3-4648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03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517 165 7274,'0'0'1773,"0"0"-522,0 0 474,0 0-272,0 0-62,0 0 246,5-9 212,17-28-220,-21 35-1520,1 0 0,-1-1 0,-1 1 1,1-1-1,0 1 0,0-1 0,-1 1 1,0-1-1,1 1 0,-1-1 1,0 1-1,0-1 0,0 0 0,-1 1 1,1-1-1,-1 1 0,1-1 0,-1 1 1,0-1-1,0 1 0,0 0 0,0-1 1,0 1-1,-1 0 0,1 0 1,-1 0-1,1 0 0,-1 0 0,0 0 1,0 0-1,0 0 0,0 1 0,0-1 1,0 1-1,-2-1-109,-3-3 84,-1 0 0,1 1 1,-1 0-1,0 0 0,-1 1 0,1 0 1,-1 1-1,-6-2-84,11 3 13,1 1 0,0-1 1,0 0-1,0 1 0,0 0 1,-1 0-1,1 0 0,0 0 0,0 1 1,0-1-1,-1 1 0,1 0 0,0-1 1,0 2-1,0-1 0,0 0 1,0 0-1,1 1 0,-1 0 0,0 0 1,-1 1-14,0 2 20,1 0 0,0 0 0,0 1 1,0-1-1,1 1 0,0 0 0,0-1 1,1 1-1,-1 0 0,1 0 0,0 6-20,-7 66 53,3 1 0,3 0 0,5 16-53,-1 20 89,-3-31 32,0 56 107,6-1 0,12 45-228,-6-107 238,-3 1 0,-4 1 0,-2-1 0,-7 38-238,1-90 100,-1-1-1,-1 0 1,-1 0 0,-1-1 0,-1 0 0,-2 0 0,0-1 0,-1-1 0,-1 0 0,-6 7-100,18-28 24,0 0 1,0 0-1,0 0 0,0 0 1,0 0-1,-1 0 1,1 0-1,0 0 1,0-1-1,-1 1 1,1 0-1,0-1 1,-1 1-1,1-1 1,-1 0-1,1 1 1,-1-1-1,1 0 1,0 0-1,-1 0 1,1 0-1,-1 0 0,1 0 1,-1 0-1,1 0 1,-1-1-1,1 1 1,-1 0-1,1-1 1,0 1-1,-1-1 1,0 0-25,-38-27 353,0-7-568,-46-44 36,37 19-4922,40 47-1229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10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0 298 9898,'0'0'1348,"0"0"-97,0 0 52,0 0-301,0 0 45,0 0-211,9-12-408,-1 0-235,0-1 1,-1-1-1,-1 1 0,0-1 1,0 0-1,-2 0 1,0-1-1,0 1 0,0-11-193,0-88 4013,-4 90-2552,0 21-904,0 5-326,-4 135-125,-9 32-106,13-169-21,0 0 0,0 0-1,0 0 1,0-1 0,0 1-1,0 0 1,0 0 0,-1-1-1,1 1 1,0 0-1,0 0 1,-1-1 0,1 1-1,0 0 1,-1-1 0,1 1-1,-1 0 1,1-1 0,-1 1-1,1-1 1,-1 1 0,1-1-1,-1 1 1,1-1-1,-1 1 1,0-1 21,-14 2-4198,3-2-491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10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126 6 10818</inkml:trace>
  <inkml:trace contextRef="#ctx0" brushRef="#br0" timeOffset="1">126 6 10818,'-125'33'1985,"135"-33"-1225,26-12 288,10-3-688,4 6-240,0 6-112,-1 3 48,-6 0-56,10 0-432,-10 12-1960,-6 0-3970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10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11707,'0'0'2080,"0"0"-590,0 0 23,0 0-466,0 0-217,28-23-144,92-73-165,-117 94-503,-1 0 1,1 0-1,0-1 1,1 2-1,-1-1 1,0 0-1,0 1 1,1-1-1,-1 1 1,1 0-1,-1 0 1,1 0-1,0 1 1,-1-1-1,1 1 1,0 0-1,-1 0 1,1 0-1,0 1 1,-1-1-1,1 1 1,0 0-1,-1 0 1,1 0-1,-1 0 1,0 1-1,1 0 1,-1-1-1,0 1 1,0 0-1,1 1-18,2 3 45,-1-1-1,0 1 1,0 1-1,0-1 1,-1 1-1,0-1 1,0 1-1,0 1 1,-1-1-1,1 4-44,0 2 115,0-1 0,-1 1 0,0-1 0,-1 1 0,0 0 0,-1 0 0,-1 0 0,0 0 0,0 0 0,-2 0 0,0 0 0,0-1 0,-1 1 0,0 0 0,-1-1 0,-1 0 0,0 0 0,0 0 0,-2-1 0,1 0 0,-1 0 0,-1 0 0,0-1 0,0 0 0,-1-1 0,-4 4-115,-3 3 123,0-1-1,-2 0 0,-3 1-122,16-12 21,-1 0-1,0-1 0,0 1 0,0-1 0,0-1 1,0 1-1,-1-1 0,1 0 0,-1-1 0,0 0 1,1 0-1,-7 0-20,12-1-15,0 0 1,0-1-1,0 1 1,0-1-1,0 1 1,0-1-1,0 1 1,0-1-1,0 0 1,0 1 0,0-1-1,0 0 1,1 0-1,-1 0 1,0 0-1,1 0 1,-1 0-1,0 0 1,1 0-1,-1 0 1,1 0-1,0 0 1,-1 0-1,1 0 1,0 0-1,-1 0 1,1 0-1,0 0 1,0-1-1,0 1 1,0-1 14,-1-45-1012,2 37 586,2-44-2489,14 3-1772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11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 7242,'0'0'7298,"0"0"-4169,0 0-724,0 0-880,-23 26-702,-11 14-155,-25 38-668,55-71 61,0-1 1,0 1-1,1 0 0,0 0 0,1 0 0,-1 0 1,1 0-1,1 1 0,-1-1 0,1 0 0,1 1 1,-1-1-1,1 1 0,1 0 0,0 6-61,1 14 215,-2-6-27,-1-7-37,1 0 0,0 0 0,1 0 0,1 0 0,1 0 0,3 11-151,-5-22 17,1-1 0,-1 1 0,1 0 0,0-1 0,0 1 0,1-1 0,-1 0 0,0 0 0,1 0 0,0 0 0,0 0 0,0-1-1,0 1 1,0-1 0,1 1 0,-1-1 0,1-1 0,-1 1 0,1 0 0,0-1 0,0 0 0,0 1 0,0-2 0,-1 1 0,1 0 0,0-1 0,4 0-17,63 3-1485,24-3 1485,-19-2-6457,-37 2-94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11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 14483,'0'0'2249,"0"0"-345,-70 160 352,47-71-839,7 10-425,16-7-328,0-9-400,13-17-144,20-13-120,7-14-72,9-3-832,-9-7-1985,-7-8-4560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12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49 10474,'0'0'1985,"0"0"-34,0 0 127,0 0-478,0 0-748,0 0-521,28-10-210,-28 10-121,38-14 50,1 3 0,5 0-50,-39 10 15,-1 0 0,1 1-1,-1-1 1,1 1 0,0 1 0,0-1-1,-1 1 1,1-1 0,-1 1 0,1 0-1,-1 1 1,1-1 0,-1 1 0,0 0-1,1 0 1,-1 0 0,0 1 0,-1 0-1,1-1 1,0 1 0,1 2-15,3 3 56,-1 1 0,-1-1 0,1 1 1,-1 0-1,-1 1 0,0-1 0,1 3-56,-1 0 85,0 0 0,-1 1 1,0 0-1,0-1 0,-2 1 0,0 1 1,0-1-1,-1 0 0,0 0 0,-2 1 1,1-1-1,-2 0 0,0 0 0,0 0 1,-1 2-86,-3 5 142,-1 0 1,0 0-1,-2-1 1,0-1 0,-1 1-1,0-1 1,-2-1-1,0 0 1,-5 4-143,-22 20 139,-1-1 0,-3-2 0,-1-2 0,-1-1 0,-28 13-139,79-44 789,17-2-608,28-1-116,170-1 315,-215 0-436,0 0 0,-1-1 1,1 0-1,-1 0 0,1 0 1,-1-1-1,0 1 0,1-1 0,-1-1 1,0 1-1,0-1 0,0 0 1,-1 0-1,1 0 0,0-1 56,36-40-6693,-23 17-3916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13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15739,'0'0'3129,"0"0"-1625,0 0 145,0 0-681,0 0-624,186-30-224,-147 21-120,4 0-352,27-6-1400,-14 4-1329,-3-1-3136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13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6105,'0'0'7442,"0"0"-4083,0 0-1084,0 0-990,0 0-594,33 1-215,9 0-329,-1 3 0,12 2-147,-49-5 17,0 0-1,0 0 0,0 0 0,0 1 1,0 0-1,0 0 0,0 0 0,0 0 0,0 0 1,-1 1-1,0 0 0,1-1 0,-1 1 1,0 1-1,0-1 0,-1 0 0,1 1 1,0-1-1,-1 1 0,0 0 0,1 3-16,1 2 57,-1 1-1,0 0 1,-1 1-1,0-1 0,0 0 1,-1 9-57,-1-17 11,2 17 111,-1-1 0,-1 1 0,-1-1 0,-1 1-1,-1 6-121,1-16 54,-1 1 0,0 0-1,0-1 1,-1 0 0,0 0-1,0 0 1,-1 0-1,0-1 1,-1 0 0,-4 6-54,-20 19 127,-2-2 1,-31 24-128,11-10 155,51-44 84,1-1 223,0 0 83,0 0-101,44 0-14,24 1-275,85-3-154,-141 1-361,-1-1 1,0 0 0,0-1-1,0 0 1,0-1-1,9-5 360,33-17-6020,-14 2-4083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13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14699,'0'0'2993,"0"0"-417,0 0-863,0 0-545,205 119-136,-162-59-264,-4-4-352,-6 1-160,0-10-184,-6-8-23,-7-12-49,-7-9 0,-6-10-569,-4-8-1071,0 0-2737,-3-14-3553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14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1 10970,'0'0'6354,"0"0"-5562,0 0 1216,0 0-863,-179 196-457,130-133-248,-1-7-88,4-8-160,9-9-96,8-10-96,9-11-8,13-9-712,7-9-1329,20 0-1767,13-15-3602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14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0 12635,'0'0'2072,"0"0"321,0 0 407,83 170-983,-66-93-729,-14 1-264,-3 2-272,0-6-120,-7-11-256,-12-13-64,-8-8-112,1-12-64,-1-9-1088,-3-9-1721,11-6-2432,5-3-6121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15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358 436 13619,'0'0'2118,"0"0"189,0 0-552,0 0-792,-32-6-464,-104-17-142,132 23-331,-1 0 0,0 0 0,0 0 0,1 0 0,-1 0 0,0 1 0,0 0 0,1 0 0,-1 1 1,1-1-1,-1 1 0,1 0 0,-1 0 0,1 0 0,0 1 0,0-1 0,0 1 0,-3 3-26,1 1 59,0 0 0,0 1 0,1-1 0,0 1 0,0 0 0,1 1 0,-1 1-59,-1 1 79,-4 12 74,1 1 0,1 0 0,1 0 0,1 0-1,1 1 1,1 0 0,1 0 0,1 0-1,2 25-152,0-45 17,0 0-1,0 0 0,1 0 0,-1-1 1,1 1-1,0 0 0,1 0 0,-1 0 1,1-1-1,0 1 0,0-1 0,0 1 1,2 1-17,-2-3 5,1 0 0,0-1 1,-1 1-1,1-1 1,0 1-1,1-1 0,-1 0 1,0 0-1,1 0 1,-1 0-1,1-1 0,-1 0 1,1 1-1,0-1 0,0-1 1,-1 1-1,1 0-5,7 1-21,-1-1 0,1 0 1,-1 0-1,0-1 0,1 0 0,-1-1 0,1 0 0,-1-1 0,0 0 1,1 0-1,-1-1 0,0-1 0,-1 0 0,1 0 0,-1-1 0,0 0 0,0 0 1,0-1-1,0-1 21,1-1-67,-1-1 1,0-1-1,-1 1 0,0-1 1,-1-1-1,1 0 1,-2 0-1,0 0 1,0-1-1,-1 0 1,-1 0-1,0 0 0,0 0 1,-1-1-1,0-7 67,6-55-132,-4-1-1,-4 0 0,-5-48 133,3 99-3,-2-13 912,-2 0 1,-1 1-1,-3-1 1,-3-7-910,-7-34 1208,20 147 35,27 208-1014,21 52-229,-46-311-376,0 0-1,2 0 1,5 14 376,-7-25-924,0 1 1,1-1-1,-1 1 1,1-1-1,1 0 1,1 2 923,8 6-9194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15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30 17396,'0'0'3008,"0"0"-1399,0 0-497,0 0-632,0 0-24,0 0-232,192 161 0,-162-98 104,-7-1-152,-13-8-88,-4-13-48,-2-11-40,-4-12-776,6-18-1280,1 0-3073,-1-21-5001</inkml:trace>
  <inkml:trace contextRef="#ctx0" brushRef="#br0" timeOffset="1">467 1 17052,'0'0'2128,"0"0"-640,0 0 121,-152 184-681,96-107-504,0-5-232,6-10-192,-13-5-376,17-18-4345,3-13-10922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24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13339,'0'0'1856,"0"0"-1336,0 0 201,0 0-185,182-74-104,-132 68-240,-4 3-64,-3 3 16,-3 0-88,-1 0-56,-2 0-8,-4 0-1280,-10-3-2665,-10 3-3801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24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13587,'0'0'2400,"0"0"-1391,0 0 807,0 0-952,0 0-584,0 0-280,186-24-112,-97 13-1264,-16 5-2361,-14 3-7289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25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28 10354,'0'0'2327,"0"0"-786,0 0 118,0 0-366,0 0-222,0 0-104,-6-5-45,4 3-875,0 0 1,0 0-1,0 0 1,0 0-1,0 1 0,-1-1 1,1 1-1,-1-1 1,1 1-1,-1 0 1,1 0-1,-1 0 1,0 0-1,0 1 1,1-1-1,-1 1 1,0 0-1,0-1 1,0 1-1,1 1 0,-1-1 1,0 0-1,0 1 1,0-1-1,1 1 1,-1 0-1,0 0 1,1 0-1,-1 0 1,1 0-1,-1 1 1,1-1-1,-1 1 1,1-1-1,0 1 1,0 0-1,-1 0-47,-4 9 52,0-1 1,1 0-1,0 1 1,0 1-1,1-1 1,1 1-1,0-1 1,0 1-1,2 0 1,-2 11-53,-3 22 241,3 0 0,2 11-241,2-52 23,-4 51 164,3 1 0,2-1 0,3 0 1,2 1-1,11 40-187,-14-85 21,63 264 529,-53-204-139,-3 0-1,1 68-410,-9-67 382,-4 0-1,-3 6-381,1-46 191,-1-1 1,-1 1-1,-2-1 0,-2 0 0,-11 25-191,-38 69 465,51-110-392,-1-1 1,0 0-1,-1 0 1,-1-1-1,0-1 1,-12 12-74,21-22 23,-1 0 0,1-1 0,-1 1 1,1-1-1,-1 1 0,1-1 0,-1 0 1,0 0-1,1 0 0,-1 0 0,0-1 1,0 1-1,0-1 0,0 1 1,0-1-1,1 0 0,-1 0 0,0-1 1,0 1-1,0 0 0,0-1 0,0 0 1,1 0-1,-1 0 0,0 0 0,0 0 1,1 0-1,-1-1 0,1 1 0,0-1 1,-1 0-1,1 1 0,0-1 0,-1-1-23,-8-7-483,1-1-1,0 0 0,0-1 1,1 0-1,-5-9 484,12 19-186,1-1-2829,1 4-3651,0 1-3983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25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62 328 7242,'0'0'6625,"0"0"-3386,0 0-667,-9 28-832,-27 96-712,31-103-755,1-1 1,1 1-1,-1 14-273,4-29 72,0 0 0,0 1 0,1-1 0,-1 0 0,1 0 0,1 1 0,-1-1 0,1 0 0,0 0 0,2 2-72,-2-5 25,1 1 0,-1-1-1,1 0 1,0 0 0,1 0-1,-1 0 1,0-1-1,1 1 1,-1-1 0,1 0-1,0 0 1,0 0-1,0 0 1,0-1 0,0 1-1,0-1 1,0 0-1,0 0 1,1-1 0,-1 1-1,0-1 1,0 0 0,1 0-1,-1-1 1,0 1-1,2-1-24,8 0 42,-1-1 0,1-1 0,-1 0-1,1-1 1,-1 0 0,0-1 0,11-6-42,-3 0 29,-1-2 0,0 0 0,0-1 1,-2-1-1,0-1 0,0-1 0,-1-1-29,-10 11 76,0-1 0,-1 0 0,0-1 0,0 1 0,-1-1 0,0 0 0,0 0 0,-1-1-1,0 0 1,-1 1 0,0-1 0,-1 0 0,0 0 0,0-1 0,-1 1 0,-1 0 0,0-9-76,0 15 17,-1-1 1,-1 1-1,1-1 1,0 1 0,-1-1-1,0 1 1,0 0 0,0 0-1,-1 0 1,1 0-1,-1 0 1,0 0 0,0 1-1,-3-3-17,-59-47-40,51 44-138,0-2 1,0 0-1,1-1 1,-1-2 177,-2-5-1315,2 0 1,1-1-1,0 0 1,1-1-1,0-4 1315,-11-40-7486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26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14011,'0'0'3858,"0"0"-2133,0 0-789,0 0 216,2 26-122,25 191 598,-7-133-783,-24-157 1160,-9 29-1908,10 40-40,9 29-87,6 15 26,2-1-1,9 14 5,-11-25 4,0-1 0,-2 2 0,-2-1 0,0 1-1,3 25-3,-11-52-88,0-1 0,0 0 0,-1 1-1,1-1 1,0 0 0,0 0-1,-1 1 1,1-1 0,-1 0-1,1 0 1,-1 1 0,1-1-1,-1 0 1,0 0 0,1 0-1,-1 0 1,0 0 0,0 0-1,0 0 1,0 0 0,0 0-1,0-1 1,0 1 0,0 0-1,0-1 1,-1 1 0,1 0-1,0-1 1,0 0 0,-1 1 88,-50 11-1307,21-6 352,13-1 478,12-4 416,0 0 1,0 1-1,1-1 1,-1 1-1,0 0 1,1 1 0,0-1-1,-1 1 1,1 0-1,-2 2 61,7-5-1,0 1 0,0-1 0,0 0-1,0 0 1,0 0 0,-1 0 0,1 1 0,0-1 0,0 0-1,0 0 1,0 0 0,0 1 0,0-1 0,0 0-1,0 0 1,0 1 0,0-1 0,0 0 0,0 0-1,0 0 1,0 1 0,0-1 0,0 0 0,0 0-1,0 0 1,0 1 0,1-1 0,-1 0 0,0 0 0,0 0-1,0 1 1,0-1 0,0 0 0,0 0 0,1 0-1,-1 0 1,0 1 0,0-1 0,0 0 0,0 0-1,1 0 1,-1 0 0,0 0 0,0 0 0,0 0 0,1 1-1,-1-1 1,0 0 0,0 0 0,0 0 0,1 0-1,-1 0 1,0 0 0,0 0 0,1 0 0,-1 0-1,0 0 1,0 0 0,0-1 0,1 1 1,17 1 5,-15-1-8,165 0-224,-58 0-4038,-52 0-2951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27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0 181 4601,'0'0'5963,"0"0"-3157,0 0-693,0 0-146,22-28-57,71-87-247,-91 112-1573,0 0-1,0 0 0,1 0 1,0 1-1,-1-1 1,1 1-1,0-1 1,0 1-1,0 0 1,1 0-1,-1 0 0,0 1 1,1-1-1,-1 1 1,1 0-1,0 0 1,1 0-90,-3 1 15,0 0 0,-1 0 1,1 1-1,0-1 0,-1 1 1,1-1-1,0 1 0,-1 0 1,1 0-1,-1-1 0,1 1 1,-1 0-1,0 0 0,1 1 1,-1-1-1,0 0 0,0 0 0,0 1 1,0-1-1,0 0 0,0 1 1,0-1-1,0 1 0,0 0-15,3 8 7,0 1 0,0-1 0,-1 1-1,-1 0 1,0 0 0,0 0-1,-1 3-6,2 9 19,-1 1-1,-1 0 1,-1 0-1,-2 0 1,0-1-1,-1 1 1,-1-1-1,-2 1 1,0-1-1,-1-1 1,-2 1-1,0-1 1,-1-1-1,-1 0 1,-3 3-19,0-5 51,-1 0 0,0 0-1,-1-2 1,-1 0 0,-5 3-51,21-19 231,1-1 256,0 0 12,0 0-122,13 0 26,38-2-315,-20 1 116,-1 1 0,15 2-204,-36-1 15,0 0 0,1 1 0,-1 0 0,0 1 0,0 0 0,-1 0 0,1 1-1,-1 0 1,0 1 0,2 0-15,-7-3-129,-1 0 0,1-1-1,0 0 1,-1 1 0,1-1-1,0 0 1,0 0 0,0-1-1,0 1 1,0-1 0,0 1 0,0-1-1,1 0 1,-1 0 0,0 0-1,0-1 1,0 1 0,0-1-1,0 0 1,0 0 0,0 0-1,-1 0 1,1 0 0,0 0 0,0-1-1,-1 1 1,2-2 129,5-4-1307,0 1 0,-1-2 0,0 1 0,0-1 0,-1-1 0,6-8 1307,18-27-10782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27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14915,'0'0'2571,"0"0"-421,0 0-838,35 4-489,14 3-181,49 12-642,-92-17 56,1 0 0,-1 0 0,0 1 0,0 0 0,0 0 0,0 1 0,-1-1 0,1 1 0,-1 0 1,0 1-1,0-1 0,0 1 0,-1 0 0,0 0 0,0 1 0,0-1 0,0 1 0,-1 0 0,0 0 0,2 5-56,1 0 124,11 26 295,-2 1 0,-1 1 0,3 16-419,-6-17 39,1-1 1,2-1-1,16 30-39,-29-65-78,4 5-871,0-8-2687,1-5-1419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27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1 12707,'0'0'4017,"0"0"-3153,0 0-288,0 0 944,-119 178-224,56-101-207,0 1-185,0-10-352,11-14-232,12-13-184,17-14-136,9-9 0,14-9-552,0-9-1368,34 0-1201,2 0-3176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28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39 13395,'0'0'2352,"0"0"-853,0 0-161,0 0-474,0 0-482,33-6-237,10-4-107,-9 3-11,-1 0 0,1 3 0,9 0-27,-41 3 843,-9 1-317,-27 2-209,15-1-568,0 1 0,1 1 0,-14 4 251,-86 38-5388,71-25-1705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29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11586,'0'0'2453,"0"0"-669,0 0-183,0 0-421,0 0-436,31-14-332,96-37-201,-125 50-198,1 0-1,0 0 1,-1 0-1,1 0 1,0 1 0,-1-1-1,1 1 1,0 0 0,0-1-1,-1 1 1,1 1-1,0-1 1,0 0 0,-1 1-1,1-1 1,0 1 0,-1 0-1,3 1-12,-3-1 21,0 1 0,-1-1 0,1 1 0,-1-1 0,1 1 0,-1-1 0,0 1 0,0 0 0,0 0 0,0 0 0,0 0 0,0 0 0,0 2-21,3 5 120,4 7-7,-2 0-1,0 1 1,-1 0-1,-1 1 1,0-1-1,-1 1 1,-1 0-1,-1 0 0,-1-1 1,0 1-1,-1 0 1,-1 0-1,0-1 1,-2 1-1,0-1 1,-1 1-1,-1-2 1,0 1-1,-1 0 1,-2 0-113,-14 19 301,-2-2 0,-2-1 0,-22 22-301,-22 28 254,71-83-240,0 0 0,1 1-1,-1-1 1,0 1 0,0-1-1,0 1 1,1-1 0,-1 0-1,0 1 1,1-1-1,-1 1 1,0-1 0,1 0-1,-1 0 1,0 1 0,1-1-1,-1 0 1,1 1-1,-1-1 1,0 0 0,1 0-1,-1 0 1,1 0 0,-1 1-1,1-1 1,-1 0-1,1 0 1,-1 0 0,1 0-1,-1 0 1,1 0 0,-1 0-1,1 0 1,-1 0 0,1-1-1,-1 1 1,0 0-1,1 0 1,-1 0 0,1-1-14,33 2 233,-28-1-114,45 1 148,-32 1-299,1-1 1,-1-1 0,1-1 0,-1-1-1,1-1 1,-1 0 0,11-4 31,40-23-2146,-23 6-2183,1-8-4186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29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13355,'0'0'4833,"0"0"-3209,0 0 425,0 0-737,0 0-184,196 104-448,-157-62-232,-2 0-272,-4-4-80,-3-2-80,-1-6 41,-6-9-57,-3-7-393,-6-11-943,-11-3-952,-3-3-2161,0-14-4401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30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0 2905,'0'0'13442,"0"0"-10873,0 0-1377,0 0-288,0 0 185,-139 182-401,76-105 56,4 3 112,3-8-328,6-10-336,17-14-128,10-15-64,10-15 0,9-10-720,4-8-856,14-11-1385,12-16-2440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30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13 12411,'0'0'2906,"0"0"-603,0 0-223,0 0-841,0 0-677,0 0-376,23-3-124,70-7-45,-92 10-16,1 0 1,-1 1-1,0-1 0,0 0 1,0 1-1,1-1 0,-1 1 1,0-1-1,0 1 0,0-1 1,0 1-1,0 0 1,0 0-1,0-1 0,0 1 1,0 0-1,0 0 0,0 0 1,0 0-1,-1 0 0,1 0 1,0 0-1,-1 0 0,1 0 1,-1 1-1,1-1 0,-1 0 1,1 0-1,-1 1 0,0-1 1,0 0-1,0 0 0,0 1 1,0-1-1,0 0 1,0 0-1,0 1 0,0-1 1,0 0-1,-1 0 0,1 1 1,-1-1-1,1 0 0,-1 1-1,0 7 17,1-3-9,-1 0-1,1 0 1,-1 0-1,-1-1 1,1 1-1,-1 0 1,0-1-1,0 1 1,-1-1 0,1 0-1,-4 4-7,-43 54 48,42-56-44,-1 1 1,1 1-1,0-1 0,1 1 1,0 1-1,0-1 0,1 1 1,0 0-1,1 0 0,0 0 1,-2 8-5,6-17 14,0 0 0,-1 1 1,1-1-1,0 0 0,0 0 0,0 0 1,0 0-1,0 0 0,0 1 1,0-1-1,0 0 0,0 0 0,0 0 1,1 0-1,-1 1 0,0-1 1,1 0-1,-1 0 0,1 0 0,-1 0 1,1 0-1,0 0 0,-1 0 1,1 0-1,0-1 0,0 1 0,0 0 1,-1 0-1,1 0 0,0-1 1,1 1-15,2 0 96,0 0 1,-1 0 0,1 0 0,0-1 0,0 0 0,0 0 0,0 0 0,3 0-97,7-1 53,58 1-48,-23 0-4897,-26 0-2455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30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197 486 11707,'0'0'4526,"0"0"-2079,0 0-976,0 0-743,0 0-544,-26 7-201,-6 3 12,-1 1 0,-6 4 5,36-13 1,-1 0 0,1 0-1,0 0 1,0 1 0,-1-1-1,2 1 1,-1-1 0,0 1-1,0 0 1,1 0 0,0 0-1,-1 0 1,1 1 0,1-1-1,-1 1 1,0-1 0,1 1-1,0 0 1,-1-1 0,2 1-1,-1 0 1,0 0-1,1 0 0,-3 10 12,-2 7 44,2-1 0,1 1 0,0 0 0,2 0 0,1 19-56,-1-37 10,1 1-1,-1-1 1,1 0-1,-1 0 1,1 0-1,0 0 1,0 0-1,1 1 1,-1-2-1,1 1 1,-1 0 0,1 0-1,0 0 1,0-1-1,0 1 1,0-1-1,1 0 1,-1 1-1,1-1-9,2 2 15,1-1 0,-1 0 0,0 0-1,1 0 1,0-1 0,-1 0 0,1 0 0,0 0 0,0-1 0,3 1-15,1-1 12,-1 0 0,1 0 0,-1-1 0,0 0 1,1-1-1,-1 0 0,1 0 0,-1-1 0,0 0 1,0-1-1,0 0 0,0 0 0,-1-1 0,2-1-12,-3 0 12,-1 0 0,0-1 0,0 0 0,0-1 0,0 1 0,-1-1-1,0 0 1,-1 0 0,0-1 0,0 1 0,0-1 0,-1 0 0,0 0 0,-1 0-1,1 0 1,-2-1 0,2-5-12,2-23 55,-2 0-1,-1 0 1,-2-18-55,0 31 18,0-60 643,-4 1 0,-3 0 0,-4 1 0,-7-15-661,13 76 516,-3-26 1216,8 46-1304,0 4-218,1 18-202,2 0 1,0 0-1,1-1 1,6 18-9,8 38 0,-6 11 5,-3 46-5,-3-44-306,-5-78-20,0 0 0,1 0 0,0 0 0,1 0 1,0-1-1,1 1 0,1 2 326,-2-7-933,0 0 1,0-1 0,1 1-1,0-1 1,0 0-1,0 0 1,0-1-1,2 1 933,20 13-10748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31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8490,'0'0'9386,"0"0"-7098,0 0-1111,0 0 103,0 0-328,0 0-520,169 107 224,-136-59-200,-7-4-240,-6-2-120,-3-6-88,-8-9 8,1-13-16,-6-5-392,-1-9-1112,4 0-2617,-4 0-2136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3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533 1 18804,'0'0'2689,"0"0"-1713,0 0-272,0 0-224,0 0-32,-179 172-24,113-103 0,3-4-184,7-5-144,7-10-96,16-5-480,-4 8-1720,11-8-3457,3-6-7546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32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0 2897,'0'0'5207,"0"0"-3237,0 0 228,0 0 32,0 0-425,0 0-279,-5 4-243,-3 5-1097,0-1 1,1 1-1,-1 0 1,2 1-1,-1-1 0,2 1 1,-1 1-1,1-1 0,1 1 1,-4 10-187,-8 30 532,-8 42-532,20-74 133,-12 57 124,4 1 1,3 0 0,4 1 0,3 18-258,2-71 18,1 0 1,1 0 0,1 0 0,1 0 0,6 20-19,-5-31-12,1 1-1,0-1 0,1 0 0,0 0 0,1-1 0,1 0 1,0-1-1,1 1 0,0-2 0,1 1 13,21 18-854,1-2 0,1-2 1,1 0-1,29 13 854,24 9-4376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32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 12019,'0'0'2640,"0"0"-1048,0 0 321,0 0-833,0 0-544,0 0-136,0 0 529,133 205 15,-133-86-464,-4 15-256,-32 6-104,-14-3-72,-2-3-48,-34 23-104,13-32-1400,7-26-3201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40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16492,'0'0'4104,"0"0"-2871,0 0-73,0 0-720,0 0-128,0 0 24,169 0-144,-116 0-40,-14-3-104,-6 0-48,-9 3-256,-8-3-992,-9 0-2561,-7 3-1160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40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14523,'0'0'2841,"0"0"207,0 0-855,0 0-833,0 0-496,0 0-360,0 0-288,191-18-136,-138 6-64,-6 3-16,-4 6-336,0 3-1472,-7 0-3425,-9 0-5209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42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14459,'0'0'2070,"0"0"352,0 0-783,0 0-982,0 0-311,37-16 86,120-45 44,-151 58-444,-1 1 1,1 1-1,0-1 1,-1 1-1,1 0 1,0 0-1,0 0 1,0 1-1,0 0 1,-1 0 0,1 0-1,0 1 1,0 0-1,0 0 1,-1 1-1,1 0 1,0 0-1,-1 0 1,0 0-1,1 1 1,-1 0-1,0 0 1,2 2-33,2 4 115,-1 0 0,0 0 0,-1 1 0,0-1 0,0 2 1,-1-1-1,0 1 0,2 7-115,-2-7 123,16 41 39,-3 1 0,-1 1 1,-3 1-1,-3 0 0,5 42-162,-1-5-164,-12-78 19,0-8-1181,-1-8-4309,0-11-452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43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453 0 14899,'0'0'3129,"0"0"-673,0 0-1207,0 0-753,0 0 376,-119 209 120,63-117-192,-4 0-168,1-3-199,6-14-265,10-13-96,13-17-72,10-18 0,10-13-112,7-14-385,3-8-535,0-25-2913,10-9-7209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43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14187,'0'0'2413,"0"0"-145,0 0-968,38-13-653,125-37-363,-150 46-262,1 1-1,-1 0 0,1 0 1,0 2-1,0 0 0,0 0 1,11 2-22,-8 0 13,-13-1-8,-1 0 0,0 0-1,1 1 1,-1-1 0,0 1 0,0 0 0,1 0 0,-1 0 0,0 1-1,0-1 1,0 1 0,0 0 0,-1 0 0,1 0 0,0 0-1,-1 0 1,1 0 0,-1 1 0,0-1 0,0 1 0,0-1 0,0 1-1,0 0 1,0 0 0,-1 0 0,1 0 0,-1 0 0,0 1 0,0-1-1,0 0 1,-1 0 0,1 1 0,-1-1 0,0 0 0,0 1 0,0-1-1,0 3-4,0 5 36,-1-1-1,0 1 1,-1 0-1,0-1 1,0 1-1,-1-1 1,0 0-1,-1 1 0,-1-2 1,1 1-1,-5 6-35,-23 29 36,-20 35 8,48-73-42,0 1 0,1 0 1,0-1-1,0 1 0,1 0 1,0 1-1,1-1 0,0 0 1,0 0-1,0 2-2,2-9 1,-1 0-1,0 0 1,0 0 0,1 0 0,-1 0-1,0 0 1,1 0 0,-1 0 0,1 0-1,0 0 1,-1-1 0,1 1-1,0 0 1,-1 0 0,1-1 0,0 1-1,0 0 1,-1-1 0,1 1 0,0-1-1,0 1 1,0-1 0,0 1-1,0-1 1,0 0 0,0 1 0,0-1-1,0 0 1,0 0 0,0 0 0,0 0-1,1 0 0,40 2 83,-32-3-30,71 0 479,-28-1-532,1 2 0,17 4 0,-65-3-953,0 1 0,0-1-1,0 1 1,-1 0 0,1 0 0,0 0 0,4 3 953,10 7-9056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44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10594,'0'0'3824,"0"0"-1444,0 0-483,0 0-1054,0 0-553,0 0-76,31 3-21,234 24 94,-231-23-291,-12 0-18,0-2 0,1 0 0,-1-1-1,0-1 1,5-2 22,-26 2-89,-1 0-1,1-1 1,0 1 0,-1 0 0,1 0-1,-1-1 1,1 1 0,-1 0 0,1-1-1,-1 1 1,1-1 0,-1 1-1,0 0 1,1-1 0,-1 1 0,0-1-1,1 1 1,-1-1 0,0 1-1,1-1 1,-1 0 0,0 1 0,0-1-1,0 1 1,0-1 0,1 0-1,-1 1 1,0-1 0,0 1 0,0-1-1,0 0 1,0 1 89,0-2-474,0-10-4287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49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51 12915,'0'0'2483,"0"0"-531,0 0-593,0 0-550,0 0-205,0 0-191,28-10-201,86-28-113,-113 38-98,0-1 1,0 1 0,0 0 0,0-1-1,0 1 1,0 0 0,1 0-1,-1-1 1,0 1 0,0 0-1,0 0 1,0 0 0,0 1-1,1-1 1,-1 0 0,0 0-1,0 1 1,0-1 0,0 0 0,0 1-1,0-1 1,0 1 0,0-1-1,0 1 1,0 0 0,0 0-1,0-1 1,0 1 0,-1 0-1,1 0 1,0 0-2,0 27 39,-2-20-22,1-1 3,0 1 0,-1-1 0,-1 0 0,1 1 0,-1-1 1,0 0-1,-1 0 0,0 0 0,0-1 0,0 1 0,-1-1 0,0 0 1,0 1-1,-1-2 0,0 1-20,-12 13 56,-1 0 1,-1-2 0,-15 11-57,24-20 1,8-6 77,7-2-30,19-8-18,-9 3-39,1 0 0,1 1 0,-1 0 0,13 0 9,-20 4-3,0 0 0,0 0-1,0 1 1,0 0-1,-1 1 1,1 0 0,0 0-1,-1 1 1,4 1 3,-8-1 10,1 0 0,-1 0 0,0 0 0,0 0-1,0 1 1,0-1 0,0 1 0,-1 0 0,0 0 0,0 0 0,0 1 0,0-1 0,-1 1 0,0 0-1,1 0 1,-1 2-10,2 1 98,-2 0 0,1 0 0,-1 0 0,0 0-1,-1 1 1,0-1 0,0 0 0,-1 1 0,0-1-1,0 0 1,-1 1 0,0-1 0,-1 0 0,1 1 0,-2-1-1,-1 5-97,0-4 127,-1 0-1,0 0 1,0-1-1,-1 1 1,0-1-1,0 0 0,-1-1 1,0 0-1,-1 0 1,1 0-1,-1-1 1,0 0-1,-6 3-126,0-1 89,0 0-1,0-1 1,-1 0 0,0-2-1,0 1 1,-1-2 0,1 0-1,-1-1 1,0 0 0,0-2 0,0 1-1,-8-2-88,22-1-3,1 1 0,-1-1 0,1 0 0,-1 0 0,1 1 0,-1-1 0,1 0 0,-1 0 0,1-1 0,0 1 0,0 0 0,0 0 0,-1-1 0,1 1 0,0 0 0,0-1 0,1 1 0,-1-1 0,0 0 0,1 1 0,-1-1 0,0 1 0,1-1 0,0 0 0,-1 0 0,1 1 0,0-1 0,0 0 0,0 1 0,0-1 0,0 0 0,1 0 3,-2-5-131,1 1 0,0-1 0,0 0 0,1 1 0,0-1 0,0 0 0,1 1 0,0-1 0,1-3 131,11-12-1401,0 1-1,2 0 0,16-18 1402,-31 39-13,41-50-5063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48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72 11282,'0'0'2344,"0"0"-409,0 0-114,0 0-744,0 0-451,0 0-77,22-12 33,70-38-83,-89 49-469,0-1-1,0 1 0,0 0 1,0 0-1,0 0 1,0 0-1,1 1 1,-1-1-1,0 1 0,3 0-29,-5 0 7,0 0-1,0 0 1,0 0-1,0 0 1,0 1-1,0-1 0,0 0 1,0 1-1,0-1 1,0 1-1,0-1 0,0 1 1,0 0-1,0-1 1,0 1-1,0 0 1,-1 0-1,1-1 0,0 1 1,-1 0-7,2 3 5,0-1 1,-1 1-1,0 0 1,1 0-1,-2-1 1,1 1-1,0 0 0,-1 0 1,0 0-1,1 0 1,-2 0-6,2 6 29,0 1-18,-1 0 1,0 0-1,0-1 0,-1 1 0,-1 0 0,0-1 0,0 1 1,-1-1-1,0 0 0,-4 8-11,-1-3 12,0 0 0,-1 0 0,0-1 0,-2-1 0,1 0 0,-7 6-12,-21 19 19,19-19 12,1 1 1,-12 16-32,29-34 16,0-1 0,0 1 0,-1-1 0,1 1 0,1 0 0,-1-1 0,0 1 0,0 0 0,1 0 0,-1 0 1,1 0-1,-1 0 0,1 0 0,0-1 0,0 1 0,0 0 0,0 0 0,0 0 0,0 0 0,0 0 0,1 0 0,-1 0 1,1 0-1,-1 0 0,1-1 0,0 1 0,0 0 0,0 0 0,0-1 0,0 1 0,0-1 0,0 1 0,1-1 1,-1 1-1,0-1 0,1 0 0,-1 1 0,1-1 0,-1 0 0,1 0 0,0 0 0,0 0 0,-1-1 0,1 1 0,0 0 1,0-1-1,0 1 0,0-1 0,1 1-16,34 2 143,-1-2 0,0-1 0,0-2 0,24-4-143,-19 2-2114,-28 3-1876,-8 1-2197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49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12699,'0'0'2616,"0"0"-895,0 0 95,0 0-344,0 0-519,0 0 71,222-33-256,-169 18-256,-4 0-272,1 3-136,-1 0-104,4 3-32,-6 3-496,-4 3-848,-4 3-1145,-12 0-2104,-14 0-6233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50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15155,'0'0'3765,"0"0"-1544,0 0-721,0 0-179,34 25-330,107 87-200,-132-104-700,0 0-1,-1 1 1,0 0 0,0 0-1,0 1 1,-2-1 0,1 2-1,-1-1 1,0 1 0,-1 0-1,0 2-90,5 11 143,25 52 94,73 145-1098,-108-233-5249,-2-10-1549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50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490 1 10986,'0'0'5017,"0"0"-4080,0 0 1559,-148 155-783,85-72-297,-7 6 8,4-2-264,7-10-519,19-18-425,13-14-144,14-18-64,10-12-8,3-15-288,6-3-1249,24-27-1167,3-6-4122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50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75 12323,'0'0'1991,"0"0"21,0 0-446,0 0-821,0 0-82,0 0 197,29-13 93,90-38-136,-115 49-750,0 0-1,0 1 1,0-1-1,1 1 1,-1 0-1,0 1 1,1-1-1,-1 1 1,1 0-1,-1 0 1,3 0-67,-5 1 18,-1-1 1,1 1-1,-1-1 1,1 1-1,-1-1 1,0 1-1,1 0 1,-1-1-1,0 1 1,1 0-1,-1 0 0,0 0 1,0 0-1,0 0 1,0 1-1,0-1 1,0 0-1,0 0 1,0 1-1,0 0-18,1 4 24,0 0-1,-1 0 1,1 0-1,-2 0 0,1 0 1,0 0-1,-1 0 1,0 0-1,-1 0 1,0 4-24,0 1 47,-1 0-15,0 1 0,-1-2 0,-1 1 0,0 0 0,0-1 0,-1 1-1,0-1 1,-1-1 0,0 1 0,-1-1 0,0 0 0,0 0 0,-3 1-32,-12 19 9,21-28-73,4-1-23,44 0 3,-10-2 52,0 3 0,10 2 32,-44-2 22,1 0 0,-1 0-1,1 0 1,-1 0-1,0 1 1,1 0-1,-1 0 1,0 0 0,0 0-1,0 0 1,-1 0-1,1 1 1,0-1 0,-1 1-1,0 0 1,1 0-1,-1 0 1,0 0 0,-1 0-1,1 0 1,-1 0-1,1 1 1,-1-1-1,0 1 1,0-1 0,0 1-1,-1-1 1,1 1-1,-1 0 1,0-1 0,0 1-1,0-1 1,0 1-1,-1 0 1,1-1-1,-1 1 1,0-1 0,0 1-1,0-1 1,-1 1-1,1-1 1,-1 0 0,0 0-1,0 0 1,0 0-1,0 0 1,-1 0 0,0 1-22,-8 6 159,0 0 0,-1-1 0,0 0 1,0-1-1,-1-1 0,0 0 0,0 0 1,-1-1-1,1-1 0,-1 0 0,-11 2-159,-71 12-308,0-8-3311,31-3-2019,34-5-2533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51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0 12755,'0'0'2915,"0"0"-240,0 0-1064,0 0-1019,0 0-424,0 38 35,0-35-195,-12 363 1032,-8-131-139,-19 268 384,32-315-665,14 130-620,0-255-151,2 0 0,4 0 0,2-1 0,3-1 0,3 0 0,2-2 0,2 0 0,4-2-1,1-1 1,30 39 151,2-9-4956,3-3-1,58 57 4957,-99-113-1573,76 81-9291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52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0 10490,'0'0'3121,"0"0"749,0 0-413,0 0-1338,0 0-779,0 0-626,5 10-322,15 36-7,-1 2 0,-3 0 0,-2 1 0,-2 0 0,5 43-385,5 81 682,-8 5-682,-12-147 53,15 260 1112,-14 43-1165,-5-297 38,-2 0 0,-2 0 1,-1 0-1,-2-1 0,-1 0 1,-2 0-1,-2-1 0,-1-1 1,-1-1-1,-2 0 0,-2-1 1,-8 10-39,-2-19-6834,20-12 1268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53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10746,'0'0'2529,"0"0"-90,0 0-488,0 0-627,0 0-175,0 0 20,4-9-93,14-27-183,-17 36-859,-1-1 1,1 0 0,-1 1-1,1-1 1,-1 1 0,1-1 0,0 1-1,-1-1 1,1 1 0,0-1-1,0 1 1,-1-1 0,1 1-1,0 0 1,0 0 0,0-1 0,-1 1-1,1 0 1,0 0 0,0 0-1,0 0 1,0 0 0,-1 0-1,1 0 1,0 0 0,0 0 0,0 1-1,-1-1 1,1 0 0,0 0-1,0 1 1,0-1 0,-1 0-1,1 1 1,0-1 0,-1 1 0,1-1-1,0 1 1,-1-1 0,1 1-1,-1 0 1,1-1 0,-1 1-1,1 0 1,-1-1 0,1 1 0,-1 0-1,1 0-34,0 0 100,10 11 23,-1 1 0,0 0-1,-1 1 1,-1 0 0,0 0 0,-1 1-1,0 0 1,-1 0 0,2 10-123,7 25 392,-3 0 1,1 22-393,48 355 1564,2 376-1564,-61-740 78,7 101 63,-6-141-124,0 0-1,2 0 1,1 0-1,0-1 1,9 19-17,-10-33-170,-1 0 0,2 0 0,-1 0 0,1 0 0,1-1 0,0 0 170,22 30-3164,-13-8-2766,-5 1-3999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53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5 4097,'0'0'9921,"0"0"-5874,0 0-990,0 0-1608,0 0-842,0 0-381,-20 13-65,6-5-111,9-5-25,-1-1 0,1 1 1,-1 1-1,1-1 0,0 1 1,0 0-1,0 0 0,1 0 1,-1 1-1,1-1 0,0 1 1,1 0-1,-1 1 0,1-1 1,0 0-1,0 1 0,0 0 1,1 0-1,0 0 0,0 0 1,1 0-1,-1 0 0,1 5-25,0 13 206,0-7-22,0 0 0,2 0 0,0 0 0,2 12-184,-2-26 21,0 1 0,-1 0 0,2 0 0,-1-1 0,0 1-1,1-1 1,-1 1 0,1-1 0,0 1 0,0-1 0,1 0 0,-1 0 0,1 0 0,-1 0 0,1-1-1,0 1 1,0-1 0,0 1 0,0-1 0,1 0 0,-1 0 0,3 0-21,4 2 26,-1-2 0,1 1 0,0-1 0,0-1 0,0 0 0,0 0 0,0-1 0,1 0 0,-1-1 0,0 0 0,0-1 0,0 0 0,-1-1 0,1 1 0,0-2 0,-1 0 0,0 0 0,0 0 0,0-1 0,0 0 0,-1-1 0,3-2-26,-1 1 8,-1-1 1,0 0-1,-1 0 1,1-1-1,-2 1 1,1-2-1,-1 1 1,-1-1-1,0 0 1,0-1-1,-1 1 1,0-1-1,-1 0 1,0 0-1,-1-1 1,0 1-1,-1-1 1,0 0-1,-1 0-8,0 6 4,0-1-1,-1 1 1,-1 0 0,1 0-1,-1 0 1,0 0-1,0-1 1,0 1-1,-2-2-3,2 5-14,-1 1-1,1 0 1,-1 0-1,0 0 0,1 0 1,-1 0-1,0 1 1,0-1-1,0 0 0,-1 1 1,1 0-1,0-1 0,0 1 1,-1 0-1,1 0 1,-1 0-1,1 1 0,-1-1 1,1 1-1,-1-1 0,1 1 1,-1 0-1,-2 0 15,-13-2-639,-1 0 0,0 2-1,0 0 1,-11 3 639,-38 12-5028,11 5-2077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5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57 172 7634,'0'0'3667,"0"0"-1029,0 0-438,0 0-71,0 0-205,0 0-533,1-19-413,5-134 2567,-7 227-3520,3 0 0,4-1 0,3 0 0,10 36-25,-16-234 57,-12 59-58,-3 1 1,-15-45 0,20 205-266,8 8-561,10 72 827,-10-172-351,0 0 1,-1 0-1,0 1 0,1-1 0,-1 0 0,-1 1 0,1-1 0,0 0 0,-1 1 0,0-1 1,1 0-1,-1 0 0,-1 0 0,1 0 0,0 0 0,-1 0 0,1 0 0,-1 0 0,0 0 0,0-1 1,0 1-1,-1-1 0,1 1 0,0-1 0,-1 0 0,0 0 351,-26 17-6196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54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8210,'0'0'3977,"0"0"-2953,0 0-40,0 0-280,0 0-424,222-15-176,-159 12-48,16 0-56,-16 3-1016,-10 0-5945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55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13315,'0'0'2584,"0"0"-567,0 0 327,0 0-1608,0 0-527,0 0-153,0 0-48,202-50 0,-169 50 8,-9 0-8,-5 0-8,-5 0 0,2 0-337,-3 0-1751,-3 3-2817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55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11122,'0'0'1881,"0"0"-921,0 0-320,0 0-408,0 0-160,218 12-72,-161-6-208,-11 0-4625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59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1 325 11322,'0'0'2118,"0"0"-88,0 0 436,0 0-760,0 0-609,0 0-239,2 2 273,6-9-1103,-1-6 24,-1 0 1,0-1 0,-1 1-1,-1-1 1,0 0 0,-1 0-1,-1-1 1,1-12-53,0-21 938,-3-44-938,0 49 450,0 63-440,-1 114 56,6 1 1,20 115-67,-20-209-81,-4-28-120,0 0 0,1 0 0,0-1 1,1 1-1,0-1 0,1 1 1,0-1-1,1 0 0,1 0 1,5 9 200,-6-18-677,-3-3-5049,-2-5 815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0:59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8738,'0'0'3865,"0"0"-2113,0 0-360,0 0-904,0 0-311,0 0-113,0 0-56,172 0 56,-109 0-64,-10 0-1089,-4 0-7809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1:00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12 7498,'0'0'1409,"0"0"256,0 0-601,0 0-360,0 0-165,0 0 134,14-2 291,30-6 161,-42 7-679,-6 2 2,-34 6 329,-10 4-456,5 0 833,-1-3 0,0-1 0,-45 1-1154,137-6 940,107 0-503,-135-3-418,0 0 0,-1-1 0,1-2-1,-1 0 1,0-1 0,0 0 0,4-3-19,-22 7 49,-38 1 102,-44 3-3244,63-3-1655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1:05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0 125 432,'0'0'8043,"0"0"-4589,0 0-1400,0 0-386,0 0-345,30-21-220,93-62-359,-119 80-701,-1 1 0,1 0 0,-1 0 1,1 0-1,0 0 0,0 0 0,0 1 0,0 0 0,0 0 0,0 0 0,0 0 0,0 1 0,1 0 0,-1-1 0,2 2-43,-5-1 20,1 0 0,-1 1 0,1 0 0,-1-1 0,0 1-1,1 0 1,-1 0 0,0 0 0,1 0 0,-1 0 0,0 0 0,0 0 0,0 0 0,0 0-1,0 0 1,0 1 0,0-1 0,-1 0 0,1 1 0,0-1 0,-1 1 0,1-1 0,-1 0-1,1 1 1,-1 0-20,2 7 85,-1 1-1,-1-1 1,1 1-1,-1-1 1,-1 1-1,0-1 1,0 1-1,-2 2-84,0 0 77,-1 0-1,0 0 1,-1 0 0,0-1-1,-1 1 1,0-1-1,-1 0 1,0-1-1,-2 3-76,-24 27 465,-26 25-465,10-12 76,48-53-56,1 1 0,0-1 0,-1 0 0,1 1-1,-1-1 1,1 1 0,0-1 0,-1 0 0,1 1 0,0-1 0,0 1 0,-1-1 0,1 1-1,0-1 1,0 1 0,0-1 0,0 1 0,0-1 0,0 1 0,-1 0 0,1-1 0,0 1-1,0-1 1,1 1 0,-1-1 0,0 1 0,0-1 0,0 1 0,0-1 0,0 1 0,1-1-20,15 7 372,35-6 30,-39-2-255,161-2 828,-87 1-1677,0 1-3655,-79 2-744,-6 1-3889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1:05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13691,'0'0'2376,"0"0"-303,0 0-169,0 0-671,0 0-697,0 0-320,215-36-136,-175 27-80,-4 6-8,1 3-544,-4 0-1001,13 0-879,-6 0-1505,-4 0-2504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1:06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4 10018,'0'0'2230,"0"0"-110,0 0-259,0 0-977,0 0-496,0 0 192,25 0 247,7-2-513,-14 1-66,0 0 0,0 1 1,0 1-1,14 3-248,-31-4 15,-1 1 0,1-1 0,0 1 0,-1-1 0,1 1 0,0-1 1,-1 1-1,1 0 0,-1-1 0,1 1 0,-1 0 0,1 0 0,-1-1 0,0 1 0,1 0 0,-1 0 0,0 0 0,0-1 1,1 1-1,-1 0 0,0 0 0,0 0 0,0 0 0,0-1 0,0 1 0,0 0 0,0 0 0,-1 0 0,1 0-15,-3 28 171,-1-17-136,-1 0 0,0-1 0,-1 0 0,0 0 0,-1 0 0,0-1 0,-1 0 0,0 0-1,-1-1 1,0 0 0,0 0 0,-5 3-35,-48 54 72,61-65 12,1-1 15,28-1 33,15-8-85,-30 6-53,1 0 0,0 1 0,1 0 0,-1 1 0,0 1 0,1 0 6,-11 0-5,-1 1-1,1-1 1,0 1 0,-1 0-1,1 0 1,-1 1-1,1-1 1,-1 1-1,0-1 1,1 1-1,-1 0 1,0 0-1,0 1 1,0-1-1,-1 1 1,1-1-1,0 1 1,-1 0-1,0 0 1,0 0-1,0 0 1,0 0-1,0 1 1,1 2 5,1 2 39,-1 0 0,1 1 0,-1-1 0,-1 1 0,0-1 0,0 1 0,0 0 0,-1 0 0,-1-1 1,0 1-1,0 0 0,0 0 0,-1 0 0,0 0 0,-1 0 0,0-1 0,-1 1 0,1-1 0,-2 0 0,1 1 1,-1-1-1,0-1 0,-1 1 0,0 0 0,0-1 0,0 0 0,-1-1 0,0 1 0,-1-1 0,1 0 0,-1 0 1,-7 4-40,0-1 116,1-1 0,-1 0 1,-1 0-1,0-2 0,0 0 1,0 0-1,-1-2 0,1 0 0,-9 1-116,12-3 7,1-1 0,-1 0-1,1-1 1,-1-1-1,0 1 1,1-2-1,-1 0 1,1 0 0,-1-1-1,1 0 1,0-1-1,0 0 1,-4-4-7,-7-3-443,-49-22-6129,48 27 1642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1:10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12483,'0'0'1976,"0"0"-1128,0 0 513,0 0-649,208-27-144,-158 24-336,-7 3-112,-7 0-72,-9 0-40,-4 0-8,-17 0-464,-6 0-952,0 0-3770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1:11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9058,'0'0'2953,"0"0"-1049,0 0-816,0 0-312,0 0-39,0 0-473,208 0-160,-122 0-104,-20 0-1225,-10 0-5016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1:1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1 203 13363,'0'0'2235,"0"0"-411,0 0-170,0 0-726,0 0-490,0 0-72,0-16 79,1-6-513,2-96 2018,0 76-703,-2 37-763,1 16-174,9 139 120,-8 125-430,-4-155 38,2-114-511,0-8-1860,0-9-2526,-1-4-3630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1:14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14195,'0'0'2217,"0"0"-825,0 0 776,0 0-1224,0 0-359,215-27-233,-149 15-184,-3 3-96,-13 6-72,-7 3 0,-7 0-456,-6 0-953,6 0-1151,-6 3-1865,-7 3-2353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1:15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66 5209,'0'0'6381,"0"0"-3636,0 0-327,0 0-524,0 0-1033,0 0-334,14-5-122,21-8-250,57-21 414,-82 31-528,0 0 0,0 1 0,0 0 0,0 0 0,0 1 0,1 1 0,8 0-41,-18 1 0,1 0 0,-1 0 0,0 1 0,0-1 0,0 0 0,0 1 1,0-1-1,-1 0 0,1 1 0,0-1 0,-1 1 0,1-1 0,-1 1 0,1 0 0,-1-1 0,0 1 0,0-1 0,0 1 0,0 0 0,0-1 0,0 1 0,0 0 0,0-1 0,-1 1 0,-4 47 62,2-41-50,0 1 1,-1-2-1,-1 1 1,1 0-1,-1-1 1,0 0-1,-1 0 1,0 0-1,0-1 1,0 0-1,-1 0 1,0 0-13,-24 18 92,-1-1 1,-7 1-93,4-1 60,35-21 215,10-5-123,29-10-91,27-9-71,-58 20 11,0 0-1,0 1 0,1 0 0,-1 0 0,1 1 0,-1 0 0,1 0 0,-1 1 0,6 1 0,-10-1 0,-1 0-1,1 0 0,0 1 0,-1-1 1,1 1-1,-1 0 0,0 0 0,1 0 1,-1 1-1,0-1 0,0 1 0,-1-1 1,1 1-1,0 0 0,-1 0 1,0 0-1,0 1 0,0-1 0,0 0 1,0 1-1,0 1 1,3 13-3,0 1 0,-1 1 1,-1-1-1,-1 0 0,-1 1 0,0 0 1,-2-1-1,-2 17 3,2-11 4,1-16 34,-1 0 0,0 1 0,-1-1-1,1 0 1,-2 0 0,0 0-1,0-1 1,0 1 0,-1 0-1,0-1 1,-3 4-38,4-8 102,0 0 0,0 0 0,0-1 0,0 1 1,-1-1-1,0 0 0,1 0 0,-1 0 0,0 0 0,-1-1 0,1 1 0,0-1 0,-1 0 0,1-1 0,-1 1 1,0-1-1,1 0 0,-1 0 0,0 0 0,0 0 0,0-1 0,-1 0-102,-13-1 111,1-1 1,-1-1-1,1-1 1,0 0-1,-5-3-111,5 2 1,0 0-1,-1 1 0,1 1 0,-1 1 1,-6 0-1,12 2-21,0 0-1,0-1 1,0-1 0,0 0-1,0 0 1,-1-2 21,5 1-696,-1-1 0,1 0-1,0-1 1,0 0 0,-2-1 696,-11-9-3979,1 3-2229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2:37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79 102 10698,'0'0'2764,"0"0"-772,0 0-34,0 0-658,0 0-728,-13-9 2014,-6 5-1271,23-7-642,27-9-509,-23 18-161,1 0-1,-1 0 0,1 0 0,0 1 0,-1 1 0,1-1 0,3 2-2,-11-1 4,-1 0 0,1 1-1,0 0 1,-1-1 0,1 1 0,0-1-1,-1 1 1,1 0 0,-1-1 0,1 1-1,-1 0 1,1 0 0,-1 0 0,1-1-1,-1 1 1,0 0 0,0 0 0,1 0-1,-1 0 1,0-1 0,0 1 0,0 0-1,0 0 1,0 0 0,0 0 0,0 0-1,0 0 1,0 0 0,0-1 0,-1 1 0,1 0-1,0 0 1,-1 0 0,1 0 0,-1 0-4,-12 36 526,5-28-382,0-1 0,-1 1 0,-1-1 0,1-1 0,-9 5-144,13-8 15,-1 0 1,0-1 0,0 1-1,0-1 1,-1-1 0,1 1-1,-1-1 1,0 0 0,1-1-1,-1 0 1,-1 0-16,7-2 7,0-1 1,0 1-1,0-1 1,1 1-1,-1-1 1,0 0 0,1 1-1,-1-1 1,1 0-1,-1 0 1,1 1-1,0-1 1,0 0-1,0 0 1,0 0-1,0 1 1,0-1-1,0 0 1,0 0-1,1 1 1,-1-1-8,1-7 25,-1 2-27,1 0 1,0 0-1,1 0 1,0 1-1,0-1 1,0 0 0,1 1-1,0 0 1,0-1-1,1 1 1,-1 0 0,1 1-1,1-1 1,-1 1-1,1-1 1,0 1-1,0 1 1,0-1 0,1 1-1,0 0 1,0 0-1,0 1 1,0-1 0,0 1-1,1 1 1,-1-1-1,1 1 1,0 0-1,0 1 1,0 0 0,0 0-1,1 0 2,-7 1-3,0 1 0,0 0 1,0-1-1,0 1 0,0 0 0,-1 0 0,1-1 0,0 1 0,-1 0 1,1 0-1,0 0 0,-1 0 0,1 0 0,-1 0 0,0 0 0,1 0 0,-1 0 1,0 0-1,1 0 0,-1 0 0,0 0 0,0 0 0,0 1 0,0-1 1,0 0-1,0 0 0,0 0 0,-1 0 0,1 0 3,-3 39 27,0-34-6,-1 0 1,1-1-1,-1 1 0,0-1 1,0 0-1,-1 0 1,0 0-1,1-1 0,-2 1 1,1-1-1,0-1 0,-1 1 1,0-1-1,1 0 0,-2 0 1,1 0-1,0-1 0,-6 2-21,11-16 176,2 3-167,0 1-1,0-1 1,1 0 0,0 1-1,1-1 1,-1 1-1,2-1 1,-1 1-1,4-4-8,-6 9-5,0 1-1,0-1 1,1 0-1,-1 1 0,1 0 1,-1-1-1,1 1 0,0 0 1,0 0-1,0 0 1,1 0-1,-1 0 0,0 1 1,1-1-1,-1 1 0,1-1 1,-1 1-1,1 0 0,0 0 1,-1 0-1,1 0 1,0 1-1,0-1 0,-1 1 1,1-1-1,0 1 0,0 0 1,0 0-1,0 1 1,0-1-1,2 1 6,-4 0 0,0 0 0,-1 0 0,1 0 0,0 0-1,0 0 1,-1 0 0,1 0 0,0 0 0,-1 0 0,1 0 0,-1 1 0,1-1 0,-1 0 0,0 0-1,0 1 1,0-1 0,1 0 0,-1 0 0,0 1 0,0-1 0,-1 0 0,1 0 0,0 1-1,0-1 1,0 3 27,-1-1-1,1 0 1,0 0-1,-1 1 1,0-1-1,0 0 1,0 0-1,0 0 1,-2 3-27,-3-1 72,0 0 1,-1 0-1,0-1 0,0 0 0,0-1 1,-1 1-1,1-1 0,-1 0 1,0-1-1,1 0 0,-1 0 1,0-1-1,0 0 0,-7 0-72,14-1-12,0-1-1,0 1 1,0-1-1,0 1 1,0-1-1,1 0 1,-1 1-1,0-1 1,0 0-1,1 0 1,-1 1-1,0-1 1,1 0-1,-1 0 1,1 0-1,-1 0 1,1 0-1,0 0 1,-1 0-1,1 0 1,0 0-1,-1 0 1,1 0-1,0 0 1,0 0-1,0 0 1,0 0-1,0 0 1,0 0-1,0 0 1,1 0-1,-1 0 1,0 0-1,1 0 1,-1 0-1,0 0 1,1 0 12,0-4-514,0 1 1,0-1-1,0 1 1,0-1-1,1 1 1,0 0-1,0 0 1,1-2 513,10-9-5517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15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1480,'0'0'504,"0"0"-504,0 0-1304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16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15 386 5369,'2'-134'2882,"-2"124"-2158,0 0 0,-1 0 0,0-1 0,-1 1 0,0 1 0,-1-3-724,-3-22 1279,6 18-1011,-1 14-188,1-1 0,-1 0 1,1 0-1,0 0 0,0 1 0,0-1 1,1 0-1,-1 0 0,1 1 0,-1-1 0,1 0 1,0 0-1,0 1 0,0-1 0,0 1 1,1-1-1,1-1-80,-3 3 201,0 1 0,1 0 0,-1-1 0,1 1-1,-1-1 1,1 1 0,-1 0 0,1 0 0,-1-1 0,1 1 0,-1 0 0,1 0-1,-1 0 1,1-1 0,0 1 0,-1 0 0,1 0 0,-1 0 0,1 0 0,0 0-1,-1 0 1,1 0 0,-1 0 0,1 1 0,-1-1 0,1 0 0,0 0 0,-1 0 0,1 1-1,0-1-200,13 17 1860,4 30-1550,-17-43 160,10 43 184,-1 0 0,-2 1 0,-2 10-654,-3-22 91,1 0 0,2-1-1,1 0 1,2 0 0,1-1 0,12 25-91,-21-56 3,0 0 0,1 0 0,-1-1 0,0 1 0,1-1 0,0 1 0,-1-1 0,1 0-1,0 0 1,0 0 0,0 0 0,1 0 0,-1 0 0,0 0 0,1-1 0,-1 1 0,1-1 0,0 1 0,-1-1 0,1 0 0,0 0 0,0-1 0,0 1 0,-1 0-1,1-1 1,0 0 0,0 0 0,0 1 0,0-2 0,0 1 0,0 0 0,0-1 0,0 1 0,0-1 0,-1 0 0,2 0-3,4-3 10,0 0 1,-1 0-1,1 0 1,-1-1-1,0 0 1,-1 0-1,1 0 1,-1-1-1,0 0 1,-1-1-1,5-6-10,9-15 26,-2-1 0,-1 0 0,-1-1 0,-2-1 0,-1 0 0,-1-2-26,20-73 28,-1-17-28,-22 89 18,-7 31-17,3-13 10,-1-1 1,0 1-1,-1-1 1,-1 1-1,-1-14-11,-3 45-2863,2-13 2496,1-1 0,-1 1 0,1 0 0,-1-1 1,1 1-1,0 0 0,-1 0 0,1 0 0,0-1 0,0 1 0,0 0 0,1 0 1,-1 0-1,0-1 0,1 1 0,-1 0 0,1 0 0,-1-1 0,2 2 367,17 13-7924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16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1 640,'0'0'12940,"0"0"-7860,0 0-1258,0 0-1479,-12 34-1114,-77 217 139,37-94-801,1 26-567,47-152 1,7-56-3,1-1-1,1 1 1,1 0-1,1 0 1,1 1 0,8-15 2,5-19-33,-19 52 30,20-62-22,2 1-1,4 1 1,2 1-1,15-19 26,-44 81 0,1 1-1,0-1 1,0 1 0,-1-1-1,1 1 1,1 0-1,-1-1 1,0 1 0,1 0-1,-1 0 1,1 1 0,-1-1-1,1 1 1,0-1 0,-1 1-1,1 0 1,1-1 0,-2 2 0,0 1 0,0-1 1,0 0-1,-1 0 0,1 1 0,0-1 0,0 1 1,-1-1-1,1 1 0,0 0 0,-1 0 0,1 0 1,0 0-1,-1 0 0,0 0 0,1 0 0,-1 0 1,1 0-1,-1 1 0,0-1 0,0 1 1,0-1-1,0 1 0,0-1 0,0 1 0,0 0 1,-1-1-1,1 1 0,0 1 0,15 36 55,-2 2 0,-2-1 0,-1 2 0,-3 0 0,-1 0 0,0 16-55,3 15 97,14 48-97,-18-98-80,1-1 0,1 0 0,0-1 0,2 1 1,1-2-1,0 0 0,6 7 80,-5-14-1693,-7-14-6349,-5-6-287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17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1 239 264,'0'0'14835,"0"0"-11818,0 0 1064,0 0-2353,0 0-528,0 0-399,0 0-393,129-96-248,-53 70-96,3-4-64,27-6-72,-17 9-1225,-13 4-5136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17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5 140 20748,'0'0'3190,"0"0"-2148,0 0-431,0 0-163,3 33-185,13 108 87,2-35-35,-12-79-283,-2-1 0,-1 1 0,0 25-32,-3-39 4,0 26-3,0-39-1,0 1 1,0 0-1,0-1 1,0 1-1,0 0 1,0-1-1,0 1 0,0-1 1,0 1-1,-1 0 1,1-1-1,0 1 1,0 0-1,-1-1 0,1 1 1,0-1-1,-1 1 1,1-1-1,0 1 1,-1-1-1,1 1 1,-1-1-1,1 1 0,-1-1 1,1 1-1,-1-1 1,0 0-1,1 1 1,-1-1-1,1 0 0,-1 0 1,0 1-1,1-1 1,-1 0-1,0 0 1,1 0-1,-1 0 1,0 0-1,1 0 0,-1 0 1,0 0-1,-1-1 4,1 0 0,-1 0 0,0 0 1,1-1-1,-1 1 0,0 0 0,1-1 1,0 1-1,-1-1 0,1 0 0,0 1 1,0-1-1,0 0 0,0 0 0,0 0 1,0 0-1,0 0 0,1 0 0,-1 0 0,1 0 1,-1 0-1,1-1-4,-8-53 21,7 48-17,-4-66 52,4-1-1,4-11-55,-2 70 3,0 1-1,1-1 0,1 0 1,1 1-1,0 0 0,1-1 1,1 2-1,0-1 1,1 1-1,0 0 0,8-10-2,-10 17-1,0 0 0,1 0 0,0 0 0,0 1-1,0 0 1,1 0 0,0 0 0,0 1 0,0 0-1,1 1 1,-1 0 0,1 0 0,0 0 0,1 1 0,-1 0-1,0 1 1,1 0 0,0 0 0,-1 1 0,1 0 0,7 0 1,-13 1-3,1 0 0,-1 1 1,1-1-1,-1 1 0,1-1 1,-1 1-1,1 0 1,-1 0-1,0 1 0,1-1 1,-1 1-1,0 0 1,0-1-1,0 1 0,0 1 1,-1-1-1,1 0 1,0 1-1,-1 0 3,2 1-1,-1 1 0,1 0 1,-1 0-1,-1 0 0,1 1 0,-1-1 0,0 1 0,0-1 1,0 1-1,-1 0 0,1 2 1,-1 4 2,1 0 0,-2 0 0,1 0 1,-2 1-1,0-1 0,0 0 0,-1 0 0,0 0 0,-1 0 1,-1-1-1,-3 10-2,-4-2 37,-1-1 0,0 0 0,-1 0 0,-1-1 0,-1-1 1,0 0-1,-1-1 0,-9 5-37,0 3 466,1 0 0,-20 26-466,43-48 14,-1 0 0,2 0-1,-1 1 1,0-1 0,0 0-1,0 0 1,0 1 0,1-1 0,-1 0-1,1 1 1,-1-1 0,1 1-1,-1-1 1,1 1 0,0-1-1,0 0 1,0 1 0,0-1-1,0 1 1,0-1 0,0 1-1,0 0-13,1-1 15,0 1-1,-1-1 1,1 0-1,0 0 1,0 0-1,0 0 1,0 0 0,0 0-1,0 0 1,0-1-1,1 1 1,-1 0-1,0 0 1,0-1-1,0 1 1,1-1-1,-1 1 1,0-1-1,1 0-14,9 3 58,1-1-1,-1-1 0,0 0 0,0-1 1,4 0-58,-9 0-5,244 0-412,-246 0 187,1-1 0,0 1 0,0-1 0,-1 0 0,1 0 0,0 0 0,-1 0 0,1-1 0,-1 0 0,1 0 230,25-16-4806,-23 14 3166,28-19-10437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17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 15931,'0'0'4529,"0"0"-2680,0 0 175,0 0-1312,0 0-520,0 0 144,-120 199 41,91-107 335,9 1-40,13-13-296,7-15-288,0-14-88,23-18-8,14-12-152,22-21-800,-6 0-2761,-6 0-6353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18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5753,'0'0'12123,"0"0"-9899,0 0-447,0 0-161,0 0-552,178 74-168,-125-23 337,-10 2-345,-10 4-552,-6-4-128,-7-5-200,-4-4 0,-6-8-8,-3-12-168,-7-6-608,0-18-1025,0 0-2648,-7 0-4000</inkml:trace>
  <inkml:trace contextRef="#ctx0" brushRef="#br0" timeOffset="1">474 1 20156,'0'0'2633,"0"0"-1689,0 0 1145,0 0-1233,0 0-264,-142 202-208,92-142-216,4-7-112,9-11-56,4-6-296,10-7-584,10-11-1473,10-9-2880,3-6-5681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18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14131,'0'0'2330,"0"0"-500,0 0 102,20 27-545,-1-3-1053,-4-7-61,-2 0 1,0 1 0,-1 0-1,-1 1 1,-1 0 0,-1 1-1,0 0 1,-1 1 0,0 4-274,1 21 606,-1 1 0,-2 0 0,-3-1 0,-1 1 0,-3 1 0,-3 13-606,3-44-110,-2 0-1,0 0 0,-1 0 1,-1-1-1,0 0 0,-2 0 0,1 0 1,-2-1-1,0 0 0,-1 0 1,0-1-1,-1 0 0,-1-1 1,-11 12 110,21-25-609,-3 3 119,3-4-2121,1-1-3580,0-10-8210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18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14715,'0'0'2497,"0"0"-1377,0 0 208,0 0-48,0 0-815,0 0-241,0 0-168,186 57-40,-150-57-16,-10 6-456,-6 0-2137,-10 3-3376</inkml:trace>
  <inkml:trace contextRef="#ctx0" brushRef="#br0" timeOffset="1">0 384 5961,'0'0'11611,"0"0"-9835,0 0 1945,0 0-1729,0 0-1135,0 0-449,205-9-208,-162 3-128,-6 3-72,-11 3-56,-6 0-336,-7 0-2017,-6 9-5905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59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14387,'0'0'2206,"0"0"-303,0 0-101,29-4-542,5 0-938,-3 1 103,1-2 0,-1-1 0,0-1 0,23-9-425,-52 15 35,40-15 406,1 2 0,0 2 1,1 2-1,0 2 1,0 1-1,33 1-441,-77 6-57,1 0 0,0 0 0,-1 0-1,1 0 1,0 0 0,-1 0 0,1 0 0,0 1 0,-1-1 0,1 0 0,-1 0 0,1 1-1,0-1 1,-1 0 0,1 1 0,-1-1 0,1 1 0,-1-1 0,1 0 0,-1 1 0,0-1-1,1 1 1,-1 0 0,1-1 0,-1 1 0,0-1 0,0 1 0,1-1 0,-1 1-1,0 0 1,0-1 0,0 1 0,1 0 0,-1-1 0,0 1 0,0 0 57,0 1-268,0 0 0,0 0 1,-1 0-1,1 0 1,0 0-1,-1 0 0,1 0 1,-1 0-1,1 0 0,-1 0 1,0-1-1,-1 3 268,-26 21-4818,-8-6-3677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00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 11682,'0'0'3719,"0"0"-1772,0 0 45,0 0-828,0 0-554,-34 38 114,-110 127 171,133-151-723,1 0 1,0 0-1,1 1 1,0 0-1,1 1 0,1 0 1,1 0-1,0 0 1,1 1-1,-2 14-172,-1-2 268,-3 18 186,3-1 0,1 1 1,2 0-1,2 47-454,3-86 14,0 0 0,0 0 0,0 0 0,1 0 0,1 0 1,0 0-1,0 0 0,0 0 0,1-1 0,0 1 0,0-1 1,1 0-1,0 0 0,0 0 0,1 0 0,-1-1 0,2 1 0,-1-1 1,1-1-1,-1 1 0,2-1 0,-1 0 0,1 0 0,-1-1 1,1 0-1,0 0 0,1 0 0,-1-1 0,1 0 0,-1-1 0,5 1-14,8 3 29,1-1 0,-1-1 0,1-1 0,0-1 0,0 0 0,0-2 0,0 0 0,0-2-1,0 0 1,0-1 0,5-3-29,-16 4-205,-1 0 0,0-1 0,0 0 0,0-1 0,-1 1-1,1-2 1,-1 1 0,0-2 0,0 1 0,0-1 0,-1 0 0,0 0 0,0-1-1,0 0 1,-1 0 0,0-1 0,0 1 0,-1-1 0,0 0 0,-1-1 0,0 0-1,0 1 1,-1-1 0,0 0 0,1-4 205,3-34-5526,-6 7-3716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00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1 191 6225,'0'0'10323,"0"0"-9003,0 0 968,0 0-911,0 0-513,0 0-240,228-60-288,-168 34-232,22-16-104,-15 9-680,-15 3-4017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00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0 16452,'0'0'2448,"0"0"-984,0 0 665,0 0-1089,-99 194 120,76-111-184,0 0-367,6-5-105,7-10-256,10-8-136,0-16-104,4-11 8,19-9-16,10-9-176,3-9-552,27-6-1201,-7 0-2712,-6-18-2720</inkml:trace>
  <inkml:trace contextRef="#ctx0" brushRef="#br0" timeOffset="0.99">450 131 14507,'0'0'2277,"0"0"-217,0 0 197,36 19-700,116 63-309,-140-74-1072,0 0 0,0 0 0,-1 1-1,0 1 1,-1 0 0,1 0-1,-2 1 1,0 1 0,0-1-1,-1 2 1,-1-1 0,2 4-176,13 21 301,8 8-287,3-1 0,1-2 0,1-2 0,5 1-14,-36-38-841,9 10 963,-10-9-3264,-2 0-3430,-1-7-1653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01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477 0 14075,'0'0'2593,"0"0"-1577,0 0 1872,0 0-1263,-149 170-241,99-96-88,-3-2-496,0-1-303,1-11-201,9-10-136,9-11-96,11-9-56,10-12-8,6-7-376,7-8-1305,0-3-2072,0-14-1296,17-13-6513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01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13771,'0'0'2547,"0"0"-216,0 0-188,0 0-1037,30-3-646,93-6-259,-121 8-192,0 1-1,1 0 1,-1 0-1,0 0 1,0 0-1,0 0 1,0 0-1,0 1 1,0-1-1,0 1 1,0-1-1,0 1 1,0 0-1,-1 0 1,1-1-1,0 1 1,0 1-1,0-1 1,-1 0-1,1 0 1,-1 1-1,1-1 1,-1 1-1,1-1-8,-2 2 33,1-1 0,0 0 0,-1 0 0,1 0 0,-1 0 0,0 0 0,1 1 0,-1-1 0,0 0 0,0 0 0,-1 1 0,1-1 0,-1 1-33,0 6 224,1-2-157,-1-1 0,0 1 0,0-1 0,0 1 0,-1-1 0,0 1 0,-1-1 0,1 0 1,-1 0-1,0 0 0,-1-1 0,-1 3-67,-54 64 215,22-29-39,26-29-125,7-10-22,0 0 0,0 0 0,1 1 0,-1 0 0,1-1 0,1 1 0,-1 0 0,1 1 0,-1-1 0,1 0 0,1 1 1,-1-1-1,1 1 0,0-1 0,0 3-29,5-7 29,0 0 1,-1 0 0,1 0 0,0-1 0,0 0-1,0 0 1,0 0 0,0 0 0,0-1-30,0 1 29,11 0-301,0-1-1,0-1 1,-1 0 0,5-3 272,31-8-4258,-36 9 2364,6-1-3546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01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0 12395,'0'0'2028,"7"30"775,-1-9-2226,5 17 383,-2 1 0,-2 1 0,-1-1 0,-1 23-960,-2 29 2552,-8 50-2552,2-100 452,-3 0 0,-1-1 0,-2 0 0,-9 25-452,-4-8 501,-28 52-501,22-51-294,-10 34 294,37-89-490,-8 25 402,7-14-2432,7-6-4607,11-7-6570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0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15915,'0'0'2905,"0"0"-1945,0 0 897,0 0-793,0 0-616,195 33-120,-135-30-104,-4 0-80,-7 0-24,-2 0-120,-8 3-8,-9 0-776,-7 9-1184,-9 0-2473,-11-3-5265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02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14659,'0'0'2449,"0"0"-649,0 0 1033,0 0-1345,0 0-440,169 12-512,-103-12-272,0 0-144,-10 0-72,-13 0-48,-9 0-120,-15 0-1376,-5 9-3025,-8 3-4401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08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490 120 6225,'0'0'2529,"0"0"-734,0 0 304,0 0-791,0 0-257,2-4 135,2-6-999,-1 2 762,0 0-1,0-1 1,-1 1 0,0-1 0,0 1-1,-1-1 1,0-4-949,0 12 48,-1 0 0,0 0 0,0-1 0,0 1 0,0 0 0,0 0 0,-1-1 0,1 1 0,0 0 0,-1 0 0,1 0 0,0-1 0,-1 1 0,0 0 0,1 0 0,-1 0 0,0 0 0,1 0 0,-1 0 0,0 0 0,0 0 0,0 0 0,0 0 0,0 0 0,0 1 0,0-1 0,0 0 0,0 0-48,-37-1 1004,21 2-1049,13 1 47,1 0-1,-1 0 1,0 0 0,0 0-1,1 0 1,-1 1 0,0 0-1,1-1 1,0 1 0,-1 1-1,1-1 1,0 0 0,0 1-1,0 0 1,1 0 0,-1 0-1,0 0 1,1 0 0,0 0-1,0 0 1,0 1 0,0-1-1,1 1 1,-1 0 0,0 3-2,-4 9 8,1 0 0,0 0 0,1 0-1,1 0 1,-1 12-8,-3 104 74,8 113-74,4-180 134,10 52-134,-6-58 199,-3 0 0,-2 25-199,-3-57 141,-1 0 0,-2 0 0,0-1 0,-2 1 0,-1-1 0,-1 0 0,-1 0 0,-5 8-141,12-33 5,-19 44 129,-1-2 1,-4 2-135,18-34 16,-1 0 0,0 0 0,-1 0 0,0-1 0,-1-1 0,0 1 0,-1-1 0,1-1 0,-2 0 0,0 0-16,7-5 14,0-1 1,0 0 0,0 0-1,0 0 1,-1 0 0,1 0-1,0-1 1,-1 0 0,0 0-1,1 0 1,-1-1 0,0 1-1,1-1 1,-1 0 0,0-1-1,1 1 1,-1-1 0,1 0-1,-1 0 1,1 0 0,-1-1 0,1 1-1,-1-1 1,1 0 0,0-1-1,0 1 1,0-1-15,-1-1-16,0 0 0,1 0 1,0 0-1,0-1 0,0 0 0,0 0 1,1 0-1,0 0 0,0 0 0,0-1 1,0 1-1,1-1 0,0 0 0,0 1 1,1-1-1,0 0 0,0 0 0,0 0 1,1 0-1,0-3 16,0 6-960,0-13 1779,0 12-4167,2 2-4491,9 2-3870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08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65 256 13691,'0'0'1723,"0"0"141,0 0-513,0 0-432,-10 31-43,-30 99-19,37-121-712,0 1 0,1-1 1,0 1-1,0 0 0,1 0 1,0 0-1,1 0 0,0 0 1,0 0-1,1 0 1,1 0-1,1 7-145,-1-14 30,-1 0 0,0 0 0,1-1 0,-1 1 0,1-1 0,0 1 0,0-1 0,0 1 0,0-1 0,1 0 0,-1 0 0,0 0 0,1 0 0,0-1 0,-1 1 0,1 0 0,0-1 0,0 0 0,0 0 0,0 0 0,0 0 0,0 0 0,0-1 0,0 1 0,0-1 0,2 0-30,7 1 113,0 0 0,0 0 0,0-2 1,0 0-1,0 0 0,6-2-113,-11 2 15,0-1-1,0-1 1,-1 1 0,1-1 0,-1 0-1,0-1 1,1 1 0,-1-1 0,-1 0 0,1-1-1,-1 0 1,0 1 0,0-2 0,0 1-1,0 0 1,-1-1 0,0 0 0,0 0-1,-1 0 1,0-1 0,0 1 0,0-1-1,-1 0 1,1-2-15,3-16 124,-1 0 0,0 0-1,-2 0 1,-1-1-1,-1 1 1,-1-4-124,-1 23 25,1 0 0,-1 1 0,0-1-1,0 1 1,-1-1 0,0 1 0,1 0 0,-2 0 0,1 0 0,-1 0-1,0 0 1,0 0 0,-2-2-25,-9-10-116,0 1-1,-1 0 1,-2 0 116,6 6-610,0 0 0,1-1 0,0-1 1,1 0-1,0 0 0,-1-4 610,-6-20-3831,11 0-1686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09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18 10730,'0'0'2913,"0"0"-71,0 0-76,0 0-643,0 0-459,0 0-526,0-5-603,0-7 20,0 41 78,0 54 152,-1-34-777,-3 0-1,-2-1 0,-3 0 1,-6 22-8,11-27-4200,4-35 1098,0 2-3835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3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 13067,'0'0'1668,"0"0"-409,0 0 890,0 0-149,12-10-993,2 1-836,-1 0 1,1 1-1,0 0 1,1 1-1,0 0 1,0 2-1,0-1 0,1 2 1,15-3-172,17 2 334,0 1 0,0 3 0,0 1 0,12 4-334,-42 3-475,-20 4-2402,0-8 2312,0-1 1,0 0-1,-1 0 1,1 0-1,-1-1 1,1 1-1,-1-1 0,0 1 1,1-1-1,-3 1 565,-25 7-6157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35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 10842,'0'0'2322,"0"0"-252,0 0-280,0 0-920,0 0-371,0 0 431,-14 25 154,-46 84-328,50-89-483,1 1 1,1 1-1,1 0 0,1 0 1,1 0-1,1 0 0,1 1 1,1 0-1,1 0 0,0 0 0,2-1 1,2 10-274,-2 0 358,-1-24-299,1 0-1,0-1 0,0 1 1,1-1-1,-1 1 0,1-1 1,1 0-1,0 1 0,0-1 1,0-1-1,1 1 0,0 0 1,0-1-1,1 0 0,-1 0 1,2 0-1,-1 0 0,0-1 1,2 1-59,1 0 22,0-1 1,1 0-1,0 0 1,-1-1-1,2 0 1,-1 0 0,0-1-1,1 0 1,-1-1-1,1 0 1,0 0-1,0-1 1,0-1 0,6 0-23,5 1-132,1-1 232,-1 0 0,1-1-1,-1-1 1,19-4-100,-36 5-108,-1 1 0,1-1 1,0 0-1,-1 0 0,1 0 0,-1-1 0,1 0 0,-1 1 0,0-1 0,1 0 1,-1 0-1,0-1 0,0 1 0,-1-1 0,1 1 0,0-1 0,-1 0 0,0 0 1,0 0-1,0 0 0,0-1 0,0 1 0,0 0 0,-1-1 0,0 1 1,1-1-1,-1 0 0,-1 1 0,1-1 0,0 0 108,-1-55-7347,-3 34 503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35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11138,'0'0'3025,"0"0"-1009,0 0 825,0 0-993,0 0-703,0 0-393,0 0 0,27-29-368,9 20-240,10 3-96,4 0-48,3 0-312,26-3-760,-9 3-1385,-7-3-2320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36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25 9034,'0'0'2512,"0"0"-587,0 0 42,0 0-517,0 0-532,0 0-144,0-4-118,0 3-582,0 0 0,-1 0 1,1 0-1,0 0 0,0 0 0,0 0 0,0 0 0,-1 1 0,1-1 1,0 0-1,-1 0 0,1 0 0,-1 1 0,1-1 0,-1 0 1,1 0-1,-1 1 0,1-1 0,-1 1 0,0-1 0,0 0 0,1 1 1,-1-1-1,0 1 0,0-1 0,1 1 0,-1 0 0,0-1 1,0 1-75,-1 0 88,1 0 0,-1 0 0,1 1 0,-1-1 0,1 0 0,-1 1 0,1-1 0,0 1 1,-1 0-1,1-1 0,-1 1 0,1 0 0,0 0 0,0 0 0,-1 0 0,1 0 1,0 0-1,0 0 0,0 0 0,0 1 0,0 0-88,-13 15 52,1 1 0,1 1 0,1 1 0,0-1 0,2 2 0,0-1 0,1 1 0,1 0 0,2 1 0,0 0 0,-2 15-52,-1 38 382,3 0-1,4 63-381,1-83 49,3-16-5,1 0-1,1 0 0,3-1 0,1 0 0,1 0 1,2-1-1,4 4-43,-14-38 12,3-3-1255,-6-7-2184,1 2 273,0-6-7477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39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8194,'0'0'1935,"0"0"-268,0 0 265,0 0-415,0 0-324,0 0-166,3-6-313,-1 2-602,1 1 0,0-1 0,0 0 0,0 1 1,0 0-1,1-1 0,-1 1 0,1 1 0,0-1 1,0 1-1,0-1 0,0 1 0,0 0 0,0 0 1,0 1-1,1-1 0,-1 1 0,1 0 0,-1 0 1,1 1-1,0-1 0,3 1-112,-1 0 11,-1 0 0,0 0-1,0 0 1,1 1 0,-1 0 0,0 0-1,0 0 1,0 1 0,0 0 0,0 0 0,0 1-1,-1-1 1,1 1 0,-1 0 0,0 1-1,0 0 1,0-1 0,0 2 0,0-1-1,-1 0 1,0 1 0,0 0 0,0 0-1,-1 0 1,0 0 0,1 1 0,0 3-11,10 26 107,0 1 0,-3 1 0,-1 0-1,-2 0 1,0 14-107,-1-10 101,2 0 0,1-1 0,3 0-1,6 15-100,-9-37-233,-11-25-1549,-14-31-3338,5 15-938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39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583 0 8890,'0'0'1930,"0"0"-313,0 0 221,0 0-739,0 0-638,0 0-263,-1 5-2,-3 7 44,-1 0 0,0-1 0,0 1 0,-1-1 0,-1 0 1,0-1-1,0 0 0,-1 0 0,-2 1-240,-86 91 1563,81-87-1350,-385 360 2242,394-370-4268,13-14-135,16-14-1829,9-3-2480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40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6 9034,'0'0'2212,"0"0"46,0 0-476,0 0-672,0 0-534,0 0-110,19-1-47,110-4 88,-128 5-490,-1 25 47,0-18-58,0 0 0,-1 0 0,1 0-1,-2 0 1,1 0 0,-1 0 0,0 0 0,0-1-1,-1 1 1,0-1 0,0 1 0,0-1-1,-1 0 1,0 0 0,0 0 0,-1-1 0,1 0-1,-1 0 1,0 0 0,-1 0 0,-4 3-6,1 0 18,-1-1 8,0 2 1,0 0-1,1 0 1,1 0-1,-1 1 1,1 0-1,1 1 1,0 0-1,1 0 1,0 1-1,0-1 1,1 1-27,4-9 97,0-1-1,0 1 1,0 0 0,1-1 0,-1 1 0,1 0-1,-1-1 1,1 1 0,0 0 0,0 0 0,0-1-1,0 1 1,1 0 0,-1-1 0,1 3-97,0-4 98,1 0-1,-1 1 1,0-1 0,1 0 0,0 0 0,-1 0 0,1 0-1,0 0 1,-1 0 0,1 0 0,0 0 0,0-1 0,0 1-1,0-1 1,0 0 0,-1 1 0,1-1 0,0 0 0,0 0-1,1 0-97,5 0 27,0 1 0,-1 0-1,1 0 1,-1 1-1,1 0 1,-1 0-1,0 1 1,0 0-1,0 0 1,0 1 0,0-1-1,5 5-26,-8-6-18,1-1 0,0 1 0,0-1 0,-1 0 0,1-1 0,0 1 0,0-1 0,0 0-1,0 0 1,0 0 0,2-1 18,7 0-558,12 1-1482,2 0-3291,-4 0-4586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41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11482,'0'0'1746,"0"0"-157,0 0 20,0 0-638,0 0-255,0 0 71,27 35 320,17 23 119,22 41-1226,-59-88 118,-1 1 1,-1 0 0,0 0 0,0 1 0,-1-1 0,-1 1-1,0 0 1,-1 0 0,-1 0 0,1 0 0,-2 0 0,0 0 0,-1 7-119,0 16 282,1-21-171,-2 184 1076,0-163-994,-3-1 0,0 1 0,-3-1-1,-6 18-192,0-8 94,-1-1 0,-3 0 0,-1-1 0,-3-2-1,-1 0 1,-23 31-94,45-104-2402,3-3-2021,12-3-2762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41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13755,'0'0'2176,"0"0"-879,0 0 1367,0 0-1391,185 35-617,-115-29-160,-1 3-120,-6-3-160,-7 0-112,-13 0-88,-3 0-16,3 0-616,-7-3-3081,-6-3-5009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11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22 174 8058,'0'0'2762,"0"0"-1018,0 0 513,0 0-625,0 0-443,0 0 334,25-28 88,83-82-277,-103 105-1227,0 1 0,0 0 0,0 0-1,1 0 1,-1 0 0,1 1 0,5-2-107,19 2 455,-16 4-327,-9 0-100,0-1 0,-1 1 0,1 0-1,-1 0 1,1 1 0,-1-1 0,1 1 0,-1 0 0,0 1 0,1-1-1,-1 1 1,-1-1 0,1 1 0,0 0 0,-1 0 0,1 1-1,-1-1 1,0 1 0,0 0 0,0 0 0,-1 0 0,0 0 0,1 0-1,-1 0 1,-1 1 0,1-1 0,-1 1 0,1-1 0,-1 2-28,3 7 109,-1 0 0,-1 0 0,0 0 0,0 0 0,-2 0 0,1 1 0,-2-1 0,0 0 0,0 1 0,-2 3-109,0-6 70,-1 1 0,0-2 0,-1 1 0,0 0 0,-1-1 1,0 0-1,-1-1 0,0 1 0,0-1 0,-4 3-70,-20 21 116,-2-3 0,-4 2-116,17-14 32,2-2-84,8-6-82,0-1 0,0 0 0,-1 0 0,0-1-1,-1-1 1,0 1 0,0-2 0,0 0 0,-1 0 0,-8 2 134,20-9-135,0 1 1,0 0-1,1 0 0,-1 0 1,0 0-1,0-1 1,1 1-1,-1 0 1,0-1-1,1 1 1,-1-1-1,0 1 1,1 0-1,-1-1 0,0 0 1,1 1-1,-1-1 1,1 1-1,-1-1 1,1 0-1,0 1 1,-1-1-1,1 0 0,0 1 1,-1-1-1,1 0 1,0 1-1,0-1 1,-1 0-1,1 0 1,0 0-1,0 1 1,0-1-1,0 0 0,0 0 1,0 1-1,0-1 1,0 0-1,1 0 1,-1 0 134,4-38-6230,10-5-5093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11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1 13811,'0'0'1991,"0"0"-260,0 0 400,0 0-831,-29 20-178,-96 69 12,118-83-1034,-1 1 1,1-1 0,1 1 0,-1 1 0,1-1 0,0 1 0,1 0-1,0 1 1,0-1 0,1 1 0,0 0 0,1 0 0,-2 5-101,-3 10 220,-3 6-24,2 0 0,1 1 1,1 1-1,2-1 1,1 1-1,2 0 1,1 27-197,1-55 4,0 0 1,0 0 0,0 0 0,1-1 0,-1 1-1,1 0 1,0 0 0,1 0 0,-1 0-1,1-1 1,-1 1 0,1 0 0,0-1 0,0 0-1,1 1 1,-1-1 0,1 0 0,-1 0 0,1 0-1,0-1 1,0 1 0,1-1 0,-1 0-1,0 1 1,1-1 0,-1-1 0,1 1 0,0-1-1,-1 1 1,1-1 0,1 0-5,15 3 47,-1 0-1,1-2 1,0 0-1,0-1 1,18-2-47,-13 1 20,-17 0-114,-1-1 0,0 1 0,0-1-1,0 0 1,0-1 0,-1 0 0,1 0 0,0 0 0,-1-1-1,1 0 1,-1 0 0,0-1 0,0 0 0,0 0 0,0 0-1,0-2 95,2-1-1523,0-1 0,-1 0 0,-1-1 0,1 1 0,-1-1 0,3-7 1523,5-11-8712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11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12683,'0'0'2276,"0"0"-342,0 0-220,30-13-958,95-39-507,-120 50-240,0 1-1,0-1 0,1 0 1,-1 1-1,0 0 1,0 1-1,1-1 0,-1 1 1,1 0-1,-1 0 0,0 0 1,4 2-9,-7-2 17,0 1 0,0 0 1,0 0-1,0-1 0,0 1 0,0 1 1,-1-1-1,1 0 0,0 0 0,-1 1 1,1-1-1,-1 0 0,1 1 0,-1 0 1,0-1-1,0 1 0,1 0 0,-1 0 1,-1 0-1,1-1 0,0 2-17,1 4 144,0 0-1,-1 1 1,0 0 0,-1-1-1,1 1 1,-2 0-1,1-1 1,-1 1-1,0-1 1,0 1-1,-1-1 1,-1 3-144,-3 5 107,-1-1 1,-1 1-1,0-1 0,-1 0 0,0-1 1,-1 0-1,-1 0 0,0-1 0,-3 2-107,-15 18 41,1-3 10,20-22 75,1 0 0,0 1 0,0-1 0,1 2 0,-3 3-126,61-8 1742,119-4-1277,-166 1-1056,-1 0 0,-1 0 0,1 0 0,0 0 0,0 1 0,0-1-1,-1 1 1,1 0 0,-1 0 0,1 1 0,-1-1 591,5 3-2648,6 4-4700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12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 13259,'0'0'2495,"0"0"-848,-10 26 674,-1 3-1758,0-1-78,1 1-1,1 0 1,2 0-1,-4 28-484,5 4 1593,2 2-1,4 60-1592,0-117 28,1 0 0,0 0 0,0 0 0,1 0-1,0 0 1,0 0 0,0-1 0,1 1 0,0-1 0,0 0-1,0 1 1,0-1 0,1-1 0,2 3-28,9 9 61,1 0 1,1-1-1,7 4-61,22 21 16,-42-36-193,0 0 1,0-1 0,0 1-1,1-1 1,-1 0 0,1-1 0,-1 1-1,1-1 1,2 1 176,-3-2-588,0 0 0,0 0 0,0 0-1,0-1 1,0 0 0,0 1 0,0-2 0,0 1 0,1 0-1,-1-1 1,0 0 0,0 0 588,20-9-7231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12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93 13715,'0'0'1814,"0"0"-582,0 0 652,0 0-598,0 0-735,0 0-269,0-10-20,-1-28 119,1 37-304,1-1-1,0 1 1,0 0-1,0 0 1,0-1-1,0 1 1,0 0-1,0 0 1,0 0-1,0 0 1,0 0-1,1 0 1,-1 1 0,0-1-1,1 0 1,-1 1-1,1-1 1,-1 1-1,1-1 1,-1 1-1,1 0 1,-1-1-1,1 1 1,-1 0-1,1 0 1,-1 0-1,1 0-76,5-1 336,13-4 175,-5 0-375,-1 1 1,1 1 0,0 0-1,0 1 1,0 1 0,0 0 0,0 1-1,3 1-136,-17-1 1,0 1-1,0 0 1,0-1-1,-1 1 1,1 0-1,0-1 0,0 1 1,0 0-1,0 0 1,-1 0-1,1 0 1,0 0-1,-1 0 0,1 0 1,-1 0-1,1 0 1,-1 0-1,0 0 1,1 0-1,-1 0 0,0 0 1,0 0-1,0 1 0,5 28 4,-5-28-3,3 21 14,-2 0 0,-1 0 0,0 1 0,-2-1 0,-3 12-15,3-22 26,-2 1 0,0-1 0,0 0 0,-1 0 0,-1 0 0,0-1 0,-1 0 0,0 0 0,-7 8-26,-6 7 40,-2-2-1,-7 7-39,22-25 19,-1 0-1,1 0 1,-1-1-1,0 0 1,-1 0-1,1-1 1,-1 0-1,0-1 1,-8 3-19,65-10 947,0 3 1,47 4-948,-83-2-73,-1 1 1,1 0-1,-1 0 0,0 1 1,0 0-1,0 1 0,0 1 0,-1-1 1,0 2-1,2 0 73,-1 0-589,-9-6 201,0 0 0,1 0 0,-1 0 0,0 0 0,1-1 0,-1 1 0,1-1 0,-1 0 0,1 1 0,-1-1 1,1 0-1,-1-1 0,1 1 388,6 0-2459,7 0-3830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13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15483,'0'0'4193,"0"0"-2368,0 0 103,0 0-528,0 0-656,0 0-127,201-6-321,-148-3-184,-6 3-112,-8 6-136,-5 0-913,-1 0-1447,-7 0-2881,-3 0-7314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13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62 8266,'0'0'4878,"0"0"-1889,0 0-367,0 0-761,0 0-843,0 0-346,24-11-25,78-33-135,-99 43-491,-1 0 0,1 0-1,0 0 1,0 0 0,0 1-1,0-1 1,0 1 0,0 0 0,0 0-1,0 0 1,0 0 0,-1 0 0,1 0-1,0 1 1,0 0 0,0-1 0,0 1-21,-1 0 18,0 1-1,0-1 1,0 0 0,-1 1 0,1-1 0,0 1 0,-1-1 0,1 1 0,-1 0-1,1-1 1,-1 1 0,0 0 0,0 0 0,0 0 0,0 0 0,0 0-1,0 1-17,2 8 98,-1 0 0,-1 0 0,1 0 0,-2 0 0,1 0 0,-1 0 0,-1 2-98,0 2 216,0-2-169,0 0 0,-2 0 0,1 0 0,-2 0 0,0 0 1,0 0-1,-1-1 0,-1 0 0,0 0 0,0 0 0,-1-1 0,-1 0 1,-2 2-48,-23 29 13,-2-2 1,-28 25-14,41-43 24,21-22 13,0 1-1,1-1 1,-1 1 0,0 0 0,1-1 0,-1 1 0,1 0 0,-1-1-1,1 1 1,-1 0 0,1 0 0,0-1 0,-1 1 0,1 0-1,0 0 1,0 0 0,-1-1 0,1 1 0,0 0 0,0 0-1,0 1-36,12 5 492,40-6 9,-29-1-305,16 1-211,74 3 396,-37-3-3329,-49-1-1371,-1-3-3146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13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13291,'0'0'3023,"0"0"-324,0 0-277,0 0-883,0 0-495,30 13 25,20 9 19,25 17-1088,-67-35 101,0 2 1,-1-1-1,1 1 1,-1 0-1,-1 0 1,1 1-1,-1 0 1,0 0-1,-1 0 1,0 1-1,0 0 1,3 6-102,5 8 237,65 121 560,-30-51-1937,-48-92 940,3 3-198,-2-6-6040,-1-14-1370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14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1 16075,'0'0'3025,"0"0"-1841,0 0 561,0 0-745,0 0 328,-166 211-56,110-146-431,7-5-297,6-9-312,13-16-160,10-8-72,10-9 0,3-6-264,7-3-456,0-9-505,10 0-1335,17 0-2217,6-15-7434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14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13139,'0'0'1499,"0"0"-402,0 0 910,0 0-526,0 0-225,27 27 379,-27-27-1635,31 32 856,-1 1-1,16 26-855,-40-49 125,-1-1-1,0 1 1,-1 0 0,0 0-1,0 0 1,-2 0 0,1 1-1,-1-1 1,0 1-1,-1 0 1,0-1 0,-1 1-1,0 0 1,-1 0 0,-1 1-125,1 24 241,1-8-153,-1 0 0,-1-1 0,-2 1 0,-1-1 0,-1 1 0,-1-1 0,-1-1 0,-2 0 0,-1 0-1,0-1 1,-2 0 0,-1-1 0,-1 0 0,-7 7-88,5-16 70,16-15-111,1 0 1,0 0-1,0 0 0,-1 1 0,1-1 0,0 0 1,-1 0-1,1 0 0,0 0 0,0 0 1,-1 0-1,1 0 0,0 0 0,-1 0 0,1 0 1,0 0-1,0 0 0,-1-1 0,1 1 1,0 0-1,0 0 0,-1 0 0,1 0 0,0 0 1,0 0-1,-1-1 0,1 1 0,0 0 1,0 0-1,-1 0 0,1-1 0,0 1 0,0 0 1,0 0-1,0-1 0,-1 1 41,1-3-664,-1 0 0,0-1 1,1 1-1,-1 0 0,1 0 0,0-1 0,0 1 0,1 0 1,-1 0-1,1-3 664,7-32-9553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15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226 534 7682,'0'0'6616,"0"0"-3897,0 0-1040,0 0-188,0 0-803,-28-7-396,-2 0-66,1 2-1,-31-2-225,57 7 34,1 0-1,-1 0 1,0 1-1,1-1 1,-1 1 0,1 0-1,-1 0 1,0 0 0,1 0-1,0 0 1,-1 1 0,1-1-1,0 1 1,0-1-1,-1 1 1,1 0 0,0 0-1,1 0 1,-1 0 0,0 0-1,1 0 1,-1 1-1,1-1 1,0 0 0,-1 1-1,1-1 1,0 1 0,1 0-1,-1-1 1,0 1 0,1 0-1,0-1 1,-1 1-1,1 0 1,0 0-34,-2 8 187,-3 6 55,2 1 0,0 0-1,1 0 1,0 0 0,2 1-1,0-1 1,1 0 0,1 0-1,1 4-241,-2-17 15,1 1 0,-1 0-1,1 0 1,0-1-1,0 1 1,0-1 0,1 0-1,0 0 1,0 1 0,0-2-1,1 1 1,0 0-1,-1-1 1,2 0 0,-1 0-1,0 0 1,1 0 0,0-1-1,0 1 1,0-1-1,0 0 1,0-1 0,1 0-1,-1 1 1,1-2 0,0 1-1,-1-1 1,1 0-1,3 1-14,0-1-30,1 0-1,0-1 0,-1 0 0,1 0 1,0-1-1,-1 0 0,1 0 0,-1-1 0,1-1 1,-1 0-1,0 0 0,0-1 0,0 0 0,0 0 1,-1-1-1,0 0 0,0-1 0,0 1 0,0-2 1,-1 1-1,0-1 0,-1 0 0,1 0 1,-1-1-1,-1 0 0,1 0 0,-2 0 0,1-1 1,-1 0-1,0 0 0,-1 0 0,0 0 0,0 0 1,-1-1-1,0 0 31,4-29-58,-1 0 1,-3 0-1,-1 0 1,-2-18 57,0-3-33,-2-22 216,-10-48-183,3 48 3843,3-48-3843,8 149 49,1 0-1,1 0 0,5 18-48,4 27 9,-1 73-433,-6 2 1,-6 15 423,0-37-3087,1-66-2716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15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5465,'0'0'0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16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1880,'0'0'11947,"0"0"-7789,0 0-1956,0 0-512,29-9-809,94-27-275,-120 35-586,0 0 0,-1 0 0,1 1 0,0-1 1,0 1-1,0-1 0,0 1 0,0 0 0,0 0 1,0 0-1,0 0 0,-1 1 0,1-1 0,0 1 0,0 0 1,0 0-1,0 0 0,-1 0 0,1 0 0,-1 1 1,1-1-1,-1 1 0,1 0 0,-1-1 0,0 1 0,0 0 1,0 0-1,0 1 0,0-1 0,0 0 0,0 1 1,-1-1-1,1 1 0,-1-1 0,1 3-20,3 4 96,7 14 165,-2-1-1,-1 1 0,0 1 1,-2 0-1,-1 0 0,-1 0 1,1 10-261,-2-6 95,2-1 1,1 0 0,1 0-1,1-1 1,8 15-96,-16-40-123,0 1 0,0-1 0,0 1 1,1-1-1,-1 0 0,0 0 0,1 0 0,-1 0 0,1 0 0,-1 0 1,1 0-1,-1 0 0,1 0 0,0-1 0,-1 1 0,1 0 0,0-1 1,0 0-1,-1 1 0,1-1 0,0 0 0,0 0 0,0 0 0,-1 0 1,1 0-1,0-1 0,0 1 0,0 0 0,-1-1 0,1 1 0,0-1 1,-1 0-1,2 0 123,14-17-4961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17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615 0 8938,'0'0'8154,"0"0"-7290,0 0 3073,-165 206-2969,99-117-192,3-3 128,3-8-360,7-13-392,4-11-152,-14-7-528,13-11-2160,4-15-9123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21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6001,'0'0'3690,"0"0"-1434,0 0-61,0 0-248,0 0-455,27-12 3477,262 12-4362,-272 3-2040,-16-3 1199,0 1 1,-1-1-1,1 1 0,-1 0 1,0-1-1,1 1 1,-1 0-1,0 0 1,1-1-1,-1 1 1,0 0-1,0 0 1,0-1-1,1 1 1,-1 0-1,0 0 1,0 0-1,0-1 0,0 1 1,-1 0-1,1 0 1,0-1-1,0 1 1,0 0-1,-1 0 1,1-1-1,0 1 1,-1 0 233,-4 17-6199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22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4721,'0'0'7226,"0"0"-4762,0 0-215,0 0-825,0 0-864,0 0-184,0 0 376,70 15-312,-34-15-192,7 0-144,7 0-88,3-3-16,-3 0-360,2 3-736,-12 0-1352,-10 0-3578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23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444 0 1032,'0'0'7164,"0"0"-3876,0 0-1421,0 0-359,0 0-544,0 0-501,0 0-163,0 0 199,-2 0-208,0 0 1,-1 1-1,1-1 1,0 0-1,0 1 0,-1-1 1,1 1-1,0 0 1,0 0-1,0 0 0,0 0 1,-2 1-292,-5 7 136,1 0-1,1 0 1,-1 1 0,1 0 0,1 0 0,0 1-1,0 0 1,1 0 0,1 0 0,0 1-1,0 0 1,1-1 0,1 1 0,0 0 0,0 1-1,1 4-135,0 31 72,1 0 0,3-1 0,5 29-72,-7-67 31,20 153 333,11 122 378,-28-219-345,-2 0 0,-4 0 1,-4 21-398,3-68 131,-1-1 0,-1 0 1,0 0-1,-1 0 1,-1 0-1,0-1 0,-1 0 1,-1-1-1,-1 1 0,-9 10-131,11-15 63,-2 1 1,1-1-1,-1-1 0,-1 0 0,0 0 0,-1-1 0,1 0 0,-2-1 0,1-1 0,-1 0 0,0 0 0,0-2 1,-6 2-64,14-5 1,-1 0 0,1 0 1,0-1-1,-1 0 1,1 0-1,-1-1 1,1 0-1,-1 0 1,1 0-1,-1 0 1,1-1-1,-1 0 1,1 0-1,-1 0 0,1-1 1,0 0-1,0 0 1,0 0-1,0-1 1,0 1-1,-2-3-1,-10-7-3322,10 9-2007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23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68 381 14091,'0'0'1819,"0"0"185,-10 27 125,-29 87-841,35-100-1047,0 0 1,0 0-1,2 0 0,0 1 0,0 0 0,1-1 1,1 1-1,1 1-241,-1 11 409,0-25-364,0 0 0,0 0 0,0 0 0,1-1 0,-1 1 0,0 0 1,1 0-1,-1 0 0,1 0 0,0 0 0,-1-1 0,1 1 0,0 0 0,0-1 0,0 1 0,0-1 0,1 1 0,-1-1 0,0 1 0,1-1 0,-1 0 0,1 1 0,0-1-45,1 1 74,0-1 0,0 0-1,0 1 1,1-1 0,-1-1 0,0 1 0,1 0 0,-1-1 0,0 0 0,1 1-1,-1-1 1,3-1-74,5 0 100,0-1 0,0 0 0,-1 0 0,1-1 0,-1 0 0,0-1 0,0-1 0,3-1-100,2-3 34,-1 0 0,0-1 0,-1 0 0,0-1 0,0-1 0,-1 0 0,-1 0 0,7-11-34,-11 13 46,0 0 1,-1 0-1,-1-1 1,1 1-1,-1-2 0,-1 1 1,0 0-1,-1-1 0,0 0 1,-1 1-1,0-1 0,0-8-46,-2 8 54,0 0-1,-1 0 0,0 0 0,-1 0 0,0 0 0,-1 0 0,0 1 0,-5-10-53,-4-6-150,-2 0 0,-15-23 150,16 29-705,1-1 1,1 0 0,1-1 0,2 0 0,0-1 0,-2-10 704,2-17-5268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41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12883,'0'0'2232,"0"0"-1208,0 0 1521,0 0-1137,191-60-880,-128 51-63,-3 1 199,-1 2-232,-9 0-168,-14 3-168,-9 3-64,-11-3-32,-16 3-976,0 0-2057,-3 0-3456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42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 9642,'0'0'4962,"0"0"-3118,0 0-435,0 0 137,0 0-631,-29 32 49,-28 32 172,-5 12-1136,57-70 107,0 1 0,1-1-1,0 1 1,0 0 0,0 0-1,1 0 1,0 1 0,0-1 0,1 1-1,0 0 1,1-1 0,-1 1-1,1 0 1,1 0 0,0 0 0,0 8-107,0 6 331,-1 12 228,1 0 0,2 0 0,3 14-559,-3-36 71,1 0 0,0 0 0,1 0 1,0 0-1,1-1 0,0 1 1,1-1-1,0-1 0,1 1 0,0-1 1,1 0-72,1 1 16,1 0 0,0-1 0,0 0 0,1 0 0,0-1 0,1-1 0,-1 0 0,2 0 0,-1-1 0,1-1 1,0 0-1,1-1 0,-1 0 0,1-1 0,0-1 0,0 0 0,0-1 0,0-1 0,1 0 0,9 0-16,-10-1-202,1 0 0,-1-1-1,0 0 1,0-1 0,0-1 0,0 0-1,11-5 203,-19 6-385,-1-1-1,0 0 1,1 0-1,-1 0 1,-1-1-1,1 1 1,0-1-1,2-3 386,-2 1-874,-1 0-1,1 0 1,-1 0-1,0 0 1,0-1-1,-1 0 1,0 1-1,0-2 875,5-21-8341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42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15507,'0'0'1977,"0"0"-833,0 0 1841,0 0-1753,0 0-776,0 0-144,0 0-120,228-59-184,-162 53 88,17 0-96,-20 0-1424,-7 3-3769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42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 15091,'0'0'1713,"0"0"-887,0 0 200,0 0 156,-30 36-46,-96 125 176,117-148-1130,1-1-1,0 1 1,1 1-1,1-1 1,0 1-1,1 0 1,0 0-1,1 1 1,1-1-1,0 1 1,0 5-182,0 0 220,-2 19 160,2-1 1,1 1 0,2-1 0,2 10-381,-1-42 19,0 0 0,1 1 0,0-1 0,0 0 0,0 0 0,0 0 0,1 0 0,0 0 0,0-1 0,1 1 0,0-1 0,0 0 0,0 0 1,0 0-1,1-1 0,0 1 0,0-1 0,0 0 0,0-1 0,1 1 0,-1-1 0,7 2-19,9 5-294,0-1 0,0-1 0,1-1 0,0-1 0,23 3 294,33-5-7003,-47-4-1463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43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10306,'0'0'3880,"0"0"-1309,0 0-745,0 0-70,25 27-226,78 93-158,-84-96-1047,-2 0 0,0 1 0,-2 0 0,-1 1 0,-1 1 0,-1 1 0,-1 0 0,-2 0 0,0 2-325,-2-1-131,-1 0 1,-1 0 0,-1 0 0,-2 1-1,-1 0 1,-2 6 130,1-35-97,0 0-1,0 0 1,1 0-1,-1-1 1,0 1 0,-1 0-1,1 0 1,0 0-1,0-1 1,0 1 0,0 0-1,-1 0 1,1 0-1,0-1 1,-1 1 0,1 0-1,0-1 1,-1 1-1,1 0 1,-1-1 0,1 1-1,-1 0 1,0-1-1,1 1 1,-1-1 97,-14 3-6489,11-3-2377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43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526 1 10842,'0'0'2017,"0"0"-464,0 0 205,-34 26-248,-8 6-968,-5 3 420,3 2 0,0 2-1,-15 20-961,-4 4 1496,21-22-791,2 2 0,1 1-1,-24 39-704,54-63 47,9-19-136,5-1-390,4 0-17,-1-1 1,0 0 0,0-1-1,0 0 1,0 0-1,5-3 496,26-11-4443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43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0 9418,'0'0'1706,"0"0"165,0 0 40,0 0-431,20 39 23,-20-39-1503,37 73 1757,8 27-1757,-39-84 315,-1 1 0,0-1 1,-1 1-1,-1 0 0,-1 0 1,-1 0-1,0 0 0,-1 0 1,-2 17-316,0 12 668,1-3-132,-1 0 1,-3 0 0,-2 0-1,-1-1 1,-14 39-537,14-55 36,-2 0 1,-1 0-1,0-1 1,-2 0-1,-1-1 1,-1 0-1,-2-1 0,0-1 1,-14 14-37,23-28-191,0-1-1,-1 0 1,0-1 0,0 0-1,-1 0 1,0-1-1,0 0 1,0 0 0,-6 1 191,-60 13-5790,17-11-3707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44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0 9770,'0'0'2538,"0"0"-539,-11 26-155,-52 132 3507,2 17-5351,54-154 280,-44 145 3204,-3 47-3484,43-158 177,2 1-1,2 0 0,3 1 1,3-1-1,5 55-176,-2-97-34,0 0 0,1 0 0,1-1 0,0 0 0,1 1 0,0-1 0,1-1-1,1 1 1,0-1 0,0 0 0,1-1 0,1 0 0,0 0 0,0-1 0,8 7 34,11 7-1204,1-1 1,1-2-1,1 0 0,1-2 1,8 2 1203,44 20-6584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44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0 13675,'0'0'1468,"0"0"-502,0 0 733,0 0-620,0 0-641,0 0 131,1 19 567,1 0-882,18 305 3086,-20-265-2932,1 32 412,-4-1 0,-10 49-820,10-112 50,-2-1 1,-1 1-1,-2-1 0,0 0 1,-2-1-1,0 0 0,-2 0 0,0-1 1,-2-1-1,-12 16-50,18-30 19,0 1 0,-1-2-1,0 1 1,0-1 0,-1 0 0,-7 4-19,14-10-134,0 0 0,0 0 1,0 0-1,-1 0 1,1-1-1,-1 1 1,1-1-1,-1 0 1,1 0-1,-1 0 0,1 0 1,-1-1-1,0 0 1,0 1-1,1-1 1,-1-1-1,0 1 1,1 0-1,-1-1 1,0 0-1,1 0 0,-1 0 1,-2-1 133,4-1-526,0 1 0,0 0 0,0 0 0,0-1 0,1 1 0,-1-1 0,1 1 0,0-1 0,0 0 0,0 1 0,0-1 0,0 0 0,0 0 0,1 0 0,0 0 0,-1 0 0,1 0 0,0-1 526,-1-33-12924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3:45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80 101 2969,'0'0'7162,"0"0"-4700,0 0-392,0 0-157,0 0-788,34-16-343,108-48-21,-136 61-680,0 0-1,-1 1 1,1-1-1,0 1 1,0 0-1,0 0 1,0 1-1,1 0 1,-1 0-1,0 1 1,1 0-1,-1 0 1,4 0-81,11 2 277,-20-1-269,0-1 0,0 1-1,0 0 1,0 0-1,0 0 1,0 0-1,0 0 1,0 0-1,-1 0 1,1 0 0,0 0-1,-1 0 1,1 1-1,-1-1 1,1 0-1,-1 0 1,1 1 0,-1-1-1,0 0 1,0 1-1,0-1 1,0 0-1,0 0 1,0 1 0,0-1-1,0 0 1,0 1-1,-1 0-7,-2 45 78,0-38-51,0 1 1,-1-1-1,0 0 1,0 0-1,-1 0 1,0-1-1,0 1 1,-1-1-1,-5 5-27,-66 69 108,60-64-115,-52 47 23,37-37-3,2 2 0,0 1 0,-23 34-13,51-63 5,1 0 0,-1 1 0,0-1 0,1 0 0,-1 1 0,1 0 0,0-1 0,0 1 1,0 0-1,0 0 0,0-1 0,1 1 0,-1 0 0,1 0 0,0 0 0,0 0 1,0 0-1,0 0 0,0-1 0,1 1 0,-1 0 0,1 1-5,1-1 30,0-1 0,-1 0 0,1 1 0,0-1 0,0 0 0,0 0 0,0 0 0,1-1 0,-1 1 0,0 0 0,1-1 0,-1 0 0,1 1 0,-1-1 0,1 0 0,0 0 0,0-1 0,-1 1 0,1 0 0,0-1 0,2 1-30,27 2 424,0-1 0,0-1 0,30-4-424,-25 1 142,0 2-1,24 2-141,-60-1-74,0-1 0,0 1 0,0-1-1,0 1 1,0-1 0,0 1 0,0-1-1,0 1 1,-1 0 0,1 0 0,0-1-1,0 1 1,-1 0 0,1 0 0,0 0-1,-1 0 1,1 0 0,-1 0 0,1 0 0,-1 0-1,0 0 1,1 0 0,-1 0 0,0 0-1,0 0 1,0 0 0,0 0 0,1 0-1,-2 0 1,1 0 0,0 0 0,0 0-1,0 0 1,0 0 0,-1 0 0,1 1-1,0-1 1,-1 0 74,0 8-2749,1 1-2620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24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13395,'0'0'2968,"0"0"761,0 0-1760,0 0-873,0 0-560,0 0-376,0 0-56,13 48 296,-13-10-48,0 7-240,0-3-112,0-1-136,0 19-952,0-9-3137,0-7-3400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25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21 13419,'0'0'2623,"0"0"-751,0 0 46,0 0-830,30-5-654,-30 5-434,29-6 52,2 2 1,-1 1-1,1 1-52,-29 2 4,0 0-1,0 0 1,0 0-1,0 0 1,-1 0 0,1 1-1,0-1 1,0 1-1,-1-1 1,1 1-1,0 0 1,-1 0-1,1 0 1,0 0-1,-1 0 1,1 0-1,-1 0 1,0 0 0,1 0-1,-1 1 1,0-1-1,0 1 1,0-1-1,0 1 1,0-1-1,0 1 1,0 0-4,0 3 18,1-1-1,-1 1 1,-1 0 0,1 0-1,-1-1 1,0 1 0,0 0-1,0 1-17,0 6 69,0 1 31,0 0 1,0 0 0,-1 0 0,-1 0-1,0-1 1,-1 1 0,-1-1-1,1 1 1,-2-1 0,0 0 0,0 0-1,-1-1 1,-1 0 0,0 0 0,0 0-1,-1-1 1,0 0 0,-1 0-1,-3 1-100,-16 19 117,-1-2-1,-2 0 0,-1-3 0,-1 0 1,0-2-1,-19 8-116,50-30 7,1 0 0,-2 0 1,1 0-1,0 0 0,0-1 0,0 1 0,0 0 1,0-1-1,-1 0 0,1 1 0,0-1 0,-1 0 1,1 0-1,-1 0-7,3-1 9,-1 1 1,1 0-1,-1 0 1,1 0 0,-1-1-1,1 1 1,-1 0-1,1 0 1,-1-1-1,1 1 1,-1-1-1,1 1 1,0 0 0,-1-1-1,1 1 1,0-1-1,-1 1 1,1-1-1,0 1 1,0-1 0,-1 1-1,1-1 1,0 1-1,0-1 1,0 1-1,0-1 1,-1 1-1,1-1 1,0 0 0,0 1-1,0-1 1,1 0-10,-1-1 22,1-1 1,-1 1 0,1-1 0,0 1 0,0-1-1,0 1 1,0 0 0,0-1 0,1 1 0,-1 0 0,1 0-1,0 0 1,-1 0 0,1 0 0,0 0 0,0 1-1,0-1 1,0 0 0,1 1 0,1-2-23,10-2 35,1 0 0,0 1-1,0 1 1,1 0 0,-1 0 0,0 2 0,1 0 0,-1 1 0,1 0 0,-1 2 0,11 1-35,-21-2 4,0 0 0,1 0 1,-1 0-1,0 1 0,0 0 0,0 0 1,0 0-1,-1 1 0,1 0 0,-1-1 1,1 2-1,-1-1 0,0 0 0,2 3-4,5 5 7,-1 2 0,0 0-1,-1 0 1,0 1-7,15 21-21,-22-33-159,0 1 0,0-1 1,0 0-1,1 0 0,-1-1 0,0 1 0,1 0 0,0-1 0,-1 1 0,1-1 1,0 0-1,0 0 0,-1 0 0,1 0 0,0-1 0,0 1 0,1-1 180,3 1-1108,0-1 0,-1 0 0,1 0-1,0 0 1,0-1 0,-1 0 0,3-1 1108,24-11-8660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25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13651,'0'0'3457,"0"0"-1537,0 0-445,31 16-303,-31-16-1172,52 26 902,28 21-902,-73-42 102,0 0 0,0 0 0,-1 1-1,0 0 1,0 0 0,0 1 0,-1-1 0,0 1 0,0 0 0,-1 0 0,0 1 0,0 0 0,-1-1-1,0 1 1,0 0 0,0 2-102,3 8 228,26 99 693,-27-94-869,0 0-1,1 0 0,1-1 1,1 0-1,1-1 0,1 0 1,1 0-1,4 4-51,-7-19-713,0-5-3410,-8-1-741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25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0 5097,'0'0'10970,"0"0"-8025,0 0-1473,0 0-335,0 0 31,-132 158-256,76-81 304,-4 1-383,4-7-273,3-11-272,10-13-184,13-17-88,14-9-16,6-9-120,10-9-801,3-3-1079,27-9-2369,6-12-4201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26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12683,'0'0'2410,"0"0"-649,0 0-146,0 0-735,30-5-518,96-13-87,-120 17-243,0 1 0,1-1 0,-1 1 0,1 0 0,-1 1 0,0 0 0,1 0-32,-6-1 6,1 0 0,0 1 0,-1-1 0,1 1 0,-1 0-1,1-1 1,-1 1 0,1 0 0,-1 0 0,0 0 0,1 0-1,-1 0 1,0 0 0,0 1 0,1-1 0,-1 1-6,1 1 14,-1 1-1,0-1 1,0 1 0,0-1-1,-1 1 1,1-1 0,-1 1 0,0 0-1,0-1 1,0 1 0,0 0 0,0-1-1,-1 1 1,0 1-14,-1 15 178,1-11-137,0-1 0,-1 0 0,0 1 0,-1-1 0,0 0 0,0 0 1,0 0-1,-1 0 0,-2 2-41,-48 70 39,21-33-21,29-40-29,-2 1 97,0 0 0,0 1 0,1 0 0,1 0 0,0 0 0,0 0 0,0 1 0,1-1 0,1 1-1,0 0 1,-1 8-86,3-17 64,1 1-1,-1-1 0,1 0 0,-1 0 1,1 1-1,0-1 0,-1 0 0,1 0 1,0 0-1,0 0 0,0 0 0,0 0 0,0 0 1,0 0-1,0 0 0,0 0 0,0-1 1,1 1-1,-1 0 0,0-1 0,0 1 1,1-1-1,-1 1 0,0-1 0,1 0-63,41 11 660,-35-9-473,161 39-1033,-136-35-3975,-17-5-612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26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0 10298,'0'0'1842,"0"0"69,0 0-325,0 0-507,0 0-253,0 0-160,27 0-203,64 1-182,-75-1 2305,-304 23-636,255-16-1923,32-7-27,0 0 0,0 1 0,0-1-1,0 0 1,0 1 0,0-1 0,0 1-1,0-1 1,0 1 0,0-1 0,0 1 0,0 0-1,0 0 1,0-1 0,1 1 0,-1 0-1,0 0 1,1 0 0,-1 0 0,0 0-1,1 0 1,-1 0 0,1 0 0,0 0 0,-1 0-1,1 0 1,0 0 0,0-1 0,0 1-1,0-1 1,0 0 0,0 1-1,0-1 1,1 0-1,-1 1 1,0-1 0,0 0-1,1 0 1,-1 1 0,0-1-1,0 0 1,1 0-1,-1 1 1,0-1 0,0 0-1,1 0 1,-1 0-1,0 1 1,1-1 0,-1 0-1,0 0 1,1 0 0,-1 0-1,1 0 1,-1 0-1,0 0 1,1 0 0,-1 0-1,0 0 1,1 0 0,-1 0-1,0 0 1,1 0-1,-1 0 1,0 0 0,1 0-1,-1-1 1,219 3 505,-112-3-203,-182 22-2881,32-13-1415,2-1-3092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31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0 4257,'0'0'1856,"0"0"29,0 0 301,0 0-191,0 0-466,0 0-547,0 13-497,0 2-624,1 42 1704,-3 1 1,-3 0-1,-3 8-1565,0-32 213,-17 70-27,5 1-1,5 1 1,0 60-186,14 133-2620,3-172-1059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28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79 8162,'0'0'3655,"0"0"-1406,0 0-413,0 0-402,0 0-377,0 0-182,8-5-235,16-9-420,0 1-1,1 2 0,14-5-219,-28 12 42,1 0-1,-1 1 1,1 0-1,0 1 0,0 0 1,1 1-1,-1 1 1,0 0-1,0 0 0,3 1-41,-13 0 0,1 1 0,0-1 0,-1 0 0,1 1 0,-1 0 0,0-1 0,1 1 0,-1 0 0,0 0 0,0 0 0,0 0 0,0 1 0,-1-1 0,1 1 0,-1-1 0,1 1 0,-1-1 0,0 1 0,0 0 0,0-1 0,0 1 0,0 0 0,-1 0 0,1 3 0,2 11 1,0 0-1,-1 1 1,0 9-1,-1-14 31,0 1-1,-1-1 1,0 0 0,-1 0 0,0 0-1,-1 0 1,-1 0 0,0 0 0,-1 0 0,0 0-1,-1-1 1,0 0 0,-6 10-31,-11 11 42,-1-1 0,-2 0-1,-1-2 1,-1-1 0,-1-1 0,-2-2 0,-1-1 0,-24 15-42,54-39 10,0 0 1,-1 0-1,1 0 1,0-1 0,-1 1-1,1 0 1,-1-1 0,1 0-1,-1 1 1,0-1-1,1 0 1,-1 0 0,1 1-1,-2-1-10,2-1 15,1 1-1,-1 0 0,1 0 1,-1 0-1,1 0 0,-1-1 1,1 1-1,0 0 0,-1-1 1,1 1-1,-1 0 0,1-1 1,0 1-1,-1 0 0,1-1 1,0 1-1,-1 0 0,1-1 1,0 1-1,0-1 0,-1 1 1,1-1-1,0 1 0,0-1 1,0 1-1,0-1 0,-1 1 1,1-1-15,0-1 25,0-1 1,0 1-1,1 0 1,-1-1-1,0 1 1,1 0-1,-1 0 0,1-1 1,0 1-1,0 0 1,0 0-1,0 0 1,0 0-1,0 0 1,0 0-1,1 0 1,1-1-26,0-2 5,1 1 1,0 0-1,0 0 1,0 1 0,0-1-1,1 1 1,-1 0 0,1 0-1,0 0 1,0 1 0,0 0-1,0 0 1,1 0 0,-1 0-1,1 1 1,-1 0 0,1 0-1,-1 1 1,1-1-1,-1 1 1,1 0 0,-1 1-1,1-1 1,-1 1 0,1 0-1,-1 1 1,1-1 0,-1 1-1,0 0 1,0 0 0,0 1-1,0 0 1,0-1 0,3 4-6,-1 1 1,1-1 1,1 0 0,-1 0 0,1-1 0,0 0 0,0 0 0,0-1 0,1 0 0,0-1 0,9 2-2,-2-2 5,0-1-1,1 0 1,-1-1 0,0-1 0,1-1 0,0-1-5,-10 1 4,1-1 1,-1 0-1,0 0 1,0-1 0,0 0-1,0 0 1,5-4-5,-8 5 12,-1-1 0,0 1 0,0-1 1,0 0-1,0 0 0,-1 0 0,1 0 0,-1-1 0,0 1 1,1-1-1,-2 0 0,1 0 0,0 0 0,-1-1-12,0-30 92,-2 23-4482,0 8-1147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29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7682,'0'0'5828,"0"0"-3245,0 0-440,0 0-128,0 0-609,0 0-298,32-14-120,102-40-122,-130 53-819,0 0 0,-1 0 0,1 0 0,0 0 0,0 0 0,0 1 0,0-1 0,0 1 0,1 0 0,-1 1 0,0-1 0,0 1 0,0-1 0,0 2-47,-1-1 41,0 0-1,-1 1 0,0-1 0,1 1 1,-1 0-1,0-1 0,0 1 1,0 0-1,0 1 0,0-1 1,1 2-41,4 4 98,6 8 11,-1 0 0,-1 1 0,-1 0 0,0 0-1,-1 1 1,0 0 0,-1 4-109,12 36 89,7 41-89,16 46-326,-31-131-2198,-1-16-4463,-7-8-996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29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516 1 18244,'0'0'2050,"0"0"-769,0 0 598,0 0-521,0 0-887,0 0-395,-23 16-3,-13 11 80,0 2 1,3 1-1,0 2 1,-9 12-154,-78 87 955,66-75-553,2 3 0,-23 35-402,63-70-307,15-17-570,12-11-135,4-7-1284,-1-1-1,0-2 0,11-10 2297,14-14-8213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30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0 12099,'0'0'2117,"0"0"-616,0 0 135,0 0-745,28 13-602,-28-13-289,27 13 39,0 0 0,0 2-1,4 5-38,-28-17 19,0-1 0,0 1-1,-1 1 1,1-1 0,-1 0 0,0 1-1,0-1 1,0 1 0,0-1-1,-1 1 1,1 0 0,-1 0 0,0 0-1,0 0 1,-1-1 0,1 1 0,-1 0-1,0 1 1,0-1 0,0 0-1,0 0 1,-1 0 0,0 0 0,0-1-1,0 1 1,0 0 0,0 0-1,-1 0 1,-1 2-19,-2 5 49,0-2 0,-1 1 0,0 0 0,0-1 0,-1 0-1,0-1 1,0 1 0,-1-2 0,0 1 0,-1-1-49,-5 6 40,-2-2 0,1 0 0,-1 0-1,-1-2 1,-9 5-40,37-17-73,1 0 0,-1 2 1,1-1-1,-1 1 0,1 1 0,4 1 73,-11-2 5,-1 1 0,1 0 1,-1 1-1,1-1 0,-1 1 1,0 0-1,1 0 0,-1 0 0,0 1 1,0-1-1,1 1 0,-1 0 1,-1 0-1,1 1 0,0-1 0,0 1 1,-1 0-1,0 0 0,1 0 0,-1 0 1,0 0-1,-1 1 0,1 0 1,0-1-1,0 4-5,0-1 102,-1 1 0,0 0 0,0 0 0,-1-1 1,0 1-1,0 0 0,0 0 0,-1 1 0,0-1 0,-1 0 0,0 0 1,0 0-1,0 0 0,-1-1 0,0 1 0,0 0 0,0-1 0,-1 1 0,0-1 1,-1 0-1,1 0 0,-1 0 0,0 0 0,-1 0 0,1-1 0,-1 0 1,0 0-1,-1 0 0,1-1 0,-1 0 0,0 0 0,0 0 0,0-1 1,0 1-103,-7 3-15,1 0-1,-1-1 1,-1-1 0,1 0 0,-1 0 0,0-1 0,0-1 0,0-1 0,0 0 0,0 0 0,-1-2 0,1 1 0,-12-3 15,16-4-3180,5-5-3681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31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0 13867,'0'0'2230,"0"0"-390,0 0 250,0 0-955,0 0-320,12 38 224,36 125 77,-44-146-973,0 0 0,-2 0 0,0 0 0,-1 0-1,0 1 1,-2-1 0,0 1 0,-1-1 0,0 0 0,-2 0 0,0 0 0,-1 0 0,0-1 0,-2 0 0,0 0 0,-1 0 0,0-1-1,-1 0 1,-2 0-143,-6 8-26,-1-2 0,-2-1 0,0 0 0,-1-1 0,-1-1 0,0-1 0,-2-2 0,0 0 0,0-1 0,-15 5 26,29-14-477,-1-1 0,0 0-1,0 0 1,-10 1 477,-23 1-5114,26-6-87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32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331 561 13539,'0'0'1767,"0"0"173,0 0 38,0 0-815,-29-12-510,-91-38-78,117 48-542,-1 0 1,0 1-1,0 0 0,1-1 0,-1 1 0,0 0 0,0 1 1,0-1-1,0 1 0,-1 0 0,1 0 0,0 0 0,0 0 1,0 1-1,0 0 0,0-1 0,0 2 0,1-1 0,-1 0 1,0 1-1,0-1 0,1 1 0,-1 0 0,1 1 0,-1-1 0,1 0 1,0 1-1,0 0 0,-2 2-33,-1 4 99,0 0-1,1 1 1,0 0-1,1-1 1,0 2 0,0-1-1,1 0 1,-1 8-99,1-9 111,-3 12 76,1-1-1,0 1 1,2 0 0,1 0 0,0 0-1,1 0 1,2 0 0,0 0-1,4 21-186,-3-38 17,0 0 0,0 0 0,0 0 0,1 0 0,-1 0 0,1-1-1,0 1 1,0-1 0,0 1 0,1-1 0,-1 0 0,1-1 0,0 1 0,0 0-1,0-1 1,0 0 0,0 0 0,0 0 0,1-1 0,-1 1 0,1-1 0,-1 0-1,1-1 1,3 1-17,19 3 47,0-1 0,0-2 0,24-2-47,-24 1 17,-17 0-45,1 0 1,0-1-1,-1-1 0,1 1 0,-1-2 0,1 1 0,-1-1 1,0-1-1,6-3 28,-11 5-12,0-1 0,-1 0 0,1 0 0,-1 0 0,0-1 0,0 1 0,0-1 0,0 0 0,-1 0 0,1 0 0,-1-1 0,0 1 0,-1-1 0,1 0 0,-1 0-1,0 0 1,0 0 0,0 0 0,-1 0 0,1-3 12,2-28-77,-1-1-1,-1 0 0,-2 1 1,-2-6 77,0-34-95,-3-123 12,1 39 2000,7-4-1917,4 142 554,-7 22-545,0 0 0,0-1 0,0 1-1,0 0 1,1-1 0,-1 1 0,0 0 0,0-1-1,0 1 1,1 0 0,-1 0 0,0-1-1,0 1 1,1 0 0,-1 0 0,0 0-1,0-1 1,1 1 0,-1 0 0,0 0 0,1 0-1,-1 0 1,0 0 0,1-1 0,-1 1-1,0 0 1,1 0 0,-1 0 0,0 0-1,1 0 1,-1 0 0,0 0 0,1 0 0,-1 0-1,0 0 1,1 1 0,-1-1 0,0 0-1,1 0 1,-1 0 0,0 0 0,1 0 0,-1 1-1,0-1 1,0 0 0,1 0 0,-1 0-1,0 1 1,0-1 0,1 0 0,-1 0-1,0 1 1,0-1 0,0 0 0,1 1 0,-1-1-1,0 0 1,0 1 0,0-1 0,0 0-1,0 1 1,0-1 0,0 0 0,0 1-1,0-1 1,0 1-9,5 12 14,0 1 0,-1-1 0,-1 1-1,0 0 1,-1 1 0,1 9-14,1 99-3,-3-87 17,-3 128 79,1-44-1929,5 12 1836,5-86-2943,5-19-3067,5-10-6090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32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7922,'0'0'5633,"0"0"-3307,0 0-351,0 0-328,0 0-660,34-9-198,11-3-415,1 2-1,7 2-373,-50 7 52,1 1-1,0 0 1,0 0-1,0 0 1,0 0-1,0 1 1,0-1-1,0 1 1,-1 0-1,1 0 1,0 1-1,-1-1 1,1 1-1,-1 0 1,1-1-1,-1 2 1,0-1-1,0 0 1,0 1-1,0-1 1,0 1-1,0 0 1,-1 0-1,1 0 1,-1 0-1,0 1 1,0-1-1,0 1-51,6 8 213,13 20 126,-2 1-1,-1 1 0,-1 1 1,-2 1-1,2 10-338,29 68-85,-44-111 67,-1 0 0,1 0 1,0 0-1,0 0 0,0-1 0,0 1 0,0-1 1,0 1-1,1-1 0,-1 0 0,1 0 0,-1 0 1,1 0-1,0 0 0,0-1 0,0 1 0,0-1 1,0 0-1,0 0 0,3 0 18,5 1 2,-1 0 0,1-2 0,0 1 0,0-1 0,7-1-2,12 0-78,-23 1-148,1-1 0,0 1 0,-1-1 0,0-1 0,1 1-1,5-3 227,23-14-4466,-21 6 196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33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676 1 12819,'0'0'2688,"0"0"-31,0 0-1497,0 0-800,0 0 456,-136 184 425,70-106-81,-4-4-200,1-6-504,6-5-296,3-7-160,-22 4-424,12-18-2184,11-10-7195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38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15539,'0'0'2885,"0"0"409,0 0-1815,28 6-698,-7-2-641,-13-3-96,1 0 0,-1 0 0,0 1 0,0 0 0,0 1 0,0-1 0,0 1 0,-1 1 0,1 0 0,-1 0 0,0 0 0,0 1 0,0 0 0,-1 0 0,0 1 0,0 0 1,0 0-1,-1 0 0,0 0 0,0 1 0,4 7-44,17 49 698,-2 1 1,14 61-699,-18-55 293,4 0 1,16 33-294,-40-103-28,0 1 0,0-1-1,0 1 1,0 0 0,0-1 0,0 1-1,0-1 1,0 1 0,1-1 0,-1 1-1,0-1 1,0 1 0,1-1 0,-1 1-1,0-1 1,1 1 0,-1-1 0,0 1-1,1-1 1,-1 1 0,1-1 0,-1 0-1,1 1 1,-1-1 0,1 0 0,-1 1-1,1-1 1,-1 0 0,1 0 0,-1 0-1,1 1 1,0-1 0,-1 0 0,1 0-1,-1 0 1,1 0 0,-1 0 0,1 0-1,0 0 29,7-22-2957,-4-10-2967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38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443 0 13715,'0'0'3085,"0"0"-285,0 0-738,0 0-1175,0 0-231,-29 36 350,-6 6-665,-31 38 1211,-36 59-1552,15-24 753,45-63-196,-30 49-557,63-75-1010,9-25 900,0-1 1,0 1-1,0 0 0,0-1 1,0 1-1,0 0 0,0-1 1,1 1-1,-1 0 0,0-1 1,1 1-1,-1-1 0,0 1 1,1-1-1,-1 1 0,0-1 1,1 1-1,-1-1 0,1 1 1,-1-1-1,1 1 0,-1-1 1,1 0-1,0 1 110,2 0-704,1 0-1,0 0 1,-1 0-1,1 0 1,0-1 0,0 0-1,-1 0 1,1 0-1,0 0 1,0 0-1,0-1 705,34-4-10126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39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24 12051,'0'0'2079,"0"0"240,0 0-212,0 0-580,29-6-541,86-10-386,-114 15-583,1 1-1,-1 0 1,0 0 0,0 0 0,1 0 0,-1 0 0,0 0 0,0 1 0,0-1-1,1 0 1,-1 0 0,0 1 0,0-1 0,0 1 0,0-1 0,0 1 0,0 0-1,0-1 1,0 1 0,0 0 0,0 0 0,0 0 0,0 0 0,0 0 0,0 0-1,-1 0 1,1 0 0,0 0 0,-1 0 0,1 0 0,-1 0 0,1 0-17,-2 33 530,0-25-361,0-1-106,-1 0 0,1 0 0,-1 0 0,-1 0 0,1 0 0,-1-1 0,-1 1 0,1-1 0,-1 0 0,-1 0 0,0 1-63,-11 13 51,0-1-1,-17 15-50,-13 16-56,46-51 4,0 1 0,-1-1 0,1 0 0,0 0 0,0 0 0,0 1 0,-1-1 0,1 0 0,0 0 0,0 1 0,0-1 0,0 0 0,0 0 0,0 1 0,0-1-1,-1 0 1,1 0 0,0 1 0,0-1 0,0 0 0,0 0 0,0 1 0,0-1 0,0 0 0,0 1 0,1-1 0,-1 0 0,0 0 0,0 1 0,0-1 0,0 0-1,0 0 1,0 1 0,0-1 0,1 0 0,-1 0 0,0 0 0,0 1 0,0-1 0,0 0 0,1 0 52,15 5-770,36-3 1056,-30-2-452,-16 0 161,0 0-1,-1 1 1,1 0 0,-1 0-1,0 1 1,1-1 0,-1 1-1,0 0 1,0 1 0,0-1 0,0 1-1,0 0 1,-1 0 0,1 1-1,-1-1 1,0 1 0,0 0 0,0 0-1,0 0 1,1 4 5,0 0 96,-1 0 0,0 0 0,-1 1 0,0-1 0,0 1 0,-1 0 0,0 0 0,0 0 1,-1 0-1,0 0 0,-1 0 0,0 3-96,0-9 64,-1 1 1,1-1 0,-1 0 0,1 0 0,-1 0-1,0 0 1,0 0 0,0 0 0,-1 0-1,1 0 1,-1-1 0,1 1 0,-1 0-1,0-1 1,0 1 0,0-1 0,-2 2-65,-2 1 146,0 0 1,0 0-1,-1-1 1,0 0 0,1 0-1,-1-1 1,-5 2-147,-8 2 214,0-1 1,1 0-1,-2-2 1,1 0-1,-10-1-214,-55-1-1072,54-3-4049,20 1-615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40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99 12819,'0'0'2158,"0"0"505,0 0-67,0 0-873,0 0-444,0 0-372,-18-5-525,10 2-357,-10-3-3,-1 1-1,0 1 1,1 0-1,-1 1 1,0 1-1,-5 1-21,-65-1 255,42 0-39,-1 2-1,-36 4-215,111-9-101,0-1 1,-1-1-1,13-6 101,56-14-148,-71 23-1022,0 2-1,1 1 1,13 1 1170,-20 0-2173,-11 1-1141,-3 4-3547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41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1 275 11426,'0'0'1862,"0"0"-431,0 0 169,0 0-634,0 0-122,0 0 344,6-29-13,34-189 1914,-34 191-2693,-6 27-391,0 0-1,0 0 0,1 0 1,-1 0-1,0 0 0,0 0 0,0 0 1,0 0-1,1 0 0,-1 0 0,0 0 1,0 0-1,0 0 0,0 0 0,0 0 1,1 0-1,-1 0 0,0 0 0,0 0 1,0 0-1,0 0 0,0 0 0,1 1 1,-1-1-1,0 0 0,0 0 0,0 0 1,0 0-1,0 0 0,0 0 0,0 0 1,1 1-1,-1-1 0,0 0 1,0 0-1,0 0 0,0 0 0,0 0 1,0 1-1,0-1 0,0 0 0,0 0 1,0 0-1,0 0 0,0 1 0,0-1 1,0 0-1,0 0 0,0 0 0,0 0 1,0 1-1,0-1 0,0 0 0,0 0 1,0 0-1,0 0 0,0 0 0,0 1 1,-1-1-1,1 0 0,0 0 0,0 0-4,3 53 144,-6 15 360,-3-1 0,-3 1-504,0 3-383,3 0 0,3 3 383,1-37-2765,-3-12-2119,-5 0-4804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41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17468,'0'0'2248,"0"0"-23,0 0-345,0 0-1272,0 0-496,182-84-112,-119 70-432,-7-1-752,-10 9-753,-3 6-1735,-10 0-1289,-9 0-4889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42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35 14347,'0'0'3045,"0"0"273,0 0-1723,0 0-971,0 0-380,21-8-168,-3 1-75,1 0 1,0 2-1,13-2-1,-31 7 0,0-1 0,0 1-1,0 0 1,0 0 0,0 0 0,0 0 0,0 1-1,0-1 1,0 0 0,0 0 0,0 1-1,0-1 1,0 0 0,0 1 0,0-1 0,0 1-1,0-1 1,0 1 0,0 0 0,-1-1 0,1 1-1,0 0 1,0 0 0,-1-1 0,1 1 0,0 0-1,-1 0 1,1 0 0,-1 0 0,1 0-1,-1 0 1,0 0 0,1 0 0,-1 0 0,2 38 12,-2-28 7,-1 2 44,0 0 1,-1 1-1,0-1 0,-1 0 1,0 0-1,-1-1 0,-1 1 1,0-1-1,0 0 0,-1 0 1,-1 0-1,-6 8-63,1-4 43,1-2 1,-2 1-1,0-2 0,0 0 1,-2 0-1,1-2 1,-1 0-1,-17 9-43,-14-1 143,44-18-112,0-1 0,1 1-1,-1-1 1,1 1 0,-1-1 0,0 0 0,0 0-1,1 0 1,-1 0 0,0 0 0,1 0 0,-1 0-1,0-1 1,1 1 0,-1 0 0,0-1 0,1 0-1,-1 1 1,1-1 0,-1 0 0,1 0 0,-1 0-1,1 0 1,-1 0 0,1 0 0,0 0 0,0 0-1,-1-1-30,1-1 12,-1 1-1,0-1 1,1 0-1,-1 0 1,1-1-1,0 1 0,0 0 1,1 0-1,-1-1 1,0 1-1,1 0 1,0 0-1,0-1 1,0 1-1,0 0 0,1-1 1,-1 1-1,1 0 1,0-1-1,0 1 1,0 0-1,0 0 0,0 0 1,1 0-1,-1 0 1,1 0-1,0 0 1,0 1-1,0-1 0,0 1 1,1-1-1,-1 1 1,1 0-1,-1 0 1,1 0-1,0 0 1,0 0-1,0 1 0,0-1 1,0 1-1,0 0 1,0-1-1,0 2 1,0-1-1,1 0 0,-1 1 1,2-1-12,16 0 3,8 0 21,0 0 0,24 4-24,-44-2 8,-1 0-1,0 0 1,1 1-1,-1 1 0,0-1 1,0 2-1,0-1 1,-1 1-1,1 0 1,-1 0-1,7 5-7,-11-6-188,1-1 0,-1 0 0,1-1 0,0 1 0,-1-1 0,1 1 0,0-1 0,0 0 0,0 0-1,0-1 1,1 0 0,-1 1 0,0-1 0,0 0 0,0-1 0,1 1 188,11-1-2467,14 1-3826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42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14211,'0'0'3774,"0"0"-1173,0 0-561,0 0-869,0 0-81,33 26-135,105 90-82,-124-103-764,0 2-1,-1-1 1,0 2-1,-1 0 1,-1 0 0,-1 1-1,0 1 1,-2-1-1,0 2 1,0-1 0,3 17-109,-5-18 36,45 156-899,-50-171-81,-2-7-491,-3-18-2233,-8-9-4597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42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490 1 11106,'0'0'6218,"0"0"-5498,0 0 1728,0 0-1127,0 0-337,-172 205-56,106-137 208,0 10-255,3-13-305,10-2-288,13-13-208,17-20-8,16-12-72,7-6-232,0-12-897,50-12-223,-7-15-2769,3 0-2344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43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0 17076,'0'0'2446,"0"0"-94,0 0-1062,0 0-669,0 0 197,-9 27-121,-70 182 118,77-201-804,-1 0 0,1-1 0,1 1 0,-1 0 0,1 0 1,1 4-12,12-9 116,24-6-256,0-2 0,0-1 0,0-1 0,-1-3 0,0 0 0,-1-3 140,33-8-6398,-64 19 1682,-3-1-2963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47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22 4097,'0'0'733,"0"0"-410,0 0-250,3-4 1140,8-10 875,-8 11-89,-3 3-701,2 2 4623,-1 5-6396,-7 128 1699,-5-1 0,-12 37-1224,23-168-32,-1 0 1,0 1 0,0-1-1,0 1 1,0-1 0,0 0-1,-1 0 1,0 0 0,1 0-1,-1 0 1,-1 1 31,-9 10-4044,4-4-1015,5-5 14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35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12587,'0'0'3527,"0"0"-1110,0 0-290,0 0-326,0 0-394,0 0-269,5-3-343,4 0-744,-1-1-1,1 1 1,0 1 0,0-1-1,0 1 1,0 1 0,1 0-1,5 0-50,87 2 264,-44 1-214,8-2-494,-12 2-2121,0-3 0,26-5 2565,-64 5-6221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36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0 161 14891,'0'0'4049,"0"0"-2737,0 0 745,0 0-809,0 0-856,0 0-256,205-54-64,-152 34-24,-3 2 48,0 3 8,-7-6-104,-4 3 0,-9 6-672,-3 9-1656,-11 3-2826,-6 0-4712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37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1 154 9578,'0'0'2269,"0"0"-38,0 0-272,0 0-827,0 0-471,0 0 6,9-11 223,1-1-486,0 1 0,0 0 0,1 0 0,0 1 0,1 1 0,0 0 0,1 1 1,1-1-405,0 1 115,0 1 1,0 0-1,0 1 1,1 0 0,0 2-1,0 0 1,0 0 0,0 1-1,1 1 1,-1 1 0,5 0-116,-18 1 0,0 0 0,1 1 1,-1-1-1,0 1 1,1-1-1,-1 1 0,0 0 1,0 0-1,0 0 0,0 0 1,0 0-1,0 0 0,0 1 1,0-1-1,0 1 0,0-1 1,-1 1-1,1 0 0,-1 0 1,1-1-1,0 2 0,0 2 0,1 0 0,0 0 0,-1 1 0,0-1 0,0 0 0,-1 1 0,0 0 0,0-1 0,0 2 0,1 15-2,-1 0 1,-1 0 0,-1 0 0,-2 9 1,0-14 4,-1 0-1,0 0 0,-1-1 0,-1 0 0,-1 0 0,0 0 1,-1-1-1,-1 0 0,0 0 0,-1-1 0,-5 5-3,-1 1 12,-1-1 0,0-1 0,-1-1-1,-1-1 1,-1 0 0,0-2 0,-14 8-12,3-11 151,30-11-148,1 0 1,-1 0-1,1 0 0,-1 0 0,1 0 0,-1 0 0,1 0 0,-1 0 0,1 0 0,-1 0 0,1-1 1,-1 1-1,1 0 0,-1 0 0,1 0 0,0-1 0,-1 1 0,1 0 0,-1 0 0,1-1 1,0 1-1,-1 0 0,1-1 0,0 1 0,-1 0 0,1-1 0,0 1 0,-1-1 0,1 1 0,0-1 1,0 1-1,0 0 0,-1-1 0,1 1 0,0-1 0,0 1 0,0-1 0,0 1 0,0-1 1,0 1-1,0-1 0,0 1 0,0-1 0,0 1 0,0-1 0,0 1 0,0-1 0,0 1 0,1-1 1,-1 1-1,0-1 0,0 1 0,1-1-3,-1 0-5,1 0-1,0 0 1,0 0 0,0 0 0,0 0 0,0 0-1,0 0 1,0 0 0,0 1 0,0-1-1,1 0 1,-1 1 0,0-1 0,0 1 0,1-1-1,-1 1 1,0 0 0,1-1 0,-1 1-1,1 0 6,31-5-15,-27 4 11,15-2-2,0 2 0,1 0 0,-1 2 1,1 0-1,-1 1 0,0 1 0,1 1 1,-1 1-1,-1 1 0,1 1 0,-1 1 0,6 4 6,43 16-1280,-23-12-5509,-28-10-1618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37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12739,'0'0'3929,"0"0"-1537,0 0-303,0 0-537,0 0-448,176 0-416,-104-9 56,4-6-175,-3-6-273,0 3-184,-10 4-112,-4 5-168,-12 9-865,2 0-1159,-12 3-2289,-14 14-2513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38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91 12043,'0'0'2854,"0"0"-405,0 0-85,0 0-1192,0 0-491,0 0-193,32-15-38,98-47-122,-124 60-309,-1-1 0,1 1 0,0 1 0,0-1 0,0 1 0,0 0 0,0 0 0,4 0-19,-8 1 4,-1 0 0,0 1 0,1-1 1,-1 0-1,1 0 0,-1 1 0,1-1 0,-1 1 0,0-1 0,1 1 0,-1-1 0,0 1 0,1 0 1,-1 0-1,0 0 0,0 0 0,0 0 0,0 0 0,0 0 0,1 1-4,0 2 16,0 0 0,-1 1 0,0-1 0,1 1 1,-2-1-1,1 1 0,0 0 0,-1-1 0,0 1 0,0 0 0,0-1 0,-1 1 0,1-1-16,-1 14 126,1-11-101,-1 0 1,0 0-1,-1 0 0,1 0 0,-1 0 0,-1 0 0,1 0 0,-1-1 0,0 1 0,-1-1 1,1 0-1,-1 0 0,0 0 0,-1 0 0,0-1-25,-14 16 31,-2 0-1,0-2 1,-7 4-31,-11 10 21,38-32-3,4-1-16,33-1-162,-22 0 137,0 0 0,-1 2 0,1-1 0,-1 2 0,13 2 23,-22-3 2,0 0 1,0 0-1,0 1 0,0 0 0,-1 0 0,1 0 0,-1 0 0,1 0 0,-1 1 0,0-1 1,0 1-1,0 0 0,0 0 0,0 0 0,-1 0 0,1 1 0,-1-1 0,0 1 0,0 0 1,0-1-1,-1 1 0,1 0-2,2 8 104,-1 0 1,0 1-1,0-1 0,-2 1 1,1-1-1,-1 1 1,-1-1-1,0 1 1,-1 0-1,-1-1 0,0 1 1,0-1-1,-1 1 1,-1-1-1,0 0 1,-1-1-1,-3 7-104,4-9 80,0-1 1,-1 1-1,-1-1 0,1 0 0,-1-1 1,-1 0-1,1 0 0,-1 0 1,0 0-1,-1-1 0,0-1 1,0 1-1,0-1 0,0 0 0,-1-1 1,0 0-1,0 0 0,0-1 1,0-1-1,0 1 0,-1-1 1,1-1-1,-5 1-80,7-2 28,0 1 0,0-2 0,-1 1 0,1-1 1,0 0-1,0 0 0,0-1 0,0 0 0,0 0 0,0-1 1,0 1-1,1-2 0,-1 1 0,1-1 0,-2-1-28,4 1-46,0 1-1,0-1 1,1 0-1,-1 0 1,1 0-1,0 0 1,0-1-1,0 1 1,1-1-1,-1 1 1,1-1-1,1 0 1,-1 0 0,0 0-1,1 0 1,0-1-1,1 1 1,-1 0-1,1 0 1,0-1-1,0 1 1,1-3 46,-1 1-413,1 0 0,0 0-1,1 0 1,-1 0 0,2 0 0,-1 0 0,1 0 0,0 0 413,24-33-5354,14-8-6248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50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4 1224,'0'0'2860,"0"0"-1560,0 0-683,0 0-287,0 0-154,0 0 81,3-1 139,-3 0-297,1 1 0,-1 0 0,0 0 0,1-1 0,-1 1 0,1 0 0,-1 0 0,0 0 0,1 0-1,-1 0 1,1-1 0,-1 1 0,1 0 0,-1 0 0,1 0 0,-1 0 0,1 0 0,-1 0 0,0 0 0,1 1 0,-1-1 0,1 0 0,-1 0-1,1 0 1,-1 0 0,0 0 0,1 1 0,-1-1 0,1 0 0,-1 0 0,0 1 0,1-1 0,-1 0 0,0 1 0,1-1 0,-1 0 0,0 1-1,0-1 1,1 1 0,-1-1 0,0 0 0,0 1 0,1-1 0,-1 1 0,0-1 0,0 0 0,0 1 0,0-1 0,0 1 0,0-1 0,0 1-99,1 19 4009,-3-4-4290,2-14-42,-6 27 592,-1-1-1,-1 0 1,-1 0-1,-2-1 1,0 0-1,-2-1 1,-9 13-269,1 1 332,2 0 1,-9 28-333,-14 61 667,6 1-1,5 1 1,4 16-667,-31 183 170,-19 12-170,69-294 71,1 0-1,3 0 1,2 0 0,2 0 0,2 0 0,2 0-71,4 6 152,2 0-1,14 43-151,8 32 248,-13-21-13,-8-38 223,4 0 0,2-1 1,10 20-459,-22-73-213,15 29 686,-19-43-760,0 0 0,1-1-1,-1 1 1,0-1-1,1 1 1,0-1-1,-1 0 1,1 1-1,0-1 1,0 0-1,-1 0 1,1 0 0,0-1-1,1 1 288,7 0-6161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51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 6585,'0'0'6279,"0"0"-3500,0 0-674,0 0-227,0 0-658,0 0-572,11 4-332,-5-1-261,-1 0-1,1 0 1,0 0 0,-1 0-1,0 1 1,1 0 0,-2 0-1,1 0 1,0 1 0,-1 0-1,0 0 1,0 0 0,0 0-1,-1 1 1,0-1 0,0 1 0,1 1-55,18 47 396,-3 0 0,-2 1 0,-2 0 0,-3 1 0,-1 8-396,24 279 810,-34-334-788,12 451 961,-14-426-828,-2 0 0,-1 0 0,-2 0 0,-1-1 1,-2 0-1,-1-1 0,-4 7-155,-19 38 352,-2-1 1,-16 19-353,-1-4 200,-5-3-1,-3-3 1,-45 46-200,103-128-4,0 0-1,-1-1 1,1 1 0,-1-1 0,0 1 0,1-1 0,-1 0-1,0 0 1,0-1 0,-1 1 0,1-1 0,0 1 0,-1-1-1,1 0 1,0 0 0,-1 0 0,1-1 0,-1 1-1,1-1 1,-1 0 0,1 0 0,-1 0 0,0-1 0,1 1-1,-1-1 1,1 0 0,0 0 0,-1 0 0,1 0-1,-3-1 5,5 1-65,1 0 0,-1 0 0,0 0 0,1 0 0,-1 0 0,0-1 0,1 1 0,-1 0 0,1 0-1,0 0 1,-1-1 0,1 1 0,0 0 0,0 0 0,0-1 0,0 1 0,0 0 0,0 0 0,0-1-1,0 1 1,0 0 0,0 0 0,1-1 0,-1 1 0,1 0 0,-1 0 0,1 0 0,-1-1 65,17-30-1909,20-9-3180,11-6-2903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51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0 12963,'0'0'2591,"0"0"-687,0 0-73,0 0-921,0 0-571,1 31 234,4 464 3481,-5 547-1322,0-1032-3182,0-1 1,-1 0 0,-1 0-1,0 0 1,0 0 0,0-1-1,-1 1 1,-1 0 0,1-1-1,-2 0 1,1 0 0,-1 0-1,-5 7 450,-13 15-5780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52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13035,'0'0'3023,"0"0"-146,0 0-141,0 0-850,0 0-984,0 0-580,19 7 57,-8-4-290,-4-1-24,0 0 0,-1 0 1,1 0-1,-1 1 0,1 0 1,-1 0-1,0 1 0,0 0 1,0 0-1,-1 0 0,1 1 0,-1 0 1,0 0-1,0 0 0,-1 0 1,0 1-1,0 0 0,0 0 1,-1 0-1,2 3-65,37 112 432,3 33-432,-43-148-631,-1-4-6175,-1-2 1339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52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0 11386,'0'0'5138,"0"0"-4282,0 0 1216,0 0-247,-162 161-513,119-107-456,-3-4-96,3-2-416,7-3-240,6-16-104,7-5 0,9-3-248,11-15-1080,3-6-2441,20 0-304,10-15-5513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52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14619,'0'0'2425,"0"0"-793,0 0 1201,0 0-865,0 0-744,0 0-336,172 27-455,-136-27-265,-3 0-56,-6 0-112,-4 0-104,-10 0-473,-6 0-799,-4 12-1408,-3-7-2994</inkml:trace>
  <inkml:trace contextRef="#ctx0" brushRef="#br0" timeOffset="1">123 260 14107,'0'0'3777,"0"0"-1401,0 0 673,0 0-1001,0 0-1119,0 0-537,0 0-192,156-36-184,-117 24-16,-2-6-464,12-11-1633,-9 5-3368,-7-3-3489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53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8 141 14819,'0'0'1655,"0"0"-233,0 0 226,0 0-254,0 0-439,0 0 61,19 16-103,-19-16-913,19 15 208,0 0 1,1-1-1,9 4-208,-25-16 17,-1-1 1,1 0 0,-1 0 0,1 0 0,-1-1 0,1 1-1,-1-1 1,1 0 0,-1 0 0,1 0 0,-1-1 0,1 1-1,0-1 1,-1 0 0,0 0 0,1 0 0,-1 0 0,0 0-1,1-1 1,-1 0 0,0 1 0,0-1 0,0 0 0,0-1-1,-1 1 1,3-3-18,7-3 31,-10 6-24,9-4 26,-1-1 1,0-1-1,0 0 1,6-7-34,-13 12 59,-1 0 0,1 0 0,-1-1 0,0 1 0,0 0 0,0-1 0,0 0 0,-1 1 1,0-1-1,1 0 0,-1 0 0,-1 0 0,1 0 0,0 0 0,-1 0 0,0-2-59,-1 3 8,1 1 1,-1-1-1,0 1 0,0 0 1,0 0-1,0-1 0,-1 1 1,1 0-1,-1 0 0,1 0 0,-1 0 1,0 1-1,1-1 0,-1 0 1,0 1-1,0-1 0,0 1 1,0 0-1,-1-1 0,1 1 1,0 0-1,-1 0 0,1 1 1,-2-2-9,-68-18-85,70 19 81,-35-5-1424,0 1 0,-18 1 1428,0 3-4854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53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10002,'0'0'6466,"0"0"-3690,0 0 193,0 0-857,0 0-1440,0 0-168,0 0 169,136 105-105,-93-52-136,-10-14-200,-3 0-152,-11-10-32,1-5-48,-10-6-56,-3-6-456,-4-12-1225,-3 0-3120,0 0-5385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54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0 16524,'0'0'1920,"0"0"312,0 0-127,-149 203-801,116-147-352,4-5-600,12-13-224,4-11-112,10-15-16,-1-6-312,4-3-664,0-3-1144,7-3-937,13-15-1848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54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16948,'0'0'2056,"0"0"-784,0 0-79,0 0-825,0 0-288,188 0-80,-158 0-240,-7 0-425,-9 0-991,-11 14-152,-3-2-1105,0-3-4480</inkml:trace>
  <inkml:trace contextRef="#ctx0" brushRef="#br0" timeOffset="1">110 256 11466,'0'0'2417,"0"0"320,0 0 303,0 0-1599,0 0 143,0 0-544,0 0-640,146-17-280,-87-1-120,-3 0-664,14-3-744,-17 6-2665,-10 0-4345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4:55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0 4841,'0'0'14627,"0"0"-12922,0 0 39,0 0-48,0 158-375,-4-87-521,-2-2-344,-1-4-280,4-11-176,3-7-24,-4-5-552,-2 3-1089,-4-13-2728,0-8-6705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01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10626,'0'0'3628,"0"0"-2128,0 0-216,0 0 153,0 0-455,0 0-184,6 0 18,277 9 2831,-187 1-5961,-5 5-3536,-55-8-2222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01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1304,'0'0'12235,"0"0"-10315,0 0-1080,0 0-175,0 0-433,0 0-152,0 0-72,145-9 0,-95 3-8,26 3-64,-10 0-1665,-10 3-6664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06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120 150 9842,'0'0'2334,"0"0"-186,0 0-445,0 0-541,0 0-330,-1-6-222,1 3-543,0 1 0,0-1 0,0 0 1,0 0-1,1 0 0,-1 1 0,1-1 1,0 0-1,-1 1 0,1-1 0,1 0 1,-1 1-1,0-1 0,0 1 0,1 0 1,0-1-1,-1 1 0,1 0-67,4-5 226,1 0 0,-1 0-1,1 1 1,0 0 0,1 0 0,3-1-226,-1 0 144,0 1 0,0 0 0,1 1 0,0 1 0,0-1 0,0 1 0,0 1 0,0 0 0,1 1-1,9-1-142,-18 3 2,0 0 1,1 0 0,-1 0 0,1 0 0,-1 1 0,0-1 0,1 1 0,-1 0 0,0 0-1,1 0 1,-1 0 0,0 1 0,0 0-4,-1 0 0,0-1 0,0 1 0,-1 0 0,1 0 0,-1 1 0,0-1 0,0 0 0,1 0 0,-1 1 0,-1-1 0,1 1 0,0-1 0,-1 1 0,1-1 0,-1 1 0,1-1 0,-1 1 0,0 1 0,1 7 2,0 1-1,0-1 1,-1 1-1,0-1 1,-1 1-1,0-1 1,-1 0-1,-1 1 1,0-1-1,0 0 1,-1 0-1,0-1 1,-1 1 0,-5 9-2,-16 16 15,-2-2 0,-1-1 0,-1-1 0,-11 8-15,-137 108 117,177-147-115,0-1 0,0 0 0,0 1 0,0-1-1,1 1 1,-1-1 0,0 1 0,0-1 0,1 1 0,-1 0 0,0-1 0,1 1 0,-1 0 0,1-1 0,-1 1-1,1 0 1,-1 0 0,1 0 0,-1 0 0,1-1 0,0 1 0,-1 0 0,1 0 0,0 0 0,0 0 0,0 0 0,0 0-1,0 0 1,0 0 0,0 0 0,0 0 0,0 0 0,0-1 0,0 1 0,1 0 0,-1 0 0,0 0 0,1 0-2,0 0 27,1 0 0,-1 0 0,1 0 0,0 0 0,-1 0 0,1 0 0,0 0 0,0-1 1,0 1-1,-1-1 0,1 1 0,0-1 0,0 0 0,0 0 0,0 1 0,0-1 0,0-1-27,65 0 831,-14 0-712,34 4-119,-85-3-234,0 1 0,0-1 1,0 1-1,0 0 0,0-1 0,1 1 0,-2 0 1,1 0-1,0 1 0,0-1 0,0 0 1,0 0-1,-1 1 0,2 0 234,17 23-8120,-13-15 650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07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0 179 14387,'0'0'2369,"0"0"159,0 0-535,0 0-1241,189-39 96,-100 13-96,7-1-224,-7-6-200,-13 9-184,-13 6-80,-13 7-64,-14 11-72,-13 0-520,-6 0-928,-10 14-1089,-7 7-1848,0 3-3424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07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50 13707,'0'0'2319,"0"0"-93,0 0-458,0 0-990,28-8-394,93-24-125,-115 30-246,1 0 0,-1 1 1,1-1-1,0 1 0,-1 0 1,1 1-1,0 0 0,-1 0 1,1 0-1,0 1 0,3 1-13,-9-2 1,1 1 0,-1 0-1,0-1 1,0 1 0,0 0 0,0 0-1,0 0 1,0-1 0,-1 1-1,1 0 1,0 0 0,0 1 0,0-1-1,-1 0 1,1 0 0,-1 0-1,1 0 1,-1 0 0,1 1 0,-1-1-1,0 0 1,0 1 0,1-1-1,-1 0 1,0 0 0,0 1 0,0-1-1,-1 1 0,-3 40 59,2-35-43,-1 0 0,0 0-1,0-1 1,0 0 0,-1 1 0,0-1 0,0 0-1,-1-1 1,1 1 0,-1-1 0,-2 2-16,-69 56 109,28-24-69,52-38-36,-1 1 0,1-1 0,0 0 0,0-1 0,0 1 1,-1 0-1,1-1 0,0 0 0,0 0 0,0 0-4,63 9 0,-57-6 8,0 1 1,0 1-1,0 0 1,-1 0-1,0 1 0,0 0 1,0 1-1,0 0 1,-1 0-1,-1 1 0,1 0 1,-1 0-1,0 1 0,-1 0 1,0 0-1,-1 0 1,1 1-1,-2 0 0,1 0 1,-2 0-1,1 0 1,-1 1-1,-1 0 0,0-1 1,0 1-1,-1 0 1,-1 0-1,0 0 0,0 0 1,-1 0-1,-2 8-8,1-11 114,-1-1-1,0 0 1,0-1-1,0 1 1,-1 0-1,0-1 1,-1 0-1,1 0 1,-1 0-1,0 0 1,-1-1-1,1 0 1,-1 0-1,0-1 1,0 1-1,-1-1 1,1 0-1,-1-1 1,0 0-1,-3 1-113,-8 3 156,0 0-1,0-2 1,-1 0 0,1-1-1,-1-1 1,0-1-1,-12 0-155,27-2 9,-90-2 163,87 1-165,-1-1-1,0 1 1,0-1 0,1-1 0,-1 0 0,1 0 0,0 0 0,0-1 0,0 0 0,-3-2-7,1-1-42,0 2 41,1-2-1,0 1 0,0-1 1,1 0-1,-1 0 0,1-2 2,6 8-122,-1-1-1,1 0 1,0 0-1,0 0 1,0 0-1,0 0 0,0 0 1,0 0-1,1 0 1,-1-1-1,1 1 1,-1 0-1,1 0 0,0 0 1,0-1-1,0 1 1,0 0-1,0-1 1,1 1-1,-1 0 0,1 0 1,-1 0-1,1 0 1,0-1-1,0 1 0,0 0 1,0 0-1,0 0 1,1-1 122,29-26-5349,10-3-4377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08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1 10698,'0'0'2398,"0"0"-416,0 0 64,0 0-439,0 0-387,0 0-175,-17 5-319,-380 93 294,376-96-932,-1 2 239,36-3-167,61-4-144,-1-2-1,0-4 1,71-19-16,-117 20 16,-27 7 64,-17 1 398,-2-1-615,-91-4 128,38 13-5530,34 5-3552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1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0 285 9690,'0'0'3586,"0"0"-2292,0 0-278,0 0 54,0 0-568,0 0-270,17-16 43,82-81 663,-94 90-616,0 0 0,0 0 0,-1 0 0,0-1 1,-1 1-1,0-1 0,0 0 0,0 0 0,-1-1 1,0 1-1,-1 0 0,0-1 0,0-5-322,9-42 1006,-6 108-202,-6 58 6,-12 79-810,10-117 70,4-51-301,0 0 0,-2 0 0,-3 15 231,3-32-540,0-1 0,1 0 0,-1 0 0,0 0 0,-1 0 0,1 0 1,0-1-1,-1 1 0,0 0 0,1-1 0,-1 0 0,0 0 0,0 0 0,-1 0 0,-1 1 540,-2 1-2451,-19 12-9298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1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14683,'0'0'2289,"0"0"-849,0 0 224,0 0-1192,0 0-288,0 0-136,215-60-48,-156 43 0,1 2-256,-7 3-832,-7 6-360,-9 6-553,-14 3-3072,-13 15-4041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1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87 10546,'0'0'2273,"0"0"255,0 0-243,0 0-1320,0 0-593,0 0 154,19-14 21,59-42-99,-75 54-404,0 0 0,0 0 0,1 0 0,-1 0 0,0 1 1,1-1-1,0 1 0,-1 0 0,1 0-44,-3 1 6,0 0 0,0 0 0,-1 0 0,1 0-1,0 0 1,-1 0 0,1 0 0,0 0 0,-1 0 0,1 0 0,0 0 0,0 0-1,-1 1 1,1-1 0,-1 0 0,1 1 0,0-1 0,-1 0 0,1 1 0,-1-1-1,1 1 1,-1-1 0,1 1 0,-1-1 0,1 1 0,-1 0-6,2 2 0,-1 1 1,0-1-1,-1 1 1,1-1 0,0 1-1,-1-1 1,0 1-1,0 0 1,0-1-1,0 1 1,-1 1-1,0 9 29,1 5 54,-2 0 0,0 0-1,-1 0 1,0 0 0,-2 0-1,0-1 1,-2 0 0,0 0-1,0 0 1,-2-1 0,0 0-1,-2 0-82,-8 17 331,-2-1 0,-1-1 0,-1-1 0,-2-1 0,-1-1 0,-14 10-331,39-38 30,0 0 0,0 0 0,0 0 1,0 0-1,0 0 0,0-1 0,0 1 0,0 0 0,0-1 0,0 1 0,0 0 1,-1-1-1,1 0 0,0 1 0,0-1 0,-1 0 0,1 0 0,0 1 0,0-1 0,-1 0 1,1 0-1,0 0 0,-1-1 0,1 1 0,0 0 0,0 0 0,-1-1 0,0 0-30,1 0 26,-1-1 0,1 1 0,-1-1 0,1 1 0,-1-1 0,1 0-1,0 0 1,0 0 0,0 0 0,0 0 0,0 0 0,1 0 0,-1 0-1,1 0 1,-1-2-26,-2-15 31,1 1-1,1-1 0,0 1 1,2-2-31,-1 11 11,0 5-11,-1-1-1,2 0 0,-1 0 0,0 1 1,1-1-1,0 1 0,0-1 0,0 0 1,1 1-1,0-1 1,-1 4-4,0 0 0,0-1 0,0 1 0,0 0 0,1 0 0,-1 1 0,0-1 0,1 0 0,-1 0 0,0 1 0,1-1 0,-1 0 0,1 1 0,-1 0 0,1-1 0,-1 1 0,1 0 0,-1 0 0,1 0 0,0 0 0,-1 0 0,1 0 0,-1 0 0,1 0 0,-1 1 0,1-1 1,-1 1-1,1-1 0,-1 1 0,1-1 0,-1 1 0,0 0 0,1 0 0,-1 0 4,8 4-3,-1 0 0,0 0 0,0 1 0,-1 0 0,0 0 1,0 1-1,0 0 0,-1 0 0,0 1 0,0 0 0,1 3 3,-1-2 0,1 1-1,0-2 0,1 1 0,0-1 1,0 0-1,1 0 0,-1-1 0,10 5 1,-10-8 5,1-1-1,-1 0 0,1-1 1,0 1-1,0-2 0,0 1 0,1-1 1,-1-1-1,1 0-4,84-4 41,-90 3-41,4 0-126,-1 0-1,1-1 0,-1 0 0,1 0 1,-1-1-1,0 0 0,0 0 0,0-1 1,-1 0-1,3-2 127,63-52-3104,-3 3-776,-46 40-3208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2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13451,'0'0'3217,"0"0"-961,0 0 601,0 0-1721,0 0-768,0 0-240,0 0-40,149 0-80,-100 0 0,-6 0-8,0 0 0,-10 0-536,-6 12-840,-17 0-1177,-4 0-504,-6 0-3216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2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11506,'0'0'2121,"0"0"-1129,0 0 929,0 0-881,0 0-368,0 0-296,222 27-232,-169-30-144,6 0-368,-16 3-1368,-10 0-4226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3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8730,'0'0'3869,"0"0"-2129,0 0-494,0 0-390,0 0-477,0 0-167,38-3 169,446-25 1157,-265 27-317,1 10 1,54 15-1222,688 60 126,-115-14-91,-828-68-37,34 3-73,37 0 75,-88-6 18,0 0 0,0 0 0,0 0 1,0 0-1,0 0 0,0 0 0,0-1 0,-1 1 0,1-1 1,0 1-1,-1-1 0,1 0 0,-1 0 0,0 0 0,1 1 1,-1-1-1,0 0 0,0-2-18,5-16-361,-6 19 304,0 1 0,0-1-1,0 1 1,-1 0 0,1-1 0,0 1 0,0-1 0,0 1 0,0 0 0,-1-1 0,1 1-1,0-1 1,0 1 0,-1 0 0,1-1 0,0 1 0,-1 0 0,1 0 0,0-1 0,-1 1 0,1 0-1,-1 0 1,1-1 0,0 1 0,-1 0 0,1 0 0,-1 0 0,1 0 0,0 0 0,-1-1-1,1 1 1,-1 0 0,1 0 0,-1 0 0,1 0 0,-1 0 0,1 0 57,-34 0-4001,-14 0-2191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3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0 8546,'0'0'2582,"0"0"-98,0 0 27,0 0-465,0 0-533,0 0-408,-26 7-279,4-2-634,10-3-103,1 1 1,-1 0-1,1 0 1,-1 1-1,1 0 1,0 1 0,1 1-1,-1 0 1,1 0-1,0 1 1,1 0-1,-1 1 1,-3 4-90,-2 5 154,2 0-1,0 1 1,0 1-1,2 0 1,1 0 0,0 1-1,1 0 1,1 1-1,1 0 1,1 1 0,1-1-1,1 1 1,1 0-1,0 0 1,2 0 0,1 0-1,1 14-153,-1-31 5,0-1 0,0 1 0,1 0 0,0 0 0,0-1 0,0 1 0,0 0 0,0-1 0,1 1 0,0-1 0,0 0 0,0 1-1,1-1 1,0 0 0,-1 0 0,1-1 0,0 1 0,1-1 0,-1 1 0,1-1 0,-1 0 0,1 0 0,0 0 0,3 1-5,1-1 3,1 0 1,-1 0 0,1-1-1,0 1 1,0-2-1,0 0 1,0 0-1,0 0 1,0-1-1,0 0 1,0-1-1,5-1-3,-10 2 1,-1-1 0,0 1 0,0-1 0,0 0 0,1 0 0,-1 0 0,0 0 0,0 0 0,0-1 0,0 1 0,-1-1 0,1 0 0,0 0 0,-1 0 0,1 0 0,-1 0 0,1-1 0,-1 0-1,1-1 13,-1 1 1,0-1-1,-1 0 0,1-1 1,-1 1-1,1 0 1,-1 0-1,0-1 1,-1 1-1,1 0 1,-1-1-1,0 1 1,0-3-14,0 6-4,0 0 1,0-1 0,-1 1 0,1 0 0,0 0-1,0-1 1,-1 1 0,1 0 0,-1 0 0,1 0 0,-1 0-1,0 0 1,1 0 0,-1 0 0,0 0 0,0 0 0,1 0-1,-1 0 1,0 0 0,0 0 0,0 1 0,0-1-1,-1 0 4,-33-10-555,-40 11-1314,72 0 1770,-54 10-2836,0 11-1632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6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1744,'0'0'649,"0"0"-649,0 0-2193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6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80 3753,'0'0'1491,"0"0"10,0 0-175,0 0-280,0 0-100,0 0 117,4-13 336,15-40 167,-11 40 6735,-4 24-6409,-3 32-3213,-1-39 2018,-5 104-108,-5 0 1,-4-1-1,-9 15-589,19-96-387,0 1 0,2 0 0,2 4 387,-5-80-7964,0 0 2913,5 5-120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7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4 10234,'0'0'2267,"0"0"-489,0 0-116,0 0-659,0 0-483,0 0-288,6-1 24,-5 0-234,-1 1 0,0 0 0,1 0 0,-1-1 0,0 1 0,1 0 0,-1 0 0,1 0 0,-1 0 0,1 0 1,-1-1-1,0 1 0,1 0 0,-1 0 0,1 0 0,-1 0 0,1 0 0,-1 0 0,1 1 0,-1-1 0,0 0 0,1 0 0,-1 0 0,1 0 0,-1 0 0,1 1 1,-1-1-1,0 0 0,1 0 0,-1 1 0,0-1 0,1 0 0,-1 1 0,0-1 0,1 0 0,-1 1 0,0-1 0,0 0 0,1 1 0,-1-1 0,0 1 1,0-1-1,0 0 0,0 1 0,0-1 0,1 1 0,-1-1 0,0 1 0,0-1 0,0 0 0,0 1 0,0-1 0,0 1 0,0-1 0,0 1 0,-1-1 0,1 1-22,-19 40 1085,-52 58 235,63-89-1249,-31 40 205,7-10 133,1 2 1,-18 34-410,49-75 14,-1-1 1,1 1 0,-1 0 0,1-1 0,0 1 0,0 0 0,-1 0-1,1-1 1,0 1 0,0 0 0,0 0 0,0-1 0,0 1 0,0 0-1,0 0 1,0-1 0,0 1 0,0 0 0,1 0 0,-1-1-1,0 1 1,0 0 0,1 0 0,-1-1 0,0 1 0,1 0 0,-1-1-1,1 1 1,-1-1 0,1 1 0,-1-1 0,1 1 0,-1-1 0,1 1-1,0-1 1,-1 1 0,1-1 0,0 1 0,-1-1 0,1 0 0,0 0-1,0 1-14,33 8 360,-28-8-242,36 6 576,0-2 1,0-2-1,20-2-694,21-2-1607,-15 1-3104,-38 0-796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7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13827,'0'0'2152,"0"0"-1239,0 0 151,0 0-400,0 0-320,0 0-240,175 45-104,-135-39-368,-4 9-848,-13-3-1849,-9 3-7481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8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9794,'0'0'2874,"0"0"-712,31-14 345,100-44-519,-112 50-1534,0 1-1,0 0 0,1 2 0,2 0-453,-12 3 161,-1 1 1,0 1-1,0 0 0,1 0 1,-1 1-1,0 0 0,1 1-161,-9-2 7,0 1 1,1 0-1,-1 0 0,0 0 0,1 0 0,-1 0 0,0 1 0,0-1 0,0 0 0,0 1 0,0-1 0,0 0 0,0 1 0,0-1 1,-1 1-1,1-1 0,-1 1 0,1-1 0,-1 1 0,1 0 0,-1-1 0,0 1 0,0 0 0,0-1 0,0 1 0,0 0 0,0-1 0,0 1 1,-1 0-8,1 5 36,0-1 1,-1 1 0,0-1 0,0 1 0,0-1-1,-1 0 1,-2 5-37,-1-2 73,-2 0-1,1-1 1,-1 1 0,0-2-1,-1 1 1,0-1-1,0 0 1,-1 0-1,1-1 1,-2 0 0,-6 3-73,2-1 21,0 1 1,1 1 0,1 0-1,-1 1 1,-1 2-22,14-12-4,-1-1 0,1 1 0,0-1 0,-1 1-1,1 0 1,0-1 0,0 1 0,0-1 0,-1 1 0,1 0 0,0-1 0,0 1-1,0 0 1,0-1 0,0 1 0,0 0 0,0-1 0,0 1 0,0 0 0,0-1-1,1 1 1,-1 0 0,0-1 0,0 1 0,1 0 0,-1-1 0,0 1 0,1-1-1,-1 1 1,0-1 0,1 1 0,-1-1 0,1 1 0,-1-1 0,1 1-1,-1-1 1,1 1 0,0-1 4,27 20 28,-16-13-28,-5-1 12,-1 0 1,0 1-1,0-1 1,-1 1-1,1 0 1,-2 1-1,1-1 1,-1 1 0,0 0-1,-1 0 1,0 0-1,0 1 1,-1-1-1,0 1 1,0-1-1,-1 1 1,0 0-1,0 0 1,-1 0-1,-1 6-12,1-11 49,0 0 0,-1 0 0,1 0 0,-1 0 0,0 0 0,0 0 0,-1 0 0,1 0 0,-1 0 0,0-1 0,0 1 0,0 0 0,0-1 0,0 0 0,-1 1 0,-2 1-49,0 0 92,-1 0 0,-1 0 0,1 0 1,-1 0-1,1-1 0,-1 0 0,-1-1 1,-4 3-93,-6 0 95,1 0 0,-1-2 1,-1 1-1,1-2 0,-1-1 1,1 0-1,-8-1-95,26-1-28,-1 0 1,0 0 0,1 0-1,-1 0 1,0 0-1,1 0 1,-1 0 0,0 0-1,1 0 1,-1 0 0,0 0-1,1 0 1,-1 0-1,0 0 1,1-1 0,-1 1-1,1 0 1,-1-1-1,0 1 1,1 0 0,-1-1-1,1 1 1,-1-1-1,1 1 1,-1 0 0,1-1-1,0 1 1,-1-1-1,1 0 1,-1 1 0,1-1-1,0 1 1,0-1-1,-1 0 1,1 1 0,0-1 27,0 0-138,1-1 1,-1 1 0,1 0 0,-1-1 0,1 1-1,0 0 1,0 0 0,0-1 0,-1 1 0,1 0-1,0 0 1,0 0 0,1 0 0,-1 0 0,0 0 0,0 1-1,0-1 1,1 0 0,-1 1 0,0-1 137,39-17-4056,8 0-2479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8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14723,'0'0'2537,"0"0"-881,0 0 737,0 0-1241,0 0-552,0 0-184,172 18-104,-122-18-128,-7 0-120,-13 0-64,-14 9-528,-9-3-1784,-7-1-3458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5369,'0'0'9818,"0"0"-8505,0 0-113,0 0-384,189 0-816,-70-18-1344,-16 9-1089,-21-9-4400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19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0 411 11739,'0'0'2181,"0"0"-411,0 0 72,0 0-946,0 0-644,0 0-184,17-22-43,52-74 66,-61 82 201,-1-1-1,-1 0 1,0 0 0,-1 0 0,0-1-1,-2 0 1,0 0 0,0 0-1,-2 0 1,0 0 0,0 0 0,-2-1-1,0 1 1,-1-2-292,0-36 2056,2 52-1677,0 23-214,2 115-155,0 4 45,-15 127-55,6-196-1180,4 35 1180,-1-103-7436,-2-3-919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20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14771,'0'0'2097,"0"0"-385,0 0 448,0 0-1215,169 15-361,-80-15-72,7 0-56,4 0-216,-8-9-72,-3 3-160,-6 6-8,-7 0-280,0 0-2032,-16 15-2802,-20 6-4800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20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576 1 800,'0'0'12886,"0"0"-8341,0 0-2316,0 0-643,-32 17-694,-103 61-232,124-72-516,1 1-1,0 0 1,0 1-1,1 0 1,0 1-1,0 0 1,1 0 0,1 0-1,-7 10-143,0 2 246,-2 0-78,0 1 0,2 0 0,1 2-1,1-1 1,1 1 0,1 1 0,1 0 0,1 1 0,1-1-1,1 1 1,2 1 0,1-1 0,-1 27-168,4-49 8,0 0 0,1 0 0,-1 0 1,0-1-1,1 1 0,0 0 0,0 0 1,0-1-1,1 1 0,-1-1 0,1 1 0,0-1 1,0 1-1,0-1 0,0 0 0,0 0 0,1 0 1,-1 0-1,1-1 0,0 1 0,0-1 0,0 1 1,0-1-1,0 0 0,1 0 0,-1-1 0,1 1 1,-1-1-1,1 1 0,0-1-8,10 3 32,1-1 0,0-1 0,0 0 0,0-1 0,0 0 1,0-1-1,4-1-32,-15 0 4,0 1 0,0-1 0,0 0 0,0 0 0,0 0 0,0 0 0,-1-1 0,1 0 0,0 0 0,-1 0-1,1 0 1,-1 0 0,0-1 0,0 1 0,0-1 0,0 0 0,0 0 0,-1 0 0,1 0 0,-1-1 0,0 1 0,0 0 0,0-1 0,0 0 0,0 0 0,-1 1 0,0-1 0,1-3-4,2-9 44,0-1 0,-1 0 1,-1 0-1,0-1 0,-2 1 0,0-2-44,0 17 1,0 1 1,0-1-1,0 1 1,0-1-1,0 0 1,-1 1 0,1-1-1,-1 1 1,1-1-1,-1 1 1,1-1-1,-1 1 1,0 0 0,0-1-1,0 1 1,0 0-1,0 0 1,0-1-1,0 1 1,0 0-1,0 0 1,0 0 0,-1 0-1,1 0 1,0 1-1,-2-1-1,-1-1-34,0 1 0,0 0-1,0 0 1,0 0 0,0 0-1,0 1 1,-1-1 0,1 1-1,0 1 1,-3-1 34,-8 2-246,0 0 0,1 1 0,0 1 1,0 0-1,0 1 0,-1 1 246,-12 9-1320,0 0 1,1 2-1,1 1 0,0 1 1,2 2-1,0 0 1,-2 4 1319,1-2-2355,-34 32-8471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32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14371,'0'0'3977,"0"0"-2921,0 0 625,0 0-593,0 0-624,0 0-240,176 0 88,-150 0-48,1 9-48,-1 3 0,1 2-120,-1-2-40,1 0-40,-1 0-16,0 0-608,-6 0-1448,-10 0-2457,-6-3-3025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32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10114,'0'0'3185,"0"0"-1673,0 0 873,0 0-257,0 0-424,0 0-343,0 0-249,125 53-504,-78-53-344,-1 0-184,-3 0-80,3 0-136,14 0-1416,-7 0-3009,-17 0-4801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35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61 11586,'0'0'3521,"0"0"-1323,0 0 229,0 0-388,0 0-541,0 0-447,1-14-526,6-32-326,-7 46-196,0 0 0,0 0 0,0 0 0,0 0 0,0 0-1,0 1 1,0-1 0,0 0 0,0 0 0,0 0 0,0 0-1,0 0 1,0 1 0,0-1 0,0 0 0,0 0 0,0 0-1,0 0 1,0 0 0,0 0 0,0 1 0,0-1 0,0 0-1,0 0 1,1 0 0,-1 0 0,0 0 0,0 0 0,0 0-1,0 1 1,0-1 0,0 0 0,0 0 0,1 0-1,-1 0 1,0 0 0,0 0 0,0 0 0,0 0 0,0 0-1,0 0 1,1 0 0,-1 0 0,0 0 0,0 0 0,0 0-1,0 0 1,0 0 0,1 0 0,-1 0 0,0 0 0,0 0-1,0 0 1,0 0 0,0 0 0,0 0 0,1 0 0,-1 0-1,0 0 1,0-1 0,0 1 0,0 0-3,7 40 332,-2 15-5,-2 0 0,-3 1 0,-2-1 0,-3 2-327,2-35-182,0 0-1,-2-1 0,0 1 1,-2-1-1,0 0 0,-10 18 183,15-37-560,0 0 1,0 0-1,0 1 0,0-1 1,-1-1-1,1 1 0,-1 0 1,1-1-1,-1 1 0,1-1 0,-1 1 1,0-1-1,0 0 0,0 0 1,1-1-1,-2 1 560,-9 2-6567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35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11987,'0'0'3096,"0"0"-1271,0 0 159,0 0-896,0 0-344,0 0 25,208-3-65,-148-5 48,3-4-264,-4 0-248,-3 3-136,-6 6-56,-7 3-48,-13 0-88,-7 0-392,-10 0-760,-10 12-1577,-3 0-1776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35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0 12659,'0'0'2298,"0"0"-763,0 0 17,0 0-589,-23 28-422,-76 92 111,90-107-484,0 0-1,1 1 0,1-1 1,0 2-1,1-1 0,0 1 1,2 0-1,-1 0 1,2 1-1,0-1 0,-1 16-167,-1 4 353,5-34-342,-4 22 256,0 1 0,2 0 0,1-1 1,1 24-268,1-41 19,-1 0 1,1-1 0,0 1 0,1 0 0,-1 0 0,1-1 0,0 1-1,1-1 1,-1 1 0,1-1 0,0 0 0,0 0 0,1 0 0,0-1-1,-1 1 1,2-1 0,-1 0 0,0 0 0,1 0 0,0-1 0,0 1-1,1-1-19,4 2 20,1 0-1,0-1 0,0 0 0,0-1 0,0 0 0,0-1 0,1 0 0,10-1-19,92-2 95,-108 1-90,0-1-1,0 0 0,0 0 0,-1 0 0,1 0 0,0-1 0,-1 0 0,1-1 0,-1 1 0,3-2-4,-5 2 23,-1 0 1,0 1-1,0-1 0,0 0 1,0 0-1,0 0 1,0 0-1,-1 0 0,1 0 1,-1-1-1,1 1 1,-1-1-1,0 1 1,0-1-1,0 1 0,0-1 1,-1 1-1,1-1 1,-1 0-1,1 0 0,-1 1 1,0-1-1,0 0-23,0-3 89,0 1 0,-1-1 1,1 1-1,-1-1 0,-1 0 0,1 1 0,-1-1 0,0 1 0,0 0 0,0 0 0,-1 0 1,0 0-1,-1-2-89,2 5-18,0-1 1,-1 0-1,1 1 1,-1-1 0,0 1-1,1 0 1,-1 0-1,0 0 1,-1 0-1,1 1 1,0-1 0,0 1-1,-1 0 1,1 0-1,0 0 1,-1 0-1,1 1 1,-1-1 0,0 1-1,1 0 1,-1 0-1,1 0 1,-2 1 17,-1-1-365,0 1 0,0 0 0,0 1 0,1 0 1,-1-1-1,1 2 0,-1-1 0,1 1 0,0 0 0,0 0 1,0 0-1,0 1 0,0-1 0,-1 4 365,-31 28-7392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36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54 7890,'0'0'1771,"0"0"8,0 0 456,32-3-920,9-2-1012,-5 0 362,1 2 1,34 2-666,-69 1 545,-2 0 414,-10 0 1825,-149 1-819,-183-3-534,322 0-1388,0 0 1,1-1-1,0 0 1,0-2-1,-17-6-43,39 8 4,14 0-77,27 0-383,88 3-4173,-71 0-283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41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0 310 9618,'0'0'2024,"0"0"-312,0 0 703,0 0-203,0 0-501,4-10-162,6-25-48,-2 0 0,0-17-1501,-1 12 690,1 0 0,13-38-690,-12 60 86,-9 18-84,0 0 0,0 0-1,0-1 1,0 1 0,1 0 0,-1 0-1,0 0 1,0 0 0,0 0 0,0 0-1,0 0 1,0 0 0,0 0 0,1-1 0,-1 1-1,0 0 1,0 0 0,0 0 0,0 0-1,0 0 1,0 0 0,1 0 0,-1 0 0,0 0-1,0 0 1,0 0 0,0 0 0,0 0-1,1 0 1,-1 0 0,0 0 0,0 0-1,0 0 1,0 0 0,0 0 0,0 0 0,1 1-1,-1-1 1,0 0 0,0 0 0,0 0-1,0 0 1,0 0 0,0 0 0,0 0-1,1 0 1,-1 0 0,0 1 0,0-1 0,0 0-1,0 0 1,0 0 0,0 0-2,5 35 35,-4 295 131,-2-175-150,1-153-143,0 1 1,0-1-1,1 0 0,-1 0 0,0 1 0,1-1 0,-1 0 1,1 0-1,0 0 0,-1 0 0,1 0 0,0 0 0,0 0 1,1 0-1,-1 0 0,0 0 0,1-1 0,-1 1 0,1 0 127,8 10-7681,-9-9-6144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42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1456,'0'0'10082,"0"0"-6786,0 0-2139,0 0-483,0 0-430,36-5-180,119-20-49,-94 13 151,44-16-166,-79 20 44,1 0 0,-1 2 1,1 2-1,0 0 0,1 1 1,3 2-45,144 1-2285,-148 0-2976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43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471 31 6849,'0'0'931,"0"0"-263,0 0 446,0 0-407,0 0-146,0 0 153,5 0 369,10-2 1892,-40-3 2013,-17-3-4184,13 2-766,0 2 0,0 1 0,-1 1 0,1 2 0,-28 3-38,39-3 13,9 1 9,1 0 0,-1 0 0,1 1 0,0 0 0,-1 1 1,1 0-1,0 0 0,0 1 0,1 0 0,-1 0 0,1 1 0,0-1 1,0 2-1,0-1 0,1 1 0,0 0 0,0 0 0,0 1 0,1 0 1,0 0-1,-4 6-22,3-2 22,0 0 0,1 0 0,0 0 1,1 1-1,0-1 0,1 1 0,0 0 1,1 0-1,0 0 0,1 1 0,0-1 1,1 0-1,0 0 0,1 1 0,1-1-22,-1-9 6,0 0-1,0 0 0,1-1 0,-1 1 0,1-1 1,-1 1-1,1-1 0,0 1 0,0-1 0,0 0 1,0 0-1,1 0 0,-1 0 0,0-1 0,1 1 1,0 0-1,-1-1 0,1 0 0,0 0 0,-1 1 0,1-2 1,0 1-1,0 0 0,0-1 0,0 1 0,0-1 1,0 0-1,0 0 0,0 0-5,16 1 28,0 0 0,0-1 0,18-3-28,-37 3 0,10-2 8,-1 0-1,1 0 0,-1-1 1,0-1-1,0 1 0,0-1 1,0-1-1,0 1 0,-1-2 1,0 1-1,0-1 0,-1 0 1,1-1-1,-1 1 0,-1-2 1,1 1-1,-1-1 0,-1 0 1,5-7-8,7-13 74,-2-1 0,-1-1 0,-1 0 1,-2-1-1,2-8-74,-11 54 314,0 1 0,-1-1 0,-1 1 0,-1 9-314,-8 36 327,-4 0 1,-2 0-1,-2-2 0,-6 6-327,-30 112 594,43-120-146,4-17-1376,-1-7-2989,7-33-1855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45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6 12243,'0'0'2181,"0"0"-392,0 0 339,0 0-586,0 0-511,-6 0-168,-19 0-94,19 0-118,11 0-22,97-3 506,-34 1-1694,1 2-1,27 6 560,-69-1-2990,-12 1-1831,-3 3-4217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45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14307,'0'0'2401,"0"0"-417,0 0 160,0 0-1479,175-12-449,-109 1-160,-6 5-56,-7 0-96,-10 6-905,-14 0-1327,-12 0-3393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56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6449,'0'0'8970,"0"0"-7097,0 0-33,0 0-560,0 0-720,0 0-247,0 0-73,172 0-64,-129 0-80,-7 0-96,-6 0 0,-10 0-753,-7 0-2103,-10 3-3706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56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11322,'0'0'2433,"0"0"-465,0 0-327,0 0-921,0 0 16,0 0-176,189 47-408,-100-53-152,23-18-904,-19 4-1481,-20 2-6672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57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83 247 11931,'0'0'1941,"0"0"-400,0 0-76,0 0-762,0 0-402,-1-30 157,0 19-167,-5-106 82,4 28 4229,-1 143-4519,-3-1-1,-2 0 0,-8 26-82,-13 85 495,24-118-520,1 0 1,3 0-1,1 1 0,4 12 25,-4-57-138,1 0-1,-1 0 1,0 0-1,1-1 1,0 1-1,-1 0 1,1 0 0,0-1-1,0 1 1,0-1-1,0 1 1,0-1-1,1 1 1,-1-1-1,0 1 1,1-1 0,-1 0-1,0 0 1,1 0 138,20 10-5340,-8-7-1737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57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10938,'0'0'2062,"0"0"-496,0 0-221,0 0-379,0 0-337,0 0 81,41 2 258,1 0-681,220 6 1096,-100-13-227,120-20-1156,-137 14 86,97 7-86,-218 4 2,-23 0-466,-6 0-1693,-17 0-3249,-8 0-6537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52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63 4537,'0'0'1399,"0"0"-388,0 0 49,0 0-345,0 0-79,-10-9 4804,34 1 1745,64-20-7317,-52 22 145,0 0 0,0 3-1,0 0 1,17 3-13,-52 0 0,0 0 0,0 0 0,1 1 1,-1-1-1,0 0 0,0 0 0,0 1 0,1-1 0,-1 1 1,0-1-1,0 1 0,0 0 0,0-1 0,0 1 0,0 0 1,0 0-1,0-1 0,0 1 0,0 0 0,-1 0 0,1 0 0,0 0 1,-1 0-1,1 0 0,0 1 0,-1-1 0,1 0 0,-1 0 1,0 0-1,1 0 0,-1 1 0,0-1 0,0 0 0,0 0 0,0 1 1,0-1-1,0 0 0,0 0 0,0 1 0,0-1 0,-1 0 1,1 1-1,-1 3 1,0 0 1,0-1-1,0 1 0,0 0 1,-1-1-1,0 1 1,0-1-1,0 1 1,-1-1-1,1 0 1,-2 1-2,-17 16 19,-1-1 0,-1-1 0,-1-1 1,0-2-1,-1 0 0,-1-1 0,-26 10-19,61-26 15,-1 0-1,1 1 0,-1 0 1,1 0-1,0 0 0,-1 2-14,24-1-4,10-2-2,-25-1 4,0 1 0,0 2 0,0-1 0,-1 2 1,9 2 1,-21-4-1,-1 1 0,1 0 0,-1 0 0,1 1 0,-1-1 0,0 1 0,1-1 0,-1 1 0,0 0 0,0 0 0,0 1 0,0-1 0,-1 1 0,1-1 0,-1 1 0,0 0 0,1 0 0,-1 0 0,0 0 0,-1 0 0,1 0 1,0 1-1,-1-1 0,0 1 0,0-1 0,0 3 1,1 2 0,-1-1 1,0 1 0,0 0-1,-1-1 1,0 1-1,0 0 1,-1 0 0,0-1-1,0 1 1,-1 0-1,0-1 1,0 0 0,-1 1-1,0-1 1,0 0-1,-1 0 1,1-1 0,-2 1-1,1-1 1,-1 0-1,0 0 1,-1 2-1,-2-1 11,-1 0-1,1 0 1,-1 0 0,0-1-1,-1-1 1,1 1 0,-1-1-1,0-1 1,-1 0 0,1-1-1,-1 1 1,1-2 0,-1 0-1,0 0 1,-8 0-11,10-1 13,0-1 0,-1 0 1,1 0-1,-1-1 0,1 0 0,-1-1 0,-7-2-13,14 3-23,0 0-1,0 0 1,0-1-1,1 1 1,-1-1-1,0 0 1,1 1-1,-1-1 0,1-1 1,-1 1-1,1 0 1,0 0-1,0-1 1,0 1-1,1-1 1,-1 0-1,0 0 1,1 1-1,0-1 1,0 0-1,0 0 1,0 0-1,0-1 1,0 1-1,0-3 24,0-59-4125,1 40-437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53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11162,'0'0'2038,"0"0"-1024,0 0-289,0 0-309,38 1-121,261 6 1259,-46-9 862,-56 0-678,91 13-1738,-180 6 37,-62-8-34,-91-9-4521,22 0-1616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55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31 13931,'0'0'1512,"0"0"-766,0 0-46,34-5-361,109-15-238,-124 18-15,0 0-1,0 1 1,13 1-86,-21 0 1386,-39-1-1292,0 2 0,0 0 0,0 2-1,0 1 1,1 1 0,-1 1 0,1 2 0,-10 4-94,26-8 51,-40 20 173,50-23-206,0-1 0,-1 1 0,1 0-1,-1 0 1,1 0 0,0 0 0,0 0 0,0 0 0,0 0 0,0 0-1,0 0 1,0 1 0,0-1 0,0 0 0,0 1 0,0-1-1,1 0 1,-1 1 0,1-1 0,-1 1 0,1-1 0,-1 1-1,1-1 1,0 1 0,0 0 0,0-1 0,0 1 0,0 1-18,2-2 9,-1 1 0,1 0 0,0-1 0,0 1 0,0-1 0,0 1 0,0-1 0,0 0 0,0 0 0,1 0 0,-1 0 0,0 0 0,1-1 0,-1 1 0,0-1 0,1 1 0,-1-1 0,2 0-9,7 2 15,-1 2-12,0 0-1,0 0 1,0 1 0,0 0-1,-1 1 1,0 0 0,0 1-1,-1-1 1,0 2 0,0-1-1,0 1 1,-1 0 0,0 1-1,-1 0 1,4 6-3,-5-7 7,0 1 1,-1-1-1,0 1 1,0 0-1,-1 0 0,0 1 1,-1-1-1,0 0 1,0 1-1,-1 0 1,0-1-1,-1 1 0,0 0 1,-1-1-1,1 1 1,-2 0-1,0-1 0,0 1-7,0-4 104,-1-1-1,0 1 1,-1 0-1,1-1 1,-1 1-1,0-1 1,0 0 0,0-1-1,-1 1 1,0-1-1,0 1 1,0-2-1,-1 1 1,1 0-1,-1-1 1,0 0-1,1 0 1,-3 0-104,-5 2 145,0 0 0,0-1 1,-1 0-1,1-1 0,-1 0 1,1-1-1,-1-1 0,-4 0-145,13-1 32,0 0-1,0 0 0,0 0 1,0-1-1,-1 0 0,1 0 1,0 0-1,0-1 1,1 1-1,-1-1 0,0 0 1,0-1-1,-2-1-31,0-2 4,1 0 1,0 0-1,0-1 1,1 1-1,-1-1 0,2 0 1,-1-1-1,0-1-4,3 6-160,0 0 1,0-1-1,0 1 0,1-1 0,-1 1 1,1-1-1,0 0 0,0 0 0,0 1 1,0-4 159,1 6-394,1-1 1,-1 0-1,0 0 0,1 0 1,-1 0-1,1 0 0,-1 1 1,1-1-1,0 0 1,-1 1-1,1-1 0,0 0 1,0 1-1,1-1 0,-1 1 1,0-1-1,0 1 1,1 0-1,-1-1 0,1 1 1,0-1 393,24-15-13270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56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 14779,'0'0'2613,"0"0"-482,0 0-732,0 0-896,0 0-314,0 0 40,-17 29 49,-111 201 645,112-204-825,11-19-76,0 1 0,0 0-1,1 0 1,0 0-1,0 0 1,1 1 0,0 0-1,0-1 1,1 1-1,-1 7-21,7-14 76,0-1-1,0 1 0,0-1 0,0 0 0,0 0 1,0-1-1,0 1 0,0-1 0,0 0 1,4 0-76,-6 0 46,69 3 188,39-6-234,-104 2-353,-1 0 1,1 0 0,-1-1 0,1 0-1,-1 0 1,0 0 0,0-1 0,0 1 0,0-1-1,0 0 1,-1-1 0,1 1 0,-1-1-1,0 0 1,0 0 0,-1 0 0,1-1 0,-1 1-1,0-1 1,0 0 0,0 0 0,0 0-1,-1 0 1,0 0 0,0-2 352,6-13-1688,-2 0 1,0 0-1,2-14 1688,3-25-303,-7 36 1436,-1 7-272,3-35 5290,-6 49-4013,0 9-1014,-4 51-187,-2-1 1,-3-1-1,-3 1 0,-2-2 0,-19 48-937,20-61 130,2-8-53,3-7-62,0-1 1,1 2-1,2-1 0,1 1-15,4-27-24,-1 0-1,1 0 0,0 0 0,0 0 1,0 0-1,0 0 0,0 0 0,0 0 1,0 0-1,0 0 0,0 0 1,0 0-1,1 0 0,-1 0 0,0 0 1,1 0-1,-1 0 0,1 0 0,-1 0 1,1 0-1,-1 0 0,1-1 0,0 1 1,-1 0-1,1 0 0,0-1 0,0 1 1,-1 0-1,2 0 25,29 0-2438,-22-2 1690,36-4-4421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5:58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0 7562,'0'0'5857,"0"0"-4761,0 0 0,0 0-760,0 0-296,0 0-40,0 0-728,-76 223-1296,56-154-2113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00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148 152 12779,'0'0'2603,"0"0"-675,0 0 227,0 0-1026,0 0-740,0 0-270,-5 2-87,6-2 163,7-3-135,0 0 0,-1 0 1,1-1-1,-1 0 0,0 0 0,0-1 1,0 0-1,-1 0 0,4-4-60,53-58 506,-41 25 370,-20 42-837,-1 22-131,-6 64 342,-4 0 0,-3 0-1,-10 29-249,8-42 7,8-45 11,2 0-1,1-1 1,1 8-18,0-39-653,-2 0-1,1 1 0,0-1 1,-1 0-1,0 1 0,1 0 1,-1 0-1,-1 0 1,0 0 653,-3-1-781,-1 1 0,1 0 1,-1 0-1,0 1 0,0 0 1,0 1-1,0-1 0,0 2 1,-7 0 780,8-1-232,-1 2 0,1-1 0,0 1 0,0 1 0,0-1 0,-6 3 232,-14 19 2811,28-23-2749,-1 1 0,1-1 0,-1 1 0,1-1 0,0 1 0,-1-1 0,1 0 0,-1 1 0,1 0 1,0-1-1,-1 1 0,1-1 0,0 1 0,0-1 0,0 1 0,-1-1 0,1 1 0,0 0 0,0-1 0,0 1 0,0 0 0,0-1 0,0 1 0,0-1 0,0 1 0,0 0 0,0-1 0,1 1 0,-1-1 0,0 1 0,0 0 0,0-1 0,1 1 0,-1-1 0,0 1 0,1-1 0,-1 1 0,1-1 0,-1 1 0,0-1 1,1 1-1,-1-1 0,1 0 0,-1 1 0,1-1 0,-1 0 0,1 1 0,-1-1 0,1 0 0,0 0 0,-1 1 0,1-1 0,-1 0 0,1 0 0,0 0 0,-1 0 0,1 0 0,0 0 0,-1 0 0,1 0-62,62 7 1048,1-3 0,51-3-1048,-38-1-5,0 1-684,-15 1-1872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01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 13003,'0'0'2186,"0"0"-19,0 0-126,0 0-1102,0 0-524,-31 10-130,-16 5-88,-33 16-197,76-29 9,0 0 0,0 0 0,1 1 0,-1-1 0,1 1 0,-1 0 0,1 0 0,0 0 0,0 0 0,0 0 0,1 1 0,-1-1 0,1 1 0,0 0 0,0 0 0,0 0 0,0 0 0,1 0 0,-1 0 0,1 0 0,0 1 0,0-1 0,1 0 0,0 1 0,-1-1 0,1 0 0,1 1 0,-1-1 0,1 0 0,0 3-9,-1 1 23,0-5-5,1 0-1,0 0 1,-1 0 0,1 0 0,0 0-1,0 0 1,0 0 0,1 0 0,-1 0-1,1-1 1,0 1 0,-1 0 0,1-1-1,0 0 1,1 1 0,-1-1 0,0 0-1,1 0 1,-1 0 0,1 0 0,0-1-1,-1 1 1,1-1 0,0 1 0,0-1-1,0 0 1,0 0 0,0 0 0,0-1-1,1 1-17,14 2 187,0 0-1,1-1 0,-1-1 0,17-1-186,-21 0 57,-3 0-8,0-1 1,1 1-1,-1-2 1,0 0 0,0 0-1,0-1 1,5-2-50,-12 4 72,-1 0 0,0-1 1,0 1-1,0-1 0,0 0 1,0 0-1,0 0 0,-1 0 1,1-1-1,-1 1 0,1 0 0,-1-1 1,0 0-1,0 0 0,0 0 1,-1 0-1,1 0 0,-1 0 1,1 0-1,-1 0 0,0 0 0,0-1 1,0 1-1,-1-1 0,1 1 1,-1-3-73,0 3 39,0-1 0,0 0 0,0 1 1,-1-1-1,0 1 0,0-1 0,0 1 0,0-1 1,0 1-1,0 0 0,-1 0 0,0-1 0,0 1 1,0 0-1,0 0 0,0 1 0,0-1 0,-1 0 1,1 1-1,-1-1 0,0 1 0,0 0 0,0 0 1,0 0-1,0 0 0,0 1 0,-1-1 0,1 1 1,0 0-1,-1 0 0,1 0 0,-1 0 0,-1 1-39,-13-4-306,0 1 0,0 1 0,-1 1-1,1 0 1,-1 2 0,-1 0 306,-22 6-3052,10 12-2716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02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75 12579,'0'0'2148,"0"0"-577,0 0 616,0 0-864,-9 28-727,9-28-596,-11 33 228,2 0 0,-1 17-228,9-47 25,1 0-1,0 0 0,0 0 0,0 0 0,0-1 0,1 1 1,-1 0-1,1 0 0,0 0 0,-1-1 0,1 1 0,0 0 0,1-1 1,-1 1-1,0-1 0,1 1 0,0-1 0,-1 0 0,1 1 0,0-1 1,0 0-1,0 0 0,1 0 0,-1-1 0,0 1 0,1 0 1,-1-1-1,1 0 0,-1 1 0,1-1 0,0 0 0,-1 0 0,2-1-24,3 4 57,3 0-12,1 1-1,-1-2 1,1 1 0,0-1 0,0-1-1,0 0 1,1-1 0,-1 0-1,0 0 1,1-1 0,-1-1-1,0 0 1,0 0 0,10-3-45,-15 2 77,1 0 0,0-1 1,-1 0-1,1 0 0,-1 0 0,0-1 0,0 0 1,-1 0-1,1 0 0,-1-1 0,0 1 0,0-1 1,0-1-1,0 1 0,-1-1 0,0 1 1,0-1-1,-1-1 0,0 1 0,0 0 0,0-1 1,-1 1-1,2-7-77,0-6 314,-1-1 0,-1 0 0,0 1 1,-2-1-1,-1-17-314,1 35 3,0-1 0,-1 1 0,1 0 0,-1 0-1,0 0 1,1-1 0,-1 1 0,0 0 0,0 0 0,0 0 0,-1 0 0,1 1 0,0-1 0,-1 0 0,1 0 0,-1 1-1,0-1 1,1 1 0,-1-1 0,0 1 0,0 0 0,0 0 0,0 0 0,0 0 0,0 0 0,0 0 0,-1 0 0,1 1-3,-11-4-509,1 1 0,-1 1 0,0 1 0,-10-1 509,17 1-380,-55 0-5257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04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2457,'0'0'2680,"0"0"-1952,0 0-520,0 0-128,0 0-80,0 0-408,-86 56-688,63-44-832,7 0 575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25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12019,'0'0'2315,"0"0"-233,0 0-74,0 0-752,0 0-502,0 0-148,6-12-3,19-34-21,-18 34-463,-6 9 1008,-4-1-191,3 4-915,0 0-5,0 0 19,0 0-21,0 0-6,0 0 0,0 0 0,0 0 2,0 0 3,0 0-4,0 0-1,0 0-2,0 0-24,0 0-283,0 0-1410,0 0-2247,0 1-1794,0 3-2958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26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15539,'0'0'2489,"0"0"-830,0 0-496,-1 37-234,-1 527 2835,2-558-3731,1 104 398,6-1 1,7 29-432,-16-163 167,1-1 0,1 0-1,2-5-166,0-30 9,-2-7-5,4 1 0,7-40-4,-6 77-1,1 1 0,2 0 0,0 0 0,2 1 0,1 0-1,2 0 1,1 1 1,-11 20-6,1 1-1,0-1 0,0 1 1,1 0-1,0 0 0,0 1 1,1-1-1,-1 1 0,1 0 0,0 1 1,0-1-1,1 1 0,-1 1 1,1-1-1,0 1 0,0 0 1,0 1-1,0-1 0,1 1 1,-1 1-1,1-1 0,-1 2 0,1-1 1,-1 1-1,1 0 0,0 0 1,-1 1-1,1 0 0,-1 0 1,1 1-1,1 0 7,10 4-4,0 0 1,-1 2-1,0 0 1,0 1-1,0 0 0,-1 2 1,-1 0-1,0 1 1,0 0-1,-1 1 1,5 8 3,-8-8 16,0 0 1,-1 1-1,-1 1 1,-1 0-1,0 0 0,-1 1 1,0 0-1,-2 0 1,1 1-1,-2 0 1,-1 0-1,0 0 1,-1 0-1,0 1 1,-2 0-1,0-1 1,-1 1-1,-1 0 0,0-1 1,-2 1-1,0-1 1,-1 0-1,0 0 1,-1 0-1,-1 0 1,-1-1-1,-1 0 1,0 0-1,-3 3-16,-14 16 146,-1-1 1,-2-2-1,-1 0 0,-31 25-146,38-37 42,-1-2-1,0-1 1,-1-1-1,-1-1 1,-1-1 0,0-1-1,-18 5-41,41-16 0,-1 0 0,0-1 0,0 1 0,0-1 0,0 0 0,0-1-1,-1 1 1,1-1 0,0 0 0,0 0 0,0 0 0,0 0 0,-1-1-1,1 0 1,0 1 0,0-1 0,0-1 0,1 0-27,1 0 0,0 0 0,0 0-1,0 0 1,0 0 0,0-1 0,0 1 0,1-1-1,-1 1 1,1-1 0,-1 0 0,1 1 0,0-1 0,0 0-1,1 0 1,-1 0 0,0 0 0,1 0 0,0 0 0,0 0-1,0 0 1,0-1 27,-1-6-389,0-1-1,1 1 1,1-1-1,0 1 1,0-1-1,1 1 1,0 0-1,0 0 1,2-3 389,-2 9-444,0 0 0,0 0 1,0 0-1,1 0 0,-1 1 0,1-1 1,0 1-1,0-1 0,0 1 1,0 0-1,1 1 0,-1-1 0,1 0 1,0 1-1,0 0 0,0 0 1,0 0-1,0 0 0,0 1 0,0-1 1,1 1-1,-1 0 0,1 0 444,67-6-6221,2 9 4936,-47-1 2670,1 0 0,0-2 1,0-1-1,10-3-1385,40-17 1550,-1-3 0,-1-3 1,-2-3-1,32-21-1550,-77 38 187,7-3-13,7-3 242,0-1-1,-1-3 1,11-9-416,-45 23 1425,-13 6-213,-20 4 51,19 0-1358,-6 1 155,0 0 1,-1 1-1,1 0 1,0 1-1,1 0 1,-1 1-1,1 0 1,-1 1-1,1 1 1,1-1-1,-1 2 1,1-1-1,0 1 0,0 1 1,1 0-1,0 0 1,0 1-1,1 0 1,-6 10-61,2-4 56,1 1-1,1 0 1,1 1 0,0 0 0,1 1-1,1 0 1,0 0 0,2 0-1,0 1 1,1 0 0,1 0 0,0 8-56,2-11 50,0 0 0,1-1 0,0 1 0,2 0 0,0 0 0,0-1 0,5 12-50,-5-20 10,2 1 1,-1-1-1,1 0 0,0 0 1,0 0-1,1 0 0,0 0 1,0-1-1,1 0 0,-1 0 1,1-1-1,1 0 0,-1 0 1,1 0-1,5 3-10,4 0 17,0 1-1,1-2 0,0 0 1,0-1-1,1-1 0,0-1 1,0 0-1,15 1-16,7-2-123,1-1-1,-1-2 0,21-4 124,-36 0-697,-1 0 0,-1-2 1,1-1-1,-1-1 0,0-1 0,0-1 0,-1-1 1,-1-1-1,4-3 697,-12 8-964,49-29-6203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27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7 11210,'0'0'3081,"0"0"-770,0 0-912,0 0-677,0 0-378,-22-2-211,6 1-116,8-1-5,-1 1 1,0 1-1,0-1 0,0 1 1,0 1-1,1 0 0,-1 0 0,0 1 1,1 0-1,-1 0 0,1 1 0,-1 0 1,1 0-1,0 1 0,0 0 0,1 1-12,-14 9 115,-90 65 1667,109-78-1761,1 0 0,-1 1 1,1-1-1,0 0 0,-1 0 0,1 1 0,0-1 1,0 1-1,0-1 0,0 1 0,0 0 0,0-1 1,0 1-1,1 0 0,-1-1 0,1 1 0,-1 0 1,1 0-1,0 0 0,-1-1 0,1 1 1,0 0-1,0 0 0,0 0 0,1 0 0,-1 0 1,0-1-1,1 1 0,-1 0 0,1 0 0,-1 0 1,1-1-1,0 1 0,0 0 0,0-1 0,0 1-21,5 5 6,-1 0-1,2 0 0,-1 0 0,1-1 0,0 0 0,5 4-5,-5-5 29,25 21-16,17 12 55,29 33-68,-65-58 5,0 0 1,-1 1-1,-1 1 1,-1 0 0,0 1-1,0 0 1,6 16-6,-14-26 28,0 0 1,0-1-1,0 1 1,-1 0-1,1 0 0,-2 1 1,1-1-1,-1 0 1,1 0-1,-2 5-28,1-8 25,-1 0 0,0 0 0,0 0 0,1 0-1,-2 0 1,1-1 0,0 1 0,0 0 0,-1-1 0,0 1-1,1-1 1,-1 1 0,0-1 0,0 0 0,0 0 0,-1 0-1,1 0 1,0 0 0,-1 0 0,1-1 0,-1 1 0,0-1-25,-14 6 166,0 0 1,0-1 0,-1-1 0,0-1 0,0 0 0,0-1 0,0-1-1,-7-1-166,-32 0 289,0-2 0,-2-3-289,55 4-7,0 0 0,0-1 0,1 1 0,-1-1 0,0 0 0,1 0 0,-1-1 0,1 1 0,-1-1 0,1 0 0,-1 0 7,4 2-23,-1 0 1,1-1-1,0 1 1,-1 0-1,1-1 1,0 1-1,-1 0 1,1-1-1,0 1 1,0-1-1,-1 1 1,1 0-1,0-1 1,0 1-1,0-1 1,0 1-1,-1-1 1,1 1-1,0-1 1,0 1-1,0-1 1,0 1-1,0-1 1,0 1-1,0-1 1,0 1-1,0 0 1,1-1-1,-1 1 1,0-1 22,1-1-124,0 1 1,0-1 0,0 1-1,1 0 1,-1-1-1,0 1 1,1 0 0,-1 0-1,1 0 1,-1 0-1,1 0 1,0 0-1,0 0 124,42-17-4510,10 0-2449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27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16780,'0'0'2541,"0"0"-789,0 0-594,0 0-71,15 33-77,5 14-712,16 36 643,19 27-941,-42-85 132,40 68 184,-47-84-299,0 0 0,1 0-1,0 0 1,1-1 0,0 0 0,0-1 0,1 0 0,1 1-17,-8-6 14,1-1 0,-1 1 0,1-1 0,-1 1 1,1-1-1,0 0 0,0 0 0,-1 0 0,1 0 0,0-1 1,0 1-1,0-1 0,0 0 0,0 0 0,0 0 1,0 0-1,0 0 0,0 0 0,0-1 0,0 1 1,2-2-15,-1 0 30,-1 0 0,1 0 0,-1-1 1,1 1-1,-1-1 0,0 0 0,0 0 1,0 0-1,0 0 0,-1 0 0,1-1 1,-1 1-1,0-1 0,0 0-30,7-14 119,-2 0 1,0-1-1,0 0 0,-2 0 0,3-17-119,1-18 188,-2 0-1,-3 0 1,-2 0-1,-2 0 1,-5-37-188,-4 59-401,7 30-1282,8 18-1089,13 15-3301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28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0 188 11546,'0'0'2197,"0"0"-671,0 0 39,0 0-378,0 0-387,18-28-106,-18 28-694,21-33 334,1 0 0,16-15-334,-34 44 65,1-1 1,-1 1-1,1 0 0,0 1 1,0-1-1,0 1 0,0 0 0,0 1 1,1-1-1,0 1 0,-1 0 1,1 0-1,0 1 0,0-1 1,0 1-1,0 1 0,0-1 1,0 1-1,0 0 0,4 1-65,6-1 192,-10-1-146,0 1 1,0 1 0,-1-1-1,1 1 1,0-1-1,0 2 1,-1-1 0,1 1-1,-1 0 1,1 0 0,-1 0-1,0 1 1,0-1 0,1 2-47,0 1 24,0 0 0,-1 0 0,0 1 0,0-1 0,-1 1 0,0 0 0,0 1 0,0-1 0,0 1 0,1 6-24,12 29 244,-3 2-1,-2 0 1,-1 0-1,-3 1 1,3 34-244,-5-29 121,2 0-1,2-1 1,3-1 0,11 28-121,-22-70 11,0-1 0,0 0 1,1 0-1,0 0 0,0 0 1,0 0-1,0-1 1,1 0-1,0 1 0,0-1 1,0-1-1,0 1 1,0 0-1,1-1 0,0 0 1,0 0-1,0 0 0,0-1 1,0 0-1,1 0-11,8 2 4,1-2 1,-1 1-1,1-2 0,0 0 1,0-1-1,14-1-4,-24 0-148,0 1-1,0-1 1,0 1-1,0-2 1,0 1 0,0 0-1,-1-1 1,1 0 0,-1 0-1,1 0 1,-1-1 0,0 1-1,1-1 1,-2 0 0,1-1-1,0 1 1,0 0-1,-1-1 1,0 0 0,1-1 148,4-7-1347,0-1 0,-1 0 0,-1 0 0,0-1 0,0 0 0,0-5 1347,12-40-9430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28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658 0 13203,'0'0'2611,"0"0"100,0 0-498,0 0-1028,-32 33 45,11-12-994,-198 216 1804,7-11-863,96-107-913,105-108-288,6-6-67,0-1 0,0 1 1,1 0-1,0 0 0,0 0 1,0 1-1,1-1 0,0 1 1,0 0-1,0 0 0,-1 3 91,5-8-102,-1 0-1,0 0 1,0-1-1,1 1 1,-1 0-1,0 0 1,1-1-1,-1 1 1,1 0 0,-1 0-1,1-1 1,-1 1-1,1 0 1,-1-1-1,1 1 1,0-1-1,-1 1 1,1-1-1,0 1 1,0-1-1,-1 1 1,1-1-1,0 0 1,0 1 0,0-1-1,-1 0 1,1 0-1,0 0 1,0 0-1,0 0 1,0 0-1,0 0 1,-1 0-1,1 0 1,0 0-1,0 0 1,0 0 102,47 0-3481,-35-1 1905,46 1-4494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29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16740,'0'0'2472,"0"0"-1592,0 0 921,0 0-505,0 0-888,235-39-296,-156 21-104,-13 7-8,-16 8-952,-27 3-1137,-23 11-1015,-10 19-2962,-26 0-5112</inkml:trace>
  <inkml:trace contextRef="#ctx0" brushRef="#br0" timeOffset="1">107 364 12619,'0'0'2048,"0"0"361,0 0-681,0 0-248,0 0-655,0 0 191,0 0-504,188 17-504,-92-40-8,46-16-1560,-19 6-2337,-11 3-5129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29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0 674 17036,'0'0'2068,"0"0"-1014,15 28 679,56 113 2499,18 62-4232,-14 32 1371,-21-57-1074,-43-156-273,-11-22-22,0 0 0,0 1 1,1-1-1,-1 0 0,0 0 0,0 0 0,0 0 1,1 1-1,-1-1 0,0 0 0,0 0 0,1 0 1,-1 0-1,0 0 0,0 0 0,1 1 0,-1-1 0,0 0 1,0 0-1,1 0 0,-1 0 0,0 0 0,0 0 1,1 0-1,-1 0 0,0 0 0,1 0 0,-1-1 1,0 1-1,0 0 0,1 0 0,-1 0 0,0 0 0,0 0 1,1 0-1,-1 0 0,0-1 0,0 1-2,2-3 10,0 1 0,-1-1-1,1 0 1,-1 0 0,0 0-1,0 0 1,0 0 0,0 0-1,0 0 1,-1 0 0,1-1-10,16-108-42,-5-1 1,-4-20 41,-2-229-230,-6 334 216,-4-48-73,-4 1 1,-3 0-1,-15-55 87,5 32 3,-2-62-3,22 160 2,1-1 0,0 0 0,0 1 0,0-1 0,0 0 1,0 1-1,0-1 0,0 0 0,1 1 0,-1-1 1,0 0-1,0 1 0,0-1 0,1 1 0,-1-1 1,0 1-1,0-1 0,1 0 0,-1 1 0,1-1 1,-1 1-1,0-1 0,1 1 0,-1 0 0,1-1 0,-1 1 1,1-1-1,0 1 0,-1 0 0,1-1 0,-1 1 1,1 0-1,0 0 0,-1 0 0,1-1 0,0 1-2,29 0 107,-12 1-83,828-30-7,98-7-146,-632 34-155,365 5-92,-549 7 292,0 5 1,49 15 83,78 11 4,-224-36 125,-1-2 0,1-1 0,0-1 0,0-2 0,0-1 0,17-3-129,-43 3 49,-1 1 1,1 0 0,-1-1 0,0 0 0,0 0 0,0 0 0,0 0 0,0-1 0,0 0 0,0 1 0,-1-1 0,0-1-1,1 1 1,0-2-50,-3 2 14,-9 2-357,-19 3-1771,0 0-1,1 2 1,-4 1 2114,-44 12-11821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30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14715,'0'0'3937,"0"0"-1937,0 0-1023,0 0-665,0 0 208,0 0 248,0 0-40,0 143-96,-6-122-224,6-9-224,0-6-112,0-3-72,0-3-456,10 0-896,13 0-2465,0 0-1520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30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674 1 10762,'0'0'3521,"0"0"-1395,0 0 64,-8 26 31,4-9-1873,-4 16 242,-2-1-1,-1 1 1,-2-2-1,-1 0 1,-2 2-590,-124 194 1724,-9-6 1,-115 125-1725,228-296-894,54-68-923,2 0 1,0 1-1,12-8 1817,2-1-4237,22-16-6282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31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 18108,'0'0'3961,"0"0"-2929,0 0 184,0 0 56,0 0-455,-10 202-177,4-134-168,2-5-208,1-10-160,3-5-88,0-12-8,0-12-8,0-10-368,0-8-496,17-6-993,9-20-3040,1-13-11074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31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78 13795,'0'0'2942,"0"0"-406,0 0-287,30 4-1135,2 1-882,-1 0 1,30 11-233,-58-15 22,-1 1 0,1-1 0,0 1 0,-1-1 0,1 1 0,-1 0 0,1 0 0,-1 0 0,0 0 0,0 1 0,0-1 0,0 1 0,0-1 0,0 1 1,-1 0-1,1-1 0,-1 1 0,0 0 0,0 0 0,0 0 0,0 0 0,-1 0 0,1 0 0,-1 0 0,1 0 0,-1 0 0,0 1 0,-1-1 0,1 0 0,0 0 0,-1 0 0,0 0 0,1 0 0,-1 0-22,-1 7 139,2-3-53,-1 0 0,-1-1 0,0 1 0,0-1 0,0 0 0,0 1 0,-1-1 0,0 0 0,0 0 0,-1-1 0,0 1 0,0-1 0,0 0 0,-1 1-85,-4 3 112,0-1 1,-1 0 0,0 0 0,0-1 0,-1 0 0,1 0 0,-8 2-114,-5 1 82,-1-1-1,0-1 1,0 0 0,-1-2 0,1-1-1,-1-1 1,-12-1-82,28-1 11,0-2 1,0 1-1,-1-1 1,1-1-1,0 0 0,0 0 1,0-1-1,0 0 1,-7-2-12,13 2 5,-1 0 1,1 0-1,0 0 1,1-1 0,-1 1-1,0-1 1,1 1-1,-1-1 1,1 0 0,0 0-1,0 0 1,0 0-1,0-1 1,1 1 0,-1 0-1,1-1 1,0 1-1,0-1 1,0 1 0,0-1-1,1 0 1,-1 1 0,1-1-1,0 0 1,1-2-6,-3-8-50,2 0 0,-1 0 0,2 0 0,0 0 0,1 0 0,0 1 0,1-1 0,1 0 0,0 1 0,1 0 0,0 0 0,1 0 0,0 1 0,1-1 0,0 1 1,1 1-1,1 0 0,0 0 0,0 1 0,1 0 0,0 0 0,9-5 50,-13 11-159,0 0 1,-1 0 0,2 1-1,-1 0 1,0 0-1,1 1 1,-1 0 0,1 0-1,-1 0 1,1 1-1,0 0 1,3 0 158,52 1-4175,-56 0 3600,32 2-4790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31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1 16428,'0'0'2544,"0"0"-906,0 0-343,0 0-376,22 27-347,12 16-139,19 33-433,-48-68 75,-1 0 1,0 0-1,0 0 0,-1 1 0,0-1 1,0 1-1,-1 0 0,0 0 1,-1 0-1,0 0 0,-1 0 0,1 0 1,-2 0-1,1 0 0,-1 0 1,-2 8-76,2-10 71,-2 7 33,0 0 0,-1 0-1,-1-1 1,0 1-1,0-1 1,-2-1 0,1 1-1,-2-1 1,1 0-1,-2-1 1,0 0 0,0 0-1,-10 9-103,9-11 58,0 0-1,0 0 1,-1-1-1,0 0 1,-1-1-1,1 0 1,-1-1 0,-1 0-1,1-1 1,-1-1-1,0 0 1,0 0-1,0-1 1,-10 0-58,20-3 11,1 1 1,0-1-1,-1 0 1,1 0 0,0 0-1,-1-1 1,1 1-1,0-1 1,0 1-1,-1-1 1,1 0-1,0 1 1,0-1-1,0 0 1,0-1 0,0 1-1,0 0 1,0-1-1,0 1 1,0-1-1,1 1 1,-1-1-1,1 0 1,-1 0-1,1 1 1,0-1 0,-1 0-1,1 0 1,0-1-1,0 1 1,1 0-1,-1 0 1,0-1-12,-2-8 33,1-1 0,1 0 0,0 0 0,0 0 0,1 0 0,1-2-33,-1-4-8,0-13 3,1 0 0,2 1 0,0-1 1,3 0-1,7-24 5,-11 45-106,2 0-1,-1 1 1,1-1 0,1 1-1,-1 0 1,1 0-1,1 0 1,0 1 0,0 0-1,1 0 1,0 0 0,0 1-1,1 0 1,0 1 0,0-1-1,0 2 1,1-1 0,0 1-1,9-4 107,2 3-1375,0 1 0,0 1 0,0 0 0,1 2 0,8 0 1375,28-1-6730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47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252 131 17356,'0'0'1991,"0"0"-606,-5 26 145,-19 87-303,21-103-1102,0-1 1,-1 1-1,0-1 0,0 0 1,-1 0-1,-1 0 1,1 0-1,-1-1 0,0 0 1,-1 0-1,0-1 0,0 0 1,-1 0-1,0-1 0,0 0 1,-1 0-1,1-1 0,-1 0 1,-9 4-126,15-8 34,0 1 0,0-1 0,-1 0 0,1 0 0,0 0 0,0-1 1,0 1-1,-1-1 0,1 0 0,0 0 0,0 0 0,-1 0 0,1-1 0,0 1 0,0-1 0,0 0 0,-3-1-34,4 1 30,0 0-1,0-1 0,0 0 0,0 1 0,1-1 1,-1 0-1,1 0 0,-1 0 0,1 0 0,-1 0 1,1 0-1,0 0 0,0 0 0,0-1 0,1 1 0,-1 0 1,0-1-1,1 1 0,-1 0 0,1-1 0,0 1 1,0-1-1,0 0-29,-1-17 82,0 1 0,1-1 0,2 0 0,0 0 0,4-17-82,-4 29 11,0 0 0,1 0 0,-1 0 1,2 1-1,-1-1 0,1 1 0,0 0 1,1 0-1,0 0 0,0 0 1,0 1-1,1 0 0,0 0 0,0 1 1,1-2-12,-5 6 4,0-1 0,-1 1 0,1 0 0,0-1 0,0 1 0,0 0 0,0 0 0,0 0 0,0 0 0,0 1 0,0-1 0,0 0 0,0 1 0,0 0 0,1-1 0,-1 1 0,0 0 0,0 0 0,1 0 0,-1 0 0,0 1 0,0-1 0,0 1 0,1-1-4,-2 1 5,1 0-1,-1 1 0,1-1 1,-1 0-1,0 1 0,1-1 0,-1 1 1,0 0-1,0-1 0,0 1 1,0 0-1,0-1 0,-1 1 1,1 0-1,0 0 0,-1 0 1,0 0-1,1 0 0,-1 0 0,0-1 1,0 1-1,0 0 0,0 0 1,0 1-5,-1 5 20,0-1 0,0 1 0,0-1 0,-1 1 0,0-1 0,-1 0 0,0 0 0,0 0 0,0 0 0,-1 0 0,0-1 0,0 0 0,0 0 1,-1 0-1,0 0 0,-1-1 0,1 1 0,-1-1 0,0-1 0,0 1 0,0-1 0,-1 0-20,7-3 4,-1-1 0,1 1-1,-1-1 1,1 0 0,-1 1 0,1-1-1,-1 1 1,1-1 0,-1 0 0,0 0-1,1 1 1,-1-1 0,0 0 0,1 0-1,-1 0 1,1 1 0,-1-1-1,0 0 1,1 0 0,-1 0 0,0 0-1,1 0 1,-1-1 0,0 1 0,1 0-1,-1 0 1,0 0 0,1 0 0,-1-1-1,0 1 1,1 0 0,-1-1 0,1 1-1,-1 0 1,1-1 0,-1 1 0,1-1-1,-1 1 1,1-1 0,-1 1 0,1-1-1,0 1 1,-1-1 0,1 1 0,0-1-1,-1 0 1,1 1 0,0-1-4,-2-35 75,2 27-83,0-6 13,1-1 1,1 1 0,0 0 0,1 0-1,0 0 1,2 0 0,-1 1-1,2 0 1,4-9-6,-7 17 0,0 0 1,0 1-1,0 0 0,1 0 0,-1 0 1,1 0-1,1 1 0,-1-1 0,1 1 1,-1 0-1,1 0 0,0 1 0,1-1 0,-1 1 1,1 0-1,-1 1 0,1-1 0,0 1 1,0 1-1,0-1 0,0 1 0,0 0 1,0 0-1,0 0 0,1 1 0,-5 0 1,-1 0 0,0 1-1,1-1 1,-1 0 0,0 1 0,1-1 0,-1 1-1,0-1 1,0 1 0,1 0 0,-1-1-1,0 1 1,0 0 0,0 0 0,0 0-1,0 0 1,0 0 0,0 0 0,0 0 0,-1 0-1,1 0 1,0 0 0,-1 1 0,1-1-1,0 0 1,-1 1 0,0-1 0,1 0-1,-1 1 1,0-1 0,0 0 0,1 1 0,-1-1-1,0 0 1,-1 1-1,2 2 19,-1 1 0,0-1-1,0 1 1,-1-1 0,0 1 0,1-1-1,-1 0 1,-1 1 0,1-1 0,-1 0-1,1 0 1,-1 0-19,-8 10 82,-1-1-1,0 0 1,0-1-1,-1 0 1,-1-1-1,0 0 1,0-1-1,-1-1 1,-1 0-1,-10 5-81,24-14 5,0 1-1,0 0 1,0 0 0,0-1 0,0 1-1,0 0 1,0-1 0,-1 1-1,1-1 1,0 0 0,0 1 0,0-1-1,-1 0 1,1 0 0,0 0-1,0 0 1,-1 0 0,1 0 0,0 0-1,0 0 1,0 0 0,-1-1 0,1 1-1,0 0 1,0-1 0,0 1-1,0-1 1,-1 1 0,1-1 0,0 0-1,0 1 1,0-1 0,0 0-1,1 0 1,-1 0 0,0 0 0,0 0-1,0 0 1,1 0 0,-1 0-1,0 0 1,1 0 0,-1 0 0,1 0-1,-1 0 1,1 0 0,0-1-1,-1 1 1,1 0 0,0-1-5,0-3-55,-1-1 1,1 1-1,0 0 0,1-1 1,-1 1-1,1-1 0,0 1 1,1 0-1,-1 0 0,1 0 1,2-5 54,-1 5-134,0 0 0,1 0 0,0 0 0,0 0 0,0 0 0,0 1 0,1 0 0,0 0 0,0 0 0,0 0 0,0 1 0,1 0 0,-1 0 0,2 0 134,14-6-780,0 1 0,1 1 1,3 0 779,-10 3-596,86-23-5482,4 8-4427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47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 7962,'0'0'10446,"0"0"-7347,0 0-1956,0 48 361,1 76-710,-3 391 1132,-21-173-1074,1 57-132,22-262-2588,0-231-5088,0 21-119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47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0 264 17204,'0'0'1983,"34"-33"-53,120-104-174,-139 125-1546,0 1 0,1 1 0,0 0 0,0 1 0,1 1 0,0 1 0,1 0 1,13-3-211,-17 7 119,1 0 0,-1 1 1,0 1-1,0 0 1,1 1-1,-1 1 0,0 0 1,0 1-1,9 2-119,-15-3 38,-1 1-1,0 1 1,0-1-1,0 1 1,0 0 0,-1 1-1,1 0 1,-1 0-1,0 0 1,0 1-1,0-1 1,-1 2 0,1-1-1,-1 0 1,-1 1-1,1 0 1,-1 0-1,0 1 1,0-1 0,-1 1-1,0 0 1,1 2-38,3 10 69,-2 0 1,0 1-1,-1 0 0,-1-1 1,0 1-1,-2 0 0,-1 16-69,0-19 49,-1 0-1,-1 0 0,0 0 0,-1 0 0,-1 0 1,-1-1-1,0 1 0,-1-1 0,-1-1 0,-5 10-48,-1-4 77,0 0-1,-2 0 0,-1-2 0,0 0 0,-2 0 0,-17 14-76,11-12 46,0-2 0,-2 0-1,0-1 1,-11 4-46,24-15 5,0 0 0,-1-1 0,0-1 0,0 0 0,0-1 0,-1-1 1,1 0-1,-1 0 0,0-2 0,-4 0-5,18 0-12,0-1 0,0 0 1,0-1-1,0 1 1,0 0-1,0 0 0,0 0 1,0-1-1,0 1 0,0 0 1,0-1-1,0 1 1,0-1-1,1 1 0,-1-1 1,0 1-1,0-1 0,0 0 1,1 1-1,-1-1 1,0 0-1,1 0 0,-1 1 1,1-1-1,-1 0 0,1 0 1,-1 0-1,1 0 0,-1 0 1,1 0-1,0 0 1,0 0-1,-1 0 12,1-1-79,0-1 0,0 1 1,0-1-1,0 1 0,0-1 0,1 1 0,-1-1 1,1 1-1,0 0 0,-1-1 0,1 1 0,0 0 1,1-1-1,-1 1 0,0 0 0,1 0 79,7-9-806,2 0 1,-1 0-1,2 1 0,-1 1 0,1 0 0,1 0 0,0 1 1,1 1 805,54-30-6515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48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1 17748,'0'0'2968,"0"0"-2231,0 0 1895,0 0-1632,-196 139-311,150-34 79,3 14-224,7-3-24,13-6-248,19-12-128,4-18-136,30-11 64,30-16-72,9-11-472,44-18-664,-21-12-2505,-12-12-3457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48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93 116 14947,'0'0'2993,"0"0"-1449,0 0 833,0 0-497,185 155-360,-128-74-623,-5-1-313,-5 0-184,-11-8-248,-3-10-152,-10-8 48,-3-10-48,-7-8-480,-9-9-993,-4-3-1087,0-12-3001,0-7-5914</inkml:trace>
  <inkml:trace contextRef="#ctx0" brushRef="#br0" timeOffset="1">715 0 15211,'0'0'2057,"0"0"311,0 0 321,-129 188-1249,59-99-416,-9 3 9,-10 1-321,-4-10-288,10-12-216,11-8-152,19-19-40,20-8-16,19-15-128,14-12-696,30-9-1001,20 0-943,9-18-2754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48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543 0 17364,'0'0'2415,"0"0"-445,0 0-398,-36 25-445,-119 85-422,97-65-24,1 3 0,-32 38-681,-1 0 523,89-85-514,-8 6 83,1 1 1,0 0 0,1 1-1,0 0 1,0 0-93,6-8 11,0 0-1,0 1 1,0-1 0,0 0 0,1 0-1,-1 0 1,0 1 0,1-1 0,-1 1-1,0-1 1,1 0 0,0 1 0,-1-1 0,1 1-1,0-1 1,0 1 0,0-1 0,0 1-1,0-1 1,0 0 0,0 1 0,1-1-1,-1 1 1,0-1 0,1 1 0,-1-1-1,1 0 1,-1 1 0,1-1 0,0 0-1,0 0 1,0 1 0,-1-1 0,1 0 0,0 0-1,0 0 1,1 0 0,-1 0 0,0 0-1,0 0 1,0-1 0,1 1 0,-1 0-11,12 4 69,-1 0 0,0-1 0,1 0 0,0-1 0,0-1 0,0 0 0,8 0-69,98 1 202,-86-3-135,-19 0-43,41-1 27,0 3 0,0 2 0,36 8-51,-78-10-337,0 0 0,-1-1 0,1-1 0,0 0 0,-1 0 0,1-1 0,-1-1 0,1 0 337,61-19-6375,-6-2-3622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49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91 15075,'0'0'4321,"0"0"-2747,0 0 23,0 0-350,-22 34-136,-14 24-245,-14 32-866,45-80 68,1 0 1,0 1-1,0-1 0,1 1 0,1 0 1,0 0-1,0 0 0,1 0 1,1 0-1,-1 0 0,2 1 1,0-1-1,0 2-68,1 7 77,-1-14-62,-1 1-1,1-1 1,1 1-1,-1-1 1,1 0-1,1 1 0,-1-1 1,1 0-1,0-1 1,0 1-1,0 0 1,1-1-1,0 0 1,0 1-1,1-2 0,-1 1 1,3 2-15,1-1 13,1 0-1,0 0 1,0-1 0,0 0-1,0-1 1,1 0 0,-1 0 0,1-1-1,0 0 1,10 1-13,-6-1 8,1-1-1,0-1 1,-1 0 0,1-1 0,0 0-1,0-1 1,-1-1 0,1-1-1,-1 0 1,1-1 0,-1 0 0,0-1-1,0 0 1,-1-2 0,0 1 0,0-2-9,-3 1 20,0-1 0,-1-1 0,0 0 0,-1 0 0,0 0 0,0-1-1,-1-1 1,-1 1 0,1-1 0,-2 0 0,1 0 0,-2-1-1,1 1 1,-2-1 0,1 0 0,-1-4-19,-1 5 85,0 1 1,-1-1 0,0 0-1,-1 0 1,0 1-1,-1-1 1,0 0 0,-1 1-1,0-1 1,0 1-1,-1 0 1,-1-1-1,0 1 1,0 1 0,-1-1-1,0 1 1,0-1-1,-7-7-85,-11-9 157,-1 1-1,0 1 1,-2 1-1,-1 2 1,0 0-1,-21-10-156,47 30-37,0 0 1,0 0-1,1 1 0,-1-1 0,0 0 1,0 1-1,0-1 0,0 1 0,0-1 0,0 1 1,0-1-1,0 1 0,0 0 0,0-1 1,0 1-1,0 0 0,0 0 0,0 0 1,0 0-1,0 0 0,0 0 0,0 0 1,0 0-1,0 0 0,0 1 0,0-1 1,0 0-1,0 1 0,0-1 0,-1 1 37,1 1-435,0 1-1,0-1 1,1 0 0,-1 1-1,1-1 1,0 1-1,-1-1 1,1 1-1,0-1 1,0 1 0,1 1 435,-1 3-1063,0 30-8020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49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93 14243,'0'0'3973,"0"0"-2205,0 0-75,0 0-698,0 0-562,0 0-293,6-3-44,0 0 229,0 1 1,0 0-1,0 0 1,0 0-1,0 1 0,1 0 1,-1 0-1,0 0 1,2 1-326,-7 0 469,-1 0-105,0 0-149,0 0-71,-40 0 960,40 0-1083,0-1-1,0 1 1,-1 0-1,1-1 1,0 1-1,0-1 1,0 1-1,-1 0 1,1-1-1,0 1 1,0-1-1,0 1 1,0 0-1,0-1 1,0 1-1,0-1 1,0 1-1,0-1 1,0 1-1,0-1 1,0 1-1,0 0 1,0-1 0,1 1-1,-1-1 1,0 1-1,0 0 1,0-1-1,1 1 1,-1 0-1,0-1 1,0 1-1,1 0 1,-1-1-1,0 1-20,9-16 20,-6 14-19,0 1 0,1-1 0,-1 0 0,0 1 1,1 0-1,-1 0 0,0 0 0,1 0 1,-1 1-1,1-1 0,1 1-1,-18-19 48,13 19-51,0 0-1,0-1 0,0 1 0,1-1 0,-1 1 0,0-1 0,0 1 0,0 0 1,0-1-1,0 1 0,1 0 0,-1-1 0,0 1 0,0-1 0,1 1 0,-1 0 1,0 0-1,1-1 0,-1 1 0,0 0 0,1-1 0,-1 1 0,0 0 1,1 0-1,-1 0 0,1 0 0,-1-1 0,0 1 0,1 0 0,-1 0 4,44-3-206,-37 3 235,-6 0-32,0 0 0,0 0 1,0 0-1,0 0 0,0 0 1,0 1-1,0-1 0,0 0 1,0 1-1,-1-1 0,1 1 1,0-1-1,0 1 1,0 0-1,-1-1 0,1 1 1,0 0-1,0-1 0,-1 1 1,1 0-1,-1 0 0,1-1 1,-1 1-1,1 0 1,-1 0-1,1 1 3,4 33-27,-5-31 23,0 0 1,0-1-1,0 1 1,-1 0-1,0 0 1,0 0-1,0 0 1,0-1-1,-1 1 1,1-1-1,-1 1 1,0-1-1,0 1 1,0-1-1,0 0 1,-3 2 3,-41 25-661,-18 12-1790,26-12-3944,22-13-3656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50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89 14091,'0'0'2501,"0"0"-822,0 0-463,34-6-571,109-20-394,-68 20-160,-72 6-82,0 0-1,0 0 0,0 0 1,0 0-1,0 0 1,0-1-1,0 1 1,0-1-1,0 0 1,0 0-1,0 0 0,-1 0 1,1-1-1,0 1-8,-3 0 40,1 1 0,-1 0 0,1 0 0,-1-1 0,0 1-1,1 0 1,-1-1 0,0 1 0,1-1 0,-1 1 0,0 0-1,0-1 1,1 1 0,-1-1 0,0 1 0,0-1 0,0 1-1,0-1 1,0 1 0,0-1 0,0 1 0,0-1 0,0 1-1,0 0 1,0-1 0,0 1 0,0-1 0,0 1 0,0-1 0,0 1-1,0-1 1,0 1 0,-1-1 0,1 1 0,0-1 0,0 1-1,-1 0 1,1-1 0,0 1 0,-1 0 0,1-1 0,0 1-1,-1 0 1,1-1 0,0 1 0,-1 0 0,1-1 0,-1 1-1,1 0 1,-1 0 0,1 0 0,-1-1-40,-21-11 80,8 9-62,1 1 1,0 0 0,-1 1 0,1 1 0,-1 0 0,1 1 0,-1 0 0,1 1 0,-1 0 0,1 2 0,0-1 0,0 1 0,1 1 0,-1 0 0,1 1 0,-6 4-19,9-5 57,1 0-1,0 0 1,0 0 0,1 1 0,-1 0-1,1 1 1,0 0 0,1 0 0,0 0-1,0 1 1,1 0 0,0 0 0,0 0-1,0 1 1,1 0 0,1 0-1,0 0 1,0 0 0,0 0 0,1 0-1,1 1 1,0-1 0,0 4-57,3-12 48,0 0 0,0 1-1,0-2 1,0 1 0,0 0 0,0 0 0,1-1 0,-1 1 0,0-1 0,1 0-1,-1 0 1,0 0 0,1 0 0,-1 0 0,0 0 0,3-1-48,-1 1 82,148 5 316,-131-2-386,1 0 1,-1 1 0,0 1 0,0 1-1,20 8-12,-35-11 1,-1 0-1,0 0 0,1 0 0,-1 1 0,0-1 0,-1 1 0,1 0 0,-1 1 0,0-1 0,0 1 1,0 0-1,0 0 0,-1 0 0,0 0 0,0 1 0,0-1 0,-1 1 0,0 0 0,0 0 0,1 4 0,1 12 3,-1 1 0,0-1-1,-2 1 1,-1 21-3,0-39 2,0 4 39,-1 0 0,0 0 0,0-1-1,-1 1 1,0 0 0,-1-1 0,0 1 0,0-1-1,-1 0 1,0 0 0,0 0 0,-1-1 0,0 1-1,0-1 1,-1 0 0,0-1 0,0 1 0,-1-1-1,1 0 1,-2-1 0,0 1-41,-4 2 110,0 0 1,0-2-1,-1 1 0,0-1 1,0-1-1,0-1 0,-1 0 1,0 0-1,0-1 0,0-1 1,0 0-1,0-1 0,-2-1-110,5 1 14,0-1-1,-1-1 0,1 1 1,0-2-1,0 1 0,-1-2 1,1 1-1,1-2 0,-1 1 1,0-2-1,1 1 0,0-1 1,0-1-1,0 0 0,-8-7-13,17 12-98,0 1-1,0-1 0,0-1 0,0 1 0,0 0 0,1 0 1,-1 0-1,0 0 0,1-1 0,-1 1 0,0 0 0,1 0 1,0-1-1,-1 1 0,1-1 0,0 1 0,0 0 1,-1-1-1,1 1 0,0 0 0,1-1 0,-1 1 0,0-1 1,0 1-1,0 0 0,1-1 0,-1 1 0,1 0 1,-1-1-1,1 1 0,0 0 0,-1 0 0,1-1 0,0 1 1,0 0-1,0 0 0,0 0 0,0 0 0,0 0 1,0 0-1,0 1 0,0-1 0,0 0 0,0 0 0,1 1 1,-1-1-1,0 1 0,1-1 0,-1 1 0,0-1 99,31-11-6254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6:51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 13363,'0'0'2656,"0"0"-1086,0 0-426,22 40 702,-1-2-1305,-5-12-139,-1 2 0,-1 0 0,-1 0 1,-2 1-1,0 1 0,-3 0 0,0 0 0,2 27-402,-4-9 511,-2 1-1,-3 0 1,-1 0-1,-3 0 1,-2 0-1,-2-1 1,-5 14-511,5-35 110,-1-1 0,-1 1 1,-1-2-1,-2 1 0,0-2 1,-2 1-1,0-2 0,-2 0 1,0-1-1,-2 0 0,0-1 1,-1-1-1,-14 10-110,-13 6 51,-3-2 1,-39 22-52,58-48-1666,12-11-4918,4-7-6572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12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13795,'0'0'3809,"0"0"-2121,0 0 1065,0 0-1057,0 0-880,0 0-280,185-51-208,-132 42-208,-6 6-72,-8 3 24,-9 0-72,-7 0-8,-6 0-704,-17 0-1224,-7 15-2905,-32 3-2681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13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14947,'0'0'2841,"0"0"-337,0 0-727,0 0-929,0 0-472,0 0-208,225 0-168,-86 0-96,-16-3-2112,-11-3-4234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13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57 194 19628,'0'0'3105,"0"0"-1873,0 0 561,-27 247-681,18-125-512,-1 6-240,0-9-72,10-12-104,0-18-176,0-17-8,0-19 0,0-17-152,10-15-328,3-15-608,7-18-793,-4-24-4112,-6-12-8594</inkml:trace>
  <inkml:trace contextRef="#ctx0" brushRef="#br0" timeOffset="1">21 155 13555,'0'0'2727,"38"-20"-778,0-2-1285,-11 6-209,0 1 0,1 1-1,1 1 1,0 1 0,1 2-1,0 1 1,0 1 0,3 2-455,-13 2 246,0 2 0,0 0 0,0 1 0,0 1 0,0 0 1,0 2-1,2 1-246,-16-2 22,-1 0 0,1 1 0,0 0 0,0 0 0,-1 1 0,1-1 0,-1 1 0,0 0 1,0 1-1,0-1 0,0 1 0,-1 0 0,1 0 0,-1 0 0,0 1 0,0 0 0,-1-1 0,1 1 0,-1 1 0,0-1 1,-1 0-1,1 1 0,-1-1 0,0 1 0,0 1-22,2 8 57,0 0-1,-1 0 1,-1 0 0,0 1-1,-2-1 1,1 0 0,-2 1-1,0-1 1,-1 1 0,0-1 0,-1 0-1,-1 0 1,0 0 0,-1-1-1,-1 1 1,0-1 0,-1-1-1,-1 1 1,0-1 0,0 0-1,-2-1 1,1 0 0,-1 0 0,-1-1-1,-10 8-56,2-3 39,-1 0-1,0-1 1,-1-1-1,-1-1 1,0-1-1,-1-1 1,0-1-1,-1-1 1,0-1-1,0-1 1,-1-2-1,1 0 1,-1-1 0,0-2-1,-14 0-38,13-6-271,26 4 248,0-1-1,0 1 1,0 0-1,0 0 1,0-1-1,-1 1 1,1 0-1,0-1 1,0 1-1,0 0 1,0 0-1,0-1 1,0 1-1,0 0 1,0-1-1,0 1 1,0 0-1,0-1 1,0 1-1,0 0 1,0 0-1,1-1 1,-1 1-1,0 0 1,0-1-1,0 1 1,0 0-1,0 0 1,1-1-1,-1 1 1,0 0-1,0 0 1,0 0-1,1-1 1,-1 1-1,0 0 1,0 0-1,1 0 1,-1 0-1,0 0 1,1-1 23,43-23-3222,4 1-2433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13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0 15595,'0'0'2777,"0"0"-1297,0 0 1033,-185 113-1185,132-20-200,4 14-143,6 6-89,16-6-272,17-9-384,10-14-136,7-16-40,29-17-16,7-16-48,10-11-288,10-9-472,36-12-1049,-13-3-2800,-10 0-6297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14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15667,'0'0'2377,"0"0"1704,0 0-2601,119 211 96,-69-118-407,3-1-441,-7-6-296,-3-12-256,-7-14-112,-6-15-64,-10-13 0,-3-11-64,-7-12-176,-4-6-304,4-3-216,3-6-937,1-21-3912,-5-2-5625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14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689 0 17452,'0'0'3614,"0"0"-1287,0 0-849,0 0-778,-23 27 1,-3 4-469,-131 149 938,-77 37 22,11-10-941,218-202-271,3-4 0,1 1 0,-1-1 0,0 1 0,1 0 0,-1-1 1,1 1-1,0 0 0,-1 0 0,1 0 0,0 0 0,0 0 0,0 0 0,0 1 0,1-1 0,-1 2 20,34-4-1355,-9-4 715,0 0-1,-1-2 1,0 0-1,0-2 0,-1 0 1,0-2-1,13-7 641,16-6-3269,36-15-6739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14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0 16307,'0'0'4127,"0"0"-2072,0 0-848,-29 11-336,-97 36-382,105-38-401,1 0 0,1 2 0,-1 0 0,1 1-1,1 1 1,1 1 0,0 0 0,0 1 0,-3 6-88,16-17 55,0 1 0,0 0 0,0 0 1,0 0-1,1 1 0,0-1 0,0 1 0,-1 4-55,4-9 15,-1 1 0,0 0-1,1 0 1,-1 0 0,1-1-1,0 1 1,0 0-1,-1 0 1,1 0 0,1 0-1,-1 0 1,0 0-1,0 0 1,1-1 0,-1 1-1,1 0 1,-1 0 0,1 0-1,0-1 1,0 1-1,0 0 1,0-1 0,0 1-1,0-1 1,0 1 0,0-1-1,1 1 1,-1-1-1,1 0 1,0 1-15,16 8 82,0 0 0,0-2 0,1 0-1,0-1 1,0-1 0,1-1 0,-1 0 0,2-1-82,2 0-75,-1 1 1,-1 1-1,1 1 1,-1 1-1,0 0 1,-1 2-1,5 3 75,11 14-2662,-12-8-2692,0 2-6272</inkml:trace>
  <inkml:trace contextRef="#ctx0" brushRef="#br0" timeOffset="1">672 744 3321,'0'0'12378,"0"0"-10321,0 0 207,0 0-927,0 0-241,-205 0-56,139 0 288,-10-3-271,3-3-385,7 0-400,3 3-184,14 0-88,9 3-80,17 0-304,13 0-633,10 0-1583,17 3-3193,12 6-4674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15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0 13955,'0'0'2526,"0"0"-291,0 0-293,-26 30-597,-82 102-335,100-119-860,0 0 1,0 0-1,1 1 0,1 0 1,0 0-1,1 1 1,1-1-1,0 1 0,1 0 1,0 0-1,1 0 0,1 1 1,1-1-1,0 0 1,1 5-151,-1-4 102,0-7-51,0-1 0,0 0 0,1 1 0,0-1 0,1 0 0,0 0 0,0 0 0,1 0 0,2 5-51,-3-9 19,1 0 0,-1 0 1,1 0-1,0-1 0,0 1 0,0-1 0,0 0 0,1 0 0,0 0 0,-1 0 0,1-1 0,0 0 1,0 1-1,0-1 0,1-1 0,-1 1 0,3 0-19,8 3 50,0-2-1,1 0 1,-1-1 0,1 0 0,0-2-1,-1 1 1,1-2 0,0 0 0,-1-1-1,1-1 1,-1 0 0,0-1 0,0 0-1,0-2 1,0 1 0,-1-2 0,0 0-1,0-1 1,11-8-50,-15 9 36,0 0 0,-1-1-1,1 0 1,-2 0-1,1-1 1,-1 0 0,0-1-1,-1 0 1,0 0 0,-1-1-1,0 1 1,-1-1 0,0-1-1,0 1 1,-1-1 0,-1 1-1,0-1 1,-1 0-1,0 0 1,-1-1 0,0 1-1,-1 0 1,0 0 0,-1 0-1,-1-8-35,0 12 25,-1 0-1,0 0 0,0 1 0,0-1 0,-1 1 1,0 0-1,0 0 0,-1 1 0,0-1 0,0 1 1,-1 0-1,1 0 0,-1 1 0,-1 0 0,1 0 1,-1 0-1,0 1 0,0 0 0,-1 0-24,-5-3-62,0 0 0,0 1 0,-1 1 0,0 1 0,0 0 0,0 0 0,0 2 0,-1-1 0,1 2 0,-5 0 62,18 1-86,-1 0-1,1 0 0,-1 0 1,1 0-1,-1 0 0,1 0 0,0 1 1,-1-1-1,1 1 0,-1-1 1,1 1-1,-1-1 0,1 1 1,0 0-1,0 0 0,-1-1 1,1 1-1,0 0 0,0 0 1,0 0-1,0 0 0,0 1 0,0-1 1,0 0-1,0 0 0,1 1 1,-1-1-1,0 0 0,1 1 1,-1-1-1,1 1 0,-1-1 1,1 0-1,-1 2 87,1 0-373,0-1 0,0 0 1,0 1-1,1-1 0,-1 0 1,1 0-1,-1 1 0,1-1 0,-1 0 1,1 0-1,0 0 0,0 0 1,0 0-1,1 0 0,-1 0 0,0 0 1,1 0-1,-1-1 0,1 1 1,-1 0-1,1-1 0,0 1 0,0-1 373,34 16-10398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15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75 14523,'0'0'5492,"0"0"-3133,0 0-640,0 0-757,0 0-553,0 0-269,5-7-83,16-18-14,-21 25-41,0 0 0,0 0 0,0 0 0,0 0 1,0 1-1,0-1 0,0 0 0,0 0 0,0 0 0,0 0 0,0 1 0,0-1 0,0 0 0,0 0 0,1 0 0,-1 0 0,0 0 0,0 0 1,0 1-1,0-1 0,0 0 0,0 0 0,0 0 0,1 0 0,-1 0 0,0 0 0,0 0 0,0 0 0,0 1 0,1-1 0,-1 0 1,0 0-1,0 0 0,0 0 0,0 0 0,1 0 0,-1 0 0,0 0 0,0 0 0,0 0 0,0 0 0,1 0 0,-1 0 0,0 0 0,0-1 1,0 1-1,0 0 0,1 0 0,-1 0 0,0 0 0,0 0 0,0 0 0,0 0 0,0 0 0,0 0 0,1-1 0,-1 1 0,0 0 1,0 0-3,-3 15 149,-2-11-92,1 1 0,-1-1-1,0-1 1,0 1 0,0-1 0,-1 0-1,1 0 1,-1 0 0,0-1-1,1 0 1,-1 0 0,0 0 0,0-1-1,-1 0 1,1 0 0,0 0-1,-6-1-56,11-1 21,0 0 0,1 0 0,-1 1 0,0-1-1,0 0 1,0 0 0,1 0 0,-1-1-1,0 1 1,1 0 0,-1 0 0,1 0 0,0 0-1,-1-1 1,1 1 0,0 0 0,0 0 0,-1-1-1,1 1 1,0 0 0,0 0 0,1-1-1,-1 1-20,0-41 182,0 32-125,1 9-56,-1 0 0,0 0 1,0-1-1,1 1 1,-1 0-1,0 0 1,1 0-1,-1 0 0,1 0 1,0 0-1,-1 0 1,1 0-1,0 0 1,0 0-1,-1 0 0,1 1 1,0-1-1,0 0 1,0 0-1,0 1 0,0-1 1,0 0-1,0 1 1,0-1-1,0 1 1,1 0-1,-1-1 0,0 1 1,0 0-1,0 0 1,0 0-1,1-1 1,-1 1-1,0 1 0,0-1 1,0 0-1,0 0 1,1 0-2,0 0 1,0 0 1,0 1 0,0-1-1,0 0 1,0 1 0,0-1-1,0 1 1,0-1 0,0 1-1,0 0 1,-1 0-1,1 0 1,0 0 0,0 0-1,-1 0 1,1 1 0,-1-1-1,1 0 1,-1 1 0,0-1-1,0 1 1,1 0 0,-1 1-2,1 1 0,0 1 0,-1-1 1,0 1-1,0 0 0,0-1 1,-1 1-1,0 0 0,1 0 1,-2-1-1,1 1 1,0 0-1,-1 0 0,0-1 1,0 1-1,-1-1 0,1 1 1,-1-1-1,0 1 0,0-1 1,0 0-1,-1 0 1,0 0-1,1 0 0,-1 0 1,-1-1-1,-2 3 0,-15 9 32,0-2 0,-2 0 0,0-1-32,5-3-2,0 1 0,0 0 0,1 2 0,-11 9 2,28-21-40,1 0 1,-1 0-1,0-1 1,1 1-1,-1 0 1,1 0-1,-1 0 0,0 1 1,1-1-1,-1 0 1,0 0-1,1 0 1,-1 0-1,0 0 0,1 0 1,-1 0-1,0 1 1,1-1-1,-1 0 1,0 0-1,1 0 0,-1 1 1,0-1-1,0 0 1,1 0-1,-1 1 1,0-1-1,0 0 0,1 1 1,-1-1-1,0 0 1,0 1-1,0-1 1,0 0-1,0 1 0,1-1 1,-1 0-1,0 1 1,0-1-1,0 1 1,0-1-1,0 0 0,0 1 1,0-1-1,0 0 1,0 1-1,-1-1 1,1 1-1,0-1 0,0 0 1,0 1-1,0-1 1,0 0-1,-1 1 1,1-1-1,0 0 0,0 0 1,-1 1-1,1-1 1,0 0-1,0 1 1,-1-1-1,1 0 0,0 0 1,-1 0-1,1 1 1,0-1-1,-1 0 1,1 0 39,37 0-4981,-28 0 2383,30 0-10082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16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4521,'0'0'10546,"0"0"-7937,0 0-633,0 0-1088,179-27-231,-116 27-145,-10 0-104,-10 0-184,-10 0-112,-10 0-112,-6 0-176,-11 0-1169,-3 0-1695,-3 0-3250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16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1 13219,'0'0'2768,"0"0"-256,-28 7-911,-92 30-718,112-34-821,0 1-1,0 0 1,0 0 0,0 1-1,1 0 1,0 0-1,0 1 1,0 0-1,1 0 1,0 1 0,0-1-1,0 1 1,1 0-1,0 1 1,1 0 0,-1-1-1,2 1 1,-1 1-1,1-1 1,0 0 0,1 1-1,0 0 1,0-1-1,1 1 1,0 0 0,0 0-1,1 2-61,0-10 14,0 1 0,0-1 1,1 1-1,-1-1 0,0 0 0,0 1 0,1-1 0,-1 0 1,1 1-1,-1-1 0,1 0 0,0 0 0,0 0 0,-1 1 1,1-1-1,0 0 0,0 0 0,0 0 0,0 0 0,0 0 0,0-1 1,0 1-1,1 0 0,-1 0 0,0-1 0,0 1 0,1-1 1,-1 1-1,0-1 0,1 1 0,-1-1 0,1 0-14,52 3 338,-39-3-281,31-1 1,-22-1-61,-1 2 1,0 0-1,0 2 0,1 0 1,-1 2-1,10 3 3,-28-6-3,0 1 0,0 0-1,0 0 1,-1 0-1,1 1 1,-1-1-1,0 1 1,1 0 0,-1 0-1,0 1 1,-1-1-1,1 1 1,-1 0 0,1 0-1,-1 0 1,0 0-1,-1 1 1,1-1-1,-1 1 1,0 0 0,0 0-1,0 0 1,-1 0-1,0 0 1,0 0-1,0 0 1,0 0 0,-1 0-1,0 0 1,0 0-1,0 1 4,0 4 3,0 0-1,-1 0 0,0 0 1,0 0-1,-1 0 0,0 0 1,-3 6-3,2-9 16,0-1 0,-1 0 0,0 0 0,0 0 0,0 0 0,-1-1 0,0 0-1,0 0 1,0 0 0,0 0 0,-4 1-16,-5 4 193,0-1-1,-1 0 1,0-1-1,0 0 1,-1-1-1,0-1 1,0-1-1,-1 0 1,0-1-1,-12 1-192,-26 1 829,1-2 0,-39-3-829,82-1 43,-11-4-12,21 4-45,1 0-1,0 0 1,-1 0-1,1 0 1,0-1-1,0 1 1,0 0-1,-1 0 1,1 0-1,0 0 1,0-1-1,0 1 1,-1 0-1,1 0 1,0-1-1,0 1 1,0 0-1,0 0 1,0-1-1,-1 1 1,1 0-1,0 0 1,0-1-1,0 1 0,0 0 1,0 0-1,0-1 1,0 1-1,0 0 1,0-1-1,0 1 1,0 0-1,0 0 1,0-1-1,0 1 1,1 0 14,0-2-194,1 0 0,-1 0 0,1 0 0,0 1 0,-1-1-1,1 1 1,0 0 0,0-1 0,0 1 0,0 0 0,0 0 0,1 0 0,-1 0 0,2 0 194,44-14-6424,7 0-5615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16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1 13955,'0'0'3097,"0"0"-1681,0 0 200,0 0-47,83 164-313,-67-78 112,-16 12-56,0 9-287,-10 0-289,-23-3-168,-3-11-184,-7-16-232,-3-11-104,-7-13-48,0-11-184,-20-7-864,13-11-1945,11-18-7201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20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15683,'0'0'4096,"0"0"-1684,0 0-934,0 0-559,0 0-270,18 0-181,-15 0-466,155-1 99,14-9-101,-171 10-300,-1 0 0,1-1-1,0 1 1,-1 0 0,1 0 0,0 0 0,-1 0-1,1 0 1,0 0 0,-1 0 0,1 0-1,0 0 1,-1 0 0,1 0 0,0 0 0,-1 0-1,1 0 1,0 1 0,-1-1 0,1 0-1,0 0 1,-1 1 0,1-1 0,-1 1-1,1-1 1,-1 0 0,1 1 0,-1-1 300,-10 15-3492,-41 20 918,43-30 1052,-41 25-1186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20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0 5249,'-17'202'2289,"-13"-187"2072,0-3-1553,7 0-935,13-3-217,10-9 512,0 0-927,33 0-217,17 0-80,6 0-256,4-9-296,-4 3-232,0 6-160,27 0-648,-14 0-3961,-6 0-7073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20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15459,'0'0'3729,"0"0"-1252,0 0-778,0 0-838,-2 28 41,-38 373 1543,37-376-2378,-5 78-496,5 64 429,3-167-119,1 1 0,-1-1 0,1 0 0,-1 0 0,1 1-1,-1-1 1,1 0 0,-1 0 0,1 0 0,-1 0 0,1 0 0,-1 0 0,1 0 0,-1 0 0,1 0 0,-1 0 0,1 0 0,-1 0 0,1 0 0,-1 0-1,1-1 1,-1 1 0,1 0 0,-1 0 0,1-1 0,-1 1 0,1 0 0,-1-1 0,1 1 0,-1 0 0,0-1 0,1 1 0,-1 0 0,0-1 0,1 1 0,-1-1 119,5-9-2154,-1 0 0,0-1 0,-1 0 0,0 1 1,0-4 2153,4-24-11435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21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63 3185,'0'0'12690,"0"0"-9729,0 0 936,0 0-2425,0 0-912,0 0-232,199-59-64,-126 56-104,-14 3-160,-9 0-8,-14 0-208,-6 0-272,-4 3-592,-6 2-976,-10 4-1649,-10 12-336,-3-6-1296,-24 3-856</inkml:trace>
  <inkml:trace contextRef="#ctx0" brushRef="#br0" timeOffset="1">0 390 10882,'0'0'3249,"0"0"-400,0 0-913,0 0-520,0 0-343,0 0-369,0 0-280,199 33 144,-147-39-248,-9 6-256,-3 0-64,26 0-296,-9 0-2545,-1 0-8209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21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0 6105,'0'0'10931,"0"0"-9211,0 0 761,0 0-793,-181 164-528,134-81-360,8 7-176,12-1-39,14-6-225,13-8-240,0-10-40,13-5-80,20-13 0,10-5-104,3-4-344,27 4-1073,-13-6-2584,-7-12-3880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26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0 6369,'0'0'5096,"0"0"-2166,0 0-373,0 0-104,0 0-548,0 0-716,-19 10-571,16-8-602,-8 3 51,0 0 1,0 2-1,0-1 1,1 1-1,0 1 1,1 0-1,-1 0 1,2 1-1,-1 0 1,1 0-1,0 1 1,1 0-1,-5 10-67,2 0 96,0 2 0,2-1 0,0 1 0,1 0 0,2 0 0,0 1 0,2 0 0,0-1 0,1 1 0,2 0-1,0 1 1,4 20-96,-4-39 14,2 0 0,-1 0 0,1 0 0,-1 0-1,1 0 1,1 0 0,-1-1 0,1 1 0,-1-1-1,1 0 1,1 0 0,-1 0 0,1 0 0,-1 0-1,1-1 1,0 1 0,4 2-14,-1-2 26,0-1 0,0 0 0,0 0 0,0 0 0,1-1 0,-1 1 0,1-2 0,0 1 0,-1-1 0,1-1 0,4 1-26,1-1 29,0-1 0,0 0 0,0 0 0,-1-1 0,1-1 0,0 0-1,-1-1 1,0 0 0,0-1 0,0-1 0,-1 1 0,1-2 0,-2 0 0,5-3-29,-4 0 30,-1 0 0,-1 0-1,0-1 1,0 0 0,-1-1 0,0 0 0,-1 0 0,-1 0 0,0-1-1,0 0 1,-1-1 0,-1 1 0,-1-1 0,1 1 0,-2-1-1,0 0 1,-1 0 0,0-1 0,-1 1 0,-1 0 0,-2-12-30,2 19 40,0 1 0,-1-1 0,0 1 0,-1 0 0,1 0 0,-1 0 0,0 0 0,-1 0 0,1 0 0,-1 1 1,0 0-1,-1 0 0,1 0 0,-1 0 0,0 0 0,0 1 0,0 0 0,-1 0 0,0 1 0,1 0 0,-3-1-40,-4-3-63,0 2 0,-1-1-1,0 2 1,0 0 0,0 0-1,0 1 1,-1 1-1,1 0 1,-1 1 0,-1 0 63,14 1-83,0 0 0,0 0 0,1 0 0,-1 0 0,0 0 0,0 1 0,1-1 0,-1 0 0,0 0 0,0 1 0,1-1 0,-1 0 0,0 1 0,1-1 0,-1 1 0,1-1 0,-1 1 0,0-1 0,1 1 1,-1-1-1,1 1 0,-1-1 0,1 1 0,0 0 0,-1-1 0,1 1 0,0 0 0,-1-1 0,1 1 0,0 0 0,0 0 0,-1-1 0,1 2 83,0 30-4291,1-18 914,-1 16-7210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27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0 14347,'0'0'2825,"0"0"-489,0 0 481,0 0-1473,-73 203-352,53-147-560,7 1-240,3-10-128,7-5-64,3-12 0,0-9-768,3-21-1648,20 0-2353,-3-12-5545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27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48 11402,'0'0'2153,"0"0"-510,0 0-543,0 0-406,0 0-294,0 0-108,19-8 117,53-24 247,-53 24 337,-26 8-450,-53 1 2716,42 0-3033,0 0-1,0 1 0,1 1 0,-1 0 1,1 2-1,-12 4-225,0 3 270,1 0 0,0 2 0,-15 11-270,32-18 42,-1 0 0,1 2 0,1-1 0,-1 1-1,1 1 1,1 0 0,0 0 0,0 1 0,0 2-42,7-11 0,1 0 1,-1 0-1,1 0 1,0 0-1,0 1 1,0-1-1,0 0 1,0 1-1,0-1 0,0 1 1,1-1-1,-1 1 1,1-1-1,0 1 1,0 0-1,0-1 1,0 1-1,0-1 1,1 1-1,-1-1 0,1 1 1,-1-1-1,1 1 1,0-1-1,0 0 1,0 1-1,0-1 1,1 0-1,-1 0 1,1 0-1,-1 0 0,1 0 1,0 0-1,0 0 1,-1 0-1,1-1 1,0 1-1,1-1 1,-1 1-1,10 5 17,1 0 0,1-1 0,-1-1 0,1 0 0,0-1 0,7 1-17,-4 0 25,11 3-6,13 4 11,0 1 1,25 13-31,-56-21 2,1 0 1,-1 0-1,0 2 1,0-1-1,-1 1 1,1 1-1,-2-1 1,1 2-1,-1-1 1,0 1-1,6 9-2,-12-15-2,1 1-1,-1-1 1,0 1-1,0 0 1,-1 0-1,1 0 1,-1 0-1,1 0 1,-1 0-1,0 0 1,-1 0-1,1 0 1,-1 0-1,0 1 1,0-1-1,0 0 1,-1 0 0,1 0-1,-1 0 1,0 1-1,0-1 1,-1 0 2,0 0 31,0 0 0,-1 0 0,0 0 1,0 0-1,0-1 0,0 1 0,-1-1 0,1 0 1,-1 0-1,0 0 0,0-1 0,0 1 0,0-1 1,0 0-1,0 0 0,-1 0 0,1-1 1,-1 0-1,0 1-31,-39 7 99,0-2 0,0-2 0,0-1 1,-1-3-1,-20-3-99,19 2-528,45 0-599,6 0-6931,6 0-517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27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0 14371,'0'0'2345,"0"0"-657,66 158 1025,-46-63-1129,-10 15-184,-10 4-480,0-1-199,-10-12-153,-13-15-280,-7-14-184,0-16-56,-3-8-40,0-10-8,-3-8-72,6-3-656,-13 6-1113,13-7-2288,0-2-2832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31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 14563,'0'0'2651,"0"0"-616,0 0-150,0 0-721,0 0-604,0 0-210,3 16 254,3 41-57,-2-1 1,-2 1-1,-3-1 1,-2 0-1,-3 1 1,-2-1 0,-10 30-548,-18 47 477,-22 91-19,48-178-407,3 1 1,1 1-1,2 37-51,4-82-19,0-16-585,0-69-3241,0 25-2286,0 6-3354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32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12051,'0'0'3458,"0"0"-1546,0 0 2,0 0-579,0 0-503,0 0 40,31 0-4,198 0 613,26 0-280,-253 0-1285,0 0-1,0-1 1,0 2-1,0-1 1,0 0 0,0 0-1,0 1 1,0-1-1,0 1 1,0-1-1,0 1 1,0 0 0,0 0-1,-1 0 1,1 0-1,0 0 1,-1 0-1,1 0 1,0 1 0,-1-1-1,1 1 85,-1 0-533,0 1 0,0-1 1,0 0-1,0 1 0,-1-1 0,1 1 0,-1-1 1,1 1-1,-1-1 0,0 1 0,0-1 0,0 1 0,0 0 1,-1-1-1,1 1 0,-1 1 533,-5 14-7152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32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8106,'0'0'5609,"0"0"-4321,0 0 1841,0 0-1233,0 0-559,0 0-145,0 0-192,175 44-288,-122-44-216,4 0-264,-5 0-152,1-9-72,-3 6-8,6 3-800,-13 0-2224,-13 0-3234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44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0 9378,'0'0'7456,"0"0"-4567,0 0-482,0 0-860,0 0-899,-28 26-210,24-23-418,-23 21 162,1 2 1,1 0-1,2 1 1,0 2-1,2 0 1,1 2-1,-12 24-182,11-12 222,-26 52 857,-33 98-1079,70-163 50,0 1 1,3 0-1,0 0 1,2 1-1,1 0 1,2 0-1,1 0 1,3 25-51,-1-50-10,0 0-1,0 0 1,1-1 0,0 1 0,1-1 0,-1 1 0,1-1 0,0 0 0,1 0 0,-1 0 0,1 0 0,0 0 0,1-1 0,-1 0 0,1 0 0,0 0 0,1-1 0,-1 1 0,1-1 0,0-1 0,0 1 10,14 7-615,1-1 1,0-1 0,0-1 0,1-1 0,17 3 614,38 7-5367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44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0 16051,'0'0'2241,"0"0"-799,-18 34 401,-14 25-823,-9 30-1020,37-77 79,0-1 0,0 1 0,1 0 0,1 0 0,0 0 0,1 1 1,0-1-1,1 12-79,1-16 47,-1 0 1,2-1-1,-1 1 1,1 0-1,0-1 1,1 0-1,0 0 1,0 0 0,1 0-1,0 0 1,2 3-48,0-2 32,1-1 0,0 1-1,0-1 1,0-1 0,1 0 0,0 0 0,0 0 0,1-1 0,0 0 0,0-1 0,0 0 0,0 0 0,1-1 0,-1 0 0,1-1 0,0 0 0,-1 0 0,5-1-32,11 2 33,-1-1 1,1-2-1,0 0 1,0-2-1,-1 0 1,1-2-1,7-2-33,-21 3 46,0 0-1,0-1 1,0 0 0,0-1-1,-1 0 1,0 0-1,0-1 1,0-1 0,-1 0-1,0 0 1,0-1 0,-1 0-1,0 0 1,0-1-1,-1 0 1,4-6-46,-7 9 120,-1 0-1,0 0 0,1-1 1,-2 1-1,1-1 1,-1 1-1,0-1 1,-1 0-1,1 0 1,-1 0-1,-1 0 1,1 0-1,-1 0 0,0 0 1,-1 0-1,0 0 1,0 0-1,0 0 1,-1 0-1,-2-3-119,1 1 108,-2 0 0,1 0 0,-1 0-1,0 1 1,-1 0 0,0 0 0,-1 0-1,1 1 1,-1 0 0,-1 0 0,1 1 0,-1 0-1,0 0 1,-1 0-108,-6-4 24,0 1-1,0 1 0,0 0 1,-1 1-1,0 1 0,-6-1-23,22 7-31,-1-1-1,0 1 0,1 0 1,-1 0-1,0 0 0,1-1 1,-1 1-1,1 0 1,-1 0-1,0 0 0,1 0 1,-1 0-1,0 0 0,1 0 1,-1 1-1,0-1 0,1 0 1,-1 0-1,1 0 1,-1 1-1,0-1 0,1 0 1,-1 1-1,1-1 0,-1 0 1,1 1-1,-1-1 0,1 1 1,-1-1-1,1 1 1,-1-1-1,1 1 0,0-1 1,-1 1-1,1 0 32,-2 23-2348,3-15 1384,-1 26-4479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45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18 18684,'0'0'2401,"0"0"-257,0 0-200,0 0-1335,0 0-417,0 0-24,0 0-72,-13-17 120,6 17 248,0 0-80,4 0-272,3 0-112,0 0-336,0 0-1409,0 0-4216,13 0-11050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45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217 156 15371,'0'0'1794,"28"-17"-264,97-59-275,-105 64-1110,-1 1 0,2 1 0,0 1 0,0 1 0,19-5-145,-61 15 1991,8-2-1717,0 1-1,0 1 0,0 0 1,-11 3-274,-5 8 80,0 1 1,1 1 0,0 2-1,1 1 1,1 1 0,1 1 0,1 1-1,0 1 1,2 1 0,-18 24-81,37-43 4,-1 0 1,1 1 0,0-1 0,0 1 0,0-1-1,1 1 1,0 0 0,-1 1-5,3-5 0,0 0-1,0 0 1,0 0-1,0 1 1,0-1-1,0 0 1,0 0 0,0 0-1,0 0 1,0 0-1,1 0 1,-1 0-1,0 0 1,1 1 0,-1-1-1,1 0 1,0 0-1,-1-1 1,1 1-1,-1 0 1,1 0 0,0 0-1,0 0 1,0-1-1,-1 1 1,1 0 0,0 0-1,0-1 1,0 1-1,0-1 1,0 1-1,0-1 1,0 0 0,0 1-1,1-1 1,-1 0-1,1 1 1,-2-1 1,29 9 60,-1 2-1,0 1 1,-1 1 0,0 1 0,7 7-61,-28-18 9,0 1 1,-1 0 0,0 0-1,0 0 1,0 1 0,0 0 0,-1 0-1,0 0 1,0 0 0,0 1-1,-1-1 1,0 1 0,0 0 0,0 0-1,0 1 1,-1-1 0,0 0 0,-1 1-1,1-1 1,-1 1 0,-1-1-1,1 1 1,-1 0 0,0-1 0,-1 1-1,1-1 1,-2 6-10,0-7 95,0 0 0,-1 1 1,1-2-1,-1 1 0,0 0 0,0-1 1,-1 1-1,1-1 0,-1 0 0,0 0 1,0 0-1,0-1 0,-1 1 0,1-1 0,-4 2-95,-75 39 968,81-43-951,-19 9 31,0-1 1,0-1 0,-1-1-1,0-1 1,0-1 0,-1-1-1,1-1 1,-18 0-49,73-4-4380,5-4-1738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45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0 1320,'0'0'13709,"0"0"-8991,0 0-2483,8 35-572,-6-26-1563,10 45 387,-3 1 0,-1 0-1,-3 0 1,-3 8-487,-3-18 213,-3 0 0,-2-1 0,-1 1 0,-3-1 0,-1 0 0,-3-1-1,-1-1 1,-2 0 0,-2-1 0,-1-1 0,-22 30-213,-55 70 176,9-12-1727,88-128 1482,0 0-1,0 0 1,0 0-1,0 0 1,0 0-1,0 1 1,0-1-1,0 0 1,0 0-1,0 0 1,0 0-1,0 0 1,0 0-1,0 1 1,0-1-1,0 0 1,0 0-1,0 0 1,0 0-1,0 0 1,0 1 0,0-1-1,0 0 1,0 0-1,1 0 1,-1 0-1,0 0 1,0 0-1,0 0 1,0 1-1,0-1 1,0 0-1,0 0 1,1 0-1,-1 0 1,0 0-1,0 0 1,0 0-1,0 0 1,0 0-1,1 0 1,-1 0-1,0 0 1,0 0 0,0 0-1,0 0 1,0 0-1,1 0 1,-1 0-1,0 0 1,0 0-1,0 0 1,0 0-1,0 0 1,0 0-1,1 0 1,-1 0-1,0 0 1,0 0-1,0 0 1,0-1-1,0 1 1,0 0 69,12-2-2714,18-16-6308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46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15891,'0'0'2329,"0"0"752,0 0-2105,0 0-704,195-24-200,-132 24-32,-7 0-40,-7 0-504,-16 0-1689,-13 6-2680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46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17764,'0'0'2680,"0"0"-1335,0 0 807,0 0-1448,0 0-392,189 0-264,-100 0-48,4 0-168,12 0-880,-25 0-2025,-17 0-6009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47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83 188 6265,'0'0'7106,"0"0"-4408,0 0-744,-15 33-582,-42 108-579,55-136-758,0 0-1,0 1 1,1-1-1,0 1 1,0-1-1,0 1 1,1-1-1,-1 1 0,1 0 1,1-1-1,-1 1 1,1-1-1,0 1 1,0-1-1,1 1-34,-1-3 15,0 0-1,1 0 1,0 0 0,0 0-1,0 0 1,0 0-1,1 0 1,-1-1 0,0 1-1,1-1 1,0 0-1,0 0 1,0 0-1,0 0 1,0 0 0,0-1-1,2 2-14,9 1 21,1 0-1,0-1 1,0 0-1,0-1 1,0-1-1,0 0 1,1-1-1,1-1-20,-3 1 28,2 0-25,0-2 0,0 1 0,0-2 0,-1 0 1,1-1-1,-1-1 0,0 0 0,-1-1 1,1-1-1,-1 0 0,0 0 0,1-3-3,-6 5 76,-1-2-1,1 1 0,-1-1 0,-1 0 1,1 0-1,-1-1 0,-1 0 1,1-1-1,-1 1 0,-1-1 0,0 0 1,0 0-1,-1-1 0,0 0 0,0 0 1,-1 0-1,0 0 0,1-10-75,-3 11 235,0-1 0,-1 1 0,0-1 0,0 1-1,-1 0 1,0-1 0,0 1 0,-1 0 0,-1 0 0,0 0-1,0 0 1,0 0 0,-3-3-235,-1 1 158,0 0 1,-1 0-1,0 1 0,-1 0 0,0 1 0,0 0 1,-1 0-1,0 1 0,-6-3-158,4 3 66,-1-1-1,0 2 1,-1 0-1,0 0 0,-4 0-65,14 5-50,0 1 0,0 0 0,0 0-1,0 0 1,0 1 0,0-1-1,0 1 1,0 0 0,0 0-1,-2 1 51,4-1-108,1 1 0,-1-1 0,0 1 0,1-1 0,-1 1 0,1 0-1,-1 0 1,1-1 0,-1 1 0,1 0 0,-1 1 0,1-1-1,0 0 1,0 0 0,-1 0 0,1 1 0,0-1 0,0 1-1,0-1 1,1 1 0,-1-1 0,0 1 0,0 1 108,-8 38-4494,7 3-1905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47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18148,'0'0'2632,"0"0"-1711,0 0 263,0 0-1184,0 0-2209,0 0-4760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48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54 10778,'0'0'1274,"0"0"-587,0 0 286,0 0 87,29-9-370,91-29-382,-120 38-258,0 0 0,0 0 0,0 0-1,-1 0 1,1 0 0,0 0 0,0-1 0,0 1 0,0 0-1,0 0 1,0 0 0,0 0 0,0 0 0,0-1 0,0 1-1,0 0 1,0 0 0,0 0 0,0 0 0,0 0 0,0 0-1,0-1 1,0 1 0,0 0 0,0 0 0,0 0 0,0 0-1,0 0 1,0 0 0,0-1 0,0 1 0,1 0 0,-1 0-1,0 0 1,0 0 0,0 0 0,0 0 0,0 0 0,0-1-1,0 1 1,0 0-50,-29-1 1005,-42 6 417,56-1-1224,0 0 0,1 1 0,-1 1 0,1 1 0,0 0 0,1 0 0,0 2 0,0-1 0,-2 4-198,8-7 31,1 0 0,0 1 1,1 0-1,-1 0 0,1 0 1,0 1-1,1-1 0,-1 1 1,2 1-1,-1-1 1,1 0-1,0 1 0,0 0 1,1-1-1,0 1 0,0 0 1,1 0-1,0 2-31,0-6 4,0-1 0,1 0 0,0 1 0,0-1 0,0 1-1,0-1 1,0 1 0,1-1 0,-1 1 0,1-1 0,0 1 0,0-1 0,0 0 0,1 0-1,-1 1 1,1-1 0,-1 0 0,1 0 0,0-1 0,1 1 0,-1 0 0,0-1-1,1 1 1,-1-1 0,1 0 0,0 1 0,0-1 0,0-1 0,0 1 0,0 0 0,0-1-1,0 0 1,0 1 0,1-1-4,16 7 19,-5-2-17,-1 1-1,1 0 1,-1 1-1,12 10-1,-23-16 6,1 1 0,-1 0-1,0 0 1,0 0 0,0 0 0,-1 1-1,1-1 1,-1 1 0,0 0 0,0-1-1,0 1 1,0 0 0,-1 0 0,1 0-1,-1 1 1,0-1 0,0 0 0,-1 0-1,1 1 1,-1 2-6,0-4 85,0 1 0,0 0 0,0-1-1,-1 1 1,1-1 0,-1 1 0,0-1 0,0 1-1,0-1 1,0 1 0,-1-1 0,1 0 0,-1 0-1,0 1 1,0-1 0,0 0 0,-1 0-85,-1 0 150,-1 1 1,1-1-1,-1 1 0,0-2 1,0 1-1,0 0 1,-1-1-1,1 0 1,-1 0-1,-3 0-150,-82 18 504,136-15-13138,-13-5 2329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53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1 14011,'0'0'1744,"0"0"33,14 190 319,-14-86-319,0 12-393,-7 3-488,-19-6-40,-8-6-288,-9-17-296,-3-10-200,0-12-72,0-8 0,-4 14-920,10-17-2128,14-10-3930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53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14267,'0'0'3121,"0"0"-1561,0 0-144,0 0-351,0 0-353,208 0-352,-168 18-192,-7-3-88,0 3-72,-7-3-8,-9 3-728,-4-3-1857,-13-6-4304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54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7138,'0'0'7585,"0"0"-5328,0 0 1559,0 0-2967,172 0-441,-102 0-304,-1 3-104,1 15-296,-18-4-2649,-18-2-8153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8:40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13475,'0'0'1579,"0"0"-616,0 0 242,0 0-362,4 11 61,17 45 356,30 76 769,-42-113-1780,1-1-1,0 0 1,1 0-1,1-1 1,12 14-249,47 34 666,-54-51-587,0 0 1,-2 1 0,0 1 0,0 0-1,0 3-79,-4 7-6,-13-19-6788,-3-7-513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8:41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704 0 14483,'0'0'1630,"0"0"-770,0 0 61,-31 14 17,3-3-682,3-1-32,2 0 0,0 1-1,0 1 1,1 2 0,1 0-1,0 1 1,-13 13-224,-32 30 822,-321 270 1060,387-328-1909,0 0 0,1 0-1,-1 0 1,0 0 0,0 0-1,0 0 1,0 0 0,0 0-1,0 0 1,1 0-1,-1 0 1,0 0 0,0 0-1,0 0 1,0 0 0,0 0-1,1 0 1,-1 0 0,0 0-1,0 0 1,0 0 0,0 0-1,0 0 1,0 0 0,1 0-1,-1 0 1,0 1-1,0-1 1,0 0 0,0 0-1,0 0 1,0 0 0,0 0-1,0 0 1,0 0 0,1 0-1,-1 1 1,0-1 0,0 0-1,0 0 1,0 0 0,0 0-1,0 0 1,0 0 0,0 1-1,0-1 1,0 0-1,0 0 1,0 0 0,0 0-1,0 0 1,0 1 0,0-1-1,0 0 1,0 0 0,0 0-1,0 0 1,0 0 0,0 0-1,0 1 1,0-1 0,0 0-1,-1 0 1,1 0 0,0 0-1,0 0 1,0 0-1,0 0 1,0 1 27,22-1-1163,31-6-1977,-4-7-2522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49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0 12803,'0'0'2864,"0"0"-1375,-115 167 1367,55-57-1343,7 18-185,13 0-688,21-6-352,19-15-288,6-18-32,67-17-1224,-4-25-2673,-2-20-6577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49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20 135 10490,'0'0'2490,"0"0"-593,0 0 114,0 0-492,0 0-498,0 0-423,19-16-25,60-49 298,-72 59-735,1 1 0,-1-1 1,1 1-1,0 1 0,0-1 1,1 1-1,-1 1 0,1-1 0,0 1 1,0 1-1,0 0 0,0 0 0,0 1 1,1 0-1,-1 1 0,0 0 0,6 0-136,-13 1 2,1-1 1,-1 0-1,1 1 0,-1-1 0,0 1 0,1 0 0,-1 0 0,0 0 0,0 0 0,0 0 0,0 0 0,0 1 0,0-1 0,0 1 0,0-1 1,0 1-1,-1 0 0,1 0 0,0 1-2,2 2 6,-1 1-1,1 0 1,-1-1 0,-1 1 0,1 1-1,-1-1 1,1 5-6,2 14 12,0 1 1,-2-1-1,-1 17-12,-1-41-1,1 41 21,-2-1 0,-1 1 0,-2-1 0,-6 24-20,4-42 8,-1 0 0,0 0-1,-2 0 1,-1-1 0,-1 0-1,-1-1 1,0 0 0,-11 13-8,8-12 16,-2-1 1,0 0-1,-1-2 0,-1 0 1,-1-1-1,-1 0 1,0-2-1,-1 0 0,-1-2 1,-18 10-17,39-23 24,0-1 1,0 1-1,0 0 1,0-1-1,-1 1 1,1-1-1,0 1 1,0-1-1,-1 0 1,1 1-1,0-1 1,0 0-1,-1 0 1,1 0-1,0 0 1,-1 0-1,1 0 1,0 0-1,0-1 1,-1 1-1,1 0 1,0-1-1,0 1 1,-1-1-1,0 0-24,1 0 13,1 0 0,-1 0 0,1 0 0,-1-1 0,1 1 0,0 0 0,-1 0 0,1-1 0,0 1 0,0 0 0,0 0 0,0-1 0,0 1 0,0 0 0,0-1 0,0 1 0,0 0 0,1 0 0,-1-1 0,1 0-13,0-4 16,1 1-1,1-1 1,-1 0 0,1 1 0,-1-1-1,2 1 1,-1 0 0,0 0 0,1 0-1,4-3-15,0 3 41,1-1 0,0 2-1,0-1 1,1 1-1,-1 1 1,1 0 0,0 0-1,0 1 1,0 0-1,0 0 1,10 1-41,0 0 66,1 1-1,0 1 1,0 0 0,0 2-1,7 2-65,41 13 15,-44-10-146,1-1 1,1-2-1,16 2 131,121 2-5435,-90-9-1234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7:50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17052,'0'0'2280,"0"0"-1504,0 0 369,0 0-753,0 0-248,215-44-136,-152 44 48,0 0-56,20 0-656,-17 0-2233,-10 0-7001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8:28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 13715,'0'0'2845,"0"0"-748,0 0-363,0 0-843,0 0-447,-28 31-80,-85 102 129,107-126-423,1 1-1,-1 0 1,1 1-1,0-1 1,1 1-1,0-1 1,1 1-1,-1 1 0,2-1 1,-1 0-1,1 1 1,1-1-1,0 1 1,0 0-1,1-1 1,0 1-1,1 1-69,-1 8 154,0-16-124,0 1 0,1-1 0,-1 0 0,1 1 0,0-1 0,0 0 0,0 0 0,0 0-1,1 0 1,-1 0 0,1 0 0,-1 0 0,1 0 0,0 0 0,0-1 0,1 1-1,-1-1 1,0 0 0,1 1 0,0-1 0,-1 0 0,1-1 0,0 1 0,0 0 0,0-1-1,0 1 1,0-1 0,0 0 0,1 0 0,-1-1 0,2 1-30,14 3 149,0-1 0,1-1 1,-1-1-1,0 0 0,3-2-149,-7 1 73,-5 0-28,1 0 0,-1-1 0,0 0 0,1-1-1,-1 0 1,0-1 0,0 0 0,0-1 0,0 0 0,-1 0 0,1-1 0,1-1-46,-5 2 71,0-1 0,-1 0-1,1 1 1,-1-2 0,0 1-1,0-1 1,0 0-1,-1 0 1,0 0 0,0 0-1,-1-1 1,0 1-1,0-1 1,0 0 0,-1 0-1,0 0 1,1-7-70,0-1 150,-1-1 0,0 0 0,-1 1 0,-1-1 1,0 0-1,-1 0 0,-1 1 0,-3-15-150,4 24 39,-1 0 0,0 0 0,0 0-1,-1 1 1,1-1 0,-1 1 0,0 0 0,-1 0-1,1 0 1,-1 0 0,0 0 0,0 1 0,-1 0-1,1 0 1,-1 0 0,0 0 0,0 1 0,0 0-1,-1 0 1,1 0 0,-1 1 0,1-1 0,-1 1-1,-2 0-38,-10-2-100,1 1 0,-1 1 0,1 0 0,-1 1-1,0 1 1,0 1 0,1 0 0,-4 2 100,19-3-58,0 0 0,1 1-1,-1-1 1,1 1 0,-1 0 0,1-1 0,0 1 0,-1 0 0,1 0 0,0 0 0,-1 0-1,1 0 1,0 0 0,0 0 0,0 1 0,0-1 0,0 0 0,0 1 0,0-1-1,0 0 1,1 1 0,-1-1 0,0 1 0,1-1 0,-1 1 0,1 0 0,0 0 58,-2 50-2819,2-34 824,0 24-3823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8:29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 14803,'0'0'2713,"0"0"-1705,0 0 1905,0 0-1065,-79 151-568,46-100-520,3-6-368,4-4-247,6-8-97,10-9 24,6-12-72,4-6-609,10-6-1391,20-18-2697,0-12-10562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8:29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106 102 11210,'0'0'3836,"0"0"-1849,31-14-227,97-46-898,-122 56-825,1 0 0,1 1 0,-1 0 0,0 0 0,1 0 1,0 1-1,-1 1 0,1-1 0,0 1 0,0 0 0,0 1 0,1 0-37,-30 1 246,0 2-1,0 0 1,1 1-1,-1 2 1,1 0-1,0 1 1,1 0-1,0 2 1,0 0-1,1 2 1,0 0-1,1 1 1,0 0-1,-14 15-245,26-23 11,1 2-1,-1-1 0,2 0 1,-1 1-1,0-1 1,1 1-1,0 0 1,1 0-1,-1 1 1,1-1-1,0 0 1,1 1-1,-1 2-10,1-5 4,1-1 0,-1 1 0,1 0 0,0 0 0,0-1 0,0 1 0,1 0 0,-1-1 0,1 1 0,0 0 0,0-1 0,0 1 0,1-1 0,-1 1 0,1-1 0,0 0 0,-1 1 0,2-1 0,-1 0 0,0 0 0,1-1 0,-1 1 0,1 0 0,0-1-4,17 12 12,2-2-1,-1 0 0,1-1 1,1-2-1,2 1-11,-2-2 17,-1 1 0,0 2 0,-1 0 0,0 1 0,8 7-17,-23-14 3,0 0 0,-1 0 0,0 0 0,0 1 0,0 0-1,-1 0 1,1 0 0,-1 0 0,-1 1 0,1 0 0,-1-1 0,-1 1 0,1 1 0,-1-1 0,0 0 0,-1 0 0,0 1 0,0-1-1,0 6-2,-1-7 57,1 0 0,-1 0 0,0 1 0,-1-1 0,0 0 0,0 0 0,0 1 0,-1-1 0,1 0-1,-2 0 1,0 1-57,1-3 87,-1 1 0,0-1 0,-1 0 0,1-1 0,-1 1-1,1-1 1,-1 1 0,0-1 0,0 0 0,-1 0 0,1-1-1,-1 1 1,1-1 0,-2 0-87,-11 5 138,0-1 0,-1-1 0,0 0 0,-1-1 0,1-1 0,0-1 0,-1-1 0,-9 0-138,-48-1-2938,38 0-982,7 0-4620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8:41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 8146,'0'0'5161,"0"0"-3117,0 0-751,0 0-288,0 0-433,0 0 218,-36 32 183,-114 110-151,138-131-711,0 0 0,2 1-1,-1 1 1,2 0 0,-1 0 0,2 0 0,0 1 0,0 1 0,-2 8-111,6-13 42,0-3-20,1 0 1,0 0-1,1 1 0,-1-1 1,1 1-1,1-1 0,0 1 1,0 0-1,0 0 0,1 0 0,0-1 1,1 1-1,-1 0 0,2 0 1,1 6-23,-1-9 2,0 0 1,1 0 0,0-1-1,0 1 1,0-1 0,1 0-1,-1 0 1,1 0 0,0 0-1,0 0 1,0-1 0,1 0-1,-1 0 1,1 0 0,0 0-1,0-1 1,0 0 0,0 0-1,0 0 1,0-1 0,1 0-1,-1 0 1,5 1-3,53 8-1297,1-2 0,7-3 1297,23-4-4149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8:42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8970,'0'0'3821,"0"0"-2614,0 0-922,32-15-117,108-44-60,-125 54-49,0 0 1,1 1-1,0 1 0,0 0 1,0 1-1,0 0 0,0 2 0,1 0 1,7 1-60,17 1 384,-38-3-339,-1 1 0,1 0 0,-1 0 0,1 1 0,0-1 0,-1 0 0,1 1 0,-1 0 0,1-1 0,-1 1 1,1 0-1,-1 0 0,0 0 0,1 1 0,-1-1 0,0 1 0,2 1-45,-3-2 49,0 1 0,-1-1 0,1 1 0,0 0 0,-1 0 0,1-1 0,-1 1 0,1 0 0,-1 0 0,0 0 0,0-1 0,0 1 0,0 0 0,0 0 0,0 0 0,0 0 0,-1-1 0,1 1 0,0 0 0,-1 0 0,0 0 0,1-1 0,-1 1 0,0-1 0,-1 2-49,-4 7 196,-1 0 0,-1 0 0,0-1 0,0 0 1,-1 0-1,0-1 0,0 0 0,-1-1 0,-2 2-196,-18 14 503,-12 12 144,-50 43 43,83-69-616,0 0 0,1 0 0,0 1-1,1 0 1,0 0 0,0 1 0,1 0-1,0 3-73,4-11 37,0 1 0,1-1 0,-1 1 0,1 0 0,0 0 0,0 0 0,0-1 0,1 1 0,-1 0 0,1 0 0,0 0 0,0 0 0,1 0 0,-1 0 0,1 0 0,0 0 0,0 0 0,0 0 0,0-1 0,1 1 0,-1 0 0,1-1 0,0 1 0,0-1 0,0 0 0,1 1 0,-1-1 0,1 0 0,0-1 0,0 1 0,0 0 0,0-1 0,0 0 0,1 1 0,-1-1 0,1-1 0,-1 1 0,1 0 0,0-1 0,-1 0 0,1 0-37,18 6 52,0-1 0,1-1 0,-1-1 0,1-1 0,0-1 0,15-1-52,62 1-588,14-5 588,-76 0-2237,-1-2 1,25-7 2236,13-5-6805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8:42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16163,'0'0'1913,"0"0"-769,0 0 1289,0 0-1321,0 0-848,0 0-192,195-45-48,-119 45-16,4 0-8,-1 0-64,33 0-952,-19 0-2025,-10 0-6073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8:42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11690,'0'0'7418,"0"0"-5594,0 0-767,0 0-233,0 0-216,224 6-176,-138 21-152,-13 6-152,-13-4-40,-21 1-32,-9-6-56,-7-3-144,10-3-696,-6-9-1272,-1-6-4410</inkml:trace>
  <inkml:trace contextRef="#ctx0" brushRef="#br0" timeOffset="1">755 1 8834,'0'0'9762,"0"0"-7642,0 0-1415,0 0 1007,-186 74-264,97-23-424,-3-4-535,6 1-297,13-10-104,20-5-88,23-6-104,23-6-585,7-9-1295,63-12-488,3 0-2306,4-6-7432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8:43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1 14483,'0'0'2097,"0"0"-553,0 0 1176,143 178-1303,-137-97-337,-6 2-552,-20-3-264,-29-2-120,-14-7-144,-10 1-48,-52 23-1128,22-18-3297,0-8-8618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04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387 117 8194,'0'0'3669,"0"0"-1580,0 0-420,0 0-176,0 0 9,-2-6 104,1 2-1483,0 3 0,1-1 0,-1 0 0,1 0 0,-1 1 0,0-1 1,1 0-1,-1 1 0,0-1 0,0 1 0,0-1 0,0 1 0,-1-1 0,1 1 0,0 0 0,-1 0 0,1-1 1,-1 1-1,1 0 0,-1 0 0,1 0 0,-1 1 0,0-1 0,1 0 0,-1 1 0,0-1 0,0 1 0,1-1 1,-1 1-1,0 0 0,0 0 0,0 0 0,-1 0-123,-10-1 111,0 0 1,-1 2 0,1-1-1,-1 2 1,1 0-1,0 0 1,0 1-1,0 1 1,0 0 0,0 1-1,1 1 1,0-1-1,0 2 1,0 0 0,-8 7-112,10-6 21,0 0 0,1 1 0,0 1 0,0 0 0,1 0 0,0 0 0,1 1 0,0 0 0,1 0 0,0 1 0,1 0 0,0 0 0,1 0-21,-2 10 2,0 1 0,2-1 1,1 0-1,1 1 0,0 0 0,3 22-2,-1-40 0,0 0 0,1 0-1,0 1 1,0-1 0,0 0 0,0 0-1,1 0 1,0 0 0,0 0-1,1 0 1,-1-1 0,1 1 0,0-1-1,0 1 1,0-1 0,1 0-1,-1 0 1,1-1 0,1 2 0,2 0 5,1 0 1,-1-1 0,1 1 0,0-1-1,0-1 1,0 0 0,1 0-1,-1 0 1,1-1 0,0-1 0,3 1-6,4 0 11,0-1 1,1 0-1,0-1 1,-1-1-1,1-1 1,-1 0 0,0-1-1,0-1 1,0-1-1,0 0 1,-1-1-1,10-5-11,-11 3 10,-1 0 0,0-1 0,-1 0 0,0-1 0,0-1 0,-1 0 0,0-1 0,-1 0 0,-1 0 0,0-1 0,0 0 0,-1-1 0,-1 1 0,0-2 0,-1 1 0,-1-1 0,0 0 0,-1 0 0,-1 0 0,0 0 0,-1-1 0,-1 0 0,0 1 0,-1-1 0,-1 0 0,0 1 0,-3-15-10,0 21 4,1 1 0,-1-1-1,0 1 1,-1 0 0,0 1 0,0-1 0,-1 1 0,0 0 0,0 0 0,0 1 0,-1-1 0,0 2-1,-1-1 1,1 1 0,-4-2-4,-2-2 3,0 1 0,-1 1-1,0 0 1,-1 1 0,0 0-1,1 1 1,-2 1 0,-9-2-3,23 5-42,1 1 1,-1 0 0,1-1 0,-1 1-1,1 0 1,-1 0 0,1 0-1,-1 0 1,1 0 0,-1 0 0,0 0-1,1 0 1,-1 1 0,1-1-1,-1 1 1,1-1 0,0 1 0,-1 0-1,1-1 1,-1 1 0,1 0-1,0 0 1,0 0 0,-1 0-1,1 0 1,0 0 0,0 0 0,0 1-1,0-1 1,0 0 0,0 1 41,0 3-357,0 0 0,0-1 0,0 1 1,1 0-1,-1 0 0,1 0 0,0-1 1,1 6 356,0 1-439,4 39-4413,9-4-2639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04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 12755,'0'0'2672,"0"0"-215,0 0 487,0 0-1271,-93 175-513,57-130-560,6-3-248,0-7-240,11-8-32,5-9-80,8-9-520,6-6-560,0-3-520,0-18-1217,20-12-4881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04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4625,'0'0'8268,"0"0"-4922,0 0-1550,0 0-442,0 0-521,35-5-180,115-15-49,-131 17-400,1 1-1,0 1 0,0 1 0,-1 0 0,1 2 1,0 0-1,9 3-203,-25-3 45,1-1 0,0 1 1,-1 0-1,1 0 0,-1 0 0,1 1 0,-1 0 1,0-1-1,0 2 0,0-1 0,-1 0 0,1 1 1,-1-1-1,0 1 0,0 0 0,0 0 0,0 1 1,-1-1-1,0 0 0,0 1 0,0 0 0,0-1 1,-1 1-1,1 0 0,-1 0 0,0 3-45,3 20 210,-2 1 1,0-1-1,-2 1 0,-1-1 0,-2 1 0,0-1 1,-2 1-1,-1-2 0,-8 23-210,-17 39 86,-3-2-1,-16 24-85,47-105 8,-8 20-244,15-33-1415,19-43-1875,-11 11-1039,-4 0-3363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05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0 208 15171,'0'0'2937,"0"0"-1225,0 0 225,0 0-1065,205-104-360,-138 86-320,-5-2-128,-5 5-64,12-6-472,-16 3-1841,-10 6-3160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05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487 83 13827,'0'0'2713,"0"0"-1090,0 0-318,32-6-669,12-4-532,5-1 0,2 2 0,27 0-104,-29 4 212,36-10-212,-82 12 2469,-9 0-1648,-6 0-737,-42-2-59,1 2-1,-1 2 1,-12 4-25,57-2-3,0 1 1,0 0-1,0 0 0,0 1 1,0 0-1,0 0 1,1 1-1,0 0 0,0 1 1,0 0-1,0 0 1,1 1-1,0 0 1,0 0-1,0 0 0,-2 4 3,4-4-2,0-1 0,0 1-1,0 1 1,1-1-1,0 1 1,0-1 0,1 1-1,-1 0 1,2 0 0,-1 1-1,1-1 1,0 1-1,0-1 1,1 1 0,0-1-1,1 1 1,0 0 0,0 0-1,1 6 3,0-11 3,1 1-1,-1-1 1,1 1-1,0-1 1,0 0-1,0 0 1,1 0-1,-1 0 1,1 0-1,-1-1 1,1 1-1,0-1 1,0 0-1,0 0 1,4 2-3,52 28 14,-57-31-17,28 12 21,0-2-1,18 3-17,-6-1 3,-39-12-4,-1 0 1,1 0 0,-1 0-1,0 1 1,1-1-1,-1 0 1,0 1-1,0 0 1,0-1 0,0 1-1,-1 0 1,1 0-1,0 0 1,-1 0 0,1 1-1,-1-1 1,0 0-1,0 0 1,0 1-1,0-1 1,0 1 0,0-1-1,-1 1 1,1 2 0,1 7 1,-1 0 0,-1 1 1,0-1-1,-1 13-1,-1 5 31,2-26-21,0 0 0,-1-1 1,0 1-1,0-1 0,0 1 0,0-1 0,0 0 0,-1 1 0,1-1 0,-1 0 0,0 0 0,0 0 0,0 0 0,0 0 0,-1-1 0,1 1 0,-1-1 0,1 1 0,-1-1 0,0 0 0,0 0 0,0 0 0,0 0 0,-1-1 0,1 0 0,-2 1-10,-14 6 198,1-2-1,-1-1 1,-1 0 0,-9 0-198,8-1 195,-52 9-396,1-3 1,-2-4-1,-59-2 201,87-3-7003,-45 7 7003,28 1-6614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18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12259,'0'0'2576,"0"0"137,0 0-473,0 0-1424,0 0-408,0 0 161,0 0 7,143 24 8,-84-21-224,-3-3-144,-3 0-136,-10 0-80,-29 0-360,-14 0-2017,0 0-3712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18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1736,'0'0'11099,"0"0"-8339,0 0 25,0 0-857,0 0-1111,169-11-601,-77-22-216,-12 6-873,-14-3-3296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18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21 12755,'0'0'2144,"0"0"-511,34-4-84,110-10-787,-139 13-745,-1 1 1,1-1 0,-1 1 0,1-1 0,-1 1-1,1 0 1,0 1 0,-1-1 0,1 1 0,-1 0-1,1 0 1,-1 1 0,0-1 0,0 1 0,1 0-1,-1 0 1,3 2-18,-5-1 4,0 0-1,0 1 1,0-1-1,-1 0 1,0 1-1,1-1 0,-1 1 1,0-1-1,-1 1 1,1-1-1,-1 1 1,1 0-1,-1-1 1,0 1-1,0 0-3,0-2 2,0 7 25,-1 0 0,0 0 0,0 0 0,-1 0 0,0 0 1,0 0-1,-1 0 0,0-1 0,0 0 0,-1 1 0,-1-1 0,1-1 0,-1 1 1,0-1-1,-1 1 0,0-2 0,-1 2-27,-19 19 260,-1-1 0,-2-1 0,-17 11-260,17-13 110,22-18-74,6-4-31,-1-1 1,1 1-1,0 0 1,0-1-1,0 1 1,0 0-1,0 0 1,0 0-1,0 0 1,1 0-1,-1 0 1,0 0-1,0 0 0,1 0 1,-1 1-1,1-1 1,-1 0-1,1 0 1,-1 1-6,9-1 125,48-2 293,-13-1 159,0 2-1,30 5-576,-69-4 30,0-1 0,0 1 1,0 0-1,0 0 0,0 1 0,0-1 0,0 1 0,-1 0 0,1 0 1,0 0-1,-1 0 0,1 1 0,-1-1 0,0 1 0,0 0 0,0 0 0,0 0 1,-1 1-1,1-1 0,-1 0 0,0 1 0,0 0 0,0-1 0,0 1 1,-1 0-1,1 0 0,-1 0 0,0 0 0,-1 0 0,1 0 0,0 1 1,-1-1-1,0 0 0,0 0 0,0 0 0,-1 0 0,0 1 0,1-1 1,-1 0-1,-1 0 0,1 0 0,0 0 0,-1-1 0,0 1 0,-2 3-30,-3 1 162,0-1 0,-1 1 0,0-1 0,0 0-1,-1-1 1,1 0 0,-1 0 0,-1-1-1,1 0 1,-1-1 0,-3 1-162,-19 7 403,-1-1 0,-31 6-403,25-10 139,-1-2 0,1-2-1,-1-1 1,-9-2-139,48 0-16,0 0 0,1 0 0,-1 1 0,0-1 1,0 0-1,0 0 0,0 0 0,0 0 0,0 0 0,0 0 0,0 0 0,1 0 0,-1-1 1,0 1-1,0 0 0,0 0 0,0-1 0,0 1 0,1-1 0,-1 1 0,0-1 0,0 1 0,1-1 1,-1 1-1,0-1 0,1 1 0,-1-1 0,0 0 0,1 0 0,-1 1 0,1-1 0,-1 0 0,1 0 1,0 1-1,-1-2 16,0-14-8270,1 15-297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19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16684,'0'0'3080,"0"0"-1319,169 0-113,-73 0-1072,10 0-400,0 0-104,-4-3-64,-6 0 8,-10 3-16,-16 0-8,-8 0-728,-22 0-1777,-17 0-2808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19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0 14091,'0'0'2454,"0"0"-567,0 0 563,0 0-1169,0 0-861,32 4-306,98 15-69,-126-18-44,1 0 0,-1 0 0,0 0 1,1 0-1,-1 1 0,0 0 0,0 0 0,0 0 0,0 0 0,0 1 0,-1-1 0,1 1 1,1 2-2,-3-3 0,0 0 0,-1 0 1,0 0-1,1 0 1,-1 0-1,0 0 1,0 1-1,0-1 0,0 0 1,-1 1-1,1-1 1,-1 1-1,1-1 1,-1 0-1,0 1 1,0-1-1,0 2 0,-1 3 5,0-1 0,-1 0-1,1 0 1,-1 0 0,-1 0 0,1 0 0,-1 0-1,0 0 1,0-1 0,-1 1 0,0-1-1,0 0 1,0 0-5,-36 37 110,-23 18-110,37-37 128,0 1 0,2 1 0,0 2 0,2 0 0,-17 28-128,35-48 56,0 1 0,1-1 0,0 1 0,1 0-1,-1-1 1,1 1 0,1 0 0,-1 1 0,1 5-56,1-11 48,0 0 1,0 1-1,0-1 0,0 0 0,0 0 0,1 0 1,0 0-1,0 0 0,-1 1 0,2-1 0,-1 0 1,0-1-1,1 1 0,-1 0 0,1 0 0,0-1 1,0 1-1,0-1 0,0 1 0,0-1 0,1 0 0,-1 0 1,1 0-1,-1 0 0,1 0-48,8 3 158,0 0-1,0-1 1,0 0 0,0-1-1,1 0 1,0 0-1,8 0-157,91 3 637,6 1-579,-47 2-2330,-24-7-4941,-9-1-7111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24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659 23 11442,'0'0'2590,"0"0"-857,0 0-494,0 0-507,0 0-200,-30 3 5184,12-14-4559,16 9-1150,0 1 0,0-1 0,0 1 0,0 0 0,0 0 0,-1 0 0,1 0 0,0 0 0,0 1 0,-1-1 0,1 1 0,0-1 0,-1 1 0,1 0 0,0 0 0,-2 0-7,-1-1 2,1 1 0,-1 0 0,1 0 0,-1 0 0,0 1 0,1-1 0,-1 1 0,1 0-1,-1 0 1,1 1 0,0-1 0,-1 1 0,1 0 0,0 0 0,0 0 0,0 1 0,1 0 0,-1-1-1,0 1 1,1 0 0,0 1 0,0-1 0,0 1 0,0-1 0,0 1 0,1 0 0,0 0 0,-1 0-1,2 0 1,-1 1 0,0-1 0,1 0 0,-1 2-2,-11 42 178,2 0-1,2 1 1,2 1-1,2-1 1,2 27-178,2-69-2,-3 204 117,6-135-24,-4 0 1,-3 1-1,-4-1 0,-12 49-91,13-96 100,-9 43 101,-4-2 1,-14 31-202,27-81 71,-1-1 0,-1 0 0,-1 0 0,0-1 0,-1 0 0,-1-1 0,-1 0 0,-1-1 0,0-1 0,-10 8-71,24-23 7,0 1 0,0 0-1,0 0 1,0-1 0,0 1 0,-1-1-1,1 1 1,0-1 0,0 0 0,-1 1-1,1-1 1,0 0 0,0 0 0,-1 0-1,1 0 1,0 0 0,-1 0-1,1 0 1,0 0 0,-1 0 0,1-1-1,0 1 1,0 0 0,-1-1 0,1 0-1,0 1 1,0-1 0,0 1-1,0-1 1,0 0 0,-1 0 0,2 0-1,-1 0 1,0 0 0,0 0 0,-1 0-7,-33-50-217,20 26-307,10 17-161,-1 0 0,1 0 0,1 0 0,0-1 0,0 0 1,1 0-1,0 0 0,-2-9 685,-2-12-5498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25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12723,'0'0'2083,"0"0"136,0 0-39,0 0-746,0 0-398,0 0-197,26-12 1674,8 9-2472,0-1 1,0-2-1,0-1 1,-1-1-1,8-5-41,66-14 125,-101 25 8,16-2-1635,-9 3-4492,-6 1-2328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25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56 11330,'0'0'2389,"0"0"-554,0 0 43,0 0-834,0 0-713,0 0-214,-5 18 143,-4 11 122,2 0 0,1 1 0,2 0 0,1 0 0,1 2-382,2-19 140,-1-6-43,1-1 0,0 1 0,1-1 0,-1 1 0,1-1 0,2 5-97,-3-9 25,1-1 1,0 1-1,0 0 1,0-1-1,0 1 1,0-1-1,0 1 1,0-1 0,0 1-1,1-1 1,-1 0-1,0 0 1,1 1-1,-1-1 1,1 0-1,-1 0 1,1-1-1,0 1 1,-1 0-1,1 0 1,0-1 0,0 1-1,0-1 1,-1 0-1,3 1-25,5 0 95,0 0 1,0-1-1,1 1 0,-1-2 1,0 0-1,1 0 0,-1 0 1,0-1-1,0-1 0,0 1 1,0-2-1,-1 1 0,1-1 1,-1 0-1,0-1 0,4-3-95,-6 4 26,0 0 1,0-1-1,-1 0 0,0 0 0,0-1 1,0 1-1,-1-1 0,1 0 0,-1 0 1,-1 0-1,1-1 0,-1 0 1,0 1-1,-1-1 0,0 0 0,0 0 1,0 0-1,-1-1 0,0 1 0,0 0 1,-1-4-27,0 3 116,0-1 1,-1 0-1,0 0 1,0 1-1,-1-1 1,0 0-1,-1 1 1,1 0-1,-2 0 1,0-2-117,1 5 18,0 0-1,-1 0 1,1 0 0,-1 0 0,0 1 0,-1-1-1,1 1 1,-1 0 0,0 0 0,0 1 0,0-1-1,0 1 1,-1 0 0,1 1 0,-2-1-18,-1 0-252,0 1 0,0 0 0,0 0 0,-1 1 0,1 0 0,0 0 0,-1 1 0,1 0 0,-1 1 1,1-1-1,-3 2 252,10-1-319,1-1 1,-1 1 0,1 0-1,0-1 1,-1 1 0,1 0-1,0-1 1,-1 1-1,1 0 1,0 0 0,0-1-1,0 1 1,0 0 0,0 0-1,-1 0 1,1-1 0,1 1-1,-1 0 1,0 0 0,0-1-1,0 1 1,0 0 318,1 1-1253,-1 5-7105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26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78 13355,'0'0'2083,"0"0"-1092,0 0-358,0 0-114,0 28 120,-1 12-332,0 58 1912,4 5-2219,-3-99 40,0-1 0,1 1 0,-1-1 1,1 1-1,0-1 0,0 0 0,0 1 0,1-1 0,-1 0 1,1 0-1,-1 0 0,1 0 0,0 0 0,0 0 1,1 0-1,-1-1 0,0 1 0,1-1 0,0 1 0,-1-1 1,1 0-1,0 0 0,0-1 0,0 1 0,0 0 1,1-1-1,-1 0 0,0 0 0,1 0 0,-1 0 0,1 0 1,-1-1-1,1 0 0,-1 1 0,1-1 0,0-1-40,5 1 60,-1 0-1,0-1 0,0 0 1,1-1-1,-1 1 1,0-2-1,0 1 0,-1-1 1,1 0-1,-1-1 0,1 0 1,-1 0-1,0-1 1,6-5-60,-5 3 25,0-2-1,0 1 1,-1-1 0,0 0 0,-1-1 0,0 0 0,0 0 0,-1 0 0,0 0 0,-1-1 0,-1 0 0,1 0 0,0-8-25,1-10 80,-2-1 0,-1 1 1,-1 0-1,-3-22-80,3 48-4,-1 1 0,0-1 0,0 0 0,-1 1 0,1-1 0,0 0-1,-1 1 1,0-1 0,1 1 0,-1-1 0,0 1 0,-1-1 0,1 1 0,0-1 0,-1 1 0,1 0 0,-1 0 0,1 0 0,-1 0-1,0 0 1,0 0 0,0 0 0,0 1 0,-1-1 0,1 1 0,-2-1 4,-3-1-764,-1 1 1,0 1-1,0-1 0,0 1 0,0 1 1,-1-1-1,1 1 0,-1 1 764,0-1-1494,-34 0-12169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28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9 1768,'0'0'8331,"0"0"-5355,0 0-1315,0 0-676,0 0-619,0 0-254,-16 20-37,-46 67 97,58-81-110,1 0-1,0 1 1,0-1-1,0 1 1,1-1-1,0 1 1,1 0-1,0 0 1,0 0-1,0 0 1,1 0-1,0 0 1,0 0-1,0 0 1,1 1-62,1 18 277,-2-24-236,0 1-1,1-1 1,-1 0-1,1 0 0,-1 0 1,1 0-1,0 0 0,0 0 1,0 0-1,0 0 1,0 0-1,1 0 0,-1-1 1,1 1-1,-1 0 0,1-1 1,-1 1-1,1-1 1,0 0-1,0 0 0,-1 1 1,1-1-1,0 0 1,0 0-1,0-1 0,0 1 1,1 0-1,-1-1 0,0 1 1,0-1-1,0 0 1,0 0-1,1 0 0,-1 0 1,0 0-1,0 0-40,9 0 156,-1 0 0,0 0 0,1-1 0,-1-1 0,0 0 0,0 0 0,7-3-156,-9 2 97,0 0 0,-1 0 0,1-1 0,-1 0-1,0 0 1,0-1 0,0 0 0,-1 0 0,1-1-1,-1 0 1,-1 0 0,1 0 0,-1-1 0,0 0-1,-1 0 1,1 0 0,-1 0 0,-1-1 0,1 1 0,-2-1-1,1 0 1,-1 0 0,0 0 0,0 0 0,-1-1-1,0 1 1,-1-5-97,-4-44 1265,4 55-1244,-1-1 0,1 1-1,-1-1 1,0 1 0,0-1-1,0 1 1,0 0 0,0-1 0,0 1-1,0 0 1,-1 0 0,1 0-1,-1 0 1,0 0 0,0 0-1,0 0 1,1 1 0,-2-1 0,1 1-1,-1-1-20,1 1-23,0 1 0,0-1 0,-1 1 0,1-1 0,0 1 0,-1 0 0,1 0 0,0 0 0,0 0 0,-1 1 0,1-1 0,0 0 0,-1 1 0,1 0 0,0-1 0,0 1 0,0 0 0,0 0 0,0 1 0,0-1 0,0 0 0,-1 2 23,-38 33-5639,18-9-3979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28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15971,'0'0'1969,"0"0"439,0 0-887,0 0-1041,0 0-480,0 0-392,0 0-1425,16-15-815,7 7-2129,0-1-5161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29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65 7522,'0'0'4802,"0"0"-3015,0 0-316,0 0-437,0 0-618,0 0-279,26-10-110,80-32-11,-98 37 2771,-9 2-1210,-22-2-895,-34 7-1097,50 1 407,1 0 1,0 0-1,-1 1 0,1 0 0,1 0 0,-1 0 0,1 1 0,-1 0 0,1 0 0,1 0 0,-1 1 0,1 0 0,0-1 1,0 2-1,-1 2 8,4-7-5,1 1-1,0-1 1,0 0 0,0 1 0,0-1 0,1 0 0,-1 1 0,1-1-1,-1 0 1,1 0 0,0 1 0,0-1 0,0 0 0,0 0 0,0 0-1,0 0 1,0 0 0,1 0 0,-1-1 0,1 1 0,0 0 0,-1-1 5,49 42 26,-23-21-29,-13-9 3,0 1-1,-1 0 1,9 14 0,-19-24 13,0 1 0,-1 0 1,1 0-1,-1-1 0,0 2 0,0-1 1,0 0-1,-1 0 0,1 0 0,-1 1 1,-1-1-1,1 1 0,-1-1 0,0 0 1,-1 5-14,1-7 32,-1-1 0,0 0 0,0 0 1,0 0-1,0 0 0,0 0 0,0 0 1,0 0-1,-1-1 0,1 1 0,-1 0 0,1-1 1,-1 1-1,0-1 0,0 1 0,-1 0-32,-40 23 112,15-8-2550,20-11-2005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29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308 284 10850,'0'0'2043,"0"0"-293,0 0-20,0 0-538,0 0-432,0 0-12,4-19 97,-2 12-858,4-20 730,-2-1 0,0-1 0,-2 1 0,-1-24-717,-1 48 23,-1 0 0,0 0 1,0 0-1,0 0 0,0 0 1,-1 1-1,0-1 0,1 1 1,-1-1-1,-1 1 0,1-1 1,0 1-1,-1 0 0,1 0 0,-1 0 1,0 1-1,0-1 0,0 1 1,-4-3-24,2 2 18,-1 0 1,1 0 0,-1 0-1,0 1 1,0 0 0,0 0-1,0 0 1,0 1 0,0 0-1,0 0 1,-1 0 0,-1 1-19,7 0 5,0 1-1,-1-1 1,1 1 0,0-1 0,0 1 0,0-1 0,0 1 0,-1 0-1,1 0 1,0 0 0,0 0 0,1 0 0,-1 0 0,0 0 0,0 0 0,0 0-1,1 0 1,-1 0 0,0 0 0,1 0 0,-1 1 0,1-1-5,-15 36 52,11-26-25,-28 76 355,4 1-1,4 1 0,4 1 0,4 1 0,4 1 1,2 27-382,9-87-26,2-22-94,-1 0 0,0 0 0,0 0 0,-1 0 0,-1 0 0,0-1 0,0 1 0,-1 0 0,-1 1 120,-5-40-12183,6 2 374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30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1 396 6449,'0'0'5065,"0"0"-1840,0 0-416,0 0-913,0 0-568,0 0-375,0 0-369,175-65-320,-102 47-264,36-9-144,-17 4-2769,-16 5-6953</inkml:trace>
  <inkml:trace contextRef="#ctx0" brushRef="#br0" timeOffset="1">910 1 12019,'0'0'1664,"0"0"-1096,0 0 320,0 0-616,0 0-272,0 0-1240,0 0-5297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30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 13451,'17'59'2392,"-37"-44"-1583,-3 15 199,-7 11-456,0 13-240,-3 9 552,7 5 312,3-3-31,6-5-289,14-6-296,3-10-184,0-5-224,26-6-64,7-10-32,10-8-56,30-15-192,-7 0-1504,-6 0-3577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30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8 15579,'0'0'1911,"0"0"-590,0 0 354,34-3-640,-34 3-1035,43-3 227,0 2 0,10 2-227,-50-1 12,0 0 1,0 1-1,0-1 0,0 1 0,0 0 0,0 0 0,0 0 0,0 0 0,0 0 0,-1 1 0,1-1 0,0 1 0,-1 0 0,1 0 0,-1 0 0,0 0 0,0 0 1,0 0-1,0 1 0,0-1 0,0 1 0,0-1 0,-1 1 0,0 0 0,1 0 0,-1 0 0,0-1 0,0 1 0,0 0 0,-1 0 0,1 1 0,-1-1 1,0 0-1,0 0 0,0 2-12,1 3 47,1 3 76,-1 0 1,0 0-1,-1 1 0,0-1 1,-1 0-1,0 0 0,-1 0 1,0 0-1,-1-1 1,0 1-1,-1-1 0,0 1 1,0-1-1,-1 0 1,-1-1-1,-4 7-123,0-3 98,-1 1-1,0-2 1,-1 0-1,-1 0 1,0-1-1,0-1 1,-1 0 0,-1-1-1,1 0 1,-11 3-98,17-8-103,-1 0-1,0 0 1,0-1 0,0-1 0,-1 1-1,1-1 1,-1-1 0,1 0 0,-1 0 0,-2-1 103,11 0-118,1 0 1,-1 0 0,0-1-1,0 1 1,0 0 0,1 0 0,-1-1-1,0 1 1,0-1 0,1 1 0,-1-1-1,0 1 1,1-1 0,-1 1 0,0-1-1,1 0 1,-1 1 0,1-1-1,-1 0 1,1 1 0,-1-1 0,1 0-1,0 0 1,-1 1 0,1-1 0,0 0-1,0 0 1,-1 0 0,1 0 0,0 1-1,0-1 1,0 0 0,0 0-1,0 0 1,0 0 0,0 1 0,1-1-1,-1 0 1,0 0 0,0 0 0,1 0-1,-1 1 118,13-41-6397,10 5-5427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31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100 236 6977,'0'0'8234,"0"0"-6945,0 0-825,0 0-104,0 0-160,0 0 88,-93 173 856,86-111 72,7-8-384,0-7-391,0-14-201,30-9-136,7-15 32,12-9-136,27-18-752,-13-18-3353,-7-6-9194</inkml:trace>
  <inkml:trace contextRef="#ctx0" brushRef="#br0" timeOffset="1">420 1 15507,'0'0'2297,"0"0"-1257,0 0 936,0 0-1047,0 0-561,0 0 136,133 217 448,-133-128 16,0 1-232,-7-7-304,-19-6-255,-4-14-81,-3-13-96,3-11 40,7-15-40,13-24-1057,7 0-1503,3-27-3337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31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131 355 13947,'0'0'2589,"0"0"-1248,0 0-494,0 0-119,-21 35-153,-61 116 22,77-142-526,1 1-1,0 0 1,1 0-1,0 0 1,0 0-1,1 0 1,0 1 0,1-1-1,0 0 1,1 1-1,0-1 1,1 2-71,0 12 122,-1-20-109,-1 0 1,2 0 0,-1 0 0,0 0-1,1 0 1,0 0 0,0 0 0,0-1 0,0 1-1,0 0 1,1 0 0,0-1 0,0 1-1,0-1 1,0 0 0,0 0 0,1 1-14,0-1 10,1-1 1,0 1 0,0 0 0,0-1 0,0 0 0,0 0-1,0 0 1,0-1 0,1 1 0,-1-1 0,0 0-1,1 0 1,-1-1 0,5 1-11,0 0-5,1 0 0,-1-1 0,1 0 0,-1-1 0,0 0 0,1-1 1,-1 1-1,0-2 0,0 1 0,0-1 0,0-1 0,0 0 0,-1 0 0,8-5 5,-5 1-141,0 0 0,-1-1 0,0 0-1,0-1 1,-1 0 0,-1 0 0,1-1 0,-2 0-1,7-11 142,0-7-183,0-1 0,-2 0 0,-2 0 0,0-1 0,-2-1 0,-1 0 0,-2 0-1,0-15 184,1-49 602,-4-9-602,-6-30 4045,1 114-2645,0 39-508,-7 541-1278,13-503-1868,11-22-3254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32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15 12683,'0'0'3224,"0"0"-679,0 0-513,0 0-567,0 0-41,153 184-136,-124-103-111,-6-4-329,-6-5-536,-7-13-200,-3-14-104,-7-15-8,0-16-312,0-14-1081,0-17-1487,0-22-5490</inkml:trace>
  <inkml:trace contextRef="#ctx0" brushRef="#br0" timeOffset="1">427 0 1712,'0'0'16052,"0"0"-13460,0 0-1976,0 0 137,0 0 7,-132 197-408,69-120-136,0-3-112,-6 7-104,16-22-1120,7-17-4970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41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14835,'0'0'2569,"0"0"-713,0 0-184,0 0-743,0 0-505,0 0-112,0 0 168,142 0-96,-95 0-192,2-6-56,-6 0-136,-3 3-248,-10 3-1080,-14 0-2777,-16 0-4537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41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13171,'0'0'2456,"0"0"-1143,0 0 839,0 0-928,0 0-856,185-18-368,-76 3-440,-16 3-2112,-11 0-5650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42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546 1 9538,'0'0'2635,"0"0"-330,0 0-757,0 0-652,0 0-324,0 0-98,-21 0 39,-63 2 141,80-2-582,0 1 1,0 0-1,1 0 1,-1 0-1,0 1 1,1 0-1,-1-1 1,1 1-1,-1 0 1,1 1-1,0-1 1,0 0-1,0 1 1,0 0-1,0 0 1,1 0-1,-1 0 1,1 0-1,0 0 1,0 1-1,0-1 1,0 1-1,1 0 1,-1-1-1,1 1 1,0 0-1,0 0 1,0 0-1,1 0 1,-1 0-73,-1 4 44,-7 35 157,2 1 1,2 0-1,2 0 0,2 1 1,1-1-1,7 40-201,21 101 505,-15-116-341,-4 0-1,1 50-163,-8-67 195,-3-1-1,-1 0 0,-3 0 0,-2 0 1,-3 0-1,-9 29-194,-8 2 666,-19 34-666,32-85 167,-1-1 1,-1-1-1,-1 0 1,-2-1-1,-7 6-167,20-26 112,-2 0 0,1-1 0,-1 1 1,0-1-1,-1-1 0,-4 3-112,9-6 56,1-1-1,-1 0 1,0 0-1,0-1 1,0 1-1,0-1 1,0 0-1,0 0 1,-1 0 0,1 0-1,0-1 1,0 0-1,-1 0 1,1 0-1,0 0 1,-1-1 0,0 0-56,2 1 21,1-2 0,0 1 0,-1 0 1,1 0-1,0-1 0,0 1 0,0-1 0,0 0 1,0 0-1,0 1 0,1-1 0,-1 0 1,1-1-1,-1 1 0,1 0 0,0 0 1,-1-1-1,1 1 0,1 0 0,-1-1 1,0 1-1,0-1 0,1 0 0,0 1 0,-1-2-21,-1-11 17,0-1-1,1 0 1,1-12-17,0 18 2,0-12-39,-1 16-71,0 1 1,1-1-1,0 0 1,0 1-1,1-1 1,-1 0-1,1 1 0,0-1 1,1 0-1,-1 1 1,1 0-1,0-1 1,1 1-1,-1 0 1,1 0-1,0 0 1,3-3 107,39-32-3000,-10 17-3160,-1 3-6789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42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43 12763,'0'0'1636,"0"0"-500,0 0 74,0 0-545,0 0-334,0 0 84,-2-8 410,2 8-816,-1-3 92,1 1-1,-1-1 0,0 0 1,0 1-1,0 0 0,0-1 0,0 1 1,-1 0-1,1-1 0,-1 1 1,-1-1-101,2 2 59,0 1 1,0-1-1,-1 0 1,1 1 0,0 0-1,-1-1 1,1 1-1,0 0 1,-1 0-1,1 0 1,0 0 0,-1 0-1,1 0 1,-1 0-1,1 0 1,0 0 0,-1 1-1,1-1 1,0 0-1,-1 1 1,1-1-1,0 1 1,0 0 0,0-1-1,-1 1 1,1 0-1,0 0 1,0 0 0,0 0-1,0 0 1,-1 1-60,-7 4 99,0 1 0,1 1 0,-1 0 0,1 0 0,1 1 0,-1-1 0,2 2 0,-1-1 1,1 1-1,1 0 0,0 0 0,0 0 0,1 1 0,0 0 0,1 0 0,0 0 0,1 0 0,0 0 0,0 1 1,2-1-1,-1 1 0,1-1 0,1 5-99,0-13 19,0 1 0,1 0 0,-1-1 0,1 1 0,-1-1 1,1 1-1,0-1 0,0 0 0,1 0 0,-1 0 0,0 0 0,1 0 0,0-1 1,0 1-1,0-1 0,0 1 0,0-1 0,0 0 0,1 0 0,-1-1 0,1 1 1,-1-1-1,1 0 0,-1 1 0,1-2 0,3 2-19,11 1 85,1 0 0,0-1 0,0 0 0,16-2-85,-23 0 20,1 0-1,0-2 0,0 1 1,-1-1-1,1-1 0,-1 0 1,1-1-1,-1 0 0,-1-1 0,11-5-19,-17 6 23,1 1 0,-1-1 0,0 0-1,0 0 1,0-1 0,0 0-1,-1 0 1,1 0 0,-1 0-1,-1 0 1,1-1 0,-1 0-1,0 0 1,0 0 0,0 0-1,-1 0 1,0 0 0,-1-1-1,1 1 1,-1-1 0,0-5-23,1-5 98,-1 0 1,-1 0 0,0 0-1,-2 0 1,-1-6-99,-10-21-3873,10 38-1078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43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 12307,'0'0'2039,"0"0"-24,0 0-803,0 0-701,0 0-128,-12 31 239,-33 101 79,43-126-644,0 0 0,0 0 0,1 1 0,0-1 1,1 0-1,-1 1 0,1-1 0,1 1 1,-1-1-1,1 1 0,0-1 0,0 0 0,1 1 1,0-1-1,0 0 0,1 1-57,-1-3 55,1 1 0,0-1 1,0 0-1,0 0 0,1 0 0,0 0 0,-1 0 0,1-1 1,0 0-1,1 0 0,-1 0 0,1 0 0,-1-1 0,1 1 1,4 0-56,0 0 70,1 0 0,-1 0 0,1-2 0,-1 1 0,1-1 0,0 0 0,-1-1 0,1 0 0,0-1 0,0 0 0,-1 0 0,1-1 0,-1 0 0,1-1 0,-1 0 0,0-1 1,3-1-71,-5 1 57,-1 0 1,0-1 0,-1 0 0,1 0 0,-1 0 0,0 0 0,0-1 0,-1 0 0,1 0-1,-1 0 1,-1 0 0,1-1 0,-1 0 0,0 1 0,0-2-58,-2 4 74,0 1 0,1-1 0,-1 0 0,-1 1 0,1-1 0,0 0-1,-1 0 1,0 0 0,0 1 0,0-1 0,0 0 0,-1 0 0,0 0 0,1 1 0,-1-1 0,-1 0 0,1 1 0,0-1 0,-1 1 0,0-1 0,0 1 0,0 0 0,0-1-1,0 1 1,-1 0 0,1 1 0,-1-1 0,0 0 0,0 0-74,-5-2-4,1 0 1,-1 1-1,0 0 0,0 0 1,0 0-1,0 1 0,-1 1 0,1-1 1,-1 1-1,0 1 0,1-1 0,-1 1 1,0 1-1,0 0 0,-6 1 4,14 18-4307,4-6-919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43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16259,'0'0'2889,"0"0"-1105,0 0 305,0 0-1505,0 0-584,0 0-1760,0 0-4050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44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43 10610,'0'0'1779,"0"0"-745,0 0-150,0 0-499,0 0-266,0 0-80,29-7 100,86-19 381,-107 23 1085,-9 1-685,-18-1-485,-30 2-635,32 1 205,1 2 0,0-1 0,0 2 0,0 0 0,0 1 0,0 1 0,-7 3-5,15-5 8,0 0-1,1 1 1,0 0 0,-1 0-1,1 0 1,1 1-1,-1 0 1,1 0 0,0 1-1,0 0 1,0 0 0,1 0-1,0 1 1,0 0 0,-2 5-8,6-10 1,0 0 1,0 0 0,0 0-1,0 0 1,0 0 0,1 0-1,-1 0 1,1 0 0,-1 0 0,1 1-1,0-1 1,0 0 0,0 0-1,0 0 1,0 1 0,0-1-1,1 0 1,-1 0 0,1 0-1,-1 0 1,1 1 0,0-1 0,0 0-1,0 0 1,0-1 0,0 1-1,1 0 1,-1 0 0,0 0-1,2 0-1,4 4 22,0-1-1,1 0 1,0 0-1,0-1 1,0 0-1,0 0 1,2-1-22,39 23 55,-38-19-59,-1 2 0,0 0 0,0 0 0,-1 0 0,0 2 0,4 5 4,-11-14 23,0-1-1,-1 1 1,1 0 0,-1 0-1,0 0 1,0 0 0,0 0-1,0 0 1,0 0 0,0 1-1,0-1 1,-1 0 0,1 1-1,-1-1 1,1 0 0,-1 1-1,0-1 1,0 0 0,0 1-1,0-1 1,-1 0 0,1 1-1,-1-1 1,1 0 0,-1 1-1,0-1 1,0 0 0,0 0-1,0 0 1,0 0 0,0 0-1,-1 0 1,1 0 0,-1 0-1,1 0 1,-1-1 0,0 1-1,0-1 1,0 1-23,-65 39 978,20-19-3210,30-16-2422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55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43 6689,'0'0'2133,"0"0"-706,0 0-158,0 0-130,0 0-25,0-35 2945,-1 27 1213,-4 17-5263,0 1 0,0-1 0,1 1 1,1 0-1,0 1 0,0-1 0,1 0 0,0 1 0,1 0-9,-12 48 48,-36 130 266,5-19 325,34-141-275,-1-1 0,-2 0 0,-1-1 0,-12 16-364,-24 49 770,44-83-673,0 0 1,-1 0-1,1 0 1,-2-1-1,1 0 1,-1 0-1,-1-1 1,1 0-1,-1-1 1,-6 4-98,-30 25 4,122-107-2905,-34 28-3376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59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3673,'0'0'0,"0"0"-3585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19:59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5657,'96'15'2177,"-96"-18"-841,0 0 32,7-3-672,9 0-256,11-6-343,9 0-97,4 1 0,6 2-16,10 6-169,-13 3-1175,-6 0-1336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00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5337,'0'0'1466,"0"0"-382,0 0-145,0 0-206,0 0-255,0 0-237,4-42 1258,3 35-1484,0 0-1,0 0 1,0 0 0,1 1-1,0 0 1,0 1-1,1 0 1,6-3-15,73-31 3,-87 38-7,1 1-1,-1-1 0,1 0 1,0 1-1,-1-1 0,1 1 1,0-1-1,-1 1 0,1 0 1,0-1-1,0 1 1,-1 0-1,1 0 0,0 1 1,0-1-1,-1 0 0,1 0 1,0 1-1,0-1 0,-1 1 1,1 0-1,-1-1 0,1 1 1,0 0-1,-1 0 1,1 0-1,-1 0 0,0 0 1,1 1-1,-1-1 5,3 4-16,-1 1 1,0-1-1,-1 1 1,1 0-1,-1 0 0,0 0 1,-1 0-1,1 0 16,7 26 7,22 39-1808,-20-40-868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01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278 126 8322,'0'0'1864,"0"0"73,0 0-105,0 0-816,0 0-480,0 0-96,0 0-184,-10-98-128,4 89-63,-7 0-57,-7 3-8,-10 3-129,-40 3-1103,4 6-856,3 18-2609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03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43 7498,'0'0'2954,"0"0"-819,0 0-843,0 0-451,0 0-152,0 0 77,18-5 55,-4 0-691,11-3 419,-1 1 0,1 2 0,1 0 0,-1 1 0,8 1-549,-29 3 43,-1 0 1,0 0-1,0 0 0,1 0 0,-1 1 1,0-1-1,0 1 0,0 0 1,0 0-1,0 0 0,0 0 1,0 0-1,0 1 0,0-1 0,0 1 1,0 0-1,2 2-43,-3-1 13,0 1 0,0-1 0,0 1 0,0-1 0,0 1 0,-1 0 0,0 0 0,1 0 1,-2 0-1,1 0 0,0 0 0,-1 0 0,0 0 0,0 2-13,1 8 24,0 0 0,-2 1 0,0-1 0,0 0 0,-1 1 0,-1-1 1,-1 0-1,0 0 0,0-1 0,-1 1-24,-5 7 42,-1 0 0,-1-1 0,-1 0 0,0 0 0,-13 12-42,-10 12 74,-2-2 0,-1-1 1,-3-2-1,-1-2 1,-15 8-75,35-35 178,23-10-162,0 0 0,-1 0 0,1-1 0,0 1 0,0 0 0,-1 0 0,1-1 0,0 1 0,0 0 0,-1 0 0,1-1 0,0 1 0,0 0 0,0-1 0,0 1 1,-1 0-1,1 0 0,0-1 0,0 1 0,0 0 0,0-1 0,0 1 0,0 0 0,0-1 0,0 1 0,0-1 0,0 1 0,0 0 0,0-1 0,0 1 0,0 0 0,0-1 1,0 1-1,1 0 0,-1 0 0,0-1-16,1-3 52,1 1-1,-1-1 1,1 1 0,0-1 0,0 1 0,0-1 0,0 1 0,0 0 0,1 0 0,1-1-52,4-2 19,0 0 1,0 0-1,1 1 1,0 0 0,0 0-1,1 1 1,-1 1 0,1-1-1,0 2 1,-1-1 0,1 1-1,1 1 1,-1 0 0,0 0-1,0 1 1,0 0 0,0 1-1,1 0 1,-1 0-1,0 1 1,-1 1 0,1 0-1,0 0 1,-1 1 0,1 0-1,6 4-19,-6 0-48,0-2-1,0 1 1,0-1-1,1-1 0,0 0 1,1 0-1,-1-1 1,1-1-1,-1 0 1,1 0-1,0-1 0,0-1 1,0 0-1,8-1 49,-20 0-3,19 1-1576,0-2 0,0-1-1,0 0 1,1-1 1579,23-10-7700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09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0 12019,'0'0'3008,"0"0"-1319,0 0 247,0 0-832,0 0-536,-191 182-200,164-84 409,7 21-81,7 9-8,10 0-328,3-9-208,6-15-64,37-15-88,17-17-8,76-19-912,-14-17-2057,7-24-6249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2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18 8426,'0'0'2774,"0"0"1032,0 0-636,0 0-431,0 0-785,0 0-512,-2-1 1262,10-1-2305,37 3-361,99-3-3328,-48-5-4845,-49 1-682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3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35 11586,'0'0'2670,"0"0"-45,0 0-53,30-6-1094,98-18-606,-118 22-724,1 1-1,-1 0 1,1 1 0,0 0-1,9 1-147,-17 0 34,1-1-1,-1 1 0,0 0 1,0-1-1,0 2 1,0-1-1,0 0 1,0 1-1,0-1 1,0 1-1,-1 0 0,1 0 1,0 1-34,1 1 22,-1 0-1,-1 1 1,1-1 0,-1 1 0,0 0 0,0 0-1,0 0 1,-1 0 0,1 0 0,-1 0 0,0 0-1,-1 1 1,1-1 0,-1 0 0,0 0 0,-1 1-1,1-1-21,-1 2 50,0 0 0,0 0 0,0 0 0,-1 0 0,0-1 0,0 1 0,-1 0 0,0-1 0,0 0 0,0 0 0,-1 0-1,0 0 1,-1 0-50,-12 17 429,-2-2-1,-14 14-428,11-13 164,-27 27 118,22-24-204,1 2 1,1 2 0,-3 5-79,22-26 2,0 1 1,1 0-1,0 0 0,0 0 1,1 1-1,0 0 0,0 0 1,1 0-1,1 0 0,0 0 1,0 0-1,1 1 0,0 4-2,1-11-2,0-1 7,-1 1 0,1-1 0,1 0 0,-1 1 0,0-1-1,1 0 1,0 1 0,0-1 0,1 3-5,-1-4 11,0-1-1,0 0 1,0 0 0,1 1 0,-1-1 0,0 0-1,1 0 1,-1 0 0,1 0 0,-1-1-1,1 1 1,0 0 0,-1-1 0,1 1 0,0-1-1,-1 1 1,1-1 0,0 0 0,0 0-1,-1 0 1,2 0-11,25 4 278,1-2 0,-1-1 0,1-2 0,23-3-278,-37 2-58,-1 0-1,0-2 1,1 1 0,-1-2-1,-1 0 1,1-1-1,-1 0 1,0-1 0,0 0-1,2-3 59,21-18-2371,-3 2-3366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3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642 1 15403,'0'0'3897,"0"0"-1944,0 0-1145,0 0 328,0 0 384,-199 181-335,110-112-321,-4 2-216,7-5-328,14-10-184,19-8-136,20-19 0,16-11-176,17-18-808,0-3-1113,17-29-2768,6-4-6481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4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15947,'0'0'4185,"0"0"-2472,0 0-777,0 0 320,0 0-240,76 176-408,-39-120-175,-1-2-241,0-7-120,-2-5-72,15 0-184,-9-13-1753,-7-14-5232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4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13867,'0'0'2689,"0"0"471,0 0-423,159 212-1073,-136-108-224,-20 3-503,-3-6-353,-3-6-240,-20-17-256,3-16-88,4-11 0,6-13-448,3-14-1369,7-12-4464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4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252 396 15603,'0'0'2613,"0"0"191,0 0-844,0 0-1158,-30 15-414,7-5-299,12-6-54,0 0 0,0 1 1,1 0-1,0 0 0,0 1 1,1 1-1,-1-1 0,1 2 1,1-1-1,-1 1 0,1 0 1,1 1-1,0 0 0,0 0 1,0 1-1,1-1 0,1 2 1,0-1-36,-4 15 67,1 1 0,2 0 1,0 0-1,2 0 0,1 1 1,1-1-1,1 1 0,2 5-67,-1-27 2,0 1 0,0 0 0,0 0-1,1-1 1,0 1 0,0 0 0,1-1-1,0 1 1,0-1 0,0 1 0,0-1-1,1 0 1,0 0 0,0 0 0,0 0-1,1-1 1,-1 1 0,1-1 0,0 0-1,0 0 1,1 0 0,-1-1 0,1 0-1,0 1 1,0-2 0,0 1 0,0 0-1,1-1 1,-1 0 0,1 0 0,-1-1-1,1 1-1,6 1-171,0 0-1,0-1 1,0 0-1,0 0 1,0-1-1,0-1 1,0 0-1,0-1 1,0 0-1,0-1 1,0 0-1,0-1 1,0 0-1,-1-1 1,0-1-1,1 1 1,5-5 171,-6 2-176,0-1 1,0 0-1,-1-1 1,0-1-1,0 1 1,-1-1-1,0-1 1,-1 0-1,0 0 1,-1 0-1,0-1 1,-1 0 0,0-1-1,-1 1 1,4-13 175,8-38 118,-1 0 0,-4-1 0,-2-1 0,-1-38-118,0-266 5878,-9 356-5430,0 13-430,1 0-1,-1 0 1,0 1 0,0-1-1,0 0 1,0 0-1,0 1 1,0-1-1,0 0 1,1 0-1,-1 0 1,0 0 0,0 1-1,0-1 1,0 0-1,1 0 1,-1 0-1,0 0 1,0 0-1,0 1 1,1-1-1,-1 0 1,0 0 0,0 0-1,1 0 1,-1 0-1,0 0 1,0 0-1,1 0 1,-1 0-1,0 0 1,0 0-1,1 0 1,-1 0 0,0 0-1,0 0 1,1 0-1,-1 0 1,0 0-1,0 0 1,0-1-1,1 1 1,-1 0 0,0 0-1,0 0 1,0 0-1,1 0 1,-1-1-1,0 1 1,0 0-1,0 0 1,0 0-1,1 0 1,-1-1 0,0 1-1,0 0 1,0 0-1,0-1 1,0 1-1,0 0 1,0 0-1,0 0 1,0-1-18,9 14 47,-1 1 0,-1 0 1,-1 0-1,0 1 0,-1-1 0,3 12-47,21 99 137,-26-109-128,21 143 119,-15-83-672,7 17 544,-10-68-1754,1 1 0,1-1 0,3 5 1754,5-1-9002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5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0 17324,'0'0'2528,"0"0"153,0 0-1137,0 0-688,0 0-144,126 167-127,-89-93 63,-8 1-88,-2-4-208,-7-11-208,-1-13-96,-2-14-48,0-12-8,12-21-712,-2 0-1497,-1-3-4712</inkml:trace>
  <inkml:trace contextRef="#ctx0" brushRef="#br0" timeOffset="1">563 69 11682,'0'0'7514,"0"0"-6546,0 0 1889,0 0-1257,-229 196-640,150-125-135,3-5-297,10-10-376,16-8-56,10-9-96,17-12-8,23-7-720,0-5-1769,3-12-3840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5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11690,'0'0'7434,"0"0"-6618,0 0 1329,172-3-1161,-102 3-488,-11 0-304,-6 0-120,-13 0-72,-13 0-296,-11 0-1872,-9 0-4042</inkml:trace>
  <inkml:trace contextRef="#ctx0" brushRef="#br0" timeOffset="1">63 227 12003,'0'0'2040,"0"0"1129,0 0-273,0 0-1431,0 0-969,205 42-360,-142-42-136,7 0-536,-17 0-3473,-20 0-7090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6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 11378,'0'0'3752,"0"0"-1641,0 0 7,0 0-678,0 0-790,0 0-301,7 24 204,-4-15-465,6 17 203,-2 1 0,-1-1 0,-2 1-1,0 0 1,-1 27-291,-6 9 657,-2 0 0,-14 58-657,1-6 128,17-84-81,2-26-246,-1 0 0,0 1 0,0-1 0,0 0 0,-1 0 0,0 0 0,0 0 0,-1 3 199,-8-7-6430,-2-1 1321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6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11843,'0'0'2340,"0"0"-810,0 0 206,0 0-282,9 29-329,58 174 326,-47-134-1120,-13-42-275,1 0 1,1 0-1,7 11-56,-15-36 11,0 1-1,0-1 1,0 0-1,1 0 0,-1 0 1,1 0-1,-1-1 1,1 1-1,0 0 1,0-1-1,0 1 0,0-1 1,0 1-1,0-1 1,0 0-1,0 0 0,0 0 1,1 0-1,-1-1 1,0 1-1,1 0 1,-1-1-1,0 0 0,1 1 1,-1-1-1,1 0 1,-1 0-1,0-1 0,1 1 1,-1 0-1,1-1 1,-1 1-1,0-1 1,1 0-1,-1 0 0,0 0 1,2-1-11,5-2 117,0-1 0,1-1 0,-2 1 0,1-1 0,-1-1 0,1 0 0,5-7-117,1-3 202,-1 0 0,-1-1 1,-1-1-1,0 0 0,-2 0 1,1-4-203,15-26 143,-24 47-304,0 1-1,0-1 1,0 1-1,0 0 1,1-1-1,-1 1 1,0 0-1,1 1 1,-1-1-1,0 0 0,1 0 1,-1 1-1,1 0 1,-1-1-1,1 1 1,-1 0-1,1 0 1,0 1-1,0-1 162,6 0-2040,20-1-5213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7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232 194 8090,'0'0'4545,"0"0"-1981,0 0-514,0 0-683,0 0-568,0 0-152,3-12-43,0 1-718,0-1 531,0-1 0,-1 1 0,0 0 0,-1-9-417,0 18 58,-1-1-1,-1 1 0,1-1 0,0 1 0,-1-1 0,0 1 0,1-1 0,-1 1 0,-1-1 0,1 1 0,0 0 1,-1 0-1,0 0 0,0 0 0,0 0 0,0 0 0,0 0 0,0 0 0,-1 1 0,0-1-57,-2-1 4,0 0 0,0 1-1,0 0 1,0 0 0,-1 0-1,1 0 1,-1 1 0,1 0-1,-1 0 1,0 1 0,0 0-1,-5-1-3,10 2-5,0 1 0,0-1-1,-1 1 1,1 0-1,0-1 1,0 1 0,0 0-1,0 0 1,0-1 0,1 1-1,-1 0 1,0 0-1,0 0 1,0 0 0,1 0-1,-1 0 1,0 0-1,1 1 1,-1-1 0,1 0-1,-1 1 6,-11 32-29,10-27 18,-13 43 25,3 1 0,1 0 1,-2 44-15,-2 156 134,11-162-103,4-77-89,0-6 2,0 1 1,0-1 0,0 1-1,-1-1 1,0 1 0,0-1-1,-1 1 1,1-1 0,-2 0 0,1 0-1,-2 4 56,3-9-767,-16-45-10364,8 19 1707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48 176,'0'0'11058,"0"0"-8513,0 0-785,0 0-1072,0 0-391,195-45-145,-129 42-104,23 3-48,-13 0-304,-13 0-3625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8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308 502 9882,'0'0'2447,"0"0"-532,0 0-338,0 0-665,0 0-364,-32 2-156,-101 11-1,129-13-344,0 1 0,-1 0 0,1 0 0,0 0 0,0 0 0,0 1 0,0-1 0,1 1 0,-1 0 0,0 0 0,1 1 0,-1-1 0,1 1 0,0-1 0,0 1 1,0 0-1,0 0 0,0 1 0,1-1 0,0 0 0,-1 1 0,1 1-47,-6 7 209,0-1-83,1 1-1,1 0 1,0 0-1,0 0 1,1 1 0,1 0-1,0 0 1,1 0-1,0 0 1,1 1-1,0-1 1,1 1-1,1 3-125,0-14 21,0 0-1,1 0 0,-1 0 0,1 0 0,-1 0 0,1 0 0,0 0 0,0 0 0,0 0 0,1 0 0,-1 0 0,1 0 0,0-1 1,-1 1-1,1 0 0,0-1 0,1 0 0,-1 1 0,0-1 0,1 0 0,-1 0 0,1-1 0,-1 1 0,1 0 0,0-1 0,0 0 1,0 1-1,0-1 0,0 0 0,0-1 0,2 1-20,13 3 76,-1-1-1,1-1 1,0-1-1,-1-1 1,7 0-76,-6-1-30,-10 1-5,-1 0 0,0 0 0,1-1 0,-1 0 0,0-1 0,0 0 0,0 0 0,0 0 0,0-1-1,0 0 1,-1 0 0,1-1 0,-1 0 0,0 0 0,3-3 35,-2 0-56,0 0 0,0 0 0,-1-1-1,0 0 1,0-1 0,-1 1 0,0-1 0,-1 0 0,1 0 0,0-5 56,5-21-117,-1 0 0,-2-1 0,-1 0 0,-2 0 0,-1-30 117,4-276-347,-6 234 3121,-1 92-1400,0 72-1699,-6 286 1010,-1-240-7277,-7 20 6592,1-40-11079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867 7 14011,'0'0'2422,"0"0"-471,0 0 116,0 0-805,0 0-698,-38-2-193,-130-3 159,146 6-392,1 1-1,-1 0 1,1 2-1,-1 1 1,-15 5-138,-9 2 159,-34 6-144,-1-4 1,0-3-1,-1-4 0,-8-3-15,88-3-141,0-1 0,0 0 0,0 0 0,1 0 0,-1 0 0,0 0 0,0 0 0,0 0 0,0 0 0,0-1-1,0 1 1,1-1 0,-1 1 0,0-1 0,0 0 0,1 0 0,-1 0 0,0 0 0,1 0 0,-1 0-1,1 0 1,-1 0 0,1-1 0,0 1 0,0-1 0,-1 1 0,1-1 0,0 1 0,0-1 0,0 0-1,1 1 1,-1-1 0,0 0 0,1 0 0,-1 1 0,1-1 0,-1 0 0,1 0 0,0 0 0,0-1 141,-1-26-5560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49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0 13595,'0'0'3609,"0"0"-859,0 0-775,0 0-1044,0 0-529,0 0-118,-1 21 55,0-4-245,1-5-35,-1 0-1,0-1 0,-1 1 1,0-1-1,-1 1 0,0-1 1,0 0-1,-1 0 1,-1 0-1,0-1 0,-1 1-58,-18 27 157,16-28-143,1 1 0,0 0 0,0 0-1,1 1 1,0 0 0,1 0 0,1 0 0,0 1 0,0 0 0,1 0 0,0 9-14,3-21 7,1 1 1,-1-1 0,1 0 0,0 1 0,-1-1 0,1 0-1,0 1 1,0-1 0,0 0 0,0 0 0,0 0 0,1 0-1,-1 0 1,0 0 0,0 0 0,1 0 0,-1-1-1,0 1 1,1 0 0,-1-1 0,1 1 0,-1-1 0,1 1-1,-1-1 1,1 0 0,-1 0 0,1 0 0,-1 0 0,1 0-8,54 5 216,-50-4-158,274 0-361,-149-2-4823,-67 1-1082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0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12123,'0'0'6257,"0"0"-4769,0 0-23,0 0 159,-33 160-224,27-85-376,-1 2-287,4-8-273,3-10-288,0-14-104,0-13-64,0-11-8,0-9-104,0-9-736,0-3-905,3-21-2776,10-5-3008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0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12459,'0'0'3000,"0"0"-919,0 0 391,0 0-743,225-3-737,-152 3-464,-10 0-288,-11-3-240,-15 0 0,-24 3-1640,-13 0-2673,0 0-3057</inkml:trace>
  <inkml:trace contextRef="#ctx0" brushRef="#br0" timeOffset="1">77 191 9218,'0'0'2601,"0"0"-201,0 0 353,0 0-281,0 0-383,0 0-793,0 0-528,189 62-360,-123-62-136,0 0-136,20-12-136,-20-3-1384,-13 1-4337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0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 12443,'0'0'4137,"0"0"-3089,0 0 1104,0 0-551,0 0-385,-205 178-224,175-121-224,14-4-208,12-2-288,4-6-152,4-10-32,29-8-88,6-9-208,41-18-720,-14 0-1344,3 0-4330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1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27 14963,'0'0'2681,"0"0"-513,0 0-167,0 0-449,0 0-488,162 179-128,-126-135-455,-6-5-217,-7-9-152,-6-6-104,-4-9-8,-3-12-488,-3-3-2145,-7 0-3016</inkml:trace>
  <inkml:trace contextRef="#ctx0" brushRef="#br0" timeOffset="1">504 0 15779,'0'0'2617,"0"0"-1049,0 0-856,0 0 113,-202 114-145,122-61 0,1-2 48,13-7-360,19-11-240,21-9-120,23-9-16,16-15-1016,33 0-1257,4 0-4288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1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0 10898,'0'0'4425,"0"0"-2656,0 0 2280,13 197-2353,-39-114-608,-21-3-312,-6 4-440,-6-7-216,-34 24-120,17-20-1856,0-10-4273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3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14131,'0'0'3825,"0"0"-3449,0 0 280,-3 197 472,-7-99-143,0 0-425,0-9-184,7-14-168,-1-22-120,4-17-80,0-15 0,0-15-8,0-6-888,0-15-929,0-18-2600,-3-8-6729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3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1 189 6601,'0'0'2042,"0"0"487,39-29 735,128-88-1124,-156 110-1851,0 0 1,0 1 0,0 1 0,1 0-1,10-3-289,-15 6 223,-1 1 0,0 0-1,1 1 1,-1-1 0,1 1-1,5 1-222,2 0 308,-11-1-251,1 0 0,-1 1 0,1-1 0,-1 1-1,1 0 1,-1 0 0,0 0 0,1 0 0,-1 0-1,0 1 1,0 0 0,0 0 0,0-1 0,0 2 0,-1-1-1,1 0 1,0 0 0,-1 1 0,2 2-57,0 0 46,-1 0 1,0 0-1,0 1 0,-1-1 1,0 1-1,0 0 1,0-1-1,0 1 0,-1 0 1,0 0-1,0 3-46,0 1 74,0 1 0,-1 0 0,-1-1 0,1 1 0,-2 0 0,1-1 0,-2 1 0,1-1 0,-1 0 0,-1 0 0,0 0-1,0 0 1,-5 6-74,1-4 97,-1-1 0,0 0-1,-1-1 1,0 1-1,-1-2 1,0 0 0,-1 0-1,0-1 1,0 0-1,-1-1 1,0-1 0,-2 1-97,6-3-1142,0-1 1,1-1-1,-1 0 1,0 0 0,-1 0-1,1-1 1,-6-1 1141,10 0-14197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5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84 10522,'0'0'4233,"0"0"-2119,0 0-223,0 0-595,0 0-605,29-13 55,96-41 99,-115 51-712,1-1 0,-1 2-1,0-1 1,1 2 0,0-1 0,7 1-133,-14 1 29,0 0 1,0 0 0,0 0-1,-1 1 1,1 0-1,0 0 1,0 0-1,-1 0 1,1 0 0,-1 1-1,1 0 1,-1 0-1,2 1-29,-2 0 8,1 0-1,-1 1 1,0 0 0,-1-1-1,1 1 1,-1 0-1,0 1 1,0-1 0,0 0-1,0 0 1,-1 1-1,1-1 1,-1 1 0,0 0-1,-1-1 1,1 1-1,-1 0 1,0-1 0,0 1-1,0 0 1,-1-1-1,-1 5-7,0 1 19,0 1-1,-1-1 0,0 0 0,-1 0 0,0-1 0,0 1 1,-1-1-1,-1 0 0,0 0 0,0 0 0,0-1 1,-1 0-1,0 0 0,-5 3-18,-22 20 193,-2-1-1,-31 20-192,23-19 118,19-11-59,-75 50 90,98-69-104,2-1 19,0 0-17,29 3 84,36 0-10,55 3-623,0-5 0,23-7 502,-89-5-3222,-6-3-2593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6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9482,'0'0'8538,"0"0"-6410,0 0-759,0 0 31,0 0-192,208 113-520,-165-68-264,-10-3-256,-3-4-56,-7-5-104,-3-3 48,-4-3-56,-6-10-176,0-5-976,-10-9-1056,0-3-2305,0 0-5857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6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1 15211,'0'0'2977,"0"0"-1721,0 0-800,0 0 544,0 0 201,-195 184-289,132-124-256,7-4-368,10-14-192,13-9-96,16-10-224,17-17-1808,0-3-3273,0-3-8586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6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14347,'0'0'4625,"0"0"-3177,0 0-255,0 0-609,0 0-392,172 0-112,-133 3-80,14 3-400,-13-3-2641,-4-3-8001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8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13707,'0'0'2921,"0"0"-1233,0 0 32,0 0-607,0 0-289,0 0 8,0 0-128,189 146 88,-143-98-160,-3-1-176,-3 1-216,-7-6-168,-13-7-64,-10-5-8,-10-6-1032,0-9-1320,-17-9-1753,1-6-2777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8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530 1 14075,'0'0'2449,"0"0"-1673,0 0 696,0 0 128,-222 142-607,159-88-193,0-6-192,14-7-336,6-8-168,13-6-104,10-6-64,0 2-1400,7-8-2745,6-3-4601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8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10562,'0'0'2379,"0"0"-326,0 0-211,0 0-832,0 0-641,0 0-140,10-3 276,1-3-204,-7 4-138,0 1 0,0-1 0,0 0-1,0 1 1,0 0 0,0 0 0,0 0-1,0 1 1,1-1 0,-1 1 0,2 0-163,-5 0 53,-1 0-38,-6 11 361,-14-1-7019,-3 1-1840,22-10 7402,1-1 656,1 0 153,2 0-644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0:59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0 0 80</inkml:trace>
  <inkml:trace contextRef="#ctx0" brushRef="#br0" timeOffset="1">0 0 80,'10'39'0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08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49 6769,'0'0'2248,"0"0"-544,0 0 364,0 0-433,0 0-550,0 0-255,-5-3-175,-1-1-198,0 0 0,-1 0-1,0 1 1,0 0-1,0 1 1,0-1 0,0 1-1,0 1 1,0-1-1,-1 1 1,1 0 0,-1 1-1,-5 0-456,31-3 275,12-2-197,0 1 0,0 2 1,0 0-1,0 2 0,10 2-78,-39-1-1,0 0 1,0-1-1,0 1 1,0 0-1,0 0 1,0 0-1,0 0 1,-1 0-1,1 0 1,0 0-1,-1 0 1,1 0-1,0 1 1,-1-1-1,1 0 1,-1 0-1,0 0 1,1 1-1,-1-1 1,0 0-1,0 0 1,0 1-1,0-1 1,0 0-1,0 1 1,0-1-1,0 0 1,-1 0-1,1 1 1,0-1-1,-1 0 1,1 0-1,-1 1 1,0 3-2,0 1 1,-1 0-1,1-1 0,-1 1 0,0-1 0,-1 1 0,-1 2 2,-25 26 7,-1-2 0,-1-1 0,-21 14-7,18-15 9,21-20-5,-15 14-2,27-23 0,0 0 0,0 0 1,0 0-1,0 0 0,0 0 0,0 0 0,1 0 0,-1 0 0,0 0 0,1 0 0,-1 1 0,1-1 1,-1 0-1,1 0 0,0 0 0,-1 1 0,1-1 0,0 0 0,0 1 0,0-1 0,0 1-2,3 1 26,0-1-1,0 0 0,0 0 1,0 0-1,0 0 0,1-1 1,-1 1-1,1-1 0,-1 0 1,1 0-1,-1 0 0,1 0 1,0-1-1,3 1-25,2 1 60,20 3 111,0-2-1,1-1 0,-1-1 1,26-2-171,0 0-2728,-41 1-1939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09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 7922,'0'0'2748,"0"0"-882,0 0-435,-7 31 103,-71 381 3309,59-191-1597,10 164-3246,13-310 42,2 1-1,4-2 0,3 1 1,3-2-1,5 6-41,-4-20-211,2-1 0,14 27 211,27 42-3813,-14-41-3562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0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 9522,'0'0'5010,"0"0"-2648,12 29-893,34 99 101,-6 0 0,-6 3 0,-3 12-1570,-15-19 1216,-6 1 0,-5 0 1,-9 96-1217,0-173 237,-2 0 1,-3-1-1,-1 0 1,-3 0-1,-1-2 1,-2 1-1,-3-2 1,-1 0-1,-2-2 1,-2 0-1,-25 31-237,48-70-44,-1-1 0,1 1 0,-1 0 0,0 0-1,-1-1 1,1 1 0,0-1 0,-1 1 0,1-1 0,-1 0-1,0 0 1,1 0 0,-1-1 0,0 1 0,0-1-1,-1 1 1,1-1 0,0 0 0,0 0 0,0 0 0,-1-1-1,1 1 1,0-1 0,-2 0 44,3 0-1408,4 0-1621,6 0-3204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0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13555,'0'0'2195,"0"0"856,0 0 361,0 0-1952,0 0-821,9 39 340,7 39-308,-4 1-1,-3 0 1,-2 64-671,-15 112 2429,-32 173-2429,30-307-640,5 0 0,5 10 640,0-52-4089,0-79-2830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0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20324,'0'0'2553,"0"0"-1529,0 0 392,0 0-767,168 214-329,-131-136-160,-11-1-88,-9-6 0,-7-5-72,0-16 8,-7-8-8,0-18-584,1-18-1361,-1-6-2800,4 0-1336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1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476 1 16428,'0'0'2624,"0"0"-1632,0 0 1001,0 0-633,-168 217-272,98-131-184,1 1-295,9-13-305,14-8-200,13-19-88,10-11-16,16-15-88,7-21-657,30 0-1487,10-6-3937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1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4825,'0'0'12363,"0"0"-9723,0 0-943,0 0-625,0 0-736,188-15-240,-135 15-96,-13 0-40,-17 0-1288,-13 6-2625,-10 0-3673</inkml:trace>
  <inkml:trace contextRef="#ctx0" brushRef="#br0" timeOffset="1">40 250 13435,'0'0'2672,"0"0"369,0 0-792,0 0-889,0 0-736,0 0-528,215-8-96,-125-28-1432,-21 0-2561,-13 3-7426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1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1 134 6969,'0'0'5371,"0"0"-2610,0 0-356,0 0-432,32 28-758,22 17-412,34 21-803,-82-61 55,1-1-1,-1 0 1,1-1 0,0 0 0,0 0 0,0 0 0,0-1 0,1 0 0,-1 0 0,1-1 0,-1 0 0,1 0 0,0-1 0,-1 0 0,1 0 0,-1-1-1,1 0 1,2-1-55,5 0 84,-6 1-50,-1-1 0,0-1 0,0 1 0,0-1 0,0-1 0,0 1 0,-1-1 0,0-1 0,1 0 0,-2 1-1,1-2 1,-1 1 0,1-1 0,-1 0 0,-1-1 0,1 1 0,-1-1 0,-1 0 0,1 0 0,-1-1 0,0 1 0,-1-1 0,0 0 0,0 0 0,0 0 0,-1 0 0,-1-1 0,1 1 0,-1 0 0,-1-1 0,1 1 0,-1-1 0,-1 1 0,0-1 0,0 1 0,-1-4-34,1 9 1,0 0 0,0 0 0,0 0 0,0 0 0,-1 1 0,1-1 0,-1 1 0,0-1 0,1 1 0,-1-1 0,0 1 1,0 0-1,-1 0 0,1 0 0,0 0 0,-1 0 0,1 1 0,-1-1 0,0 1 0,1 0 0,-1-1 0,0 1 0,0 0 0,-1 0-1,-11-2-54,0 0-1,0 0 0,-1 2 0,-11 0 55,-28-1-1511,0 3 0,1 3-1,-9 3 1512,-41 14-6709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2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5393,'0'0'11059,"0"0"-8267,0 0-1048,0 0-455,0 0-521,195 131-456,-155-75-184,-7-2-32,-7-9-88,-3-7 0,-6-11-16,-1-6 8,-6-18-1368,0-3-2449,-6 0-4193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2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1 14683,'0'0'4113,"0"0"-3377,0 0 1825,-133 160-1337,74-88-480,6-1-328,7-5-248,6-10-160,13-11-8,11-15-48,9-13-896,7-17-1520,7 0-281,19-14-2512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2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12755,'0'0'3801,"0"0"-3017,0 0 376,0 0-720,224 3-440,-174 3-296,0 3-896,-17-6-3041,-13 0-7314</inkml:trace>
  <inkml:trace contextRef="#ctx0" brushRef="#br0" timeOffset="1">136 218 2497,'0'0'9738,"0"0"-6962,0 0-463,0 0-1121,0 0-184,0 0-56,0 0-584,156 48-368,-70-66-224,-17-3-2320,-13-3-4066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3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13619,'0'0'1704,"0"0"1,0 0 700,6 26-808,2 5-1042,1 0-1,9 17-554,-16-44 46,0 0-1,0 0 0,0 0 1,1 0-1,0-1 0,0 1 1,0-1-1,0 0 0,0 0 1,1 0-1,0 0 0,-1-1 1,1 1-1,0-1 0,0 0 1,0 0-1,0-1 0,1 1 1,-1-1-46,8 2 97,-1-1 0,1 0-1,0-1 1,0 0 0,8-1-97,-6 0 73,-4 1-52,0-1 1,0-1-1,-1 1 0,1-1 0,0-1 0,-1 0 0,1 0 0,-1-1 0,0 0 1,8-5-22,-12 6 7,-1-1 0,0 0 0,-1 0 0,1 0 0,-1 0 0,1-1 0,-1 1 1,0-1-1,0 0 0,0 0 0,-1 0 0,0 0 0,1-1 0,-1 1 1,-1-1-1,1 1 0,-1-1 0,0 0 0,0 1 0,0-1 0,0 0 0,-1-4-7,1 4 17,-1-1-1,1 0 0,-1 0 1,-1 1-1,1-1 0,-1 0 1,0 0-1,0 1 0,-1-1 0,1 1 1,-1-1-1,0 1 0,-1 0 1,-2-4-17,1 4 24,0 0-1,0 0 1,-1 1 0,1 0 0,-1 0 0,0 0 0,0 0 0,-1 1 0,1 0 0,-1 0-1,0 1 1,0-1 0,-3 0-24,-1 0-1,0 0 0,0 0 0,0 1 0,0 0 1,-6 1 0,-14 0-2804,30 2-2906,0 7-4236</inkml:trace>
  <inkml:trace contextRef="#ctx0" brushRef="#br0" timeOffset="1">537 227 18244,'0'0'3729,"0"0"-2665,0 0-240,0 0-824,0 0-1408,0 0-3697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3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45 12019,'0'0'1592,"0"0"-579,0 0-150,0 0-472,0 0-276,23-7-73,35-14-15,-33 9 27,-25 12-50,0 0 0,-1 0 0,1 0 0,0 0 0,0 0 1,0 0-1,0 0 0,0 0 0,0 0 0,0 0 0,0-1 0,0 1 1,0 0-1,-1 0 0,1 0 0,0 0 0,0 0 0,0 0 0,0 0 1,0-1-1,0 1 0,0 0 0,0 0 0,0 0 0,0 0 0,0 0 1,0 0-1,0-1 0,0 1 0,0 0 0,0 0 0,0 0 0,1 0 0,-1 0 1,0 0-1,0-1 0,0 1 0,0 0 0,0 0 0,0 0 0,0 0 1,0 0-1,0 0 0,0 0 0,0 0 0,1 0-4,-19 0 274,0 0-1,1 2 1,-1 0-1,1 1 1,0 1-1,0 1 0,0 0 1,-11 5-274,19-6 111,1 1 0,-1 0 0,1 0 0,0 0-1,1 1 1,-1 0 0,1 0 0,1 1 0,-1 0 0,1 0 0,0 1 0,1-1 0,-1 1 0,2 1-1,-1-1 1,-2 8-111,-6 35 191,13-49-186,-1 0 0,1 1 0,0-1 1,0 0-1,0 0 0,0 1 1,0-1-1,0 0 0,1 0 0,-1 0 1,1 1-1,-1-1 0,1 0 1,0 0-1,0 0 0,0 0 1,0 0-1,0 0 0,1 0 0,-1 0 1,2 1-6,7 3 27,0-1 0,0 0 1,1 0-1,0-1 0,0 0 1,9 2-28,-9-3 2,0 0 1,0 1 0,0 0-1,0 1 1,-1 0 0,8 6-3,-15-9 4,0 1 0,0 0 0,0 0 0,0 0 0,0 0 0,-1 0 0,1 1 0,-1-1 0,0 1 0,0 0 0,-1-1 1,1 1-1,-1 0 0,0 0 0,1 0 0,-2 0 0,1 0 0,0 0 0,-1 1 0,0-1 0,0 3-4,0-4 51,0-1 1,-1 1-1,1 0 0,0-1 0,-1 1 0,0-1 1,1 1-1,-1-1 0,0 0 0,0 1 0,0-1 1,-1 0-1,1 1 0,-1-1 0,1 0 0,-1 0 1,0 0-1,1-1 0,-3 3-51,0-1 80,-1 0 0,0 0-1,0 0 1,1-1 0,-2 0 0,1 0 0,0 0-1,0 0 1,-4 0-80,-15 2-487,-1-1 0,1-2-1,-1 0 1,-5-1 487,14 0-997,-23 0-3508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9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0 15755,'0'0'1937,"0"0"-1129,0 0 88,0 0 440,-53 202-95,34-118-121,2-1-232,7-9-352,10-14-336,0-12-64,7-19-88,29-14-48,50-15-552,-10-9-2200,-3-21-4778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20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5 155 18228,'0'0'1870,"0"0"-730,0 0-536,-2 28-333,0 6-209,2-1 1,2 18-63,-2-47 6,1-1 0,-1 1 0,1-1 0,0 0-1,0 0 1,0 0 0,1 1 0,-1-1 0,1 0 0,0-1 0,0 1 0,0 0-1,0 0 1,0-1 0,1 1 0,-1-1 0,1 0 0,-1 0 0,1 0 0,0 0-1,0 0 1,0 0 0,0-1 0,2 1-6,4 1 27,1 0 0,-1-1-1,1 0 1,-1-1 0,1 0 0,7 0-27,-13-1 11,12 1 23,-1 0-1,1-1 0,-1-1 0,1-1 0,-1 0 0,1-1 0,11-4-33,-21 5 16,0 0-1,0-1 1,-1 0-1,1 0 1,-1 0-1,1-1 1,-1 0-1,0 0 1,0 0-1,-1-1 1,1 1-1,-1-1 1,0 0-1,-1-1 1,1 1-1,-1-1 0,0 1 1,0-1-1,0 0 1,0-3-16,2-7 290,-1 0 0,0 1 0,-1-1-1,-1-1 1,0 1 0,-1-8-290,-1 17 126,0 1 0,0-1 0,-1 1 0,1-1 0,-1 1 0,-1-1 0,1 1 0,-1 0 0,-1 0 0,1 0 0,-1 0 0,0 0 0,0 0 0,0 1 0,-1-1 0,0 1 0,0 0-126,0 0 24,-1 1-1,1 0 1,-1 1 0,0-1 0,1 1 0,-1 0-1,-1 0 1,1 1 0,0-1 0,-1 1 0,1 0 0,-1 1-1,0-1 1,0 1 0,1 0 0,-1 1 0,0-1-1,0 1 1,0 0 0,0 1 0,0-1-24,5 1-152,0-1 0,0 0 0,0 1 0,0-1 0,0 0 0,0 1 1,0-1-1,0 1 0,0 0 0,0-1 0,0 1 0,0 0 0,1-1 0,-1 1 0,0 0 0,1 0 1,-1-1-1,0 1 0,1 0 0,-1 0 0,1 0 0,0 0 0,-1 0 0,1 0 0,0 0 0,-1 0 1,1 0-1,0 0 0,0 0 0,0 1 152,-1 18-6345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20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0 15603,'0'0'2545,"0"0"-313,0 0 769,-40 161-1841,27-101-832,3-7-232,0-5-88,3-10-8,4-8-832,3-9-2160,0-12-2930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20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56 11282,'0'0'1257,"0"0"-222,35-8 452,111-25-338,-61 20-312,-78 13-430,-33 0-32,-16 0 76,12-2 29,0 3 0,0 0 0,0 2 0,-23 5-480,44-6 56,1 1 0,-1 0 0,1 0 0,0 0-1,-1 1 1,2 0 0,-1 1 0,0 0-1,1 0 1,0 1 0,0-1 0,1 2 0,-1-1-1,1 1 1,1 0 0,-1 0 0,1 0 0,-1 3-56,5-9 6,0 1 0,-1 0 0,1 0 0,0-1 0,0 1 0,0 0 0,0 0 0,0 0 0,1 1 0,-1-1 0,1 0 0,-1 0 0,1 0 0,0 0 0,0 1 0,0-1 0,0 0 0,0 0 0,0 0 0,1 0 0,-1 1 0,1-1 0,-1 0 0,1 0 0,0 0 0,0 0 0,0 0 0,0 0 0,0 0 0,0-1 0,1 1 0,-1 0 0,0-1 0,1 1-6,6 4 20,0-1-1,0-1 0,0 0 1,0 0-1,1 0 1,-1-1-1,7 1-19,20 9 12,-24-8-11,-1 0 0,0 0 0,0 1 0,0 1 0,-1 0 0,0 0 0,-1 0 0,1 1 0,1 4-1,-6-8 1,0 1-1,0 0 0,-1 0 0,1 1 0,-1-1 1,-1 1-1,1 0 0,-1-1 0,0 1 0,0 0 1,-1 0-1,0 1 0,0-1 0,0 0 0,-1 0 1,0 0-1,0 1 0,-1 0 0,0-5 63,0 0 1,0 0-1,0 0 0,0-1 1,-1 1-1,1 0 1,0 0-1,-1-1 0,0 1 1,1-1-1,-1 1 0,0-1 1,0 0-1,0 0 1,0 0-1,0 0 0,0 0 1,0 0-1,0 0 0,-2 0-63,-54 17 1359,44-14-1035,-90 19-792,172-60-6043,-19 8-1892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21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 14227,'0'0'4033,"0"0"-2069,0 0-929,0 0 4,6 34 184,2 7-790,1 2 166,-2 1-1,-2 0 0,0 36-598,-5-62 163,1 31 442,-2 0 1,-5 36-606,4-71-2,-1 1-1,0-1 1,-1 0 0,0 1-1,-1-2 1,-1 1 0,0-1 0,-1 0-1,0 0 1,-1 0 0,-3 2 2,5-10-729,6-9-512,6-14-761,21-21-2869,11-8-3766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21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9026,'0'0'5553,"0"0"-2752,0 0-808,0 0-588,0 0-654,30-4-437,95-12-159,-123 15-152,0 1 0,0-1 0,1 1 0,-1-1 1,0 1-1,0 0 0,1 0 0,-1 0 0,0 0 0,0 0 0,0 1 0,1-1 0,-1 1 0,0-1 1,0 1-1,0 0 0,0 0 0,0 0 0,0 0 0,0 0 0,0 0 0,0 0 0,-1 1 1,1-1-1,0 1 0,-1-1 0,1 2-3,-1 0 0,0 0 1,0 1-1,0-1 1,-1 0-1,0 0 1,0 1-1,0-1 1,0 0 0,0 0-1,0 0 1,-1 1-1,0 2 0,-2 11 26,3-11-15,-1 0 0,0 0 0,0 0-1,-1 0 1,0 0 0,0 0 0,0 0 0,-1-1 0,0 1-1,0-1 1,0 0 0,-2 2-11,-54 58 74,46-53-71,1 1 1,1 0-1,0 0 0,0 1 0,-1 5-3,11-19 2,1 1 0,-1 0 1,0 0-1,1 0 0,-1-1 0,1 1 0,-1 0 0,1 0 1,-1 0-1,1 0 0,0 0 0,-1 0 0,1 0 1,0 0-1,0 0 0,0 0 0,0 0 0,0 0 0,0 0 1,0 0-1,0 0 0,0 0 0,0 0 0,0 0 0,1 0 1,-1 0-1,0 0 0,1 0 0,-1 0 0,1 0 0,-1 0 1,1 0-1,0 0 0,-1 0 0,1-1 0,0 1 0,-1 0 1,1 0-1,0-1 0,0 1 0,0-1 0,0 1 0,0-1 1,-1 1-1,1-1 0,0 1 0,0-1 0,0 0 1,0 0-1,0 1 0,1-1-2,8 1 49,0 0 1,0 0 0,0-1-1,0 0 1,5-2-50,5 1 35,98 1-131,-69 0-5072,-28 0-1846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23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14195,'0'0'2321,"0"0"671,0 0-895,0 0-953,0 0-368,0 0-392,195-33-240,-119 24-80,-10 3-64,-10 6 0,-16 0-288,-17 0-1136,-10 12-2369,-13 6-2464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24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12963,'0'0'1904,"0"0"233,0 0-921,199-24-792,-123 18-280,-7 6-104,7 0-40,-16 0-736,-17 9-3953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4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 16396,'0'0'2200,"0"0"-240,0 0-151,0 0-817,218-18-392,-152 9-360,-6-3-152,-1 0-80,-2 0-8,-8 0-864,-16 6-3281,-13 3-4577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5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15899,'0'0'1729,"0"0"-1601,0 0-128,175 0-40,-82 0-944,-17 6-881,-16-3-815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7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 12467,'0'0'1687,"0"0"-1016,0 0-406,0 0 124,0 0 95,0 0-73,17 15 8,2 2-138,0 0-1,14 18-280,-31-31 94,0 0-1,0 0 1,0 0-1,0 0 1,0 1-1,-1-1 1,0 0-1,0 1 0,0-1 1,0 0-1,-1 1 1,0-1-1,0 1 1,0-1-1,0 1 1,-1-1-1,0 1 1,0-1-1,0 0 0,0 1 1,-1-1-1,0 0 1,1 0-1,-1 0 1,-1 0-1,0 1-93,3-4 35,-22 39 566,-2 0 1,-2-2-1,-1-1 0,-21 22-601,-10 14 245,-38 56-60,162-133 2220,-15 1-2132,-29 3 9,0-1 1,-1-1-1,1-1 0,-1-1 1,1 0-1,-1-2 0,9-4-282,-24 2-2754,4-6-730,52-12-5029,-29 11-2236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7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 6145,'0'0'9474,"0"0"-7945,0 0-649,0 0 1080,-132 214-575,95-125-329,18 1-264,12-10-400,7-17-232,20-13-88,23-14 0,10-15-24,6-9-48,11-6 0,36-6-1144,-17 0-2537,-10-6-4033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7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21 141 14443,'0'0'1759,"0"0"-621,0 0 334,0 0-249,-3 31-391,-11 100-46,13-124-695,0 0 0,0 0 0,1 0 1,0 0-1,0 1 0,1-1 0,0 0 0,0 0 1,0 0-1,1 0 0,0 0 0,0 0 1,1 0-1,0-1 0,0 1 0,4 4-91,-3-8 48,0 0 0,0 0 0,0 0-1,0 0 1,1 0 0,-1-1 0,1 0-1,0 0 1,0 0 0,0-1 0,-1 0-1,2 0 1,-1 0 0,0 0 0,0-1 0,0 0-1,0 0 1,0 0 0,0-1-48,4 1 31,0 0 0,0-1 0,0 0 0,-1-1-1,1 0 1,0 0 0,-1-1 0,0 0 0,0-1 0,0 0 0,0 0 0,0 0 0,-1-1 0,0 0 0,0-1 0,0 0 0,-1 0 0,1 0-1,-1-1 1,-1 0 0,1 0-31,0-3 39,0 0 0,0 0 0,-1-1 0,0 0 0,0 0 0,-1 0 0,-1 0 0,0-1 0,-1 1 0,0-1 0,-1 0 0,0 0 0,0 1-1,-2-1 1,0-8-39,-1 12 80,0 1 0,0-1 0,-1 1 0,0 0 0,0 0 0,-1 0-1,0 1 1,0-1 0,-1 1 0,1 0 0,-1 0 0,-1 1 0,1-1 0,-1 1-1,0 0 1,0 1 0,0-1 0,-1 1 0,1 0 0,-2 1-80,-11-8 65,-1 1 1,0 2 0,0 0-1,-1 0 1,0 2-1,-12-1-65,32 6-57,0 1-1,0 0 0,0-1 0,0 1 1,0 0-1,0 0 0,0 0 0,0 0 1,0 0-1,0 0 0,-1 0 0,1 0 0,0 0 1,0 1-1,0-1 0,0 0 0,0 1 1,0-1-1,0 0 0,0 1 0,0 0 58,1-1-131,-1 1-1,1 0 1,0-1 0,0 1-1,0 0 1,0-1-1,0 1 1,0 0 0,0-1-1,0 1 1,0-1 0,0 1-1,0 0 1,0-1-1,0 1 1,1 0 0,-1-1-1,0 1 1,0-1-1,1 1 1,-1 0 0,0-1-1,1 1 1,-1-1 131,29 34-6605,4-6-3187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8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0 14979,'0'0'2385,"0"0"-41,0 0 457,0 0-1281,-79 200-696,59-147-496,3-5-224,7-7-88,7-5-16,3-9-720,0-21-904,20-6-2113,6 0-896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8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91 13419,'0'0'2086,"0"0"-513,30-13-43,7-4-1182,0 0-27,1 2 0,23-6-321,-53 17 68,-11 2-20,-26 1 14,-45 6 77,56-1 15,1 0-1,0 1 1,0 0 0,0 2 0,1 0-1,0 0 1,0 2 0,-9 6-154,20-12 21,0 0-1,1 1 1,-1-1 0,1 1 0,0 0 0,0 0 0,0 0 0,0 1-1,1 0 1,0-1 0,0 1 0,0 0 0,0 1 0,1-1 0,0 0-1,0 1 1,0-1 0,1 1 0,0-1 0,0 1 0,0 0 0,1 0-1,0-1 1,0 1 0,0 0 0,1 0 0,0-1 0,0 4-21,1-6 4,-1 1 1,1-1 0,-1 0 0,1 0 0,0-1-1,0 1 1,0 0 0,0 0 0,0-1 0,1 0-1,-1 1 1,1-1 0,0 0 0,0 0-5,48 29 9,-17-12 5,-26-14 6,0 0-1,-1 0 0,1 1 1,-1 0-1,0 1 0,-1-1 0,1 1 1,-1 1-1,-1-1 0,0 1 1,0 0-1,0 0 0,-1 0 1,0 1-1,0 0 0,-1 0 1,0 0-1,-1 0 0,0 0 0,-1 0 1,0 0-1,0 1 0,0 4-19,-2-12 97,0 0 0,0 0-1,0 1 1,0-1-1,0 0 1,0 0-1,0-1 1,-1 1-1,1 0 1,-1 0 0,1-1-1,-1 1 1,0-1-1,0 1 1,0-1-1,1 0 1,-1 0 0,0 1-1,-1-1 1,1-1-1,0 1 1,0 0-1,0 0 1,0-1-1,-1 0-96,-65 18 868,59-16-801,-23 5 24,16-3-129,0 0-1,0-2 0,0 0 0,-5 0 39,21-4-366,0 0-1,0 0 1,0 1-1,0-1 1,0 0-1,0 0 1,0 1-1,1-1 1,-1 0-1,1 0 1,-1 1-1,1-1 1,0 0-1,0 1 1,0-1-1,0 0 367,17-16-6465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8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14859,'0'0'3656,"0"0"-1461,0 0-1024,0 0-164,30 40 73,-30-40-1080,123 173 957,-115-161-853,0 1-1,-1 1 0,0-1 0,-2 1 0,1 0 1,-2 1-1,0-1 0,0 1 0,-2 0 0,0 0 1,0 0-1,-2 15-103,1-9 107,1 18 108,-1 0-1,-3 1 1,-1-1 0,-3 9-215,2-30-49,0 0-1,-1-1 1,0 1 0,-2-1-1,0 0 1,-1 0-1,0-1 1,-1 0 0,-1-1-1,-2 1 50,4-8-85,1-2-1813,5-3-5143,2-3-1025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19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16107,'0'0'3113,"0"0"-1032,0 0-969,0 0-768,0 0-208,225-6-64,-159 0-16,-7-3-40,1 0-16,19 0-528,-9 3-3457,-14-3-7129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1:27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5537,'0'0'1761,"0"0"-873,0 0 480,0 0-656,0 0-224,0 0 384,0 0 441,56-27-457,-46 21-224,0-2-248,6 2-224,4-3-88,13 0-64,4-3 0,9 0-8,14 0-288,-11 3-1088,-6 6-2697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13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444 475 11450,'0'0'5756,"0"0"-2634,0 0-604,0 0-557,0 0-822,-1-18-493,-1-16-418,2 0 0,1 0-1,2 0 1,3-7-228,4-22 458,-2-1 0,-3 1 0,-2-27-458,7 239-35,-20 290 149,6-304-105,4-123-34,0 0 0,-1 0 0,-1 0 0,0 0 0,0 0 0,-2 0 0,1-1 0,-1 1-1,-1 0 26,2-8-82,1 0-1,-1 0 0,0 0 1,0 0-1,0-1 0,0 0 1,0 1-1,-1-1 0,0 0 1,0-1-1,1 1 0,-1-1 1,-1 1-1,1-1 0,0 0 1,-1-1-1,1 1 0,-1-1 0,1 0 1,-1 0-1,1 0 0,-1-1 1,0 1-1,-2-1 83,-256 1-8527,175-2 14584,146 1-5621,45 1-289,0-5 1,52-10-148,93-32-4358,-137 20-2969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14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12 5497,'0'0'9582,"0"0"-5624,0 0-2561,30-2-593,8 0-653,47-4 147,9 5-298,80 1 1279,-404 0 156,-3 0-2972,266 0-3477,9 0-4506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19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0 13731,'0'0'1779,"0"0"-153,-5 34 222,-13 111-765,17-139-1018,1 0 1,-1-1-1,1 1 1,0 0-1,1 0 1,-1 0-1,1 0 1,0 0-1,1 0 1,-1 0-1,1-1 1,1 1-1,-1-1 0,1 1 1,-1-1-1,2 0 1,-1 0-1,0 0 1,1 0-1,0-1 1,0 0-1,1 1 1,-1-1-1,1-1 1,0 1-1,-1-1 1,2 0-1,-1 0 0,0 0 1,5 1-66,8 2 278,1-1 0,1-1-1,-1 0 1,0-2 0,1 0 0,-1-1 0,14-2-278,-16 1 149,-1-1 1,0 0-1,0-1 1,0-1-1,0 0 1,-1-2-1,1 0 1,-1 0-1,0-1 1,-1-1-1,7-4-149,-14 7 79,-1-1 0,1 1-1,-1-1 1,-1 0 0,1-1-1,-1 1 1,0-1 0,0 0-1,0 0 1,-1-1 0,0 0-1,0 1 1,-1-1 0,1-1-1,-2 1 1,1 0 0,-1-1-1,0 1 1,-1-1 0,0 1 0,0-1-1,0 0 1,-1 0 0,0-3-79,-1 8 49,1 0 0,0 0 0,-1 1 0,0-1 0,0 0 0,0 1 1,0-1-1,0 1 0,0-1 0,0 1 0,-1-1 0,1 1 0,-1 0 1,0 0-1,0 0 0,0 0 0,0 0 0,0 0-49,-3-2 67,-1 0-1,0 0 0,0 0 1,0 1-1,0 0 0,-1 0 1,-4 0-67,-9-3 62,0 1 1,-1 0 0,1 2 0,-15 0-63,27 2-180,-38-1 481,35 5-1127,25 6-1824,23 4-598,8-3-2182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19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0 17052,'0'0'3864,"0"0"-935,0 0-1377,0 0-743,-159 205-465,126-145-152,3-1-120,11-8-72,5-9 0,11-16-240,6-26-681,30 0-1415,7-26-2953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20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13947,'0'0'2374,"0"0"-628,34-6 361,108-18-1038,-131 22-1019,0 0 0,0 1 0,0 0-1,1 0 1,-1 1 0,0 1 0,0 0 0,0 1-1,7 1-49,-16-1 30,1-1 0,-1 0 0,1 1 0,-1 0 0,0 0 0,0 0 0,1 0 0,-1 0 0,0 0 0,-1 0 0,1 1 0,0-1 0,-1 0 0,1 1 0,-1 0 0,0-1 0,0 1 0,0 0 0,0 0 0,-1-1 0,1 1 0,-1 0 0,1 0 0,-1 0 0,0 0 0,0 0 0,0 0 0,-1-1 0,1 2-30,-1 5 193,0 0 0,0 0 0,-1 0 0,0 0 0,0-1 0,-1 1 0,0-1 0,-1 1 0,0-1 0,0 0 0,-1 0 0,0-1-1,-1 2-192,-15 18 416,-2 0-1,-23 20-415,-5 7 199,35-36-179,2 0-1,0 0 1,-10 20-20,21-33 35,0 0 1,0 1-1,1-1 0,-1 1 1,1 0-1,1-1 0,-1 1 0,1 0 1,0 0-1,0 0 0,1 0 0,0 0 1,0 0-1,0 0 0,1 0 0,0 0 1,1 4-36,-1-9 35,0 1 0,0-1 0,0 0 0,0 0 0,1 1 0,-1-1 0,0 0 0,1 0 0,-1 0 1,1-1-1,-1 1 0,1 0 0,-1 0 0,1-1 0,0 1 0,-1-1 0,1 0 0,0 1 0,-1-1 0,1 0 1,1 0-36,44 4 359,-39-4-292,19 2-312,-1-1-1,1-2 1,-1 0 0,0-2 0,1-1 0,-2 0 0,1-2 0,0-2 0,-1 0-1,0-1 246,45-27-4571,-9 3-5397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20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50 12483,'0'0'2526,"0"0"-739,0 0-322,31-7-727,102-21-468,-119 24-233,1 2-1,0 0 0,-1 0 1,1 2-1,4 0-36,1 0 401,-67-2 866,19 0-896,-1 1 0,1 2-1,-16 2-370,38-3 48,1 1 0,-1 0 0,1 0-1,-1 0 1,1 1 0,0 0 0,0 0-1,0 0 1,0 0 0,0 1 0,0 0-1,1 0 1,-1 0 0,1 1 0,0-1-1,0 1 1,0 0 0,0 0 0,1 1-1,-1 1-47,1-2 31,1 0 1,0 0-1,1 1 0,-1-1 0,1 1 0,0-1 0,0 1 0,0-1 0,1 1 1,-1 0-1,1 0 0,0-1 0,1 1 0,-1 0 0,1-1 0,0 1 1,0-1-1,0 1 0,1-1 0,0 1 0,-1-1 0,2 0 0,-1 0 0,0 0 1,1 0-1,0 0 0,0 0 0,0-1 0,2 3-31,56 29 116,-44-26-113,0 0 1,-1 1-1,-1 1 0,1 1 1,-1 0-4,-11-8 11,0 0 0,0 1 0,0-1 0,-1 1 0,1 0 0,-1 0 0,0 0 0,-1 0 0,1 1 0,-1-1 0,0 1 0,-1-1 0,1 1 0,-1 0 0,0 0 0,0-1 0,-1 1 0,0 3-11,-1-5 114,1 0 1,-1 0-1,-1-1 0,1 1 1,0 0-1,-1-1 1,0 1-1,0-1 0,0 1 1,0-1-1,-1 0 0,1 0 1,-1 0-1,0 0 1,0 0-1,0-1 0,0 1 1,0-1-1,0 0 1,-1 0-1,1 0 0,-1 0 1,0-1-1,1 1 0,-1-1 1,0 0-115,-11 4 234,-1 1 0,0-2 0,0-1 1,0 0-1,-15 1-234,15-3 114,-2 2-87,0-2 0,0 0 0,0-1 0,0-1 0,0-1 0,0 0 0,0-1 1,-13-5-28,30 8-43,1 0 0,-1 0 0,1 0 0,-1-1 0,1 1 0,-1 0 0,1 0 0,-1-1 0,1 1 0,0 0 0,-1-1 0,1 1 0,-1 0 0,1-1 1,0 1-1,-1-1 0,1 1 0,0-1 0,0 1 0,-1-1 0,1 1 0,0-1 0,0 1 0,0-1 0,-1 1 0,1-1 0,0 1 0,0-1 1,0 1-1,0-1 0,0 1 0,0-1 0,0 1 0,0-1 0,0 1 0,1-1 0,-1 1 0,0-1 0,0 1 0,0-1 0,1 1 0,-1-1 1,0 1-1,0-1 0,1 1 0,-1-1 0,0 1 0,1 0 0,-1-1 0,1 1 0,-1 0 0,0-1 0,1 1 0,-1 0 0,1-1 0,-1 1 0,1 0 1,-1 0-1,1 0 0,-1 0 0,1-1 0,-1 1 0,1 0 43,37-19-1585,-34 17 1176,58-23-4599,4-1-1962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21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16820,'0'0'4945,"0"0"-3753,0 0 600,0 0-856,0 0-599,205 0-225,-152 0-112,-10 0-40,-4 0-753,-9 0-1895,-17 3-3489</inkml:trace>
  <inkml:trace contextRef="#ctx0" brushRef="#br0" timeOffset="1">93 197 10786,'0'0'6346,"0"0"-4650,0 0 1057,0 0-1577,0 0-488,0 0 120,0 0-432,176 9-240,-110-12-136,50-15 0,-17 3-1384,3 3-4817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21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0 15371,'0'0'3390,"0"0"-1379,0 0 27,0 0-533,0 0-643,-24 33-299,-73 106-120,94-135-422,0 1-1,1-1 1,-1 1 0,1 0-1,0 0 1,1 0 0,-1 0 0,1 0-1,0 0 1,0 0 0,0 1-1,1-1 1,0 4-21,0-6 8,1 0-1,0-1 1,-1 1-1,1 0 1,0-1-1,0 1 1,0-1-1,1 1 1,-1-1-1,1 0 0,-1 1 1,1-1-1,0 0 1,0 0-1,0 0 1,0 0-1,0-1 1,0 1-8,6 3 14,0-1 1,0 0 0,0-1-1,0 0 1,0 0-1,1 0 1,0-1-1,-1-1 1,1 1-1,5-1-14,1 0 8,0 1-1,0-2 1,0 0-1,0-1 1,0-1-1,0 0 0,0-1 1,0 0-1,0-2-7,-10 4 23,-1-1-1,0 0 1,0 0-1,0 0 0,0-1 1,0 0-1,0 1 1,-1-1-1,1 0 1,-1-1-1,0 1 1,0-1-1,0 1 0,0-1 1,-1 0-1,0 0 1,1 0-1,-2 0 1,1-1-1,0 1 1,-1 0-1,0-1 0,0 1 1,0-1-1,0 0 1,-1 1-1,0-1 1,1 1-1,-2-1 1,0-4-23,0 3 93,0 1 1,-1 0 0,0 0-1,0 0 1,0 0-1,-1 0 1,0 0 0,0 1-1,0-1 1,0 1 0,-1 0-1,1 0 1,-1 0 0,0 0-1,-3-1-93,-68-52 410,73 56-415,-8-4-119,9 5-3157,1 0-3456,13 13-7082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21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 11346,'0'0'9322,"0"0"-7529,0 0 175,-73 151-311,43-82-1129,-3 2-352,3-2-104,4-7-72,6-11-80,7-15-400,13-31-865,6-5-1335,24 0-6106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22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13235,'0'0'3703,"0"0"-1714,0 0-474,0 0-462,0 0-155,18 35 179,17 33 84,1 12-1161,-32-69 119,0 0 1,-1 0-1,0 0 1,-1 1 0,0-1-1,0 0 1,-2 1-1,1 0 1,-1-1 0,-1 1-1,-1 7-119,0 4 165,-2 4 20,-1 0 0,-1 0 0,-1-1 0,-8 21-185,6-25-486,2 1 0,1-1 0,1 2 1,0-1-1,2 1 0,0 9 486,3-33-99,1 0 0,-1 0-1,0 1 1,0-1 0,0 0 0,1 0 0,-1 0 0,0 0 0,0 0 0,1 1 0,-1-1 0,0 0-1,0 0 1,1 0 0,-1 0 0,0 0 0,0 0 0,1 0 0,-1 0 0,0 0 0,0 0-1,1 0 1,-1 0 0,0 0 0,0 0 0,1 0 0,-1 0 0,0 0 0,0 0 0,1 0-1,-1-1 1,0 1 0,0 0 0,1 0 0,-1 0 0,0 0 0,0 0 0,0-1 0,1 1 0,-1 0-1,0 0 1,0 0 0,0-1 0,0 1 0,0 0 99,13-9-1979,4-13-4252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22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1816,'0'0'16668,"0"0"-12435,0 0-2657,0 0-472,0 0-808,0 0-207,0 0-89,205-60-361,-132 39-823,-10-2-2809,-10 2-3712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22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45 11690,'0'0'1966,"0"0"-243,0 0 350,0 0-606,0 0-632,32-7-181,7-4-484,-11 3-33,-1 2 1,1 0-1,22 0-137,-79 6 1231,-56 1-708,76 0-484,0 0-1,0 0 1,0 1 0,0 1-1,0-1 1,0 1-1,1 1 1,0 0 0,-2 1-39,-5 4 103,0 0 1,1 2 0,0 0-1,-9 9-103,19-16 29,1 0 0,-1 0 0,1 0 0,0 1 0,0-1 0,0 1 0,0 0 0,1 0 0,0 0 0,0 0 0,0 0 0,1 1 0,0-1 0,0 0 0,0 1 0,0-1-1,1 1-28,0-2 4,1-1 0,0 0 0,-1 0 0,1 0 0,0 0 0,1 0 0,-1 0 0,0 0 0,1 0 0,0 0 0,-1 0 0,1-1 0,0 1 0,0-1 0,1 1 0,-1-1 0,1 0 0,-1 0 0,1 0-1,-1 0 1,1 0 0,0-1 0,1 1-4,14 7 16,1 0-1,0-1 0,12 3-15,16 6 45,-41-14-50,0 0 0,-1 1 0,1-1 0,-1 1 0,0 0 0,0 0 0,-1 0 0,1 1 0,-1 0 0,0 0 0,0 0 0,0 0 0,-1 1 0,0-1 0,0 1 0,0 0 0,-1 0 0,1 1 5,0 3 57,-1 0 0,0 0 0,-1 0 0,0 0 0,-1 0 0,0 0 0,0 0 0,-1 0 0,0 0 0,-1 0 0,-1 5-57,0-3 109,0 0-1,-1 0 1,0-1-1,-1 1 0,-1-1 1,1 0-1,-2 0 1,1-1-1,-1 0 1,-1 0-1,0 0 1,-1-1-1,1 0 0,-2-1 1,1 0-1,-1-1 1,0 1-1,-1-2 1,-7 4-109,13-8-6,-1 0-1,0 0 1,0-1 0,0 0 0,0 0 0,0 0 0,0-1 0,0 0 0,0 0 0,0 0-1,0-1 1,0 0 0,0 0 0,0-1 0,-5-1 6,-6-4-1234,1-1 1,0 0-1,1-1 1,-10-8 1233,-7-3-4728,-8-7-5182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23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25 8754,'0'0'2920,"0"0"-975,0 0-137,0 0-1128,0 0-39,0 0 599,0 0 488,-14 15 169,14-15-81,0 0-384,30 0-808,13 0-359,10-9-177,3 0-80,-3 0-8,7 3-1113,-17 3-2960,-10 0-4864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29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15251,'0'0'4689,"0"0"-2952,0 0 375,0 0-1216,235-12-608,-162 6-176,-7 0-112,-10 3-56,-13 0-448,-10 3-1120,-10-3-2545,-16 3-4713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29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16772,'0'0'4785,"0"0"-3401,0 0-320,0 0-760,238-36-304,-145 21-328,49-9-1384,-26 6-2689,-7 0-9730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30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40 9898,'0'0'4768,"0"0"-2277,31-6-369,101-20-702,-120 23-1285,1 1-1,-1 1 1,1 0-1,0 0 1,-1 1-1,1 1 1,8 1-135,-20-2 4,1 1 0,-1-1 0,1 0 0,-1 1-1,1-1 1,-1 1 0,1 0 0,-1 0 0,0-1 0,1 1 0,-1 0 0,0 0 0,0 0 0,0 0 0,0 0 0,0 1 0,0-1 0,0 0 0,0 0 0,0 1 0,0-1 0,-1 1 0,1-1 0,-1 0 0,1 1 0,-1-1 0,1 1 0,-1-1 0,0 1 0,0 0 0,0-1 0,1 1 0,-2-1 0,1 1 0,0 0-4,0 2 12,-1-1 1,1 1 0,-1 0-1,0-1 1,0 1 0,0 0-1,0-1 1,-1 1 0,1-1 0,-1 0-1,0 1 1,0-1 0,0 0-1,-1 0 1,0 1-13,-10 7 103,0-1 0,0-1 0,-1 0 0,-1 0 1,0-1-1,0-1 0,-4 1-103,-114 38 829,146-45 57,56 5-719,-62-5-162,0 0 0,0 1 0,1 0 0,-1 0 0,-1 0 0,1 1 0,0 0 0,0 0 0,-1 0-5,-2 1 11,0 0 0,0 0 1,0 0-1,0 0 1,-1 0-1,0 1 0,0-1 1,0 1-1,-1 0 1,1 0-1,-1 0 0,0 0 1,0 5-12,-1-7 15,0 0-1,0 1 1,0-1 0,-1 1 0,0-1 0,0 0 0,0 1-1,0-1 1,0 1 0,-1-1 0,1 0 0,-1 1 0,0-1-1,0 0 1,-1 0 0,1 1 0,0-1 0,-1 0 0,0 0 0,0-1-1,0 1 1,0 0 0,0 0-15,-8 5 51,-1 0 0,1-1 0,-1 0 0,-1 0-1,1-1 1,-1-1 0,0 0 0,0 0 0,-1-1 0,1-1 0,-1 0-51,-23 4 150,-1-1 0,1-1 0,-13-2-150,16-2-8678,47-1 4665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30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15403,'0'0'3121,"0"0"-1129,0 0 465,0 0-1161,215 0-232,-119 0-7,13 0-161,0-3-296,-7-9-192,-12 3-240,-17 3-160,-17 3-8,-20 0-504,-16 3-808,-20 0-1425,0 3-2576,-13 9-3577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30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1 16548,'0'0'3984,"0"0"-2382,0 0-742,0 0-390,0 0-141,-27 30-21,-87 95-105,61-70-94,47-51-93,1 0-1,0 1 0,0 0 0,1 0 0,0 0 0,0 0 1,0 1-1,0 0 0,1-1 0,0 1 0,0 1 0,1-1 1,-2 5-16,4-11 31,0 1 0,0 0 0,0-1 1,0 1-1,0-1 0,0 1 0,0-1 1,0 1-1,0-1 0,0 1 0,1-1 1,-1 1-1,0-1 0,0 1 0,1-1 1,-1 1-1,0-1 0,0 1 0,1-1 1,-1 0-1,1 1 0,-1-1 0,0 0 1,1 1-1,-1-1 0,1 0 0,-1 1 1,1-1-1,-1 0 0,1 0 0,-1 1 1,1-1-1,-1 0 0,1 0 0,-1 0 1,1 0-1,-1 0 0,1 0 0,-1 0 1,1 0-1,-1 0 0,1 0-31,31 0 219,-22-1-73,59-2 20,0-4 0,0-3-1,-1-3 1,37-13-166,-88 18-1379,-15-4-3378,-1 2 1302,2-5-4023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2:31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17988,'0'0'4921,"0"0"-3033,0 0-391,0 0-945,0 0-336,0 0 192,7 161-48,-17-87-168,-16 0-96,-1-8-48,4-13-48,7-11 0,2-12-248,8-9-760,-1-12-1249,4-3-4648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15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60 13555,'0'0'2287,"0"0"-524,0 0-83,0 0-179,0 0-166,7 29-218,19 91-180,-24-112-809,-1-1 1,0 0 0,0 1 0,-1-1 0,0 0 0,-1 7-129,0-11 40,1-1 0,-1 0-1,1 0 1,-1 1 0,0-1-1,0 0 1,0 0 0,0 0 0,0 0-1,0 0 1,-1 0 0,1 0-1,0 0 1,-2 0-40,0 0 54,0 0 1,-1 0-1,1 0 1,0-1-1,-1 0 1,1 1-1,-1-1 1,0-1-1,1 1 0,-1 0 1,0-1-1,1 0 1,-1 0-1,0 0 1,1 0-1,-1-1 1,-2 0-55,5 1 12,-1-1 1,1-1 0,-1 1 0,1 0 0,0 0 0,-1 0-1,1-1 1,0 1 0,0-1 0,0 1 0,0-1-1,0 1 1,1-1 0,-1 1 0,0-1 0,1 0 0,-1 1-1,1-1 1,-1 0 0,1 0 0,0 1 0,0-1-1,0 0 1,0 0 0,0 0 0,0 1 0,0-1 0,1 0-13,4-57 70,-3 52-69,1 0 0,0 0 0,0 1 0,0-1 0,1 1 1,0-1-1,0 1 0,1 0 0,0 1 0,0-1 0,0 1-1,-1 1 0,0 0-1,0 1 1,0 0 0,0 0 0,0 0-1,1 0 1,-1 1 0,1-1 0,0 1 0,-1 0-1,1 1 1,0-1 0,0 1 0,0 0-1,0 0 1,1 1 0,-5 0 1,0 1 1,0-1-1,0 1 0,0-1 0,0 1 1,0 0-1,0-1 0,0 1 0,0 0 1,0 0-1,-1 0 0,1 0 0,0 0 1,0 0-1,-1 0 0,1 0 0,-1 0 1,1 0-1,-1 0 0,1 0 0,-1 0 1,0 0-1,0 1 0,1-1 0,-1 0 1,0 0-1,0 0 0,0 1 1,0-1-1,0 0 0,-1 0 0,1 0 1,0 1-2,-7 45 249,3-39-202,-1 1 0,0 0-1,0-1 1,-1 0 0,0 0 0,0-1 0,-1 1 0,0-2 0,-1 1-1,1-1 1,-1 0 0,0 0 0,-1-1 0,-3 2-47,12-7 6,-1 0 0,1 1 1,-1-1-1,0 0 0,1 0 1,-1 0-1,0 0 0,1 1 0,-1-1 1,0 0-1,1 0 0,-1 0 0,1 0 1,-1 0-1,0 0 0,1-1 1,-1 1-1,0 0 0,1 0 0,-1 0 1,1-1-1,-1 1 0,0 0 0,1-1 1,-1 1-1,1 0 0,-1-1 0,1 1 1,-1-1-1,1 1 0,-1 0 1,1-1-1,0 0 0,-1 1 0,1-1 1,0 1-1,-1-1 0,1 1 0,0-1 1,0 0-1,-1 1 0,1-1 1,0 1-1,0-1 0,0 0 0,0 1 1,0-1-1,0 0-6,0-40 110,1 28-93,-1 0-9,2 0 1,-1 0-1,2 0 0,0 0 0,0 1 1,1-1-1,0 1 0,4-5-8,-7 12 1,1 1-1,0 0 0,0-1 1,1 1-1,-1 0 0,1 1 1,0-1-1,0 0 0,0 1 1,0 0-1,1-1 0,-1 1 1,1 1-1,0-1 0,0 0 1,0 1-1,0 0 0,0 0 1,0 0-1,1 0 0,-1 1 1,1 0-1,-1 0 0,1 0 1,0 0-1,-3 1 1,0 1 1,-1-1-1,1 0 0,-1 1 1,1-1-1,0 1 1,-1 0-1,1 0 0,-1-1 1,0 1-1,1 0 1,-1 0-1,0 0 0,1 0 1,-1 0-1,0 1 1,0-1-1,0 0 1,0 1-1,0-1 0,0 0 1,0 1-1,-1-1 1,1 1-1,0-1 0,-1 1 1,1 0-1,-1-1 1,0 1-1,1-1 0,-1 1 1,0 0-1,0-1 1,0 1-1,0 0 1,-1-1-1,1 1 0,0 0 1,-1-1-2,1 6 59,-1 0 1,0-1 0,0 1-1,0 0 1,-1-1 0,0 0-1,0 1 1,-1-1 0,-3 5-60,2-4 43,-1 0 1,0-1-1,0 0 1,0 0-1,-1 0 1,0-1-1,0 0 1,0 0-1,-1 0 1,0-1-1,0 0 1,0 0-1,0-1 1,0 0-1,-1 0 0,1-1 1,-1 0-1,0 0 1,0-1-1,-1 1-43,8-3 11,0 1-1,0 0 0,0 0 0,0-1 1,0 1-1,0 0 0,0-1 1,0 1-1,0-1 0,0 0 0,0 1 1,0-1-1,1 0 0,-1 1 0,0-1 1,0 0-1,1 0 0,-1 0 0,0 1 1,1-1-1,-1 0 0,1 0 1,-1 0-1,1 0 0,0 0 0,-1 0 1,1 0-1,0 0 0,0-1 0,-1 1 1,1 0-1,0 0-10,-2-42 69,2 36-49,0-7-16,0 0 1,1 0-1,0 0 1,1 0 0,1 1-1,2-6-4,-5 17-3,1-1-1,0 1 1,0 0-1,0-1 1,0 1-1,0 0 1,1 0-1,-1 0 1,0 0-1,1 0 1,0 0-1,-1 0 1,1 0-1,0 1 1,0-1-1,0 1 1,0-1-1,1 1 1,-1 0-1,0 0 1,0 0-1,1 0 0,-1 0 1,0 0-1,1 1 1,-1-1-1,1 1 1,-1 0-1,1-1 1,-1 1-1,1 0 1,-1 1-1,1-1 1,-1 0-1,1 1 1,-1-1-1,1 1 1,-1 0-1,1 0 4,-2 0 2,0 0 0,0 0 0,0-1 0,0 1 0,-1 0 0,1 0 0,0 0 0,-1 0 0,1 0 0,-1 0 0,1 0 0,-1 0 0,1 0 0,-1 1 0,0-1 0,1 0 0,-1 0 0,0 0 0,0 0-1,0 0 1,0 1 0,0-1 0,0 0 0,0 0 0,-1 0 0,1 0 0,0 0 0,0 0 0,-1 1-2,0 1 26,1 1 0,-1-1 0,0 1 0,0-1 0,0 0 0,-1 1 0,1-1 0,-1 0 0,-1 2-26,-1-2-6,1 0-1,-1 0 1,0-1-1,0 1 1,0-1-1,-1 0 1,1 0-1,0-1 1,-1 1-1,0-1 1,1 0-1,-1 0 1,0 0-1,1-1 1,-1 1-1,-3-1 7,8-1-52,-1 1 0,0-1 0,0 1 0,0-1 0,0 1 0,1-1 0,-1 1 0,0-1 0,1 0 0,-1 1 0,0-1 0,1 0 0,-1 0 0,1 0 0,-1 1 0,1-1 0,-1 0 0,1 0 0,0 0 0,0 0 0,-1 0 0,1 0 0,0 0 0,0 1 0,0-1 0,0 0 0,0 0 0,0-1 52,-3-36-2493,3 30 1024,-1-31-7199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20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0 18004,'0'0'4409,"0"0"-2748,-4 42-642,-58 572 2337,52-514-2881,-50 392 397,58-486-874,1 9-13,-2-1 0,1 1 1,-2-1-1,0 0 0,-1 0 0,-1 0 0,0 0 1,-5 8 14,10-21-60,-1 1 0,1 0 0,-1-1 0,1 0 0,-1 1 0,0-1 0,1 0 0,-1 0 0,0 0 0,0 0 0,0 0 0,0 0 0,0 0 0,0-1 1,0 1-1,0-1 0,0 1 0,0-1 0,-1 0 0,1 0 0,0 0 0,0 0 0,0 0 0,0-1 0,0 1 0,0-1 0,0 1 0,0-1 0,0 0 0,0 0 0,0 1 0,0-2 1,0 1-1,0 0 0,1 0 0,-1 0 0,0-1 0,1 1 0,-2-2 60,-4-8-668,0-1 0,1-1 1,0 1-1,1-1 0,-1-3 668,-14-47-5234,-1-16-4793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20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1 212 10138,'0'0'4148,"28"-25"-1757,-2 1-1591,-8 6-310,0 1-1,1 2 1,0-1 0,1 2 0,1 1-1,0 0 1,1 2 0,0 0 0,9-1-490,-15 6 257,1 2 1,0 0 0,0 1-1,0 0 1,0 1-1,1 2 1,-1-1 0,0 2-1,0 0 1,18 4-258,-28-3 60,0-1 1,1 1 0,-1 1-1,0 0 1,0 0 0,-1 0-1,1 1 1,-1 0 0,1 0 0,-1 0-1,-1 1 1,1 0 0,-1 0-1,1 0 1,-1 1 0,-1 0-1,1 0 1,-1 0 0,0 1-1,-1-1 1,1 1 0,-1 0-1,-1 0 1,1 0 0,1 7-61,-1 0 93,0-1 0,-1 1 0,0-1 0,-1 1 1,-1 0-1,0-1 0,-1 1 0,-1 0 1,0-1-1,0 1 0,-1-1 0,-1 0 1,0 0-1,-1 0 0,-1 0 0,0-1 1,0 0-1,-1 0 0,-1-1 0,0 0 0,0 0 1,-10 9-94,-17 13 88,-2-2-1,-1-1 1,-2-2 0,0-2 0,-2-2 0,0-1 0,-2-3-1,-15 5-87,50-21-85,0-1-1,0 0 1,-1 0-1,1-1 1,-1 0-1,1-1 1,-10 1 85,18-10-1290,2 3 763,0 0-1,1-1 0,-1 1 1,1 0-1,1 0 1,-1 0-1,1 0 1,0-1 527,22-25-5698,17-11-7714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21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0 19244,'0'0'2569,"0"0"-129,-138 152-1024,95-72-639,13 4-313,17 2-200,9-6-120,4-2-136,7-10 8,23-12 40,9-8-56,11-12 0,9-12-328,37-15-1097,-10-9-2791,-13 0-4122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21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30 16291,'0'0'3097,"0"0"-216,0 0-993,136 164-568,-86-95-503,-7 2-369,0-3-240,-7-8-160,-6-7-40,-4-8 48,-6-9-56,-3-9-96,2-21-744,-9-6-1817,0 0-3408</inkml:trace>
  <inkml:trace contextRef="#ctx0" brushRef="#br0" timeOffset="1">580 1 16484,'0'0'3000,"0"0"-1608,0 0 521,0 0-681,-192 190-160,113-118-39,3-4-241,3-6-400,13-11-232,17-9-152,10-10-8,17-8-64,9-6-448,7-9-544,26-9-1289,21 0-2560,2 0-6593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22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14875,'0'0'3872,"0"0"-1811,0 0-594,0 0-324,0 0 134,0 0-284,31 22-287,99 70-202,-105-75-358,-1 0 0,-1 1 0,-1 2 1,16 16-147,-33-29 39,-1-1 1,1 1-1,-1 0 1,0 0-1,-1 0 1,0 0-1,0 1 1,-1 0-1,1-1 1,-2 1-1,1 0 1,-1 0-1,0 0 1,-1 0-1,0 8-39,-1-11 38,1 0 0,-1 1 0,-1-1-1,1 0 1,-1 1 0,0-1-1,0 0 1,0 0 0,0-1 0,-1 1-1,0 0 1,0-1 0,-1 0-1,1 1 1,-1-1 0,0-1 0,-2 3-38,-13 10 87,0 0 1,-1-2 0,-9 5-88,3-2 50,-31 20 34,18-12-137,1 2 0,-22 21 53,58-48-111,1 1 1,0 0-1,1 0 1,-1-1-1,0 1 1,0 0 0,0 0-1,0 0 1,1 0-1,-1 0 1,0 0-1,1 1 1,-1-1 0,1 0-1,0 0 1,-1 0-1,1 0 1,0 1-1,-1-1 1,1 0 0,0 0-1,0 2 111,1-2-269,-1 0 0,1-1 0,-1 1-1,1 0 1,0 0 0,-1 0 0,1-1-1,0 1 1,0 0 0,-1-1 0,1 1 0,0-1-1,0 1 1,0-1 0,0 1 0,0-1 0,0 1-1,0-1 1,0 0 0,0 0 0,0 1 0,0-1-1,0 0 1,0 0 0,0 0 0,0 0 269,28 1-8201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22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 8346,'0'0'6907,"0"0"-3876,-11 34-391,-36 114-834,45-139-1696,0 0 0,0 1 1,0-1-1,1 0 0,1 0 0,0 1 0,0-1 0,1 0 1,0 1-1,0-1 0,1 0 0,3 8-110,-3-11 33,1-1 0,-1 1 0,1 0 1,1-1-1,-1 0 0,1 0 0,0 0 0,0 0 0,1-1 0,-1 0 1,1 0-1,0 0 0,0 0 0,5 2-33,4 1 25,1-1 1,0 0-1,0-2 0,0 1 1,1-2-1,-1 0 0,1-1 1,0 0-1,0-1 0,0-1 1,0-1-1,0 0-25,-5 0 93,-1 0 0,0-1 0,-1 0 0,1 0 0,0-1 0,-1-1 0,1 0-1,-1 0 1,0 0 0,0-1 0,-1-1 0,1 1 0,-1-2 0,-1 1 0,1-1 0,-1 0 0,0 0 0,0-1 0,-1 0 0,0 0 0,-1-1-1,0 1 1,0-1 0,-1 0 0,0-1 0,0 1 0,-1-1 0,0 0 0,-1 1 0,0-1 0,-1 0 0,0 0 0,0 0 0,-1-1 0,-1 1 0,1 0-1,-2 0 1,-1-9-93,0 12 42,0 0-1,0 0 0,0 1 0,-1-1 0,0 1 0,0 0 1,-1 0-1,0 0 0,0 1 0,0-1 0,-1 1 0,1 0 1,-1 1-1,0 0 0,-1 0 0,1 0 0,-1 0 1,0 1-1,1 0 0,-2 1 0,-1-1-41,-12-4-15,0 1 0,0 2-1,-1 0 1,0 1 0,1 1 0,-18 1 15,33 0-184,-1 1 1,0 0-1,0 1 1,1-1-1,-1 1 1,0 0-1,1 1 1,-1 0-1,1 0 1,-1 0-1,1 1 1,0 0-1,0 0 1,0 0-1,1 1 1,-1 0-1,1 0 1,0 1 0,0-1-1,0 1 1,1 0-1,-4 4 184,-11 27-5916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22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0 14579,'0'0'5177,"0"0"-3897,0 0 1377,-89 176-1521,72-119-648,1-10-344,9-2-136,1-12-8,-1-10-320,7-14-1488,0-9-3201,0 0-6538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23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19436,'0'0'2443,"0"0"-769,30-15-510,-2 1-984,-7 3-127,1 0-1,0 1 1,1 2 0,-1 0 0,1 1-1,1 2 1,-1 0 0,2 2-53,35-2 90,49 3-90,-108 2 3,1-1 1,0 1-1,0 0 1,-1 0-1,1 0 1,0 0-1,0 0 1,-1 1 0,1-1-1,0 1 1,-1-1-1,1 1 1,0-1-1,-1 1 1,1 0 0,-1 0-1,1-1 1,-1 1-1,1 0 1,-1 1-1,0-1 1,0 0-1,1 0 1,-1 0 0,0 1-1,0-1 1,0 1-1,0-1 1,0 1-1,-1-1 1,1 1 0,0-1-1,-1 1 1,1 0-1,-1 0 1,0-1-1,1 1 1,-1 0-1,0-1 1,0 1 0,0 0-1,0 0 1,0-1-1,-1 1 1,1 0-1,0-1 1,-1 1 0,1 0-1,-2 1-3,0 4 28,0 1 0,-1 0 0,0-1 1,-1 0-1,0 1 0,0-1 0,0-1 0,-1 1 0,0-1 0,0 1-28,-89 76 178,58-53-148,2 1 0,-14 18-30,44-45 19,0 1 0,0 0 0,1 0 1,-1 0-1,1 0 0,0 1 0,1-1 1,-1 1-1,1 0 0,1 0 1,-1-1-1,1 1 0,0 1 0,0-1 1,0 0-1,1 0 0,0 0 0,0 0 1,1 0-1,0 1-19,0-4 33,1 0 1,-1-1-1,1 1 1,0-1-1,0 1 1,0-1-1,0 0 1,0 1-1,1-1 1,-1 0-1,1 0 1,-1-1-1,1 1 1,-1-1-1,1 1 1,0-1-1,0 0 1,0 0-1,0 0 1,1 0-34,64 16 589,-25-12-574,1-1 1,-1-3-1,0-1 0,36-5-15,-47-7-3707,-15 1-1557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23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49 6601,'0'0'5246,"0"0"-2785,0 0-369,32-6-823,100-19-611,-127 25-453,1-1 0,0 0 0,-1 0 1,1 0-1,-1 0 0,1-1 0,-1 0 1,0 0-1,5-3-205,-48 4 1986,23 1-2343,-3 1 376,-1 1 0,1 1 0,0 1 0,0 0 0,0 1 0,0 1 0,1 1 0,0 0 0,-13 9-19,4-2 109,0 2-1,2 0 1,0 2-1,1 1 1,-17 18-109,36-33 32,0 0 0,0 1 0,1-1 1,-1 1-1,1 0 0,1 0 0,-1 0 0,1 0 0,-2 6-32,3-9 9,0 0-1,1 0 0,-1 1 0,1-1 0,0 0 1,0 1-1,0-1 0,0 0 0,0 1 0,0-1 1,1 0-1,-1 0 0,1 1 0,-1-1 0,1 0 1,0 0-1,0 0 0,0 0 0,0 0 0,0 0 1,1 0-1,-1 0 0,1 0 0,-1 0 0,1-1 1,0 2-9,13 8 25,0-1 0,1 0 0,0-1 1,0-1-1,10 4-25,-6-4 12,-1 1-1,0 1 1,-1 1-1,15 12-11,-28-19 2,-1 0-1,1 0 0,-1 1 0,0-1 0,0 1 0,0 0 0,-1 0 1,0 0-1,0 1 0,0-1 0,-1 1 0,0 0 0,0 0 0,0 0 1,-1 0-1,1 0 0,-1 0 0,0 5-1,-1-6 37,1-1 1,-1 1-1,0 0 0,0 0 0,-1 0 1,1 0-1,-1-1 0,0 1 1,-1 0-1,1-1 0,-1 1 0,0-1 1,0 1-1,0-1 0,0 0 1,-1 0-1,0 0 0,0 0 1,0 0-1,0-1 0,0 1 0,-1-1 1,0 0-1,1 0 0,-1 0 1,-1-1-1,-3 3-37,-26 16 561,-2-1 0,-2-1-561,6-4 60,1 2-1,0 1 0,1 2-59,20-9-767,13-5-2115,24-7-2587,11-11-3195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24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0 13067,'0'0'2896,"0"0"-919,0 0 239,0 0-343,215 220-481,-172-112 56,-16 17-327,-17 5-409,-10 4-240,-14-6-152,-25-9-160,-8-12-112,-5-11-40,2-19-8,4-14-160,6-22-728,13-17-1817,14-18-4536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2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17932,'0'0'4249,"0"0"-3209,0 0 288,0 0-800,192 0-336,-119-3-96,-10 3-48,-14 0-48,-9 0 0,-14 0-64,-9 0-1192,-7 0-2497,-10 6-1640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29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14739,'0'0'4817,"0"0"-2808,0 0 335,0 0-1128,0 0-616,0 0-215,0 0-169,185 3-120,-129-3-96,1 0-88,15 0-1257,-15 0-2535,-8 0-2954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0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12411,'0'0'1983,"0"0"-551,0 0-94,0 0-274,17 0 542,15 1-874,-14 0-286,0-1 0,1-1 0,-1 0-1,0-1 1,3-2-446,-16 3 96,-1 0 0,1-1-1,-1 1 1,1-1-1,-1 0 1,0 0 0,0 0-1,0-1 1,0 0-1,0 1 1,-1-1 0,1 0-1,-1-1 1,0 1-1,0-1 1,0 1 0,0-1-1,-1 0 1,1 0-1,-1 0 1,0-1 0,0-1-96,1-9 480,0 1-129,-2 22 62,-1 13-391,0 157 732,-7 1 1,-12 34-755,1-93 312,1-16 71,5 1-1,2 56-382,10-159 22,-1-2-70,0 0 1,0 0-1,-1-1 1,1 1-1,0 0 0,0-1 1,-1 1-1,1-1 1,0 0-1,0 1 1,0-1-1,0 0 1,0 1-1,0-1 0,0 0 1,0 0-1,0 0 1,0 0-1,0 0 1,1 0-1,-1 0 0,0 0 1,1-1-1,-1 1 1,1 0-1,-1 0 1,1 0-1,0-1 1,-1 1-1,1 0 0,0 0 1,0-2 47,-3-46-5275,4 38 2000,-1-13-7800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1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15227,'0'0'2785,"0"0"-1337,0 0 665,0 0-1337,0 0-544,199-23-160,-123 11-64,-6 6 8,-8 3-8,-12 3-8,-4 0-280,20 0-1401,-9 0-2071,-4-3-8171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1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16916,'0'0'3703,"0"0"-2323,0 0-286,7 30 390,58 333 1282,-52-263-2276,-2-4-306,4-1 0,4 0 0,26 76-184,-44-167-107,0-1 0,0 0 0,1 1-1,-1-1 1,1 0 0,-1 0 0,1 0 0,0 0 0,0-1 0,2 2 107,-4-4-46,0 0 0,0 1 0,1-1 1,-1 0-1,0 0 0,1 0 0,-1 0 0,0 0 0,0 0 0,1 0 1,-1 0-1,0 0 0,1 1 0,-1-1 0,0-1 0,1 1 0,-1 0 1,0 0-1,1 0 0,-1 0 0,0 0 0,1 0 0,-1 0 0,0 0 1,0 0-1,1-1 0,-1 1 0,0 0 0,0 0 0,1 0 0,-1-1 1,0 1-1,0 0 0,1 0 0,-1-1 46,11-21-1793,-1-24-3300,-3-12-3632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1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12459,'0'0'2125,"30"-23"345,104-74 76,-120 88-2269,2 1 1,-1 0-1,1 1 0,0 1 0,1 1 1,-1 0-1,1 1 0,0 0 0,0 2 0,1 0 1,-1 1-1,0 0 0,1 2 0,-1 0 1,0 1-1,1 0-277,-10 0 74,1-1 1,-1 1-1,0 0 0,0 1 1,0 0-1,0 0 0,0 1 1,-1 0-1,1 0 1,-1 1-1,0 0 0,-1 0 1,1 1-1,-1 0 0,0 0 1,0 0-1,-1 1 1,0-1-1,0 1 0,-1 1 1,1 0-75,-2-2 64,0 0 1,0 1-1,-1-1 1,0 0-1,0 1 1,-1 0-1,1-1 1,-2 1-1,1 0 1,-1 0-1,0-1 1,0 1-1,-1 0 1,1 0-1,-2-1 1,1 1-1,-1-1 1,0 1 0,0-1-1,-1 0 1,0 1-1,0-1 1,0 0-1,-1-1 1,0 1-1,-4 4-64,-7 6 86,-1 0 0,-1-1 0,0-1-1,-1-1 1,-1 0 0,0-2 0,0 0 0,-4 0-86,-16 7 57,0-2 0,0-1 0,-38 8-57,58-20-84,-1 1 1,1-2 0,-1-1 0,0 0 0,-1-2 83,21 2-46,-1-1 1,0 0 0,1 0-1,-1 0 1,0 0 0,1 0-1,-1 0 1,1-1 0,-1 1 0,0 0-1,1 0 1,-1 0 0,1 0-1,-1-1 1,0 1 0,1 0-1,-1-1 1,1 1 0,-1 0-1,1-1 1,-1 1 0,1-1 0,-1 1-1,1-1 1,-1 0 45,1 1-127,0-1 0,0 0 0,1 1 0,-1-1 0,0 0 0,0 0 0,0 1 0,1-1 0,-1 0 0,0 1 0,0-1 0,1 1 0,-1-1 0,1 0 0,-1 1 0,1-1 0,-1 1 0,1-1 0,-1 1 0,1-1 0,-1 1 0,1-1 0,-1 1 0,1 0 0,0-1 127,25-13-5205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2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16836,'0'0'2176,"0"0"-856,0 0 633,0 0-841,-106 199-64,93-116-24,6 4-223,7-7-289,0-9-256,7-8-136,19-10-120,4-8 8,0-9-8,6-9-128,4-7-408,36-20-665,-7-3-1567,-6-29-3978</inkml:trace>
  <inkml:trace contextRef="#ctx0" brushRef="#br0" timeOffset="1">539 96 15683,'0'0'3017,"0"0"-1481,0 0 1337,179 110-1113,-103-53-719,-6 2-393,-8 1-232,-9-7-232,-10-5-128,-10-10-48,-6-8-8,-7-9-144,-4-12-528,7-12-937,-6-27-1223,3-11-7963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2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616 1 17420,'0'0'3096,"0"0"-1975,0 0 391,0 0 168,-166 181-447,87-100-297,-10-1-256,-1-6-232,14-8-280,17-16-160,19-14-8,24-9-224,16-15-384,0-9-456,79-9-801,-6-27-3472,-1-3-11330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2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1 16315,'0'0'4465,"0"0"-2544,0 0-652,-34 10-330,-114 36-329,130-40-567,1 0 1,0 2 0,1 0-1,-1 0 1,2 2-1,-1 0 1,1 0 0,1 2-1,0 0 1,0 0-1,2 2 1,-1-1 0,-2 7-44,12-17 8,1 0 1,0 0-1,0 0 1,0 1 0,0-1-1,1 1 1,-1-1 0,1 1-1,0-1 1,0 1-1,0 0 1,1 0 0,-1 0-1,1-1 1,0 1 0,0 0-1,0 2-8,1-3 12,-1-1 0,1 1 0,0-1 0,0 1 0,0-1 0,0 0 0,1 1-1,-1-1 1,1 0 0,-1 0 0,1 0 0,0 0 0,0 0 0,0 0 0,0-1 0,0 1-1,0 0 1,0-1 0,0 0 0,1 0 0,-1 1 0,0-1 0,1 0 0,1 0-12,32 8 150,-1-1 0,1-1 0,1-2 0,9-2-150,-9 0-1198,-1 2 0,0 1 0,0 1 0,1 3 1198,-7 2-6011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3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4 17204,'0'0'2976,"0"0"-847,0 0-593,0 0-728,-169-3-504,106 3-88,0 0-64,7 0-80,13 0-72,13 0 0,17 0-320,13 0-1032,13 0-3825,17 0-4385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3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10 3225,'0'0'9468,"0"0"-6248,0 0-1077,0 0-496,-32 27-233,-18 17-146,-28 33-1268,74-73 74,-1 1-1,1 0 1,0 1 0,1-1 0,-1 1 0,1-1 0,0 1 0,0 0-1,1 0 1,0 0 0,0 1 0,0-1 0,1 1 0,0-1-1,0 1 1,1-1 0,0 1 0,0-1 0,0 1 0,1 0-74,0 15 240,-2-17-202,1-1 0,0 1 0,0 0 0,0-1 0,1 1 0,0 0 0,0-1 0,0 1 0,0-1 0,1 1 0,-1-1 0,1 0 0,0 1 0,1-1 0,-1 0 0,1 0 0,-1-1 0,1 1 0,1-1 0,-1 1 0,0-1 0,1 0 0,-1 0 0,1 0 0,0-1 0,0 1 0,0-1 0,0 0 0,1 0 0,-1 0 0,1-1 0,-1 0 0,1 1 0,-1-2 0,3 1-38,13 3 60,1-1 1,0-1-1,-1-1 0,1 0 1,0-2-1,0 0 0,0-2 1,-1 0-1,1-2 0,8-2-60,-19 3 20,1 1-1,-1-2 1,-1 1-1,1-1 1,-1-1-1,0 0 1,0 0-1,0 0 1,6-8-20,-10 9 50,0 0-1,0-1 1,-1 0 0,0 0 0,0-1 0,-1 1-1,1-1 1,-1 1 0,-1-1 0,1 0 0,-1 0-1,0 0 1,-1-1 0,0 1 0,0-1-50,0-1 115,0 0 0,-1 0 0,0 0 0,-1 0 0,0 0 0,0 0 0,-1 0 0,0 0 0,-1 1 0,1-1 0,-2 1 0,1-1 0,-2 0-115,-2-2 43,0 1 1,0 0-1,-1 0 0,0 1 0,-1 0 1,0 1-1,-1 0 0,1 0 0,-6-2-43,9 6-55,0-1 1,-1 2-1,0-1 0,1 1 1,-1 0-1,-1 0 0,1 0 1,0 1-1,-1 1 0,1-1 1,-1 1-1,1 0 0,-7 1 55,13 0-70,0 0 1,0 0-1,0 0 0,0 0 0,0 0 0,0 0 0,-1 0 0,1 1 0,0-1 1,0 0-1,0 1 0,0-1 0,0 1 0,0-1 0,0 1 0,0 0 0,0-1 0,0 1 1,0 0-1,1 0 0,-1 0 0,0-1 0,0 1 0,1 0 0,-1 0 0,1 0 1,-1 0-1,1 0 0,-1 0 0,1 1 70,-4 37-4878,5-28 2565,-1 22-7529</inkml:trace>
  <inkml:trace contextRef="#ctx0" brushRef="#br0" timeOffset="1">608 465 15603,'0'0'2121,"0"0"1007,0 0-1119,-86 182-1105,63-129-600,6-5-224,7-13-80,10-8-400,0-12-2561,7-15-5048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3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14523,'0'0'2170,"0"0"-339,0 0 284,35-12-953,113-34-553,-134 41-414,0 1 0,0 1-1,1 0 1,-1 1 0,1 1-1,-1 0 1,1 1 0,11 1-195,-5 1 273,-19-2-261,0 1 0,0-1 0,0 1 0,0 0 1,0-1-1,0 1 0,0 0 0,0 0 0,-1 1 0,1-1 0,-1 0 0,1 0 0,0 1 0,-1-1 0,0 1 0,1-1 0,-1 1 0,0 0 1,0 0-1,0-1 0,0 1 0,0 0 0,-1 0 0,1 0 0,0 0 0,-1 0 0,1 0 0,-1 0 0,0 0 0,0 0 0,0 0 0,0 0 1,0 0-1,0 0 0,-1 2-12,1 5 36,0 0 0,-1 0 0,-1 0 0,1 0 0,-1 0 0,-1-1 0,0 1 0,-1 2-36,-10 12 51,0 1 0,-2-2-1,0 0 1,-2-1 0,0-1 0,-2 0-51,0 1 26,0 1 1,1 1 0,2 0 0,0 1 0,-6 15-27,21-36 43,0 1 0,0-1 0,1 1 0,-1 0 0,1 0 0,0 0 0,0-1 0,0 1 0,1 0 0,-1 0 0,1 0 0,0 0 0,0 0 0,1 0 0,-1 0 0,1 0 0,0 3-43,0-5 49,1 1-1,-1-1 1,1 0-1,-1 0 1,1 0-1,0 0 1,0 0-1,0 0 1,0 0-1,0 0 1,0-1-1,1 1 1,-1-1-1,0 1 1,1-1-1,-1 0 1,1 0-1,0 0 0,-1-1 1,1 1-1,0-1 1,-1 1-1,1-1 1,1 0-49,25 4 139,1-2 0,0-1 1,-1-2-1,1-1 0,16-3-139,-21 1-807,0-2 0,-1 0-1,0-2 1,3-2 807,17-8-5637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4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21 10162,'0'0'1993,"0"0"223,0 0-878,0 0-657,0 0-298,0 0 60,18-3 361,-1 0-568,31-6 557,-48 9-783,0 0 0,0 0 0,0 0 0,0 0 0,0-1 0,0 1 1,0 0-1,0 0 0,-1 0 0,1 0 0,0 0 0,0 0 0,0 0 0,0 0 0,0 0 0,0 0 0,0 0 0,0 0 1,0-1-1,0 1 0,0 0 0,0 0 0,0 0 0,0 0 0,0 0 0,-1 0 0,1 0 0,0 0 0,0-1 1,0 1-1,0 0 0,0 0 0,0 0 0,0 0 0,0 0 0,1 0 0,-1 0 0,0-1 0,0 1 0,0 0 0,0 0 1,0 0-11,-40-2 375,29 2-261,0 0 0,0 1 0,0 0 0,0 0 0,1 1 0,-1 1-1,0-1 1,1 2 0,0 0 0,-1 0 0,1 0 0,1 2 0,-1-1 0,1 1 0,0 0-1,0 1 1,1 0 0,0 1 0,0-1 0,1 2 0,0-1 0,0 1 0,1 0 0,0 0 0,1 1-114,0-2 36,1 0 1,0 1 0,1 0 0,0-1-1,1 1 1,-1 0 0,2 0 0,-1 1-1,1-1 1,1 1-37,0-5 17,0-1 1,0 1-1,1-1 1,0 0-1,0 1 0,0-1 1,0 0-1,1 0 0,0 1 1,0-1-1,0-1 0,0 1 1,0 0-1,1 0 1,0-1-1,0 1 0,0-1 1,0 0-1,0 0 0,1 0 1,1 1-18,57 35 138,-48-32-125,1 1-1,-2 0 1,1 1-1,-1 1 0,-1 0 1,0 0-1,0 2 1,-1-1-1,0 1 0,3 7-12,-13-18 62,0 1 0,0 0 1,0 0-1,0 0 0,0 0 0,0 1 0,0-1 0,-1 0 0,1 0 0,-1 0 0,0 0 0,0 1 0,0-1 0,0 0 0,0 0 0,0 1 0,0-1 0,-1 0 0,1 0 0,-1 0 0,0 0 0,1 0 0,-1 0 0,0 0 0,0 0 0,-1 0 0,1 0 0,0 0 0,0 0 0,-1-1 0,1 1 1,-1 0-1,0-1 0,1 0 0,-1 1 0,0-1 0,0 0 0,0 0 0,0 0 0,0 0 0,0 0-62,-12 5 151,-1 0 0,0-1 0,0 0 0,0-1 1,-10 0-152,14-1-66,-5 0-181,-35 10 586,49-13-555,1 1 1,-1 0-1,1-1 1,-1 1-1,1 0 1,0 0 0,-1 0-1,1 0 1,0 0-1,0 0 1,-1 0-1,1 1 1,0-1 0,0 0-1,1 1 1,-1-1-1,0 0 1,0 1 0,1-1-1,-1 1 1,0-1-1,1 1 1,0 0-1,-1-1 1,1 1 0,0 0-1,0-1 216,0 8-5548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4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1 14427,'0'0'2289,"0"0"783,0 0-1143,43 235-73,-34-125-360,-9 9-335,0 3-169,-16-9-424,-20-12-368,-11-11-112,-2-13-88,-8-6-88,-29 13-608,14-22-1377,2-11-4640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9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12819,'0'0'4197,"0"0"-1310,0 0-529,0 0-741,0 0-723,2 4-539,7 18-206,1 0 0,2-1 0,0 0 0,1-1 0,1 0-1,0-1 1,2-1 0,0 0 0,1-1 0,1-1 0,0 0 0,2-2 0,0 0-149,4 2 33,0-1 0,1-2 0,1-1 1,0 0-1,0-2 0,1-1 0,1-2 0,0 0 0,0-2 0,0-1 0,2-1-33,38 2 35,1-4-1,32-5-34,-75 2-39,-1-1 0,1-1 0,-1-2 0,0 0 0,0-2-1,-1 0 1,0-2 0,3-3 39,-21 11-43,0-2-1,-1 1 0,0 0 1,0-1-1,0 0 1,0 0-1,0-1 0,-1 1 1,0-1-1,0 0 1,0 0-1,-1-1 0,0 1 1,0-1-1,0 1 1,0-1-1,-1-1 44,1-5-171,0-1 1,-1 0-1,0 0 1,-1 0-1,0-1 1,-1 1-1,-2-8 171,1 15-19,0 0 0,0 1-1,-1 0 1,1-1 0,-1 1 0,-1 0 0,1 0-1,-1 0 1,0 0 0,0 1 0,0-1-1,-1 1 1,1-1 0,-1 1 0,0 1 0,-1-1-1,1 0 1,-1 1 0,-3-2 19,1 0 131,1-1 1,-1 0-1,1 0 1,0 0-1,1 0 0,-1-1 1,-2-5-132,8 12 26,0-1 1,-1 1-1,1 0 0,0 0 1,0 0-1,0-1 0,0 1 1,0 0-1,0 0 0,0-1 1,0 1-1,0 0 0,0 0 1,0 0-1,0-1 0,0 1 1,0 0-1,0 0 0,0 0 1,0-1-1,0 1 0,1 0 1,-1 0-1,0 0 0,0-1 1,0 1-1,0 0 0,0 0 1,0 0-1,1 0 0,-1-1 1,0 1-1,0 0 0,0 0 0,0 0 1,1 0-1,-1 0 0,0 0 1,0-1-1,0 1 0,1 0 1,-1 0-1,0 0 0,0 0 1,0 0-1,1 0 0,-1 0 1,0 0-1,0 0-26,20-1 243,19 7-292,-24 0 74,1 2 0,-1 0 0,0 0 0,-1 2 0,0 0-1,-1 0 1,0 1 0,0 1 0,5 7-25,14 16 174,-2 1 0,23 36-174,-47-63 7,-1 0-1,0 0 0,0 0 1,-1 0-1,0 1 0,-1 0 1,0 0-1,0 0 0,-1 0 1,-1 0-7,0-5 4,-1 0-1,1 0 1,-1 0 0,-1 0 0,1 0-1,-1 0 1,0 0 0,0 0 0,0-1 0,-1 1-1,0 0 1,1-1 0,-2 1 0,1-1-1,0 0 1,-1 1 0,0-1 0,0-1-1,0 1 1,-1 0 0,-1 1-4,-12 10 17,-1-1 0,0-1 0,-1 0 0,-1-1-1,1-1 1,-2-1 0,0-1 0,0-1 0,-21 5-17,42-13-17,-1 0-1,1 0 1,0 0 0,0 0-1,0 1 1,-1-1-1,1 0 1,0 0 0,0 0-1,0 0 1,-1 0 0,1 0-1,0 0 1,0 0-1,0 0 1,-1 0 0,1-1-1,0 1 1,0 0 0,0 0-1,-1 0 1,1 0-1,0 0 1,0 0 0,0 0-1,-1 0 1,1-1 0,0 1-1,0 0 1,0 0-1,0 0 1,0 0 0,-1-1-1,1 1 1,0 0 0,0 0-1,0 0 1,0 0-1,0-1 1,0 1 0,0 0-1,0 0 1,0-1 17,3-10-449,13-14-698,26-15-2791,7-1-2916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9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19852,'0'0'2769,"0"0"-1033,0 0-255,0 218-401,3-132-448,11 0-280,-4-12-160,0-8-120,0-15-64,-4-19-8,1-14-8,-1-12-408,1-6-208,10-45-312,-4-11-2665,0-7-4417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3:59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16580,'0'0'3120,"0"0"-1135,0 0-505,192 0-880,-126 0-408,-10 6-136,-6 6-56,-11 0-808,-19 12-1969,-10-7-2152,-10-2-7881</inkml:trace>
  <inkml:trace contextRef="#ctx0" brushRef="#br0" timeOffset="1">97 363 11827,'0'0'3176,"0"0"-39,0 0-609,0 0-1047,0 0-201,0 0-744,0 0-328,228 3-208,-119-3-64,-20 0-2120,-6-3-5266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00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 15283,'0'0'2161,"0"0"-641,0 0 360,0 0-135,-69 220-385,52-134-136,7-2-383,10-7-481,0-9-256,3-11-32,31-15-72,15-16-336,44-23-1377,-14-3-3752,-6 0-9018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00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21 15347,'0'0'2567,"0"0"-483,0 0-241,-4 31-587,-13 99-549,16-124-685,0 0 1,1 1-1,0-1 0,0 0 1,0 0-1,1 0 0,0 0 1,0 0-1,1 0 1,-1 0-1,1 0 0,1 0 1,-1-1-1,1 1 0,0-1 1,0 1-1,0-1 1,1 0-1,0-1 0,0 1 1,0 0-1,1-1 0,-1 0 1,1 0-1,0-1 1,0 1-1,1-1 0,-1 0 1,0 0-1,6 1-22,5 1 23,-1-1 0,1 0-1,-1-1 1,1-1 0,0 0 0,0-2-1,0 1 1,0-2 0,0 0 0,4-2-23,-14 2 42,1-1 1,-1 0 0,1 0-1,-1 0 1,0-1 0,0 0 0,0 0-1,-1-1 1,1 0 0,-1 0-1,0 0 1,0 0 0,0-1 0,0 0-1,-1 0 1,0 0 0,0 0-1,0-1 1,-1 0 0,0 0 0,0 0-1,0 0 1,-1 0 0,0 0-1,0-1 1,0 1 0,-1-1 0,0 0-1,0 1 1,-1-1 0,0 1-1,0-1 1,-1 0 0,1 1 0,-1-1-1,-1 0 1,1 1 0,-3-5-43,2 6 59,0 0 0,-1 0 0,1 0 0,-1 0 0,-1 1 0,1-1 0,0 1 0,-1 0 0,0 0 0,0 0 0,-4-2-59,-56-38 184,9 6-453,53 36-5,-5-5-48,6 2-3391,1 5-3057</inkml:trace>
  <inkml:trace contextRef="#ctx0" brushRef="#br0" timeOffset="1">421 301 14803,'0'0'4225,"0"0"-1608,0 0-129,-43 170-1232,23-120-815,7-5-297,6-6-144,7-7-409,10-11-2271,17-12-3753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00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18 13395,'0'0'2375,"0"0"82,0 0-497,34-3-718,9-2-990,-4 0-4,0 2 0,30 1-248,-68 2 4,0 0 0,1 0 0,-1 1 0,0-1 0,0 0 1,0 0-1,0 1 0,0-1 0,0 1 0,0-1 0,0 1 1,0-1-1,0 1 0,0-1 0,0 1 0,0 0 0,0 0 0,-1-1 1,1 1-1,0 0 0,-1 0 0,1 0 0,0 0 0,-1 0 0,1 0 1,-1 0-1,1 0-4,0 3 14,0 0 0,0 0 0,0 1 0,0-1 0,-1 0 0,1 0 0,-1 0 0,0 4-14,-1 0 39,1 1 0,-1-1 0,-1 0 0,0 1 1,0-1-1,0 0 0,-1 0 0,-3 6-39,-13 11 121,0-1 1,-2-1-1,0-1 0,-2-1 0,0-1 0,-2-1 0,-13 8-121,-60 52 1375,122-75-430,61-2-691,74-2 170,-136-1-2522,0-2-1,0-1 0,9-3 2099,8-4-10086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01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27 5033,'0'0'1644,"0"0"-711,0 0 107,0 0-300,0 0 198,0 0 953,8-4-207,11-12-1026,-19 16-648,0 0 1,0 0-1,0-1 0,0 1 1,0 0-1,0 0 0,0-1 1,0 1-1,0 0 0,0 0 1,0-1-1,0 1 0,0 0 1,0 0-1,0-1 0,0 1 1,0 0-1,0 0 0,-1 0 1,1-1-1,0 1 1,0 0-1,0 0 0,0 0 1,-1-1-1,1 1 0,0 0 1,0 0-1,0 0 0,-1 0 1,1 0-1,0-1 0,0 1 1,-1 0-1,1 0 0,0 0 1,0 0-1,-1 0 0,1 0 1,0 0-1,0 0 0,-1 0 1,1 0-1,0 0 0,0 0 1,-1 0-11,-66 2 1102,58-1-905,0 0 0,-1 1 0,1 0-1,0 1 1,0 0 0,0 1-1,0 0 1,1 0 0,-1 0-1,1 1 1,0 1 0,1-1-1,-1 1 1,1 1-197,1-2 104,2 0-1,-1 0 1,1 1 0,-1 0 0,2-1-1,-1 1 1,1 1 0,-1-1-1,2 0 1,-1 1 0,1 0-1,0-1 1,0 1 0,1 0-1,0 0 1,0 0 0,0 0-1,1 0 1,1 3-104,-1-7 7,1 0 0,0 1 0,0-1 0,0 0-1,0 0 1,0 0 0,1 0 0,0 0 0,-1 0 0,1 0 0,0-1 0,0 1-1,1-1 1,-1 1 0,0-1 0,2 1-7,50 38 96,-6-6-56,-42-28-26,0-1 1,0 1 0,-1 0 0,0 1 0,0-1 0,-1 1-1,0 0 1,0 0 0,-1 1 0,0-1 0,0 1 0,-1-1-1,0 1 1,-1 0 0,0 0 0,0 5-15,-1-12 81,0-1 1,0 1-1,-1-1 0,1 1 1,-1-1-1,1 1 1,-1-1-1,1 1 0,-1-1 1,0 1-1,1-1 0,-1 0 1,0 1-1,0-1 0,0 0 1,0 0-1,0 1 1,0-1-1,-1 0 0,1 0 1,0-1-1,-1 1 0,1 0 1,0 0-1,-1 0 1,1-1-1,-1 1 0,0-1-81,-48 11 1425,38-10-1121,-95 10-789,138-17-2573,5-5-2637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01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1 14187,'0'0'1968,"40"166"545,-27-50 320,-6 18-641,-7 3-672,-7-30-559,-26 0-585,-7-14-224,-6-19-152,-4-5-216,-36 5-1185,13-15-3480,7-14-5281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08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18628,'0'0'2577,"0"0"-1057,0 0 104,0 0-680,0 0-423,235 12-225,-132-9-128,-7 0-96,-17-3-8,-23 3-64,-16-3-56,-20 0-336,-20 0-1113,0 0-2648,0 0-5665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09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14899,'0'0'4529,"0"0"-1896,0 0-913,0 0-1104,176-3-424,-94 0-192,34 3-104,-20 0-1656,-13 0-5762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09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40 437 17596,'0'0'2560,"0"0"-531,9-31-157,27-106-746,16-16 491,-24 72-448,-14 49-502,-14 32-657,0-1 0,0 1 0,0 0 0,0 0-1,1 0 1,-1 0 0,0 0 0,0-1 0,0 1-1,0 0 1,0 0 0,0 0 0,1 0 0,-1 0-1,0 0 1,0 0 0,0 0 0,0 0 0,1 0 0,-1 0-1,0 0 1,0 0 0,0 0 0,0 0 0,1 0-1,-1 0 1,0 0 0,0 0 0,0 0 0,0 0-1,1 0 1,-1 0 0,0 0 0,0 0 0,0 0 0,0 0-1,1 0 1,-1 0 0,0 1 0,0-1 0,0 0-1,0 0 1,0 0 0,0 0 0,1 0 0,-1 0-1,0 1 1,0-1 0,0 0 0,0 0 0,0 0 0,0 0-1,0 0 1,0 1 0,0-1 0,0 0 0,0 0-1,0 0 1,0 0 0,0 1 0,0-1 0,0 0-1,0 0 1,0 0 0,0 1 0,0-1 0,0 0 0,0 0-10,3 63 364,-8 27 263,-4-1 0,-4 0 0,-21 77-627,20-99 71,-50 295-478,64-361 277,0 0 0,-1 0 0,1 0 0,0 1 0,-1-1 0,1 0 0,-1-1 0,1 1 0,-1 0 0,0 0 0,1 0 0,-1 0 0,0 0 0,1 0 0,-1-1 0,0 1 0,0 0 0,0-1 0,0 1 0,0-1 0,0 1 0,0-1 0,0 1 0,0-1 0,0 0 0,0 1 0,0-1 0,0 0 0,0 0 0,0 0 0,0 0 0,-1 0 0,1 0 0,0 0 0,0 0 0,0 0 0,0 0 0,-1-1 130,-4 1-1909,-4 0-6236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10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17068,'0'0'4225,"0"0"-3329,0 0 1160,0 0-904,195 0-599,-122 0-313,-7 6-136,-3-3-88,-7 3-8,17 3-8,-13-4-921,-14 1-4792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10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5825,'0'0'11440,"0"0"-7260,0 0-2075,1 40-407,5 269 652,-9 230-703,3-534-1670,-1 4-116,1 1 0,1 0 0,-1-1 0,2 1 0,-1-1 0,2 1 0,0 2 139,-2-39-1452,2 11 898,0-42-2789,0-9-3650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10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5945,'0'0'10146,"0"0"-8169,0 0 735,0 0-1511,202-53-449,-113 47-200,7 0-288,-7 3-168,-13-3-88,-16 3-8,-17 3-792,-30 0-1713,-13 0-2224,0 0-4097</inkml:trace>
  <inkml:trace contextRef="#ctx0" brushRef="#br0" timeOffset="1">272 402 12739,'0'0'2520,"0"0"1769,0 0-1912,0 0-689,0 0-808,212 0-408,-153-3-208,1 3-240,19 0-24,-13 0-1392,-6 0-4609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11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 14003,'0'0'2216,"0"0"-583,0 0 1175,-105 229-935,75-134-281,3 3-272,14-5-599,13-13-361,0-9-160,37-17-144,15-9-56,11-16-8,7-5-320,19 9-825,-13-9-1735,-20-3-4418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16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14683,'0'0'2233,"0"0"-545,0 0-416,218 0-728,-145-6-256,-10 3-208,13 0-80,-20 0-1392,-16-3-7050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17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12139,'0'0'8281,"0"0"-6160,0 0 143,0 0-1231,0 0-737,195-20-296,-93 5-200,64-3-1001,-27 3-3272,-17 0-9162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17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18 625 15491,'0'0'2054,"6"-25"-300,-1 1-1230,4-15 468,-1 0 0,-2-1 1,-1-20-993,1-103 5485,-11-72-5485,19 306 149,-3-19-108,-3 20 40,-4 0 0,-4 68-81,-1-101 8,-3 18 27,-3 1 1,-2-2-1,-2 1 1,-5 3-36,1 3-237,2 0 0,-4 63 237,17-123-136,0-2-14,0 0 0,-1 0 0,1 1 0,0-1 1,0 0-1,0 0 0,0 0 0,0 0 1,0 1-1,0-1 0,0 0 0,1 0 1,-1 0-1,0 0 0,1 0 0,-1 1 1,1-1-1,-1 0 0,1 0 0,-1 0 1,1 0-1,0-1 0,0 1 0,-1 0 1,1 0-1,0 0 0,0 0 150,20 1-6009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17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15891,'0'0'3993,"0"0"-2232,0 0-209,0 0-656,195-3-192,-119 3-152,6 0-192,1 0-127,-7 0-113,-10 0-120,-9 0-24,-11 0-1049,-20 0-3360,-9-6-7249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31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15 9458,'0'0'3856,"0"0"-2177,0 0-104,0 0-646,0 0-526,-2-2 3928,-9 10-2825,-6 15-1137,0 0 0,1 1 1,2 0-1,0 1 0,-6 18-369,15-31 48,0 0 0,1 1 0,0 0 0,1 0 1,1 0-1,0 0 0,1 0 0,0 1 0,1-1 0,0 0 0,1 1 0,1-1 0,1 5-48,-2-15 12,1 1 0,0 0 0,0-1 0,0 0-1,0 1 1,1-1 0,-1 0 0,1 0 0,0 0 0,0 0-1,0-1 1,0 1 0,0-1 0,1 0 0,-1 1 0,1-2-1,-1 1 1,1 0 0,0-1 0,0 0 0,0 0 0,-1 0-1,1 0 1,0 0 0,4-1-12,14 3 139,0-1 0,1-1 0,22-3-139,-45 2 1,14-1 18,-1-1-1,1 0 1,0-1 0,-1-1 0,0 0 0,0-1-1,0 0 1,0-1 0,-1 0 0,0-1 0,0-1-1,-1 0 1,0 0 0,0-1 0,-1 0 0,0-1 0,3-5-19,-4 5 44,-1 0 0,0-1 0,-1 0 0,0 0 0,-1-1 1,0 0-1,-1 0 0,0 0 0,-1-1 0,0 1 0,-1-1 1,0 0-1,-2 0 0,1 0 0,-1 0 0,-1-1 0,0 1 1,-2-5-45,2 15 20,-1-1 1,0 1-1,0 0 1,0 0-1,0 0 1,0 0-1,-1 0 1,1 0-1,-1 0 1,0 1-1,0-1 1,0 0-1,0 1 1,0 0-1,-1-1 1,1 1-1,-3-2-20,-1 1 18,0-1-1,0 1 1,0 0-1,0 0 0,-1 0 1,0 1-1,1 0 0,-6 0-17,-4-1-5,-1 1 0,0 0 0,0 2-1,1 0 1,-1 1 0,-16 2 5,28-2-81,0 1 0,0-1 0,0 0 0,0 1 0,1 0 0,-1 0 0,1 1 0,-1-1 0,1 1 0,0 0 0,0 0 0,0 0 0,0 1 0,0-1 0,1 1 0,0 0 0,0 0 0,-3 5 81,1-2-1140,1 2-1,0-1 1,1 0-1,-1 1 1,2 0-1,-2 5 1141,-1 19-8077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31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0 15187,'0'0'2665,"0"0"-1137,0 0 2329,0 0-2729,-66 211-448,42-145-320,5-4-192,2-11-48,7-15-71,4-15-49,2-13-57,4-8-679,0-14-1736,0-16-6578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31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45 13715,'0'0'2596,"0"0"-36,32-8-829,100-24-816,-125 31-860,0-1 1,0 1-1,0 1 1,0-1-1,0 1 1,0 0-1,0 1 1,2 0-56,-7-1 15,0 1 1,0-1 0,0 1-1,0 0 1,-1-1 0,1 1 0,0 0-1,0 0 1,0 0 0,-1 1-1,1-1 1,0 0 0,-1 1-1,0-1 1,1 1 0,-1-1-1,1 2-15,1 3 41,-1-1-1,-1 1 0,1-1 1,-1 1-1,0 0 0,0 0 0,-1 0 1,0 0-1,0-1 0,0 1 0,-1 0 1,0 3-41,0 14 214,-1-10-88,0-1 0,0 0 1,-1 0-1,-1 0 0,0-1 0,0 1 0,-1-1 1,-1 0-1,0 0 0,0-1 0,-1 1 0,-1-1 1,-5 6-127,-21 21 394,-1 0 0,-30 22-394,44-40 42,-97 88 111,125-106 82,10-3-89,0-2 1,0 0-1,0-1 0,0-1 1,5-3-147,-6 2 67,0 1 1,0 1-1,1 0 1,0 1-1,0 1 1,0 0-1,5 1-67,-15 2 0,0 0 0,1 1 0,-1 0 0,0 0 0,1 0 0,-1 1 0,0 0 0,0 1 0,0-1 0,0 1 0,-1 1 0,1-1 0,-1 1 0,0 0 0,0 1 0,1-2-298,-1 0-1,1-1 0,0 1 0,0-1 1,0-1-1,0 1 0,0-1 0,0-1 0,0 1 1,1-1-1,-1 0 0,0-1 0,0 1 299,4-1-1498,0-1 0,-1 0 0,1 0 0,9-4 1498,24-16-7726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32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49 13795,'0'0'2184,"0"0"-363,0 0-622,30-6-666,95-23-358,-43 16-64,-77 13 64,-33 5 219,-1 0-151,1 1 0,-1 2 0,2 0 0,-1 2 0,1 1 0,1 1 0,0 1 0,-10 8-243,33-19 19,0 0 0,1 1 0,-1-1-1,1 0 1,-1 1 0,1 0 0,0 0-1,0-1 1,0 1 0,1 1-1,-1-1 1,1 0 0,-1 0 0,1 0-1,0 1 1,0-1 0,0 1-1,1-1 1,0 1 0,-1-1 0,1 1-1,0-1 1,0 1 0,1-1 0,0 3-19,-1-4 23,1-1 0,-1 0 0,1 1 0,-1-1 0,1 0 0,0 0 0,-1 0 0,1 0 0,0 1 0,0-1 0,0 0 0,0 0 0,0 0 0,0-1 0,0 1 0,0 0 0,0 0 0,0-1 0,1 1 0,-1 0 1,0-1-1,1 1-23,33 10 329,-24-8-237,35 11 59,0 2-1,18 11-150,-49-21 1,-1 2 0,1 0 0,-2 1 0,1 0 0,-1 1 0,-1 0-1,0 1 1,0 1 0,1 2-1,-10-11 55,-1 1-1,1-1 1,-1 1-1,0-1 1,1 1-1,-2 0 1,1-1-1,0 1 1,-1 0-1,0 0 1,0 0-1,0 0 1,0 1-1,-1-1 1,1 0-1,-1 0 1,0 0-1,-1 1 1,1-1-1,-1 0 1,0 0-1,0 0 1,-1 3-55,0-1 125,-1 0 0,-1 0 1,1 0-1,-1 0 0,0-1 0,0 0 1,0 0-1,-1 0 0,0 0 0,0-1 1,0 1-1,-1-1 0,1-1 0,-3 2-125,-8 4 95,-1 0-1,0-1 0,-1-1 0,1-1 0,-1-1 0,-1 0 1,1-1-1,-11 1-94,-28 0-691,0-2 0,-10-3 691,62 0-112,24-7-6682,14-4 23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32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0 2985,'0'0'13579,"0"0"-10731,0 0-71,0 0-1833,0 0 344,-123 179-96,74-81-279,-1 6-41,14 0-152,9-9-448,21-11-184,6-13-88,6-17 0,27-10-144,7-17-240,26-12-600,-6-12-1281,-7-3-3680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33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36 13139,'0'0'2283,"0"0"-175,0 0-283,31-7-713,97-19-579,-126 26-513,1-1 0,-1 1 0,1-1 0,0 1 0,-1 0 0,1 0 0,-1 0-1,1 0 1,0 1 0,-1-1 0,1 1 0,-1-1 0,1 1 0,-1 0 0,1 0-1,-1 0 1,0 0 0,1 1 0,0 0-20,-2-1 20,0 1-1,0-1 1,0 1 0,0 0-1,0 0 1,0-1 0,-1 1-1,1 0 1,-1 0-1,1 0 1,-1-1 0,0 1-1,0 0 1,0 0 0,0 1-20,1 5 70,0 6 52,0 1-1,-1-1 1,-1 1-1,0-1 1,-1 1-1,0-1 1,-1 0-1,-1 0 1,0 0-1,-1 0 1,-1-1-1,0 1 1,0-2-1,-2 1 1,-1 1-122,-4 6 125,-2-2 1,-1 0 0,0 0 0,-1-2 0,0 0-1,-2-1 1,0 0 0,-20 10-126,24-15 102,10-6-19,0 0-1,-1 0 1,1-1-1,-1 0 1,0 0-1,0 0 1,0-1-1,-1 0 0,1 0 1,-1-1-1,-2 1-82,8-2 497,2-2-463,1 1 0,-1 0 0,0-1 1,1 1-1,-1 0 0,1 0 1,0 0-1,-1 0 0,1 0 0,0 0 1,0 1-1,-1-1 0,1 1 1,0-1-1,0 1 0,0-1 1,0 1-35,2-1 58,9-2-43,0-1 0,1 2 1,-1 0-1,1 1 0,-1 0 0,1 1 0,-1 1 1,1 0-1,-1 0 0,1 2 0,-1 0 0,0 0 1,0 1-1,0 1 0,-1 0 0,1 0 0,-1 1 1,-1 1-1,1 0 0,-1 1 0,0 0 0,-1 1 0,7 7-15,-14-14-100,-1-1-1,1 0 1,0 1-1,-1-1 0,1 0 1,0 0-1,0 0 0,0-1 1,-1 1-1,1-1 0,0 1 1,0-1-1,0 0 0,0 0 1,0 0-1,0-1 0,1 1 101,32-9-5307,-11-1-1340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33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15 10986,'0'0'3666,"0"0"-977,0 0-246,29-3-721,90-9 1033,-190 19-1018,-50 11-1737,-27 4 610,148-22-607,0 0 0,0 0 0,0 0 0,0 0 0,0 0 0,0 0 0,0 0 0,0 1 0,0-1 0,0 0 0,0 0 0,0 0 0,0 0 0,0 0 0,0 0 0,0 0 0,0 0 0,0 1-1,0-1 1,0 0 0,0 0 0,0 0 0,0 0 0,0 0 0,0 0 0,0 0 0,0 0 0,0 0 0,0 1 0,0-1 0,0 0 0,0 0 0,0 0 0,0 0 0,-1 0 0,1 0 0,0 0 0,0 0 0,0 0 0,0 0 0,0 0-1,0 0 1,0 0 0,0 0 0,0 0 0,-1 0 0,1 0 0,0 0 0,0 0 0,0 0 0,0 0 0,0 0 0,0 0 0,0 0 0,0 0 0,-1 0-3,16 6 32,22 4-34,42 0 135,0-4 0,28-2-133,-258-4 64,86 0-3934,57 0-1862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34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0 12947,'0'0'3525,"0"0"-1225,0 0-432,0 0-666,0 0-348,-19 29-33,-60 97-106,74-118-646,1 0 1,0 0 0,0 0-1,1 1 1,0 0 0,1-1-1,0 1 1,0 0 0,1 0-1,0 0 1,1 0-1,0 0 1,0 3-70,0 5 114,0-13-85,0-1 0,1 1 0,-1 0 0,1 0 0,0-1 0,-1 1 0,2 0 0,-1-1 0,0 1 0,1-1 0,-1 1 0,1-1 0,0 0 0,0 1 0,1-1 0,-1 0 0,0-1 0,1 1 0,2 1-29,0 0 41,1 0 0,0 0 1,0-1-1,0 0 0,0 0 1,1 0-1,-1-1 0,1 0 1,-1 0-1,6 0-41,17 2 103,1-2 0,-1-1 0,1-1 0,23-4-103,-46 4 5,11-2 9,0-1 0,0-1 0,0 0 0,0-1 0,-1-1-1,0-1 1,0 0 0,0-2 0,9-6-14,-20 11 4,1 0 0,-2 0 1,1-1-1,0 0 0,-1 0 1,0-1-1,0 1 0,-1-1 1,0 0-1,0 0 0,0-1 0,0 1-4,-3 1 9,1 0-1,-1 1 0,1-1 0,-1 0 0,-1 0 1,1 0-1,-1 0 0,1 0 0,-2 0 1,1 0-1,0 0 0,-1 0 0,0 0 0,0 1 1,0-1-1,-1 0 0,0 1 0,0-1 0,0 0-8,-4-4 31,1 0 0,-2 1-1,1 0 1,-1 0 0,-1 0-1,0 1 1,0 0-1,0 0 1,0 1 0,-1 0-1,-7-4-30,-1 1 7,0 0-1,0 0 1,-1 2-1,0 0 1,0 1 0,-5 0-7,20 5-170,-34-4 278,36 5-334,0 0 1,0 0 0,-1-1-1,1 1 1,0 0-1,0 1 1,-1-1 0,1 0-1,0 0 1,0 0-1,-1 1 1,1-1-1,0 1 1,0-1 0,0 1-1,0-1 1,-1 1-1,1 0 1,0-1-1,0 1 1,0 0 0,0 0-1,1 0 1,-1 0-1,0 0 226,-1 13-7664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34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0 17884,'0'0'2672,"0"0"-631,0 0 447,0 0-1695,0 0-553,-146 173-168,136-149-72,7-6-200,3-12-1193,0-6-2496,23 0-3752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35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 13259,'0'0'2547,"0"0"-177,0 0-366,28 3-987,5 0-822,0 2 0,16 5-195,-47-9 10,1 0 0,-1 0 0,1 0 0,-1 0 1,1 0-1,-1 0 0,0 1 0,0-1 0,0 1 0,0-1 0,0 1 0,0 0 0,0 0 0,0 0 0,-1 0 0,1 0 0,-1 0 0,0 0 0,1 1 0,-1-1 0,0 1 0,0-1 0,0 1 0,-1-1 0,1 1 0,-1-1 1,1 1-1,-1-1 0,0 1 0,0 0 0,0-1 0,0 1 0,-1-1 0,1 3-10,0 6 57,0-2 5,0 0 1,0 0-1,-1 0 1,0 0-1,0 0 0,-1 0 1,0 0-1,-1-1 0,0 1 1,0-1-1,-1 0 1,0 0-1,0 0 0,-1 0 1,0-1-1,-1 1 0,1-1 1,-1-1-1,-1 1 1,1-1-1,-1 0 0,-4 3-62,-32 25 490,-28 16-490,30-22 533,-38 34-533,78-61 466,1-1 67,22 0 255,443 9 2,-463-9-1047,0 0 1,0 0-1,0 0 1,0-1-1,0 1 1,0 0-1,0-1 1,0 0-1,0 1 1,-1-1-1,1 0 1,0 0-1,0 0 1,0 0-1,-1-1 1,1 1-1,-1 0 1,2-2 256,13-12-7170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35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51 11442,'0'0'2442,"0"0"-264,0 0-253,0 0-620,0 0-342,0 0 0,23-8-99,38-16-456,-37 11-226,-22 9-64,-11 3 30,-18 0-95,0 2 0,0 1-1,0 1 1,0 1 0,-24 7-53,44-9 18,1 0 1,0 0-1,0 0 1,1 1-1,-1-1 1,0 2-1,1-1 1,0 0-1,0 1 1,0 0-1,0 0 1,1 1-1,-1-1 1,1 1-1,0 0 1,0 0-1,1 0 1,0 1-1,0-1 1,0 1-1,0 0 1,1 0-1,0 0 1,0 0-1,1 0 1,0 0-1,0 1 1,0 4-19,0-8 13,1 1 0,0-1 1,0 0-1,0 1 0,1-1 1,-1 0-1,1 1 0,0-1 1,0 0-1,0 1 0,0-1 1,0 0-1,1 0 0,-1 0 1,1 0-1,0 0 0,0-1 1,0 1-14,5 3 15,-1 0 1,1-1-1,0 0 1,1 0 0,-1-1-1,7 3-15,6 3 6,-1 2-1,0 0 1,0 1-1,6 7-5,-20-16 0,0 0 1,-1 0-1,0 1 0,0-1 0,0 1 0,-1 0 0,0 0 0,0 1 0,0-1 0,0 1 0,-1-1 1,0 1-1,0 0 0,0 0 0,-1 0 0,0 0 0,0 0 0,-1 5 0,1-7 37,-1-1 0,0 1 0,0 0 0,-1-1 0,1 1 0,-1 0 0,0-1 0,0 1-1,0-1 1,0 1 0,0-1 0,-1 0 0,0 1 0,1-1 0,-1 0 0,-1 0 0,1 0 0,0 0 0,-1-1 0,1 1 0,-1-1-1,0 1 1,0-1 0,0 0 0,0 0 0,0 0 0,0-1 0,-1 1 0,1-1 0,0 1 0,-1-1 0,-2 0-37,-17 7 261,1-1-1,-1-1 1,0-2 0,0 0 0,-1-1 0,1-2-1,-4 0-260,27-1-470,44-1-10427,-12-4-819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35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 14243,'0'0'3937,"0"0"-1961,0 0 337,0 0-777,136 217-272,-136-110-207,0 12-329,-26-3-104,-14-9-144,-3-12-296,6-20-112,4-13-72,7-17-72,6-15-368,7-15-936,6-9-3177,4-6-5177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36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14371,'0'0'4313,"0"0"-1760,0 0-569,0 0-768,0 0-712,0 0-288,186-3-96,-113 3-56,-4 0-56,-9-3-8,-14 3-224,-13 0-496,-17 0-720,-9 0-2441,-7 0-2896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36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12587,'0'0'2760,"0"0"1321,0 0-2176,0 0-953,208 9-568,-138-9-280,-4 0-40,-10 0-64,4-6-208,-17-6-2425,-17-3-5432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48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 14051,'0'0'2789,"0"0"-1125,0 0-365,0 0-491,-27 29-40,-86 100 102,106-120-782,0 1-1,0 0 1,1 0 0,1 1 0,0 0-1,0 0 1,1 0 0,0 1 0,1-1-1,0 1 1,1 0 0,0-1 0,1 1-1,1 0 1,0 0 0,0 0 0,1 0-1,1 1-87,-2 0 56,1-7-28,-1 0 1,1 0-1,1 0 1,-1 0-1,1 0 1,0 0-1,0-1 1,0 1-1,1-1 1,0 1-1,0-1 1,1 0-1,-1 0 1,1 0-1,0-1 1,0 1-1,1-1 1,-1 0-1,1 0 1,0-1-1,0 1 1,0-1-1,1 0 1,-1 0-1,1-1 1,0 0-1,3 1-28,13 4 110,0-2-1,1 0 0,-1-1 1,1-2-1,0 0 0,20-2-109,-29 0 50,-1 0-1,1-2 1,0 1-1,0-2 1,-1 0-1,0 0 1,1-2 0,-1 1-1,-1-2 1,1 1-1,-1-2 1,5-3-50,-10 6 79,-1-1 1,0 0-1,0-1 1,0 1 0,-1-1-1,1 0 1,-2 0 0,1-1-1,-1 1 1,0-1-1,0 0 1,-1-1 0,1 1-1,-2 0 1,1-1 0,-1 1-1,0-1 1,-1 0-1,0 0 1,0 0 0,-1 0-1,0-2-79,0 0 81,-1 0 0,-1 0 0,0 0 1,0 0-1,-1 0 0,-1 0 0,1 0 0,-1 1 0,-1 0 0,0 0 0,0 0 0,-1 0 0,0 1 0,0 0 0,-1 0 0,0 1 1,-3-2-82,-10-10 56,-2 1 1,0 1 0,-1 2-1,0 0 1,-22-10-57,37 21-63,0 0 0,0 0 0,0 1 0,-1 0 0,1 0 1,-1 1-1,0 0 0,0 1 0,0 0 0,0 0 0,0 1 0,0 0 63,7 0-69,1 0 0,0 0 1,0 1-1,-1-1 0,1 0 0,0 1 0,0-1 0,-1 1 0,1-1 1,0 1-1,0 0 0,0-1 0,0 1 0,0 0 0,0 0 1,0 0-1,0 0 0,0 0 0,0 0 0,1 0 0,-1 0 1,0 0-1,1 0 0,-1 0 0,0 1 0,1-1 0,0 0 0,-1 0 1,1 2 68,-4 40-3307,4-35 2149,0 22-4267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48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 14051,'0'0'2657,"0"0"-209,0 0 657,-27 160-1873,7-97-488,-6 2-160,6-5-352,0-7-64,4-11-168,6-9 0,3-12-32,7-18-1296,0-3-3641,0 0-4073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49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45 8002,'0'0'3767,"0"0"-1421,30-7-906,133-30-595,-182 37 1167,4 0-1759,1 0 1,-1 1-1,1 0 0,-1 2-253,-26 7 285,0 2 0,-27 12-285,51-17 9,0 1 0,1 0 1,-1 1-1,2 1 1,-1 1-1,2 0 0,-8 7-9,20-16 2,0 1 1,-1-1-1,1 1 0,0-1 0,1 1 0,-1 0 0,0 0 0,1 0 1,-1 0-1,1 0 0,0 0 0,0 0 0,0 0 0,0 0 1,1 1-1,-1-1 0,1 3-2,0-4 5,0 0 0,1 0 0,-1 0 1,1 0-1,-1 0 0,1 0 0,-1-1 0,1 1 0,0 0 1,0 0-1,0 0 0,0-1 0,0 1 0,1 0 0,-1-1 0,0 1 1,1-1-1,-1 1 0,1-1 0,-1 0 0,1 0 0,0 0 1,0 0-1,-1 0 0,1 0 0,0 0 0,1 0-5,88 23 146,-69-21-148,0 2 0,0 1 0,-1 1 0,0 1 0,11 6 2,-27-12 14,0 1 0,0 0 0,0 0 0,-1 1 0,1-1 0,-1 1 0,0 0 1,0 0-1,-1 0 0,1 1 0,-1 0 0,0-1 0,0 1 0,-1 0 0,1 0 0,-1 0 0,0 1 0,0-1 0,-1 1 0,0-1 0,0 1 0,0-1 0,0 6-14,0-7 121,-1 0-1,0 0 1,0 0 0,0 1-1,0-1 1,-1 0 0,1 0-1,-1 0 1,0 0 0,0 0-1,-1 0 1,1 0 0,-1 0-1,0 0 1,0 0 0,0-1-1,0 1 1,-1-1 0,1 0-1,-1 0 1,0 0 0,0 0 0,0 0-1,0 0 1,-1-1 0,1 1-1,-1-1 1,0 0 0,-2 1-121,-144 76 2298,42-23-1765,88-48-403,13-10-1173,7 0 751,0 0 0,1 1-1,-1-1 1,1 0-1,0 1 1,0-1 0,-1 1-1,1-1 1,0 1 0,0-1-1,1 1 1,-1-1-1,0 1 1,0 0 0,1 0-1,0-1 293,23-21-6120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49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 15155,'0'0'4157,"0"0"-1544,0 0-512,-29 25-684,-92 91-485,110-104-820,1 0-1,1 1 1,0 0-1,1 0 1,0 1 0,1 0-1,0 0 1,1 1 0,1 0-1,-2 8-111,2 3 133,1 0 0,1 0 0,1 1 0,2 21-133,-1-41 9,1-1 0,0 1 0,1-1 0,0 0 0,0 1 0,0-1 1,1 0-1,-1 0 0,2 0 0,-1 0 0,1 0 0,-1 0 0,4 4-9,-2-6 3,0-1 1,-1 1 0,1-1 0,1 1-1,-1-1 1,0 0 0,1-1 0,0 1-1,-1-1 1,1 0 0,0 0 0,0 0-1,0-1 1,1 1 0,-1-1 0,3 0-4,17 3 16,0-1 1,0-1 0,0-1-1,1-1 1,-1-1 0,6-2-17,-31 3 3,0 0 0,0 0 0,1 0 0,-1-1 0,0 1-1,0 0 1,0 0 0,1 0 0,-1 0 0,0-1 0,0 1 0,0 0 0,1 0 0,-1-1 0,0 1 0,0 0 0,0 0 0,0-1 0,0 1 0,0 0 0,0-1 0,0 1 0,0 0 0,0 0 0,0-1 0,0 1 0,0 0 0,0-1 0,0 1 0,0 0 0,0 0 0,0-1-1,0 1 1,0 0 0,0 0 0,0-1 0,0 1 0,0 0 0,-1-1 0,1 1 0,0 0 0,0 0 0,0 0 0,-1-1-3,-9-12 42,-7 4-108,0 0 0,0 1 0,-1 0 1,0 2-1,-1 0 0,0 1 0,0 1 0,0 1 1,-10-1 65,27 4-1206,3 0-1689,2 0-2769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49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67 12459,'0'0'2528,"0"0"-98,0 0 57,0 0-1045,31-12-499,98-33 21,-123 43-874,1 0 1,-1 0-1,1 1 1,0 0-1,-1 0 1,1 0-1,0 1 1,0 0-1,3 1-90,-8-1 16,0 1 1,0-1-1,0 1 0,0-1 0,0 1 1,0 0-1,0 0 0,-1 0 0,1 0 1,0 0-1,0 0 0,-1 1 0,1-1 1,-1 0-1,1 1 0,-1-1 0,0 1 1,1 0-1,-1 0-16,2 5 9,-1 0 0,0 0-1,-1 0 1,1 0 0,-1 0 0,-1 0 0,1 0 0,-1 0 0,0 0-1,-1 0 1,0 5-9,0-6 22,-1 8-11,-1 0 0,0 0 0,-1-1 1,-1 1-1,0-1 0,0 0 0,-2-1 0,1 0 1,-2 0-1,0 0 0,0-1 0,-1 0 1,-8 8-12,-9 9 34,-2-1 1,-1-1-1,-1-2 1,-16 9-35,34-25 87,4-1 26,0 0-1,-1-1 1,0-1-1,-1 1 0,1-1 1,-1-1-1,0 0 1,0 0-1,-1-1 0,1-1 1,-4 1-113,14-3 433,0 0-107,0 0-113,25 0 146,14 0-249,0 2 1,0 2-1,-1 1 1,1 2-1,-1 2 1,0 1-1,20 10-110,-51-18-293,0 0-1,0-1 0,-1 0 0,1 0 0,0 0 0,0-1 1,0 0-1,0 0 0,0-1 0,0 0 0,0 0 1,0 0-1,0-1 0,0 0 0,-1-1 0,2 0 294,37-18-5774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0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539 0 11987,'0'0'2753,"0"0"-569,0 0-363,0 0-962,0 0-589,28 0-178,43 0-167,-40 0 223,-24 0 191,-9 0 259,-27 0-328,-1 1 0,1 2-1,-1 1 1,-19 5-270,40-7 5,1 0 0,-1 1 1,1 0-1,0 0 0,0 1 0,0-1 0,1 2 0,-1-1 0,1 1 0,0 0 1,1 1-1,-1 0 0,1 0 0,0 0 0,0 1 0,1-1 0,0 1 0,-1 3-5,4-8 3,1 1-1,-1-1 0,1 1 0,0-1 0,0 1 1,0 0-1,0 0 0,1-1 0,-1 1 0,1 0 1,-1 0-1,1 0 0,0 0 0,0 0 0,0 0 1,1-1-1,-1 1 0,1 0 0,-1 0 0,1 0 0,0-1 1,0 1-1,0 0 0,1-1 0,-1 1 0,1-1 1,-1 1-1,1-1 0,0 0 0,0 0 0,0 0 1,0 0-1,0 0 0,0 0 0,1 0 0,1 0-2,11 7 19,0-1 0,1-1-1,-1-1 1,2 0-1,-1-1 1,2 0-19,31 11-4,-43-14 4,1 1 1,-1 0-1,0 1 0,0 0 0,0 0 1,0 0-1,-1 0 0,1 1 0,-1 0 1,0 0-1,-1 1 0,0-1 0,1 1 1,-1 0-1,-1 0 0,0 0 0,1 1 1,0 5-1,0 0 0,-1 1 0,0-1 0,-1 1 1,-1 0-1,0-1 0,-1 1 0,0 0 1,-1 0-1,-2 12 0,2-19 125,0 0 0,0 0 0,-1 0 1,0 0-1,0-1 0,0 1 0,-1 0 1,0-1-1,0 1 0,0-1 0,-1 0 1,0 0-1,0-1 0,0 1 0,0-1 1,-1 0-1,1 0 0,-1 0 0,0 0 1,-1-1-1,1 0 0,-1 0 0,1-1 0,-1 1 1,0-1-1,0 0 0,-2 0-125,-19 4 233,0-2-1,0 0 1,-1-2-1,1-1 1,-18-2-233,21 1-377,-24 0-237,-78 2-2251,40 6-2318,1 9-4741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14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18 13883,'0'0'2351,"0"0"-320,0 0-598,0 0-840,-19 36-273,-16 34 121,-5 19-441,36-78 95,0 1 0,0 0 0,1 0 0,1 0 0,0 0 0,0 0 0,2 1 0,-1-1 0,1 0-1,1 1 1,0-1 0,1 0 0,2 5-95,-3-11 80,0-1 0,0 0 0,1 1 1,0-1-1,0 0 0,0 0 0,1 0 0,-1 0 0,1 0 0,0-1 0,1 1 1,-1-1-1,1 0 0,0 0 0,0 0 0,0-1 0,4 3-80,-1-2 113,0 0 0,0 0 0,0-1 0,1 0 0,-1 0 0,1-1 0,0 0 0,0 0 0,0-1 0,0 0 0,5 0-113,0-1 86,1 0 1,0-1 0,-1 0-1,0-1 1,1-1 0,-1 0-1,0-1 1,0 0 0,0-1-1,-1 0 1,0-1 0,0-1 0,0 0-1,3-3-86,-3 0 76,-1-1-1,0 0 1,0-1 0,-1 0-1,0-1 1,-1 0 0,-1 0-1,0-1 1,-1 0-1,0 0 1,-1-1 0,0-4-76,-2 9 79,-2 0 0,1 1 0,-2-1 0,1-1 0,-1 1 0,-1 0 0,0 0 0,0 0 0,-1 0 0,0 0 0,-1 0 1,0 0-1,0 0 0,-1 0 0,-1 1 0,1-1 0,-2 1 0,1 0 0,-4-5-79,2 5 41,-24-33 113,28 40-159,1 1 0,-1-1-1,0 0 1,0 0 0,0 1-1,0-1 1,0 1 0,0 0 0,0 0-1,0-1 1,0 1 0,-1 1 0,1-1-1,-1 0 1,1 0 0,0 1-1,-3-1 6,4 2-82,-1-1-1,0 1 0,1-1 1,-1 1-1,1-1 0,-1 1 1,1 0-1,-1 0 0,1 0 0,-1 0 1,1 0-1,0 0 0,-1 0 1,1 0-1,0 1 0,0-1 1,0 0-1,0 1 0,-1 0 83,-17 31-2616,17-29 1865,-12 29-6390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14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0 11723,'0'0'6753,"0"0"-4865,0 0 1921,-93 158-2753,70-104-688,6-4-248,7-8-104,10-9-16,0-21-784,10-9-1808,10-3-5546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15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35 1824,'0'0'10804,"0"0"-6638,0 0-1743,33-6-1098,107-20-748,-134 25-541,0 0 0,1 0 0,-1 1 0,1 0 0,-1 0 0,0 1 0,1 0-36,-6-1 11,1 0 0,0 1-1,-1-1 1,1 1 0,-1-1 0,1 1-1,-1 0 1,1-1 0,-1 1-1,1 0 1,-1 0 0,0 0-1,0 0 1,1 0 0,-1 1 0,0 0-11,1 1 43,-1 0-1,0 0 1,0 0 0,0 0 0,0 0 0,-1 0 0,1 0 0,-1 1 0,0-1 0,0 0 0,0 0 0,0 1 0,-1-1 0,1 0 0,-1 0-43,0 5 175,0-2-57,0-1 0,0 1 0,-1-1 0,0 1 0,0-1 0,0 0 0,-1 0 0,0 0 0,0 0-1,0 0 1,0-1 0,-1 1 0,-2 1-118,-61 54 443,34-32-324,11-9-66,5-5-49,1 1 1,1 0-1,-9 12-4,20-22 42,0 0-1,1 0 0,0 1 0,0 0 0,0-1 1,0 1-1,1 0 0,0 0 0,0 1 0,1-1 0,0 0 1,0 1-1,0-1 0,1 3-41,0-8 51,0 0 0,0 0 0,1 1 0,-1-1 0,1 0 0,-1 0 0,1 0 0,-1 0 0,1 0 0,-1 0 0,1 0 0,0 0 0,0 0 0,0 0 0,-1 0 0,1 0 0,0 0 1,0-1-1,0 1 0,0 0 0,0-1 0,1 1 0,-1 0 0,0-1 0,0 0 0,0 1 0,0-1 0,1 0 0,-1 1 0,1-1-51,45 4 619,-40-3-503,197-1 447,-192-1-844,1 0 1,-1-1-1,0 0 1,0-1-1,-1 0 1,1-1-1,-1-1 1,0 1-1,0-2 1,7-3 280,-8 3-685,37-19-4566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15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44 12915,'0'0'2314,"0"0"-487,29-6-735,12-5-836,-9 3-53,1 1-1,1 1 1,13 0-203,-72 8 1235,2-1-968,1 1 0,-1 2 0,1 0 0,-2 1-267,10-1 171,0 1-1,1 0 1,0 1-1,1 1 1,-1-1-1,1 2 1,-2 1-171,10-5 22,0-1 1,0 1-1,1-1 1,-1 1-1,1 0 1,0 0-1,0 1 0,0-1 1,0 1-1,1-1 1,0 1-1,0 0 1,0 0-1,0 0 1,1 0-1,0 0 1,0 0-1,0 1 1,1-1-1,0 3-22,0-4 4,0-1-1,0 1 0,0-1 0,0 0 1,1 1-1,0-1 0,-1 0 0,1 0 1,0 1-1,1-1 0,-1 0 0,1 0 1,-1 0-1,1 0 0,1 1-3,1 0 9,0 0 0,0-1 0,0 0-1,1 0 1,-1 0 0,1 0 0,0-1-1,0 1 1,3 0-9,22 9 40,-14-7-52,0 2 1,0 0-1,0 1 1,8 7 11,-21-13 16,0 0 0,1 1 0,-1-1 0,0 1-1,-1 0 1,1 0 0,0 0 0,-1 0 0,0 0 0,1 1 0,-1-1 0,-1 1 0,1-1 0,0 1 0,-1 0 0,0 0 0,0 0 0,0 0-1,0-1 1,-1 1 0,1 4-16,-1-6 98,-1-1 0,1 1 0,-1-1 0,1 0 0,-1 1 0,1-1 0,-1 1 0,0-1 0,1 0 0,-1 0 0,0 1 0,0-1 0,0 0 0,0 0 0,0 0 0,0 0 0,0 0 0,-1 0 0,1 0 0,0-1 0,0 1 0,-1 0 0,1-1 0,-1 1 0,1-1 0,0 1 0,-1-1 0,1 0 0,-1 1 0,1-1-98,-58 8 686,34-6-455,20-1-465,-28 5 842,26-3-1347,18-2-2301,22-1-1642,3 0-1995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15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 13651,'0'0'2120,"0"0"1609,53 193-1568,-50-91-89,-3 2-360,0-6-599,-30-9-441,4-14-336,-4-16-240,3-11-96,1-13-264,-7-2-832,3-12-2609,7-9-3473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2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10698,'0'0'1913,"0"0"-1076,0 0-605,0 0-190,31 12-17,98 39 268,-111-43 228,-1 0 1,0 2-1,-1 0 0,0 0 0,0 1 0,-1 1 0,-1 1 0,0 0 1,0 1-1,-2 0 0,0 1 0,0 1 0,5 11-521,-6-8 340,-1 1 0,-2 1 0,4 11-340,25 53 510,-34-79-456,1 0 0,0 0-1,0 0 1,0-1 0,1 0-1,0 0 1,0 0 0,0 0-1,1-1 1,-1 1 0,3 0-54,-4-3 25,1 0 1,-1 0 0,0 0 0,0-1 0,1 0 0,-1 0-1,1 0 1,-1 0 0,1-1 0,-1 1 0,1-1 0,-1 0-1,1-1 1,-1 1 0,1-1 0,0 0-26,-2 0-194,0 1 1,0-1-1,0 0 1,0-1-1,-1 1 1,1 0-1,0-1 1,-1 0-1,1 1 1,-1-1-1,0 0 0,0 0 1,0 0-1,0 0 1,0-1-1,0 1 1,0-1-1,-1 1 1,1-1-1,-1 1 0,0-1 1,1 0-1,-1-2 194,4-19-6118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3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665 0 14171,'0'0'2208,"0"0"-623,0 0-929,-172 140-416,106-92 160,0-7 848,3-5 209,7-6-513,13-9-392,13-9-328,10-3-128,10-7-48,4 4-48,-11 6-192,-22 9-968,2 0-1945,-3-3-4096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4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0 1016,'0'0'9640,"0"0"-5394,0 0-2110,0 0-825,0 0-583,0 0-333,0 4 61,-4 25 34,0 1-1,-2-1 1,-1-1 0,-1 1-1,-1-1 1,-2-1 0,-4 8-490,-27 77 458,31-73-389,1 0-1,2 1 0,2 1 1,1-1-1,2 39-68,3-75 3,0 1 0,0 0 0,0-1 0,1 1-1,0-1 1,0 1 0,0-1 0,0 0 0,1 1 0,-1-1 0,1 0 0,0 0 0,1 0 0,-1 0 0,1 0 0,1 1-3,0-1-81,0-1 1,0 1-1,1-1 1,-1-1-1,1 1 1,0 0-1,-1-1 1,1 0-1,0 0 1,0-1-1,0 0 1,1 1-1,-1-2 1,5 2 80,57 2-3200,-18-4-2167,-47 0 5060,51 0-12471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5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3 102 8738,'0'0'2672,"0"0"-1085,0 0-390,0 0-42,0 0 92,28-16 53,88-48 37,-111 61-1182,1 0-1,0 0 1,-1 1-1,1-1 1,0 2-1,0-1 1,0 0-1,1 1 0,-1 0 1,3 1-155,-7 0 20,0 0 1,0 0-1,0 0 1,0 1 0,0-1-1,0 1 1,0-1-1,0 1 1,-1 0-1,1 0 1,0 0-1,0 0 1,0 0-1,-1 0 1,1 0 0,-1 0-1,1 1 1,-1-1-1,2 2-20,1 4-17,-1 0 0,0 0 0,0 0 0,-1 0 0,1 0 0,-2 0 0,1 1 0,-1-1 0,0 1 0,0-1 0,-1 1 17,1 5 96,1 5-95,0 1 1,-1 0-1,-1-1 1,-1 1-1,-1-1 1,-2 9-2,2-18 24,0 0 0,-1-1 0,0 1 0,-1-1 1,0 0-1,0 0 0,-1 0 0,0-1 1,0 0-1,-1 0 0,0 0 0,0 0 0,0-1 1,-4 2-25,-18 13 275,-1-1 1,-1-1-1,-1-2 1,0-1-1,-23 8-275,111-21 435,298-3-4264,-335 0-1520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5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11859,'0'0'4641,"0"0"-2377,0 0-720,0 0-671,0 0 295,0 0-8,0 0-504,159 0-336,-123 0-224,-3 0-96,-6 6-32,6 6-1168,-7 0-3433,-3-6-5297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5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12067,'0'0'4288,"0"0"-1818,0 0-508,29-1-843,97-2-664,-118 4-443,0-1-1,0 2 1,0-1 0,0 1 0,-1 0 0,1 1-1,0-1 1,-1 2 0,0-1 0,0 1 0,0 0-1,0 0 1,0 1 0,-1 0 0,0 0 0,0 1-1,0 0 1,3 5-12,4 6 5,-1 2 1,-1-1-1,0 2 0,-2-1 0,5 15-5,-1-4 15,-9-22-15,0 1 0,0-1 0,0 0-1,1 0 1,0 0 0,1-1 0,0 1-1,0-1 1,0-1 0,1 1 0,0-1 0,0 0-1,1-1 1,0 0 0,0 0 0,0-1 0,0 0-1,5 2 1,-3-3-875,1 0 0,-1-1-1,1 0 1,0-1 0,-1 0-1,8-1 876,-8 0-3235,-2 0-1598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6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464 1 9450,'0'0'5793,"0"0"-4304,0 0 967,0 0-992,-155 175-319,95-115-49,-3-1-304,4-8-312,6-9-248,13-10-136,17-8-96,13-9-264,10-6-1272,16-6-2305,17-3-2304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6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0 12995,'0'0'4025,"0"0"-1745,0 0-327,149 161-641,-135-69-576,-14 15-72,-4 6-144,-29-9-168,-10-8-224,3-19-112,-3 0-16,7-20-712,13-18-4065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7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11602,'0'0'4882,"0"0"-1642,0 0-966,0 0-1298,0 0-458,0 29 491,-6 401 1734,5-389-2990,-2 103 898,3-51-4479,0-113-2060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7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1696,'0'0'12771,"0"0"-9946,0 0-337,0 0-1159,195 0-841,-126 0-248,-6 0-144,-10 0-48,-17 0-40,-6 0-8,-7 0-440,1 11-1433,-8 7-895,-6-3-6146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12763,'0'0'4361,"0"0"-1257,0 0-951,0 0-729,0 0-464,0 0-432,195 0-328,-138 0-200,-4 0 0,16 0-1568,-16-3-3769,-3 3-6282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8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0 14299,'0'0'4577,"0"0"-2232,0 0-905,0 0-840,0 0-240,0 0 192,-146 179 8,117-105 112,5 7-47,14-7-193,10-9-264,0-11-88,14-12-24,22-10-56,4-11-64,29-9-824,-9-6-3057,-4-6-4121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8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0 1512,'0'0'12643,"0"0"-9594,0 0 928,0 0-2329,175 140-256,-132-78-224,-7-2-639,-9-1-345,-7-5-184,-7-9 8,0-7-8,-3-11-240,-3-6-681,6-9-423,-3-9-2497,-3-3-1112</inkml:trace>
  <inkml:trace contextRef="#ctx0" brushRef="#br0" timeOffset="1">487 57 13179,'0'0'4105,"0"0"-2553,0 0 512,0 0-599,-205 157-481,139-100-16,6-7-224,11-8-456,12-9-208,14-6-72,7-7-8,2 1-576,5 0-528,2-3-2521,7-6-6313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4:58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1 13659,'0'0'4329,"0"0"-1665,0 0-935,0 0-673,0 0-640,139 196-200,-139-109 152,-37 5 8,-9-3-160,-7-3-136,0-8-80,-13 5-480,16-18-1704,7-14-3890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5:01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5209,'0'0'2003,"0"0"-41,0 0-74,0 0 6,0 0-78,-1 0-1627,1 0 0,0 0 0,0 0-1,0 0 1,-1 1 0,1-1-1,0 0 1,0 0 0,0 0-1,0 0 1,0 1 0,0-1-1,-1 0 1,1 0 0,0 0 0,0 1-1,0-1 1,0 0 0,0 0-1,0 1 1,0-1 0,0 0-1,0 0 1,0 1 0,0-1-1,0 0 1,0 0 0,0 0 0,0 1-1,0-1 1,0 0 0,1 0-1,-1 1 1,0-1 0,0 0-1,0 0 1,0 0 0,0 0-1,0 1 1,1-1 0,-1 0 0,0 0-1,0 0 1,0 0 0,1 1-189,29-3 210,40 0-116,-66 2-104,1 0 0,-1 1-1,0-1 1,0 1 0,0 0-1,1 0 1,-1 1 0,0-1 0,-1 1-1,1 0 1,0 0 0,0 0-1,1 1 11,-4-2-288,-1-1-1,0 1 1,1-1-1,-1 1 0,0-1 1,1 1-1,-1-1 1,0 1-1,0-1 0,0 1 1,1 0-1,-1-1 1,0 1-1,0-1 0,0 1 1,0-1-1,0 1 1,0 0-1,0-1 1,0 1-1,0-1 0,-1 1 1,1-1-1,0 1 1,0-1-1,0 1 0,-1-1 1,1 1-1,0-1 1,-1 1-1,1-1 0,0 1 1,-1-1-1,1 1 1,0-1-1,-1 1 1,1-1-1,-1 0 0,1 1 1,-1-1-1,1 0 1,-1 0-1,0 1 289,-14 7-7328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5:02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7762,'0'3'2896,"0"0"-527,0-3 39,0 3-967,27 0 23,6-3-488,3 0-536,1 0-216,-8 0-24,-9 0-136,-7 3-64,-6 3 0,0 3 0,9 3-264,-3-4-1256,1-2-3321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5:16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86 14995,'0'0'2362,"0"0"-586,0 0-221,0 0-554,11 26-205,33 91-96,-41-107-591,-1 0 0,0 0 0,0 0-1,-1 0 1,0 0 0,-1 0 0,0 0 0,-1 0 0,0 0 0,-1 0-1,1-1 1,-2 1 0,0 0 0,0-1 0,0 1 0,-1-1 0,-1 0-1,0 0 1,0 0 0,0-1 0,-1 0 0,-1 0 0,1-1 0,-7 6-109,12-11 15,0 0 1,0-1 0,-1 1-1,1-1 1,0 0 0,-1 1-1,0-1 1,1 0 0,-1 0-1,1 0 1,-1 0 0,0 0-1,0-1 1,0 1 0,1 0 0,-1-1-1,0 1 1,0-1 0,0 0-1,0 0 1,0 1-16,0-2 9,1 0-1,0 1 1,0-1 0,0 0-1,0 1 1,0-1 0,0 0-1,0 0 1,0 0 0,0 0 0,0 0-1,0 0 1,0 0 0,1 0-1,-1 0 1,0-1 0,1 1-1,-1 0 1,1 0 0,0 0-1,-1-1 1,1 0-9,-3-12 30,1 0 0,0 0 0,1 0 0,1 0 0,0-1-30,0 10 8,1-8 9,0-1-1,0 1 1,1 0 0,1 0-1,0 1 1,1-1-1,0 1 1,1-1-1,4-5-16,-6 12 7,-1 1 0,2-1-1,-1 1 1,0 0-1,1 0 1,0 1-1,0-1 1,0 1-1,1 0 1,-1 0 0,1 0-1,0 1 1,0-1-1,1 1 1,-1 1-1,0-1 1,1 1-1,0 0 1,0 0-1,-1 0 1,6 0-7,-9 2-1,0 0 0,0 0 1,0 0-1,0 0 0,0 0 0,0 0 0,0 1 0,0-1 0,0 1 1,0 0-1,0-1 0,0 1 0,0 0 0,0 0 0,0 0 1,-1 0-1,1 1 0,0-1 0,-1 0 0,1 1 0,-1-1 1,0 1-1,1-1 0,-1 1 0,0 0 0,0 0 0,0-1 0,0 1 1,0 0-1,-1 0 0,1 0 0,0 0 0,-1 0 0,1 0 1,-1 0-1,0 0 0,0 0 0,0 0 0,0 1 1,1 10 19,-1-1 0,0 1 0,-1 0-1,0-1 1,-1 1 0,0 0-19,-3 0 28,0 0 1,0 0-1,-1 0 1,-1-1-1,0 0 1,-1 0-1,0 0 0,-1-1 1,0-1-1,0 1 1,-1-2-1,-1 1 0,-5 3-28,14-11 3,1-1 0,-1 1-1,0-1 1,0 0 0,1 0-1,-1 1 1,0-1 0,0 0-1,0-1 1,0 1 0,-1 0-1,1 0 1,0-1 0,-2 1-3,3-1 2,1-1 1,-1 1 0,0 0-1,1 0 1,-1 0-1,0-1 1,1 1 0,-1 0-1,0-1 1,1 1 0,-1 0-1,1-1 1,-1 1-1,1-1 1,-1 1 0,1-1-1,-1 1 1,1-1-1,-1 0 1,1 1 0,0-1-1,-1 1 1,1-1 0,0 0-1,-1 1 1,1-1-1,0 0 1,0 0-3,-2-7 13,1-1 1,0 0-1,1 1 1,0-1-1,1 0 1,0-3-14,0 0-17,0-3 17,1 0 0,0 0 0,1 1-1,1-1 1,1 1 0,0 0 0,1 0-1,0 0 1,1 1 0,0 0 0,1 0 0,1 1-1,0 0 1,1 0 0,0 1 0,0 0-1,1 1 1,10-7 0,-18 15-5,-1 1 0,0-1 1,1 1-1,-1 0 0,1 0 0,0 0 0,-1 0 0,1 0 0,0 0 1,0 1-1,0-1 0,-1 1 0,4 0 5,-5 0-4,0 0 1,-1 0-1,1 1 1,0-1-1,0 0 1,0 0-1,0 1 0,-1-1 1,1 1-1,0-1 1,0 0-1,-1 1 1,1 0-1,0-1 0,-1 1 1,1-1-1,-1 1 1,1 0-1,-1-1 1,1 1-1,-1 0 1,1 0-1,-1 0 0,1-1 1,-1 1-1,0 0 1,1 0 3,-1 3-1,0-1 1,0 1-1,0-1 1,0 1 0,-1-1-1,1 0 1,-1 1-1,0-1 1,1 0-1,-2 0 1,1 1 0,0-1-1,-1 0 1,1 0-1,-1 0 1,0-1-1,0 1 1,0 0 0,-1-1-1,0 2 1,-16 16 63,-1-2 0,0 0 0,-11 6-63,24-19 3,0 0-1,0 0 1,-1 0 0,0-1 0,0 0 0,0-1 0,-1 0 0,1 0-1,-1-1 1,0 0 0,1 0 0,-5 0-3,12-3 1,0 1 1,0 0-1,0-1 1,0 1-1,0-1 0,0 1 1,0-1-1,0 0 1,0 1-1,0-1 0,0 0 1,0 0-1,1 0 1,-1 1-1,0-1 0,0 0 1,1 0-1,-1 0 1,1 0-1,-1 0 1,1 0-1,-1 0 0,1 0 1,0-1-1,0 1 1,-1 0-1,1 0 0,0 0 1,0 0-1,0 0 1,0 0-1,0-1 1,1 1-2,0-48 39,0 43-37,1-7-3,1 1-1,0 0 1,0 0 0,2 0-1,-1 0 1,2 0 0,-1 1 0,2 0-1,-1 0 1,2 1 0,-1 0-1,1 0 1,1 1 0,0 0 0,3-3 1,-6 6-2,1 0 0,0 0 0,0 1 0,1-1 0,0 2 0,0-1 0,0 1 1,0 0-1,0 1 0,1 0 0,0 0 0,0 1 0,-1 0 0,1 0 0,0 1 1,1 0-1,-1 1 0,0 0 0,0 0 0,0 1 0,6 2 2,-13-3-4,0 1-1,-1 0 1,1 0-1,0 0 1,-1 0-1,1 0 1,-1 0-1,0 1 1,1-1 0,-1 0-1,0 1 1,0-1-1,0 1 1,0-1-1,0 1 1,0 0-1,0-1 1,0 1-1,-1 0 1,1-1-1,-1 1 1,1 0-1,-1 0 1,0 0 0,0 0-1,0-1 1,0 2 4,1 3-2,-1 0-1,0 1 1,-1-1 0,1 0 0,-1 0 0,-1 0 0,1 0 0,-1 0 2,-3 5 7,0-1-1,0 0 1,-1 0 0,-1-1-1,0 1 1,0-1 0,-1-1-1,0 0 1,0 0 0,-4 2-7,-16 14 24,-2-2 1,-19 10-25,42-27 7,0-1 1,0 0-1,0-1 1,-1 0-1,1 0 1,-5 1-8,11-4 1,0 1 1,-1-1-1,1 0 0,0 1 1,0-1-1,0 0 1,-1 0-1,1 0 0,0 0 1,0 0-1,0 0 1,0 0-1,-1-1 0,1 1 1,0 0-1,0-1 1,0 1-1,0-1 0,0 1 1,0-1-1,0 1 1,0-1-1,0 0 0,0 1 1,0-1-1,0 0 1,0 0-1,0 0 0,1 0 1,-1 0-1,0 0 1,1 0-1,-1 0 0,1 0 1,-1 0-1,1 0 1,-1 0-1,1 0 0,0 0 1,-1-1-1,1 1 1,0 0-1,0 0 0,0 0 1,0-1-2,-1-6 0,0-1 0,1 0 0,-1 0 0,2 1 0,0-1 0,0 0 0,0 0 1,1 1-1,0-1 0,1 1 0,0-1 0,0 1 0,1 0 0,0 0 0,0 1 0,1-1 0,0 1 0,0 0 0,1 0 0,0 1 1,0-1-1,0 1 0,1 1 0,0-1 0,0 1 0,1 0 0,-1 1 0,1 0 0,0 0 0,0 1 0,0 0 0,1 0 1,7-1-1,-6 1-7,1 1 0,-1 0 1,1 1-1,-1 0 0,1 1 0,9 1 7,-18-1-4,0 0-1,1 1 0,-1-1 0,0 0 0,0 1 0,1 0 0,-1 0 0,0 0 0,0 0 0,0 0 0,0 0 0,0 0 0,0 0 0,0 1 0,-1-1 0,1 1 0,0 0 0,-1-1 0,1 1 0,-1 0 0,0 0 0,0 0 0,1 0 1,-1 0-1,0 0 0,-1 0 0,1 0 0,0 1 0,-1-1 0,1 0 0,-1 0 0,1 2 5,-1 6-1,0-1-1,0 0 1,-1 0 0,0 0 0,-1 0-1,0 0 1,0 0 0,-1 0 0,0-1-1,-1 1 1,0-1 0,0 0-1,-1 0 1,0 0 0,0-1 0,-3 4 1,-8 8 4,-1 0 0,0-1 0,-2-1 0,0-1 0,-10 6-4,20-15 4,0-1-1,0 0 1,-1-1 0,0 0 0,-6 1-4,14-5 4,0 0 1,0-1-1,0 1 1,-1-1-1,1 1 0,0-1 1,-1 0-1,1 0 1,0 0-1,-1 0 0,1 0 1,0-1-1,-1 1-4,2-1 5,0 1 0,0-1 0,0 1 0,0-1 0,0 0 0,0 1 0,0-1 0,0 0 0,0 0 0,1 0 0,-1 0 0,0 1 0,0-1 0,1 0 0,-1 0 0,1 0 0,-1-1 0,1 1 0,-1 0 0,1 0 0,0 0 0,-1 0 1,1 0-1,0-1 0,0 1 0,0 0-5,-2-13 0,2 1 0,0 0 1,0 0-1,1-1 0,1 1 0,0 0 1,1 0-1,0 0 0,1 0 1,0 1-1,1-1 0,1 1 1,0 0-1,1-1 0,-3 7-3,0-1 0,1 1 0,0 0 0,0 0 0,0 0 0,1 0 0,0 1 0,0 0 0,0 0 1,0 1-1,1 0 0,0 0 0,0 0 0,0 1 0,0 0 0,0 0 0,1 1 0,0 0 0,-1 0 0,1 1 0,0 0 0,0 0 0,-1 1 0,1 0 0,1 1 3,-5-1-4,-1 1-1,1 0 0,0 0 0,-1 1 1,1-1-1,-1 1 0,0 0 1,1 0-1,-1 0 0,0 0 1,0 0-1,0 1 0,-1-1 1,1 1-1,0 0 0,-1 0 1,0 0-1,0 0 0,0 0 1,0 0-1,0 1 0,-1-1 0,1 1 1,-1-1-1,0 1 0,0-1 1,0 1-1,0 3 5,1 3 1,-1-1 0,1 1 0,-2 0 0,1-1 0,-1 1-1,-1 0 1,0-1 0,0 1 0,-1 0 0,0-1 0,-1 3-1,-2-2 6,0-1 1,0 0-1,-1 0 1,0 0-1,0-1 0,-1 0 1,0 0-1,-1-1 1,0 0-1,0 0 1,0 0-1,-1-1 0,0-1 1,0 0-1,-1 0 1,1 0-1,-7 1-6,14-6 1,1 1 1,-1-1-1,1 0 0,0 0 0,-1 0 0,1 0 1,-1 0-1,1 0 0,-1 0 0,1 0 0,-1-1 1,1 1-1,0 0 0,-1-1 0,1 1 0,0-1 1,-1 0-1,1 1 0,0-1 0,0 0 0,0 0 1,-1 0-1,1 0 0,0 0 0,0 0 0,0 0 0,0 0 1,1 0-1,-1-1 0,0 1 0,0 0 0,1-1 1,-1 1-1,1 0 0,-1-1 0,1 1 0,0 0 1,-1-1-1,1-1-1,-2-7 8,1-1 0,0 0 0,1 0 0,0 0 0,1-3-8,0-5 4,-1 8-15,0 0 0,0 0 0,1 0 0,1 0 1,0-1-1,1 2 0,1-7 11,-3 14-3,1 1 0,-1-1 1,1 0-1,-1 0 0,1 1 1,0-1-1,0 1 0,0 0 0,0-1 1,1 1-1,-1 0 0,0 0 1,1 0-1,0 1 0,-1-1 0,1 1 1,0-1-1,0 1 0,0 0 1,0 0-1,0 0 0,0 0 0,0 1 1,0-1-1,0 1 0,0 0 1,0 0-1,3 0 3,-3 0-1,-1 1 1,1-1-1,0 1 1,-1 0-1,1 0 1,0 0-1,-1 0 1,1 0-1,-1 0 1,0 1-1,1-1 1,-1 1-1,0-1 1,0 1-1,0 0 1,0 0-1,0 0 1,-1 0-1,1 0 1,-1 1-1,1-1 1,-1 0-1,0 1 1,1-1 0,-2 1-1,1-1 1,0 1-1,0 0 1,-1-1-1,1 1 1,-1 0-1,0-1 1,0 1-1,0 0 1,0 0 0,1 3-1,-1 0 1,0-1 0,0 1 0,-1 0 0,0-1 0,0 1 0,0-1 0,0 1 0,-1-1 0,0 1 0,0-1 0,0 0 0,-1 0-1,0 0 1,0 0 0,0 0 0,-2 1 0,-2 0 8,1-1 0,-1 0 0,1 0 0,-1 0 0,-1-1 0,1 0 0,-1-1 0,1 0 0,-1 0 0,0 0 0,0-1 0,0 0 0,-1-1 0,1 0 0,0 0 0,0 0 0,-1-1 0,1-1-8,6 1 3,1 0 0,0-1 0,-1 1 0,1-1 0,0 1 0,-1-1 0,1 1 0,0-1 0,0 0 0,0 0 0,0 0 0,0 0 0,0 0 0,0 0 0,0 0 0,0 0 0,0 0 0,0 0 0,1 0 0,-1 0 0,0-1 0,0 0-3,-9-38 16,10 29-64,-1 1 1,2-1 0,-1 1-1,1 0 1,1-1 0,2-6 47,-3 14-92,0 0 1,0 0 0,1 1 0,0-1 0,0 0-1,-1 1 1,1-1 0,1 1 0,-1 0 0,0 0-1,1 0 1,-1 0 0,1 0 0,-1 0 0,1 0-1,2 0 92,50-18-5069,-22 13-960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16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768 72 512,'0'0'2997,"0"0"-923,0 0 485,0 0 232,0 0-406,0-3 4641,1-4-3542,1-33-2488,-1 39-967,-1 0 1,0 1-1,0-1 1,0 0-1,0 0 1,0 0-1,-1 1 1,1-1-1,0 0 1,0 0-1,0 0 1,-1 1-1,1-1 1,0 0-1,-1 1 1,1-1-1,0 0 1,-1 1-1,1-1 1,-1 0-1,0 1 1,1-1-1,-1 1 1,1-1-1,-1 1 1,0-1-1,1 1 1,-1-1-1,0 1 1,1 0-1,-1-1 1,0 1-1,0 0 1,1 0-1,-1 0 1,0-1-1,0 1 0,0 0 1,1 0-1,-1 0 1,0 0-1,0 0 1,0 0-1,1 1 1,-1-1-1,0 0-29,-2 1-3,1-1-1,0 1 0,0 0 0,-1 0 1,1 0-1,0 0 0,0 0 0,0 0 1,0 1-1,0-1 0,0 1 0,1-1 1,-1 1-1,0 0 0,0 1 4,-16 23-1,2 1 0,1 1 0,1 0-1,1 1 1,2 0 0,1 0 0,1 2 0,2-1-1,1 1 1,1 0 0,0 17 1,-8 261 148,-28 345 748,33-592-775,-2 0 0,-4-1 0,-2-1-1,-15 36-120,18-62 108,-2 1 0,-1-2 0,-2 0 0,-1-1-1,-1-1 1,-2-1 0,-1-1 0,-12 10-108,30-34 38,0 0 0,0 0 1,-1-1-1,0 1 0,0-2 1,0 1-1,0-1 1,-1 1-1,1-2 0,-1 1 1,0-1-1,-6 2-38,9-4 15,-1 1-1,1-1 1,-1 1 0,1-1-1,0-1 1,-1 1 0,1-1-1,0 1 1,-1-1 0,1 0-1,0-1 1,0 1 0,0-1-1,0 0 1,0 0 0,0 0-1,0 0 1,1-1 0,-1 0-1,1 1 1,-1-2-15,-6-5-61,2-1 0,0 1 0,0-1 0,0-1 0,1 1 0,1-1 0,0 0 0,0-1 0,-3-10 61,5 8-1354,0 0-1,1 0 1,0 0 0,1-1 0,0-5 1354,0-5-8962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16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0 6529,'0'0'2545,"0"0"-1102,0 0-268,0 0-328,0 0-391,-28 19 237,-92 63 450,112-77-976,1 0 0,0 1-1,0 0 1,0 1 0,1-1 0,0 1 0,0 0-1,0 1 1,1-1 0,0 1 0,0 3-167,-7 9 442,-1 3-67,0 1-1,2 1 1,1 0 0,1 0 0,1 1 0,1 0 0,1 0 0,1 1-1,2 0 1,0 0 0,2 10-375,1-34 28,0 0 0,0 0 0,0 0 1,0 0-1,1 0 0,-1 0 0,1 1 0,0-1 0,-1-1 0,2 1 0,-1 0 0,0 0 0,0 0 1,1 0-1,0-1 0,0 1 0,-1-1 0,1 1 0,1-1 0,-1 0 0,0 0 0,0 0 0,1 0 0,-1 0 1,1-1-1,0 1 0,0 0-28,6 1 97,0 0 1,0-1-1,1 0 1,-1-1 0,0 1-1,1-2 1,-1 1-1,7-2-97,-6 1 83,-1 0 0,0-1 0,0-1-1,1 1 1,-1-1 0,0-1 0,0 0 0,-1 0-1,1-1 1,-1 0 0,1 0 0,-1-1 0,-1 0-1,1 0 1,-1-1 0,1 0 0,-2 0 0,1-1 0,-1 0-1,0 0 1,0 0 0,-1-1 0,0 0 0,0 0-1,-1 0 1,0-1 0,-1 0 0,0 1 0,0-1-1,0 0 1,-2 0 0,1-1 0,-1 0-83,1-2 71,-2-1 0,1 1 0,-2 0 0,0 0-1,0 0 1,-1-1 0,0 1 0,-1 1 0,-1-1 0,0 0 0,0 1 0,-1 0 0,-1 0 0,0 0 0,0 1 0,-1 0 0,0 0 0,-1 0 0,0 1 0,-1 0 0,0 1-1,0 0 1,0 0 0,-1 1 0,0 0 0,-6-1-71,16 7-90,-1 1-1,1-1 0,-1 1 1,1 0-1,-1-1 1,0 1-1,1 0 1,-1 0-1,1-1 0,-1 1 1,0 0-1,1 0 1,-1 0-1,0 0 0,1 0 1,-1 0-1,0 0 1,1 0-1,-1 0 1,0 0-1,1 0 0,-1 1 1,0-1-1,1 0 1,-1 0-1,1 1 0,-1-1 1,0 0-1,1 1 1,-1-1 90,1 1-272,0 0 1,-1-1-1,1 1 0,0 0 1,0 0-1,0 0 1,0-1-1,0 1 1,0 0-1,0 0 0,0 0 1,0 0-1,0-1 1,0 1-1,0 0 1,1 0-1,-1 0 0,0-1 1,1 1-1,-1 0 1,0 0-1,1-1 0,-1 1 1,1 0 271,18 20-9326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17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0 11931,'0'0'1880,"0"0"48,0 0 593,-50 179-1321,24-128-360,3-7-336,3-8-304,7-15-200,13-21-656,0 0-2256,0-15-6002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17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12395,'0'0'1848,"0"0"-281,0 0-299,0 0-586,0 0-267,29 4-123,90 16-43,-116-20-226,-1 0 1,0 0-1,0 1 1,0-1-1,1 1 1,-1 0-1,0 0 1,0-1-1,0 1 1,0 1-1,0-1 1,0 0-1,0 0 1,-1 1-1,1-1 1,0 1-1,-1-1 1,1 1-1,-1 0 1,1 0-1,-1-1 0,0 1 1,0 0-1,0 0 1,0 1-1,0-1 1,0 0-1,-1 0 1,1 0-1,-1 0 1,1 1-1,-1-1 1,0 0-1,0 0 1,0 1-1,0-1 1,0 0-1,0 0 1,-1 1-1,0 1-23,0 8 291,1-4-122,-1 0 0,-1 0 0,1 0 0,-1-1-1,0 1 1,-1-1 0,0 1 0,0-1 0,-1 0 0,1 0 0,-6 6-169,-10 14 375,-2 0 0,-8 7-375,-20 27 311,44-56-250,0 1 1,1 0-1,0 1 1,0-1-1,0 1 1,1 0-1,0 0 0,0 0 1,1 0-1,0 1 1,0-1-1,1 0 1,0 1-1,0 1-61,2-8 85,0 0 1,0 0-1,0-1 1,0 1-1,0 0 1,0-1-1,0 1 0,0-1 1,1 0-1,-1 1 1,0-1-1,0 0 0,1 1 1,-1-1-1,0 0 1,0 0-1,1 0 0,-1 0 1,0 0-1,0-1 1,0 1-1,1 0-85,2 0 147,36 0 206,16 0-718,53-6 365,-87 3-1179,-1-1 1,1-1-1,-1-1 0,1-1 1179,24-10-5501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1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33 9210,'0'0'3695,"0"0"-2381,0 0-298,0 0-534,0 0-354,0 0-106,25-5-7,74-15 44,-99 20-35,0 0 0,0 0 0,0 0 0,0 0 1,0 0-1,0 0 0,0 0 0,0 0 0,0-1 0,0 1 1,0 0-1,0 0 0,0 0 0,0 0 0,0 0 0,0 0 1,0 0-1,0 0 0,0 0 0,0-1 0,0 1 0,0 0 1,0 0-1,0 0 0,0 0 0,0 0 0,0 0 0,0 0 1,0 0-1,0 0 0,0 0 0,0 0 0,1 0 0,-1-1 1,0 1-1,0 0-24,-20-2 356,-29-1 190,37 3-284,-1 1 0,1 0-1,0 1 1,0 0 0,0 1-1,0 0 1,1 1 0,-10 4-262,16-6 33,1 0-1,0 0 1,0 0 0,0 1 0,0 0-1,0 0 1,1 0 0,0 0 0,-1 0 0,1 1-1,0-1 1,0 1 0,1 0 0,-1 0 0,1 0-1,0 0 1,0 1 0,0-1 0,1 0 0,-1 1-1,1-1 1,0 1 0,0 0 0,1 2-33,-1-4 8,1 0 0,0 0 0,0 0 1,0 0-1,0-1 0,0 1 0,1 0 1,-1 0-1,1 0 0,0 0 0,0 0 0,0-1 1,0 1-1,0 0 0,1-1 0,-1 1 1,2 0-9,2 2 16,-1-1 0,1-1 0,0 1 0,1-1 1,-1 1-1,0-1 0,5 1-16,-4-1 0,30 14 19,-19-9-13,0 0-1,-1 1 0,0 1 0,0 0 0,0 2-5,-12-8 3,0-1 0,0 1 0,0 0 0,-1 0 0,1 1-1,-1-1 1,0 1 0,-1-1 0,1 1 0,-1 0 0,0 0 0,0 0 0,0 0 0,-1 1 0,0-1-1,0 0 1,0 1 0,0-1 0,-1 5-3,0-5 55,-1 1 0,0-1 1,0 1-1,0-1 0,0 0 0,-1 1 0,0-1 0,0 0 0,0 0 0,-1 0 1,0 0-1,0-1 0,0 1 0,0-1 0,-1 0 0,0 0 0,-3 3-55,-10 8 540,-2 0-1,1-1 1,-19 9-540,-36 29 670,73-52-691,0 0 0,-1 0 0,1 0 1,0 1-1,0-1 0,0 0 0,0 0 0,0 0 0,0 0 0,0 1 0,0-1 0,0 0 0,-1 0 1,1 0-1,0 0 0,0 0 0,0 0 0,0 1 0,-1-1 0,1 0 0,0 0 0,0 0 0,0 0 1,0 0-1,-1 0 0,1 0 0,0 0 0,0 0 0,0 0 0,-1 0 0,1 0 0,0 0 0,0 0 1,0 0-1,-1 0 0,1 0 0,0 0 0,0 0 0,0 0 0,-1 0 0,1 0 0,0 0 0,0 0 0,0 0 1,0 0-1,-1-1 0,1 1 0,0 0 0,0 0 0,0 0 0,0 0 0,0 0 0,-1-1 0,1 1 1,0 0-1,0 0 0,0 0 0,0 0 0,0-1 0,0 1 0,0 0 0,0 0 21,0-16-3848,1 9 722,-1-17-7568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18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194 217 12219,'0'0'2389,"0"0"-738,0 0 467,0 0-628,0 0-166,-2-26-45,-7-75-227,9 83-74,4 19-753,3 14-103,4 43 636,-10-49-702,0 1 1,0-1-1,1 1 0,1-1 0,0 0 1,0 0-1,1 2-56,-3-10 29,-1-13 245,0-199 486,0 650-602,-1-438-245,0-1 0,1 1 0,-1 0 0,0-1 0,0 1 0,1-1 0,-1 1 0,0-1 0,0 1 0,0-1 0,0 1 0,0-1 0,0 0 0,0 0 0,0 1 0,0-1 0,1 0 0,-1 0 0,0 0 0,0 0 0,0 0 0,0 0 0,0 0 0,0-1 87,-37 1-1732,27 0 690,-65 7-3130,69-6 4193,1 0 0,0 0 1,-1 1-1,1 0 1,0 1-1,0-1 1,0 1-1,1 0 0,-1 1 1,-4 3-22,10-7 15,0 0 0,-1 0-1,1 1 1,-1-1 0,1 0 0,0 1 0,-1-1 0,1 1 0,0-1-1,-1 0 1,1 1 0,0-1 0,0 1 0,-1-1 0,1 1-1,0-1 1,0 1 0,0-1 0,0 1 0,0-1 0,-1 1-1,1-1 1,0 1 0,0-1 0,0 1 0,0-1 0,1 1 0,-1-1-1,0 1 1,0-1 0,0 1 0,0-1 0,0 1 0,1-1-1,-1 1 1,0-1 0,0 1 0,1-1 0,-1 0 0,0 1 0,1-1-1,-1 0 1,1 1 0,-1-1 0,0 0 0,1 1 0,-1-1-1,1 0 1,-1 1 0,1-1 0,-1 0 0,1 0 0,-1 0-1,1 0 1,-1 0 0,1 1 0,-1-1 0,1 0 0,-1 0 0,1 0-1,-1 0 1,1 0 0,-1-1 0,1 1-15,35 5 208,265-4 277,-161-2-4178,-81 1-3007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31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12739,'0'0'1948,"0"0"-123,0 0-475,0 0-715,0 0-145,30-12 225,101-37 118,-121 44-686,0 1 0,0 1-1,0 0 1,0 0 0,0 1-1,1 0 1,-1 1 0,1 0 0,-1 1-1,1 0 1,-1 0 0,5 2-147,-11-2 46,-2 1-27,1-1 1,0 1-1,-1 0 0,1 0 0,-1 0 1,1 0-1,-1 0 0,0 1 0,1-1 1,-1 1-1,0-1 0,0 1 0,0 0 1,0 0-1,0 0 0,-1 0 0,1 0 1,-1 0-1,1 1 0,-1-1 0,0 1 1,1-1-1,-1 0 0,-1 1 0,1 0 1,0-1-1,-1 1 0,1 0-19,2 13 85,0 0 0,-2-1 1,0 1-1,0 8-85,-1-14 66,1 12 46,0 1 0,-2-1 0,0 1 0,-2-1 1,0 0-1,-2 0 0,0 0 0,-1 0 0,-2 1-112,-6 7 173,-1 0-1,-1-1 1,-1-1-1,-1-1 0,-2 0 1,-1-2-1,0 0 1,-2-1-1,-1-1 1,-4 0-173,28-22 11,0-1 0,0 0 0,-1 1 0,1-1 1,0 1-1,-1-1 0,1 0 0,0 0 1,-1 1-1,1-1 0,0 0 0,-1 0 0,1 1 1,-1-1-1,1 0 0,0 0 0,-1 0 0,1 0 1,-1 0-1,1 0 0,-1 1 0,1-1 1,-1 0-1,1 0 0,-1 0 0,1-1 0,0 1 1,-1 0-1,1 0 0,-1 0 0,1 0 0,-1 0 1,1 0-1,0-1 0,-1 1 0,1 0 1,-1 0-1,1-1-11,-3-19 99,3 14-99,1 0 1,0 0-1,1 0 1,-1 0 0,1 1-1,0-1 1,2-3-1,0 2 15,1 1 0,0-1-1,0 1 1,1-1 0,-1 2 0,1-1-1,1 1 1,-1-1 0,1 2 0,0-1-1,0 1 1,0 0 0,1 0 0,-1 1-1,1 0 1,0 1 0,0-1 0,0 2-1,0-1 1,0 1 0,0 0 0,0 1-1,1 0 1,-1 0 0,0 0 0,0 1-1,0 1 1,0-1 0,0 1 0,0 1-1,0 0 1,6 2-15,0 0-142,0 0 1,0-1-1,1-1 1,-1-1-1,1 0 0,-1-1 1,4 0 141,63-1-3645,-33-1-1044,-1 1-4311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31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15835,'0'0'2009,"0"0"-345,0 0-440,0 0-751,0 0-313,175-9-112,-118 9-48,25 0-1121,-12 0-2007,-4 0-7027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36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0 13051,'0'0'2312,"0"0"129,-33 179-681,7-72-464,-4 9-191,-3 6-145,3-3-344,4-12-256,9-12-80,14-17-176,3-19-64,36-14-40,34-18-496,75-15-1320,-9-9-2841,-7-3-6554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35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13691,'0'0'1991,"0"0"-249,0 0-274,28-17-634,93-53-453,-115 67-366,-1 1 0,0-1 0,0 1-1,1 0 1,-1 1 0,1-1 0,0 1 0,-1 0 0,1 0 0,0 1-1,0-1 1,-1 1 0,1 1 0,0-1-15,-3 1 8,-1 0 1,1 0-1,-1 0 1,1 0-1,-1 0 0,1 0 1,-1 1-1,0-1 0,0 1 1,1 0-1,-1-1 0,0 1 1,-1 0-1,1 0 0,0 0 1,-1 1-1,1-1 0,-1 0 1,1 0-1,-1 2-8,3 8 92,0 0 0,-1 0 0,0 1 0,-1 0 0,-1 0 0,0-1 0,0 1 0,-2 10-92,1-16 79,-1 11 76,-1 0 0,-1 1 0,-1-1 0,-1 0 0,0-1 0,-1 1 0,-1-1 1,0 0-1,-1 0 0,-5 5-155,-24 38 348,-2-1 1,-7 2-349,32-41 57,7-11-212,4-6 288,0 0 0,0 1-1,0-1 1,1 1 0,-1 0 0,1 0 0,0 0 0,0 0-1,1 0 1,-1 0 0,1 0 0,0 1 0,0-1 0,0 0 0,0 1-1,1-1 1,0 1 0,0-1 0,1 5-133,-1-8 21,1 0 1,-1 0 0,1 1-1,-1-1 1,1 0-1,0 0 1,0 0-1,0 0 1,0 1 0,-1-1-1,2-1 1,-1 1-1,0 0 1,0 0-1,0 0 1,0 0 0,0-1-1,1 1 1,-1-1-1,0 1 1,0-1-1,1 1 1,-1-1 0,1 0-1,-1 1 1,0-1-1,1 0 1,0 0-22,48 2 340,-38-3-225,9 0 0,0-1 0,0-1 1,-1-1-1,1-1 0,-1-1 1,10-4-116,120-53-2592,-122 51 747,5-4-3891,-2-1-3923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35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17716,'0'0'2472,"0"0"-207,0 0-793,0 0-624,192 84-424,-146-52-112,-6 4-184,-14 0-80,-6-4-40,-7-5-8,-6-9-352,-4-3-1024,-3-9-2497,0-6-1472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35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0 15403,'0'0'3001,"0"0"-2009,0 0 1473,-153 161-945,71-78-792,-4 0-464,13-11-136,17-13-128,19-14-648,17-18-3081,14-18-4688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36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 13219,'0'0'2072,"0"0"-1288,0 0 2041,46 220-1049,-46-125-511,0 0-41,-16-5-360,-17-16-336,0-11-232,-4-16-160,4-11-64,0-9-72,13-9-272,10-9-1512,10-9-3777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37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262 428 15347,'0'0'2700,"0"0"-732,0 0-58,0 0-875,-33 14-653,-3 1-300,0 2 0,-30 19-82,60-32 13,0 1 0,0 0 0,0 1 0,1-1 0,0 1 0,0 1 0,0-1 0,1 0 0,0 1 1,0 0-1,1 0 0,0 0 0,0 1 0,0-1 0,1 0 0,0 1 0,1 0 0,0 0 0,0 3-13,-3 6 22,0 3 5,1 0 1,0 1 0,2-1-1,0 20-27,1-36 8,1 1 0,-1-1 0,1 1 0,-1-1 0,1 0 0,0 1 0,1-1 0,-1 0 0,1 1 0,0-1 0,0 0 0,0 0 0,1-1 0,-1 1 0,1 0 0,0-1 0,0 1 0,0-1 0,1 0 0,-1 0 0,1-1 0,-1 1 0,1-1 0,3 2-8,6 1-7,0-1 0,0 0 0,1-1 0,-1 0 0,1-1 0,0 0 0,0-2 0,0 1 0,0-2 0,10-1 7,-13 1-120,0 0 1,0-1-1,0-1 0,0 0 0,0 0 1,-1-1-1,0 0 0,1-1 0,-1 0 1,-1 0-1,1-1 0,-1-1 0,5-4 120,-5 2-87,-1-1-1,0 0 1,-1 0-1,0-1 1,-1 0-1,0 0 1,0 0-1,-1-1 0,-1 0 1,0 0-1,-1 0 1,0-1-1,1-9 88,1-24-6,-2 1-1,-1-1 1,-3-8 6,0 6-7,-1-68 209,0 13 2540,8-51-2742,-5 148 219,0 0 1,0 0-1,1 0 1,0 0 0,0 1-1,0-1 1,2-3-220,-3 8 36,-1 1 1,0-1-1,1 1 1,-1-1-1,0 1 1,1-1-1,-1 1 0,0-1 1,1 1-1,-1-1 1,1 1-1,-1-1 0,1 1 1,-1 0-1,1-1 1,-1 1-1,1 0 0,-1 0 1,1-1-1,0 1 1,-1 0-1,1 0 0,-1 0 1,1 0-1,0-1 1,-1 1-1,1 0-36,0 1 23,0 0 0,1 0-1,-1 0 1,0 0 0,0 0 0,-1 0-1,1 0 1,0 0 0,0 0 0,0 0-1,-1 0 1,1 0 0,0 1-1,-1-1 1,1 0 0,-1 0 0,0 1-1,1-1 1,-1 1-23,7 25 94,0 1 0,-2 0 0,-1 0 0,-2 0-1,0 2-93,-3 151 118,-1-77-126,1-68-349,4 61 206,7-52-2226,11-4-3469,-1-21-5439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37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15331,'0'0'2569,"0"0"-1009,0 0 513,0 0-985,199 59-168,-146 1 128,-7 8-64,-9 4-415,-8-7-345,-9-5-136,-10-13-88,-3-11-8,-4-12-881,-3-18-1607,0-6-2977,0 0-5138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37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37 13851,'0'0'6625,"0"0"-5728,0 0 999,0 0-464,-146 193-335,80-122-489,6-8-240,14-12-256,16-19-104,14-11-8,16-9-344,3-9-1185,30-3-1087,7 0-4482</inkml:trace>
  <inkml:trace contextRef="#ctx0" brushRef="#br0" timeOffset="1">1198 1 15459,'0'0'3057,"0"0"-1065,0 0-727,0 0-473,0 0-480,186 3-216,-134 6-96,-9 3-208,-16 6-936,-17-1-1841,-10-2-3696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38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14427,'0'0'2249,"0"0"-697,0 0 760,0 0-463,0 0-713,0 0-696,219 0-440,-143-18-296,6-3-1472,-19 6-3033,-20 3-5930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39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54 9458,'0'0'2214,"0"0"-403,0 0 151,0 0-738,0 0-423,0 0 88,4-3 221,5-3-816,1 1 0,0 0-1,0 0 1,0 1-1,1 0 1,-1 0-1,1 1 1,0 1-1,8-1-293,12-1 223,1 1 0,26 1-223,-55 2 3,-1 0 0,1 0 0,-1 0 0,1 1-1,-1-1 1,1 1 0,-1-1 0,1 1 0,-1 0 0,0 0 0,0 0 0,1 0 0,-1 1 0,0-1 0,0 0 0,0 1 0,0 0 0,0-1 0,-1 1 0,1 0-1,0 0 1,-1 0 0,1 1-3,1 2 4,-1 0-1,0 1 1,0-1-1,0 0 1,-1 1-1,1-1 1,-1 1 0,-1-1-1,1 1 1,-1-1-1,0 1-3,0 8 9,-1-1 1,0 0-1,-1 1 0,-1-1 0,0 0 0,0 0 1,-1 0-1,-1-1 0,-2 4-9,-14 17 74,-1-2-1,-1-1 1,-2-1-1,-1 0 1,-1-2-1,-1-2 0,-1 0 1,-1-2-1,-2-1 1,0-1-1,-29 12-73,57-31 58,-2 2 63,-1-1 0,1 0 1,0-1-1,-1 0 1,1 0-1,-1 0 0,0-1 1,-4 1-122,10-2 217,1 0 27,0 0 56,9 0 232,219 8 468,0-1-4556,-204-9-751,-3-8-1959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39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13731,'0'0'2538,"0"0"126,0 0-290,0 0-1231,0 0-412,32 11 42,106 39-75,-127-45-626,0 1-1,-1 0 1,1 1 0,-1 0 0,-1 1-1,1-1 1,-1 2 0,-1 0 0,1 0-1,-1 0 1,-1 1 0,0 0 0,0 0-1,-1 1 1,4 9-72,10 16 56,-6-14-264,0-1-1,2-1 1,0 0 0,1-1-1,1 0 1,1-2 0,1 0-1,14 9 209,-30-25-1188,-3 0-3074,-1-1 3021,0 0-5543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0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1 12939,'0'0'2792,"0"0"-1063,0 0-473,0 0 216,0 0-7,-179 199-185,110-124-232,-4-7-352,7-8-400,16-13-176,21-11-120,15-15 0,14-9-784,20-12-856,23 0-1425,7-3-3640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0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8042,'0'0'7273,"0"0"-5440,0 0-161,0 0 296,0 0-431,0 0-961,0 0-368,205 54-208,-149-42-136,10-3-1200,-19 0-1641,-4-9-5529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1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4137,'0'0'8427,"0"0"-4692,0 0-1653,0 0-349,0 0-522,30-7-382,5-2-490,2 3 0,15-1-339,-48 6 39,0 1 1,0 1 0,-1-1 0,1 1 0,0-1 0,0 1 0,-1 0 0,1 0 0,0 1 0,-1-1 0,1 1 0,-1-1 0,0 1 0,0 0 0,0 1 0,1-1-1,-2 1 1,1-1 0,0 1 0,-1 0 0,1 0 0,-1 0 0,0 0 0,0 0 0,0 0 0,0 1-40,8 10 192,12 18-106,-1 0 0,-1 1 0,-2 2 0,-2 0-1,-1 0 1,-1 1 0,-3 1 0,0 0 0,0 15-86,-4-34-2242,2-10-3145,-5-7-1409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1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0 13099,'0'0'2920,"0"0"-1823,0 0 1135,0 0 41,-196 197-953,124-120-136,-1 0-456,10-11-480,17-15-88,16-13-120,17-17-40,13-21-976,30 0-1872,9 0-2642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1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 8874,'0'0'1767,"0"0"-323,0 0-41,0 0-428,0 0-484,0 0-56,17 12 73,51 44 83,-66-55-556,-1 0 1,0 0 0,0 0-1,0 0 1,0 0 0,0 0 0,-1 0-1,1 0 1,0 0 0,0 1 0,-1-1-1,1 0 1,-1 0 0,1 1-1,-1-1 1,1 0 0,-1 1 0,0-1-1,0 1 1,1-1 0,-1 0 0,0 1-1,0-1 1,-1 1 0,1-1 0,0 1-1,0-1 1,-1 0 0,1 1-1,-1-1 1,1 0 0,-1 1 0,0-1-1,1 0 1,-1 0 0,0 0 0,0 0-1,0 1 1,0-1 0,0 0 0,0 0-1,0-1 1,0 1 0,0 0-1,0 0 1,-1 0 0,1-1 0,0 1-1,-1-1-35,-4 6 243,-45 36 831,38-32-981,1-1-1,0 1 1,0 1-1,1 0 1,1 1-1,0 0 1,0 1-1,-2 5-92,11-17 12,0 0 0,0 1 0,0-1 0,0 0-1,0 1 1,1-1 0,-1 1 0,1-1 0,-1 1 0,1 0 0,-1-1 0,1 1 0,0-1-1,0 1 1,0 0 0,0-1 0,0 1 0,0 0 0,0-1 0,0 1 0,1-1 0,-1 1 0,1-1-1,-1 1 1,1-1 0,-1 1 0,1-1 0,0 1 0,0-1 0,0 1 0,0-1 0,0 0-1,0 0 1,0 0 0,0 1 0,1-1 0,-1 0 0,0-1 0,1 1 0,-1 0 0,2 1-12,6 1 98,1 0 1,0 0-1,-1-1 1,1 0-1,0-1 1,8 0-99,13 3-11,-31-4 4,8 1-15,-1 1 1,1 0 0,-1 0 0,1 1 0,-1-1 0,1 2 21,-7-3-271,1 0 1,0 0-1,0 1 0,0-1 0,-1 1 0,1-1 1,0 1-1,-1 0 0,0-1 0,1 1 0,-1 0 0,0 0 1,0 0-1,0 0 0,0 0 0,0 0 0,-1 0 1,1 1-1,-1-1 0,1 0 0,-1 0 0,0 2 271,1 14-8302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2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11747,'0'0'1599,"0"0"-779,0 0 125,0 0 129,0 0 537,2 35 413,2 7-1405,-1-2 19,0 0 0,-3 1 0,-2-1-1,-3 18-637,-6 29 913,-1 3 41,1 67-954,11-130 7,1 0 1,1 0-1,1-1 1,1 1 0,1-1-1,2 0 1,0 0-1,3 1-7,2 2-46,1-1-1,1-1 0,1 0 1,2 0-1,0-2 0,2 0 1,1-2-1,1 0 0,1-1 1,6 4 46,28 19-2490,26 14 2490,21 7-4817,7-3-4541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2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0 13411,'0'0'1752,"0"0"-632,56 158 1833,-39-60-1193,-17 18-535,0 12-81,-10 6-304,-20-6-344,-3-12-304,3-15-80,4-11-112,-21 8-360,4-24-1312,0-14-3537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3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0 9858,'0'0'5567,"0"0"-2613,0 0-985,0 0-830,0 0-475,0 0 87,18 40 61,55 134 37,-64-150-698,-1 1 0,-2 0 0,0 1 1,-2-1-1,-1 1 0,-1 0 0,-1 0 1,-1 1-152,1 16 141,-1-29-102,3 349 656,-7-288-631,-3-1 1,-3 0 0,-4 0 0,-3-1-65,-22 68 86,-6-1 1,-10 8-87,25-79-4038,-24 37 4038,53-102-5113,1-4-3470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3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1 202 12139,'0'0'2890,"0"0"-901,0 0-522,0 0-685,0 0-435,0 0 3,20-18 306,62-57 134,-75 68-586,0 1 1,-1-1-1,1 0 0,-2-1 1,1 0-1,-1 0 0,0 0 1,1-3-205,16-24 1203,-21 35-1185,-1-1 0,0 1 0,1 0 1,-1-1-1,0 1 0,1 0 0,-1 0 0,0-1 0,1 1 1,-1 0-1,0 0 0,1 0 0,-1 0 0,1 0 0,-1 0 1,0-1-1,1 1 0,-1 0 0,1 0 0,-1 0 0,1 0 1,-1 0-1,0 1 0,1-1 0,-1 0 0,1 0 0,-1 0 1,0 0-1,1 0 0,-1 0 0,1 1 0,-1-1 0,0 0 1,1 0-1,-1 1 0,0-1 0,1 0 0,-1 0 1,0 1-1,0-1 0,1 0 0,-1 1 0,0-1 0,0 0 1,0 1-1,1-1 0,-1 1 0,0-1 0,0 0 0,0 1 1,0-1-1,0 1 0,0-1 0,0 1 0,0-1 0,0 0 1,0 1-1,0-1 0,0 1 0,0-1-18,6 30-85,-6-29 117,9 112 428,-5 39-460,7 91-2321,-5-182-3042,-2-4-4552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3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72 115 13419,'0'0'2252,"0"0"-1015,0 0 262,0 0-154,-11 30-410,-34 95-85,29-72-279,17-25-113,-1-27-431,1 0 1,0 0-1,0 0 0,0 0 0,1 0 1,-1 0-1,0 0 0,0 0 1,0 0-1,1-1 0,-1 1 0,0 0 1,1-1-1,-1 1 0,0-1 0,1 0 1,-1 1-1,1-1 0,-1 0 0,1 0 1,-1 0-1,1 0 0,-1 0 1,1 0-1,-1-1 0,0 1 0,1 0 1,-1-1-1,1 1-27,6-1 153,3 0-86,0-1 0,0 0 0,0-1 0,-1 0 0,1 0 0,-1-1-1,0-1 1,0 0 0,0 0 0,0-1 0,-1 0 0,0-1 0,0 0-1,-1 0 1,0-1 0,6-7-67,-6 7 34,-1 0-1,-1 0 0,0-1 1,0 0-1,0 0 1,-1-1-1,-1 0 0,0 1 1,0-1-1,-1-1 1,0 1-1,0 0 0,-1-1 1,-1 0-1,0 1 1,0-1-1,-2-8-33,0 14 16,0 1 1,-1 0-1,1 0 1,-1 0-1,0 0 0,-1 0 1,1 0-1,-1 0 0,1 1 1,-1-1-1,0 1 0,0 0 1,-1 0-1,1 0 1,-1 0-1,1 1 0,-1-1 1,0 1-1,0 0 0,0 0 1,0 0-1,0 1 1,-4-1-17,1-1-75,0 0 1,-1 1 0,1 0 0,-1 1 0,0-1-1,1 2 1,-1-1 0,0 1 0,0 0 0,1 0-1,-1 1 1,0 0 0,-4 2 74,10-2-192,0-1 1,1 1-1,-1 0 0,0 1 1,0-1-1,1 0 1,-1 0-1,0 1 0,1-1 1,-1 1-1,1-1 0,0 1 1,-1 0 191,-10 24-5353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4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 12579,'0'0'1552,"0"0"-184,0 0 393,0 0-1121,-76 184-456,50-136-112,3-10-56,0-8-8,9-6-8,8-12-1168,2-6-6282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4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12019,'0'0'2400,"0"0"-652,0 0-342,0 0-628,0 0-469,0 0-180,24 2-49,-3 0-48,1 1-1,-1 0 1,7 3-32,-26-5 13,0 0 0,-1 0-1,1 0 1,-1 0 0,1 0 0,-1 0 0,1 0-1,-1 0 1,1 1 0,-1-1 0,0 0-1,0 1 1,0-1 0,0 1 0,0-1 0,0 1-1,0 0 1,0-1 0,-1 1 0,1 0-1,-1 0 1,1 0 0,-1-1 0,0 1 0,0 0-1,0 0 1,0 0 0,0 0 0,0-1-1,0 1 1,0 0 0,-1 0 0,1 0 0,-1 1-13,-2 6 167,1 0 1,-1-1-1,0 1 1,-1-1-1,-4 6-167,-35 48 1437,36-54-1299,0 1 1,0-1-1,1 1 1,0 0-1,1 0 1,0 1-1,0-1 1,1 1-1,0 0 1,1 1-1,0-1 1,1 1-1,-2 10-138,4-20 41,1-1 0,-1 1 0,1 0 1,-1 0-1,1 0 0,-1-1 0,1 1 0,-1 0 0,1 0 1,0-1-1,-1 1 0,1-1 0,0 1 0,0 0 0,-1-1 1,1 0-1,0 1 0,0-1 0,0 1 0,0-1 0,-1 0 0,1 0 1,0 1-1,0-1 0,0 0 0,0 0 0,0 0 0,0 0 1,0 0-1,0 0-41,38 1 352,-30-1-293,17 0-232,1-1 1,0-1 0,11-3 172,-27 2-786,1 0 0,0 0 0,-1-2 0,1 1 0,5-4 786,27-18-5933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5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54 10818,'0'0'1397,"0"0"-533,0 0 140,0 0-226,0 0-164,29-9 89,83-26-71,-84 26-294,-28 9-172,-3 0-75,-18 0 70,0 1 0,0 1-1,0 1 1,0 0 0,-1 2-161,15-3 69,0 0 1,-1 0-1,2 1 1,-1 0-1,0 0 1,1 1-1,-1 0 1,1 0-1,0 0 0,0 1 1,1 0-1,-1 0 1,1 0-1,0 1 1,0-1-1,-2 6-69,6-9 32,-1 1 0,1 0 0,-1 0 0,1 0 0,0 1 1,0-1-1,1 0 0,-1 0 0,0 0 0,1 1 0,0-1 0,0 0 0,0 1 0,0-1 0,1 0 0,-1 0 0,1 1 0,0-1 0,0 0 0,0 0 1,0 0-1,2 2-32,3 6 132,1 0 0,0 0 0,1 0 0,0-1 0,4 2-132,22 32-10,-28-34 81,-1 0 0,0 0 0,0 1 0,-1 0 0,0 0 0,-1 1 0,0-1-1,-1 1 1,0-1 0,-1 1 0,0 0 0,-1-1 0,0 1 0,-1 3-71,0-14 89,1 0 0,-1 0 0,1 0 1,-1 0-1,1 0 0,-1 0 1,0 0-1,1 0 0,-1 0 0,0 0 1,0 0-1,0 0 0,0-1 1,0 1-1,0 0 0,0-1 0,0 1 1,0-1-1,0 1 0,0-1 1,0 0-1,-1 1-89,-29 7 863,25-7-642,-26 7 235,5-1-422,0-2 0,-1 0 0,1-2 0,-7 0-34,34-5-230,-1 1-1,0-1 0,1 0 1,0 1-1,-1-1 0,1 1 1,0-1-1,0 0 0,0 1 0,0-1 1,0 0-1,0 1 0,0-2 231,1 2-452,-1-25-4578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5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12459,'0'0'3808,"0"0"-2007,0 0-233,0 0-568,211 0-656,-168 0-344,-10 3-224,-9 9-1608,-15-1-2833,-5 1-3761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5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7042,'0'0'1864,"0"0"-240,0 0 1297,0 0-1409,0 0-1048,208 68-464,-135-62-1496,-13-3-4113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7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0 161 5801,'0'0'4604,"0"0"-1673,0 0-780,0 0-300,0 0-181,31-19-402,97-59-230,-106 65-512,0 1 0,1 1-1,19-7-525,-32 15 141,0 1 0,-1 0-1,1 1 1,0 0 0,0 0-1,0 1 1,9 1-141,-16 0 3,0-1 1,0 1 0,-1 0-1,1 0 1,-1 0-1,1 0 1,-1 0-1,1 1 1,-1-1 0,0 1-1,1-1 1,-1 1-1,0 0 1,0 0 0,0 0-1,-1 0 1,1 0-1,0 1 1,-1-1 0,1 0-1,-1 1 1,0-1-1,0 1 1,0 0 0,0-1-1,0 1 1,-1 1-4,4 10 2,-1 0 1,0 1-1,-1-1 0,0 11-2,-1-11 17,0 0-1,0 0 0,-1 0 0,-1 0 0,0 0 0,-1 0 1,-1 0-1,0-1 0,-1 1 0,0-1 0,-1 0 0,0 0 1,-1 0-1,-1-1 0,0 0 0,-6 7-16,-17 15 169,-2-1 0,-1-2 1,-1-2-1,-2 0 0,-1-3 0,-5 2-169,39-26 30,0 0 1,0 0-1,0 0 0,0 0 1,-1-1-1,1 1 0,-1-1 1,1 0-1,-3 1-30,5-2 11,1-1-1,-1 1 1,0 0-1,0 0 1,1-1-1,-1 1 1,0-1-1,1 1 1,-1-1-1,0 1 1,1-1 0,-1 1-1,1-1 1,-1 1-1,1-1 1,-1 0-1,1 1 1,-1-1-1,1 0 1,-1 1-1,1-1 1,0 0 0,0 1-1,-1-1 1,1 0-1,0 0 1,0 0-1,0 1 1,0-1-1,0 0 1,0 0-1,0 0 1,0 1-1,0-1 1,0 0 0,0 0-1,0 1 1,1-1-1,-1 0-10,0-6 8,0 0 1,0 0-1,1 0 0,0 0 0,0 0 0,0 0 1,1 0-1,0 0 0,1-1-8,-1 5 2,0 0 0,-1 1 0,1-1-1,0 1 1,1-1 0,-1 1 0,0 0 0,1 0 0,-1-1 0,1 2 0,0-1 0,-1 0-1,1 1 1,0-1 0,0 1 0,0 0 0,0 0 0,1 0 0,-1 0 0,0 0 0,3 1-2,4-2 0,0 1 1,0 0-1,0 0 0,0 1 1,0 1-1,0 0 1,0 0-1,0 1 1,0 0-1,-1 0 1,1 1-1,-1 1 1,1 0-1,-1 0 1,0 1-1,-1 0 1,5 3-1,14 11-175,1-2 1,1-1-1,12 4 175,-27-14-179,0-1 0,1 0 0,0-2 0,0 1 0,0-2-1,0 0 1,0-1 0,9 0 179,-10-1-671,-1 0-969,0 0 1,0-1-1,-1 0 1,1-1 0,2 0 1639,25-16-12332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47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12 8066,'0'0'4125,"0"0"-1961,0 0-578,0 0-573,0 0-570,0 0-234,20 1-53,56 2 110,-106 6 1702,-27 2-928,-36-6 3312,-19-5-4352,308-29-7252,-120 17 430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0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66 223 8554,'0'0'2618,"0"0"-1082,0 0-260,0 0-492,0 0-353,0 0 47,27-16 3001,-19 7-3434,0 1 0,-1-1 0,0-1-1,-1 1 1,1-1 0,-2 0 0,1 0 0,2-11-45,28-90 2432,-32 183-1606,-6-12-806,-7 32-20,2-31 35,2 34-35,5-71-236,1-12 277,-1 0 0,0 1 0,-1-1 0,0 0 0,-1 0 1,0 1-1,-3 4-41,4-14-178,-1 0 0,1 0 0,-1 0 0,0 0 0,1 0 1,-2 0-1,1-1 0,0 1 0,0 0 0,-1-1 0,1 0 1,-3 1 177,1 0-552,0-1 1,0 0-1,0 0 1,-1 0-1,1 0 1,-1-1-1,0 0 1,1 0-1,-1 0 1,0 0-1,0-1 552,-4 1-1918,-35 4-2777,43-5 4824,-1 1-1,1-1 1,0 0-1,0 0 1,0 0 0,-1 1-1,1-1 1,0 1-1,0-1 1,0 1 0,0-1-1,0 1 1,0 0-1,0-1 1,0 1-1,0 0 1,0 0 0,0 0-1,1 0 1,-1 0-1,0 0 1,0 0 0,1 0-1,-1 0 1,1 0-1,-1 0 1,1 0 0,-1 2-130,2-2 118,0 0-1,-1 0 0,1 0 0,0 1 0,0-1 1,0 0-1,0 0 0,0 0 0,0-1 0,1 1 1,-1 0-1,0 0 0,0-1 0,1 1 0,-1 0 0,0-1 1,1 1-1,-1-1 0,0 0 0,1 1 0,-1-1 1,1 0-1,-1 0 0,0 0 0,1 0 0,-1 0 1,1 0-1,0-1-116,4 2 223,248 21-1198,-193-14-4191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0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0 7890,'0'0'2270,"0"0"-622,0 0-228,0 0-256,0 0-38,1 31 136,1-8-982,1 15 282,-2 0 0,-2 0 0,-1 0 0,-7 31-562,-6 14 903,-1 1-352,3 0 0,-1 83-551,14-166-1,0 57 33,4 43-32,-2-82-32,1 0-1,1 0 1,0-1-1,2 1 1,0-1-1,1-1 0,3 5 33,-2-4-231,1-1 0,1 0 0,0-1-1,1 0 1,1-1 0,1 0-1,0-1 1,1 0 0,0-1-1,1-1 1,4 3 231,39 21-1891,1-2 0,1-3 1,2-3-1,18 5 1891,82 21-8472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1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10970,'0'0'5281,"0"0"-4600,0 0 1127,126 214-288,-100-101-784,-16 18-79,-10 6 63,0 0-120,-26-12-248,-1-18-264,4-18-32,3-23-56,10-13-288,4-20-1824,6-15-4362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8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 10066,'0'0'2683,"0"0"-770,0 0-714,0 0-526,0 0-3,-21 31 51,-69 102 147,56-70 21,28-22 100,6-38-920,-1-2-18,1 0-1,0 0 0,0 1 0,0-1 1,0 0-1,0 0 0,0 1 0,1-1 1,-1 0-1,0 0 0,1 0 0,-1 1 1,1-1-1,-1 0 0,1 0 0,-1 0 1,1 0-1,0 0 0,-1 0 0,1 0 1,0 0-1,0 0 0,0 0 0,0-1 1,0 1-1,0 0 0,0 0 0,0-1 1,0 1-1,0-1 0,1 1-50,41 2 874,-29-3-792,10-1 23,0 0 1,-1-2-1,1 0 0,-1-2 0,18-6-105,-31 8 25,0 0 0,0-1-1,-1 0 1,1 0 0,-1-1 0,0 0 0,-1-1 0,1 0 0,-1 0-1,0-1 1,-1 0 0,1 0 0,-2-1 0,5-6-25,-9 11 59,0 0 0,0-1 0,0 1-1,-1-1 1,1 1 0,-1-1 0,0 0 0,0 1 0,-1-1 0,1 0 0,-1 0 0,0 0-1,0 0 1,0 0 0,0 1 0,-1-1 0,1 0 0,-1 0 0,0 0 0,0 1 0,-1-1 0,1 0-1,-1 1 1,1-1 0,-1 1 0,0 0 0,-1 0 0,1 0 0,-2-2-59,-4-4 43,0 1 0,-1-1 0,0 2 0,0-1 0,-1 1 0,0 1 0,0 0 0,-11-5-43,-10 2-677,13 13-3377,10 11-1872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8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0 14283,'0'0'3129,"0"0"728,0 0-2401,0 0-824,0 0-392,-106 161-152,83-128-80,7-3-8,16-10-600,0-5-2345,3-6-2680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9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0 10402,'0'0'2323,"0"0"-384,0 0-728,0 0-640,0 0-349,22 8-148,-3-1-42,1 1-1,-1 1 1,5 3-32,-23-11 8,-1-1-1,1 1 1,0-1 0,-1 1-1,1 0 1,-1-1-1,1 1 1,-1 0 0,1-1-1,-1 1 1,1 0 0,-1-1-1,0 1 1,1 0 0,-1 0-1,0 0 1,0 0 0,1-1-1,-1 1 1,0 0 0,0 0-1,0 0 1,0 0-1,0-1 1,0 1 0,0 0-1,-1 0 1,1 0 0,0 0-1,0-1 1,-1 1 0,1 0-1,0 0 1,-1 0 0,1-1-1,-1 1 1,1 0 0,-1 0-8,-26 28 461,19-22-265,-27 26 539,18-17-354,1 0-1,0 1 1,-3 6-381,15-18 111,0 0 0,1 1 0,0-1 0,0 1 0,0 0 0,0 0 0,1 0 0,0 0 1,1 0-1,-1 0 0,1 1 0,0-1 0,1 6-111,0-10 75,1-1 1,0 1 0,0 0-1,-1-1 1,1 1-1,1-1 1,-1 0-1,0 1 1,0-1-1,0 0 1,1 0-1,-1 1 1,1-1 0,-1 0-1,1 0 1,-1-1-1,1 1 1,-1 0-1,1 0 1,0-1-1,0 1 1,-1-1 0,1 0-1,0 1 1,0-1-1,-1 0 1,1 0-1,0 0 1,0 0-76,64 3 689,-61-3-625,22 1-46,49-4 185,-71 2-444,0-1 0,1 1 0,-1-1 1,0 0-1,0 0 0,0 0 0,0-1 0,0 1 0,-1-1 0,1-1 0,-1 1 1,4-4 240,13-16-4425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9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 7434,'0'0'2771,"0"0"-996,0 0-879,0 0-547,0 0-191,0 0 47,-17 0 275,-10 2 104,0 0 0,1 2-1,-1 0 1,1 2 0,-9 4-584,27-7 206,0 0 1,0 0 0,1 0 0,0 1-1,-1 0 1,2 1 0,-1 0 0,0 0 0,1 0-1,-5 6-206,8-8 37,1 0-1,0 1 1,-1-1 0,1 1-1,0-1 1,1 1-1,-1 0 1,1 0-1,0 0 1,0 0 0,0 0-1,0 0 1,1 0-1,-1 0 1,1 1-1,0-1 1,0 0 0,1 0-1,-1 0 1,1 0-1,0 0 1,1 1-37,0 0 95,1-1-1,0 1 1,1-1 0,-1 0 0,1 0 0,0 0-1,0 0 1,0-1 0,1 0 0,-1 0-1,1 0 1,0 0 0,-1-1 0,6 2-95,23 16 187,-23-11-152,0 0 1,-1 0 0,0 1 0,0 0 0,-1 1-1,0 0 1,-1 0 0,0 0 0,-1 1 0,0 0-1,-1 1 1,0-1 0,1 8-36,-6-18 40,0 0 0,0 0 1,0 0-1,0-1 0,-1 1 0,1 0 0,-1 0 1,1 0-1,-1-1 0,0 1 0,0 0 1,0-1-1,0 1 0,0-1 0,0 1 0,0-1 1,0 1-1,-1-1 0,1 0 0,0 1 0,-1-1 1,0 0-1,1 0 0,-1 0 0,1 0 1,-1-1-1,0 1-40,-60 25 1321,34-15-934,4 4-760,19-12-1875,13-10-1788,5-4-3249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9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18 9938,'0'0'2766,"0"0"-585,0 0-637,0 0-660,29-3-311,92-10-323,-118 12-244,0 1-1,0 0 1,0 0 0,0 0 0,0 0-1,0 0 1,0 0 0,-1 1-1,1 0 1,0 0 0,0-1 0,0 1-1,0 1 1,-1-1 0,1 0 0,0 1-6,-2-1 2,0 0-1,0 0 1,-1 0 0,1 0 0,0 0 0,0 0 0,-1 0 0,1 1 0,-1-1 0,1 0 0,-1 0 0,1 0-1,-1 1 1,0-1 0,0 0 0,0 1 0,1-1 0,-1 0 0,0 0 0,-1 1 0,1-1 0,0 0 0,0 1-2,-1 3 35,-1-1 1,1 1 0,-1-1-1,0 0 1,0 0 0,0 1-1,0-1 1,-1 0 0,0-1 0,0 1-1,0-1 1,-1 3-36,-67 37 1193,60-38-1092,0 1 1,0 0-1,1 0 1,-1 1 0,2 1-1,-1-1 1,1 2-1,0-1 1,1 1-1,-2 2-101,9-9 31,0-1-1,0 0 0,0 0 0,1 0 1,-1 1-1,0-1 0,0 0 0,1 1 1,-1-1-1,1 0 0,-1 1 0,1-1 1,0 1-1,-1-1 0,1 1 0,0-1 0,0 1 1,0-1-1,0 1 0,0-1 0,0 1 1,1-1-1,-1 1 0,0-1 0,1 1 1,-1-1-1,1 0 0,0 1 0,-1-1 1,1 0-1,0 1 0,0-1 0,0 0 0,0 0 1,0 0-1,0 1 0,0-1 0,0-1 1,0 1-1,1 0 0,-1 0 0,0 0 1,0-1-1,1 1 0,-1 0 0,1-1 1,-1 1-1,1-1 0,-1 0 0,1 1-30,12 2 149,0 0-1,-1-1 1,1 0 0,0-1-1,4-1-148,-10 0-50,126 1-1920,-93-1-2441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00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0 4961,'0'0'8248,"0"0"-4943,0 0-1607,20 30-79,18 26-363,8 21-1256,-40-65 87,0 0 0,-1-1-1,-1 2 1,0-1 0,-1 0 0,0 1 0,-1 0-1,0 0 1,-1-1 0,-1 1 0,0 0-1,-1 9-86,0 9 130,0 1-2,-1 0-1,-2 0 1,-1 0-1,-2-1 1,-1 0-1,-5 11-127,-21 48 1230,-22 38-1230,29-71 480,3 1-1,1 1 1,4 1 0,-12 60-480,28-91 94,0-2-1812,-1-9-5670,1-11-5051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01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14363,'0'0'3201,"0"0"-1657,0 0-96,0 0-647,0 0-497,242 0-112,-163 0 0,1 0-80,-14 0-40,-10 0-24,-13 0-48,-10 0-88,-10 0-1577,-10 3-2191,-9 3-5955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02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5641,'0'0'8066,"0"0"-6018,0 0 905,0 0-576,0 0-1465,0 0-656,251 3-256,-151-18-8,5 0-960,31-6-1209,-23 0-984,-21 0-5480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02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154 269 11931,'0'0'2176,"0"0"483,0 0 574,0 0-1451,0 0-771,29-18-165,87-58-15,-110 72-743,-1 0-1,1 0 0,-1-1 1,0 0-1,0 0 1,-1 0-1,1-1 0,-1 0 1,0 0-1,-1 0 1,1 0-1,-1 0 0,-1-1 1,1 1-1,-1-1 0,0 0 1,-1 0-1,1 0 1,-1 0-1,-1-2-87,11-39 847,-10 47-740,-1 3-63,-4 91-55,-4 0 0,-4-1 0,-9 25 11,10-39-73,4 0 0,3 0 0,4 32 73,1-66-276,-2-41 230,1-1 0,-1 1 0,0 0 1,0-1-1,0 1 0,0-1 0,0 1 0,0-1 0,-1 0 0,1 1 1,-1-1-1,0 0 0,1 0 0,-1 0 0,0 0 0,0 0 0,0-1 0,-1 1 1,1-1-1,0 1 0,-1-1 0,1 0 0,-1 0 0,1 0 0,-1 0 1,1 0-1,-2 0 46,-14 5-204,0-2 1,0 0 0,-15 1 203,17-2-156,7-2 116,-13 4-39,-1-2-1,1 0 0,-1-2 1,0 0-1,-19-3 80,134 10-61,0-4 1,56-6 60,-74 0-638,39-2-2764,-11-6-3415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03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13 12587,'0'0'2472,"0"0"-677,35-2-776,241-8-221,-306 10-616,-67-1 1624,0 5 1,-83 14-1807,175-18 26,3 0-25,1 0 0,-1 0 0,1 0 0,-1 0 0,1 1 0,-1-1 0,1 0 0,-1 1 0,1-1 0,0 0 0,-1 1-1,1 0 1,0-1 0,-1 1 0,1 0 0,0 0 0,0 0 0,-1 0 0,1 0 0,0 0 0,0 0 0,0 0 0,0 0 0,0 0-1,0 2 0,9 2-374,83 4-4429,-41-9-1717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17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 13483,'0'0'2826,"0"0"-454,0 0-147,0 0-986,0 0-598,-24 18 53,2-2-495,8-7-63,0 2-1,0-1 1,1 2-1,0 0 1,1 0-1,1 1 1,0 1 0,1-1-1,0 2 1,-2 5-136,4-5 139,1 0 0,1 0 0,1 1 0,0 0 0,1 0 0,0 0 0,2 0 0,0 0 1,0 1-1,2 11-139,0-25 31,0 1 1,0-1-1,1 1 1,-1 0-1,1-1 0,0 1 1,0-1-1,0 1 1,0-1-1,1 0 1,-1 0-1,1 1 1,0-1-1,0 0 1,0 0-1,0-1 1,1 1-1,1 2-31,1-2 42,0 1 1,0-1-1,0 0 0,0 0 1,1 0-1,-1-1 1,1 1-1,-1-2 0,1 1 1,5 1-43,15 0 102,-1 0 0,1-2 0,0 0 0,25-4-102,-41 2 7,9 0 8,-1-1-1,0-1 1,0-1-1,0 0 0,0-2 1,-1 0-1,0-1 1,0 0-1,-1-1 1,6-5-15,-15 9 21,0-1-1,0 1 1,0-2 0,0 1 0,-1-1 0,0 0 0,0-1-1,-1 1 1,0-1 0,0 0 0,0 0 0,-1-1 0,0 1-1,-1-1 1,1 0 0,-2 0 0,1 0 0,-1-1 0,0 1-1,-1 0 1,0-1 0,0-6-21,-1 8 49,-2 1-1,1 0 1,-1 0-1,0 0 1,0 0-1,0 0 1,-1 0 0,0 1-1,0-1 1,-1 1-1,0 0 1,1 0-1,-2 0 1,1 0-1,-1 1 1,1-1-1,-1 1 1,0 0 0,0 1-1,-5-3-48,-18-12 66,-1 2 0,-1 0-1,-13-3-65,35 15-30,3 2 242,-4-2-4046,13 6-2732,8 2 3521,13 7-6973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18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0 12275,'0'0'4458,"0"0"-1734,0 0-911,0 0-415,0 0-65,-11 29-110,0 5-901,4-10-137,-1-1 1,-1-1-1,-2 0 1,0 0 0,-1-1-1,-7 10-185,-1-3 190,13-20-169,0 0 0,1 1 0,0 0 0,1 0 0,0 0 0,0 0 0,1 1 0,1-1 0,-1 1 0,1 0-1,1 0 1,-1 7-21,4-15 11,-1-1 0,1 0 0,0 0 0,-1 0 0,1 0 0,0 1 0,0-1-1,0 0 1,0-1 0,0 1 0,0 0 0,0 0 0,0 0 0,0-1-1,1 1 1,-1 0 0,0-1 0,0 1 0,1-1 0,-1 1 0,0-1 0,1 0-1,-1 0 1,1 0 0,-1 1 0,0-1 0,1-1 0,0 1-11,48 3 293,-46-3-274,51 1 132,64-2 2,-106 0-167,-1-1-1,1 0 1,-1-1 0,0 0-1,0-1 1,0 0-1,0-1 1,2-2 14,-8 3-855,-1 0 1,0-1-1,-1 0 1,1 0-1,-1-1 1,0 1-1,0-1 0,0 0 1,2-6 854,7-9-4385,4-6-3971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18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62 9498,'0'0'4501,"0"0"-1442,0 0 239,0 0-984,0 0-527,0 0-468,10-14-621,-5 6-608,25-28 178,-30 35-261,0 1 0,0 0 1,1 0-1,-1-1 0,1 1 0,-1 0 0,0 0 1,1-1-1,-1 1 0,0 0 0,1 0 1,-1 0-1,1 0 0,-1 0 0,1-1 0,-1 1 1,0 0-1,1 0 0,-1 0 0,1 0 0,-1 0 1,1 0-1,-1 1 0,0-1 0,1 0 0,-1 0 1,1 0-1,-1 0 0,0 0 0,1 1 0,-1-1 1,1 0-8,0 2 28,0-1 0,0 1 0,-1-1 0,1 1 0,0 0 0,-1-1 1,1 1-1,-1 0 0,1 0 0,-1-1 0,0 1 0,0 0 0,0 0 1,0 0-29,2 33 229,-2 0 0,-2 0 1,-1-1-1,-2 1 0,-1-1 1,-1 0-1,-10 25-229,-4 6 103,3 0 0,-8 54-103,20-64-4242,4 1-4494,2-43-4889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19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0 5457,'0'0'4577,"0"0"57,0 0-651,0 0-1349,0 0-825,0 0-460,0 0-1316,0 0 0,1 1 0,-1-1 0,0 0 0,0 0 0,1 0 0,-1 1 0,0-1 0,0 0 0,1 0 0,-1 1 0,0-1 0,0 0 0,1 1 0,-1-1 1,0 0-1,0 1 0,0-1 0,0 0 0,0 1 0,0-1 0,1 0 0,-1 1 0,0-1 0,0 0 0,0 1 0,0-1 0,0 0 0,0 1 0,0-1 0,-1 0 0,1 1 1,0-1-1,0 1 0,0-1 0,0 0 0,0 0 0,-1 1-33,1 3 43,-1-1 0,0 1-1,-1-1 1,1 1 0,-1-1 0,1 1 0,-1-1 0,0 0-1,0 0 1,0 0 0,-1 0 0,1 0 0,-2 1-43,-42 37 415,30-27-263,-39 30 489,-55 32-641,5-3-657,122-73-6599,22-12-2637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19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68 15539,'0'0'2716,"0"0"-623,0 0-542,35-11-798,114-33-267,-139 41-385,0 1-1,1-1 1,-1 2 0,0-1-1,1 1 1,-1 1-1,1 0 1,-1 1-1,1-1-100,-1 1 83,-8 0-60,-1-1-1,1 1 0,0-1 0,0 1 1,0 0-1,-1-1 0,1 1 0,0 0 1,-1 0-1,1 0 0,-1 0 0,1 0 1,-1 1-1,0-1 0,1 0 0,-1 1 0,0-1 1,0 1-1,0-1 0,0 1 0,0 0 1,0-1-1,0 1 0,-1 0 0,1 0 1,-1-1-1,1 1 0,-1 0 0,0 0 0,1 0 1,-1 1-23,0 2 76,0 0 1,1 1 0,-2-1-1,1 0 1,-1 0 0,1 0-1,-1 0 1,-1 0 0,1 0-1,-1 0 1,-1 2-77,-2 2 56,-1-1-1,0 1 1,-1-1 0,0-1 0,0 1-1,-1-1 1,0 0 0,0-1 0,0 0 0,-1 0-1,-3 1-55,-7 4 73,0-2 0,0 0 1,-1 0-1,0-2 0,-3 0-73,169-3-32,-142-4 30,-1 1 0,1-1 0,-1 0 1,0 1-1,1 0 0,-1 0 0,0 0 0,0 0 1,0 0-1,0 1 0,1-1 0,-2 1 0,1 0 1,0 0-1,0 0 0,-1 0 0,1 1 1,-1-1-1,0 1 0,1-1 0,-1 1 0,0 0 1,-1 0-1,1 0 0,0 0 0,-1 0 0,0 0 1,0 0-1,0 0 0,0 1 0,0-1 0,0 0 1,-1 1-1,0-1 0,0 1 0,0-1 1,0 0-1,0 1 0,-1-1 0,1 1 0,-1-1 1,0 0-1,0 0 0,0 1 0,-1-1 0,1 0 1,-2 2 1,-3 4 35,0-1 1,-1 0 0,0 0-1,0 0 1,-1-1 0,0 0-1,0-1 1,-1 1 0,0-2-1,0 1 1,0-1 0,-4 1-36,-10 5 70,0-1 1,-1-1 0,0-2-1,-17 4-70,22-8 316,-1-1-1,1 0 0,-9-2-315,-5 0-4000,18 0-2401,32 0 1395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20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7602,'0'0'6334,"0"0"-3433,0 0-1037,0 0-398,34-5-563,108-15-271,-137 19-568,1 0-1,0 1 1,-1 0-1,1 0 1,-1 0-1,1 1 1,-1 0 0,1 0-1,4 2-63,-7-2 40,-1 0 0,0 0 1,0 0-1,0 0 0,0 1 0,0-1 0,0 0 1,0 1-1,0 0 0,0 0 0,-1-1 0,1 1 1,-1 0-1,1 0 0,0 2-40,0 2 114,0 0 0,0 1 1,0 0-1,-1 0 0,0-1 1,0 1-1,0 0 0,-1 0 0,0 0 1,-1 4-115,0 6 216,1 10 111,-2-1-1,-1 1 1,-2 0 0,0-1 0,-2 0 0,-5 14-327,-12 24 975,-33 60-975,27-65 168,12-26-113,1 1 0,-6 22-55,58-121-7428,-9 20-831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20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16540,'0'0'5225,"0"0"-3281,0 0-160,0 0-967,0 0-409,211-44-240,-151 35-96,-4 3-72,-13 3 0,-10 3-264,0 0-632,-10 0-2129,-3 0-4513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21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97 14211,'0'0'2618,"0"0"-810,0 0 207,32-8-956,215-46-599,-243 53-420,-1 1-9,0 0 0,0 0 0,1-1 0,-1 1 0,0-1 0,0 0 0,0 0 0,0 0 0,0-1 0,0 1 0,0-1 0,-1 1 0,1-1 0,0 0 0,0 0-31,-4 1 61,1 0 1,0 0 0,-1 1 0,1-1 0,-1 0-1,1 1 1,-1-1 0,1 1 0,-1-1 0,0 1 0,1-1-1,-1 1 1,1-1 0,-1 1 0,0-1 0,0 1 0,1 0-1,-1-1 1,0 1 0,0 0 0,1 0 0,-1-1-1,0 1 1,0 0 0,0 0 0,1 0 0,-2 0-62,-27-2 108,26 2-46,-23-2 10,0 2 0,0 1 0,-26 4-72,43-4 53,1 1 0,-1 1 0,0-1 1,1 2-1,0-1 0,0 1 0,0 0 0,0 1 0,1 0 0,-1 0 0,1 0 0,0 1 0,-2 3-53,2-1 36,-1 0-1,1 0 1,1 1-1,-1 0 1,1 1-1,-4 9-35,9-17 7,0 0 0,0 0 0,0 0 0,0 0 0,0 1-1,0-1 1,1 0 0,-1 0 0,1 1 0,0-1 0,0 0 0,-1 1 0,2-1-1,-1 0 1,0 1 0,0-1 0,1 0 0,-1 0 0,1 1 0,0-1 0,-1 0-1,1 0 1,0 0 0,0 0 0,1 0 0,-1 0 0,0 0 0,1 0 0,-1 0-1,1-1 1,-1 1 0,1-1 0,0 1 0,0-1 0,1 2-7,34 18 98,-17-10-78,0 1 1,0 1 0,13 12-21,-26-19 4,-1 0 1,1 1 0,-2 0-1,1 0 1,-1 0-1,0 1 1,0 0 0,-1 0-1,0 0 1,0 0 0,2 9-5,-2-1 82,0 0 1,-1 1-1,-1-1 1,0 1-1,-2-1 1,0 1-1,0 0 1,-1-1 0,-2 1-1,1-1 1,-2 0-1,0 0 1,-1 0-1,-1 0 1,0-1-1,-1 1 1,0-2-1,-2 1 1,1-1 0,-3 1-83,9-12 30,-14 19 233,0 0 0,-2-1 0,-14 12-263,27-28 12,0 0 0,-1-1 0,1 1 0,-1-1 1,0-1-1,-1 1 0,1-1 0,-1 0 0,1 0 0,-1-1 0,0 0 1,0 0-1,0-1 0,0 1 0,0-2 0,-3 1-12,-7-2-314,-1-1-1,1-1 1,-1 0-1,1-1 1,1-1 0,-1-1-1,-9-4 315,-57-17-7025,21 14-5137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21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15107,'0'0'2537,"0"0"-1217,0 0 1193,0 0-1233,0 0-280,192 24-112,-119-24-288,0 0-400,-7 0-128,-3 0-72,-10 0-544,3 0-1400,-17-6-2489,-19 0-5545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22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16019,'0'0'4345,"0"0"-2904,0 0 63,0 0-648,258-5-384,-158-4 8,-14 3-120,-17 6-224,-19 0-136,-24 0-1120,-13 3-4041,-9 9-8098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26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14 13003,'0'0'3981,"0"0"-1573,0 0-519,0 0-757,0 0-513,-17 28-158,-51 97-5,63-116-407,1-1 0,0 1 1,1 0-1,0-1 0,0 2 0,1-1 0,1 0 1,-1 0-1,1 1 0,1-1 0,0 0 0,0 2-49,0 3 68,0-10-39,0 0 1,1 0-1,0 0 1,-1 0 0,1 0-1,0 0 1,1-1-1,-1 1 1,1 0 0,-1-1-1,1 1 1,0-1-1,1 0 1,-1 0 0,0 0-1,1 0 1,0 0 0,0 0-1,0 0 1,0-1-1,0 0 1,0 1 0,1-1-1,-1-1 1,1 1-1,-1 0 1,1-1 0,0 0-1,0 1 1,-1-2-1,1 1 1,2 0-30,15 3 157,0-2-1,0 0 1,0-1 0,0-2 0,15-1-157,-23 1 44,1-1 0,0 0 0,-1-1 0,0-1 0,1 0 0,-1-1 0,-1 0 0,1-1 0,-1 0 0,0-1 0,0-1 0,6-5-44,-11 8 92,-1-1 0,0 0 0,0 0-1,0 0 1,-1 0 0,0-1 0,0 0 0,-1 0-1,1-1 1,-2 1 0,1-1 0,-1 0 0,0 0-1,-1 0 1,1 0 0,-2 0 0,1-1 0,-1 1 0,-1 0-1,1-1 1,-1 0-92,-2 3 45,1-1 0,-1 0-1,0 1 1,-1 0 0,0-1 0,1 1-1,-2 0 1,1 0 0,-1 0-1,0 1 1,0-1 0,-1 1 0,0 0-1,1 0 1,-2 1 0,1 0 0,0-1-1,-1 2 1,0-1 0,0 1 0,0 0-45,-7-5-16,-1 1 1,0 0 0,0 1 0,0 1 0,-1 0 0,0 1-1,0 1 1,0 0 0,-2 1 15,10 1-99,1 0 0,-1 1 0,1 0-1,0 0 1,-1 1 0,1 0 0,-1 0 0,0 0 99,5 0-71,0 0 1,1 0 0,-1 0-1,1 1 1,-1-1 0,1 0-1,0 0 1,0 1 0,-1-1-1,1 1 1,0-1 0,0 1-1,0 0 1,0-1 0,1 1-1,-1 0 1,0-1 0,1 1-1,-1 0 1,1 0 0,0 0-1,0 0 1,-1 0 0,1-1-1,0 1 1,1 1 70,-2 40-3279,1-1-3581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27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0 13619,'0'0'7946,"0"0"-6154,0 0-392,0 0-584,0 0-295,3 173-41,-23-114-32,-3-2-208,0-10-152,7-11-80,6-15-8,6-9-424,4-12-1145,27-6-2719,9-21-5074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27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49 7194,'0'0'6844,"0"0"-4603,0 0-1136,0 0-425,31-7-447,96-23-165,-76 18 1138,-65 13 1932,-20 2-2775,10-3-302,0 1 1,-1 1 0,1 1 0,0 0-1,0 2 1,0 1 0,1 1 0,0 1-1,0 1 1,-16 10-62,38-19 12,0 1 0,0-1-1,0 1 1,0-1 0,0 1 0,0 0 0,0-1-1,0 1 1,0 0 0,0 0 0,1-1-1,-1 1 1,0 0 0,1 0 0,-1 0 0,0 0-1,1 0 1,-1 0 0,1 0 0,-1 0-1,1 0 1,0 0 0,-1 1 0,1-1 0,0 0-1,0 0 1,0 1-12,0 0 13,1 0 0,0-1 0,0 1-1,-1 0 1,1 0 0,0-1 0,0 1 0,1-1-1,-1 1 1,0-1 0,0 1 0,1-1 0,-1 0-1,1 0 1,0 1-13,9 6 52,0-1-1,0-1 1,1 0 0,5 2-52,-14-7 11,36 16 16,-19-10-19,-1 2 1,0 0-1,0 1 1,14 10-9,-28-16 2,-1-1 0,0 0 0,0 1 0,0-1 0,-1 1 0,1 0 0,-1 1 0,0-1 0,0 0 1,-1 1-1,1 0 0,-1 0 0,0-1 0,0 1 0,0 0 0,-1 1 0,0-1 0,0 0 0,0 0 0,-1 1 0,1 1-2,-1-1 40,0-1 1,-1 1-1,1 0 0,-1-1 0,0 1 0,0 0 1,-1-1-1,1 1 0,-1-1 0,-1 0 0,1 0 0,-1 0 1,-1 2-41,-1-1 93,0 0 1,0-1 0,0 0-1,-1 0 1,0 0 0,0-1-1,0 0 1,-1 0 0,0 0-1,-1 0-93,-7 2 128,0-1-1,0 0 0,0-1 0,-1-1 1,0 0-1,1-1 0,-1-1 1,0 0-1,0-1 0,-1-1-127,-77 6-1433,88-3 394,6-2-6708,11 0 1755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28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0 13947,'0'0'2469,"0"0"-640,0 0 234,-33 27-533,-104 89-430,125-105-901,0 1 0,1 0 0,0 1-1,1 0 1,0 1 0,1 0 0,1 0-1,-2 6-198,5-9 111,1-1 0,1 1 0,0 0 0,1 1 0,0-1 0,1 0 0,0 1 0,0-1 0,2 9-111,-1-17 10,1 0-1,0 0 1,-1 1 0,1-1 0,0 0 0,1 0-1,-1 0 1,0 0 0,1-1 0,0 1 0,-1 0-1,1 0 1,1-1 0,-1 0 0,0 1 0,0-1-1,1 0 1,-1 0 0,1 0 0,0 0 0,0 0-1,-1-1 1,1 0 0,0 1 0,0-1 0,0 0-1,1 0 1,-1 0 0,0-1 0,0 1 0,2-1-10,17 3 39,0 0 1,0-2 0,0-1-1,11-1-39,-5 1 58,-27 0-40,-1 0 0,1 0 0,-1 0 0,0 0 0,1 0-1,-1 0 1,1 0 0,-1 0 0,1 0 0,-1 0 0,0 0 0,1 0 0,-1 0 0,1 0 0,-1 0 0,0 0 0,1-1 0,-1 1-1,1 0 1,-1 0 0,0 0 0,1-1 0,-1 1 0,0 0 0,1 0 0,-1-1 0,0 1 0,0 0 0,1-1 0,-1 1 0,0 0-1,0-1 1,1 1 0,-1 0 0,0-1 0,0 1 0,0-1 0,0 1 0,0 0 0,0-1 0,0 1 0,1-1 0,-1 1 0,0-1 0,0 1-1,-1 0 1,1-1 0,0 1 0,0-1 0,0 1 0,0 0 0,0-1 0,0 1 0,0-1 0,-1 1 0,1-1-18,-1 0 40,0-1 1,0 1-1,0-1 1,0 1-1,0-1 1,0 1 0,0 0-1,-1 0 1,1-1-1,0 1 1,-1 0-1,1 0 1,-2 0-41,-5-2 2,-1 0-1,1 0 1,-1 1 0,0 0-1,1 1 1,-1 0 0,0 0-1,0 1 1,0 0 0,0 0-1,0 1 1,0 1 0,0-1-1,0 1 1,-4 2-2,5-1-288,1 0-1,-1 0 1,1 1 0,0 0 0,0 0 0,0 1-1,1-1 1,-1 2 288,2-2-736,1 0-1,0 1 1,0 0 0,0-1-1,0 1 1,1 1-1,-1-1 1,2 0 0,-1 1-1,-1 3 737,1 16-8659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28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56 9690,'0'0'5937,"0"0"-3276,0 0-679,0 0-751,0 0-775,29-10-367,89-30-84,-116 39-5,0 0 0,-1 0-1,1 1 1,0-1 0,0 1-1,-1-1 1,1 1 0,0 0-1,0-1 1,0 1 0,0 0-1,0 1 1,-1-1-1,1 0 1,0 0 0,0 1-1,0-1 1,-1 1 0,1-1-1,1 2 1,-3-2 0,1 1 0,-1 0-1,1 0 1,-1-1-1,0 1 1,1 0-1,-1 0 1,0 0 0,0-1-1,0 1 1,0 0-1,0 0 1,0 0 0,0 0-1,0-1 1,0 1-1,0 0 1,0 0-1,0 0 1,-1-1 0,1 1 0,0 4-6,0 3 9,0-1 0,0 1 0,-1-1 1,0 1-1,0-1 0,0 0 0,-1 1 0,0-1 0,-1 0 0,0 0 0,0-1 1,0 1-1,-4 5-3,-5 5 93,-1 0-1,-1-1 1,-1-1 0,-4 4-93,16-16 16,-65 60 265,40-38-79,0 1 0,2 1 0,1 1 0,1 1 0,0 4-202,23-32 35,1-1 0,-1 1 0,1-1-1,-1 1 1,1 0 0,0-1 0,-1 1 0,1 0-1,0-1 1,0 1 0,-1 0 0,1-1 0,0 1-1,0 0 1,0-1 0,0 1 0,0 0 0,0-1 0,0 1-1,0 0 1,0 0 0,0-1 0,0 1 0,1 0-1,-1-1 1,0 1 0,0 0 0,1-1 0,-1 1-1,0 0 1,1-1 0,-1 1 0,1-1 0,-1 1 0,0-1-1,1 1 1,-1-1 0,1 1 0,0-1 0,-1 1-1,1-1 1,-1 0 0,1 1 0,0-1 0,-1 0-1,1 0 1,0 1 0,-1-1 0,1 0 0,0 0 0,0 0-35,41 5 1080,-35-5-1042,171 3 812,-140-4-4226,0-1-3555,-18 0-5102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29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32 14419,'0'0'2407,"0"0"-636,0 0-329,29-5-859,93-15-410,-109 17-156,0 2-1,0-1 1,1 2-1,8 0-16,-1 1 31,-20-1 67,-1 0 71,-19 0 194,2-1-335,-1 2 1,1 0-1,-1 1 0,1 0 1,0 2-1,0 0 0,0 1 1,0 0-1,1 2 1,0 0-1,0 0 0,1 2 1,0 0-1,0 1 0,-8 7-28,15-11 63,-29 30 232,36-33-285,-1-1 1,1 1-1,-1 0 0,1-1 0,0 1 0,0 0 1,0 0-1,0-1 0,1 1 0,-1 0 1,1 0-1,0 0 0,0 0 0,0 0 1,0 0-1,0 2-10,1-4 8,0 1-1,0-1 1,0 1 0,0-1 0,0 0 0,0 1-1,0-1 1,0 0 0,1 0 0,-1 0 0,0 0-1,1 0 1,-1 0 0,1 0 0,-1 0 0,1 0-1,-1-1 1,1 1 0,0-1 0,-1 1 0,2-1-8,47 13 29,-32-9-21,-3 1-13,0 1 0,-1 0 1,0 1-1,0 0 0,-1 1 0,0 1 0,0 0 0,-1 1 0,-1 0 0,1 1 1,2 4 4,-10-10 9,1 1 0,0 0 1,-1 0-1,0 1 1,-1-1-1,0 1 1,0 0-1,0 0 0,0 0 1,-1 0-1,0 2-9,-1-4 43,-1 0-1,0 0 1,0 0 0,0 0-1,0-1 1,-1 1-1,1 0 1,-1 0-1,-1-1 1,1 1-1,-1 0 1,1-1 0,-1 0-1,-1 1 1,1-1-1,-1 0 1,1 0-1,-1 0-42,-4 5 178,0 0 0,0-1 0,0 0 0,-1 0 0,0-1 0,-1 0 0,1-1 0,-2 1 0,1-2-1,0 1 1,-1-1-178,-5 0-303,-1 1-1,1-2 0,-1 0 0,0-1 1,0-1-1,0 0 0,-8-1 304,-96 7-7607,63-2-1694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1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15267,'0'0'1833,"0"0"-1177,0 0 824,0 0-832,0 0 0,0 0-264,222 24-264,-126-15-120,49-4-1112,-22-2-1152,-14-3-4506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2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 11682,'0'0'1545,"-56"229"399,30-86-431,6 0-785,20-27 112,3-39-128,47 0-472,42 13-240,-6-31-552,-13-17-2521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3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88 9674,'0'0'1870,"0"0"-127,0 0 65,0 0-717,0 0-376,32-14-166,103-44-167,-131 56-352,1 0 0,-1 0 1,1 0-1,0 0 0,-1 1 1,1 0-1,0 0 0,0 0 0,0 0 1,0 1-1,0 0 0,0 0 1,1 0-31,5 1 79,-9-1-70,-1 0 0,1 0 0,0 0 0,-1 1 0,1-1 0,-1 0 0,1 1 0,-1-1 0,1 1 0,-1 0 0,1-1 0,-1 1-1,0 0 1,1 0 0,-1 0 0,0 0 0,0 0 0,1 0 0,-1 0 0,0 0 0,0 1 0,0-1 0,0 0 0,0 2-9,1 1 16,0 0 0,-1 0 0,0 1 1,1-1-1,-2 0 0,1 1 0,0-1 0,-1 0 1,0 5-17,0 2 29,0-1 1,-1 1 0,-1 0 0,0 0 0,0-1 0,-1 1 0,-4 9-30,-9 8 104,-2-1 0,-1-1 0,0 0 0,-2-2 1,-1 0-1,-17 13-104,-26 30 295,42-44-187,17-19-51,1 2 0,-1-1 0,1 1 1,0 0-1,0 0 0,1 0 0,0 0 0,0 1 1,-3 6-58,7-12 40,0 0-1,0-1 1,0 1 0,0 0 0,0 0 0,0 0 0,0-1-1,0 1 1,0 0 0,0 0 0,1 0 0,-1 0-1,0-1 1,0 1 0,1 0 0,-1 0 0,1-1 0,-1 1-1,0 0 1,1-1 0,-1 1 0,1 0 0,0-1 0,-1 1-1,1-1 1,-1 1 0,1-1 0,0 1 0,0-1 0,-1 1-1,1-1 1,0 0 0,0 1 0,-1-1 0,1 0 0,0 0-1,0 0 1,0 0 0,-1 1 0,1-1 0,0 0 0,0 0-1,0-1-39,46 2 623,-34-1-364,97-1 615,57 0 122,-55 5-6383,-86-3-273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4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0 11482,'0'0'2633,"0"0"-793,0 0-375,0 0-697,0 0 184,0 0 8,0 0-416,-162 114-280,139-97-144,6-2-112,1-3-8,-11-6-280,4 0-1656,3-6-2969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5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15051,'0'0'2569,"0"0"-1633,0 0 1248,0 0-1087,0 0-441,60 182-424,-44-143-136,7-7-48,4-8-48,16-9-56,-10-6-1913,0-9-4520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5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25 14523,'0'0'1518,"0"0"-418,0 0 379,-2 28-469,-6 93-296,7-117-661,1 0 0,0 0 0,0 0 0,0 0 0,0-1 0,1 1-1,-1 0 1,1 0 0,0-1 0,0 1 0,0 0 0,1-1 0,-1 1 0,1-1-1,0 1 1,0-1 0,0 0 0,1 0 0,-1 0 0,1 0 0,-1 0 0,1-1-1,0 1 1,0-1 0,0 1 0,0-1 0,1 0 0,-1-1 0,1 1 0,0 0-53,7 1 92,1 0 0,0-1 0,0 0 0,0-1 0,0-1 1,0 0-1,12-1-92,-1 0 20,-15 2-17,-1-2 1,1 1-1,0-1 1,-1 0 0,1-1-1,-1 0 1,0 0 0,0-1-1,1 1 1,-2-2 0,1 1-1,0-1 1,4-3-4,-7 4 9,0-1 0,0 1-1,-1-1 1,1 0 0,-1 0 0,0 0-1,0-1 1,0 1 0,-1-1 0,0 1-1,1-1 1,-2 0 0,1 0 0,-1 0-1,1 0 1,-1 0 0,-1 0 0,1 0-1,-1 0 1,0-5-9,1 5 64,-1 1 1,0-1-1,0 1 0,0-1 0,0 1 1,-1-1-1,0 1 0,0 0 0,0-1 1,0 1-1,-1 0 0,1 0 0,-1 0 1,0 0-1,-1 0 0,1 0 0,-1 1 1,1-1-1,-1 1 0,0-1 0,-1 1 1,1 0-1,0 0 0,-1 1 0,1-1 1,-1 1-1,0-1 0,0 1 0,0 0-64,-9-5 80,-1 1-1,1 0 0,-1 1 0,0 1 0,0 0 1,-2 0-80,10 3-190,0 0 0,-1 0 1,1 1-1,-1 0 0,1 0 1,-1 0-1,0 1 190,4 0-356,0-1-1,1 1 1,-1 0 0,0 0 0,1 0-1,-1 0 1,1 0 0,-1 1 0,1-1-1,0 1 1,0-1 0,-1 1 0,1 0 0,0 0-1,-1 2 357,-11 16-5890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6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0 16291,'0'0'2185,"0"0"-1633,0 0 1344,0 0-1039,-17 152-449,-13-98-64,-3-1-48,3-11-184,1-7-64,5-5-48,15-9-8,2-3-1937,7-12-3424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6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4001,'0'0'7396,"0"0"-3895,0 0-1081,0 0-166,0 0-943,0 0-748,28-5-250,8-2-242,-16 2-36,0 1 0,1 1 0,-1 1 1,1 1-1,6 1-35,-26 0 0,-1 0 1,1 0-1,0 0 1,0 0-1,-1 0 1,1 0-1,0 1 1,-1-1-1,1 0 1,0 0-1,-1 1 1,1-1-1,0 1 1,-1-1-1,1 0 1,0 1-1,-1-1 1,1 1-1,-1-1 1,1 1-1,-1 0 0,0-1 1,1 1-1,-1-1 1,1 1-1,-1 0 1,0-1-1,1 2 0,1 26-2,-3-21 0,0 1 0,0 0 0,-1-1 0,0 1 0,-1-1 0,-1 4 2,-9 10-2,0 0 0,-2-1 0,0 0 1,-16 15 1,12-13 3,0 1 0,1 0 1,-2 8-4,15-22 8,0 0 0,0 0 0,1 0 0,1 1-1,0-1 1,0 1 0,1 0 0,0 0 0,1 0 0,0 0 0,0 6-8,1-15 23,1-1 0,-1 1 0,1 0-1,-1-1 1,1 1 0,0 0-1,-1-1 1,1 1 0,0-1-1,-1 1 1,1-1 0,0 1 0,0-1-1,-1 1 1,1-1 0,0 0-1,0 1 1,0-1 0,0 0-1,0 0 1,-1 0 0,1 0 0,0 0-1,0 0 1,0 0 0,0 0-1,1 0-22,33 0 339,-28 0-265,29 1-435,-14 0 774,0-2 1,0 0-1,8-2-413,16-10-1707,-3-13-4076,-20 6-3902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6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32 8618,'0'0'1647,"0"0"-370,0 0-391,0 0-670,0 0-456,19-3 48,58-12 212,-65 10 324,-17 2-129,-13 0 281,6 2-291,1 0 1,-1 1-1,1 0 0,-1 1 1,1 0-1,-1 0 0,1 2 1,0-1-1,0 1 1,0 1-1,0 0 0,0 1 1,1 0-1,0 0 1,0 1-1,0 0 0,-6 6-205,10-7 120,-1-1-1,1 1 1,0 1-1,0-1 1,1 1 0,-1 0-1,1 0 1,1 1-1,-1-1 1,1 1-1,0 0 1,1 0 0,0 1-1,0-1 1,0 1-1,1-1 1,0 1-1,1 0 1,-1 0-1,1 0-119,2-5 75,-1-1-1,1 1 0,-1-1 1,1 0-1,0 1 0,0-1 0,0 0 1,0 1-1,1-1 0,-1 0 0,0 0 1,1 0-1,0 0 0,-1 0 0,1-1 1,0 1-1,0 0 0,0-1 1,0 1-1,2 0-74,56 30 239,-24-14-190,-22-9-45,0 0 0,-1 1 0,0 1-1,0 0 1,-1 1 0,6 8-4,-14-15 26,0 0 0,-1 0 0,1 1 1,-1-1-1,-1 1 0,1-1 0,-1 1 0,0 0 1,0 0-1,-1 0 0,0 0 0,0 0 0,0 1 0,-1-1 1,0 0-1,0 0 0,0 1 0,-1-1 0,-1 3-26,0-3 85,0-1-1,-1 0 0,0 0 0,0 0 1,0 0-1,0 0 0,-1 0 0,0-1 1,0 0-1,0 0 0,-1 0 1,1 0-1,-1-1 0,0 0 0,0 1 1,-4 0-85,-4 3 87,1 0-1,-1-1 1,1-1 0,-2 0 0,1-1 0,-11 2-87,-51-4-1631,45-3-3343,5 1-6129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6:57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0 7058,'0'0'1198,"0"0"64,0 0-108,0 0-570,0 0-166,0 0 209,10 0 172,-10 0-788,27 1 548,-20 0-75,-20 3 473,-210 28 4547,261-22-4481,-1-5-1039,54 6 36,79-1-20,-168-10 133,-6 0 90,-118-4 935,43 1-1821,26 2-2746,33 1-3864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33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0 7362,'0'0'3796,"0"0"-1455,0 0-818,0 0-470,0 0-59,0 0 206,0 0 273,0 0-158,0 0-154,0 0-291,-37 9 130,-62 47-560,69-41-76,2 1-1,0 1 1,-6 7-364,24-16 62,1 0 0,0 0-1,0 1 1,1 0 0,1 0 0,-1 1 0,1 0 0,1 0 0,0 1 0,-4 10-62,-22 65-912,4 1 1,-7 44 911,-12 41-2542,11-68-2735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33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 5369,'0'0'1592,"0"0"-150,0 0-223,0 0-360,0 0 157,0 0 154,-2 9 229,-34 96 1852,24-78-3016,2 0 1,1 1-1,1 0 0,2 1 0,0 6-235,3-12 15,-2 32 43,2-1 0,2 18-58,2-55 20,0-1-1,1 1 0,1-1 0,1 0 0,0 0 1,1 0-1,1 0 0,0-1 0,6 10-19,-1-3 60,-1 0 0,6 21-60,-11-26 19,2 0-1,0 0 1,1 0 0,4 4-19,-8-16 16,0 1-1,0 0 1,1-1 0,-1 0 0,2 0 0,-1 0 0,0-1 0,1 0 0,0 0 0,0 0 0,0-1 0,0 0 0,3 1-16,-3-1-96,35 18 592,-40-20-615,1 0 0,-1 1 0,1-1 1,-1 1-1,0-1 0,0 1 1,0 0-1,0 0 0,0-1 1,0 1-1,0 0 0,-1 0 1,1 0-1,-1 0 0,1 0 1,-1 0-1,0 0 0,1 0 1,-1 0-1,0 1 119,0 1-4958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34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27 464,'0'0'9161,"0"0"-5967,0 0-2394,0 0-391,0 0-162,0 0-64,14 17 23,104 133 1023,18 28-612,-136-178-633,0 0-1,0 0 0,0 0 1,0 0-1,0 0 0,-1 0 1,1 0-1,0 0 0,0 0 1,0 0-1,0 0 0,0 0 1,0 1-1,0-1 0,0 0 1,0 0-1,0 0 0,0 0 1,0 0-1,0 0 0,0 0 1,0 0-1,0 0 0,0 1 1,0-1-1,0 0 0,0 0 1,0 0-1,0 0 0,0 0 1,0 0-1,0 0 0,0 0 1,0 0-1,0 1 0,0-1 17,-16-12 450,-19-24 674,26 24-984,-3-9-13,-2 2 0,0 0 0,-2 0 0,0 2 0,-4-4-127,18 20-1,-9-9 11,0 0 1,0-1-1,1-1 0,-1-1-10,8 8-10,0 1 1,1-1-1,-1 1 0,1-1 0,0 0 0,0 0 1,1 0-1,0 0 0,-1 0 0,2 0 0,-1 0 1,1 0-1,-1-4 10,1-30-899,0 8-1315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35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0 4121,'0'0'1911,"0"0"-484,0 0-219,0 0-489,0 0-442,0 0-170,-11 1-75,1-1-1,0 1-1,0 1 1,-1-1 0,1 2-1,1 0 1,-1 0 0,0 0-1,1 1 1,-1 1 0,-3 2-31,-40 28 631,2 1 0,2 3 1,-8 11-632,53-46 50,0-1 1,-1 0 0,1 1 0,-1-1 0,1-1-1,-1 1 1,0-1 0,0 0 0,0 0 0,-2 0-51,6-2 550,17-3 765,12-12-783,-2-2 1,18-14-533,23-14-1798,-21 20-4990,-45 24 5686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36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9522,'0'0'2443,"0"0"-486,0 0-557,0 0-668,0 0-435,0 0-192,4-1-71,-3 0-31,1 1 1,-1 0-1,0 0 0,1 0 0,-1 0 0,1 0 0,-1 0 0,0 0 1,1 1-1,-1-1 0,0 0 0,1 1 0,-1-1 0,0 1 1,1 0-1,-1-1 0,0 1 0,0 0 0,0 0 0,0 0 1,1 0-1,-1 0 0,0 0 0,-1 0 0,1 0 0,0 0 0,0 0 1,0 0-1,-1 1 0,1-1 0,-1 0 0,1 0 0,-1 1 1,1-1-1,-1 0 0,0 1 0,1-1 0,-1 2-3,2 7 26,0 1-1,-1 0 1,0 0 0,0-1-1,-1 2-25,0-11 30,0-1 180,0-9 1312,-1 0-1277,0 1 1,-1-1-1,0 0 0,0 1 1,-1-1-1,0 1 0,-1-2-245,1 4 81,0-1-1,0 0 1,1 0-1,0 0 1,1 0-1,-1-1 1,1 1-1,1 0 1,-1-1-1,1 1 1,1 0-1,0-5-80,-5 40-549,1 0 1,1 1-1,2 24 549,0-45-356,-1-5 39,1-1-1,0 1 0,0 0 1,1 0-1,-1-1 0,1 1 0,-1 0 1,1-1-1,0 1 0,0-1 1,0 1-1,0-1 0,0 1 0,0-1 1,1 0-1,0 1 0,-1-1 0,1 0 1,0 0-1,0 0 0,2 1 318,19 13-6660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7:40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0 4417,'0'0'1320,"0"0"-101,0 0 88,0 0-453,0 0-448,0 0-95,0 4-511,0-3 424,0-1-1,0 1 0,0 0 1,0-1-1,0 1 1,0-1-1,0 1 0,-1 0 1,1-1-1,0 1 1,0-1-1,-1 1 0,1 0 1,0-1-1,-1 1 1,1-1-1,0 1 0,-1-1 1,1 1-1,-1-1 1,1 1-1,-1-1 0,1 0 1,-1 1-1,1-1 1,-1 0-1,0 1-223,-94 5 4763,-66-4-4763,106-2 622,54 0-646,1 0-72,0 0-16,45 3 179,38 2-4,-51-4-66,1 1 0,-1 2 0,5 2 3,-32-4-1,-5-2 1,0 1 0,1-1 0,-1 0 0,0 0 0,0 0-1,0 1 1,0-1 0,0 0 0,0 0 0,0 0 0,0 1 0,0-1 0,0 0-1,0 0 1,0 1 0,0-1 0,0 0 0,0 0 0,0 0 0,0 1 0,-1-1-1,1 0 1,0 0 0,0 0 0,0 0 0,0 1 0,0-1 0,0 0 0,-1 0-1,1 0 1,0 0 0,0 0 0,0 1 0,0-1 0,-1 0 0,1 0 0,0 0-1,0 0 1,0 0 0,0 0 0,-1 0 0,1 0 0,0 0 0,0 0 0,-1 0-1,1 0 1,0 0 0,0 0 0,0 0 0,-1 0 0,1 0 0,0 0 0,0 0-1,-31 8 23,1-2 0,-1 0-1,0-3 1,-15 0-22,-49 7 19,89-8-15,4-2-30,2 0-107,268 6-667,-378 6 779,33-3 27,32-3-110,40-4-121,29-1 138,70-1 121,-55 0-490,-31 0-137,-12 0-338,-31-1-1298,24-4-5206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07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0 14251,'0'0'2594,"0"0"-212,0 0-983,0 0-662,0 0-78,9 26-68,26 84 1,-33-103-532,-1 0 0,0 0 0,0 0 0,0 1 0,-1-1 0,0 0 0,-1 1 0,0-1 1,0 0-1,0 0 0,-1 0 0,0 0 0,0 0 0,-1 0 0,0 0 0,0-1 0,0 1 0,-1-1 0,0 0 0,0 0 0,-1 0 0,0-1 0,0 1 0,0-1 1,-1 0-1,1-1 0,-1 1-60,3-3 25,1 0 0,-1 0 1,0 0-1,1 0 1,-1-1-1,0 1 1,0-1-1,0 0 0,0 0 1,0 0-1,-1 0 1,1 0-1,0-1 1,0 1-1,0-1 0,-1 0 1,1 0-1,0 0 1,-1 0-1,1-1 1,0 0-1,0 1 0,0-1 1,-1 0-1,1 0 1,0-1-1,0 1 1,1-1-1,-1 1 0,0-1 1,0 0-1,1 0 1,-1 0-1,1 0 1,0-1-1,-1 1 0,1-1 1,0 1-1,0-1 1,1 0-1,-1 0 1,1 0-1,-1 0 0,1 0 1,0 0-26,-3-8 15,1-1 1,0 1-1,1-1 0,0 0 1,1 0-1,0 0 1,1 0-1,0 1 0,1-1 1,2-11-16,-2 18 5,0 0 0,0 0 0,0 1 0,1-1 0,0 1 0,0-1 0,0 1 0,0 0 0,1-1 0,-1 1 0,1 0 1,0 1-1,0-1 0,1 0 0,-1 1 0,1 0 0,-1 0 0,1 0 0,0 0 0,0 0 0,1 1 0,-1 0 0,0 0 0,1 0 0,0 1 1,-1-1-1,1 1-5,4-1-4,0 0 1,0 1-1,0 1 1,0-1-1,0 1 1,0 1 0,1 0 3,-8-1-1,1 0 1,-1 1-1,1-1 1,-1 1-1,0 0 1,1 0 0,-1 0-1,0 0 1,0 0-1,0 0 1,0 0-1,0 1 1,0-1-1,0 1 1,0 0-1,0-1 1,-1 1 0,1 0-1,-1 0 1,1 0-1,-1 0 1,0 0-1,0 0 1,0 1-1,0-1 1,0 0 0,0 2 0,0 3 12,0 0 1,0-1 0,-1 1 0,0 0 0,0 0-1,-1 0 1,0 0 0,0-1 0,-1 1 0,1 0-1,-1-1 1,-1 1 0,1-1 0,-1 0 0,-1 0-1,1 0 1,-1 0 0,0 0 0,0-1 0,0 0-1,-1 0 1,-4 4-13,-5 4 48,-2 0 0,1 0 0,-1-2 0,-1 0 0,0-1 0,-1 0 0,-7 2-48,23-11 6,-43 14 88,43-15-90,1 1 1,0-1-1,0 0 0,0 0 0,-1 0 0,1 0 1,0 0-1,0 0 0,-1 0 0,1 0 0,0 0 0,0-1 1,-1 1-1,1 0 0,0-1 0,0 1 0,0-1 1,0 1-1,0-1 0,-1 0 0,1 1 0,0-1 0,0 0 1,1 0-1,-1 0 0,0 0 0,0 0 0,0 0 1,1 0-1,-1 0 0,0 0 0,1 0 0,-1 0 0,1 0 1,-1 0-1,1-1-4,-2-9 22,0-1 0,1 1 1,1-1-1,0 1 0,0-1 1,1 1-1,1-1 0,0 1 1,0-1-1,1 1 0,1 0 1,0 0-1,0 1 0,1-1 1,5-7-23,-7 12 3,0 0 0,1 0 0,-1 1-1,1-1 1,0 1 0,1 0 0,0 0 0,-1 1 0,1 0 0,1-1 0,-1 1 0,1 1 0,-1-1 0,1 1 0,0 0 0,0 1 0,0-1 0,1 1 0,-1 0 0,1 1 0,-1 0 0,1 0-1,-1 0 1,1 0 0,0 1 0,-1 1 0,1-1 0,3 1-3,-8 0-1,-1-1 0,1 1-1,-1 0 1,1-1 0,-1 1 0,0 0-1,0 0 1,1 0 0,-1 0-1,0 0 1,0 0 0,0 0 0,0 0-1,0 1 1,0-1 0,0 0-1,-1 1 1,1-1 0,0 0 0,-1 1-1,1-1 1,-1 1 0,0-1 0,1 1-1,-1-1 1,0 1 0,0-1-1,0 1 1,0 0 0,0-1 0,0 1-1,0-1 1,-1 1 0,1-1-1,0 1 1,-1-1 0,0 2 1,0 2 6,0 1 1,-1 0-1,0-1 0,0 0 1,-1 1-1,1-1 0,-1 0 1,0 0-1,-1 0 0,-1 2-6,-4 2 32,-1 0-1,0 0 1,0-1 0,0-1-1,-1 1 1,0-2 0,-1 0-1,0 0 1,1-1-1,-2 0 1,1-1 0,-1 0-1,1-1 1,-5 0-32,16-3 9,-1 0-1,0 0 1,1 0 0,-1-1-1,1 1 1,-1 0 0,1-1-1,-1 1 1,1-1 0,-1 1-1,1-1 1,-1 0 0,1 1-1,0-1 1,-1 0 0,1 0 0,0 0-1,0 0 1,-1 0 0,1 0-1,0-1 1,0 1 0,0 0-1,0-1-8,-1-2 10,0 0 1,0 0-1,1 0 0,-1 0 0,1 0 0,0-1 0,0 1 1,0 0-1,1-3-10,-1-5-3,0-1 0,2 1 0,-1 0-1,2 0 1,-1 0 0,3-9 3,-2 18-24,-1-1-1,1 1 0,-1-1 0,1 1 0,0 0 0,0 0 0,0 0 0,1 0 1,-1 0-1,1 0 0,0 0 0,0 1 0,0-1 0,0 1 0,0 0 1,0 0-1,0 0 0,1 1 0,-1-1 0,1 1 0,-1-1 0,1 1 0,0 0 1,0 1-1,1-1 25,8-1-325,-1 1 0,1 0 1,0 1-1,0 0 0,-1 1 0,12 2 325,51 18-3191,3 8-2383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0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0 15947,'0'0'3761,"0"0"-1780,0 0-350,-1 33-623,-1 105 1088,11 69-2096,5-57 1211,-7 1 0,-14 150-1211,-2-227 99,-4 0 0,-2-1 1,-4 0-1,-4-2 0,-2 0 0,-19 34-99,44-105-15,0 1 1,0-1-1,0 0 0,0 1 0,0-1 1,0 0-1,0 1 0,0-1 1,0 1-1,0-1 0,0 0 1,-1 1-1,1-1 0,0 0 1,0 1-1,0-1 0,0 0 0,-1 1 1,1-1-1,0 0 0,0 0 1,-1 1-1,1-1 0,0 0 1,-1 0-1,1 1 0,0-1 0,-1 0 1,1 0-1,0 0 0,-1 0 1,1 1-1,0-1 0,-1 0 1,1 0-1,0 0 0,-1 0 1,1 0-1,-1 0 0,1 0 0,0 0 1,-1 0-1,1 0 0,0 0 1,-1 0-1,1-1 15,-7-27-1088,2-40-968,-3-42-6003,-1 15-6054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1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58 114 13771,'0'0'3535,"37"-16"-945,124-51-503,-145 61-1823,1 0 0,0 1-1,0 1 1,0 0 0,1 2-1,0 0 1,-1 1 0,1 0-1,0 2 1,2 0-264,-15-1 61,1 1 1,0 0-1,-1 1 0,1-1 1,-1 1-1,1 0 0,-1 0 0,0 1 1,1-1-1,-1 1 0,-1 0 1,1 1-1,0-1 0,-1 1 1,0 0-1,0 0 0,0 0 1,0 1-1,-1 0 0,1-1 1,-1 1-1,0 0 0,-1 0 1,1 1-1,-1-1 0,0 0 0,-1 1 1,1 0-1,-1-1 0,0 2-61,2 8 122,0 1-1,-2-1 0,0 1 0,-1-1 0,0 1 1,-1-1-1,-1 0 0,0 1 0,-2-1 0,1 0 1,-3 4-122,-2-1 74,0-1 1,-2 1-1,0-2 1,0 1 0,-2-1-1,0-1 1,-1 0 0,0-1-1,-1 0 1,-9 5-75,-32 26 216,-1-3 1,-15 5-217,-8 5-108,-79 36 108,151-84-1675,8-6 237,17-8-1151,-5 2 165,22-12-5751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1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0 8370,'0'0'7977,"0"0"-6424,0 0 95,-96 185 113,36-31-89,8 4-352,9-9-256,19-24-335,24-27-417,0 3-216,14 3-32,25-11-56,14-13-8,13-9-408,60 16-1153,-13-22-2784,-4-8-4297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2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14347,'0'0'2225,"0"0"343,0 0-263,172-27-1169,-109 63-424,-7 29-144,-13 16 112,-10 11-8,-10 3-280,-6-8-231,-1-10-89,1-12-72,-4-17 40,0-15-40,4-15-409,3-18-1063,0-12-3385,-7-15-11186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2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751 0 15875,'0'0'2009,"0"0"815,-198 182-575,105-99-761,7 0-648,3-11-600,17-10-120,7-14-120,-11-16-104,21-11-1744,2-18-5754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2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0 15643,'0'0'3417,"0"0"-1770,0 0-420,-27 28-327,-90 93-469,78-84-133,-1-3 0,-14 9-298,28-24 344,0 2 0,2 1 0,-5 7-344,25-24 44,1-1-1,-1 1 0,1 0 0,0 0 1,0 0-1,1 0 0,0 0 1,0 1-1,0-1 0,0 1 0,1-1 1,0 3-44,0-6 20,1 1 0,-1 0 0,1 0 0,0 0 1,0 0-1,0 0 0,1 0 0,-1 0 0,1 0 1,0 0-1,-1-1 0,1 1 0,1 0 1,-1 0-1,0-1 0,1 1 0,-1-1 0,1 1 1,-1-1-1,1 0 0,0 0 0,0 1 0,0-1 1,3 1-21,3 3 77,1-1 1,1 0 0,-1-1 0,1 0 0,0 0 0,-1-1 0,2 0 0,-1-1 0,7 1-78,21 1 195,1-1 0,2-2-195,69 7-63,-109-8-75,0 0 0,1 0 0,-1 0 1,0 1-1,0-1 0,0 0 0,0 1 0,0-1 1,0 1-1,0 0 0,0-1 0,0 1 1,0 0-1,0-1 0,0 1 0,0 0 0,1 1 138,2 11-7261,-3-1-5380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3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583 158 13435,'0'0'2208,"0"0"-367,-169-39 111,90 18-656,-1 1-407,8-4-385,9 6-328,13 3-160,14 3-16,13 6-856,13 3-3977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3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0 13731,'0'0'3913,"0"0"-1050,0 0-897,0 0-929,-30 16-559,7-5-392,6-3-48,0 0 0,0 2 0,1 0 1,-3 3-39,12-8 52,0 1 0,0 0 1,0 1-1,1 0 0,0 0 1,1 0-1,0 0 0,0 1 1,0 0-1,1 0 0,0 0 1,-1 6-53,-1 3 165,1 0 1,0 0-1,2 0 0,0 1 1,1 0-1,1-1 1,0 1-1,2 12-165,-1-25 38,1 1-1,-1-1 1,1 0-1,0 0 1,1 0-1,-1 0 1,1 0-1,0-1 1,0 1 0,0 0-1,1-1 1,0 1-1,-1-1 1,2 0-1,-1 0 1,0 0-1,1 0 1,0-1-1,0 0 1,0 1-1,0-1 1,0-1 0,1 1-1,-1-1 1,1 1-1,0-1 1,0-1-1,0 1 1,0-1-1,0 0 1,1 1-38,14 0 91,0 0 1,0-1-1,0-1 0,1-1 1,-1-1-1,0 0 0,0-2 1,-1 0-1,1-2 0,-1 0 1,13-6-92,-22 9 16,-1-2 0,0 1 1,0-1-1,0 0 1,0 0-1,-1-1 1,0-1-1,0 1 0,-1-1 1,0-1-1,0 1 1,0-1-1,-1 0 1,0-1-1,-1 1 0,0-1 1,0 0-1,-1-1 1,0 1-1,-1-1 1,0 0-1,0 1 0,-1-1 1,-1-2-17,0 6 20,-1 0-1,0 0 1,-1 0 0,0 0-1,0 0 1,0-1 0,-1 2-1,1-1 1,-1 0 0,-1 0-1,1 0 1,-1 1 0,0 0-1,-1-1 1,1 1 0,-1 0-1,0 1 1,0-1 0,0 1 0,-1 0-1,1 0 1,-1 0 0,0 0-1,0 1 1,-1 0 0,1 0-1,-2 0-19,-13-7 12,0 1-1,-1 1 0,0 1 1,0 1-1,-1 1 0,0 1 1,-1 0-12,-56 0-292,78 4 231,0 0 0,0-1 0,0 1 1,0 0-1,0 0 0,-1 1 1,1-1-1,0 0 0,0 0 1,0 0-1,0 1 0,0-1 1,0 0-1,0 1 0,0-1 0,0 1 1,0-1-1,1 1 0,-1 0 1,0-1-1,0 1 0,0 0 1,1-1-1,-1 1 0,0 0 1,1 0-1,-1 0 0,0 0 0,1 0 1,-1 0-1,1 0 0,0 0 1,-1 0-1,1 0 0,0 0 1,0 0-1,-1 0 0,1 0 1,0 0-1,0 0 0,0 0 0,0 0 1,0 0-1,1 0 0,-1 0 1,0 1-1,0-1 0,1 0 1,-1 0 60,2 4-657,-1-1 0,1 0 0,0 0 0,0 0 0,0 0 0,1 0 0,-1 0 1,1-1-1,0 1 0,0-1 0,3 3 657,32 21-9770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3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0 14771,'0'0'2145,"0"0"-1097,0 0 1632,-52 185-1679,28-126-641,1-2-240,3-10-104,7-8-16,10-30-472,3-9-3217,0 0-4601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4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6425,'0'0'7273,"0"0"-4087,28-7-999,95-21-1118,-111 26-960,1 0-1,-1 1 0,1 0 0,5 1-108,-14 0 14,-1 0 0,0 0-1,0 1 1,0-1 0,0 1-1,0 0 1,0 0 0,0 0-1,0 0 1,0 1 0,0-1-1,1 2-13,-1 0 23,-1 0-1,0 0 1,1 0 0,-2 1-1,1-1 1,0 0-1,-1 1 1,1-1-1,-1 1 1,0-1 0,0 1-1,0 0 1,-1-1-1,0 1 1,1 0-1,-1 0 1,0-1 0,-1 1-1,1 0 1,-1 0-1,1-1 1,-2 3-23,0 3 92,0 0-1,0 0 1,-1 0 0,0-1-1,-1 1 1,0-1 0,0 0-1,-1 0 1,0 0 0,0-1-1,-2 2-91,-18 20 242,0-1-1,-8 4-241,-11 12 179,28-26-151,0 0 1,2 1 0,-9 14-29,18-26 292,1 1 0,0 0 0,1 0-1,0 0 1,0 1 0,1-1 0,-1 1 0,2-1 0,0 1-1,0 0 1,0 6-292,3-14 54,-1-1 0,1 1-1,-1 0 1,1 0 0,0 0-1,0-1 1,-1 1 0,1-1 0,0 0-1,0 1 1,0-1 0,-1 0-1,1 0 1,0 0 0,0 0 0,0 0-1,0-1 1,0 1-54,1 0 72,32 1 217,-22 0-606,0 0-1,-1-1 1,1-1 0,0 0-1,0-1 1,-1 0 0,1-1-1,-1 0 1,6-3 317,101-50-6251,-65 29 1433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4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69 11707,'0'0'2548,"0"0"-337,0 0-386,31-8-412,96-29-601,-90 27-566,-33 9-209,0-1-1,1 1 0,0 0 1,-1 0-1,1 1 0,-1-1 1,1 1-1,1 0-36,-2 0 20,-54-6 2644,39 6-2661,0 0-1,0 1 1,0 0 0,0 1-1,1 0 1,-1 0 0,0 1-1,1 1 1,0 0 0,0 0-1,0 1 1,0 0 0,1 1-1,0 0 1,0 1 0,-1 1-3,-11 7-9,-46 40 24,64-52-12,-1 0-1,1 0 1,0 0 0,1 1 0,-1-1 0,1 1-1,0 0 1,-1-1 0,2 1 0,-1 0 0,0 1-1,1-1 1,0 0 0,0 0 0,0 1-1,0 1-2,1-4 2,1 0 0,-1-1-1,1 1 1,-1 0-1,1 0 1,0 0 0,0-1-1,0 1 1,0-1-1,0 1 1,0 0 0,0-1-1,0 0 1,1 1-1,-1-1 1,0 0 0,1 0-1,-1 1 1,1-1-1,0 0 1,-1-1 0,2 2-2,48 19 63,-32-13-60,3 1-2,22 10 13,36 21-14,-68-33 2,-1 0 0,0 1 0,0 0 0,0 1 1,-1 0-1,0 1 0,-1 0 0,7 9-2,-13-14 11,0 1 0,0-1 0,0 1 0,-1 0 0,0-1 1,0 1-1,0 0 0,-1 0 0,0 1 0,0-1 0,-1 0 0,1 0 1,-1 0-1,-1 1 0,1-1 0,-2 5-11,1-7 9,1-1 0,-1 1 1,0 0-1,-1-1 0,1 1 0,-1 0 1,0-1-1,0 0 0,0 1 0,0-1 1,0 0-1,-1 0 0,1 0 1,-1-1-1,0 1 0,0 0 0,0-1 1,0 0-1,0 0 0,-1 0 0,1 0 1,-1 0-1,1-1 0,-1 1 0,1-1 1,-1 0-1,-3 0-9,-37 3-1153,12-4-2452,-4 0-5587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5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459 1 15227,'0'0'3462,"0"0"-1348,0 0-1112,0 0-472,0 0 36,-39 28-81,-130 96-79,75-57 20,72-54-229,1 2 0,1 0 0,0 2-1,1 0 1,1 1 0,-1 3-197,17-19 13,1 0 0,-1 0 0,0 0 1,1 1-1,-1-1 0,1 1 0,0-1 0,0 1 0,0-1 1,0 1-1,1 0 0,-1-1 0,1 1 0,-1 0 1,1-1-1,0 1 0,0 0 0,0 0 0,0-1 1,1 1-1,-1 0 0,1 0 0,0-1 0,-1 1 1,1-1-1,0 1 0,1-1 0,-1 1 0,0-1 0,1 1 1,-1-1-1,1 0 0,0 0 0,2 2-13,7 7 13,0-1-1,1 0 1,0 0 0,1-1-1,10 6-12,-10-8 8,87 56-1069,16 11-6260,-62-38-1941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5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613 104 15739,'0'0'4321,"0"0"-1888,0 0-953,-199 0-392,130-3-584,3-5-295,-1-4-137,5-3-64,5 0-8,8 3-8,12 3-817,31-3-911,6 3-2505,0 0-4609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6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7 11947,'0'0'5017,"0"0"-2593,0 0-446,0 0-1066,0 0-573,-22 38 1,-18 34 8,-6 22-348,42-86 32,1 0 0,0 1 1,0-1-1,1 1 0,-1 0 0,2-1 0,-1 1 0,2 0 1,-1 0-1,1 0 0,0 0 0,1 0 0,0 0 0,0 0 1,1 0-1,2 5-32,-1-8 20,0 0 0,0 0-1,0-1 1,1 1 0,0-1 0,0 0 0,1 0 0,-1 0 0,1 0 0,0-1-1,1 1 1,-1-2 0,1 1 0,-1 0 0,1-1 0,0 0 0,2 0-20,7 3 22,1-1 1,0-1 0,-1 0 0,2-2-1,-1 1 1,0-2 0,0 0 0,1-1-1,-1-1 1,0 0 0,0-1-1,0-1 1,0 0 0,15-6-23,-22 5 22,0 1 0,-1-1 1,0-1-1,0 1 0,0-2 1,0 1-1,-1-1 0,0 0 1,0 0-1,0-1 0,-1 0 0,0 0 1,0 0-1,-1-1 0,2-3-22,-2 0 192,1-1-1,-1 1 0,-1-1 0,0 0 1,-1-1-1,0 1 0,-1-1 1,0 1-1,-1-1 0,-1-12-191,0 18 96,0 1 0,-1 0 0,0-1 1,0 1-1,-1 0 0,0 0 0,0 0 0,0 0 0,-1 0 0,1 0 1,-2 1-1,1-1 0,0 1 0,-1 0 0,-2-1-96,-2-3 91,0 0 0,-1 1 0,0 1 0,0 0 1,-1 0-1,0 1 0,0 0 0,-4-1-91,-6-3-55,0 2 0,-1 1 0,0 0 0,0 2 0,-1 0 0,1 1 0,-1 1 0,-18 1 55,39 2-118,0 1 0,1-1 1,-1 1-1,1-1 0,-1 1 0,1 0 0,0-1 0,-1 1 1,1-1-1,-1 1 0,1 0 0,0-1 0,0 1 0,-1 0 1,1 0-1,0-1 0,0 1 0,0 0 0,0-1 0,0 1 1,0 0-1,0 0 0,0-1 0,0 1 0,0 0 0,0 0 1,1-1-1,-1 1 0,0 0 0,0-1 118,1 1-476,1 22-5523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6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 13899,'0'0'5993,"0"0"-4768,0 0 1719,0 0-1632,-56 199-767,42-145-345,8-7-128,-1-8-64,4-9-8,3-9-288,3-18-1385,27-3-3192,6 0-5601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6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57 11859,'0'0'2340,"0"0"-750,31-9-213,97-25-567,-71 22 63,-51 11-14,-14 0-66,3 1-640,-26 0 179,-1 1 0,1 2 0,0 1 0,-29 8-332,48-9 20,0 0 1,0 2 0,0 0 0,0 0 0,1 1 0,0 0 0,0 1-1,1 0 1,0 1 0,0 0 0,0 0 0,1 1 0,-5 7-21,11-13 0,1-1 1,0 1-1,0 0 0,0-1 1,0 1-1,1 0 1,-1 0-1,1 0 1,-1 0-1,1 1 1,0-1-1,0 0 0,1 0 1,-1 1-1,1-1 1,-1 1-1,1-1 1,0 0-1,0 1 0,1-1 1,-1 0-1,1 1 1,0-1-1,-1 0 1,2 1-1,-1 0 0,3 2 6,-1-1-1,1 1 1,0-1-1,1 0 1,-1-1 0,1 1-1,0-1 1,0 0 0,0 0-1,0 0 1,1-1-1,4 2-5,-6-2 2,21 10 12,-1 1-1,-1 1 1,0 2-1,8 7-13,-25-18 1,0-1-1,-1 1 1,0 0 0,0 1-1,0-1 1,-1 1 0,0 0-1,0 0 1,0 0 0,-1 0-1,0 1 1,-1 0 0,0-1-1,0 1 1,0 0-1,-1 0 1,0 4-1,0-4 76,-1 0-1,0 0 1,0 0 0,-1 0-1,1-1 1,-2 1 0,1 0-1,-1-1 1,0 1 0,-3 4-76,3-9 141,0 0-1,0 0 1,-1 0 0,0 0 0,1 0 0,-1-1 0,0 1-1,-1-1 1,1 0 0,0 0 0,-1 0 0,1 0 0,-1 0-1,1-1 1,-1 0 0,0 1 0,0-1 0,1-1 0,-1 1-1,0-1 1,-3 1-141,-33 2 598,-1-1-1,-27-3-597,14 0-17,54 1-1,0 1 1,-1-1 0,1 0-1,0 0 1,-1 0 0,1 0-1,0 0 1,-1 0-1,1 0 1,0 0 0,-1 0-1,1 0 1,0 0 0,-1 0-1,1-1 1,0 1-1,0 0 1,-1 0 0,1 0-1,0 0 1,-1 0 0,1-1-1,0 1 1,0 0-1,-1 0 1,1 0 0,0-1-1,0 1 1,-1 0 0,1 0-1,0-1 1,0 1-1,0 0 1,0-1 0,0 1-1,-1 0 1,1-1 0,0 1-1,0 0 1,0-1 17,8-13-885,20-11-2136,14-4-3953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7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52 16003,'0'0'2089,"0"0"-157,-9 28-351,-26 93-458,32-111-985,0 1 0,1 0 1,0 0-1,1-1 0,0 1 1,1 0-1,1 0 0,-1 0 1,1 0-1,1 0 0,0-1 1,3 9-139,-3-14 57,1-1 0,-1 0 0,1 0 1,0 0-1,0 0 0,0 0 0,0-1 1,1 1-1,-1-1 0,1 0 0,0 0 1,0 0-1,0 0 0,0-1 0,1 0 1,-1 0-1,1 0 0,-1 0 0,1-1 1,0 1-1,-1-1 0,1 0 0,0-1 1,3 1-58,6 1 46,1-1 0,-1 0 0,1-1 0,0-1 0,-1 0 0,1-1 0,-1 0 0,1-1 0,-1-1 0,8-3-46,-15 4 30,0 0 0,0 0 1,-1-1-1,1 0 1,-1-1-1,0 1 0,0-1 1,0 0-1,-1-1 0,0 1 1,0-1-1,0 0 0,-1 0 1,0-1-1,0 1 0,0-1 1,-1 0-1,0 0 0,0 0 1,-1 0-1,0-3-30,2-1 93,-2-1-1,0 0 1,0 0-1,-1-1 1,0 1-1,-1 0 1,-1 0-1,0 0 1,0 0 0,-3-10-93,2 15 38,-1 0 0,1 1 0,-1-1 0,0 1 1,0 0-1,-1 0 0,0 0 0,0 0 0,0 1 0,-1 0 1,0 0-1,0 0 0,0 0 0,-1 1 0,1-1 1,-1 2-1,0-1 0,0 0 0,-3 0-38,-57-19-588,61 22 432,0-1 1,0 1-1,-1 1 0,1-1 0,0 1 0,0 0 0,0 0 1,0 0-1,0 1 0,-1 0 0,1 0 0,-2 1 156,5 4-4150,2 4-3365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17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549 1 12827,'0'0'4769,"0"0"-2137,0 0-511,0 0-1081,149 214 112,-116-38-168,-33 50-167,-40 9-105,-36-39-136,0-56-320,17-57-176,-1-17-40,-13 8-40,-56 39-960,14-15-3137,12-17-10122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21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13947,'0'0'4489,"0"0"-1816,0 0-761,0 0-1280,0 0-368,0 0-152,228 0 8,-168 0 48,-7-6-88,-7 3-80,0-3-272,-13 6-1920,-9 0-4874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21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14595,'0'0'2425,"0"0"-545,0 0-656,188-3-896,-95-3-280,39 6-48,-23 0-1592,-23 0-5369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23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483 73 5601,'0'0'903,"0"0"-462,0 0-155,0 0-35,0 0 271,0 0 1041,10-10 723,30-28-329,-29 22 993,-17 9-1541,-20 6-880,23 1-447,-17 0 127,10-1 17,1 1-1,0 0 0,-1 1 1,1 0-1,0 0 0,0 1 0,-5 2-225,11-3 26,0 1 0,0 0-1,0-1 1,0 1-1,0 1 1,0-1 0,0 0-1,1 1 1,-1-1 0,1 1-1,-1 0 1,1 0-1,0 0 1,0 0 0,1 0-1,-1 0 1,1 1 0,-1-1-1,1 1 1,0-1 0,0 4-26,-5 21 64,2 1 0,1 0 0,1 0 0,2 0 0,1 0 0,1 1-64,0 45 249,6 139 844,12 22-1093,0 15 662,-16-195-432,-2 1 0,-3-1 0,-3 3-230,2-39 127,-2 0 0,0 0 0,-1 0 0,-1-1 0,0 0 0,-2 0 0,0 0 0,-1-1 0,-1 0 0,-2 0-127,-15 21 255,-2 0 0,-2-3 0,-1 0-1,-2-2 1,-34 27-255,67-60 4,-3 2 14,1 0-1,0 0 1,-1 0-1,0 0 1,0-1 0,1 1-1,-2-1 1,1 0-1,0 0 1,0-1-1,-1 1 1,1-1 0,-1 0-1,1 0 1,-1 0-1,1-1 1,-3 1-18,6-2 4,0 1 1,0-1 0,0 0 0,0 0-1,1 1 1,-1-1 0,0 0-1,0 0 1,0 0 0,1 0-1,-1 0 1,1 0 0,-1 0 0,0 0-1,1 0 1,0-1 0,-1 1-1,1 0 1,0 0 0,0 0-1,-1 0 1,1-1-5,-3-31-4,2 25-27,0-16-227,-5-20-3605,3 37-1182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23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40 2657,'0'0'10483,"0"0"-6897,0 0-1209,0 0-909,0 0-821,0 0-346,-20 19 5,20-19-306,-26 25 143,1 0 0,-6 11-143,27-30 50,0 1 0,1-1 1,0 1-1,0 0 0,0 0 0,1 0 0,0 0 0,0 0 0,1 0 0,0 1 0,0-1 0,1 0 0,0 1 0,0-1 0,1 0 0,0 1 0,2 6-50,-1 4 143,-2-16-128,0 0 1,1 0-1,-1 0 1,0 0-1,1 0 0,0 0 1,-1-1-1,1 1 1,0 0-1,0 0 0,0 0 1,0-1-1,1 1 1,-1-1-1,0 1 0,1-1 1,-1 1-1,0-1 1,1 0-1,0 0 0,-1 0 1,3 1-16,-1 0 39,1-1 0,-1 0 0,1 0 0,0 0 1,-1 0-1,1 0 0,0-1 0,0 0 0,-1 0 1,1 0-1,0 0 0,1-1-39,0 1 31,0-1 1,0 0-1,1 0 1,-1 0 0,0-1-1,-1 1 1,1-1-1,0-1 1,0 1-1,-1-1 1,1 1-1,-1-1 1,0-1-1,0 1 1,0 0-1,-1-1 1,1 0-1,2-4-31,-3 2 73,0-1-1,-1 0 1,0 1-1,0-1 1,0 0 0,-1 0-1,0 0 1,-1 0-1,1 0 1,-1 0-1,-1 0 1,1 0 0,-1 0-1,-1 1 1,1-1-1,-1 0 1,0 0-1,-1 1 1,1-1-1,-1 1 1,-1 0 0,1 0-1,-1 0 1,-3-4-73,-2-2 48,0 1 1,-1-1 0,0 2 0,-1 0-1,0 0 1,0 1 0,-1 0 0,0 1 0,-1 0-1,0 1 1,-7-3-49,-9 2-710,21 11-7138,8 7-3319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24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0 14075,'0'0'1728,"0"0"2161,0 0-2865,0 0-527,-119 170-241,92-131-144,4-10-104,10-5 8,6-9-16,7-15-1273,13 0-1735,14-18-6610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24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 11586,'0'0'2072,"0"0"-568,0 0-549,0 0-523,0 0-220,0 0-7,28 9 34,85 36 138,-111-44-325,-1 0 0,1-1 0,0 1 0,0 0 0,-1 1-1,1-1 1,0 0 0,-1 0 0,1 1 0,-1-1 0,1 1-1,-1-1 1,0 1 0,0-1 0,0 1 0,0 0 0,0 0-1,0-1 1,0 1 0,0 0 0,-1 0 0,1 0 0,-1 0-1,0 0 1,1 0 0,-1 0 0,0 0 0,0 0 0,0 0 0,0 0-1,-1 0 1,1 0 0,0 0 0,-1 0 0,0 0 0,1 0-1,-1 0 1,0 0 0,0-1 0,0 2-52,0 0 151,-9 15 196,-1 0 0,0 0 1,-1-1-1,-1-1 0,-1 0 0,0 0 1,-4 1-348,-19 23 176,3-1 394,-31 27-570,64-66 25,1 0 1,-1 1 0,1-1-1,0 0 1,-1 1 0,1-1 0,0 0-1,-1 1 1,1-1 0,0 1-1,0-1 1,-1 0 0,1 1-1,0-1 1,0 1 0,0-1 0,-1 1-1,1-1 1,0 1 0,0-1-1,0 1 1,0-1 0,0 1 0,0-1-1,0 1 1,0-1 0,0 1-1,1-1 1,-1 0 0,0 1-1,0-1 1,0 1 0,0-1 0,1 1-1,-1-1 1,0 1 0,0-1-1,1 0 1,-1 1 0,1-1-26,23 15 291,32-2 218,1-11-335,35-1-338,-35-9-3779,-28-2-1317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25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21 12899,'0'0'1557,"0"0"-810,0 0-373,28-3-248,9-3-112,-11 1-9,1 2 1,0 1-1,25 0-5,14 4-7,-51-1 105,-45-1 304,8 0 71,-1 0-121,1 0 1,0 1 0,0 1 0,-13 4-353,29-5 47,1 0 1,0 1 0,0 0-1,0-1 1,0 2-1,1-1 1,-1 0 0,1 1-1,-1 0 1,1 0-1,0 0 1,0 1 0,0 0-1,0-1 1,1 1-1,-1 0 1,1 1 0,0-1-1,1 1 1,-1-1-1,-1 4-47,2-4 12,1 1 0,0-1 0,0 0 0,0 0-1,0 1 1,1-1 0,0 0 0,0 1 0,0-1-1,0 1 1,0-1 0,1 0 0,0 1 0,0-1-1,0 0 1,1 0 0,-1 0 0,1 0 0,0 0-1,0 0 1,1 0 0,-1-1 0,1 1 0,-1-1-1,1 1 1,3 1-12,1 2 6,0-1-1,0 0 1,1 0-1,0-1 1,0 0 0,1 0-1,0-1 1,-1 0-1,1-1 1,0 0-1,5 1-5,-1-1 4,0 1 0,-1-1-1,0 2 1,0 0-1,0 0 1,-1 1-1,0 1 1,10 6-4,-17-9 0,1 0-1,-1 0 1,0 0 0,0 0 0,-1 1-1,1 0 1,-1 0 0,0 0-1,0 0 1,-1 0 0,1 0 0,-1 1-1,0-1 1,-1 1 0,1 0-1,-1-1 1,0 1 0,-1 0-1,1 0 1,-1 3 0,0-3 5,0 2 9,0-1-1,0 0 1,0 1 0,-1-1 0,0 0-1,-1 1 1,0-1 0,-1 2-14,2-6 54,0-1 0,-1 0 0,1 0 0,-1 0 0,0 0 0,0 0 0,0 0 1,0 0-1,0 0 0,0-1 0,0 1 0,0-1 0,-1 0 0,1 0 0,-1 0 0,1 0 0,-1 0 0,1 0 1,-1 0-1,1-1 0,-1 0 0,0 1 0,1-1 0,-1 0 0,-1 0-54,-156 1 1647,87-2-8912,55 1-1339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27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19 12683,'0'0'2206,"0"0"-226,0 0 212,0 0-966,0 0-749,0 0-209,-19 18 171,-61 61 269,74-73-604,1 1-1,1-1 0,-1 1 0,1 0 1,0 0-1,1 1 0,-1-1 0,2 1 1,-1 0-1,1-1 0,0 1 0,1 0 1,-1 0-1,2 1 0,-1-1 0,1 0 1,0 0-1,1 1-103,-1 4 139,0-12-117,0 0-1,1 0 1,-1-1 0,0 1-1,0 0 1,0 0 0,1-1-1,-1 1 1,0 0 0,1-1-1,-1 1 1,1 0 0,-1-1-1,1 1 1,-1 0 0,1-1-1,-1 1 1,1-1 0,-1 1-1,1-1 1,0 1 0,-1-1-1,1 0 1,0 1 0,-1-1-1,1 0 1,0 1 0,0-1-22,32 4 407,-23-5-320,0 1-1,0-2 1,-1 1-1,1-2 1,6-1-87,-8 1 40,0-1 0,-1 0-1,1 0 1,-1 0 0,0-1 0,0 0-1,-1 0 1,1-1 0,-1 0-1,0 0 1,-1-1 0,0 1 0,0-1-1,0 0 1,-1 0 0,0-1 0,0 1-1,0-1 1,-1 0 0,-1 0 0,1 0-1,-1-1 1,-1 1 0,0 0-1,0-1 1,0 1 0,-1-1 0,0 1-1,-2-7-39,1 12 39,0-1-1,-1 0 0,1 1 0,-1-1 0,0 1 0,0-1 0,0 1 0,-1 0 0,1 0 1,-1 0-1,0 0 0,0 0 0,0 1 0,0-1 0,0 1 0,0 0 0,-1 0 0,0-1-38,0 1-43,0-1-1,-1 1 0,1 0 1,-1 0-1,1 1 0,-1-1 1,1 1-1,-1 0 0,0 0 1,0 1-1,0-1 0,1 1 1,-1 0-1,-4 0 44,9 1-204,-1-1-1,1 1 1,-1 0-1,1-1 1,-1 1-1,1-1 1,0 1-1,-1 0 1,1-1-1,0 1 1,0-1-1,-1 1 1,1 0-1,0 0 1,0-1-1,0 1 1,0 0-1,0-1 1,0 1 0,0 0-1,0-1 1,0 1-1,0 0 1,0 0-1,0-1 1,1 1 204,-1 2-1512,0 15-7413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27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 14563,'-7'24'2489,"-16"5"-1033,-3 10 2297,-1 6-3009,4-1-288,6-5-256,8-6-152,-1-7-32,6-11-16,1-9-72,3-6-1616,7-6-1417,16-17-5329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28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39 12227,'0'0'2221,"0"0"-890,0 0-608,0 0-447,0 0-196,0 0-4,13-7 263,35-18 324,-50 22 1942,-12 1-1819,-18 1-594,22 3-188,0 0 0,0 1 0,0 0 1,0 1-1,1 0 0,-1 1 0,1-1 0,0 2 0,0 0 0,1 0 0,0 0 0,0 1 0,0 0 0,1 0 0,0 1 0,1 0 0,-1 1 0,1-1 0,1 1 1,0 0-1,-4 9-4,9-16 2,0 0 0,-1-1 0,1 1 0,0 0 1,0 0-1,0 0 0,0-1 0,0 1 0,0 0 1,1 0-1,-1 0 0,1-1 0,-1 1 0,1 0 1,-1-1-1,1 1 0,0 0 0,0-1 0,0 1 1,0-1-1,0 1 0,0-1 0,1 0 0,-1 1 1,0-1-1,1 0 0,0 1-2,6 4 34,1-1 0,0 0 0,-1-1 0,2 1 0,-1-2-34,25 14 80,-26-11-79,0 1 0,0-1 0,-1 2 0,0-1 0,0 1 0,-1 0 0,0 0 0,0 0 0,-1 1 0,3 5-1,-5-8 48,0 0 0,-1 0 0,1 0-1,-2 0 1,1 0 0,0 0 0,-1 1 0,0-1 0,-1 0 0,1 1 0,-1-1 0,-1 1 0,1-1-1,-1 0 1,0 1 0,0-1 0,-2 3-48,2-7 104,-1 0-1,1 0 1,-1 0-1,0 0 1,0 0-1,0-1 1,0 1-1,0-1 1,0 1-1,0-1 1,0 0-1,0 0 0,-1 0 1,1 0-1,-1 0 1,1 0-1,0-1 1,-1 1-1,1-1 1,-1 0-1,-1 1-103,-56 2 771,59-3-757,-2 0-264,-2 1 399,-1-1 1,1 0 0,0-1-1,-1 1 1,1-1 0,0 0-1,0-1 1,0 1-150,-10-13-1562,13-12-6919,5 12-1222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28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14779,'0'0'2083,"0"0"-725,0 0 218,0 0-222,2 29-206,11 96-73,-12-121-993,0 1 0,0-1 0,0 0-1,0 1 1,1-1 0,-1 0 0,1 0 0,0 0 0,0 0 0,1 0-1,-1-1 1,1 1 0,0-1 0,0 0 0,0 1 0,0-1 0,1 0-1,-1-1 1,1 1 0,0-1 0,0 0 0,-1 1 0,2-2 0,-1 1-1,3 1-81,4-1 176,1 0 1,-1 0-1,1-1 0,-1-1 0,1 1 0,0-2 0,6-1-176,-10 2 58,-1-1-36,-1 0 1,0 0 0,0-1-1,0 1 1,0-1 0,0 0-1,0-1 1,-1 0 0,1 0-1,-1 0 1,1 0 0,-1-1-1,0 0 1,-1 0-1,1 0 1,-1-1 0,0 1-1,0-1 1,3-4-23,-2 1 29,0 0-1,-1 0 1,0-1-1,0 1 1,-1-1 0,0 0-1,0 0 1,-1 0-1,0-1 1,-1 1 0,0 0-1,0-8-28,-1-1 51,1 11-14,-1-1 0,0 1 1,-1-1-1,1 1 0,-1-1 0,-1 1 0,0-3-37,1 8-7,0 0-1,0 0 1,0 0 0,0 0-1,0 0 1,0 1-1,0-1 1,-1 0 0,1 1-1,-1-1 1,0 1 0,1-1-1,-1 1 1,0 0-1,0-1 1,1 1 0,-1 0-1,0 1 1,0-1-1,0 0 1,0 0 0,-1 1-1,1-1 1,0 1-1,0 0 1,0 0 0,0-1-1,-3 2 8,-3-2-424,0 2-1,0-1 1,0 1-1,0 1 1,0-1 0,0 1-1,0 0 1,1 1-1,-1 0 1,1 0-1,-1 1 425,-41 25-7203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34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0 15915,'0'0'2129,"0"0"-1249,0 0 520,-63 185-399,33-102-81,7 0-368,10-8-208,13-13-168,0-14-88,0-18-40,26-6 0,4-13-48,3-2-408,17-3-1240,-11-3-1433,-2-3-5081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35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41 9210,'0'0'2526,"0"0"13,0 0-448,29-7-833,92-23-406,-117 29-806,0 0 1,0 1-1,1-1 1,-1 1-1,0 0 1,0 0-1,1 0 1,-1 0-1,0 1 0,0 0-46,-2-1 13,-1 1-1,1-1 1,-1 1-1,0 0 1,1-1-1,-1 1 1,1 0-1,-1 0 0,0 0 1,0 0-1,0 0 1,0 0-1,1 0 1,-1 0-1,-1 0 1,1 1-1,1 0-12,-1 2 24,1 1 1,-1-1-1,0 1 0,0 0 1,0-1-1,-1 1 0,0 0 1,0-1-1,0 1 0,0 0 1,-1 1-25,0 10 187,1-6 7,-2 0 0,1 1 1,-1-1-1,-1 0 0,0-1 0,0 1 1,-1 0-1,0-1 0,-1 0 0,0 0 1,0 0-1,-4 3-194,-16 22 583,-1-2 0,-16 14-583,16-17 206,-17 16 36,27-29-149,0 0 0,1 1-1,0 1 1,2 1 0,-11 17-93,24-35 26,-1-1 0,0 1 1,1 0-1,-1 0 0,0 0 0,1 0 0,-1 0 1,1-1-1,0 1 0,-1 0 0,1 0 1,0 0-1,-1 0 0,1 0 0,0 0 1,0 0-1,0 0 0,0 0 0,0 0 1,0 0-1,0 0 0,0 0 0,1 0 1,-1 0-1,0 0 0,0 0 0,1 0 0,-1 0 1,1 0-1,-1 0 0,1 0 0,-1 0 1,1 0-1,0-1 0,-1 1 0,1 0 1,0 0-1,0-1 0,-1 1 0,1 0 1,0-1-1,0 1 0,1-1-26,3 2 138,1-1 1,0 0-1,0 0 0,0-1 1,0 0-1,0 0 1,2-1-139,7 1 18,58 1-21,22 0 312,5-5-309,-70 1-1350,0-1 1,0-1 0,3-2 1349,4-5-4817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35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2481,'0'0'13955,"0"0"-11235,0 0-551,0 0-1273,0 0-600,0 0-216,201-9-80,-138 9-376,-13 3-1985,-4-3-6009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35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24 2985,'0'0'10529,"0"0"-6493,0 0-1691,0 0-986,33-5-723,104-12-333,-131 16-289,0 1 1,0-1-1,0 1 0,0 0 1,0 1-1,0 0 1,0 0-1,0 0 1,0 0-1,0 1 1,-1 0-1,1 1 0,2 0-14,-5-1 5,-1 0 0,1 0 0,0 0 0,-1 1 0,1-1 1,-1 1-1,1-1 0,-1 1 0,0 0 0,0 0 0,-1 0 0,1 0 0,0 0 0,-1 0 0,0 0 0,0 1 0,0-1-5,1 5 18,-1-1 1,-1 1-1,1-1 1,-1 1-1,-1-1 1,1 1-1,-1 0 1,-1-1-1,1 0 1,-1 1 0,0-1-1,-1 0 1,0 0-1,0 0 1,-1 0-1,-1 2-18,-15 18 75,-1 0-1,-1-1 1,-2-1-1,0-2 1,-25 19-75,10-8 266,2 2 1,0 2-267,36-37 15,-1 1 0,1-1 0,0 1 0,-1-1 0,1 1 0,0-1-1,0 1 1,0 0 0,0 0 0,0-1 0,1 1 0,-1 0 0,0 0 0,1 0 0,0 0 0,-1 0 0,1 0 0,0 0 0,0 1-15,0-1 35,1-1-1,-1 0 0,1 0 1,0 0-1,-1 0 1,1 0-1,0 0 1,0 0-1,0 0 1,0 0-1,0 0 0,0-1 1,0 1-1,0 0 1,0-1-1,0 1 1,0-1-1,0 1 0,0-1 1,0 1-1,1-1 1,0 1-35,11 1 253,-1 0 0,1-1 0,0 0 0,0-1-1,6 0-252,-6 0-18,217 0 464,-225-1-679,0 1 0,-1 0 1,1-1-1,0 0 0,-1 0 0,1 0 1,-1-1-1,4-1 233,20-12-5917,-4 1-4184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36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9 14859,'0'0'4249,"0"0"-3393,0 0 825,0 0-305,182 122-96,-132-68-232,-10-4-423,-7-5-313,-7-10-152,-9-5-112,-4-12-48,-3-3 0,-3-6 0,-1-3-336,-3-6-1089,1 0-1143,-1-6-3994</inkml:trace>
  <inkml:trace contextRef="#ctx0" brushRef="#br0" timeOffset="1">615 0 14931,'0'0'3145,"0"0"-985,0 0-823,0 0-393,0 0 176,-211 164 64,125-96-175,3 1-185,4-10-392,12-8-224,21-13-136,16-11-72,17-9-8,13-12-520,17-6-1257,26 0-2344,3 0-1888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36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1 11482,'0'0'2313,"0"0"-201,0 0-535,50 211-33,-50-128 280,-7 4-351,-29-7-649,-7-6-496,-10-8-184,-7-4-144,-36 13-400,14-19-3849,2-5-7866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1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526 480 14523,'0'0'3876,"0"0"-1320,0 0-211,0 0-752,-29-14-696,-97-44-308,115 54-527,-1 1 0,1 0 0,-1 0 1,0 1-1,0 1 0,0 0 0,0 0 0,0 2 1,0-1-1,0 1 0,-2 1-62,-1 0 64,5-1-46,1 0-1,-1 1 1,0 0 0,1 0-1,0 1 1,-1 0-1,1 1 1,0 0 0,1 0-1,-1 1 1,1 0-1,0 1 1,0 0 0,0 0-1,1 1 1,0-1 0,0 2-1,1-1 1,0 1-1,0 0 1,1 0 0,0 0-1,0 1 1,1 0-1,0 0 1,1 0 0,0 0-1,0 1 1,1-1-1,0 1 1,1-1 0,0 1-1,0 0 1,1 6-18,1-10 0,0 0 0,0 0-1,0 0 1,1 0 0,-1 0 0,1-1 0,1 1 0,-1 0 0,1-1-1,0 0 1,0 0 0,1 1 0,0-2 0,0 1 0,0 0 0,0-1-1,1 0 1,-1 0 0,1 0 0,0-1 0,0 1 0,0-1 0,1-1-1,-1 1 1,1-1 0,3 1 0,9 4-93,1-1 1,0-1-1,1-1 0,-1 0 0,1-2 0,-1 0 0,16-1 93,-26-2-97,-1 1 0,1-1 0,-1 0 0,0-1 0,1 0 0,-1 0 0,0 0 0,0-1 0,0-1 0,0 1 0,-1-1 0,0-1 0,0 1-1,0-1 1,1-2 97,3-2-142,-2-1 0,1 0 0,-1-1 0,-1 0-1,1 0 1,-2-1 0,0 0 0,5-13 142,4-12-113,-3-2 1,-1 0-1,-1-1 0,-3 0 1,4-40 112,1-48 292,8-56 1672,-10 151-980,0 27-357,4 20-428,-7 5-135,0 0 0,-2 0 0,0 0-1,-1 1 1,-1 0 0,0 0 0,-2 0 0,-1 0 0,0 19-64,-1-19-434,0 1 1,2 0 0,0-1 0,2 0-1,0 1 1,1-1 0,1-1 0,1 1-1,7 13 434,9-1-5749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2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7009,'0'0'13475,"0"0"-11314,0 0 63,0 0-1175,172 125-265,-136-60-456,-2 4-184,-8-4-88,-6-8-56,-10-10-192,-10-8-824,0-15-1929,0-12-2816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2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0 19548,'0'0'3913,"0"0"-1985,0 0-479,0 0-945,0 0 8,0 0-176,-93 161-144,67-113-176,-1-1-16,7-5-352,-3 6-760,7-13-1393,2-5-4000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2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15283,'0'0'2609,"0"0"215,0 0-1431,0 0-961,192-47-304,-145 41-128,6 0-664,-7 3-2281,-13-3-6113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3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13139,'0'0'4081,"0"0"-1369,0 0-575,0 0-1033,0 0-696,212-36-272,-139 21-136,29 12-120,-19 3-1552,-10 0-3793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3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18036,'0'0'4725,"0"0"-2169,0 0-1103,0 0-776,9 30-91,-6-20-531,8 30 155,-1 0 0,-2 1-1,-1 0 1,-2 0 0,-2 8-210,-2 50 305,0 47-121,6-1 0,13 57-184,-16-168-889,-4-33 158,0-40-1440,0-51-1788,0 23-1667,0-11-5135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3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8186,'0'0'9578,"0"0"-5849,0 0-1753,0 0-1168,175-80-248,-89 71-104,0 3-192,-13 6-208,-10 0-56,-17 0-176,-16 0-848,-14 0-960,-16 9-2145,-6 9-1992,-24-1-3954</inkml:trace>
  <inkml:trace contextRef="#ctx0" brushRef="#br0" timeOffset="1">186 399 9250,'0'0'3225,"0"0"7,0 0-151,0 0-841,0 0-543,0 0-489,0 0-600,168 42-344,-105-42-264,30-3-80,-14-9-1584,-12-3-3433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4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0 14699,'0'0'4121,"0"0"-2801,0 0 249,0 0-337,-82 179-48,52-87-312,3 3-55,4 0-193,13-5-352,7-16-160,3-11-16,0-19-96,23-14-120,7-15-680,29-15-1361,-9-9-2936,0-21-6177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4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6 8602,'0'0'6523,"0"0"-3672,0 0-947,0 0-569,-25 28-72,-83 96-432,98-113-738,1 2-1,0-1 1,1 1-1,0 1 1,1-1 0,0 1-1,2 1 1,-1-1-1,2 1 1,0 0-1,0 0 1,2 0 0,0 0-1,0 14-92,1-23 43,1-1-1,0 1 1,0 0-1,0-1 0,1 1 1,-1-1-1,2 1 1,-1-1-1,0 1 1,3 4-43,-2-8 23,-1 0 1,1 0 0,-1 1 0,1-1 0,0 0 0,0-1 0,0 1 0,0 0-1,0-1 1,0 1 0,1-1 0,-1 1 0,0-1 0,1 0 0,-1 0 0,1 0-1,-1-1 1,1 1 0,0 0 0,-1-1 0,1 0 0,1 0-24,10 2 40,-1-1 1,0-1 0,1 0-1,-1-1 1,1-1-1,-1 0 1,0-1 0,0 0-1,0-1 1,0 0 0,-1-1-1,1 0 1,5-5-41,-9 5 48,0-1 0,0 0 0,-1-1 0,1 0 1,-1 0-1,-1-1 0,0 0 0,0-1 0,0 1 1,-1-1-1,-1 0 0,1-1 0,-1 1 0,-1-1 0,0 0 1,0 0-1,0-4-48,-1-1 179,0 0 1,-1 0 0,0 0-1,-1 0 1,-1-1-1,0 1 1,-1 0-1,-1 0 1,0 0 0,-1 0-1,-4-11-179,5 20-30,1 1 0,-1 0 1,0 0-1,-1 0 0,1 0 0,-1 0 0,0 1 0,0-1 0,-1 1 0,1-1 0,-1 1 1,0 0-1,0 1 0,0-1 0,0 1 0,-1 0 0,0 0 0,1 0 0,-1 0 0,0 1 0,0 0 1,-1 0-1,1 0 0,0 1 0,-1 0 0,1 0 0,0 0 0,-1 0 0,1 1 0,-1 0 1,0 0-1,-4 1 30,8-1-142,1 1 0,-1-1 0,0 0 0,0 1 0,0-1 0,1 1 0,-1 0 0,0-1 0,1 1 0,-1 0 0,0 0 0,1 0 0,-1 0 0,1 0 0,0 0 0,-1 1 0,1-1 0,0 1 0,0-1 0,0 0 0,0 1 0,0 0 0,0-1 0,0 1 0,0 0 0,0 0 142,-2 22-5281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5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 17004,'0'0'3752,"0"0"-1823,0 0 175,0 0-1127,-96 172-489,80-130-280,-1-6-200,7-4 64,4-8-72,2-6-472,4-9-849,0-9-1199,10-9-1745,17-18-4273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5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36 7706,'0'0'5383,"0"0"-2830,29-6-711,94-15-862,-50 12-483,-68 10-280,-28 2 151,-1-1-72,1 2 0,-1 0 1,1 2-1,-1 0 0,2 2 1,-1 1-1,-12 6-296,28-11 84,-1 1 1,1-1-1,-1 1 1,1 1-1,1-1 1,-1 1-1,1 0 1,0 1-1,0 0 1,-1 3-85,4-5-3,0 0 0,0 0 0,1 0 0,0 0 0,0 0 0,1 1 0,-1-1 0,1 1 0,0-1 0,0 1 0,1 0 0,0-1 0,0 1 0,0-1 0,1 1 0,0 0 0,0-1 3,0-1 3,0 0-1,1 0 0,-1 0 1,1-1-1,0 1 1,0-1-1,0 1 1,1-1-1,-1 0 0,1 0 1,0 0-1,0 0 1,0 0-1,0-1 1,0 1-1,1-1 0,0 0-2,70 37 106,-36-22-63,-34-15-27,1 0 0,-1 1 1,0-1-1,0 1 0,0 0 1,0 0-1,-1 0 0,1 0 1,-1 1-1,1-1 0,-1 1 1,-1 0-1,1 0 0,0 0 1,-1 0-1,0 1 0,0-1 1,0 0-1,0 1 0,-1 0 1,0-1-1,0 1 0,0 0 1,-1 0-1,1 0 0,-1-1 1,0 1-1,0 0 0,-1 0 1,0 0-1,1-1 0,-2 1-16,1 0 109,-1-1 0,-1 0-1,1 1 1,-1-1 0,1 0 0,-1 0-1,0-1 1,-1 1 0,1-1-1,-1 1 1,1-1 0,-1 0-1,0 0 1,0-1 0,0 1 0,0-1-1,-1 0 1,1 0 0,-1 0-109,-16 7 243,0-1-1,-1-1 1,-9 1-243,14-4 34,-42 7-224,58-11-673,3-3-1436,12-14-2771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5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17364,'0'0'2151,"0"0"-1020,0 0-256,0 0-177,0 31-175,6 100 64,-5-127-535,-1 0 1,1 0-1,-1 0 0,1 0 1,0 0-1,0 0 0,1 0 1,-1 0-1,1-1 0,0 1 1,0-1-1,0 1 0,1-1 1,-1 0-1,1 0 0,-1 0 1,1 0-1,0 0 0,0 0 1,1-1-1,-1 0 0,0 0 0,1 0 1,-1 0-1,3 1-52,3 0 154,1-1 0,0 0 0,-1 0 0,1-1 1,0 0-1,0-1 0,0 0 0,0-1-154,4 1 160,1 0-86,1-1 0,-1 0 0,0-1 0,0 0 0,-1-2 0,1 0 0,-1 0 0,1-1 0,0-2-74,-11 5 10,0 0-1,0 0 1,0 0-1,0 0 0,-1-1 1,1 0-1,-1 0 1,0 0-1,1 0 1,-1 0-1,-1-1 0,1 1 1,0-1-1,-1 0 1,0 0-1,0 0 0,0 0 1,0 0-1,-1 0 1,0-1-1,0 1 1,0 0-1,0-1 0,0 1 1,-1-1-1,0 1 1,0-1-1,0 1 0,-1-1 1,1 1-1,-1 0 1,-1-4-10,0 3 60,-1 0 1,1 0-1,-1 0 1,0 0-1,0 1 1,0-1-1,-1 1 1,1 0-1,-1 0 1,0 0 0,0 1-1,-1-1 1,1 1-1,-1 0 1,0 0-1,0 1 1,1-1-1,-4 0-60,-11-5 107,-1-1 1,-1 2-1,-21-4-107,-39 1 24,57 9-6306,51 1-142,11 0-5526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6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 15779,'0'0'4073,"0"0"-1104,66 208-825,-50-107-623,-9-3-673,-7-6-256,0-11-320,-16-13-112,-11-11-64,1-13-96,-1-5-168,1-6-456,-4-6-456,7-7-921,3-8-2776,13-9-3008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6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9026,'0'0'10578,"0"0"-8409,0 0-201,0 0-1344,0 0-424,225-24-128,-153 24-56,-9 0-8,-13 0-8,-14 0-424,-13 0-1480,-13 0-3217,-6 3-10155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6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18 11626,'0'0'9891,"0"0"-7251,0 0-1624,0 155 41,-4-54-177,-15 12-256,2-3-336,4-11-144,3-19-136,7-24-8,3-23-376,0-21-632,0-18-769,0-27-935,10-14-4546</inkml:trace>
  <inkml:trace contextRef="#ctx0" brushRef="#br0" timeOffset="1">0 87 18820,'0'0'4793,"0"0"-3209,169-30-375,-77 21-361,8 0-200,-4 0-200,-17 0-256,-19 0-112,-14 0-72,-16 6-8,-10 3-8,-14 0-472,-6 0-712,0 0-1417,-26 9-3608,-4 3-6130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7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0 390 7890,'0'0'9466,"0"0"-4505,0 0-2689,0 0-1320,0 0-679,202-30-217,-129 15-56,9 1-849,-19 5-1319,-10-3-5026</inkml:trace>
  <inkml:trace contextRef="#ctx0" brushRef="#br0" timeOffset="1">1346 0 16892,'0'0'2840,"0"0"-1087,0 0 655,-96 155-800,60-57-527,6 9-137,7 0-416,17-2-280,6-19-176,0-18-72,29-14-72,11-24-632,36-30-496,-13 0-1161,3-18-3344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7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37 16844,'0'0'2951,"0"0"-489,0 0-927,0 0-479,0 0-154,-25 32-249,-23 31-40,-4 13-613,49-71 35,-1 1 0,1-1 0,0 1 0,0 0 0,0 0 0,1 0 0,0 0 0,0 0 0,1 1 0,-1-1 0,1 1 0,1-1 0,-1 1 0,1-1 0,1 1 0,-1-1 0,1 1 0,0-1 0,1 2-35,-1-2 18,-1-3-8,1 1 0,1 0-1,-1-1 1,0 1 0,1-1 0,0 0-1,0 0 1,0 1 0,0-1 0,0 0-1,1-1 1,-1 1 0,1 0 0,0-1-1,-1 1 1,1-1 0,0 0 0,1 0-1,-1 0 1,0-1 0,1 1-1,-1-1 1,1 1 0,-1-1 0,1 0-1,-1-1 1,4 1-10,10 2 33,1-1 0,0-1-1,-1-1 1,1 0 0,5-2-33,-14 2 1,-1-1-1,1 0 1,-1-1 0,1 0-1,-1 0 1,0-1 0,0 0 0,0 0-1,0-1 1,-1 0 0,1-1-1,-1 1 1,0-1 0,-1-1-1,1 1 1,-1-1 0,0 0-1,0-1 1,0-1-1,1-2 45,-1 0 1,0-1-1,-1 1 0,0-1 0,-1 0 1,0 0-1,0-1 0,-2 1 0,1-1 1,-1 1-1,-1-1 0,0 0 0,-1-8-45,0 10 101,0 0 0,-1 0 0,0 0-1,-1 1 1,0-1 0,-1 0 0,0 1-1,0 0 1,-1-1 0,-1-1-101,3 7-37,-1 0-1,1 0 1,-1 0 0,0 0 0,0 0 0,-1 1 0,1 0 0,-1-1 0,1 1 0,-1 1 0,0-1-1,0 0 1,-1 1 0,1 0 0,0 0 0,-1 0 0,1 1 0,-1-1 0,0 1 0,1 0 0,-5 0 37,7 1-219,0-1 0,0 1 0,0 0 0,0 0 0,0 0 0,0 0 0,0 0 1,0 0-1,0 0 0,0 1 0,0-1 0,0 1 0,0 0 0,0-1 0,1 1 1,-1 0-1,0 0 0,1 0 0,-1 0 0,0 0 0,1 1 0,-1-1 0,1 0 1,0 1-1,-1-1 0,1 1 0,0-1 0,0 1 0,0 0 0,0-1 1,0 1-1,0 0 0,0 0 0,0 1 219,-1 24-5687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7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0 18116,'0'0'4049,"0"0"-1489,0 0-735,-37 203-809,14-132-584,-3-3-240,6-8-184,3-12-8,11-16-744,6-20-1113,13-12-3112,17 0-4097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8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14619,'0'0'2945,"0"0"-371,0 0-562,34-6-789,107-18-440,-134 23-689,0 0 0,0 1 1,0-1-1,0 1 0,0 1 0,0-1 0,0 1 1,0 0-1,3 2-94,-8-3 19,0 1 0,0 0 0,0 0 0,0 0 1,0 0-1,0 0 0,0 0 0,0 1 0,0-1 0,0 1 0,-1-1 0,1 1 1,-1 0-1,1-1 0,-1 1 0,0 0 0,0 0 0,1 2-19,-1 0 19,0 0-1,0 1 1,-1-1-1,1 0 1,-1 1-1,0-1 0,-1 0 1,1 0-1,-1 1 1,0-1-1,0 0 1,0 0-1,0 0 1,-1 0-1,1 0 1,-1 0-1,0 0 1,-1 0-1,1-1 1,-1 1-1,0 0-18,-16 20 113,-1-1-1,-1-1 1,-15 11-113,20-18 10,-1 0-1,2 0 0,0 1 1,1 1-1,1 1 1,1 0-1,0 0 1,-3 10-10,13-25 4,1 0 1,-1 0-1,1 0 1,0 0-1,0 1 1,1-1-1,-1 1 1,1-1-1,-1 0 1,1 1-1,0-1 1,0 1-1,1-1 1,-1 0-1,1 1 1,0 1-5,0-3 8,0 0 0,1 0-1,-1-1 1,0 1 0,1 0 0,-1 0 0,1-1 0,0 1 0,-1-1 0,1 1-1,0-1 1,0 0 0,0 1 0,0-1 0,0 0 0,1-1 0,-1 1 0,0 0-1,0 0 1,0-1 0,1 0 0,-1 1 0,1-1-8,20 3 65,-1 0 1,1-2-1,0 0 0,0-2 1,0 0-1,8-3-65,-15 2-1156,-1-2 0,0 1-1,0-2 1,0 0 0,0-1 0,-1 0 1156,33-18-12528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8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39 14067,'0'0'2240,"0"0"-594,0 0-87,36-5-455,111-17-359,-63 16 371,-65 7-671,-95-4 358,47 1-749,0 0 0,0 3 0,0 0 1,0 2-1,-18 4-54,39-5-6,-1 0 1,1 1-1,0 0 0,0 0 0,0 1 1,1 0-1,-1 1 0,1-1 0,0 1 1,1 1-1,-1-1 0,1 1 1,0 1-1,0-1 0,1 1 0,-1 0 1,2 0-1,-1 0 0,1 1 0,0-1 1,-1 4 5,3-7-3,0 0-1,1 0 1,-1 0 0,1 0 0,0 0 0,0 0 0,0 1 0,1-1-1,-1 0 1,1 1 0,0-1 0,1 0 0,-1 0 0,0 1 0,1-1-1,1 4 4,0-5 0,-1 0 0,1 0 0,0 0 0,1 0-1,-1 0 1,0 0 0,1-1 0,0 1-1,-1-1 1,1 1 0,0-1 0,0 0-1,0 0 1,0-1 0,1 1 0,-1 0 0,1-1-1,-1 0 1,1 0 0,49 17 2,-25-10 3,0 2-1,-1 1 0,12 7-4,-32-15 1,0 1 0,0 0-1,-1 1 1,1-1-1,-1 2 1,-1-1-1,1 0 1,-1 1 0,1 0-1,-2 0 1,1 1-1,-1-1 1,0 1 0,0 0-1,-1 1 0,-2-6 35,0 0 1,0 0-1,0 0 1,0 0-1,-1 0 0,1 0 1,-1 0-1,0 0 0,1 0 1,-1 1-1,0-1 0,0 0 1,-1 0-1,1 0 0,0 0 1,-1 0-1,1 0 0,-1 1 1,0-1-1,1 0 1,-1 0-1,0-1 0,0 1 1,-1 0-1,1 0 0,0 0 1,0-1-1,-1 1 0,1-1 1,-1 1-1,0-1 0,1 1 1,-1-1-1,0 0 0,0 0-34,-8 4 295,0 0 1,-1-1 0,1 0 0,-1-1-1,0 0 1,-5 0-297,-10 4 216,-27 6-267,35-9-272,0 0 0,0 2 1,1-1-1,-1 2 1,1 1-1,-13 7 323,24-4-5311,6-10 4373,0 0-4798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8:58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0 14635,'0'0'2273,"0"0"303,0 0-447,63 193-409,-53-94-56,-10 11-511,0 3-137,-10-6-328,-23-9-440,-13-15-168,-10-14-80,-7-13-456,-40-2-488,14-18-1169,13-15-4848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29:51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 17572,'0'0'4265,"0"0"-4265,0 0-1617,0 0 937,0 0 584,0 0-80,-53 0-4777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3:54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44 10578,'0'0'2949,"0"0"-865,0 0-369,0 0-398,0 0-114,-1-5 53,1 3-1150,0 1-1,0-1 1,0 1 0,-1 0 0,1-1-1,0 1 1,-1-1 0,1 1-1,-1 0 1,0-1 0,1 1 0,-1 0-1,0 0 1,0-1 0,0 1 0,0 0-1,0 0 1,0 0 0,0 0 0,0 0-1,0 0 1,0 0 0,-1 1-1,1-1 1,0 0 0,-1 0-106,-4 0 190,0-1-1,0 1 1,0 0 0,0 0-1,0 1 1,0 0 0,-3 0-190,4 0 13,1 0 0,0 0 0,-1 1 0,1 0 0,0 0 0,0 0 0,-1 0 0,1 1 1,0-1-1,0 1 0,1 0 0,-1 0 0,0 1 0,1-1 0,-1 1 0,1-1 0,0 1 0,0 0 0,0 1 1,0-1-1,0 0 0,1 1 0,-1 0 0,1-1 0,0 1 0,0 0 0,1 0 0,-1 0 0,1 0 1,0 0-1,0 1 0,0 0-13,-3 19 105,0 0 1,2 0 0,1 0-1,1 1 1,2 10-106,-2-14 152,7 55 137,3-1 0,3 0 0,19 57-289,11 59 316,-34-132-34,-2 1 0,-3 1 0,-2-1 0,-3 0 1,-3 6-283,3-56 34,0-1 0,-1 1 0,0-1 1,-1 0-1,1 0 0,-2 0 1,-3 8-35,5-14 32,1 0 1,-1-1-1,0 1 0,0 0 1,0-1-1,0 1 1,0-1-1,0 0 1,-1 0-1,1 0 1,-1 0-1,1 0 0,-1 0 1,0-1-1,0 1 1,0-1-1,1 0 1,-2 0-1,1 0 1,0 0-1,0 0 0,0-1 1,0 1-1,-3-1-32,0 0 16,-1 0-1,1-1 0,-1 1 1,1-1-1,0-1 1,-1 1-1,1-1 0,0 0 1,0-1-1,0 1 0,1-1 1,-1 0-1,1-1 0,-1 1 1,1-1-1,0 0 1,0 0-1,1-1 0,-1 1 1,1-1-1,0 0 0,0-1 1,1 1-1,0 0 0,-2-5-15,0 3-76,3 4-58,0 0-1,0 0 1,0 0 0,1-1 0,-1 1-1,1 0 1,-1-1 0,1 1-1,0-1 1,1 0 0,-1-2 134,1 6-69,0 0 1,0 0-1,0 0 0,0 0 1,0-1-1,0 1 0,0 0 1,-1 0-1,2 0 0,-1 0 1,0 0-1,0-1 1,0 1-1,0 0 0,0 0 1,0 0-1,0 0 0,0 0 1,0-1-1,0 1 0,0 0 1,0 0-1,0 0 1,0 0-1,0 0 0,0 0 1,1 0-1,-1 0 0,0-1 1,0 1-1,0 0 1,0 0-1,0 0 0,0 0 1,1 0-1,-1 0 0,0 0 1,0 0-1,0 0 0,0 0 1,0 0-1,0 0 1,1 0-1,-1 0 0,0 0 1,0 0-1,0 0 0,0 0 1,0 0-1,1 0 0,-1 0 1,0 0-1,0 0 69,2 0-1453,11 0-6350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3:54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71 10338,'0'0'4868,"0"0"-2748,0 0-346,-13 23-36,-42 79-557,51-93-1008,0 0 0,1 0 0,0 1 0,1 0 0,0 0 0,0-1 0,1 1 0,0 0 0,1 0 0,0 0 0,1 0 0,0 0 0,2 9-173,-2-10 149,0-5-108,0-1-1,0 1 0,0 0 1,0-1-1,0 1 0,1-1 1,0 1-1,0-1 0,0 0 1,0 0-1,0 0 1,1 0-1,-1 0 0,1 0 1,0-1-1,-1 1 0,1-1 1,1 0-1,-1 0 0,0 0 1,0 0-1,1 0 1,-1-1-1,1 0 0,0 1 1,-1-1-1,1-1 0,0 1 1,-1 0-1,1-1 0,0 0 1,3 0-41,3 0 50,0 0 1,0 0-1,0-1 1,-1-1-1,1 1 1,0-2-1,-1 1 1,1-1-1,-1-1 1,0 0-1,0 0 1,3-3-51,-2 0 27,0 0 0,0-1 0,0 0-1,-1-1 1,-1 0 0,0-1 0,0 1 0,-1-2 0,0 1-1,0-2-26,-4 9 32,-1-1-1,0 0 0,0 0 0,-1 0 0,1 0 0,-1-1 1,0 1-1,0 0 0,0-1 0,-1 1 0,1 0 0,-1-1 1,0 1-1,0-1 0,-1 1 0,1 0 0,-1-1 0,0 1 1,0 0-1,-1 0 0,1-1 0,-1 1 0,0 0 0,0 0 1,0 1-1,-1-1 0,1 0 0,-1 1 0,-3-4-31,-15-12-115,-1 0 0,0 2-1,-2 0 1,0 1 0,-4 0 115,-37-21-5398,51 29 3225,-19-9-7773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3:5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22 1120,'0'0'10708,"0"0"-6982,0 0-2227,0 0-20,-3 23-75,0-5-1107,-1-2-15,1 1 0,0-1 0,2 1 0,0 0 0,0 0 0,2 0 0,0 0 0,1-1 1,4 17-283,-4-28 54,0 0 1,1 0 0,0-1 0,-1 1-1,1-1 1,1 1 0,-1-1 0,1 0 0,-1 0-1,1-1 1,0 1 0,0-1 0,1 0 0,-1 0-1,1 0 1,0 0 0,-1-1 0,1 0 0,0 0-1,1 0 1,-1-1 0,0 0 0,0 0-1,0 0 1,1 0 0,-1-1 0,1 0 0,-1 0-1,0 0 1,1-1 0,-1 0 0,0 0 0,0 0-1,1-1 1,-1 0 0,0 0 0,0 0 0,-1 0-1,1-1 1,0 0 0,-1 0 0,0 0-1,1 0 1,-1-1 0,-1 0 0,1 1 0,0-2-1,-1 1 1,0 0 0,0-1 0,0 1 0,-1-1-1,1 0 1,-1 0 0,0 0 0,-1 0 0,1 0-1,-1 0 1,0-1 0,0-4-55,1-5 193,0 0 0,-2 1-1,1-1 1,-2 0 0,0 0 0,-1 1 0,-1-1-1,-2-7-192,4 18 17,0 0 0,-1 0 0,0 0-1,0 0 1,0 0 0,0 1 0,0-1 0,-1 1-1,0-1 1,0 1 0,0 0 0,0 0-1,0 0 1,-1 0 0,1 1 0,-1 0 0,1-1-1,-1 1 1,0 0 0,0 1 0,0-1-1,0 1 1,0 0 0,-1 0 0,1 0 0,0 0-1,0 1 1,-1 0 0,1-1 0,-3 2-17,6-1 275,-2 3-6497,3-3 6018,0 6-6987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3:55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12803,'0'0'2411,"0"0"-9,2 22 169,8 73-931,-9-89-1552,0 0 0,0 0 1,1-1-1,0 1 0,0 0 0,0-1 0,1 0 0,-1 1 0,1-1 0,1 0 0,-1-1 0,1 1 0,0-1 0,0 1 0,0-1 1,0 0-1,1 0 0,-1-1 0,1 1 0,0-1 0,4 1-88,0 0 153,0 0 0,1-1-1,0-1 1,-1 1 0,1-2 0,0 1 0,0-2 0,0 1 0,0-1-1,8-1-152,-13 0 52,-1 1-1,1-1 1,-1-1-1,0 1 0,1-1 1,-1 1-1,0-1 1,0 0-1,0-1 0,0 1 1,0-1-1,-1 0 1,1 0-1,-1 0 0,0 0 1,0 0-1,0-1 1,0 1-1,0-1 0,-1 0 1,0 0-1,0 0 1,0 0-1,0 0 0,0-1 1,-1 1-1,0 0 1,0-1-1,0 1 0,0-2-51,2-14 122,0 0-1,-1 0 0,-1 0 1,-1-1-1,-1 1 0,-1-5-121,1 21-6,1 0-1,-1 0 1,0 0-1,0 0 0,0 0 1,0 0-1,-1 0 1,1 0-1,-1 1 1,0-1-1,-1 0 1,1 1-1,0 0 0,-1-1 1,0 1-1,0 0 1,0 0-1,0 1 1,0-1-1,0 1 1,-1-1-1,1 1 1,-1 0-1,0 0 0,0 1 1,0-1-1,0 1 1,0 0-1,0 0 1,0 0-1,0 0 1,0 1-1,0 0 0,-4 0 7,6 0-96,1 0-1,-1 0 0,1 1 0,-1-1 1,1 1-1,-1-1 0,1 1 0,-1-1 1,1 1-1,0 0 0,0 0 0,-1 0 1,1 0-1,0 0 0,0 0 0,0 0 1,0 0-1,0 0 0,0 0 0,0 0 1,0 1-1,0-1 0,1 0 0,-1 1 1,0 1 96,-12 41-5766,11-37 4070,-4 29-9299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3:56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115 227 13435,'0'0'4009,"0"0"-1717,0 0-107,0 0-349,0 0-628,0 0-374,25 7-111,-18-6-686,28 9 231,0-2 0,18 1-268,-39-7 40,1-1 1,0 0 0,0-1-1,0 0 1,0-2 0,-1 1-1,1-2 1,-1 0 0,10-4-41,-13 3 8,0-1 1,0 0 0,0-1 0,0-1-1,-1 0 1,0 0 0,0-1 0,-1 0-1,2-2-8,-9 8 4,0-1-1,1 1 0,-1-1 0,0 1 1,0-1-1,0 0 0,-1 0 0,1 0 0,-1 0 1,1 0-1,-1 0 0,0 0 0,0 0 0,0 0 1,-1-1-1,1 1 0,-1 0 0,0-1 1,0 1-1,0 0 0,0-1 0,0 1 0,-1 0 1,1 0-1,-1-1 0,0 1 0,0 0 1,-1 0-1,1 0 0,0 0 0,-1 0 0,0 0 1,0 0-1,0 1 0,0-1 0,0 0-3,-6-4 2,1 1-1,-1 0 0,1 0 1,-2 0-1,1 1 1,-1 0-1,1 1 0,-1 0 1,-1 0-1,1 1 1,0 1-1,-1-1 0,1 1 1,-6 0-2,-8-1-3,-1 1 1,0 0 0,1 2 0,-1 1-1,-13 3 3,25-3-3,2 2 0,-1 0 1,0 0-1,0 1 0,1 0 0,0 1 0,0 0 0,0 1 0,1 0 0,0 0 0,0 1 1,0 0-1,1 1 0,0 0 0,0 0 0,1 1 0,0 0 0,1 0 0,0 0 0,0 1 0,1 0 1,0 2 2,-4 8-5,1 0 1,0 1-1,2-1 0,1 2 1,0-1-1,2 0 1,0 1-1,1 0 1,2-1-1,0 1 1,1 1 4,0-13 3,0 0 0,1 0 0,0 0-1,1-1 1,-1 1 0,2-1 0,0 1 0,0-1 0,0 0 0,1 0-1,1-1 1,-1 0 0,1 0 0,1 0 0,0 0 0,0-1 0,0 0 0,1-1-1,0 0 1,0 0 0,2 0-3,6 3 6,0-1 0,1 0 0,0-2 0,0 0 0,1-1 0,0 0 0,0-2 0,0 0 1,0-1-1,1-1 0,4-1-6,8 1-8,-1-2 1,0-2 0,1 0 0,-1-2 0,0-2 0,10-3 7,-18 2-757,-1 0 0,0-1-1,-1-1 1,0-1 0,-1 0 0,0-2 0,-1 0 0,16-16 757,9-14-5149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3:56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 14755,'0'0'3193,"0"0"-1249,0 0 273,0 0-833,0 0-616,-158 19-432,117-7-232,4 0-40,2-2-64,8 0 0,11-6-240,8 1-784,8 0-1601,0 0-1735,16-3-4378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3:56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13707,'0'0'2527,"0"0"-907,0 0-178,0 0-706,0 0-494,23 10-142,-1 0-38,0 0 0,-1 2 0,7 6-62,-25-16 41,-1 0-1,1 0 0,-1 1 1,0-1-1,0 1 0,-1-1 1,1 1-1,0 0 0,-1 0 0,1-1 1,-1 1-1,0 0 0,0 0 1,0 1-1,-1-1 0,1 0 1,-1 0-1,1 0 0,-1 0 1,0 1-1,0-1 0,-1 0 0,1 0 1,-1 2-41,-1 4 177,0-1 1,0 0 0,-1 1-1,0-1 1,-1-1 0,0 1 0,-1 1-178,-16 22 394,-2-1 1,-1-1 0,-1-1 0,-1-1-1,-19 14-394,44-40 92,1-1 127,41-6 911,-3-5-895,42-13 3,72-12-238,-127 32-1585,0-2 0,-1 0-1,4-3 1586,5-2-5115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3:57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12459,'0'0'4737,"0"0"-2585,0 0-143,0 0-289,0 0-520,0 0-352,174 142-143,-136-110-209,-6-6-280,-5-2-136,-6-7-64,-5-5-16,-2-5 0,-3 1-360,-6-3-673,0-5-1327,-5 0-2465,0 0-2737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3:5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 14603,'0'0'2465,"0"0"-1321,0 0 1256,0 0-647,-145 176-441,105-111-376,5-2-448,11-10-304,10-9-184,14-13-400,3-12-1664,24-9-3073,2-10-8378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3:58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235 273 15491,'0'0'1861,"0"0"-592,0 0 241,-23 2-777,-75 9-491,93-9-209,-1 0 0,1 1 0,-1-1 1,1 1-1,0 0 0,0 0 0,0 1 1,1 0-1,-1-1 0,1 2 0,0-1 0,0 0 1,1 1-1,-1 0 0,1-1 0,0 1 0,0 1 1,0-1-1,1 0 0,0 1 0,0-1 1,0 1-1,0 4-33,-1-3 79,-1 4 33,0 1 1,1-1 0,1 0-1,0 1 1,0 0 0,1 0-1,0-1 1,1 1 0,1 0-1,-1 0 1,2-1 0,0 3-113,-1-10 17,1 1 0,-1 0 0,1-1 0,0 1 0,1-1 0,-1 0 0,1 1 0,-1-1 0,1 0 0,0-1 0,1 1 1,-1 0-1,1-1 0,0 0 0,-1 0 0,1 0 0,1 0 0,-1-1 0,0 1 0,1-1 0,-1 0 0,1 0 0,-1-1 0,1 0 0,0 0 1,0 0-1,0 0 0,0 0 0,3-1-17,1 1 9,0 0 0,0-1 0,0 0 0,0-1 0,0 1 1,0-2-1,-1 1 0,1-1 0,0-1 0,-1 1 0,0-1 0,1-1 1,-1 0-1,0 0-9,-2-1 1,0 0 0,0 0 0,0 0 1,-1-1-1,0 0 0,0 0 0,0 0 1,-1-1-1,0 0 0,0 1 0,-1-1 1,0-1-1,0 1 0,0 0 1,-1-1-1,0-3-1,7-35 51,-3-1 0,-1 0-1,-3 0 1,-1 0 0,-3 0 0,-5-30-51,4 51 693,-1 1-1,-1 0 1,-1 0-1,-7-17-692,18 88 1152,51 195-837,-34-138-499,-20-93-5,1 0 0,0-1 0,0 1 0,1-1 0,0 1-1,2 1 190,-2-5-885,-1-1-1,1 0 1,0 0-1,0-1 1,0 1-1,4 2 886,14 7-8579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3:58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14299,'0'0'2961,"0"0"-1001,0 0 465,0 0-1049,0 0-624,145 153-288,-115-100-240,-3-7-128,-3-5-96,-5-12-192,-3-8-216,-3-11-928,3-10-705,0-2-367,-2-18-3585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3:58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0 14243,'0'0'2056,"0"0"-639,0 0 1287,0 0-1247,-121 172-609,79-112-232,-1-4-336,0-3-184,2-7-96,-4 9-472,10-11-2577,8-11-5296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09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14131,'0'0'1744,"0"0"-1312,0 0 41,0 0-105,148 0-256,-111-5-96,-2 3-16,-3-1-88,-5 1-1617,-13 2-7233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09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13595,'0'0'3185,"0"0"-1321,0 0-640,0 0-31,0 0-857,0 0-336,0 0-353,175-53-2751,-143 31-5170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0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16075,'0'0'2441,"0"0"-395,0 0 8,0 0-816,0 0-353,0 0 118,4 28-66,-1 0-731,4 26 282,-2 0 0,-3 26-488,-2-47 158,1 0 0,1 0 1,2 0-1,1-1 0,10 33-158,-13-58 8,0 1 0,0-1-1,1 0 1,0 0-1,1 0 1,-1 0 0,1-1-1,1 1 1,-1-1-1,1 0 1,0 0-1,1-1 1,-1 0 0,1 0-1,0 0 1,0 0-1,1-1 1,-1 0 0,1 0-1,0-1 1,0 0-1,0 0 1,1-1-1,-1 0 1,1 0 0,-1 0-1,1-1 1,1 0-8,5 0 26,1-1 0,0 0 1,-1-1-1,1 0 0,-1-1 0,1-1 1,-1 0-1,0-1 0,0-1 0,0 0 1,7-5-27,-14 7-139,-1-1 0,0 0-1,0-1 1,0 1 0,0-1 0,-1 0 0,0-1 0,0 1 0,0-1 0,2-4 139,-3 4-472,-1-1 1,1 1 0,-2-1 0,1 0 0,-1 0 0,0 0-1,0 0 1,-1 0 0,0 0 0,0 0 0,-1-1 0,0-1 471,0-13-5920,0 5-3436</inkml:trace>
  <inkml:trace contextRef="#ctx0" brushRef="#br0" timeOffset="1">492 322 12259,'0'0'4985,"0"0"-2697,0 0-79,0 0-185,0 0-432,0 0-575,0 0-441,84 111-376,-66-82-112,4-5-88,-1 0-344,17-7-1009,-8-7-2511,-1-8-4474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0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16347,'0'0'2692,"0"0"-309,0 0-68,0 0-975,10 24-639,-3-6-588,6 14 63,0 0 1,2-2 0,2 0 0,4 5-177,-20-35-4,-1-1 1,1 1-1,-1-1 1,1 0-1,-1 1 1,1-1-1,-1 0 1,0 0-1,1 1 1,-1-1-1,0 0 1,0 0 0,1 0-1,-1 1 1,0-1-1,0 0 1,0 0-1,0 0 1,0 1-1,0-1 1,0 0-1,0 0 1,-1 0-1,1 0 1,0 1-1,0-1 1,-1 0 3,0-36-160,-7-25 26,12 62 115,-1-1 1,1 1-1,-1 0 1,0 0 0,1 0-1,-1 1 1,1-1 0,-1 1-1,1 0 19,2 4 5,0 0 0,-1 1-1,1-1 1,-1 1 0,0 1-1,-1-1 1,1 1 0,-1 0-1,-1 0 1,1 0 0,-1 0-1,0 1 1,-1-1 0,1 5-5,-2-7 37,-3-43 169,1 23-175,0-1-1,1 1 1,0-1 0,2 1-1,2-13-30,-4 25 4,1 0-1,0 0 0,0 1 0,0-1 0,0 1 1,0-1-1,0 1 0,1-1 0,-1 1 0,1 0 0,0-1 1,0 1-1,-1 0 0,1 0 0,1 0 0,-1 0 1,0 1-1,0-1 0,1 1 0,-1-1 0,1 1 1,-1 0-1,1 0 0,-1 0 0,1 0 0,0 0 0,0 1 1,-1-1-1,1 1 0,0 0 0,0 0 0,2 0-3,-1 0 17,0 1 0,0 0 0,0 0-1,-1 0 1,1 0 0,0 1-1,0-1 1,-1 1 0,1 0 0,-1 0-1,0 0 1,1 1 0,-1-1-1,0 1 1,0 0 0,-1 0 0,1 0-1,0 0 1,-1 0 0,0 0-1,0 1 1,0-1 0,0 1 0,0 1-17,8 16 81,-1 1 1,-1 0-1,4 21-81,-3-13-2,12 33-101,5 14-1372,-11-25-4700,-7-13-6915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1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 14131,'0'0'1876,"0"0"-643,0 0 583,-24 5-484,24-5-1332,-31 7 260,1 0-1,-13 7-259,39-12 25,-1 0 0,1 0 0,0 1 0,-1-1 1,1 1-1,1 0 0,-1 1 0,0-1 0,1 1 0,0-1 0,-1 1 0,1 0 0,1 0 0,-1 0 0,1 1 1,-1-1-1,1 0 0,1 1 0,-1 0 0,-1 4-25,-1 3 86,-2 3-1,1-1 0,1 1 0,0 0 1,1 0-1,1 1 0,0-1 0,1 0 0,1 11-85,0-22 30,0 0-1,0 0 1,1 0 0,-1 0 0,1 0 0,0 0-1,0 0 1,0-1 0,1 1 0,-1 0 0,1-1-1,0 1 1,0-1 0,0 1 0,1-1 0,-1 0-1,1 0 1,0 0 0,0 0 0,0-1 0,0 1-1,0-1 1,0 0 0,1 0 0,-1 0 0,1 0-1,0 0 1,-1-1 0,1 0 0,0 1 0,0-2-1,0 1 1,0 0 0,1-1-30,2 1-6,-1 0-1,1 0 1,-1-1-1,1 0 1,0-1-1,-1 0 1,1 0-1,-1 0 1,0 0 0,1-1-1,-1 0 1,0-1-1,0 1 1,0-1-1,0 0 1,-1-1 0,1 1-1,-1-1 1,0 0-1,0-1 1,0 1-1,-1-1 1,1 0 0,-1 0-1,0 0 1,-1-1-1,1 1 1,-1-1-1,0 0 1,-1 0-1,1 0 1,-1 0 0,0-1-1,-1 1 1,1-1-1,-1 1 1,-1-1-1,1 1 1,-1-1 0,0-2 6,0-7 68,0 1 1,-1-1 0,-3-13-69,-9-20 3238,12 48-2423,1 16-356,3 19-454,1-1 0,1 0 0,2 1 0,1-2 0,2 1 1,12 27-6,-21-58-94,-1-1 0,1 1 1,0-1-1,-1 1 1,1-1-1,0 0 1,0 1-1,0-1 1,0 0-1,0 0 1,0 0-1,0 1 0,0-1 1,0 0-1,1 0 1,-1-1-1,0 1 1,1 0-1,-1 0 1,0-1-1,1 1 1,-1-1-1,1 1 0,0-1 94,25 2-5350,-19-2 3448,18 0-7967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1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15019,'0'0'4009,"0"0"-2409,0 0 337,0 0-1089,0 0-600,0 0-152,153-7-48,-107 4-48,-1-1 0,-4-1-176,-6-3-528,0-4-816,-9 0-1545,-7 3-3344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2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14283,'0'0'2971,"0"0"-321,0 0-1,0 0-963,0 0-690,0 0-320,13-2-255,-3 0-377,0 1 0,0 1 0,0-1 0,0 2 0,0-1 0,0 1 0,0 1 0,0 0 0,0 0 0,0 1 0,-1 0 0,9 4-44,70 43 70,-80-44-64,0 0-1,0 0 0,0 1 0,-1 0 1,0 0-1,-1 1 0,1 0 0,4 7-5,-9-11 9,0 0 0,0 0 0,-1 0 0,0 0 0,1 0 0,-1 0 0,0 0 0,-1 1 0,1-1 0,-1 0 0,0 0-1,0 1 1,0-1 0,-1 0 0,1 1 0,-1-1 0,0 0 0,0 0 0,-1 0 0,1 0 0,-1 0 0,-1 1-9,-5 10 50,-1-1 0,-1-1 0,0 1 0,-1-2 0,-3 4-50,2-3-394,1-1 1,1 2 0,-7 10 393,17-24-108,0 0 0,0 0 0,1 0 0,-1 0 0,0 0 0,0 0 0,0 0 0,1 0 0,-1 0 0,0 0 0,0 0 0,1 0 0,-1 0 0,0 0 0,0 0 0,0 0 0,1 0 0,-1 0 0,0 0 0,0 0 0,1 0 0,-1 0 0,0 0 0,0 1 0,0-1 0,0 0 0,1 0 0,-1 0 0,0 0-1,0 0 1,0 0 0,0 1 0,1-1 0,-1 0 0,0 0 0,0 0 0,0 1 0,0-1 0,0 0 0,0 0 0,0 0 0,0 1 0,0-1 0,0 0 0,0 0 0,0 0 0,0 1 0,0-1 0,0 0 0,0 0 0,0 1 0,0-1 0,0 0 0,0 0 0,0 0 0,0 1 0,0-1 0,0 0 0,0 0 0,0 0 0,0 1 0,-1-1 0,1 0 0,0 0 0,0 0 0,0 1 108,3-2-774,19 1-6408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157 140 12635,'0'0'3536,"0"0"-959,0 0-202,0 0-869,0 0-729,0 0-194,-23 4-57,-70 18-38,90-21-453,1 0 1,-1 1 0,1-1 0,-1 1-1,1 0 1,0 0 0,-1 0 0,1 0-1,0 0 1,0 1 0,1-1 0,-1 1-1,0-1 1,1 1 0,0-1 0,-1 1-1,1 0 1,0 0 0,0 0 0,1 0-1,-1-1 1,1 1 0,-1 0 0,1 0-1,0 0 1,0 0 0,0 0 0,0 0-1,1 0 1,-1 0 0,1 1-36,0 8 132,-1-9-117,-1-1 0,1 1 0,0 0 0,1 0-1,-1-1 1,0 1 0,1-1 0,0 1 0,-1 0 0,1-1 0,0 1 0,0-1 0,1 1-1,-1-1 1,0 0 0,1 0 0,-1 1 0,1-1 0,0 0 0,0 0 0,0-1 0,0 1 0,1 1-15,2-1 10,0 0 1,1 0 0,-1 0 0,0-1 0,1 1 0,-1-1 0,1-1 0,-1 1 0,1-1 0,0 0 0,1 0-11,-2 0 5,0 0 0,0-1 1,0 1-1,0-1 0,0 0 1,0 0-1,0 0 0,0-1 1,-1 0-1,1 0 0,0 0 1,-1 0-1,0-1 0,1 0 1,-1 0-1,0 0 0,0 0 1,-1-1-1,1 1 0,-1-1 1,0 0-1,0 0 0,0 0 1,0 0-1,-1-1 0,1 0-5,1-6 28,0 1 0,-1-1 0,0 0-1,-1 0 1,0 0 0,0 0 0,-1 0-1,-1 0 1,0-1 0,0 1 0,-2-6-28,1 12 31,0 0 1,-1 1-1,1-1 1,-1 1-1,0-1 1,0 1-1,-1 0 1,1 0 0,-1 0-1,0 0 1,-3-3-32,-13-20-2953,18 26 154,3 1-1198,13 0 3299,-10 0 701,-1 1 0,0-1 0,0 1 0,0 0 0,0 0 0,0 1-1,0-1 1,0 1 0,-1 0 0,1 0 0,0 0 0,-1 0 0,0 1 0,1-1-1,-1 1 1,2 2-3,8 9 509,0 0 0,-1 1-1,3 7-508,-8-11 278,0-1-1,1 0 1,0-1-1,0 1 1,1-1-1,1-1 0,2 2-277,-7-7 112,0 0-1,0-1 1,0 0-1,0 0 0,1-1 1,-1 0-1,0 1 1,1-2-1,-1 1 1,1-1-1,-1 1 0,1-2 1,-1 1-1,1-1 1,-1 1-1,1-1 0,-1-1 1,0 1-1,0-1 1,1 0-1,-1 0 0,0-1 1,-1 1-1,1-1 1,0 0-1,-1 0 0,0-1 1,1 1-1,-1-1 1,-1 0-1,2-1-111,0 0 144,1-1-1,-1-1 1,0 1-1,0-1 1,0 1 0,-1-1-1,0-1 1,-1 1-1,0 0 1,0-1 0,0 0-1,-1 0 1,0 0-1,0 0 1,-1 0-1,0 0 1,-1 0 0,0 0-1,0 0 1,-2-8-144,2 14-6,-1 1-1,0-1 1,0 1 0,0 0 0,0-1 0,0 1 0,-1 0 0,1 0-1,0-1 1,-1 1 0,1 0 0,0 0 0,-1 1 0,1-1-1,-1 0 1,0 0 0,1 1 0,-1-1 0,1 1 0,-1-1 0,0 1-1,0 0 1,1-1 0,-1 1 0,0 0 0,1 0 0,-1 1-1,-1-1 7,-49 4-1236,11 8-1443,3 5-2375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3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48 8970,'0'0'3155,"0"0"-398,0 0-501,0 0-377,0 0-245,0 0-398,-6-7-417,-20-24-243,25 30-524,0 1 0,1-1 0,-1 0 0,0 0 0,0 1 0,0-1 0,1 0 0,-1 1 0,0-1 0,0 1 0,0-1 0,0 1 0,0 0 0,0-1 0,0 1 0,0 0 0,0 0 0,0-1 0,0 1 0,0 0 0,0 0 0,0 0 0,0 0 0,-1 1 0,1-1 0,0 0 0,0 0 0,0 1 0,0-1 0,0 0 0,0 1 0,1-1 0,-1 1 0,0-1 0,0 1 0,0 0 0,0 0-52,-23 27 778,22-24-627,-4 4-70,1 0-1,1 0 1,-1 1-1,1 0 1,0 0 0,1 0-1,0 0 1,1 1-1,0-1 1,0 1 0,1-1-1,0 1 1,1 0 0,0-1-1,1 1 1,0 0-1,0-1 1,1 2-81,5 16 73,2-1-1,0 0 1,1 0-1,2-1 1,11 17-73,9 21 68,-2 2 1,-3 1 0,13 49-69,-27-66 47,-2 1 0,-2 1 0,-2-1 0,-2 1 0,-3 28-47,-2-43 213,-1-1 0,-2 0-1,-2 4-212,3-27 68,-1-1 1,0 1-1,0-1 0,-2 1 0,1-1 0,-1 0 1,0-1-1,-1 1 0,-1-1 0,0 0 0,-1 0-68,-18 9-232,24-18 9,0 0 0,0 0 0,0 0 0,0 1 0,0-1 0,0 0 0,0 1 0,0-1-1,1 1 1,-1 0 0,1 0 0,-1 0 0,1-1 0,-1 3 223,-8 16-4588,3 2-2676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3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66 12699,'0'0'1865,"0"0"-796,0 0 519,-4 21-316,-2 6-947,2-15-159,2 0 1,-1 0 0,2 0-1,0 0 1,0 1 0,1-1-1,1 8-166,-1-18 60,0-1 0,1 1 0,-1-1 0,1 1 0,0-1 0,-1 0 0,1 1 0,0-1-1,0 0 1,0 1 0,0-1 0,0 0 0,0 0 0,0 0 0,0 0 0,1 0 0,-1 0 0,0 0-1,1 0 1,-1 0 0,1 0 0,-1-1 0,0 1 0,1-1 0,-1 1 0,1-1 0,0 0 0,-1 1 0,1-1-1,-1 0 1,1 0 0,1 0-60,4 0 94,0 0 0,-1 0-1,1 0 1,0-1 0,0 0-1,0 0 1,3-1-94,-1-2 173,1-1 1,-1 1-1,0-2 0,0 1 1,-1-1-1,1 0 0,-1-1 1,-1 0-1,1 0 1,-1-1-1,-1 0 0,1 0 1,-1 0-1,-1-1 0,0 0 1,0 0-1,0 0 0,-1-1 1,-1 0-1,0 1 1,0-1-1,-1-1 0,0 1 1,0 0-1,-1-8-173,-1 17 17,0-1-1,0 1 1,-1 0-1,1-1 1,0 1-1,-1 0 1,1 0-1,-1-1 1,1 1-1,-1 0 1,1 0-1,-1 0 1,0 0-1,0 0 1,0 0 0,0 0-1,1 0 1,-1 0-1,0 0 1,-1 0-1,1 1 1,0-1-1,0 0 1,0 1-1,0-1 1,0 1-1,-1-1 1,1 1-1,0-1 1,-1 1-1,1 0 1,0 0 0,-1 0-17,-53-2-2101,37 3-259,-9-1-4164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4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21 11666,'0'0'3919,"0"0"-1469,0 0-31,0 0-780,0 0-766,0 0-353,-23 2-41,-78 13 149,93-12-540,1 0 0,0 0-1,-1 0 1,1 1 0,1 0 0,-1 1-1,1 0 1,-1 0 0,1 0 0,1 1-1,-1-1 1,1 1 0,0 1 0,0-1-1,1 1 1,0 0 0,-3 6-88,4-9 51,-2 4 33,1 0-1,0 1 1,1-1-1,-1 1 1,2-1 0,-1 1-1,1 0 1,1 0-1,-1 5-83,1-11 7,1-1-1,0 0 1,0 1-1,0-1 0,0 0 1,0 1-1,1-1 1,-1 0-1,1 0 1,0 1-1,-1-1 0,1 0 1,0 0-1,0 0 1,0 0-1,1 0 1,-1 0-1,0 0 0,1 0 1,-1 0-1,1-1 1,0 1-1,-1-1 1,1 1-1,0-1 0,0 0 1,0 1-1,0-1 1,0 0-1,0 0 0,0-1 1,1 1-1,-1 0 1,0-1-1,0 1 1,1-1-1,-1 0 0,2 0-6,4 1-25,0 0 0,0-1-1,0 0 1,0 0 0,-1-1-1,1 0 1,0-1 0,0 1-1,0-1 1,-1-1 0,1 0-1,-1 0 1,0 0 0,1-1-1,-2 0 1,1-1 0,0 1-1,-1-1 1,0 0 0,0-1-1,-1 0 1,1 1 0,-1-2-1,0 1 1,-1-1 0,0 1-1,0-1 1,0-1 0,-1 1-1,0 0 1,0-1 0,-1 1-1,0-1 1,0 0 0,-1 0-1,0 0 1,0-4 25,0-104 928,0 137-728,0-1 0,2 0 0,0 1 0,1-1 0,1 0 0,5 13-200,-4-17-339,1-1 1,1 1 0,6 10 338,-7-16-1266,0 0 0,0 0 0,1-1 1,0 0-1,5 4 1266,7 3-11841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5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5009,'0'0'8905,"0"0"-5247,0 0-1338,0 0-390,0 0-804,26 3-384,9 2-506,0 0 65,0-2 0,0-2 0,14-1-301,-36 0 48,1-1-1,-1-1 1,1 0-1,-1-1 1,1 0-1,-1-1 1,0 0-1,0-1 1,-1-1-1,0 0 1,0 0-1,0-1 1,-1-1-1,0 0 0,4-4-47,-14 11 20,1 0 0,-1 0 0,0 0 0,1 0-1,-1-1 1,0 1 0,0 0 0,0-1 0,0 1-1,0-1 1,0 1 0,-1-1 0,1 1-1,0-1 1,-1 0 0,1 1 0,-1-1 0,1 0-1,-1 1 1,0-1 0,0 0 0,0 1 0,0-1-1,0 0 1,0 0 0,-1 1 0,1-1 0,0 0-1,-1 1 1,1-1 0,-1 0-20,-1 0 23,1 0 0,-1 1 0,0-1 0,0 0 0,0 1 0,0-1 0,0 1 0,0-1 0,0 1 0,-1 0 0,1 0 0,0 0 0,-1 0 0,1 0 0,-1 1 0,1-1 0,-1 1 0,1 0 0,-1-1 0,0 1-23,-9-1 55,0 0 0,1 1-1,-1 1 1,0 0 0,0 0 0,1 1 0,-1 0 0,1 1-1,-10 4-54,13-4 5,1 1 0,0 0 0,0 1-1,0-1 1,1 2 0,-1-1 0,1 0 0,1 1-1,-1 0 1,1 1 0,0-1 0,0 1-1,1 0 1,-3 6-5,-3 5 15,1 2 0,2-1 0,0 1 0,0 0 0,2 1 0,1-1 0,0 1 0,2 0 0,0 0 0,1 0 1,2 9-16,-1-24 21,0 0 1,0-1-1,1 1 1,0 0 0,0-1-1,1 1 1,-1-1-1,1 0 1,0 1 0,1-1-1,-1 0 1,1 0 0,0 0-1,0-1 1,0 1-1,1-1 1,0 0 0,0 1-22,2 0 24,0-1-1,0 0 1,0-1 0,1 1 0,-1-1 0,1 0 0,0-1-1,-1 1 1,1-1 0,0-1 0,1 1 0,-1-1-1,0-1 1,1 1-24,11 0-11,-1-1 0,1 0 0,-1-2 0,0 0 0,1-1 0,-1 0 0,-1-2 0,1 0 0,0-1 0,-1-1 0,14-8 11,-10 4-1427,0-2-1,-1 0 1,-1-2-1,0 0 0,10-12 1428,6-9-7905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5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16396,'0'0'4761,"0"0"-3009,0 0 88,0 0-1096,0 0-431,-172 58-193,129-36-104,8-6-8,11-3-8,10-4-160,14-6-889,0-1-1711,22-2-4970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6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14595,'0'0'2589,"0"0"-962,0 0-134,0 0-746,27-5-500,89-14-150,-113 18-57,0 1 1,0-1-1,0 1 0,0 0 0,0-1 1,-1 1-1,1 0 0,0 1 0,0-1 1,0 1-1,0-1 0,0 1 0,0 0 1,-1 0-1,1 0 0,0 0 0,-1 0 0,1 1 1,-1-1-1,1 1 0,-1 0 0,0 0 1,1 0-1,-1 0 0,0 0 0,0 0 1,-1 0-1,1 1 0,0-1 0,-1 1 1,1-1-1,-1 1 0,0 0 0,0-1 0,0 1 1,0 0-41,0 6 262,1-1 0,-2 1 0,1 0 1,-1-1-1,-1 1 0,1 0 1,-1-1-1,-1 1 0,-1 5-262,-3 4 153,-1 0 0,-1-1 0,0 0 1,-1 0-1,-1-1 0,-11 13-153,-31 58 162,48-79-105,0 1-1,1 0 1,0 0 0,0 0-1,1 0 1,0 0 0,1 0-1,0 1 1,0 3-57,3-12 37,-1 0 0,0 0-1,1 0 1,-1 0 0,1 0 0,0-1-1,-1 1 1,1 0 0,-1-1 0,1 0-1,0 1 1,0-1 0,-1 0 0,1 0-1,0 0 1,0 0 0,-1 0 0,1 0 0,0 0-1,-1-1 1,1 1-37,3 0 68,23-1-72,-1-2-1,0 0 1,0-2-1,0-1 1,3-2 4,39-12-5753,-61 17 4492,14-4-7623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6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10474,'0'0'5689,"0"0"-3032,0 0-1401,0 0 105,0 0 535,0 0-296,0 0-191,166 121-673,-131-89-336,-2-8-256,-9-3-96,-5-4-48,-6-5-56,-8-2-640,-5-7-1225,0-3-3016,0 0-4913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6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16860,'0'0'4072,"0"0"-3151,0 0 1775,0 0-1167,-91 165-649,56-100-192,0-5-200,5-7-328,11-7-112,6-12-48,10-5-424,3-2-728,0-8-1393,16-7-3528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7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250 370 13659,'0'0'3747,"0"0"-937,0 0-398,0 0-968,-24-1-781,-6 1-421,0 1 1,-12 2-243,38-2 33,0 0 0,0 0 0,0 0 0,0 1-1,0-1 1,0 1 0,0 0 0,1 1 0,-1-1 0,1 0 0,0 1-1,-1 0 1,1 0 0,0 0 0,0 0 0,1 0 0,-1 1-33,-3 5 89,0 1 1,1 0 0,0 0 0,-4 10-90,5-8 81,-2 1-3,2 1-1,0 0 1,0 1 0,1-1-1,1 1 1,0-1 0,2 1-1,-1 4-77,1-17 4,0 0 0,1 0 0,-1 1 0,0-1 0,1 0 0,-1 0-1,1 0 1,0 0 0,-1 0 0,1 0 0,0 0 0,0 0 0,1 0 0,-1-1-1,0 1 1,0 0 0,1-1 0,-1 1 0,1-1 0,0 1 0,-1-1 0,1 0-1,0 1-3,3 0 8,0 1 0,0-1 0,0 0 1,0 0-1,0-1 0,1 0 0,-1 0 0,0 0 0,6 0-8,1 0 8,0-1 0,0 0 1,0-1-1,0-1 0,0 0 1,-1 0-1,1-1 0,-1 0 0,3-2-8,-7 2 5,0-1-1,-1 0 0,1 0 0,-1-1 0,0 0 0,0 0 1,0 0-1,-1-1 0,0 1 0,0-1 0,0-1 0,-1 1 0,0-1 1,0 0-1,-1 1 0,1-2 0,-2 1 0,1 0 0,-1-1 0,1-3-4,2-17 17,-1-1 0,-1 0 0,-1 0-1,-2-25-16,-1 31 13,-1-30 295,-4-1 1,-1 1-1,-9-26-308,-3-24 1412,29 172-833,0 6-704,3 0-1,21 65 126,-31-130-328,1-1 0,1 1 0,-1-1 1,1 0-1,1 0 0,4 5 328,25 24-8561,-5-17-8791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7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17612,'0'0'2111,"0"0"311,0 0-372,0 0-1341,0 0-373,0 0 400,20 29-64,6 8-451,19 29 749,15 33-970,-33-49 434,-19-32-402,1 0 0,1 0 0,1-1 0,0-1 1,2 0-1,-1 0 0,2-1 0,2 1-32,-4-10-1162,-8-9-2949,-1-9-2510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17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 18052,'0'0'2648,"0"0"-1039,0 0 255,0 0-1264,0 0 80,-113 128 521,70-68-569,-2-2-400,4-5-232,9-4-48,2 6-800,9-11-1577,8-13-3832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2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13395,'0'0'2550,"0"0"-603,0 0 448,0 0-577,0 0-411,0 0-39,6 1-126,238 13 1254,-242-14-2588,-1 0-1,0 0 0,0 0 1,1 0-1,-1 0 1,0 1-1,0-1 1,1 0-1,-1 1 1,0-1-1,0 1 1,0-1-1,1 1 1,-1 0-1,0-1 0,0 1 1,0 0-1,0 0 1,0 0-1,0 0 1,0-1-1,-1 2 1,1-1-1,0 0 93,-1 0-465,1 0 0,-1 1-1,0-1 1,1 0 0,-1 1 0,0-1 0,0 0-1,0 1 1,0-1 0,0 0 0,-1 0-1,1 1 1,0-1 0,-1 0 0,1 0-1,0 1 466,-7 10-7615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25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14915,'0'0'2033,"0"0"647,0 0-583,0 0-1369,0 0-320,145 5 8,-113-5-248,-5-5-104,-3 3-64,-5 2-48,0-3-624,-6 3-3241,-2-2-6425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2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13779,'0'0'2607,"0"0"94,0 0 522,0 0-1739,0 0-893,0 0 60,7 21 115,78 324 925,-84-340-1678,5 23 67,1 1-1,1-1 1,2 0-1,10 21-79,-17-42 12,0-1 0,1-1 0,-1 1 0,1 0 0,0-1 0,0 0 0,1 1 0,-1-2 0,1 1 0,0-1 0,1 1 0,-1-1 0,1-1 0,0 1 0,0-1 0,0 0 0,0 0 0,0-1 0,1 0-1,-1 0 1,1 0 0,-1-1 0,5 0-12,-2 0 11,1 0-1,0-1 0,0 0 0,0 0 0,-1-1 0,1-1 0,0 0 1,7-2-11,-13 2-144,0 0 0,1 0 0,-2-1 0,1 1 0,0-1 1,0 0-1,-1 0 0,0 0 0,1 0 0,-1-1 1,0 1-1,-1-1 0,1 0 0,-1 1 0,1-2 0,-1 1 1,0 0-1,-1 0 0,1 0 0,0-5 144,22-92-8195,-16 52 736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26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9602,'0'0'5857,"0"0"-2728,0 0 1152,0 0-3033,0 0-512,0 0 169,0 0-9,57 92-224,-44-46-352,-5-5-200,3-5-104,0-9-16,5-13-560,0-9-1641,-3-5-4376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26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42 16291,'0'0'2388,"0"0"-629,0 0 1203,0 0-1385,1 23-826,3 141 268,-7-194-980,0 13-34,2-1-1,0 0 0,0 0 0,2 1 0,0-1 1,4-14-5,-5 29-2,1 0 1,1-1 0,-1 1 0,0 0 0,1 0-1,-1-1 1,1 1 0,0 0 0,0 1-1,0-1 1,1 0 0,-1 1 0,1-1 0,-1 1-1,3-2 2,-1 2 0,0 0 0,0 0 0,-1 1 0,1 0 0,0-1 0,0 1-1,1 1 1,-1-1 0,0 0 0,0 1 0,0 0 0,0 0-1,1 1 1,-1-1 0,0 1 0,2 0 0,-2 0 1,0 0 0,0 1-1,0 0 1,0 0 0,0 0 0,0 0 0,0 0-1,-1 1 1,1 0 0,-1 0 0,0 0-1,0 0 1,0 0 0,0 1 0,0-1 0,-1 1-1,0-1 1,1 1 0,-2 0 0,1 0-1,0 0 1,-1 1 0,1-1 0,-1 0 0,0 0-1,0 4 0,3 15 5,-1 0 0,-1 0-1,0 1 1,-2 8-5,0-15 1,1-13-1,0 0 1,-1 0-1,0 0 1,0 0 0,0 1-1,0-1 1,-1 0-1,1 0 1,-1 0-1,0 0 1,0-1-1,-1 1 1,0 1-1,-2-3 2,3-12 2,2-4-1,0-1 0,1 0 0,0 1-1,2-1 1,0 1 0,0 0 0,1 0-1,1 0 1,0 1 0,1 0 0,1 0-1,-1 1 1,2-1 0,0 2 0,1-1-1,0 1 1,7-6-3,-15 16 6,0-1 1,0 0-1,0 0 0,0 1 1,1-1-1,-1 1 1,0 0-1,1 0 0,-1 0 1,0 0-1,1 0 0,0 0 1,-1 1-1,1-1 0,-1 1 1,1 0-1,0-1 0,-1 1 1,1 1-1,0-1 1,-1 0-1,1 1 0,1-1-6,-1 2 4,-1 0-1,1-1 1,-1 1-1,0 0 0,1 0 1,-1 1-1,0-1 1,0 0-1,-1 1 1,1-1-1,0 1 0,-1-1 1,1 1-1,-1 0 1,0 0-1,0-1 1,0 3-4,5 16 2,-1 0 0,-2 0 1,0 1-1,-1 0 1,-1 3-3,-1-18 2,12 78-430,4-30-3501,-3-22-3685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27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20 12259,'0'0'2595,"0"0"29,0 0 54,0 0-1011,0 0-426,-27-5-168,27 5-1073,-29-5 360,1 0-1,-29 0-359,54 5 29,0 1 0,0-1 0,0 1 0,0 0 0,0 0 0,0 0 0,0 0-1,0 0 1,1 1 0,-1-1 0,0 1 0,1 0 0,-1 0 0,1 0 0,0 0 0,-1 0 0,1 0 0,0 1 0,0-1 0,1 1 0,-1-1 0,0 1-1,1 0 1,0-1 0,-1 1 0,1 0 0,0 0 0,1 0 0,-1 0 0,0 0 0,1 0 0,-1 3-29,-1 2 86,-1 4-19,0 1-1,1-1 1,0 0-1,1 1 1,0-1-1,1 1 1,1 0-1,0-1 1,0 1-1,1-1 1,1 0-1,1 4-66,-2-10 7,1 1 0,0 0-1,0-1 1,1 1-1,0-1 1,0 0-1,0 0 1,1-1 0,-1 1-1,1-1 1,1 0-1,-1 0 1,1-1-1,0 1 1,0-1 0,0-1-1,0 1 1,1-1-1,0 0 1,-1 0-1,6 0-6,-6-1-23,1 0-1,-1 0 0,1-1 0,-1 0 0,1 0 0,0 0 0,-1-1 1,1 0-1,-1-1 0,1 1 0,0-1 0,-1-1 0,1 1 0,-1-1 1,0 0-1,1-1 24,-2 1-30,0-1 0,0-1 0,-1 1 0,1 0 0,-1-1 0,0 0 0,0 0 0,0-1 0,0 1 1,-1-1-1,0 0 0,0 1 0,0-2 0,0 1 0,-1 0 0,0 0 0,0-1 0,0-2 30,4-17 74,-2 1-1,-1 0 1,-1-1-1,-1 1 0,-1-1 1,-1 0-74,1-12 997,10 62-660,-3-11-339,61 184 111,-67-197-175,-1 1 1,1 0-1,0 0 1,-1-1-1,1 1 1,0-1-1,0 1 0,0 0 1,0-1-1,0 0 1,0 1-1,1-1 0,-1 0 1,0 1-1,1-1 1,-1 0-1,1 0 1,-1 0-1,1 0 0,-1-1 1,1 1-1,0 0 1,-1-1-1,1 1 1,0-1-1,0 1 0,-1-1 1,1 0-1,0 0 66,1 0-520,0 0 0,0-1-1,0 1 1,-1-1 0,1 0-1,0 0 1,-1 0 0,1 0-1,0-1 1,-1 1 0,0 0-1,3-3 521,22-20-9778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27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17804,'0'0'3849,"0"0"-2105,0 0 136,0 0-1303,140 0-305,-87 0-112,4-2-88,-6-1-72,-5-4-512,-6 0-1049,-8-8-1375,-8 1-1009,-13-3-5609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28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16107,'0'0'3029,"0"0"-235,0 0-301,0 0-1102,0 0-534,0 0-277,6 0-173,26 3-276,0 1 1,-1 1-1,0 2 1,0 1 0,-1 2-1,0 1 1,0 1-1,11 7-131,-38-17 0,0-1 0,0 1 0,0 0 0,-1 0 0,1 0 0,0 1 0,-1-1 0,1 1 0,-1-1 0,0 1 0,0 0 0,0 0 0,0 0 0,0 0 0,-1 0 0,1 0 0,-1 0 0,0 0 0,0 1 0,0-1 0,0 1 0,-1-1 0,1 1 0,-1-1 0,0 1 0,0 0 6,-1 1 0,0-1 1,0 0-1,0 1 0,-1-1 1,0 0-1,1 0 0,-2 1 1,1-2-1,0 1 0,-1 0 1,1 0-1,-1-1 0,0 1 1,0-1-1,-1 0 0,1 0 1,-2 1-8,-21 14 43,20-14-88,0 0-1,0 0 1,0 0-1,0 1 1,1 0-1,0 0 0,0 1 1,-4 4 46,12-7-3001,7-6 1960,3-4-220,-1 1 0,-1-2 0,0 1 0,0-2 1,6-5 1260,21-21-5968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28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6 107 3449,'0'0'10686,"0"0"-6921,0 0-2114,0 0 21,0 0-422,-1 26-89,-2 82-98,2-104-1010,1-1-1,0 1 1,0 0-1,0-1 1,1 1-1,-1-1 1,1 1-1,0-1 1,0 0-1,0 1 1,0-1-1,1 0 1,-1 0-1,1 1 1,0-1-1,0 0 1,0-1-1,0 1 1,0 0-1,1-1 1,-1 1-1,1-1 1,0 0-1,0 0 1,0 0-1,0 0 1,0 0-1,0 0 1,0-1-1,1 0 1,-1 0-1,0 0 1,1 0-1,-1 0 1,3 0-53,3 0 38,0-1 0,0 1 0,0-2 1,0 1-1,-1-1 0,1 0 0,0-1 1,0 0-1,-1 0 0,0-1 0,1 0 1,3-3-39,-3 1 3,0-2-1,0 1 1,-1-1 0,0 0 0,0-1 0,-1 0-1,0 0 1,0 0 0,-1-1 0,0 0 0,1-2-3,-3 4-207,0 0 0,-1 1 0,0-2 0,0 1 1,0 0-1,-1-1 0,0 1 0,0-1 0,-1 0 0,0 1 1,0-1-1,-1 0 0,0 0 0,-1 0 0,0-7 207,0 15-208,1-1 0,0 0-1,0 1 1,-1-1 0,1 1-1,0 0 1,-1-1 0,1 1-1,0-1 1,-1 1 0,1-1-1,0 1 1,-1 0 0,1-1-1,-1 1 1,1 0 0,-1 0-1,1-1 1,-1 1 0,1 0-1,-1 0 1,0 0 0,1-1-1,-1 1 1,1 0 0,-1 0-1,1 0 1,-1 0 0,1 0 0,-1 0-1,0 0 1,1 0 0,-1 1 208,-1-1-962,-9 0-7930</inkml:trace>
  <inkml:trace contextRef="#ctx0" brushRef="#br0" timeOffset="1">291 192 6913,'0'0'6002,"0"0"-2328,0 0-251,0 0-1118,24 8-650,83 25-390,-101-32-1199,0 0 0,-1-1 0,1 1-1,0-1 1,-1 0 0,1 0 0,0-1 0,0 0-1,-1 0 1,1 0 0,-1 0 0,1-1-1,-1 0 1,0 0 0,5-3-66,-1-1 59,1 0 1,-2-1-1,1-1 1,-1 1-1,0-1 0,0-1-59,-3 4 69,0-1-1,-1 1 1,0-1-1,0-1 1,-1 1 0,0 0-1,0-1 1,0 0-1,-1 1 1,0-1-1,0 0 1,0 0-1,-1 0 1,0-1-1,-1-5-68,0 11 12,0-1 0,0 0 0,0 1 0,-1-1-1,0 1 1,1-1 0,-1 1 0,0-1 0,0 1 0,0-1-1,0 1 1,-1 0 0,1 0 0,0 0 0,-1-1-1,0 1 1,1 1 0,-2-2-12,0 1-23,0 0 1,1 1-1,-1-1 0,0 1 0,0 0 0,0 0 1,-1 0-1,1 0 0,0 1 0,0-1 1,0 1-1,0 0 0,-1-1 0,1 2 1,0-1-1,0 0 0,-1 1 0,-1 0 23,2-1-243,0 1 0,0 0 0,-1 0 0,1 0 1,0 0-1,0 1 0,0-1 0,0 1 0,0 0 0,-2 1 243,-14 15-4744,2 5-6860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39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1 15779,'0'0'4665,"0"0"-3592,0 0 935,0 0-800,-145 60-696,94-36-40,0-2-79,8-3-81,8-6-176,14-6-88,13-5-16,8-2-32,2 0-608,23-5-2009,4-7-3488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39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17 149 15771,'0'0'2105,"0"0"490,0 0-386,-1-22-795,-1-10-796,-1-63 3195,22 335-3683,-17-179-126,-1-32-192,0 1-1,-2 0 1,-3 18 188,3-44-512,0-1 0,0 1 1,-1 0-1,1 0 0,-1-1 0,0 1 0,0-1 1,0 1-1,-2 1 512,-6 8-5836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0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16468,'0'0'2360,"0"0"225,0 0-1129,0 0-1032,174-44-304,-125 30-72,-6 1-48,8 4 0,-14 2-1064,-7-1-3529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0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55 15971,'0'0'3266,"0"0"-1933,0 0-288,0 0-373,0 0-421,0 0-157,25-11-48,75-29-31,-99 39-14,0 1 0,0-1-1,0 1 1,1 0 0,-1-1 0,0 1 0,0 0 0,0 0 0,0 0 0,0 0-1,0 0 1,1 0 0,-1 0 0,0 0 0,0 0 0,0 0 0,0 1 0,0-1 0,0 0-1,0 1 1,0-1 0,1 1 0,-2-1 0,1 1 0,0 0 0,0-1 0,0 1-1,0 0 1,0 0 0,0 0 0,0 0-1,3 27 80,-4-21-43,1 8 64,-1 1 0,0-1-1,-1 1 1,-1-1 0,0 0 0,-1 0 0,-1 0 0,-1 0 0,0-1 0,-1 3-101,-4 3 213,0 0 0,-2-1 0,0 0 0,-1 0 0,-1-2 0,-11 11-213,-14 11 740,-1-1 0,-11 4-740,-19 18 754,106-55-313,39 0-249,1-3-1,0-3 1,14-5-192,-85 5-35,0 0 0,1 0-1,-1 0 1,0-1 0,0 1 0,0-1 0,0 0-1,0-1 1,0 1 0,-1-1 0,1 0-1,-1 0 1,0-1 0,2-1 35,4-5-993,-1-1 0,0-1 0,-1 1 0,5-10 993,-9 15-595,23-39-6604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0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17364,'0'0'1893,"0"0"-116,0 0 94,0 0-700,0 0-200,28 6-74,93 20-335,-108-23-472,0-1 1,1 0-1,-1 0 1,1-1-1,-1-1 1,1 0-1,0-1 1,10-3-91,-22 4 6,0-1 0,-1 0 1,1 0-1,0 0 0,0 0 0,0 0 1,0 0-1,-1 0 0,1-1 0,-1 1 1,1-1-1,-1 1 0,1-1 0,-1 0 1,0 1-1,0-1 0,0 0 0,0 0 1,0 0-1,0 0 0,0 0-6,-1 1 3,1 0-1,-1 0 1,1 0-1,-1 0 0,0 0 1,1-1-1,-1 1 1,0 0-1,0 0 1,0 0-1,0 0 1,0 0-1,0 0 1,0-1-1,0 1 1,0 0-1,0 0 1,-1 0-1,1 0 1,0 0-1,-1 0 0,1 0 1,-1 0-1,0 0 1,1 0-1,-1 0 1,1 0-1,-1 0 1,0 0-1,0 0 1,0 1-1,0-1 1,1 0-1,-1 0 1,0 1-1,0-1 1,-1 1-3,-4-3-6,0 2 1,0-1 0,0 1 0,0 0 0,0 0 0,-1 0 0,1 1 0,0 0 0,-1 0-1,1 1 1,0 0 0,0 0 0,0 0 0,-1 1 0,1 0 0,1 0 0,-1 1 0,0-1 0,1 1-1,-1 0 1,1 1 0,0 0 0,0-1 0,0 1 0,0 1 0,1-1 0,0 1 0,0 0-1,-1 1 7,-5 10-5,0-1 0,2 1 0,0 1 0,1-1 0,0 1 0,2 0 0,0 1 1,1-1-1,-2 15 4,2 3 0,1 0 0,2 0 1,1 0-1,4 20 0,-4-49 3,1-1 1,0 1-1,0-1 0,0 1 0,1-1 0,-1 1 1,1-1-1,1 0 0,-1 0 0,1 0 0,0 0 0,0 0 1,0-1-1,1 1 0,0-1 0,-1 0 0,2 0 1,2 2-4,-1-2 21,1 0 1,0 0 0,0-1-1,0 0 1,0 0 0,0 0-1,0-1 1,1 0 0,-1-1-1,1 0 1,0 0 0,6 0-22,1-1-37,0-1 1,0 0 0,0-1 0,0-1 0,0 0-1,-1-1 1,0 0 0,0-1 0,0-1 0,0 0-1,-1-1 1,0-1 0,0 0 0,3-3 36,1-4-1352,0-2 1,-1 1-1,0-2 0,1-4 1352,12-22-5320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2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15859,'0'0'2769,"0"0"-721,0 0 169,0 0-1233,0 0-208,155 70-168,-122-39-296,-4 0-168,-5-2-95,-2-4-41,-3-9-8,-6-3-89,-5-11-767,0-2-1256,-5-17-945,0-7-6033</inkml:trace>
  <inkml:trace contextRef="#ctx0" brushRef="#br0" timeOffset="1">331 0 8122,'0'0'9546,"0"0"-8530,0 0 56,0 0 489,-54 128-321,17-67-144,-4 2-424,1-3-408,3-9-184,-12 4-80,14-14-1120,3-9-4441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3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5657,'0'0'3829,"0"0"-1254,0 0-153,0 0-500,0 0-570,0 0-352,-9 2-13,8-2-964,-3 1 53,0 0 0,0 0 1,0 0-1,0 0 0,1 1 0,-1-1 1,0 1-1,1 0 0,-1 0 1,1 0-1,0 1 0,0-1 0,0 1 1,0-1-1,0 1 0,0 0 1,1 1-1,0-1 0,-1 0 1,1 1-77,-21 43 321,2 0 1,1 2 0,3 1 0,2 0 0,-6 45-322,-2 34 334,-2 92-334,6 68 230,18-217-145,3 0 0,11 70-85,-9-121 8,1-1 0,1 0-1,0-1 1,2 0 0,0 0 0,1 0 0,1-1 0,1 0 0,0-1 0,1 0 0,1-1-1,1 0 1,2 0-8,30 29-361,2-3-1,3-1 1,20 10 361,-30-20-583,112 79-3782,-8-15-3627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4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9034,'0'0'3705,"0"0"-1637,0 0-714,0 0-771,0 0-403,0 0-72,0 30 5026,2-10-4868,1 0 1,1-1-1,0 0 0,2 1 0,0-2 0,1 1 1,7 10-267,10 33 221,24 83 85,-6 1 1,3 49-307,-28-101 201,-4 1 0,-5 0 0,-3 1 0,-5 23-201,-4-66 149,-1 0 0,-3-1 0,-3 1 1,-1-2-1,-3 0 0,-2 0 0,-3 2-149,-15 24 246,-2-1 0,-4-1-1,-4-3 1,-5 2-246,2-5 16,-82 125-524,124-182-442,5-10-6316,1-2 554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5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0 233 3809,'0'0'753,"0"0"-178,0 0 16,1-21-424,1-67-458,-1 80 210,-1 1 0,1 0 1,0 0-1,1 0 0,0 0 0,0 0 1,0 0-1,1 0 0,0 0 1,2-1 80,4-12 5429,-5-5 10607,1 193-15194,7 0 1,9 12-843,64 334 988,-72-442-1015,8 94 376,-7 0 0,-7 1 1,-8 17-350,1-165 4,-5 23-4426,2-19-2499,0 1-4366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6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 13659,'0'0'2730,"0"0"-31,0 0-466,0 0-977,0 0-632,0 0-369,-4 6-191,-45 73 2280,-39 47-2344,-23 36 423,108-159-102,-7 11-1996,10-14 1546,-1 0-1,1 0 1,0 0 0,0-1-1,-1 1 1,1 0 0,0 0-1,-1 0 1,1-1 0,0 1-1,0 0 1,-1 0 0,1-1-1,0 1 1,0 0-1,0 0 1,-1-1 0,1 1-1,0 0 1,0-1 0,0 1-1,0 0 1,0-1 0,-1 1-1,1 0 1,0-1 0,0 1-1,0 0 1,0-1-1,0 1 1,0 0 0,0-1-1,0 1 1,0 0 0,1-1-1,-1 1 1,0 0 0,0-1-1,0 1 1,0 0 0,0-1-1,1 1 1,-1 0-1,0 0 130,0-23-6366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7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7578,'0'0'8449,"0"0"-7016,0 0 103,0 0-16,0 0 169,0 0-513,145 126-408,-110-85-376,-6-2-232,-2-1-152,0-4 8,-5-2-16,-1-3-144,-2-3-928,5 3-1040,-2-7-1681,-4-8-2969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7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15307,'0'0'1785,"0"0"-465,0 0-392,0 0-336,0 0-344,0 0-184,156 2-64,-124-2-1088,-10 0-1672,-9 0-5266</inkml:trace>
  <inkml:trace contextRef="#ctx0" brushRef="#br0" timeOffset="1">46 146 13035,'0'0'1712,"0"0"1353,0 0-1177,0 0-471,0 0-201,0 0-608,0 0-448,116 14-160,-79-19-408,14-14-1369,-10 2-943,-7 0-5266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7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73 15283,'0'0'1759,"0"0"-93,0 0-195,0 0-421,12 22-370,42 66-60,-52-86-591,1 1-1,-1-1 1,1 0 0,0 1 0,-1-1 0,1 0 0,0-1 0,0 1-1,1 0 1,-1-1 0,0 0 0,0 0 0,1 0 0,-1 0-1,1 0 1,-1-1 0,0 1 0,1-1 0,-1 0 0,1 0-1,-1 0 1,1-1 0,-1 1 0,1-1 0,-1 0 0,1 0-1,-1 0 1,0 0 0,0-1 0,0 1 0,0-1 0,0 0 0,0 0-1,0 0 1,0 0 0,-1 0 0,1-1 0,-1 1 0,1-1-1,0-1-28,1-4 46,0 0 0,0 0-1,-1-1 1,0 0-1,0 0 1,-1 1 0,0-1-1,-1-1 1,0 1-1,0 0 1,-1 0 0,0 0-1,0 0 1,-1-1 0,-2-6-46,2 14 18,1 1 1,-1-1 0,0 1 0,0-1 0,1 1 0,-1 0 0,0-1 0,0 1 0,0 0 0,-1-1 0,1 1 0,0 0 0,0 0-1,-1 0 1,1 0 0,0 0 0,-1 1 0,1-1 0,-1 0 0,0 1 0,1-1 0,-1 1 0,1-1 0,-1 1 0,0 0 0,-1 0-19,-51-3-414,40 4 35,2-1-48,-63 4-6154,41 6-3147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8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 9914,'0'0'5404,"0"0"-2893,0 0-654,0 0-393,0 0-400,0 0 20,-7 24-46,0 4-685,5-16-188,-1 0 0,0 1 1,-1-1-1,-1 0 0,0-1 1,0 1-1,-1-1 0,-1 0 0,0-1 1,-8 10-166,-155 168 1012,167-183-973,3-6-193,0 1 0,0 0 0,0 0 0,0 0 1,0 0-1,0 0 0,0 0 0,0 0 0,0-1 0,0 1 0,0 0 0,-1 0 0,1 0 1,0 0-1,0 0 0,0 0 0,0 0 0,0 0 0,0 0 0,0 0 0,-1 0 0,1 0 1,0 0-1,0 0 0,0-1 0,0 1 0,0 0 0,-1 0 0,1 0 0,0 0 0,0 1 0,0-1 1,0 0-1,0 0 154,0-19-6566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8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18292,'0'0'2056,"0"0"137,0 0-721,0 0-752,0 0-336,156 145-256,-129-118-56,-5-6-72,-1-4-104,11-2-968,-8-5-3193,1-6-3032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9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16548,'0'0'2728,"0"0"-263,0 0-1145,0 0-760,0 0-408,145-4-152,-102 4-704,-10 0-3057,-12 0-3600</inkml:trace>
  <inkml:trace contextRef="#ctx0" brushRef="#br0" timeOffset="1">100 136 13755,'0'0'2416,"0"0"161,0 0-273,0 0-447,0 0-1193,0 0-480,164 0-184,-97-12-1152,-11 2-2505,-8-2-4657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9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0 14091,'0'0'2250,"0"0"-179,0 0-767,0 0-378,0 0-271,0 0 27,-22 9-75,-70 33-161,87-39-406,0 0 0,0 1 0,0 0 0,0 0 0,1 0 0,0 0 0,-1 1 0,2 0 0,-1 0 1,0 0-1,1 0 0,0 0 0,0 1 0,1-1 0,-1 1 0,1 0 0,0 2-40,-1 7 46,0 0 0,1 0 0,1 0 0,0 0-1,1 7-45,0-19 0,0-2 5,1 1 0,-1 0-1,0 0 1,0-1-1,1 1 1,-1 0-1,1-1 1,-1 1 0,1-1-1,0 1 1,-1-1-1,1 1 1,0-1-1,0 1 1,0-1 0,0 0-1,0 1 1,1-1-1,-1 0 1,0 0-1,1 0 1,-1 0 0,0 0-1,2 0-4,1 1 12,0 0 0,1 0 1,-1-1-1,1 1 0,0-1 0,-1-1 0,1 1 0,0 0 0,3-1-12,0 0 10,0 0 0,-1 0-1,1-1 1,0 0 0,-1-1-1,1 1 1,-1-2 0,0 1-1,1-1 1,-1 0 0,0 0-1,0-1-9,-1-1 9,0-1-1,-1 1 1,0-1-1,0 0 1,0 0 0,-1-1-1,0 0 1,0 1-1,-1-1 1,0-1-1,0 1 1,0 0 0,-1-1-1,0-2-8,1-1-361,-1-1 0,-1 1 0,0-1 0,0 0 0,-2 1 0,1-1 0,-1 0 0,-1 1 1,0-3 360,-7-6-3616,-2 4-3403</inkml:trace>
  <inkml:trace contextRef="#ctx0" brushRef="#br0" timeOffset="1">191 0 4849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49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4849,'65'5'13091,"-65"-5"-10875,2 2-607,1 18-1185,2 9-200,1 7 312,2 5 328,-3 0-432,3-5-256,3-7-168,0-7 48,-1-5-48,6-7 32,3-3-40,0-2-920,8-5-1432,-6 0-2153,-2 0-8330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57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13139,'0'0'3120,"0"0"-1311,0 0 503,0 0-1503,0 0-425,0 0 96,0 0-16,-158 50 88,131-40 320,3-3-384,8-2-312,8-5-80,2 0-32,6 0-64,0 0-256,0 0-1536,3 0-2681,8 0-5249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4:58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6 6545,'0'0'6202,"0"0"-3590,0 0-942,0 0-654,0 0-465,0 0-76,13-1 20,41-3 49,-53 4-500,1 0 1,-1 0-1,0 0 1,0 0-1,1 0 1,-1 0-1,0 1 1,0-1-1,0 1 1,0-1-1,1 1 1,-1-1-1,0 1 1,0-1 0,0 1-1,0 0 1,0 0-1,0-1 1,-1 1-1,1 0 1,0 0-1,0 0 1,0 0-1,-1 0 1,1 0-1,-1 0 1,1 0-1,-1 1 1,1-1-1,-1 0 1,1 0-1,-1 0 1,0 0 0,0 1-45,1 43 818,-2-35-725,0 10-53,-1-1-1,-1 0 0,-1 0 0,-1 0 1,0 0-1,-1-1 0,-1 0 0,-1 0 1,-1-1-1,0 0 0,-1 0 0,-1-1 1,0 0-1,-10 9-39,18-21 6,-1-1 0,1 1 0,-1-1 0,1 0 0,-1 0 0,0 0 0,0 0 0,-2 0-6,5-2 27,1-1 74,0 0 31,0 0 40,1-1-165,-1-1-1,0 1 1,0 0 0,0 0-1,0 0 1,1 0 0,-1 0-1,1 0 1,-1 0 0,1 0-1,-1 0 1,1 0 0,-1 1-1,1-1 1,0 0 0,-1 0-1,1 0 1,0 1 0,0-1-1,0 0 1,0 1-1,-1-1 1,1 1 0,0-1-1,0 1 1,0-1 0,0 1-1,0 0 1,0-1 0,1 1-1,-1 0 1,0 0 0,0 0-1,0 0 1,0 0-7,44-3-163,-40 3 157,43 0-75,46 7 81,-91-7 8,1 0 0,0 0 0,-1 0 0,1 0 0,-1-1 0,1 0 0,0 1 0,-1-1 0,1-1 0,-1 1 0,0 0 1,1-1-1,-1 0 0,0 0 0,0 0 0,0 0 0,0 0 0,1-2-8,3-2-27,-1 0-1,0-1 1,0 0-1,-1 0 1,0 0-1,0-1 1,-1 0 27,-4 8-47,1-2-266,-2 1-3040,-3 1-3104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0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10002,'0'0'11659,"0"0"-9851,0 0 120,0 0-751,0 0-521,0 0-344,0 0-192,70 5-64,-38-5-56,-2 0 0,-1 0-264,1 0-552,-1 0-1353,-4 3-2744,-15 11-4369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02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0 862 9874,'0'0'7594,"0"0"-4850,0 0 1049,0 0-2065,0 0-631,0 0-673,0 0-280,140-48-144,-97 31-296,13-9-1297,-10-1-2751,-6 5-7179</inkml:trace>
  <inkml:trace contextRef="#ctx0" brushRef="#br0" timeOffset="1">910 0 11963,'0'0'8573,"0"0"-5608,0 0-1350,0 0-808,-4 24-228,1-5-471,-13 76 841,4 2-1,2 36-948,10-114 51,-1-5-26,1 1 0,1 0 0,0-1 0,1 1 0,0-1 0,3 5-25,-4-15 1,0 0-1,1 0 0,0-1 0,-1 1 1,2 0-1,-1-1 0,0 0 0,1 0 0,-1 1 1,1-1-1,0-1 0,0 1 0,0 0 1,0-1-1,1 0 0,-1 1 0,1-1 1,-1-1-1,1 1 0,0 0 0,0-1 0,0 0 1,0 0-1,0 0 0,0 0 0,5 1-126,0-1 0,0 0 0,1 0 0,-1-1-1,0 0 1,0-1 0,1 0 0,-1-1 0,0 1 0,0-2-1,-1 1 1,1-1 0,8-4 126,-1-2-1085,0-1 0,0 0 0,-1 0 0,-1-2 0,0 0 0,5-6 1085,26-29-5889</inkml:trace>
  <inkml:trace contextRef="#ctx0" brushRef="#br0" timeOffset="2">1294 222 14107,'0'0'3913,"0"0"-2769,0 0 1697,0 0-785,0 0-608,0 131-511,0-95-457,0-9-312,8-6-96,11-4-72,5-5-96,30-12-832,-8 0-1833,-1-17-3504</inkml:trace>
  <inkml:trace contextRef="#ctx0" brushRef="#br0" timeOffset="3">1689 169 16684,'0'0'2667,"0"0"-825,0 0 259,0 0-458,4 24-724,11 75-360,-4-54-215,-11-44-338,0-1 1,1 1-1,-1 0 1,0 0-1,0 0 1,1-1-1,-1 1 0,1 0 1,-1 0-1,1-1 1,-1 1-1,1 0 1,-1-1-1,1 1 1,-1-1-1,1 1 1,0-1-1,-1 1 1,1-1-1,0 1 1,0-1-1,-1 0 1,1 1-1,0-1 1,0 0-1,0 1 1,0-1-7,1-5-69,0 1-1,0 0 1,-1-1 0,1 1 0,-1-1 0,0 0 0,-1 1 0,1-1-1,0-4 70,0 2-189,1-6-61,0-4 108,2 0 1,0 0-1,0 0 1,2 0-1,0 1 1,3-5 141,-9 20-2,1 0 0,-1-1 1,1 1-1,-1 0 1,1 0-1,0 0 0,0 0 1,-1 0-1,1-1 1,0 2-1,0-1 0,0 0 1,0 0-1,0 0 1,0 0-1,0 1 0,1-1 1,-1 0-1,0 1 1,0-1-1,1 1 0,-1-1 1,0 1-1,1 0 1,-1 0-1,0-1 0,1 1 1,-1 0-1,0 0 2,1 1-4,1 0 1,-1 0-1,0 0 0,0 0 1,0 0-1,-1 1 0,1-1 0,0 1 1,0-1-1,-1 1 0,1 0 1,-1-1-1,1 1 0,-1 0 0,1 1 4,4 8 13,0 0 0,0 0 0,-1 0 0,-1 0 0,3 12-13,-7-23 8,0 1-1,0-1 1,0 1-1,0-1 1,0 1-1,0-1 1,0 1-1,1-1 1,-1 0-1,0 1 1,0-1 0,0 1-1,0-1 1,1 1-1,-1-1 1,0 0-1,0 1 1,1-1-1,-1 0 1,0 1-1,1-1 1,-1 0-1,0 1 1,1-1-1,-1 0 1,0 1-1,1-1 1,-1 0-1,1 0 1,-1 0-1,1 0 1,-1 1-1,1-1 1,-1 0-8,12-13 9,13-46-400,-13 30 115,-6 16 203,1 0 1,0 1-1,1-1 1,6-5 72,-13 16-1,1-1 1,0 1-1,0 0 0,0-1 1,1 1-1,-1 0 0,1 0 1,-1 1-1,1-1 1,-1 0-1,1 1 0,0 0 1,0-1-1,0 1 0,0 0 1,-1 1-1,2-1 1,-1 0-1,0 1 0,0 0 1,0 0-1,0 0 0,0 0 1,0 0-1,0 0 1,0 2 1,0-1 0,-1 1 0,1-1 0,-1 1 0,1 0 0,-1 0 0,0 0 0,0 0 0,0 0 0,0 0 0,0 1 0,0-1-1,0 1 1,-1-1 0,1 1 0,-1-1 0,0 1 0,0 0 0,0 0 0,0 0 0,-1 0 0,1 0 0,-1 0-1,10 73 34,-8 52-245,-4-43-5016,0-40-3354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03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36 14819,'0'0'3698,"0"0"-1439,0 0-165,-28-1-625,-89 1-679,111 1-738,0 0-1,0 0 0,0 1 0,0 0 0,1 0 0,-1 1 1,0-1-1,1 1 0,0 1 0,0-1 0,0 1 0,0-1 1,1 2-1,-1-1 0,1 0 0,0 1 0,0 0 0,1 0 0,-1 0 1,1 0-1,0 0 0,0 1 0,1-1 0,0 1 0,0 0-50,-3 3 105,1-1-58,0 1 0,1 0-1,0 0 1,0 0 0,1 0 0,0 0 0,0 0-1,1 1 1,0-1 0,1 1 0,0-1-1,1 5-47,0-12 5,0 0 0,-1 1-1,1-1 1,0 0 0,0 0-1,0 0 1,1-1 0,-1 1-1,0 0 1,1 0 0,-1-1-1,1 1 1,0 0-1,-1-1 1,1 0 0,0 1-1,0-1 1,0 0 0,0 0-1,0 0 1,0 0 0,0-1-1,0 1 1,1 0 0,-1-1-1,0 0 1,0 1-1,0-1 1,3 0-5,3 1 7,0-1-1,0 0 1,0 0-1,1-1 1,-1 1-1,0-2 0,8-1-6,-8-1-37,1 1 0,-1-1 0,0 0 0,0-1-1,0 0 1,-1 0 0,1-1 0,-1 0-1,0 0 1,-1 0 0,0-1 0,0 0 0,0-1-1,-1 1 1,0-1 0,-1 0 0,1 0-1,1-6 38,1-3 232,0-1 0,-2 1 0,0-1 0,-1-1-1,0 1 1,-2-1 0,0 1 0,-1-13-232,-1 29 326,3 15-220,4 30-127,11 47 65,-16-84-63,-1 0 1,2 0-1,-1-1 1,1 1 0,-1-1-1,2 1 1,-1-1-1,1 0 1,-1 0-1,1 0 1,1-1-1,2 3 19,-4-4-112,1-1 0,0 0 0,0 0 0,0 0 0,0-1-1,0 1 1,0-1 0,0 0 0,1 0 0,-1-1 0,0 1 0,1-1 0,-1 0-1,0 0 1,1 0 112,8-1-1329,-1-1-1,0 0 1,0 0-1,9-4 1330,30-15-8371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03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13339,'0'0'6777,"0"0"-5312,0 0 135,0 0-448,0 0-320,0 0-432,0 0-207,150 0-145,-104-5-48,-6-4-81,-5 1-687,-3-13-968,-7 4-1233,-9-3-3504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03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16219,'0'0'4144,"0"0"-1339,0 0-868,0 0-600,0 0-625,0 0-423,2-4-214,-1 2-75,0 1 1,-1 0-1,1 0 1,0 0-1,1 0 1,-1 0-1,0 0 1,0 0-1,0 0 1,0 0-1,1 1 1,-1-1-1,0 0 1,1 1-1,-1-1 1,0 1-1,1 0 1,-1-1-1,1 1 1,-1 0-1,1 0 1,-1 0-1,1 0 1,-1 0-1,1 0 1,0 0-1,6 1 1,0 1 0,-1-1 1,1 1-1,-1 0 0,0 1 0,5 2-1,3 1 1,-1 2-1,1 0 0,-1 0 1,0 2-1,-1 0 1,2 2-1,-14-11 0,1 1 1,-1-1 0,1 1-1,-1-1 1,0 1 0,0 0 0,0 0-1,0-1 1,0 1 0,0 0 0,0 0-1,0 0 1,-1 0 0,1 0 0,-1 0-1,0 0 1,0 0 0,1 0-1,-1 0 1,0 1 0,-1-1 0,1 0-1,0 0 1,-1 0 0,1 0 0,-1 0-1,1 0 1,-1 0 0,0 0-1,0-1 1,0 1 0,0 0 0,0 0-1,-1-1 1,1 1 0,0 0 0,-2 0-1,-7 9 45,0-2 1,-1 1-1,0-1 1,-1-1-1,-5 3-45,-4 3 3,9-5-3,8-6-5,0 0 0,0 0 0,0 1 0,0-1 0,0 1 0,1 0 0,0 0 0,-3 4 5,6-8-10,0 0 1,-1 0-1,1 0 0,0 0 1,0 0-1,0 0 0,0 1 1,0-1-1,0 0 0,0 0 1,0 0-1,0 0 0,0 0 1,0 1-1,0-1 0,0 0 1,0 0-1,0 0 0,0 0 1,0 0-1,0 0 0,0 1 1,0-1-1,0 0 0,0 0 1,0 0-1,0 0 0,0 0 1,0 0-1,0 1 0,0-1 1,0 0-1,0 0 0,0 0 1,1 0-1,-1 0 0,0 0 1,0 0-1,0 1 0,0-1 1,0 0-1,0 0 0,0 0 1,1 0-1,-1 0 0,0 0 1,0 0-1,0 0 0,0 0 1,0 0-1,0 0 0,1 0 1,-1 0-1,0 0 0,0 0 1,0 0-1,0 0 0,0 0 1,1 0-1,-1 0 0,0 0 1,0 0 9,12-3-796,20-16-1799,5-7-2961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04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35 119 16644,'0'0'2533,"0"0"-519,0 0-328,-6 22-445,-17 70-378,22-88-807,0 0 0,0 0 0,0-1 0,1 1 0,-1 0 1,1 0-1,0 0 0,0 0 0,0 0 0,1-1 0,-1 1 0,1 0 0,0 0 0,0 0 0,0-1 0,1 1 0,-1-1 0,1 1 0,0-1 0,0 1 0,0-1 0,0 0 0,1 0 0,-1 0 0,1 0 0,0 0 0,2 1-56,-2-2 12,0-1 0,0 0 0,0 1 1,0-1-1,0-1 0,1 1 0,-1 0 0,0-1 0,0 0 0,1 1 0,-1-1 0,0-1 0,0 1 0,0 0 0,1-1 0,-1 0 1,0 1-1,0-1 0,0 0 0,0-1 0,0 1 0,0-1 0,0 1 0,0-1 0,-1 0 0,1 0 0,-1 0 0,1 0-12,2-3 20,-1 1-1,0-1 1,0 0-1,0 0 1,-1 0-1,1 0 0,-1-1 1,0 1-1,-1-1 1,1 0-1,-1 0 1,-1 0-1,1 0 1,0-5-20,1-12-808,-1 0 0,-1 0 0,-1-11 808,0 15-1713,7 22-677,34 57 2184,-31-43 629,1-1 0,0 0 1,1 0-1,1-2 0,7 7-423,-17-18 101,1 0-1,0 0 1,0 0-1,0 0 1,0-1 0,0 0-1,0 0 1,1 0-1,-1 0 1,1 0 0,-1-1-1,1 0 1,0 0 0,-1-1-1,1 1 1,0-1-1,0 0 1,-1 0 0,1 0-1,0-1 1,0 0-1,-1 0 1,1 0 0,1-1-101,3-2 120,1 0 0,-1-1 1,0-1-1,0 0 0,-1 0 0,0 0 1,0-1-1,0-1 0,-1 1 1,0-1-1,-1 0 0,5-7-120,0 0 190,-1-1 0,-1 0-1,0-1 1,-1 0 0,-1 0 0,4-14-190,-8 22 81,-1-1 0,-1 0 1,0-1-1,0 1 0,-1-4-81,0 13-11,-1 0 0,1 0 0,-1 0 0,1 0 0,-1 0-1,1 0 1,-1 0 0,1 0 0,-1 0 0,0 0 0,0 0 0,1 1-1,-1-1 1,0 0 0,0 0 0,0 1 0,0-1 0,0 1 0,0-1-1,0 1 1,0-1 0,0 1 0,0-1 0,0 1 0,0 0 0,-1 0 0,1-1-1,0 1 1,0 0 0,0 0 0,0 0 0,0 0 0,-1 1 11,-44 0-1223,42 0 925,-47 8-3639,2 7-2518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05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89 109 11106,'0'0'1875,"0"0"-777,0 0-263,0 0-487,0 0-252,-1-23 10176,-1 17-11010,-5 6 739,0 0 0,0 0 0,0 1 0,0-1 0,0 2 0,1-1 0,-1 1-1,0 0 1,1 0 0,-2 2-1,7-4 34,7 0-13,9-1-22,-1-2 1,1 0-1,-1-1 0,0 0 1,0-1-1,-1-1 0,3-1 1,34-12-2,79-22-14,-223 49-1152,83-5 928,-18 6-206,0-2 1,-1-1 0,0-2 0,0-1 0,-9 0 445,38-3 5,0 0 1,0 1-1,0 0 0,0-1 1,0 1-1,1-1 0,-1 1 0,0 0 1,0-1-1,1 1 0,-1 0 1,0 0-1,1 0 0,-1 0 0,1-1 1,-1 1-1,1 0 0,-1 0 0,1 0 1,0 0-1,-1 0 0,1 0 1,0 0-1,0 0 0,0 0 0,0 0 1,0 0-1,0 0 0,0 1-5,-1 36 231,1-33-231,2 52 177,7 33-177,2 43 253,4 204-74,1 94 386,-16 48 789,3-478-1325,-1 0 1,0 0 0,1 0 0,-1 0 0,1 0 0,-1-1 0,1 1-1,-1-1 1,1 1 0,0-1 0,-1 0 0,1 0 0,-1-1 0,1 1-1,2-1-29,-1 1 109,23 0 94,16 1 331,0-3 0,27-4-534,-53 3-831,-1-1 0,1 0 1,-1-1-1,0-1 1,3-2 830,16-8-5554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07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0 13651,'0'0'4401,"0"0"-3137,0 0 1145,0 0-857,0 0-1096,0 0-336,0 0-72,-153 12-40,123-12 0,6 3 8,0-3-16,8 0-8,5 0-792,11 0-1329,0 0-2143,11 0-2994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08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13987,'0'0'2204,"0"0"-311,0 0 434,0 0-1099,0 0-816,0 0-180,0-21 103,0-47 572,0 60-333,0 12-71,0 49-124,1 204-212,-1-252-380,1 0-1,0 0 1,0 0 0,1 0-1,0 0 1,0-1 0,0 1 0,0 0-1,0-1 1,1 0 0,0 1-1,0-1 1,2 2 213,10 15-5481,-11-15-1331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08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0 151 17076,'0'0'3080,"0"0"-967,0 0-137,0 0-1384,0 0-448,148-54-96,-84 33-48,3 4-48,1-2-488,12-1-912,-15 11-2201,-17-1-2488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08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62 8282,'0'0'5020,"0"0"-2084,0 0-230,0 0-619,0 0-947,0 0-681,2-9-336,-2 8-125,0-2 17,1-1-1,0 0 1,0 0 0,0 0 0,0 0 0,1 1-1,-1-1 1,2-2-15,-2 5 14,0 0-1,0 0 1,0-1-1,0 1 1,0 0-1,0 0 1,0 1-1,1-1 1,-1 0-1,0 0 1,0 1-1,1-1 0,-1 0 1,0 1-1,1-1 1,-1 1-1,1 0 1,-1-1-1,1 1 1,-1 0-1,1 0 1,-1 0-1,1 0 1,-1 0-1,0 0 1,1 1-1,-1-1 1,1 0-1,-1 1 1,1-1-1,-1 1 1,0-1-1,1 1 1,-1 0-14,0 0 1,1 0 0,-1 0 1,0 0-1,0 0 0,0 0 0,0 0 1,0 1-1,0-1 0,0 0 1,0 1-1,0-1 0,-1 1 0,1-1 1,-1 1-1,1-1 0,-1 1 1,1-1-1,-1 1 0,0-1 1,0 1-1,0 0 0,0 0-1,1 44 14,-1-32 4,-2 5 90,0-1 0,-1 1 0,0-1 1,-2 0-1,0-1 0,-1 1 0,-1-1 0,-1 0 1,0 0-1,-1-1 0,0 0 0,-2-1 1,0 0-1,0-1 0,-2 0 0,0-1 0,0 0 1,-1-1-1,-1 0 0,-12 7-108,27-19 40,-1 1-1,0 0 0,0 0 1,0 0-1,0-1 1,0 1-1,0 0 0,0-1 1,0 1-1,0-1 1,0 1-1,0-1 1,0 0-1,0 1 0,0-1 1,0 0-1,-1 0 1,1 0-1,0 1 0,0-1 1,0-1-1,0 1 1,-1 0-1,1 0 0,0 0 1,0-1-1,0 1 1,0 0-1,0-1 1,0 1-1,0-1 0,0 1 1,0-1-1,0 0 1,0 1-1,0-1 0,0 0 1,0 0-1,0 0 1,1 0-1,-1 0 1,0 1-1,1-1 0,-1 0 1,0-1-1,1 1 1,0 0-1,-1 0 0,1 0 1,0 0-1,-1 0 1,1-1-40,-1-3 36,0 1 1,1-1 0,0 1-1,0-1 1,0 1 0,0-1-1,1 0 1,-1 1-1,1-1 1,0 1 0,1 0-1,-1-1 1,2-2-37,-1 4-1,1 1 0,-1 0 1,1 0-1,0 0 0,-1 0 0,1 0 0,0 0 0,0 1 1,0-1-1,0 1 0,1 0 0,-1 0 0,0 0 1,0 1-1,1-1 0,-1 1 0,0-1 0,1 1 0,-1 0 1,2 1 0,8-2-19,0 1 1,0 1 0,0 0 0,10 3 18,-15-2-6,1 1 1,-1 1-1,1 0 1,-1 0 0,-1 0-1,1 1 1,0 0-1,-1 0 7,-2 0-5,1-1 1,0 0-1,0 0 1,0-1 0,1 1-1,-1-1 1,1-1 0,-1 0-1,1 0 1,0 0 0,0 0-1,0-1 1,6 0 3,0-1-226,0 0-1,0-1 1,-1 0 0,1-1-1,10-3 227,-17 3-203,1-1-1,-1 0 1,0 0-1,0 0 0,0-1 1,0 0-1,0 0 0,-1 0 1,0-1-1,0 1 1,4-6 203,7-9-3052,-2 2-1975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10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123 144 7826,'0'0'6257,"0"0"-3722,0 0-950,0 0-82,0 0-541,0 0-255,3 3-24,0-1-563,0 1 1,0-1-1,1 0 1,-1 0-1,1-1 0,-1 1 1,1-1-1,0 1 1,0-1-1,-1 0 1,1-1-1,0 1 0,0-1 1,1 1-121,67 0 1290,-43-2-885,-18 0-345,1 0 1,0-1-1,-1 0 0,0-1 1,1 0-1,-1-1 1,0 0-1,-1-1 0,1 0 1,-1-1-1,0 0 0,0-1 1,-1 0-1,5-4-60,-13 10 24,0 0 0,0-1 0,0 1 0,0-1 0,0 1 0,0 0 1,0-1-1,-1 1 0,1-1 0,-1 0 0,1 1 0,-1-1 0,1 0 0,-1 1 0,0-1 0,0 0 0,0 1 0,0-1 0,0 0 0,0 1 0,0-1 0,-1 0 0,1 1 0,0-1 0,-1 0 0,0 1 0,1-1 0,-1 1-24,0-2 0,0 0-1,-1 1 1,1-1-1,-1 1 1,1-1-1,-1 1 1,0 0-1,0 0 1,0 0-1,0 0 1,0 0-1,0 0 1,-1 1-1,1-1 1,-2 0 0,-9-3-4,1 1 1,-2 1 0,1 0-1,0 1 1,-1 0-1,1 1 1,-1 0-1,1 1 1,-1 1 0,1 0-1,-1 1 1,1 0-1,0 1 1,0 1 0,0 0-1,0 0 1,0 1-1,1 1 1,0 0-1,0 1 1,1 1 0,0-1-1,0 2 1,1-1-1,-3 4 4,4-4-4,0 1-1,1 0 0,0 1 0,1 0 0,0 0 0,0 0 0,1 1 1,0 0-1,1 0 0,0 1 0,1-1 0,-2 10 5,4-14-2,1 1 0,0-1 0,0 0 0,1 1 0,0-1 0,0 0 0,0 1-1,1-1 1,0 0 0,1 1 0,0-1 0,0 0 0,0 0 0,1 0 0,0-1 0,1 1 0,-1-1 0,1 1 0,0-1 0,1 0-1,-1-1 1,1 1 2,6 4 13,0 1-1,0-2 1,1 0-1,0 0 1,1-1-1,0 0 1,0-1-1,0-1 1,1 0-1,0-1 1,0 0-1,4 0-12,-6-3-14,-1 1 0,1-2 0,0 1 0,0-2 0,0 1-1,0-2 1,-1 0 0,1 0 0,0-1 0,-1 0 0,1-1 0,-1 0 0,1-1 0,-1-1-1,-1 1 1,5-4 14,75-52-2502,-29 13-3235,1-6-6491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11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0 8858,'0'0'4046,"0"0"-2091,0 0-704,0 0-373,0 0-416,-29 5 25,-203 41 1180,103-22-1300,156-24-3097,5 0-3005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12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43 9554,'0'0'1824,"0"0"-343,0 0 204,0 0-812,0 0-503,0 0-2,25-8 11,75-22-164,-97 29-205,0 0 1,-1 0-1,1 1 1,0-1-1,0 1 1,0 0 0,0 0-1,-1 0 1,1 0-1,0 0 1,2 1-11,-4-1 4,0 1 0,0-1 0,0 1 0,0-1 0,0 1 0,0-1 0,0 1 0,0-1 0,0 1 0,-1 0 0,1 0 0,0-1 0,0 1 0,-1 0 0,1 0 0,0 0 0,-1 0 0,1 0 0,-1 0-4,2 3 49,-1-1 1,-1 1 0,1 0 0,0 0 0,-1 0 0,0-1-1,0 1 1,0 0 0,0 0 0,-1 2-50,0 4 369,2-2-268,-1 1 1,-1-1-1,0 0 1,0 0-1,0 0 1,-1 0-1,0 0 1,0 0-1,-1 0 1,0-1-1,-1 1 1,0-1-1,0 0 1,0 0-1,-1 0 1,0-1-1,0 0 1,-1 1-1,1-2 0,-1 1 1,-3 1-102,-47 38 1106,51-41-1000,1-1 0,-1 0 0,0 0 0,0-1 0,0 1 0,0-1 0,-1 0 0,1 0 0,-1-1 0,1 0 0,-4 1-106,9-2 174,0 0 71,0-2-226,0 1 0,0-1 0,0 1 0,1 0 0,-1-1 0,1 1 0,-1-1 0,1 1 0,-1 0 0,1-1 0,0 1 0,-1 0 0,1 0 0,0 0 0,0 0 0,0 0-1,0 0 1,0 0 0,0 0 0,0 0 0,0 0 0,1 0-19,37-13 17,-27 12-17,0 0 0,0 1 0,0 1 0,0 0 0,6 2 0,-15-2 4,0 1 1,0 0-1,0 0 1,0 0 0,0 1-1,-1-1 1,1 1-1,-1 0 1,1-1-1,-1 1 1,1 0 0,-1 0-1,0 1 1,0-1-1,0 0 1,0 1-1,0-1 1,-1 1 0,1 0-1,-1-1 1,1 4-5,8 9 20,-9-14-111,1 0 0,-1 0 0,1 0 1,0-1-1,0 1 0,-1 0 0,1-1 1,0 1-1,0-1 0,0 0 0,-1 1 1,1-1-1,0 0 0,0 0 0,0 0 0,1-1 91,36-1-4053,-35 1 2893,21-3-6720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12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 14067,'0'0'2853,"0"0"-610,0 0-652,0 0-907,0 0-335,0 0 123,-22-1-10,-69 0 58,86 1-453,1 1-1,-1 0 1,1 0 0,-1 0-1,1 1 1,0-1 0,-1 1-1,1 0 1,0 1 0,0-1 0,0 0-1,1 1 1,-1 0 0,1 0-1,-1 0 1,1 0 0,0 1-1,0 0 1,0-1 0,1 1-1,-1 0 1,1 0 0,0 0 0,0 0-1,1 1 1,-1-1 0,0 2-67,0 0 101,-4 7 29,1 0 0,1 1 1,0-1-1,0 1 0,1 0 1,1 0-1,1 1 0,0-1 1,0 0-1,2 1 0,0 5-130,0-17 7,0-1 0,0 0-1,0 0 1,0 1 0,1-1-1,-1 0 1,1 0-1,-1 0 1,1-1 0,0 1-1,-1 0 1,1-1 0,0 1-1,0-1 1,0 1 0,0-1-1,0 0 1,1 0 0,-1 0-1,0 0 1,1 0-1,-1-1 1,0 1 0,1-1-1,-1 1 1,1-1 0,-1 0-1,1 0 1,-1 0 0,0 0-1,1 0 1,0-1-7,3 1 5,0 0-1,0-1 1,0 0 0,0 0 0,0 0-1,0 0 1,0-1 0,-1 0 0,1-1-1,0 1 1,-1-1 0,3-2-5,-2 0-7,-1-1 0,1 1 0,-1-1 0,0-1 0,-1 1 0,0-1 0,0 1 0,0-1 0,-1-1 0,0 1 0,0 0 0,1-5 7,0-4 208,-1-1-1,-1 1 0,0-1 1,-1 1-1,-1-8-207,0 24 190,2 9-185,-1 0 1,0 1-1,-1-1 0,0 1 1,-1 7-6,0-12 1,0 0 0,0-1 0,1 1 0,0 0 0,0 0 0,0 0 0,0 0 0,1 0 0,0 0 1,0-1-1,0 1 0,1 0 0,0-1 0,-1 1 0,2-1 0,-1 1 0,0-1 0,1 0 0,0 0 0,0 0 0,0 0 0,2 1-1,-2-3 4,1-1 0,-1 1 0,1 0 0,-1-1 0,1 0 0,-1 0 0,1 0 1,0-1-1,0 1 0,0-1 0,-1 0 0,1 0 0,0 0 0,0 0 0,2-1-4,4 0-26,0-1 0,-1 0 0,1 0 0,-1-1 0,4-2 26,43-25-1164,-26 3-4164,-24 19-971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17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14 11947,'0'0'2549,"0"0"-657,0 0-21,0 0-359,0 0-748,-17-13 195,8 34 2987,10 24-3896,-1-28 192,0 358 809,0-373-1070,0 0-1,0-1 1,0 1 0,1 0-1,-1-1 1,0 1 0,1 0-1,-1 0 1,1-1-1,-1 1 1,1-1 0,0 1-1,0-1 1,0 1 0,0-1-1,0 1 1,0-1 0,0 0-1,0 1 1,0-1-1,1 0 20,-1-1-170,-1 1-1,1-1 1,0 0-1,0 0 0,0 0 1,0 0-1,-1 0 0,1 0 1,0 0-1,0 0 0,0 0 1,-1 0-1,1-1 0,0 1 1,0 0-1,-1 0 1,1-1-1,0 1 0,0 0 1,-1-1-1,1 1 0,0-1 1,-1 1-1,1-1 0,-1 0 1,1 1-1,0-1 0,-1 1 1,1-1-1,-1 0 1,0 1-1,1-1 0,-1 0 1,0 0-1,1 1 0,-1-1 1,0 0-1,0 0 0,1 0 1,-1 1-1,0-1 0,0-1 171,3-12-5694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17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0 151 11330,'0'0'5041,"0"0"-3320,0 0 247,0 0-992,0 0-599,0 0-57,140-8 272,-89 1-64,-3-3-168,3-4-192,-2-3-88,5 0-32,-1-2-48,17-5-568,-11 4-2505,-11 6-5153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18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20 192 10986,'0'0'3148,"0"0"-342,0 0-405,0 0-975,0 0-806,0 0-153,0-13 133,2-1-403,0-3 531,0 0 0,-2-1 0,0 1 0,-2-17-728,-9 8 730,9 24-698,1-1 1,-1 0-1,1 0 0,0 0 1,0 0-1,0 0 0,0-1 1,0 1-1,0 0 0,1-3-32,3 86 3,3-1 0,4-1 0,3 1 0,9 22-3,-6-60-139,-7-25-3106,-3-6-1443,-5-7-2218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18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15347,'0'0'2537,"0"0"-1209,0 0 609,0 0-1337,0 0-456,156-32-144,-116 25 0,-2 2-680,5 0-857,-8 3-1079,-6 0-3930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19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41 104 11330,'0'0'2677,"0"0"-575,0 0-198,0 0-1004,0 0-660,0 0-204,13-17-24,43-50-9,-54 65-3,-1 1 0,0-1 0,1 0 0,0 1 0,-1-1 0,1 1-1,0 0 1,0-1 0,0 1 0,0 0 0,0 0 0,0 0 0,0 0 0,2 0 0,-4 1 2,1 0 0,0 0-1,-1 0 1,1 0 0,0 1 0,-1-1 0,1 0 0,-1 0-1,1 0 1,-1 1 0,1-1 0,-1 0 0,1 1 0,-1-1-1,1 0 1,-1 1 0,1-1 0,-1 1 0,1-1 0,-1 1-1,0-1 1,1 1 0,-1-1 0,0 1 0,1-1 0,-1 1-1,0-1 1,0 1 0,0 0 0,1 0-2,0 5 38,0 0 0,0 1 0,0-1 0,-1 1 0,0-1 1,-1 5-39,1-6 55,0 18 120,-1-1 0,-1 1 1,-1 0-1,-1-1 1,-1 0-1,-6 16-175,5-24 161,1 0 1,-2 0-1,0-1 0,0 0 0,-1 0 0,-1-1 1,0 0-1,-1 0 0,0-1 0,-8 6-161,17-16 19,1 0 1,-1 0-1,0-1 0,1 1 0,-1 0 0,0 0 1,0-1-1,0 1 0,0-1 0,0 1 1,1-1-1,-1 1 0,0-1 0,0 1 1,0-1-1,-1 0 0,1 0 0,0 1 0,0-1 1,0 0-1,0 0 0,0 0 0,0 0 1,0 0-1,-1-1-19,1 1 40,1-1 0,-1 0 0,0 0 0,1 1 0,-1-1 0,0 0 1,1 0-1,-1 0 0,1 0 0,0 0 0,-1 0 0,1 0 0,0 0 0,-1 0 0,1 0 0,0 0 1,0 0-1,0 0 0,0 0 0,0-1-40,0-3 70,0 0 1,0 0-1,1 1 1,0-1-1,0 0 0,0 0 1,0 0-1,1 1 1,0-1-1,1-2-70,-2 5 22,1 0-1,0-1 1,1 1 0,-1 0-1,0 0 1,0 0 0,1 1-1,-1-1 1,1 0-1,0 1 1,-1 0 0,1 0-1,0 0 1,0 0 0,0 0-1,0 0 1,0 1-1,0-1 1,0 1 0,0 0-1,0 0 1,0 0 0,0 0-1,3 1-21,9 2 27,-1 0 0,1 1 0,0 1 0,10 5-28,-13-5 6,0-1 0,0 0 0,0-1 0,5 1-5,-9-3 21,0 1 0,0-2 0,0 1-1,0-1 1,0-1 0,0 1 0,0-1 0,0-1 0,-1 1 0,1-2 0,0 1 0,-1-1 0,1 0 0,-1 0 0,0-1 0,0 0 0,0 0 0,-1-1 0,1 1 0,-1-2 0,0 1-21,0 0-31,-1 0 0,0-1 1,0 1-1,-1-1 0,1 0 0,-1 0 1,-1 0-1,1-1 0,-1 0 0,0 1 1,-1-2 30,9-49-6825,-11 34-1049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21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88 235 13619,'0'0'3453,"0"0"-1828,0 0-234,0 0-306,0 0-541,0 0-198,20-3 13,65-8 13,-77 10-251,0 0-1,-1-1 1,1 0-1,0-1 1,-1 1-1,0-1 1,0-1-1,0 0 1,0 0-1,0 0 1,-1 0-1,1-1 1,-1 0-1,-1-1 1,3-1-121,-5 3 26,-1 0 0,1 0 0,0 0 0,-1 0 0,0 0 0,0-1 0,0 1 0,-1-1 0,1 1 0,-1-1 0,0 0 0,-1 0 0,1 1 0,-1-1 0,0 0 0,0 0 0,0 1 1,-1-1-1,1 0 0,-1 0 0,0 1 0,-1-3-26,0 4 8,0 0 1,1 0 0,-1 0 0,0 0-1,-1 0 1,1 0 0,0 1 0,-1-1-1,1 1 1,-1-1 0,0 1-1,0 0 1,0 0 0,0 1 0,0-1-1,0 0 1,-1 1 0,1 0 0,-1 0-1,1 0 1,-3 0-9,-8-2-7,1 0 0,-1 1 1,0 1-1,-14 0 7,22 1-7,0 0 1,-1 0-1,1 1 1,0 0 0,0 0-1,0 1 1,0 0-1,0 0 1,0 0-1,0 1 1,0 0 0,1 0-1,-1 0 1,1 1-1,0 0 1,-4 4 6,2-1-7,1 0 0,0 1-1,0 0 1,1 0 0,0 0 0,0 1 0,1 0 0,0 0-1,1 0 1,-2 5 7,-2 12 23,2 1-1,1-1 0,1 1 0,1 0 1,1 0-1,2 0 0,2 17-22,-2-31 30,1 0 1,1 0-1,0 0 0,1-1 1,0 1-1,1-1 0,0 0 0,1 0 1,0 0-1,1-1 0,0 0 1,1-1-1,0 1 0,1-1 1,0-1-1,1 0 0,0 0 0,0-1 1,1 0-1,0-1 0,0 0 1,0-1-1,1 0 0,0 0 1,1-2-1,-1 1 0,1-2 0,-1 0 1,1 0-1,0-1 0,1-1 1,2 0-31,1 1 46,1-2 0,0 0 0,0-1 1,-1-1-1,9-2-46,-17 1-109,0 1 1,-1-1-1,1-1 1,-1 0-1,0 0 1,0 0-1,0-1 0,-1 0 1,0-1-1,0 1 1,6-8 108,68-79-6275,-52 55 354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22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1488,'0'0'6202,"0"0"-5354,0 0 248,0 0-1024,0 0-72,0 0-2328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23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63 9338,'0'0'1396,"0"0"-201,0 0-147,0 0-513,0 0-267,0 0-65,0 0-15,0 0 24,0 0-15,0 0-39,0 0-34,0 0 44,0 0 43,0 0-31,0 0-14,0 0-22,0 0 16,0 0-37,0 0-79,0 0-128,0 0-173,0 0 74,0 0 108,0 0 53,0 0 15,0 0 83,0 0 311,0 0 185,0 0 60,0 0-60,0 0-20,0 0-16,0 0 58,0 0 89,0 0-118,0 0-180,0 0-48,0 0 7,0 0-43,10-3-13,98-56 1320,-170 69-865,41-3-757,11-4-42,0 0-1,1 1 1,-1 0 0,1 1-1,0 0 1,-5 4 56,14-9-78,0 0 0,0 1 0,0-1 0,0 0 1,0 0-1,0 0 0,0 1 0,0-1 0,0 0 0,0 0 0,0 0 0,0 1 0,0-1 0,0 0 0,1 0 0,-1 0 1,0 1-1,0-1 0,0 0 0,0 0 0,0 0 0,1 0 0,-1 1 0,0-1 0,0 0 0,0 0 0,0 0 0,1 0 0,-1 0 1,0 0-1,0 0 0,0 0 0,1 0 0,-1 1 0,0-1 0,0 0 0,1 0 0,-1 0 0,0 0 0,0 0 0,0 0 0,1 0 1,-1 0-1,0-1 0,0 1 0,0 0 0,1 0 0,-1 0 0,0 0 0,0 0 0,0 0 0,1 0 0,-1 0 78,17 0-1694,-16 0 1369,25 0-4384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23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68 15307,'0'0'2039,"0"0"-848,0 0 158,0 0-681,0 0-470,25-11-111,77-34-7,-98 43-68,-1 0 1,1 1-1,0-1 0,0 1 1,0 0-1,0 0 0,0 0 0,0 1 1,1-1-1,-1 1 0,0 0 0,0 0 1,0 1-1,0-1 0,2 2-12,-5-2 22,0 1 0,0-1 0,0 1 0,0 0 0,0 0 0,0 0 0,0-1 0,0 1 0,0 0 0,-1 0 0,1 0 0,0 0 0,-1 1 0,1-1 0,-1 0 0,1 0 0,-1 0 0,0 0 0,1 0 0,-1 1 0,0-1 0,0 0 1,0 0-1,0 1 0,0-1 0,0 0 0,0 0 0,0 0 0,0 2-22,-2 4 102,0 1 1,0-1 0,-1 1 0,0-1 0,0 0 0,0 0 0,-1 0-1,0-1 1,0 1 0,-5 4-103,-67 60 360,49-47-67,0 1 0,-22 28-293,48-52 52,1-1 0,-1 0 1,1 1-1,-1-1 0,1 1 1,0-1-1,-1 1 1,1-1-1,-1 1 0,1-1 1,0 1-1,0-1 0,-1 1 1,1-1-1,0 1 0,0 0 1,0-1-1,0 1 0,0-1 1,-1 1-1,1 0 0,0-1 1,0 1-1,1-1 1,-1 1-1,0 0 0,0-1 1,0 1-1,0-1 0,0 1 1,1-1-1,-1 1 0,0 0 1,0-1-1,1 1 0,-1-1 1,1 1-1,-1-1 0,0 0 1,1 1-1,-1-1-52,3 2 104,-1-1 0,1 0 0,-1 0 0,1 0 0,0-1 0,-1 1 0,1-1 0,0 1 0,0-1 0,2 0-104,70-5 477,-43-3-1306,-1-2-1,0-1 1,0-2-1,-2-1 1,5-3 829,10-4-3653,5-4-3811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24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15539,'0'0'2337,"0"0"-25,0 0-559,0 0-721,0 0 200,-46 160-112,41-119-215,5-7-433,0-5-208,0-10-128,5-7-136,17-9 0,24-3-656,-3-15-1705,2-11-3992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24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48 16948,'0'0'2195,"0"0"427,0 0-610,-3 23-1133,-9 72-490,12-93-375,-1 0-1,1-1 1,0 1-1,0 0 1,-1 0-1,1-1 0,0 1 1,1 0-1,-1 0 1,0-1-1,0 1 1,1 0-1,-1-1 0,1 1 1,-1 0-1,1-1 1,0 1-1,0 0 1,0-1-1,0 0 0,0 1 1,0-1-1,0 1 1,0-1-1,0 0 1,1 0-1,-1 0 0,0 0 1,1 0-1,-1 0 1,2 1-14,2-1 20,-1 0 0,1-1 0,-1 1 0,1-1 0,-1 0 0,1 0 0,0 0 0,-1 0 0,3-2-20,10 1 100,-12 1-93,0-1 0,0 0 1,-1 0-1,1 0 1,0-1-1,0 1 1,-1-1-1,1 0 1,-1 0-1,1-1 1,-1 0-1,0 1 1,0-1-1,0-1 1,0 1-1,1-3-7,-2 4 55,-1-1 1,1 0-1,-1 0 0,0 1 1,0-1-1,0-1 0,0 1 1,-1 0-1,1 0 0,-1-1 0,0 1 1,0-1-1,0 1 0,-1-1 1,1 1-1,-1-1 0,0 1 1,0-1-1,0 0 0,0 1 1,0-1-1,-1 1 0,0-1 0,0-1-55,-3 0 21,0 0-1,-1 0 0,0 0 0,0 1 0,0 0 0,0 0 0,-1 0 0,0 0 0,1 1 0,-1 0 0,0 0 0,-7-2-20,-12-8 1,23 12-346,-13-9 728,12 4-2336,8 0-4171,7 2-2113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24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13355,'0'0'1632,"0"0"577,0 0-217,24 145-768,-24-92-391,0-5-249,0-4-288,-8-13-168,-3-7-80,6-12-48,2-7-1921,3-5-4208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28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8970,'0'0'5714,"0"0"-3094,0 0-840,0 0-430,0 0-546,12 0-168,46-1 270,41-7-906,68-2 368,-166 10-361,1 0 0,0 1 0,0-1 0,-1 1 0,1 0 0,0-1 0,-1 1 0,1 0 0,-1 0 0,1 0 0,-1 0 0,0 0 1,1 0-1,-1 1 0,0-1 0,0 0 0,0 1 0,1-1 0,-2 1 0,1-1 0,0 1 0,0-1 0,0 1 0,-1 0 0,1-1 0,-1 1 1,1 1-8,11 56 747,-10-47-542,10 100 1261,-4 0 0,-6 57-1466,1 7 134,7 687 177,-10-813-214,-3-5 120,1-33-69,1-1 0,1 0 0,0 1-1,0-1 1,1 1 0,1 3-148,-27-11 448,-20 4-582,0-2-1,-1-3 1,-19-1 134,-54 5-6776,59 1-4472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32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18060,'0'0'2720,"0"0"-615,0 0-505,0 0-568,0 0-479,0 0-353,0 0-112,137 2-80,-75-2-8,8 0-272,-14 0-1905,-19 0-4728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3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14195,'0'0'4817,"0"0"-3265,0 0 393,0 0-1169,0 0-640,169-58-136,-51 39-896,-13 4-2025,-16 8-8745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3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9578,'0'0'1964,"0"0"580,0 0 175,0 0-157,0 0-204,0 0-450,1-13-632,-1 6-1105,3-29 206,1 31-175,2 24 105,5 50 387,-4 0 0,-2 0 1,-3 3-695,0 1 241,3 0 0,12 55-241,-14-113 4,1 0 0,1 0 0,0-1 0,1 0 0,1 0 0,0 0 0,1-1 0,0 0 0,1 0 0,1-1 0,0 0 0,9 8-4,-13-14 3,1 0 0,-1-1-1,1 1 1,0-1 0,1-1 0,-1 0 0,1 0 0,0 0 0,0-1-1,0 0 1,0 0 0,1-1 0,-1 0 0,1-1 0,-1 0 0,1 0 0,0-1-1,-1 0 1,1 0 0,0-1 0,-1 0 0,1-1 0,4-1-3,-3-1-29,0 0 0,0-1 0,-1 0 1,1-1-1,-1 0 0,0-1 0,-1 1 0,0-2 0,0 1 1,0-1-1,5-7 29,3-5-197,-1-1-1,0 0 1,-2-1 0,5-12 197,16-57-685,-12 143 610,-17-38 156,1 0 0,0-1 0,1 0 0,1-1 1,0 1-1,0-2 0,6 7-81,-9-14-79,-1 1 0,1-1 0,0 0 0,0-1 0,0 1 0,0-1 0,1 0 0,-1 0 0,1-1-1,0 1 1,0-1 0,0 0 0,0-1 0,0 0 0,0 0 0,0 0 0,0-1 0,3 1 79,33-3-4642,-8-6-4445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34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0 177 17572,'0'0'2858,"0"0"292,0 0-1243,0 0-836,0 0-438,9 21-253,0 1-302,-4-5-38,1-1 0,1 0 0,1 0 1,0-1-1,1 0 0,0 0 0,4 2-40,-10-67-139,-3 28 155,-1 5 0,1 0 0,1 1 0,0-1 0,1 0 0,1-1-16,-2 15 11,-1 0 1,1 1-1,0-1 0,-1 0 0,1 1 0,0-1 0,1 1 1,-1-1-1,0 1 0,1-1 0,-1 1 0,1 0 0,0 0 1,0 0-1,0 0 0,0 0 0,0 0 0,0 0 0,1 1 1,-1-1-1,0 1 0,1 0 0,-1-1 0,1 1 0,0 0 1,-1 1-1,1-1 0,0 0 0,0 1 0,-1 0 1,1-1-1,1 1-11,-2 1 0,0-1 1,0 1-1,0-1 0,0 1 1,0 0-1,0 0 1,-1 0-1,1 0 0,0 0 1,0 0-1,-1 0 1,1 1-1,-1-1 1,1 0-1,-1 1 0,1 0 1,-1-1-1,0 1 1,0 0-1,0-1 1,0 1-1,0 0 0,0 0 1,0 1-1,17 53 4,-16-49-1,2 8 1,-1 0 0,-1 0-1,0 1 1,-1-1 0,-1 4-4,0-19 24,0 0 44,-2-22 84,-23-31-93,21 46-52,0 0 0,1 1 0,-1-2 0,1 1 0,1 0 0,0-1 1,0 1-1,0-1 0,0 0 0,1 1 0,1-5-7,-1-1 0,6-45 0,-5 55 0,1 1 0,0-1 0,-1 1 0,1 0 0,1-1 0,-1 1 0,0 0 0,0 0 0,1 0 0,-1-1-1,1 2 1,0-1 0,0 0 0,0 0 0,-1 0 0,2 1 0,-1-1 0,0 1 0,0 0 0,0 0 0,2-1 0,7-3-6,1 1 0,1 0 0,-1 0 1,1 1-1,-1 1 0,1 0 0,10 1 6,-19 1-3,1 0-1,-1 0 0,0 0 1,1 1-1,-1 0 1,0 0-1,1 0 0,-1 0 1,0 1-1,0-1 0,0 1 1,0 0-1,-1 0 0,1 1 1,0-1-1,-1 1 0,1 0 1,-1 0-1,0 0 0,0 0 1,0 0-1,-1 1 0,1 0 1,0 1 3,15 34-4,-1 2 0,-3 0 0,-1 0 0,-1 1 0,-3 1 1,-1 3 3,11 47-24,-5-37-27,-14-56-15,0-5-148,1-5-722,0 0 0,1 1 1,0-1-1,1 1 0,0-2 936,1-2-5928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3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19 182 6833,'0'0'1021,"0"0"-591,24-17-375,14-9 33,26-17-81,-3-8 3007,-60 50-2692,0 0 1,1 0-1,-1 1 1,0-1-1,0 0 0,0 0 1,0 0-1,0 0 1,0 0-1,0 0 1,-1-1-1,1 1 0,0 0 1,-1 0-1,1 0 1,-1-1-1,1 1 1,-1 0-1,1-1 1,-1 1-1,0-1 0,0 1 1,0 0-1,0-1 1,0 1-1,0-1-322,-1 1 208,0 0 0,0 0 0,0 0 0,0 0 0,0 0 0,0 0 0,0 1 0,-1-1 0,1 0 0,0 1 0,0-1 0,-1 1 0,1-1 0,0 1 0,-1 0 0,1-1 0,-1 1 0,1 0 0,0 0 0,-2 0-208,-5 0 242,-1-1 0,0 2 0,0-1 0,1 1 0,-1 1 0,1-1 0,-1 1 0,-2 2-242,4 0 50,0 0 1,0 1 0,0 0-1,1 0 1,-1 1 0,1-1-1,1 1 1,-1 1-1,1-1 1,0 1 0,1 0-1,-1 0 1,1 0 0,1 1-1,-1-1 1,1 1-1,0 0-50,-2 7 31,1 0-1,0 1 0,1-1 1,1 1-1,0-1 0,1 1 0,1 0 1,1 9-31,-1-22 1,0-1 0,0 0 1,1 1-1,-1-1 0,1 0 1,0 0-1,0 1 0,0-1 1,0 0-1,0 0 0,0 0 1,0 0-1,1 0 0,-1 0 0,1-1 1,-1 1-1,1 0 0,0-1 1,0 1-1,1 0-1,1 0 4,0 0 0,0 0 1,0 0-1,1-1 0,-1 0 0,0 1 1,1-2-1,-1 1 0,0 0 0,1-1 0,0 0-4,3 0 6,0 0-1,0-1 0,0 0 0,0 0 0,0-1 0,0 0 1,0 0-1,0-1 0,-1 0 0,1 0 0,-1-1 0,3-2-5,-2 0-6,0 0 0,-1-1-1,0 0 1,0-1-1,-1 0 1,0 0 0,0 0-1,-1 0 1,0-1-1,-1 0 1,0 0 0,0-1-1,-1 1 1,1-3 6,0-4 3,-1 0 0,-1 1 0,0-1 0,-1 0 0,-1 0 0,0 0 0,-1 0 0,-2-9-3,0 10 339,1 20-70,6 25-171,33 147 99,-36-173-370,1 0 0,-1-1 0,1 1 1,0 0-1,0-1 0,1 0 0,-1 1 0,1-1 0,-1 0 0,1 0 1,0 0-1,0-1 0,0 1 0,1-1 0,-1 0 0,0 0 0,1 0 0,0 0 1,-1 0-1,1-1 0,0 0 0,0 1 0,0-1 0,0-1 0,0 1 1,4 0 172,3 0-1231,1-1 1,-1 0-1,1 0 1,0-1-1,-1-1 1,0 1-1,1-2 1,-1 0-1,1 0 1231,29-15-9408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35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0 218 10882,'0'0'5249,"0"0"-2437,0 0-257,0 0-891,0 0-869,0 0-491,9 0-62,57 1 296,-6 1-29,46-5-509,-89 1-54,-1 0 0,0 0-1,0-2 1,0 0 0,0-1 0,0 0-1,-1-1 1,13-7 54,-26 12-43,0-1 0,0 1-1,0 0 1,0-1 0,0 1 0,0-1-1,0 1 1,0-1 0,0 0 0,-1 0-1,1 0 1,-1 0 0,1 0 0,-1 0-1,0 0 1,0 0 0,0-1 0,0 1-1,0-1 1,-1 1 43,0 0-44,0 0-1,0-1 0,0 1 1,0 0-1,-1 0 1,1 0-1,-1 0 1,1 0-1,-1 0 1,0-1-1,0 2 0,0-1 1,0 0-1,0 0 1,0 0-1,-1 0 1,1 1-1,-1-1 45,-5-6-65,-1 1 1,0 1-1,0 0 0,0 0 1,-1 0-1,0 1 0,0 0 1,-8-2 64,11 4 65,-10-4 390,0 1 0,-1 0 0,1 1 1,-1 0-1,-1 1 0,-6 1-455,23 3 528,1 0-214,17 0-152,295-3 54,-311 4-216,0-1-1,0 1 0,0 0 1,0 0-1,0-1 0,0 1 1,0 0-1,0 0 0,-1 0 1,1 0-1,0 0 0,-1 0 1,1 0-1,0 0 0,-1 0 1,0 0-1,1 0 1,-1 0-1,0 1 0,1-1 1,-1 0-1,0 0 0,0 0 1,0 1-1,0-1 0,0 0 1,0 0-1,0 0 0,-1 0 1,1 1 0,-4 42-1,-2-28 17,0 0 0,0-1 0,-2 0 0,0 0 0,0-1 0,-3 1-16,3-2-68,0-1 1,0 1-1,1 1 0,1-1 1,0 1-1,1 1 1,1-1-1,0 1 68,3-14-54,1-1-1,0 1 1,0-1 0,0 1-1,0-1 1,0 1-1,0-1 1,0 1 0,0-1-1,0 1 1,1-1 0,-1 1-1,0-1 1,0 1-1,0-1 1,0 1 0,1-1-1,-1 0 1,0 1 0,1-1-1,-1 1 1,0-1-1,0 0 1,1 1 0,-1-1-1,1 0 1,-1 1 0,0-1-1,1 0 1,-1 0-1,1 0 1,-1 1 0,1-1-1,-1 0 1,1 0 0,-1 0-1,0 0 1,1 0 0,-1 0 54,24 1-2137,-14-2 1104,24 1-3524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35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14067,'0'0'4370,"0"0"-2615,0 0-761,0 0-94,0 0-240,-4 25-106,-10 84 32,13-106-553,1 1 1,-1 0-1,1-1 0,0 1 0,0-1 0,1 1 0,-1 0 0,1-1 0,-1 1 0,1-1 0,0 1 0,1-1 0,-1 1 0,1-1 0,-1 0 0,1 0 1,1 2-34,-1-3 25,0 0 1,0 0 0,0 0-1,1 0 1,-1-1 0,0 1-1,1-1 1,-1 0 0,1 1-1,-1-1 1,1 0 0,0-1-1,-1 1 1,1 0 0,0-1-1,0 1 1,1-1-26,2 0 57,0 0 0,0 0 0,0 0 1,0-1-1,0 0 0,0 0 0,0-1 0,-1 0 0,1 0 0,0 0 0,-1-1 0,1 1 0,-1-1 1,0 0-1,0-1 0,1-1-57,0-1 107,0-1 1,-1 0-1,1 0 1,-2-1 0,1 0-1,-1 0 1,0 0-1,0 0 1,-1 0-1,-1-1 1,1 0-1,-1 1 1,-1-1 0,1 0-1,-1 0 1,-1 0-1,0-8-107,0 16 9,0-1 0,0 1 0,-1 0 0,1-1 0,0 1 0,-1 0 0,1-1 0,0 1 0,-1 0 0,0 0 0,1-1 0,-1 1 0,0 0 0,1 0 0,-1 0 0,0 0 0,0 0 0,0 0 0,0 0 1,0 0-1,0 0 0,0 0 0,0 1 0,-1-1 0,1 0 0,0 1 0,0-1 0,-1 1 0,1-1 0,0 1 0,-1 0 0,1 0 0,0-1 0,-1 1-9,-57 0-472,56 1 416,-74 13-2144,23 4-2250,-11 6-5712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37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7786,'0'0'1964,"0"0"579,0 0 215,0 0-528,0 0-548,0 0-287,-4-1-286,3 1-1052,0 0 0,0 0-1,0 0 1,0 0 0,0 0 0,0 1-1,-1-1 1,1 0 0,0 0-1,0 1 1,0-1 0,0 0 0,0 1-1,0-1 1,0 1 0,0 0-1,0-1 1,1 1 0,-1 0 0,0-1-1,0 1 1,0 0 0,1 0-1,-1 0 1,0 0-57,-18 37 692,0 45-296,17-68-357,0 0 0,0 1 0,2 0 0,0-1 0,1 1 0,1 4-39,-1-15 6,0-1 1,0 0-1,0 1 1,1-1-1,-1 0 1,1 0-1,0 0 1,1 0-1,-1 0 1,0-1-1,1 1 1,0-1-1,0 1 1,0-1-1,1 0 1,-1 0-1,1-1 1,-1 1-1,1-1 1,0 0-1,0 1 1,0-2-1,0 1 1,0 0-7,3 0 8,-1 1 0,1-1 1,-1 0-1,1-1 0,0 1 1,-1-2-1,1 1 0,0-1 1,0 1-1,0-2 0,0 1 1,-1-1-1,1 0 0,0-1 1,-1 1-1,1-1 0,-1-1 1,1 1-1,-1-1 0,0 0 1,0-1-1,0 1 0,-1-1 1,1 0-1,-1-1 0,0 1 1,0-1-1,0 0 0,-1 0 1,0-1-1,0 1 1,0-1-1,0 0 0,-1 0 1,0 0-1,-1 0 0,1-1 1,-1 1-1,0-1 0,-1 0 1,0 1-1,0-1 0,0-1-8,0 4 2,1-10 37,-1 0-1,0 0 1,-1 0-1,0 0 1,-1-3-39,1 14-6,-1 0 1,1 0 0,-1-1 0,0 1 0,0 0 0,0 0 0,0 0 0,0 1 0,-1-1 0,0 0 0,1 0 0,-1 1 0,0-1 0,0 1 0,0-1 0,0 1 0,-1 0 0,1 0 0,-1 0 0,1 0 0,-1 1-1,0-1 1,1 1 0,-1-1 0,-3 0 5,-6-1-668,0 1 0,0 1 0,0 0 0,0 0-1,-8 2 669,17-1-266,-37 0-4320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43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15811,'0'0'3929,"0"0"-2793,0 0-375,0 0 263,0 0-152,0 0-488,180 7-240,-124-7-80,-2 0-64,8 0-400,-16 0-1608,-12 0-3410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4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8282,'0'0'3749,"0"0"-1016,0 0 33,0 0-214,0 0-595,0 0-706,0-7-704,1-15-454,2 25 240,6 45 643,0 4-317,1 2-648,-2-13 619,1 0-1,4 5-629,-9-33-727,1-1 0,0 0 0,1 0 0,0 0 0,1-1 1,0 0-1,1 0 0,8 8 727,-5-6-5646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4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17068,'0'0'2496,"0"0"-1272,0 0-151,0 0-785,180-56-288,-113 47-936,-16 6-1609,-13 3-5777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44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141 115 3953,'0'0'12108,"0"0"-7826,0 0-2238,0 0-947,0 0-725,5-18-283,17-54-85,-21 71-5,-1-1-1,1 0 1,-1 1-1,1-1 1,0 1-1,0-1 0,0 1 1,0 0-1,0-1 1,0 1-1,0 0 1,1 0-1,-1 0 1,0-1-1,1 1 1,-1 1-1,1-2 2,-1 2-1,0 0 0,0 0 0,0-1-1,0 1 1,0 0 0,0 0 0,-1 0 0,1 0-1,0 1 1,0-1 0,0 0 0,0 0-1,0 0 1,0 1 0,-1-1 0,1 0 0,0 1-1,0-1 1,0 1 0,-1-1 0,1 1-1,0-1 2,2 3-1,-1-1-1,1 1 0,-1-1 0,0 1 0,0 0 1,0 0-1,0 0 0,0 0 0,0 0 0,0 3 2,2 10 25,-1 0-1,-1 0 1,0 1-1,-1-1 0,-1 1 1,0-1-1,-1 0 1,-1 1-1,-1-1 0,0 0 1,-1 0-1,-1 0 1,-1-1-1,0 0 0,-5 9-24,-8 15 407,-2-1 0,-1-2 0,-2 0 0,-1-1 0,-12 10-407,28-33 121,7-9-81,-1 0 0,1 0 1,0 0-1,-1 0 0,1 0 1,-1-1-1,0 1 1,0-1-1,0 0 0,0 1 1,-1-1-1,1-1 0,-1 1-40,3-5 123,0-1 0,0 0 0,0 0 0,1 1 0,0-1 0,-1 0 0,1 0 0,1 0-1,-1 0-122,0 1 60,0-4-45,1 0-1,0 1 1,0-1 0,1 1-1,-1-1 1,2 1 0,-1-1-1,0 1 1,1 0 0,0 0-1,1 0 1,0 0 0,-1 1 0,2 0-1,-1-1 1,0 2 0,1-1-1,0 0 1,0 1 0,1 0-1,-1 0 1,1 0 0,3-1-15,-1 1 15,0 0 1,1 0-1,-1 1 1,1 0 0,0 0-1,0 1 1,0 0-1,0 1 1,0 0 0,1 0-1,-1 1 1,0 0-1,0 1 1,0 0 0,1 0-1,-1 1 1,4 2-16,-8-2 4,1 1 0,-1 0 0,0 1 0,0 0 0,0-1 0,-1 2 0,1-1 0,-1 0 0,2 3-4,0 0-45,0-1 1,0 0-1,1 0 1,0-1-1,0 0 1,2 2 44,-6-6-125,-1 0 0,0 0 1,0-1-1,1 1 0,-1 0 1,0-1-1,1 1 0,-1-1 1,0 0-1,1 0 0,-1 0 1,1 0-1,-1 0 0,0 0 0,1-1 1,-1 1-1,0-1 0,1 0 1,-1 1-1,0-1 0,0 0 1,1 0-1,-1-1 0,2 0 125,15-14-2638,0-1 0,-1 0-1,2-4 2639,15-17-7624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45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0 200 16972,'0'0'3978,"0"0"-2386,0 0-462,0 0-70,26 1-196,-4 1-725,11 1 30,1-1 0,0-2 0,-1-1 0,1-1 0,20-6-169,-37 4 33,12-2-5,-1-2-1,25-10-27,-47 16 8,1-1 1,-1 0 0,-1 0-1,1 0 1,0 0-1,-1-1 1,0 0-1,0-1 1,0 1 0,0-1-1,0 0 1,-1 0-1,0 0 1,0 0-1,1-4-8,-4 7 10,0 0-1,0 0 0,0 0 0,0 0 1,0-1-1,0 1 0,-1 0 0,1-1 1,-1 1-1,1-1 0,-1 1 0,0 0 1,0-1-1,0 1 0,-1-1 0,1 1 1,0-1-1,-1 1 0,0 0 1,1-1-1,-1 1 0,0 0 0,-1-2-9,0 2 4,-1-1 0,1 1 0,0 0-1,-1 0 1,0-1 0,1 2-1,-1-1 1,0 0 0,0 1 0,0-1-1,0 1 1,-1 0 0,1 0 0,0 0-1,-1 0-3,-15-2 0,1 0-1,0 2 0,-1 0 1,1 1-1,-12 1 1,19 1-1,0 0 0,0 0 0,0 1 0,0 1 0,1-1 0,0 2 0,-1 0 0,2 0 0,-1 0 0,0 1 0,1 1 0,1 0 0,-1 0 0,1 0 0,0 1 0,0 1 0,1-1 1,0 1-1,-4 8 1,0 0-3,0 1 1,2-1 0,0 2 0,1-1 0,1 1-1,1 0 1,0 1 0,2-1 0,0 1 0,0 13 2,4-32-1,-3 24 50,2 0-1,0 0 0,2 0 0,1-1 0,3 14-48,-4-32 15,0 0 1,1-1-1,-1 1 0,1-1 1,0 1-1,1-1 0,-1 0 1,1 0-1,0 0 0,1 0 1,-1 0-1,1-1 0,0 0 1,0 1-1,0-2 0,1 1 1,-1 0-1,1-1 0,0 0 1,0 0-1,0 0 0,0-1 1,0 1-1,1-1 0,-1 0 1,3 0-16,10 1-3,0 0 1,0-1 0,1 0 0,-1-2 0,1 0 0,-1-1 0,1-1 0,-1-1 0,0 0 0,0-1-1,0-1 1,0-1 0,12-7 2,-12 5-904,0-1-1,-1 0 0,10-8 905,-13 6-1654,0 0-1,-1 0 1,0-1-1,0-2 1655,9-12-6723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49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16107,'0'0'4962,"0"0"-3074,0 0-360,0 0-520,0 0-575,0 0-305,170-46-80,-138 46-48,3 0-296,13 0-1017,-8 0-1335,-2 0-3242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49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11859,'0'0'2753,"0"0"-201,0 0-341,0 0-595,0 0-585,28-9-336,85-28-351,-109 35-328,-1 1 0,1 0 0,0 1 0,0-1 0,-1 1 0,1-1 0,0 1 0,0 0 0,0 1 0,0-1 0,-1 1-1,3 0-15,-4-1 4,0 1 0,-1 0-1,1 0 1,0-1 0,-1 1 0,1 0-1,-1 1 1,1-1 0,-1 0-1,0 0 1,1 1 0,-1-1-1,0 0 1,0 1 0,0-1-1,0 1 1,1 1-4,0 4 2,0-1 0,-1 0 1,1 1-1,-1-1 0,0 1 1,-1 0-1,0-1 0,0 1 0,-1 4-2,1 2 31,0-3-10,-1 1-1,0-1 1,-1 0-1,0 1 1,-1-1-1,0 0 1,0 0-1,-1 0 0,-2 3-20,-8 13 54,-2 0-1,-10 13-53,9-13 13,1 0 1,-7 14-14,23-39 1,0-1 0,0 0 0,0 1 0,-1-1 0,1 1 0,0-1 0,0 1 0,0-1 0,0 1 0,0-1 0,0 0 0,0 1 0,0-1 0,0 1 0,0-1 0,0 1 0,0-1 0,0 1 0,0-1 0,0 1 0,0-1 0,1 1 0,-1-1 0,0 0 0,0 1 0,0-1 0,1 1 0,-1-1 0,0 0 0,1 1 0,-1-1 0,0 0 0,1 1 0,-1-1-1,21 7 278,37-8 649,-44 1-559,4 0-449,0-1 1,-1-1-1,1-1 0,0 0 1,-1-1-1,6-2 81,58-29-8953,-41 14-3676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50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 15211,'0'0'2559,"0"0"-309,0 0-996,0 0-806,0 0-315,0 0-58,-12 25 21,-34 80 37,45-102-120,0-1-1,-1 1 1,1-1-1,1 1 1,-1 0-1,0 0 1,1 0-1,-1-1 1,1 1-1,0 0 1,0 0-1,0 0 1,0 0-1,1 0 1,-1-1-1,1 1 1,0 0-1,-1 0 1,1-1-1,1 1 1,-1 0-1,0-1 1,0 1-1,1-1 1,0 0-1,-1 1 1,1-1-1,0 0 1,0 0-1,0 0 1,1 0-1,-1 0 1,0-1-1,1 1 0,-1-1 1,1 1-1,-1-1 1,3 1-13,0 0 18,1-1 0,-1 1 0,0-1 0,1 0 0,-1 0 0,1 0-1,-1-1 1,1 0 0,-1 0 0,1-1 0,0 1 0,-1-1 0,0 0 0,1-1 0,-1 1 0,4-3-18,-6 2 2,0 0 0,-1 0 0,1 0 0,0-1-1,-1 1 1,0-1 0,0 0 0,0 0 0,0 0 0,0 0 0,0 0 0,-1 0 0,1 0 0,-1 0 0,0-1 0,0 1-2,2-9-135,0 0 0,-1 0 1,0 0-1,0-9 135,-2-37 652,-1 43 670,1 15-1170,0 0 0,0 1 0,0-1-1,-1 0 1,1 0 0,0 0 0,0 0 0,0 0 0,0 0 0,0 0 0,0 0 0,0 0 0,0 0 0,0 0 0,0 0-152,1 28 96,1 1 1,2 0 0,1-1 0,1 0 0,1 0-1,2 0 1,10 22-97,-5-28-1431,-1-11-2395,-7-6-3257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52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12523,'0'0'2787,"0"0"-655,0 0 25,0 0-355,0 0-684,0 0-728,0 10-334,6 72 762,3-1 0,14 55-818,-10-65 155,-9-43-140,-1-8-58,0 0-1,1 0 0,1 0 0,1-1 0,1 0 0,5 10 44,-10-26-68,0-1-1452,-1-1-5143,-1-1-136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5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13395,'0'0'1872,"0"0"-1264,0 0 577,148-22-361,-73-2-408,6 0-416,15-5 0,-18 7-1961,-21 5-7232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56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13 133 12339,'0'0'1753,"0"0"-23,0 0-442,0 0-430,0 0 31,0 0 413,-2-21 74,-4-91 905,5 126-165,-3 146-1576,8-109-532,3 0-1,1 0 0,3-1 0,2 0 0,5 7-7,-13-38-1220,-5-6-5108,0-8-77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56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12347,'0'0'4553,"0"0"-3241,0 0 824,0 0-583,0 0-673,0 0-496,178-17-216,-122 2-96,0 3-72,-2 0-168,2 7-1280,-15 3-2265,-14 2-2416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5:57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50 13299,'0'0'3762,"0"0"-1656,0 0-366,0 0-816,0 0-542,0 0-221,16-10-100,48-27-53,-63 37-8,-1-1 0,1 1 0,-1 0 0,1-1-1,0 1 1,-1 0 0,1 0 0,0-1 0,-1 1-1,1 0 1,0 0 0,-1 0 0,1 0 0,0 0-1,0 0 1,-1 0 0,1 0 0,0 1 0,-1-1-1,1 0 1,0 0 0,-1 0 0,1 1-1,-1-1 1,1 0 0,0 1 0,-1-1 0,1 0-1,-1 1 1,1-1 0,-1 1 0,1-1 0,-1 1-1,1-1 1,-1 1 0,1 0 0,-1-1 0,0 1-1,1-1 1,-1 1 0,0 0 0,0-1 0,3 30-10,-3-24 8,0 13 18,0-1-1,-1 1 0,-1 0 0,-1-1 0,0 0 0,-2 0 0,0 0 0,-1 0 0,0-1 0,-2 1 0,0-2 0,-1 1 0,0-1 0,-9 10-15,14-21 41,-58 78 732,55-75-681,0 0-1,-1-1 0,1 1 0,-1-2 0,-1 1 0,1-1 0,-1 0 0,-5 2-91,13-9 42,1 1-1,-1-1 1,0 0 0,1 1-1,-1-1 1,1 0 0,-1 1-1,1-1 1,-1 0 0,1 1-1,-1-1 1,1 0 0,0 0-1,-1 0 1,1 1-1,0-1 1,0 0 0,0 0-1,0 0 1,0 0 0,0 1-1,0-1 1,0 0 0,0 0-1,0 0 1,0 0 0,0 1-1,1-2-41,0-29 106,-1 28-95,0 0-1,0 0 1,0 1-1,1-1 1,-1 0-1,1 0 1,0 1-1,-1-1 1,1 0-1,1 1 1,-1-1-1,0 1 1,1-1-1,-1 1 0,1-1 1,0 1-1,0 0 1,0 0-1,0 0 1,0 0-1,0 0 1,0 1-1,1-1 1,-1 1-1,1-1 1,-1 1-1,1 0 1,-1 0-1,1 0 0,0 0 1,0 0-1,-1 1 1,1-1-1,0 1 1,0 0-1,0 0 1,0 0-1,-1 0 1,3 1-11,7 0 19,0 1 1,-1 1 0,1 0-1,-1 1 1,0 0 0,0 0-1,0 1 1,10 7-20,-5-3 6,1 0 0,0-1 1,1 0-1,0-2 0,0 0 0,0-1 1,1-1-1,17 2-6,-28-5 9,0-1 1,0 0-1,0 0 0,0 0 1,0-1-1,0-1 0,0 1 1,0-1-1,0-1 1,-1 1-1,1-1 0,-1-1 1,0 1-1,1-1 0,-2-1 1,1 1-1,0-1 1,-1 0-1,0-1 0,0 1 1,5-7-10,8-21 62,-14 13-1997,-9 3-4559,-8 7-3343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21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15683,'0'0'4273,"0"0"-2992,0 0 527,0 0-832,0 0-584,0 0-200,0 0 120,102-8 24,-64 1-120,2 0-144,0 4-72,1 1-152,15 2-1064,-13 0-3193,-11 10-2488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22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14875,'0'0'1993,"0"0"-697,0 0 1064,0 0-1119,180-5-857,-100-7-368,28-3-16,-22 3-2353,-19 3-4744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2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11 188 13515,'0'0'2957,"0"0"-1056,0 0-475,0 0-713,0 0-457,0 0-185,0 3 554,1-6 1641,3-59 263,-3-39-2529,-2 77 395,-15 432-371,24-360-1818,-3-35 2,1-1 1,0 0-1,0 0 0,3 2 1792,-3-3-8379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25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13947,'0'0'2633,"0"0"-825,0 0-936,0 0-608,158-24-200,-110 17-64,-2 7-536,10 0-632,-15 0-737,-4 0-4440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26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46 7330,'0'0'6041,"0"0"-3246,0 0-881,0 0-635,0 0-586,0 0-403,17-8-178,52-24-84,-68 31-28,0 0 0,0 1-1,0-1 1,0 1 0,1-1 0,-1 1 0,0-1 0,0 1 0,0 0 0,1 0 0,-1 0 0,0-1 0,0 1 0,1 0-1,-1 1 1,0-1 0,1 0 0,-1 0 0,0 0 0,0 1 0,0-1 0,1 1 0,-1-1 0,0 1 0,0-1 0,0 1-1,0 0 1,0-1 0,0 1 0,0 0 0,0 0 0,0 0 0,0 0 0,0 0 0,-1 0 0,1 0 0,0 0 0,-1 0-1,1 0 1,-1 0 0,1 0 0,-1 1 0,1-1 0,-1 1 0,2 5 0,-1 1-1,0 0 1,-1 0 0,1 0 0,-2 0-1,1 3 1,-1 0 2,1 7 76,-2 0-1,0 0 1,0 0 0,-2 0 0,0 0-1,-2-1 1,1 0 0,-2 0 0,0 0 0,-2-1-1,1 0 1,-2-1 0,0 0 0,-1 0 0,-4 3-78,8-8 188,-30 33 647,35-40-763,0-1 1,0 0-1,0 0 1,0 0-1,-1 0 1,1 0-1,-1-1 0,0 1 1,1-1-1,-1 0 1,0 1-1,0-1 1,1 0-1,-1-1 0,-1 1-72,3-2 52,0-1 0,1 1 0,-1-1-1,1 0 1,-1 1 0,1-1 0,0 0-1,0 1 1,0-1 0,0 0-1,0 1 1,0-1 0,0 0 0,0-1-52,1 0 57,-2 0-58,1 1 0,0 0 0,0-1 0,0 1 1,0 0-1,1-1 0,-1 1 0,1 0 0,-1 0 0,1-1 0,0 1 1,0 0-1,0 0 0,0 0 0,0 0 0,0 0 0,1 0 0,-1 0 1,1 0-1,-1 1 0,1-1 0,0 1 0,0-1 0,-1 1 0,1-1 1,0 1-1,0 0 0,0 0 0,1 0 0,-1 0 0,0 0 0,0 1 1,0-1-1,1 1 0,-1-1 0,0 1 0,1 0 0,-1 0 0,0 0 1,1 0-1,-1 0 0,0 0 0,1 1 0,-1-1 0,0 1 0,0 0 1,1-1-1,-1 1 0,0 0 0,0 1 0,0-1 0,0 0 0,0 0 1,0 1-1,-1-1 0,2 2 1,8 5 0,13 11-1,1-2 0,0-1 1,20 9 0,-37-22 13,0 1 0,1-1 1,-1 0-1,1-1 1,-1 0-1,1 0 0,0-1 1,-1 0-1,1 0 1,0-1-1,0 0 0,0-1 1,0 0-1,-1-1 1,1 1-14,-4-1 6,0 0 0,-1-1 0,0 1 1,1-1-1,-1 0 0,0 0 1,0 0-1,-1 0 0,1-1 1,-1 1-1,0-1 0,1 0 0,0-2-6,35-58 26,-38 63-25,2-4-119,1-2-106,0 1 0,-1-1 0,1 0 0,-1 0 0,-1 0 0,0 0 0,0 0 0,0-1 0,0 0 224,-5 7-3513,-11 1-3632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28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76 8362,'0'0'3763,"0"0"-762,0 0-538,0 0-456,0 0-341,-4-1-491,3-1-320,9 0-195,28-4 203,64-7-81,-76 10-551,102-14-205,66-8 193,-62 19-7012,-128 6 3676,-2 1-1342,0 3-99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29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11426,'0'0'2021,"0"0"-537,0 0-289,0 0-75,0 0-29,28 4 112,10 1-743,-3 0 114,1-1-1,0-2 1,10-2-574,16-3 592,-1-3 0,17-5-592,-16 2 2,0 3 1,18 2-3,-66 5-371,12-1 1032,-25 0-831,-1 0 0,1 0-1,-1 0 1,1-1 0,0 1-1,-1 0 1,1 0 0,-1 0-1,1 0 1,-1-1 0,1 1-1,-1 0 1,1-1 0,-1 1-1,1 0 1,-1-1 0,0 1-1,1-1 1,-1 1 0,1 0-1,-1-1 1,0 1 0,0-1-1,1 1 1,-1-1 0,0 0-1,0 1 1,1-1 0,-1 1-1,0-1 1,0 1 0,0-1-1,0 1 1,0-1 170,0-6-6295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29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1 11811,'0'0'2609,"0"0"-1376,0 21-164,-1 27-396,-2 0 0,-3 0 0,-1-1-1,-9 27-672,-4-13 1351,-3-1 0,-2 0-1,-22 36-1350,-105 163 2979,88-155-2551,51-73-44,7-17-6387,11-24-255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0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84 385 15603,'0'0'2846,"0"0"371,0 0-1238,-4-25-833,-25-167 921,26 150-1634,2 25-171,0 1 0,-1 0 0,0 0 0,-2 0 0,0 0 0,-5-13-261,-2 124 532,6-7-441,-3 42-21,8 79-71,0-205-84,0 0 0,1 1 0,0-1 1,0 0-1,0 0 0,0 0 0,0 0 0,1 0 1,0 0-1,0 0 0,0 0 0,0-1 1,1 1-1,-1-1 0,2 1 84,7 7-3912,1-2-3366,-7-6-929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0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12979,'0'0'2644,"0"0"-490,0 0-723,0 0-749,0 0-362,0 0 148,2 5 132,-1-3-547,1 0 0,-1 0 0,1 0 1,0-1-1,0 1 0,0 0 0,0-1 0,0 1 0,0-1 1,0 0-1,0 1 0,1-1 0,-1 0 0,1-1 1,-1 1-1,0 0 0,1-1 0,-1 1 0,1-1 0,-1 0 1,1 0-1,0 0 0,-1 0 0,1 0 0,-1 0-53,80-5 1271,-50-1-818,0-1 0,11-5-453,-20 5-457,1 0-1,0 2 1,0 1 0,1 1 0,7 0 457,-32 3-2827,0 0-2090,0 0-2932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2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29 251 17644,'0'0'2579,"0"0"-1405,-1 24-68,-3 335 1174,-6-442-1111,1 15-977,5-25 399,6-90-591,-1 177 27,0-1-1,0 1 1,0 0-1,0 0 1,1 0-1,0 0 1,0 0-1,1 0 1,0 0-1,0 0 1,1 1-27,-3 3 6,0 0 0,1 1 0,-1-1 0,1 0 0,-1 1 0,1 0-1,0-1 1,-1 1 0,1 0 0,0 0 0,0 0 0,0 0 0,0 0 0,0 0 0,0 1 0,0-1 0,0 1 0,0-1 0,1 1 0,-1 0 0,0 0 0,0 0 0,0 0 0,0 0 0,1 0-1,-1 1 1,0-1 0,0 1 0,0-1 0,0 1 0,0 0 0,0 0 0,1 1-6,4 1 1,-1 1 0,1 1-1,-1-1 1,0 1 0,-1 0 0,1 0-1,-1 0 1,0 1 0,2 3-1,42 63 0,-26-36 1,-13-22 1,0 0 1,0-1-1,2 0 0,-1-1 0,2 0 1,0 0-1,0-1-2,-7-7 6,0-1 1,0 1 0,0-1-1,1 0 1,-1-1-1,0 1 1,1-1 0,0-1-1,-1 1 1,1-1 0,0 0-1,0-1 1,0 0-1,0 0 1,0 0 0,0-1-1,-1 0 1,6-1-7,-7 0 6,0 0 0,0 0 1,0 0-1,0 0 0,-1-1 0,1 0 1,-1 0-1,0 0 0,0 0 1,0-1-1,0 0 0,-1 0 0,1 0 1,-1 0-1,0 0 0,0 0 0,-1-1 1,1 0-1,-1 1 0,0-1 1,0 0-1,-1 0 0,1 0 0,-1 0 1,0-3-7,2-8 57,0 0 1,-2 0-1,0-1 1,0 1 0,-2 0-1,0 0 1,-3-14-58,2 22 57,0-1-1,-1 0 1,0 1-1,-1 0 1,1 0 0,-2 0-1,1 0 1,-1 0 0,0 1-1,-3-3-56,-5-4 38,0-1 1,-1 2-1,0 0 0,-5-2-38,19 15-51,0 0-1,0 0 1,0 1 0,0-1 0,0 0 0,0 0-1,0 1 1,0-1 0,0 0 0,0 0 0,0 1-1,0-1 1,-1 0 0,1 0 0,0 1 0,0-1-1,0 0 1,0 0 0,-1 0 0,1 1 0,0-1 0,0 0-1,0 0 1,-1 0 0,1 1 0,0-1 0,0 0-1,-1 0 1,1 0 0,0 0 0,0 0 0,-1 0-1,1 0 1,0 0 0,0 0 0,-1 0 0,1 0-1,0 0 1,-1 0 0,1 0 0,0 0 0,0 0-1,-1 0 1,1 0 0,0 0 0,0 0 0,-1 0-1,1 0 1,0 0 0,0-1 0,-1 1 0,1 0 0,0 0-1,0 0 1,0 0 0,-1-1 0,1 1 0,0 0-1,0 0 1,0-1 51,7 22-7052,7-1-6252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2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15715,'0'0'2151,"0"0"-290,0 0-111,6 23-657,-2-1-833,2-1-1,1 0 1,5 10-260,-11-28 22,1 0 0,0-1 0,0 1 1,1 0-1,-1-1 0,0 1 0,1-1 0,0 0 0,-1 0 0,1 0 1,0 0-1,0 0 0,0-1 0,0 1 0,1-1 0,-1 0 1,0 0-1,0 0 0,1 0 0,-1 0 0,1-1 0,-1 0 0,1 0 1,-1 0-1,0 0 0,1 0 0,2-1-22,7 1 39,0 0-13,0 0-1,0 0 0,0-1 0,0-1 0,0 0 0,0-1 0,0 0 1,7-4-26,-15 5 14,0-1 1,0 0 0,0 0 0,0 0 0,0 0-1,-1-1 1,0 0 0,1 0 0,-1 0 0,-1 0 0,1-1-1,-1 0 1,0 1 0,0-1 0,0 0 0,0-1-1,-1 1 1,0 0 0,0-1 0,1-5-15,-1 1 164,1-1 1,-2 0-1,1 0 1,-2 1 0,1-1-1,-2 0 1,1 0-1,-1 0 1,-1 0-1,0 1 1,0-1-1,-1 1 1,-1-1-1,-3-7-164,4 12 7,0 0 0,-1 0 0,1 1 0,-1-1 0,-1 1 0,1-1 0,-1 1 0,0 1 0,0-1 0,0 1 0,0 0 0,-1 0 0,0 0 0,0 1 0,0 0-1,0 0 1,-1 0 0,1 1 0,-1 0 0,1 0 0,-1 1 0,0 0 0,-6 0-7,12 1-153,1 0 0,-1 0-1,0 0 1,1 0 0,-1 0 0,0 1-1,1-1 1,-1 0 0,1 0-1,-1 1 1,0-1 0,1 1 0,-1-1-1,1 0 1,-1 1 0,1-1 0,0 1-1,-1-1 1,1 1 0,-1-1 0,1 1-1,0-1 1,-1 1 0,1 0 0,0-1-1,0 1 1,-1-1 0,1 1 0,0 0-1,0-1 1,0 1 0,0 0-1,0-1 1,0 1 0,0 0 0,0-1-1,0 1 1,0 0 0,0-1 0,1 1-1,-1-1 1,0 1 0,0 0 0,0-1-1,1 1 1,-1-1 0,0 1 0,1 0-1,-1-1 1,1 1 0,-1-1 153,14 18-5984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3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155 141 17612,'0'0'2144,"0"0"-469,0 0-341,0 0-637,0 0-339,0 0-214,22-13-78,66-44 0,-67 34 53,-20 23-109,-1-1 0,0 1 1,0-1-1,1 0 0,-1 1 0,0-1 0,0 0 1,0 1-1,0-1 0,0 0 0,0 1 0,0-1 1,0 0-1,0 0 0,0 1 0,0-1 0,0 0 1,0 1-1,-1-1 0,1 1 0,0-1 0,-1 0-10,0-1 37,0 1-1,-1 0 0,1-1 0,-1 1 0,1 0 0,-1 0 1,1 0-1,-1 0 0,0 0 0,0 0 0,0 0 0,1 0 0,-2 1-36,1-1 43,-7-3-3,1 1 0,-1 1 0,0-1 0,1 2 0,-1-1 0,0 1 0,0 0 1,0 1-1,-1 0 0,1 1 0,0 0 0,0 0 0,1 1 0,-1 0 0,0 0 0,0 1 0,-2 1-40,5-1 14,0 0-1,0 1 0,0 0 1,0 0-1,1 0 0,-1 0 1,1 1-1,0 0 0,0 0 1,1 0-1,0 1 0,0-1 1,0 1-1,0 0 0,1 1 1,0-1-1,1 0 0,-1 1 1,1-1-1,0 1 1,1 0-1,-1 4-13,0 1 30,1 1 1,0-1 0,1 0-1,0 1 1,1-1-1,0 0 1,1 1 0,1-1-1,0 0 1,0-1-1,2 2-30,-3-7 6,1-1 1,-1 1-1,2 0 0,-1-1 0,1 0 0,-1 1 0,1-2 0,1 1 0,-1 0 0,1-1 1,0 0-1,0 0 0,0 0 0,0-1 0,1 1 0,-1-1 0,1-1 0,0 1 0,0-1 0,0 0 1,0 0-1,1 0-6,3-1-47,0 1 0,0-1 0,0-1 0,0 0 0,0 0 0,0-1 0,0 0 0,0-1 0,0 0 0,0 0 0,-1-1 0,4-2 47,6-3-1056,0-1 0,-1-1 0,0 0 0,-1-1 0,8-7 1056,36-32-10104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3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0 14427,'0'0'2614,"0"0"-1658,2 21-562,-1-5-289,1 13 304,2 0 1,0 0 0,2-1 0,3 4-410,0-3 548,-1 0-1,-1 1 1,-2-1-1,-1 1 1,-1 0 0,-2 1-1,0-1 1,-3 11-548,1-40 4,1 0 1,-1 1-1,1-1 0,-1 0 1,1 0-1,-1 1 0,0-1 1,0 0-1,1 0 0,-1 0 1,0 0-1,0 0 0,0 0 1,0 0-1,-1 0 0,1 0 1,0-1-1,0 1 0,0 0 1,-1-1-1,1 1 0,0-1 1,-1 1-1,1-1 0,0 0 1,-1 1-1,1-1 0,-2 0-4,-47 2 9,36-3-3,-77-1-150,-59 1-1657,128 2-272,-1 1 1,1 2 0,-4 1 2072,-14 8-7320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3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 15171,'0'0'2733,"0"0"-773,0 0 81,0 0-917,0 0-521,0 0-378,-13 9-82,7-5-72,0 0 0,0 1 0,0 0 0,1 0 0,0 0 0,0 0 0,0 1 0,1 0 0,-1 0 0,2 0 0,-1 1 0,0-1 0,1 1 1,1 0-1,-1 0 0,1 0 0,0 0 0,0 4-71,-20 142 1239,8 1 0,5 0 1,8 9-1240,1-157 2,0 1-1,0 0 1,0-1-1,1 1 1,0 0 0,0-1-1,1 1 1,0-1 0,0 1-1,0-1 1,1 0 0,0 0-1,2 2-1,8-4-2381,-11-4-574,-1 0-3123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4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1 240 18348,'0'0'3553,"0"0"-1662,0 0-972,27-20-514,91-63-270,-112 77-145,1 1 0,0 1 0,0-1 0,1 1 0,-1 1 0,1-1 0,0 1 0,0 1 0,0-1 0,0 1 0,0 1 0,0 0 0,1 0 0,-1 0 0,0 1 0,1 0 0,-1 1 0,2 0 10,-6 0-24,0-1 1,1 2 0,-1-1-1,0 0 1,0 1 0,0 0 0,0 0-1,0 0 1,0 0 0,-1 0-1,1 1 1,-1 0 0,0 0-1,2 1 24,44 52-86,-25-27 73,-9-11 10,0-2-1,2 0 0,0-1 0,1-1 1,4 3 3,-16-13-1,1 0 0,0 0 0,1-1 1,-1 1-1,0-1 0,1-1 0,0 0 1,-1 0-1,1 0 0,0-1 0,0 0 1,0-1-1,0 0 0,0 0 0,0 0 1,5-2 0,-7 0-24,-1 0 1,0 0 0,1-1-1,-1 1 1,0-1 0,0-1-1,-1 1 1,1-1 0,-1 1 0,0-1-1,0-1 1,0 1 0,0 0-1,-1-1 1,1 0 0,-1 0-1,-1 0 1,1 0 0,0-2 23,7-15-312,0 0 0,-2-1 0,-1 0 0,0-1 312,2-29-333,-8 42 526,1-1-1,0 0 1,1 1 0,0-1-1,4-8-192,-6 20 14,-1-1-1,0 1 0,1 0 0,-1-1 1,0 1-1,1 0 0,-1 0 0,1 0 1,-1-1-1,1 1 0,-1 0 0,0 0 1,1 0-1,-1 0 0,1 0 1,-1 0-1,1 0 0,-1 0 0,1 0 1,-1 0-1,1 0 0,-1 0 0,1 0 1,-1 0-1,0 0 0,1 0 0,-1 0 1,1 1-1,-1-1 0,1 0 0,-1 0 1,0 0-1,1 1 0,-1-1 0,0 0 1,1 1-1,-1-1 0,0 0 0,1 1 1,-1-1-1,0 1 0,1-1 1,-1 0-1,0 1 0,0-1 0,0 1 1,0-1-1,1 1 0,-1-1 0,0 0 1,0 1-14,16 25-96,-15-25 136,31 58 9,-15-26 239,2 0 0,11 13-288,-30-46 6,0 1-1,1-1 1,-1 0-1,0 1 1,0-1 0,0 1-1,1-1 1,-1 0 0,0 1-1,0-1 1,1 0-1,-1 1 1,0-1 0,1 0-1,-1 0 1,0 1-1,1-1 1,-1 0 0,1 0-1,-1 0 1,0 1 0,1-1-1,-1 0 1,1 0-1,-1 0 1,0 0 0,1 0-1,-1 0 1,1 0 0,-1 0-1,1 0 1,-1 0-1,1 0 1,-1 0 0,0 0-1,1 0 1,-1 0-1,1-1 1,-1 1 0,0 0-1,1 0 1,-1 0 0,1-1-1,-1 1 1,0 0-1,1 0 1,-1-1 0,0 1-1,1 0 1,-1-1 0,0 1-1,0 0 1,1-1-1,-1 1 1,0-1 0,0 1-1,0 0 1,0-1-1,1 1 1,-1-1 0,0 1-1,0 0 1,0-1 0,0 1-6,7-32-13,-6 28 6,7-48-87,-5 22 362,3 0-1,6-24-267,-12 54 16,1-1-1,-1 1 1,0-1 0,0 0-1,0 1 1,0-1-1,0 1 1,1-1-1,-1 1 1,0-1-1,1 0 1,-1 1-1,0-1 1,1 1-1,-1 0 1,1-1-1,-1 1 1,0-1-1,1 1 1,-1 0-1,1-1 1,0 1-1,-1 0 1,1-1-1,-1 1 1,1 0-1,-1 0 1,1 0-1,0-1 1,-1 1-1,1 0 1,-1 0-1,1 0 1,0 0-1,-1 0 1,1 0-1,-1 0 1,1 0-1,0 0 1,-1 1-1,1-1 1,-1 0-1,1 0 1,-1 0-1,1 1 1,0-1 0,-1 0-1,1 1 1,-1-1-1,1 0 1,-1 1-1,0-1 1,1 1-1,-1-1 1,1 1-1,-1-1 1,0 1-1,1 0-15,21 28-26,7 31 83,10 33-57,10 21-18,-50-125-208,1 1 0,0 0 1,0 0-1,2 0 0,-1-1 1,3-6 225,-3 10-61,4-19 12,0 0 1,2 1 0,1-1 48,-5 19 7,-1 1 0,0-1 0,1 1 0,0 0 0,1 0 0,0 0 1,-1 1-1,2-1 0,-1 1 0,1 0 0,-1 0 0,2 0 0,-1 1 0,2-2-7,-5 5 16,0 0-1,-1 0 0,1 0 0,0 0 1,0 0-1,0 0 0,0 1 1,0-1-1,0 1 0,0 0 0,0-1 1,0 1-1,0 0 0,0 0 1,0 0-1,0 0 0,0 1 0,0-1 1,0 1-1,0-1 0,0 1 1,0-1-1,0 1 0,0 0 0,0 0 1,-1 0-1,1 0 0,0 0 1,-1 1-1,1-1 0,-1 0 0,1 1 1,-1-1-1,0 1 0,2 1-15,4 8 128,-1-1-1,0 2 0,0-1 0,-1 1 0,3 9-127,9 18 71,-11-29-99,0 0 0,0-1-1,1 0 1,1 0 0,-1-1 0,1 1 0,1-2 0,-1 1-1,1-1 1,1-1 0,-1 0 0,8 3 28,53 19-1982,7-10-3485,1-9-5987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4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14619,'0'0'1459,"0"0"-675,0 0 402,0 0 183,0 0-127,0 0 46,-21 28 19,-63 94-4,81-118-1208,0 1 0,0 0 0,0 0 0,1 0 0,0 1 0,0-1 0,0 0 0,1 1 0,0-1 0,0 1 0,0 0 0,1-1 0,-1 1 0,1 0 0,1-1 0,-1 1 0,1-1 0,0 1 0,0-1 0,1 1-1,0-1 1,1 4-95,-1-5 34,1 0-1,0 0 0,0-1 0,0 1 1,0-1-1,1 0 0,-1 0 0,1 0 1,0 0-1,-1-1 0,1 1 0,1-1 1,-1 0-1,0 0 0,0 0 0,1-1 1,-1 0-1,1 0 0,-1 0 0,1 0 1,4 0-34,-2-1 13,0 1 0,1-1 0,-1 0 0,1-1 0,-1 1 0,0-2 0,1 1 0,-1-1 0,0 0 0,0 0 0,0-1 0,0 0 0,-1 0 0,7-5-13,-6 3-25,1-2 1,-1 1-1,-1-1 0,1 0 1,-1 0-1,0 0 1,-1-1-1,0 0 1,0-1-1,-1 1 0,3-8 26,4-10-24,-2 0 1,-1-1 0,-1 0 0,-2 0 0,0-1 0,-1-13 22,-3 41 11,-1 0-1,0 0 1,0 1-1,0-1 1,0 0-1,1 0 1,-1 0-1,0 0 0,0 0 1,1 0-1,-1 0 1,0 1-1,0-1 1,0 0-1,1 0 0,-1 0 1,0 0-1,0 0 1,1 0-1,-1 0 1,0 0-1,0 0 1,1 0-1,-1 0 0,0 0 1,0 0-1,1-1 1,-1 1-1,0 0 1,0 0-1,0 0 1,1 0-1,-1 0 0,0 0 1,0-1-1,0 1 1,1 0-1,-1 0 1,0 0-1,0 0 0,0-1 1,0 1-1,0 0 1,1 0-1,-1 0 1,0-1-1,0 1 1,0 0-1,0 0 0,0-1 1,0 1-11,9 22 10,-8-20 2,39 115 438,-36-106-497,1 0 1,1 0 0,0 0 0,0-1 0,1 0-1,0 0 1,1-1 0,0 0 0,1 1 46,-5-8-168,-1 0-1,1 0 1,-1 0 0,1 0 0,0 0 0,0-1 0,0 0 0,0 1 0,0-2 0,0 1 0,0 0 0,0-1 0,0 0 0,0 0-1,1 0 1,-1 0 0,0-1 0,2 0 168,7 0-827,48-8-5353,3-12-4226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5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15659,'0'0'2930,"0"0"-783,0 0-704,0 0-433,-23 26-183,-67 84-96,87-106-675,0 0 0,0 1 0,1-1 0,-1 1 0,1 0 0,0 0 0,0 0 0,0 0 0,1 0 0,0 0 1,0 0-1,0 1 0,1-1 0,-1 0 0,1 0 0,1 1 0,-1-1 0,1 0 0,0 3-56,1 1 112,-2-6-89,1 0 0,0 0 0,0 0 1,0 0-1,0 0 0,0 0 0,1 0 0,-1 0 0,1-1 0,0 1 0,0 0 0,0-1 0,0 0 1,0 1-1,1-1 0,-1 0 0,1 0 0,-1-1 0,1 1 0,0 0 0,0-1 0,0 0 0,-1 1 0,1-1 1,0 0-1,1-1 0,-1 1 0,0 0 0,0-1 0,0 0 0,0 0 0,0 0 0,1 0 0,-1 0 1,0-1-1,2 1-23,1-1-6,1 0 0,-1 0 1,1 0-1,-1-1 1,1 1-1,-1-2 0,0 1 1,0-1-1,0 0 1,0 0-1,-1 0 0,1-1 1,-1 0-1,0 0 1,0 0-1,0-1 0,2-2 6,-1-4-196,1 0 0,-2 0 0,1-1 0,-2 1-1,0-1 1,0 0 0,-1 0 0,2-11 196,-1-7-248,-1-1 0,-2 1 1,0-1 247,9 47 637,3 20-525,-1 23 304,-3 1-1,-2 1 0,-2 28-415,-5-119 28,2 1 1,1 0-1,1 0 0,4-11-28,-4 24 81,1-1 1,1 1-1,0 1 1,1-1-1,0 1 0,1 0 1,1 1-1,5-7-81,-11 18 17,-1 0 0,1 0 0,0 0 0,-1 0 0,2 0 0,-1 1-1,0-1 1,0 1 0,1 0 0,-1 0 0,1 0 0,0 1 0,-1-1 0,1 1 0,2-1-17,-4 2-2,0 0 0,0 0 1,0 0-1,1 0 1,-1 0-1,0 0 1,0 0-1,0 1 0,0-1 1,0 1-1,0 0 1,0-1-1,0 1 1,0 0-1,0 0 0,0 0 1,0 1-1,-1-1 1,1 0-1,0 1 1,-1-1-1,1 1 0,-1-1 1,0 1-1,1 0 1,-1 0-1,0-1 1,1 3 1,4 9 3,0 0 0,-1 0 0,0 0 0,-1 1 0,-1 0 0,0 0 0,-1 0 0,0 0 0,-1 6-3,1 35 218,-5 42-218,2-83 27,1-13-28,0 0 0,0 1 0,0-1 0,0 0 0,0 0 0,0 1 0,0-1 0,-1 0 0,1 0 0,-1 1 0,1-1 0,-1 0 0,1 0 0,-1 0 0,1 0 0,-1 1 0,0-1 0,0 0 0,0 0 0,0 0 1,1-1-12,-1 0 1,0 0 0,1 0-1,-1 0 1,0 1 0,1-1-1,-1 0 1,0 0 0,0 0-1,1-1 1,-1 1 0,0 0-1,1 0 1,-1 0 0,0 0-1,1-1 1,-1 1 0,0 0-1,1-1 1,-1 1 0,0 0-1,1-1 1,-1 1 0,1-1-1,-1 1 12,-4-5-484,0 0 0,0 0 0,1 0-1,-1 0 1,1-1 0,-2-2 484,-19-34-6504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5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9234,'0'0'5993,"0"0"-1648,0 0-2304,0 0-1449,0 0-432,0 0 72,0 0-136,0 174-96,0-116-648,0-10-4449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6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106 331 17204,'0'0'2846,"0"0"-1050,0 0-524,-17 22-428,-51 74-259,65-91-554,1 0 1,-1-1 0,1 1 0,0 0 0,0 0-1,1 1 1,-1-1 0,1 0 0,0 0 0,0 1-1,1-1 1,0 1 0,0-1 0,0 0 0,1 1-1,-1-1 1,1 0 0,1 2-32,0-3 17,-1 0-1,1 1 1,1-1-1,-1 0 1,0 0 0,1 0-1,0-1 1,0 1-1,0-1 1,1 1-1,-1-1 1,1 0 0,-1 0-1,1-1 1,0 1-1,0-1 1,1 0-17,0 1-17,0-1-1,0 1 1,0-1 0,1 0 0,-1-1 0,1 0 0,0 1-1,-1-2 1,1 1 0,0-1 0,0 0 0,-1 0 0,1 0-1,0-1 1,-1 0 0,1 0 0,0 0 0,-1-1 0,1 0-1,-1 0 1,0 0 0,0-1 0,0 0 0,0 0 0,0 0-1,0 0 1,-1-1 0,4-3 17,1-6-75,0 0-1,-1-1 1,-1 0 0,0 0-1,-1 0 1,-1-1 0,0 0-1,-1 0 1,0 0 0,-2-1-1,1-4 76,3-38-46,-3 0 0,-2-20 46,-1 68 1,2-39 99,-1 35 259,0 0 1,0 1-1,-1-1 0,-1 0 0,0 0 0,-1 1 0,-1-1 0,0 1 0,0 0 0,-4-9-359,6 22 18,1 0-1,0 0 0,0 0 1,0 0-1,-1 0 0,1 0 1,0 0-1,0 0 0,0 0 0,-1 0 1,1 0-1,0 1 0,0-1 1,0 0-1,-1 0 0,1 0 1,0 0-1,0 0 0,0 0 1,0 0-1,-1 0 0,1 1 1,0-1-1,0 0 0,0 0 1,0 0-1,0 0 0,0 1 1,-1-1-1,1 0 0,0 0 1,0 0-1,0 1 0,0-1 1,0 0-1,0 0 0,0 0 0,0 1 1,0-1-1,0 0 0,0 0 1,0 0-1,0 1 0,0-1 1,0 0-1,0 0 0,0 0 1,0 1-1,0-1 0,0 0 1,0 0-1,0 0 0,1 0 1,-1 1-1,0-1 0,0 0 1,0 0-18,-2 19-54,3 4 98,0 1-1,1-1 1,2 0 0,0 0 0,2 0 0,6 19-44,-8-31-13,1 0 0,-1 0 0,2-1 1,-1 1-1,2-1 0,-1-1 0,1 1 0,1-1 1,-1 0-1,2-1 0,-1 0 0,1 0 1,0-1-1,9 6 13,-15-12-39,-1 1 0,1 0 0,-1-1 0,1 1 0,0-1 0,0 0 1,-1 0-1,1 0 0,0-1 0,0 1 0,0 0 0,0-1 0,0 0 0,0 0 0,0 0 1,0 0-1,0 0 0,0-1 0,0 1 0,0-1 0,0 0 0,0 0 0,0 0 39,-1-1-30,1 0-1,-1 0 1,0 0-1,0 0 0,0-1 1,0 1-1,0-1 1,0 1-1,-1-1 1,1 0-1,-1 1 1,0-1-1,1 0 0,-1 0 1,-1 0-1,1 0 1,0 0-1,-1 0 1,1 0-1,-1 0 0,0 0 31,1-99-297,-4 87 699,-6 16-53,8 0-335,-1 1 1,1 0 0,-1 0-1,1-1 1,0 1-1,0 0 1,0 0-1,0 0 1,0 0-1,0 1 1,1-1 0,-1 2-15,-2 9 28,1 1 1,0 0-1,1 0 1,1 0-1,0 0 1,1 0-1,0 0 1,2 0-1,2 11-28,-4-19-6,1 0 0,1-1 0,-1 1-1,1-1 1,0 1 0,0-1 0,0 0-1,1 0 1,-1 0 0,1 0 0,1-1 0,-1 0-1,1 1 1,-1-2 0,1 1 0,0 0-1,1-1 1,-1 0 0,1 0 0,-1-1-1,1 0 1,0 0 0,5 2 6,15 1-595,1-1 0,-1-2 0,1 0 0,-1-1 0,1-2 0,3-1 595,43-1-3050,20 3-2977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249 361 224,'0'0'14014,"0"0"-9281,0 0-3040,0 0-584,-27-6-453,27 6-656,-29-7 172,0 1 0,-25-2-172,51 8 8,0 1 0,-1-1 0,1 0 0,0 1 0,0 0 0,0-1 0,1 1 0,-1 0 0,0 1 1,0-1-1,0 0 0,1 1 0,-1 0 0,1-1 0,-1 1 0,1 0 0,0 0 0,-1 1 0,1-1 0,0 0 0,1 1 0,-1-1 0,0 1 0,1-1 1,-1 1-1,1 0 0,0 0 0,0 0 0,0 0 0,0 0 0,0 3-8,-4 5 49,-2 9 28,1 0 0,0 0 0,1 0 0,2 0 1,0 1-1,1-1 0,0 1 0,2 0 1,1-1-1,2 13-77,-3-30 10,0 0 0,0 0 0,1-1-1,-1 1 1,1 0 0,0 0 0,0 0 0,0 0 0,0 0 0,0-1 0,1 1 0,-1-1 0,1 1 0,0-1 0,0 1 0,0-1-1,0 0 1,0 0 0,0 0 0,1 0 0,-1 0 0,0-1 0,1 1 0,0-1 0,-1 1 0,1-1 0,0 0 0,0 0-1,0 0 1,-1-1 0,1 1 0,0-1 0,0 1 0,0-1 0,0 0 0,0 0 0,0 0 0,0-1 0,0 1 0,2-1-10,2-1 12,1 1 1,-1-1 0,0-1-1,0 1 1,0-1-1,0 0 1,-1-1 0,1 0-1,-1 0 1,0 0-1,0-1 1,-1 0 0,1 0-1,-1 0 1,0-1 0,0 0-13,4-8-5,-1 0 0,0 0 0,-2-1 0,0 0 1,0 0-1,-1-1 0,-1 1 0,-1-1 1,2-14 4,0-22-128,-3-1-1,-2-19 129,-1 25-27,-3-84 126,2 114 395,-1-1 0,0 0-1,-1 1 1,-1-1 0,0 1 0,-3-2-494,27 98 701,64 196-822,-82-271-14,0 0 0,1 0-1,-1-1 1,1 1 0,0-1 0,0 1 0,1-1-1,-1 1 1,0-1 0,1 0 0,0 0 0,0 0-1,0-1 1,0 1 0,0-1 0,1 1 0,-1-1 0,1 0-1,-1-1 1,1 1 0,0 0 0,0-1 0,0 0-1,0 0 1,0 0 0,0-1 0,0 1 0,0-1 0,0 0-1,0 0 1,0 0 0,0-1 0,0 1 0,0-1-1,0 0 1,0 0 0,0 0 0,0-1 135,10-4-336,-1 0 0,0-1 1,0-1-1,-1 0 0,0 0 1,0-1-1,-1-1 0,0 0 0,-1 0 1,0-1-1,0-1 0,-1 0 1,-1 0-1,0 0 0,3-8 336,-10 18 117,0 0 0,0-1-1,0 1 1,-1 0 0,1-1-1,-1 1 1,1 0 0,-1-1 0,0 1-1,0-1 1,0 1 0,0-1 0,0 1-1,0 0 1,-1-1 0,1 1 0,-1 0-1,0-1-116,0 2 107,0 0 0,0 0 1,0 0-1,0 0 0,0 0 0,0 0 0,-1 0 0,1 0 0,0 1 0,0-1 0,-1 1 0,1-1 0,0 1 1,-1-1-1,1 1 0,-1 0 0,1-1 0,-1 1 0,1 0 0,-1 0 0,1 0 0,-1 0 0,1 1 0,0-1 1,-1 0-1,1 0 0,-1 1 0,1-1-107,-2 1 23,1 0 0,-1 0 0,1 1 1,0-1-1,-1 1 0,1-1 0,0 1 0,0-1 0,0 1 1,0 0-1,0 0 0,0 0 0,0 0 0,1 1 0,-1-1 1,1 0-1,0 1 0,-1-1 0,1 1 0,0-1 0,1 1 1,-1 0-1,0-1 0,0 4-23,-2 9 143,0 1 0,1-1 0,0 14-143,1-19 92,1 1 0,0 0-1,0 0 1,1 0 0,0 0-1,1 0 1,1-1 0,-1 1-1,3 2-91,-3-9 27,0 1 0,0-1 0,1 0 0,-1-1 1,1 1-1,0 0 0,1-1 0,-1 1 0,0-1 0,1 0 0,0 0 0,-1-1 0,1 1 0,1-1 0,-1 0 0,0 0 0,0 0 0,1 0 0,-1-1 1,1 0-1,-1 0 0,5 1-27,1-1-97,0 1 1,1-1-1,-1 0 1,0-1 0,0 0-1,0-1 1,0 0-1,0 0 1,0-1 0,0-1-1,0 0 1,0 0-1,-1-1 1,0 0-1,0 0 1,0-1 0,0 0-1,-1-1 1,1 0-1,-1 0 1,-1-1 0,1 0-1,-1 0 1,-1-1-1,1 0 1,-1 0-1,-1 0 1,1-1 0,-2 0-1,1 0 1,-1 0-1,0-1 1,-1 0 0,0 1-1,-1-1 1,0 0-1,0-1 97,0-2-25,0 0 1,-1 1-1,-1-1 0,0 0 0,-1 0 1,0 0-1,-1-1 25,2 14 19,0 0 0,0 0 0,-1 0 0,1 0 0,0 1 0,0-1 0,0 0 0,0 0 0,-1 0 0,1 0 0,0 0 0,0 0 0,0 0 0,-1 0 0,1 1 0,0-1 0,0 0 0,0 0 1,-1 0-1,1 0 0,0 0 0,0 0 0,0 0 0,-1 0 0,1 0 0,0 0 0,0 0 0,0 0 0,-1-1 0,1 1 0,0 0 0,0 0 0,0 0 0,-1 0 0,1 0 0,0 0 0,0 0 0,0 0 0,0-1 0,0 1 0,-1 0 0,1 0 0,0 0 0,0 0 0,0-1 0,0 1 0,0 0 0,0 0 0,0 0 1,-1 0-1,1-1 0,0 1 0,0 0 0,0 0 0,0 0 0,0-1 0,0 1 0,0 0 0,0 0 0,0-1 0,0 1 0,0 0 0,0 0 0,0 0 0,0-1 0,0 1 0,1 0 0,-1 0 0,0 0-19,-4 18 523,5 4-361,1 0 0,1-1 0,1 1-1,0-1 1,2 1 0,1-1 0,0-1-1,2 0 1,0 0 0,8 12-162,-7-13 71,-7-11-44,0-1 0,1 1-1,0-1 1,1 0-1,0-1 1,0 1-1,2 1-26,-5-16 102,-1 1-1,0-1 0,0 0 1,0 0-1,-1 0 0,0-3-101,-3-233 28,3 242-17,1 0 0,-1-1-1,0 1 1,0 0 0,1 1-1,-1-1 1,1 0 0,0 0-1,-1 0 1,1 0 0,0 0-1,0 1 1,0-1 0,1 0-1,-1 1 1,0-1 0,1 1-1,-1-1 1,1 1 0,-1-1-1,1 1 1,-1 0 0,1 0-1,0 0 1,0 0 0,0 0-1,-1 1 1,1-1 0,0 0-1,0 1 1,0-1-1,0 1 1,0 0 0,0 0-1,0 0 1,0 0 0,2 0-11,2 0 20,0 0 1,-1 1-1,1 0 1,-1 0 0,1 0-1,-1 1 1,1 0-1,-1 0 1,0 0-1,0 1 1,0 0-1,0 0 1,2 1-21,1 4 66,0-1-1,0 1 1,0 1 0,-1 0-1,-1 0 1,0 0 0,0 1-1,0-1 1,-1 2 0,1 2-66,2 11 85,0-1-1,-1 1 1,-1 1 0,-1 2-85,-5-25 4,0 0-1,0 0 0,1 0 1,-1 0-1,1 0 0,0 0 1,0 0-1,-1 0 0,1-1 1,0 1-1,0 0 0,1 0 1,-1-1-1,0 1 0,1-1 1,-1 1-1,1-1 0,-1 1 1,2 0-4,0-1-190,0 0 0,1 0 0,0 1 1,-1-2-1,1 1 0,-1 0 1,1-1-1,0 0 0,0 0 0,2 0 190,28 0-4965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7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14579,'0'0'2361,"0"0"-253,0 0-11,0 0-843,0 0-633,3 23-339,-2-6-238,-1-11-34,0 0-1,0 0 1,1 0-1,-1 0 1,1 0-1,1-1 1,-1 1-1,1 0 1,0 0-1,0-1 1,1 1-1,-1-1 1,1 0 0,0 0-1,1 0 1,-1 0-1,1 0 1,0-1-1,0 1 1,1-1-1,-1 0 1,6 3-10,2-1 56,0 2-1,0-1 1,-1 1 0,0 1 0,-1 0 0,2 2-56,-9-8 89,0 1 1,-1-1 0,1 1 0,-1 0 0,0-1 0,1 1 0,-2 0-1,1 0 1,0 0 0,-1 1 0,0-1 0,0 0 0,0 0 0,0 1-1,-1-1 1,0 1 0,0-1 0,0 0 0,0 1 0,-1-1 0,0 2-90,0-3 66,0 0 0,-1 0 1,1 0-1,-1-1 1,0 1-1,0-1 1,0 1-1,0-1 1,-1 0-1,1 1 1,0-1-1,-1 0 1,0-1-1,1 1 1,-1 0-1,0-1 1,0 0-1,0 0 0,0 1 1,0-2-1,0 1 1,0 0-1,0-1 1,0 1-1,-2-1-66,-7 2 19,1-1 0,0 0-1,-1 0 1,1-2 0,0 1-1,-9-3-18,19 3-32,-1-1 0,1 0 0,-1 1-1,1-1 1,-1 0 0,1 0 0,0 0-1,-1-1 1,1 1 0,0 0 0,0 0-1,0-1 1,0 1 0,0 0 0,0-1-1,0 1 1,0-1 0,1 0 0,-1 1-1,1-1 1,-1 1 0,1-1 0,-1 0 0,1 1-1,0-1 1,0 0 0,0 0 0,0 1-1,0-2 33,0-6-778,0 1 0,1-1 0,0 1 0,0 0 0,2-8 778,18-28-7155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8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15427,'0'0'4081,"0"0"-1712,0 0-105,0 0-1176,19 160-487,-17-122-433,1-4-168,19-17-168,-1-7-2025,6-10-4024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8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235 331 16307,'0'0'1878,"0"0"-672,-29 0 167,-91 4-228,117-3-1100,-1-1 0,1 1 1,-1 0-1,0 0 0,1 0 0,-1 0 1,1 1-1,0-1 0,0 1 1,-1 0-1,1 0 0,0 0 1,0 0-1,1 0 0,-1 1 0,0-1 1,1 1-1,0 0 0,-1 0 1,1 0-1,0 0 0,0 2-45,-1 2 120,0 1 0,1-1-1,0 1 1,0-1 0,1 1 0,0 0-1,0 6-119,1-10 75,-1 7 62,0-1 0,1 1-1,0 0 1,1-1-1,0 1 1,0-1-1,2 1 1,0 1-137,-1-7 28,-1 0-1,2-1 1,-1 0 0,0 1-1,1-1 1,0 0 0,0 0 0,0 0-1,1-1 1,-1 1 0,1-1-1,0 0 1,0 0 0,0 0-1,0 0 1,0-1 0,1 1-1,3 0-27,2 2-12,1-1 0,1-1 0,-1 0 0,0 0 0,1-1-1,-1-1 1,1 1 0,0-2 0,-1 0 0,1 0 0,0-1-1,-1-1 1,6-1 12,-10 2-161,1-1 0,-1-1 0,0 1 0,0-1 0,0 0 0,0-1 0,0 1 0,-1-1 0,1-1 0,-1 1 0,0-1 0,-1 0 0,1-1 0,-1 1 0,0-1 0,0 0 0,-1 0 0,0-1 0,0 1 0,2-7 161,1-4-231,-1-1 0,-1 0-1,-1 0 1,0 0-1,-2 0 1,0-1-1,-1-6 232,0-29 505,-6-47-505,0 65 1424,-2-1 0,-1 1 0,-1 0 0,-3 1-1,-6-14-1423,19 55 73,0-1-1,0 1 0,-1 0 1,0-1-1,0 1 0,0 0 1,-1-1-1,0 3-72,-1 17 97,3 12 43,2 0 0,1 0 0,7 30-140,-7-47-3,2 0 0,0 0 0,1-1 0,1 1 0,0-2 0,2 1 0,7 10 3,-12-23-84,0 0-1,0 0 0,0-1 1,1 0-1,-1 0 0,1 0 1,1-1-1,-1 0 0,0 0 1,1 0-1,0-1 1,0 0-1,0 0 0,6 0 85,11 3-2248,0-1-1,1-1 0,18 0 2249,41-2-12729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53 16540,'0'0'2244,"0"0"-284,0 0 97,0 0-614,0 0-634,-2 21-387,2-21-422,-2 16 61,1 1 0,1-1 0,1 0 0,0 3-61,0-18 5,-1 1 1,1-1 0,0 1-1,0-1 1,-1 1-1,1-1 1,0 0-1,0 0 1,1 1 0,-1-1-1,0 0 1,0 0-1,1 0 1,-1 0-1,0 0 1,1-1-1,-1 1 1,1 0 0,-1-1-1,1 1 1,-1-1-1,1 1 1,0-1-1,-1 0 1,1 1 0,0-1-1,-1 0 1,1 0-1,-1 0 1,1 0-1,0-1 1,-1 1 0,1 0-1,1-1-5,3 0-22,1 0 1,-1-1-1,0 0 0,0 0 1,0 0-1,0-1 0,0 1 1,1-2 21,2-4-106,0 0 1,-1 0-1,0-1 0,0 0 1,-1 0-1,0-1 0,-1 0 1,0 0-1,0 0 1,-1-1-1,-1 0 0,0 0 1,0 0-1,-1-1 1,0-1 104,-3 11 712,0 24-51,0-4-350,0 9 103,1-1 1,3 19-414,-3-37-1,0 0 1,1-1-1,0 1 1,1-1-1,-1 0 1,1 0-1,1 0 1,-1 0-1,1 0 1,1 0-1,2 3 1,-4-8-92,-1 1-1,1-1 1,0 1-1,0-1 1,0 0 0,0 0-1,0 0 1,1-1-1,-1 1 1,1-1-1,-1 1 1,1-1-1,-1-1 1,1 1-1,0 0 1,2-1 92,63-2-4928,-58 1 3382,38-7-7191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39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169 380 16131,'0'0'3504,"0"0"-1746,0 0-511,-26 19-163,-11 8-217,-31 30-867,64-54 40,1 1 0,0-1 1,0 1-1,0-1 1,0 1-1,1 0 0,-1 0 1,1 0-1,0 0 1,0 1-1,1-1 0,-1 1 1,1-1-1,0 1 1,0-1-1,1 1 0,-1 0 1,1-1-1,0 1 1,0 0-1,1-1 0,-1 2-40,1 8 105,-1-11-87,0 0 0,1 1-1,-1-1 1,1 0 0,-1 0-1,1 0 1,0 0 0,0 0 0,1 0-1,-1 0 1,1 0 0,-1-1-1,1 1 1,0 0 0,0-1 0,0 1-1,0-1 1,0 0 0,1 0 0,-1 0-1,2 1-17,1 0 14,0 0-1,0-1 1,1 1 0,-1-1-1,1 0 1,0-1-1,0 1 1,-1-1 0,1 0-1,0-1 1,3 1-14,2-1-118,0 0 0,0 0 0,0-2 0,0 1 0,0-1-1,0-1 1,0 1 0,-1-2 0,1 0 0,-1 0 0,0-1 0,6-4 118,-8 3-262,0-1 0,-1-1 1,0 1-1,0-1 0,-1-1 0,0 1 0,-1-1 0,1 0 0,-2 0 0,1 0 0,-1-1 0,-1 0 1,0 0-1,0 0 0,-1 0 0,0 0 0,-1 0 0,0-1 262,2-30-260,-2 0 1,-1-1-1,-6-33 260,1 30 796,-2 1 0,-2-5-796,-29-84 6014,32 220-4086,5 15-1789,-1-8-228,4-1 0,14 89 89,-14-168-717,1-1-1,1 1 0,0-1 0,0 0 1,5 7 717,4 3-5763</inkml:trace>
  <inkml:trace contextRef="#ctx0" brushRef="#br0" timeOffset="1">403 725 16524,'0'0'1504,"0"0"-1504,0 0-2257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54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498 10 16428,'0'0'2020,"0"0"-329,0 0 139,0 0-667,0 0-634,-6 21-200,0 1-259,-1 0 0,-1 0 0,-1 0-70,7-18 9,0-1 0,-1 0 0,1 0 0,-1 0 0,0 0 0,1 0 0,-2 0 0,1-1 0,0 1 0,0-1 0,-1 0 0,1 0 0,-1 0 0,0-1 0,1 1 0,-1-1 0,0 0 0,0 0 0,0 0 0,-3 0-9,-7 1 46,1-1-1,-1-1 0,0 0 1,-10-2-46,23 2 7,-2-1 28,0 0 0,0 0 0,1 0 0,-1 0 0,0 0 0,1 0 0,-1-1 0,1 0 0,0 1 1,-1-1-1,1 0 0,0 0 0,0 0 0,0 0 0,0-1 0,0 1 0,1 0 0,-1-1 0,1 1 0,-1-1 0,1 0 0,0 1 0,0-1 0,0 0 0,1 0 0,-1 0-35,0 1 12,0 0 1,1 0-1,-1 0 0,1 0 1,0 0-1,-1 0 0,1 0 0,0 0 1,0 0-1,0 0 0,0 0 1,0 0-1,1 0 0,-1 0 1,1 0-1,-1 0 0,1 0 1,0 0-1,0 0 0,0 1 1,0-1-1,0 0 0,0 0 0,0 1 1,0-1-1,1 1 0,-1-1 1,1 1-1,-1 0 0,1-1 1,0 1-1,-1 0 0,1 0 1,0 0-1,1 0-12,-1 0 3,1 0 1,0 0-1,0 1 1,0-1-1,0 1 1,0 0-1,0-1 1,-1 2-1,1-1 1,0 0-1,0 0 1,0 1-1,0 0 1,0-1-1,0 1 1,-1 0-1,1 0 1,0 1-1,-1-1 1,1 1-1,-1-1 1,1 1-1,-1 0 1,0 0-1,0 0 1,0 0-1,0 0 1,0 0-1,0 1 1,0-1-1,-1 0 1,1 1-1,-1 0 1,0-1-1,1 2-3,-1 1 52,1 0 0,-1 0-1,1 0 1,-2 1 0,1-1 0,0 0 0,-1 1-1,0-1 1,-1 0 0,1 1 0,-1-1-1,0 0 1,0 0 0,0 0 0,-1 1-1,0-1 1,0-1 0,0 1 0,-1 0-1,1 0-51,-4 3 43,1-1 0,-1 0 0,0 0 0,-1 0 1,0-1-1,0 0 0,0 0 0,-1-1 0,0 0 0,0 0 0,0-1 0,0 0 0,-1 0 0,1-1 0,-1 0 0,-4 1-43,12-4 6,0 0 0,0 0 0,-1 0 0,1 0 0,0 0 0,0 0 0,0 0 0,-1 0 1,1-1-1,0 1 0,0 0 0,0-1 0,0 1 0,0-1 0,0 1 0,0-1 0,-1 1 0,2-1 1,-1 0-1,0 0 0,0 1 0,0-1 0,0 0 0,0 0 0,1 0 0,-1 0 0,0 0 0,1 0 1,-1 0-1,1 0 0,-1 0 0,1 0 0,-1-1 0,1 1 0,0 0 0,-1 0 0,1 0 1,0-1-7,-2-54 74,3 39-59,-1 6-12,1 1-1,0-1 1,1 1-1,0 0 1,0-1 0,1 1-1,1 0 1,-1 1-1,2-1 1,3-7-3,-5 13 9,-1 0-1,1-1 1,0 1-1,0 1 1,0-1 0,1 0-1,-1 1 1,1-1-1,0 1 1,0 0 0,0 1-1,1-1 1,-1 1 0,0-1-1,1 1 1,0 1-1,-1-1 1,1 0 0,0 1-1,0 0 1,0 1-1,0-1 1,3 1-9,-6 0 0,-1-1 1,1 2-1,-1-1 1,0 0-1,1 0 0,-1 0 1,1 1-1,-1-1 1,0 1-1,1-1 0,-1 1 1,0-1-1,0 1 1,1 0-1,-1 0 0,0-1 1,0 1-1,0 0 0,0 0 1,0 0-1,0 0 1,0 0-1,0 1 0,-1-1 1,1 0-1,0 1 0,0 1 2,0 0 0,0 0 0,0 1 0,0-1 0,-1 0 0,0 1 0,1-1 0,-1 0 0,0 1 0,-1-1 0,1 3-2,-1 1 17,0 1 1,-1-1-1,0 1 0,0-1 0,-1 1 0,0-1 1,0 0-1,-1 0 0,1-1 0,-3 4-17,-5 2 61,0-1 0,-1 0-1,0 0 1,-1-2 0,-13 9-61,20-13 17,0-2 0,-1 1 0,0-1 0,0 0 0,0 0 0,0-1 0,0 1 0,0-2 0,-1 1 0,1-1 0,-1 0 0,1-1 1,-7 0-18,13 0 10,0 0 0,-1-1-1,1 1 1,0-1 0,0 1 0,-1-1 0,1 1 0,0-1 0,0 0 0,0 0 0,0 0 0,0 1 0,0-1 0,0 0 0,0 0 0,0 0 0,0-1 0,0 1 0,1 0 0,-1 0 0,0 0 0,1 0 0,-1-1 0,1 1 0,-1 0 0,1-1 0,0 1 0,0 0 0,-1-1-10,-1-43 101,2 36-87,0 4-12,-1-7 1,1 0 1,1 1 0,0-1 0,0 0-1,1 1 1,1-1 0,0-1-4,-1 10-1,-1 0 0,1 0 0,-1 0 0,1 0 0,0 0 0,0 0 0,0 1 1,1-1-1,-1 1 0,1-1 0,-1 1 0,1 0 0,0 0 0,0 0 0,0 0 0,0 1 1,0-1-1,0 1 0,0 0 0,0 0 0,1 0 0,-1 0 0,0 0 0,1 1 0,-1 0 1,1-1-1,0 1 1,0 0-4,-1 0 1,1-1-1,0 1 1,-1 1 0,1-1-1,0 0 1,-1 1-1,1 0 1,-1 0-1,1 0 1,-1 0 0,0 0-1,1 1 1,-1 0-1,0 0 1,0-1 0,0 2-1,0-1 1,0 0-1,0 1 1,1 1 3,-1 0-1,-1 0 0,0 0 0,0 0 0,0 0 0,0 0 0,-1 1 0,0-1 0,1 1 0,-2-1 0,1 1 0,0-1 0,-1 1 0,0-1 0,0 1 1,0 0-1,-1-1 0,0 4 1,-2 0 4,1 0 1,-1 0 0,-1 0 0,1-1 0,-1 1-1,-1-1 1,1 0 0,-1 0 0,-1-1 0,1 1 0,-1-1-1,0 0 1,0 0 0,-1-1 0,0 0 0,0 0-1,0-1 1,0 0 0,-1 0 0,0-1 0,0 1-1,0-2 1,0 1-5,7-3 4,-1 0-1,1 0 1,0 0-1,-1 0 1,1 0-1,0 0 1,0 0-1,-1 0 1,1 0-1,0-1 0,0 1 1,-1-1-1,1 1 1,0-1-1,0 1 1,0-1-1,0 0 1,0 1-1,0-1 1,0 0-1,0 0 1,0 0-1,0 0 1,0 0-1,0 0 1,0 0-1,1 0 1,-1 0-1,1 0 0,-1 0 1,0 0-1,1-1 1,0 1-1,-1 0 1,1 0-1,0-1 1,0 1-1,0 0 1,-1 0-1,2-2-3,-3-8 8,2-1-1,-1 0 1,2 1 0,0-7-8,0 5-2,0 5 1,0 0 1,0-1-1,1 1 0,0 0 0,1 0 0,-1 0 0,2 0 0,-1 1 1,1-1-1,0 1 0,1 0 0,-1 0 0,1 0 0,1 1 0,3-4 1,-5 6-3,-1 1 0,1-1-1,0 1 1,1 0 0,-1 1 0,0-1-1,1 1 1,-1-1 0,1 2-1,0-1 1,0 0 0,-1 1-1,1 0 1,0 0 0,0 0 0,1 1-1,-1 0 1,0-1 0,0 2-1,0-1 1,0 1 0,0 0 0,0 0-1,0 0 1,0 1 0,3 1 3,-4-1-2,0 1 1,1-1 0,-1 1 0,0 0 0,-1 1 0,1-1-1,-1 1 1,1 0 0,-1-1 0,0 1 0,0 1-1,-1-1 1,1 0 0,-1 1 0,0-1 0,0 1-1,0 0 1,-1 0 0,0-1 0,0 1 0,0 0-1,0 0 1,-1 4 1,1 2 2,0-1-1,-1 0 1,-1 1-1,0-1 1,0 0-1,0 0 1,-2 1-1,1-1 1,-1-1-1,-1 1 1,-1 4-2,-2-2 11,0 0 0,-1-1 0,-1 0 0,1 0 0,-2-1 1,-6 6-12,10-10 5,0-1 1,0 0 0,-1 0 0,1 0 0,-1-1 0,0 0 0,-1 0 0,1-1 0,-1 0 0,1 0-1,-1-1 1,0 0-6,5-1 4,1-1 0,0 0 0,-1 0 1,1 0-1,-1 0 0,1 0 0,-1-1 0,1 1 0,-1-1 0,1 0 0,0 1 0,-1-1 0,1 0 0,0 0 0,0-1 0,0 1 0,0 0 0,0-1 0,0 1 0,0-1 0,0 0 0,0 1 0,1-1 0,-1 0 0,1 0 1,-1 0-1,1 0 0,0 0 0,0-1 0,0 1 0,0 0 0,0-1 0,1 1 0,-1 0 0,1-1 0,-1-1-4,-2-12-2,0 0-1,2-1 1,0 1-1,0-1 1,2-2 2,-1 5 6,0 14-5,0-14-6,0 1 0,0-1 0,2 1 1,-1 0-1,2-1 0,2-9 5,-3 20-5,-1 0-1,0 1 1,0-1 0,1 0-1,0 0 1,0 0 0,-1 1-1,1-1 1,1 1 0,-1 0-1,0-1 1,1 1 0,-1 0 0,1 0-1,-1 1 1,1-1 0,0 0-1,0 1 1,0 0 0,0 0-1,0 0 1,0 0 0,0 0-1,0 0 1,1 1 0,-1 0-1,0-1 1,0 1 0,0 0-1,1 1 1,-1-1 5,1 1-2,0-1-1,-1 1 1,1 1 0,0-1 0,0 0-1,-1 1 1,1 0 0,-1 0 0,1 0-1,-1 0 1,0 0 0,0 1 0,0-1-1,0 1 1,0 0 0,-1 0 0,1 0-1,-1 0 1,0 1 0,0-1-1,0 1 1,0-1 0,0 1 0,-1 0-1,0-1 1,0 1 0,0 0 0,0 2 2,1 0 1,0 1-1,-1-1 1,0 1 0,0 0 0,-1 0 0,0-1 0,0 1 0,-1 0 0,0 0 0,0-1 0,0 1-1,-1 0 1,0-1 0,0 0 0,-1 1 0,1-1 0,-3 2-1,-3 2 10,0 0-1,-1-1 1,0 0 0,-1 0-1,0-1 1,0-1 0,0 1 0,-1-2-1,0 1 1,-1-2 0,0 0-1,1 0 1,-1-1 0,-1 0-1,-4 0-9,15-3 2,0-1-1,0 0 0,1 0 1,-1 0-1,0 0 0,0 0 1,0 0-1,0 0 0,0-1 1,1 1-1,-1-1 1,0 1-1,0-1 0,1 0 1,-1 0-1,0 1 0,1-1 1,-1 0-1,1-1 0,-1 1 1,1 0-1,-1 0 0,1-1-1,-1-1 3,0 0 1,0 0-1,0 0 0,1 0 0,0-1 0,-1 1 0,1 0 0,0-1 0,1 1 0,-1 0 0,1-1 0,-1-1-3,1-9 8,0 0-1,1 1 0,0-1 1,1 0-1,0 1 0,2-5-7,-2 11-2,0 0 0,1 1-1,-1-1 1,1 1 0,0 0-1,1 0 1,-1 0 0,1 0-1,1 0 1,-1 1 0,1 0-1,0 0 1,0 0 0,0 1-1,0-1 1,1 1 0,0 0-1,0 1 1,2-1 2,1 0-4,1 0 0,0 0-1,1 1 1,-1 1 0,0 0 0,1 0 0,-1 1-1,1 1 1,0-1 0,-1 2 0,1-1 0,3 2 4,-12-2-2,1 1 0,-1-1-1,1 1 1,-1 0 0,1 0 0,-1 0 0,0 0 0,1 0 0,-1 0 0,0 1 0,0-1 0,0 1 0,0-1 0,0 1-1,0 0 1,0 0 0,-1 0 0,1 0 0,-1 0 0,1 0 0,-1 1 0,0-1 0,0 0 0,0 1 0,0-1 0,0 1 0,0-1-1,-1 1 1,1-1 2,-1 4 0,1-1-1,0 1 0,-1-1 0,0 1 0,-1-1 0,1 1 1,-1-1-1,0 1 0,0-1 0,-1 1 0,0-1 0,1 0 1,-2 0-1,1 1 1,-6 5 6,1 1 0,-2-1 1,1 0-1,-1-1 1,-1 0-1,0-1 0,-2 2-6,-80 58 44,90-67-42,-64 37 6,62-37-1,0-1-1,0 1 0,0 0 1,0-1-1,0 0 0,0 0 1,0 0-1,0-1 0,0 1 1,-1-1-1,1 0 0,0 0 1,0 0-1,-1-1 0,1 0 1,-1 0-7,4 1 4,0-1 0,0 0-1,0 1 1,0-1 0,0 0 0,0 1 0,0-1 0,0 0 0,0 0 0,0 0 0,1 0-1,-1 0 1,0 0 0,1 0 0,-1 0 0,0 0 0,1 0 0,0 0 0,-1 0 0,1-1 0,0 1-1,-1 0 1,1-1-4,0-32 8,0 21-4,1-8-4,0 1-1,2-1 1,0 1-1,1 0 1,1 0-1,1 0 1,6-13 0,-8 22-2,1 0 0,0 1 1,1-1-1,0 1 1,0 1-1,1-1 1,1 1-1,-1 0 1,2 1-1,-1 0 0,1 0 1,0 1-1,0 0 1,5-2 1,-8 6-6,-1 1 0,0 0 0,1 0 0,-1 0 0,1 1 0,-1-1 0,1 1 0,0 1 0,-1-1 0,1 1 0,0 0 0,5 1 6,-9-1-3,1 0 1,0 1-1,-1-1 1,1 1-1,-1 0 1,1 0-1,-1 0 1,1 0-1,-1 0 1,0 0-1,1 1 1,-1-1 0,0 1-1,0 0 1,0-1-1,0 1 1,0 0-1,-1 0 1,1 0-1,-1 1 1,1-1-1,-1 0 1,0 0-1,0 1 1,0-1-1,0 1 1,0 0 2,1 6 1,0 0 0,-1 1-1,-1-1 1,0 0 0,0 0 0,0 0-1,-1 0 1,-1 0 0,1 0 0,-2 0-1,1 0 1,-1-1 0,0 1 0,-1-1-1,-4 7 0,3-5 6,-1 0-1,0-1 1,0 0-1,-1 0 1,-1 0-1,1-1 1,-1 0-1,-1-1 1,1 0-1,-1 0 1,-1 0-1,-6 3-5,14-9 5,1-1 0,-1 1-1,1 0 1,-1 0-1,1-1 1,-1 1 0,0-1-1,1 1 1,-1-1-1,0 0 1,0 1 0,1-1-1,-1 0 1,0 0-1,0 0 1,1-1 0,-1 1-1,0 0 1,0-1-1,1 1 1,-1-1-1,0 1 1,1-1 0,-1 0-5,0-1 3,0 1 1,0-1-1,1 0 1,-1 0 0,0 0-1,1 0 1,-1 0-1,1-1 1,0 1-1,0 0 1,0-1-1,0 1 1,0 0 0,1-1-1,-1 1-3,-2-14-4,0 0 0,2 0 0,0 0-1,0 0 1,2 0 4,-1 8-12,-1-10-70,1 12 60,-1 0-1,1 1 1,0-1-1,1 0 1,-1 0-1,1 1 1,0-1-1,1-1 23,-1 6-74,0-1 0,0 1 0,-1 0 0,1-1 0,0 1 0,0 0 0,0 0 0,0 0 0,1 0 0,-1 0 1,0 0-1,0 0 0,1 0 0,-1 1 0,0-1 0,1 0 0,-1 1 0,1-1 0,-1 1 0,1-1 0,-1 1 0,1 0 0,-1 0 0,1 0 0,-1 0 0,1 0 0,-1 0 0,1 0 0,-1 0 0,1 0 0,-1 1 0,1-1 0,-1 1 0,1-1 74,44 17-3724,-15 1-1511,4 6-5356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05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15891,'0'0'1929,"0"0"343,0 0-431,0 0-801,0 0-136,0 0-376,148-29-312,-113 22-144,0 2-72,0 0-88,8 3-1240,-8-1-2361,-6 1-2224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06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48 7090,'0'0'1489,"0"0"453,0 0-274,0 0-206,0 0-108,0 0 7,0-5-53,1-1-834,-1 4-238,1 0 1,-1 0 0,0 0-1,0 0 1,0 0-1,0 0 1,0 0-1,0 0 1,0 0 0,-1 0-1,1 0 1,-1 0-1,0 0-236,0 1 107,0 1-1,0-1 1,0 0 0,0 0-1,0 1 1,0-1 0,0 0-1,-1 1 1,1-1 0,0 1-1,-1 0 1,1-1-1,0 1 1,-1 0 0,1 0-1,0 0 1,-1 0 0,1 0-1,0 0 1,-1 0-107,-37 1 504,27-1-143,6 1-314,0-1 1,0 1-1,0 0 0,0 1 0,1-1 1,-1 1-1,0 0 0,1 1 0,0-1 1,-1 1-1,1 0 0,0 0 0,1 1 1,-1-1-1,1 1 0,-1 0 0,1 0 1,0 1-1,0-1 0,1 1 0,0 0 0,-1 0 1,2 0-1,-1 1 0,0-1 0,1 1-47,-2 4 37,0 0 0,0 1 0,1-1 0,1 1 0,0 0-1,0 0 1,1 0 0,1 0 0,-1 0 0,2 0 0,0 0-1,0-1 1,3 11-37,-2-14 6,1 0 1,-1-1-1,1 1 0,1-1 0,-1 1 0,1-1 1,0-1-1,1 1 0,0 0 0,-1-1 0,2 0 0,-1 0 1,0-1-1,1 1 0,0-1 0,0 0 0,0-1 1,1 0-1,-1 0 0,1 0 0,0 0 0,0-1 0,0 0-6,2 0 8,-1 0-1,1 0 0,0-1 0,0 0 1,0 0-1,0-1 0,0-1 0,0 1 0,0-1 1,0-1-1,0 0 0,0 0 0,-1 0 0,1-1 1,-1-1-1,0 1 0,1-1 0,-1-1-7,2-1 21,-1-1-1,0 0 1,0 0-1,-1 0 1,0-1-1,0 0 1,-1-1-1,0 0 0,3-4-20,-7 6 57,1 0 0,-1-1 0,0 1 0,-1-1 0,1 1 0,-2-1 0,1 0 0,-1 0 0,0 0 0,-1 0 0,1 1 0,-2-1-1,0-7-56,1 11 9,-1-1 0,0 1-1,-1 0 1,1-1 0,-1 1-1,1 0 1,-1 0-1,-1 0 1,1 0 0,0 0-1,-1 1 1,0-1-1,0 1 1,0-1 0,0 1-1,0 0 1,-1 0-1,0 1 1,1-1 0,-1 1-1,0 0 1,0 0 0,0 0-1,0 0 1,-1 1-1,1-1 1,0 1 0,-1 0-1,1 1 1,-2-1-9,-8-1-677,0 0 0,0 1 0,0 1 0,0 0 0,-1 1 0,1 0 0,0 1 0,1 1 0,-4 1 677,-32 12-7143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5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17124,'0'0'3451,"0"0"-2064,0 0-172,0 0-423,13 21 146,1 0-638,0-1-39,-2-1 1,0 2 0,-2-1 0,0 1 0,-1 1 0,0 4-262,3 28 284,-2 0-1,-2 0 1,-3 0 0,-2 1 0,-4 50-284,0-65-234,1-39 107,0 0-1,0-1 1,0 1-1,-1 0 1,1-1 0,0 1-1,-1 0 1,1-1-1,-1 1 1,1-1-1,0 1 1,-1 0-1,1-1 1,-1 0-1,0 1 1,1-1 0,-1 1-1,1-1 1,-1 1-1,0-1 1,1 0-1,-1 0 1,0 1-1,1-1 1,-1 0-1,0 0 1,1 0-1,-1 0 1,0 0 0,0 0-1,1 0 1,-1 0-1,0 0 1,1 0-1,-1 0 1,0 0-1,0 0 1,1 0-1,-1-1 1,0 1-1,1 0 1,-1-1 0,0 1-1,1 0 1,-1-1-1,1 1 1,-1-1 127,-17-9-6354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58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0 5097,'0'0'8525,"0"0"-5816,0 0-1534,0 0-385,0 0-310,0 0 12,-7 27 136,-25 89 142,24-97-535,0 0 1,-1 0 0,0 0-1,-2-2 1,0 1 0,-1-1-1,-7 7-235,10-13 42,-1 1-1,2 1 0,0-1 1,0 1-1,1 1 0,1 0 1,0-1-1,0 5-41,5-15 28,0-1 1,0 1-1,0-1 0,0 1 0,1-1 1,0 1-1,-1 0 0,1-1 0,0 1 0,0 0 1,0-1-1,1 1 0,-1 0 0,1-1 1,-1 1-1,1-1 0,0 1 0,0-1 0,0 1 1,0-1-1,1 1 0,-1-1 0,0 0 1,1 0-1,0 0 0,0 0 0,-1 0 0,1 0 1,0 0-1,0-1 0,1 1 0,-1-1 1,0 1-1,1-1 0,-1 0 0,0 0 0,1 0-28,12 4 403,0-1 0,0-1 0,1-1 0,-1 0 0,0-1 0,7 0-403,48 6 431,24 32-395,-30-11 40,-24-18-1145,-11-11-2720,-8-3-2361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59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67 298 15155,'0'0'2323,"0"0"361,0 0-697,0 0-506,0 0-455,29 6-298,95 18-85,-101-20-440,-1-1 1,0-1-1,1-1 1,18-2-204,-3 0 189,-24 1-151,0-1 0,0 0 0,0-1 0,0 0 0,-1-2 0,1 1 0,-1-2 0,1 0 0,-2 0 0,1-1 0,0-1 0,-1 0 0,-1 0 0,1-2 1,-1 1-39,-8 4 68,0 0 0,-1-1 0,0 1 1,0 0-1,0-1 0,0 0 1,0 1-1,-1-1 0,0 0 1,0 0-1,0 0 0,-1 1 0,0-1 1,0 0-1,0 0 0,-1-3-68,1 0 8,-1 0-1,0-1 0,0 1 0,-1 0 0,0 0 1,0 0-1,-1 0 0,0 1 0,-2-4-7,0 4 1,-1 0 0,0 0 0,-1 0 0,1 1 0,-1-1 0,0 2 0,-1-1 0,1 1 0,-1 0 0,0 1 0,0-1 0,-1 2-1,1-1 1,-1 1 0,0 1 0,0-1 0,0 1 0,-5 0-1,-18-2-6,0 1 0,0 2-1,-1 1 1,-21 3 6,41-1-2,0 0 1,0 0-1,0 1 0,0 1 1,1 0-1,-1 1 0,1 1 1,1 0-1,-1 0 0,1 1 1,0 0-1,0 1 1,0 1 0,2-2-1,1 1 0,0-1 0,1 1 0,0 1 0,0 0 0,1-1-1,0 2 1,0-1 0,1 1 0,0 0 0,1 0 0,0 0 0,1 1-1,0-1 1,1 1 0,0 0 2,0 5-2,1 1 0,0-1 1,2 1-1,0-1 0,1 0 0,0 1 0,1-1 0,1 0 0,1-1 1,0 1-1,1-1 0,7 14 2,-3-11 4,1 0 0,1-1 0,0 0 0,2-1 0,0-1 0,0 0 0,1 0 0,1-2-1,17 12-3,-15-13 6,1-1-1,0 0 0,0-2 0,1 0 0,0-2 0,1 0 0,0-1 0,0-1 0,0-1 0,0-1 0,1 0 0,0-2 0,-1-1 0,1-1 0,0 0-5,-16 0-68,0 1-1,0-1 1,0-1-1,0 1 1,-1-1-1,1 0 1,-1 0-1,1-1 1,-1 1-1,0-1 1,0 0-1,0-1 1,0 1-1,0-2 69,26-27-2461,-4-6-3970,-7 7-4763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6:59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1 11827,'0'0'4296,"0"0"-2343,0 0 303,0 0-1063,0 0-649,0 0-280,-148 0-184,108 5-32,0 2 0,2 0-40,8-2 0,9-3 0,10-2-8,11 0-8,6 0-2137,23 0-2912,9-7-7954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00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43 15443,'0'0'2618,"0"0"-169,0 0-760,0 0-935,0 0-466,0 0-127,23-9-61,-23 9-100,24-10 28,0 1-1,20-4-27,-43 13 0,0-1 1,0 1-1,0 0 1,1 0-1,-1 0 1,0 0-1,0 0 0,0 0 1,1 0-1,-1 0 1,0 1-1,0-1 1,0 0-1,0 1 0,1-1 1,-1 1-1,0-1 1,0 1-1,0 0 1,0-1-1,0 1 0,0 0 1,-1 0-1,1-1 1,0 1-1,0 0 1,0 0-1,-1 0 0,1 0 1,0 0-1,-1 0 1,1 0-1,-1 1 1,1-1-1,-1 0 1,0 0-1,0 0 0,1 1 0,0 49 4,-1-39 1,0 1 3,-1 1-1,0-1 0,-1 1 1,0-1-1,-1 0 0,-1 0 1,0 0-1,-1 0 0,0 0 1,0-1-1,-2 0 0,0 0 1,0-1-1,-7 9-7,2-3 12,0-1-1,-2 0 1,1-1-1,-2 0 1,0-1-1,-1-1 1,0 0 0,-1-1-1,-5 2-11,98-16 2533,71 1-2209,-79 2-3758,-55-2-743,-2-5-2479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00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13003,'0'0'3016,"0"0"-967,0 0-65,140 34-7,-92-5-569,-2 5-504,-6 2-272,-5 3-120,-3-3-247,-2-2-193,-9-5-56,-2-3-16,-8-4-217,-3-8-743,3-4-1328,-3-5-2129,-3-5-5273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01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0 12875,'0'0'2952,"0"0"-2055,0 0 1207,0 0-112,-96 150-943,61-94-441,0-1-272,0-4-200,-8 9-136,11-16-464,2-8-4665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04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6 10882,'0'0'2219,"0"0"-581,0 0-244,0 0-671,0 0-333,-14 0 134,-7-3-239,8 2 152,0 0-1,0 1 0,0 0 0,-6 1-436,16-1 359,1 1-1,-1-1 1,1 1-1,-1 0 1,1 0-1,0 0 1,-1 0-1,1 0 1,0 0 0,-1 1-1,1-1 1,0 1-1,0 0 1,-1 0-359,-26 37 1530,18-16-1680,0 0 0,-6 21 150,13-33 250,-3 8-207,2 0-1,0 0 1,0 1-1,2-1 1,1 1-1,0 0 1,1 0-1,2 0 1,0 3-43,4 15 125,1 1 1,2-2-1,2 1 0,4 7-125,22 69 93,-5 1-1,-6 2 1,4 59-93,-10 61 873,-11 128-873,-7-354 34,-2 0 0,0 1 0,0-1-1,-1 0 1,0 0 0,-1-1 0,0 1-1,-1 0 1,0-1 0,-2 2-34,4-9 10,1 0 1,-1-1 0,1 0-1,-1 1 1,0-1-1,0 0 1,-1 0 0,1 0-1,0 0 1,0 0-1,-1 0 1,1-1 0,-1 1-1,0-1 1,0 0-1,1 1 1,-1-2 0,0 1-1,0 0 1,0 0-1,0-1 1,0 1 0,0-1-1,0 0 1,0 0-1,0 0 1,0-1 0,0 1-1,0-1 1,0 1-1,1-1 1,-1 0 0,0 0-1,0 0 1,0-1-1,1 1 1,-1-1 0,1 1-1,-1-1-10,-31-18 73,2-1 0,-1-3-73,-43-27-5106,66 45-360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07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64 14371,'0'0'3078,"0"0"-291,0 0-1186,0 0-953,0 0-19,0 25 139,-1 82-171,0-99-539,1 0 1,1 0 0,0-1-1,0 1 1,0 0 0,1-1-1,0 1 1,0-1 0,1 0-1,0 0 1,0 0 0,1 0-1,0 0 1,0-1 0,0 1-1,1-1 1,0 0 0,1-1 0,-1 1-1,2 0-58,-2-3 37,0 1-1,1-1 0,-1-1 1,1 1-1,0-1 1,-1 0-1,1 0 1,0-1-1,0 0 1,1 0-1,-1 0 0,0-1 1,0 0-1,0 0 1,0 0-1,1-1 1,-1 0-1,0 0 0,0 0 1,0-1-1,-1 0 1,6-2-37,-5 1 34,0-1-1,0 0 1,0 1 0,0-2 0,0 1 0,-1-1 0,0 0 0,0 0-1,0 0 1,-1-1 0,1 1 0,-1-1 0,-1 0 0,1-1 0,-1 1-1,0-1 1,-1 1 0,1-1 0,-1 0 0,0 0 0,-1 0 0,0 0-1,0 0 1,-1 0 0,1 0 0,-2 0 0,1 0 0,-1 0 0,0 0-1,0 0 1,-1 0 0,0 0 0,0 0 0,-1 0 0,1 1 0,-2-1-1,1 1 1,-1 0 0,0 0 0,0 0 0,-1 0-34,-5-6 85,-1 1-1,1 1 1,-2 0 0,0 0-1,0 1 1,-12-6-85,19 12-7,-1-1 1,0 2 0,0-1-1,-1 1 1,1-1-1,0 2 1,-1-1 0,1 1-1,-1 0 1,1 0-1,-1 1 1,0 0 0,1 0-1,-1 0 1,1 1-1,-7 1 7,-3 11-407,12-4-1448,12-4-3635,8-4-1698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07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19028,'0'0'2106,"0"0"-814,0 0-42,5 22-81,19 71-407,-22-87-710,1 1 0,0-1 1,0 0-1,0 0 0,1 0 0,0 0 1,0-1-1,0 0 0,1 1 0,-1-2 1,1 1-1,1 0 0,-1-1 0,1 0 1,-1 0-1,1-1 0,0 0 0,1 0 1,-1 0-1,0-1 0,1 0 0,0 0 1,-1 0-1,1-1 0,0 0 0,0 0 1,4-1-53,2 1 37,0-1 0,0-1 1,0 0-1,0 0 0,0-2 1,-1 1-1,1-2 0,-1 1 1,0-2-1,0 0 1,0 0-1,0-1 0,-1-1-37,-7 5 9,-1 0 1,1 0-1,-1-1 0,0 1 0,0-1 0,-1 0 0,1 0 0,0 0 1,-1 0-1,0-1 0,1 1 0,-2-1 0,1 1 0,0-1 0,-1 0 1,1 1-1,-1-1 0,0 0 0,0 0 0,0-2-9,-1 3 6,-1 0 1,1-1-1,-1 1 0,1 0 1,-1 0-1,0-1 0,0 1 0,0 0 1,-1 0-1,1 0 0,-1 0 0,0 0 1,1 0-1,-1 1 0,0-1 0,-1 1 1,1-1-1,0 1 0,-1 0 1,0 0-1,1 0 0,-1 0 0,0 0 1,0 0-7,-6-3-55,0 1 0,0-1 0,-1 2 0,1-1 1,-1 1-1,0 1 0,0-1 0,0 2 0,0-1 1,0 2-1,0-1 0,-2 1 55,-1 1-783,1 0 0,-1 0 1,0 2-1,1-1 0,-11 5 783,-29 13-5429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08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351 574 8434,'0'0'1248,"0"0"202,0 0 190,0 0-13,0 0-8,0 0-60,-2-12-92,-10-40 17,10 50-1361,-1-1 0,1 0 0,0 1 0,-1 0 0,1-1 0,-1 1 0,0 0 0,0 0 0,1 1 0,-1-1 0,-1 0 0,1 1 0,0 0 0,0 0 0,0 0 0,-1 0 0,1 0 0,0 1 0,-1-1 0,1 1 0,-1 0 0,-1 0-123,-8-1 392,-2-2-136,0 1 0,0 0 0,0 1 0,0 1 0,-1 0 0,1 1 0,0 1 0,-1 1-256,11-2 14,-1 1-1,0-1 1,1 1 0,0 1-1,-1-1 1,1 1 0,0 0-1,0 0 1,1 1 0,-1-1-1,1 1 1,0 0 0,0 0-1,0 0 1,0 1 0,0 0-1,1-1 1,0 1 0,0 0 0,1 1-1,-1-1 1,1 1-14,-2 4 4,0 0 1,1 0-1,1 1 0,0-1 1,0 1-1,1-1 1,0 1-1,1-1 0,0 1 1,0 0-1,2 5-4,-1-11 5,0-1 1,0 1-1,0-1 0,1 0 1,0 1-1,-1-1 0,2 0 1,-1 0-1,0 0 0,1 0 1,-1-1-1,1 1 0,0-1 1,1 1-1,-1-1 0,0 0 1,1-1-1,0 1 0,0 0 1,0-1-1,0 0 0,0 0 1,0 0-1,0 0 0,1-1 1,-1 0-1,2 1-5,5 0 0,-1 0-1,1 0 1,0-1 0,0-1 0,0 1 0,0-2-1,0 0 1,0 0 0,0-1 0,0 0-1,-1-1 1,1 0 0,-1 0 0,0-1 0,1-1-1,-2 0 1,1 0 0,-1-1 0,0 0-1,0-1 1,3-3 0,-2 1-39,0-2 0,-1 1 0,-1-1 0,1 0 0,-2-1-1,1 0 1,-2 0 0,0-1 0,0 0 0,-1 0 0,-1 0 0,0-1-1,0 1 1,-2-1 0,0 0 0,0-11 39,0-48 57,-3 1 0,-4-1 0,-3 1-1,-2 0 1,-21-68-57,89 269 1615,-30-50-1284,-2 11-331,9 28-13,-31-107-151,0-1 0,0 1 0,1-1 0,0-1 0,4 6 164,24 20-3665,-12-21-2207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09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15955,'0'0'2985,"0"0"-472,0 0-633,0 0-608,0 0-168,166 67-327,-109-28-321,-6 5-280,-5-3-104,-6-3-64,-3-1 0,-7-9-8,-6-3 0,-2-8-648,-1-17-825,-5 0-1207,-2 0-3273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09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0 16724,'0'0'2648,"0"0"-2040,0 0 1217,0 0-873,-164 184-16,113-112-160,-3 1-48,1-6-256,4-9-303,12-12-113,7-12-56,25-15-513,5-7-3399,0-12-7435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10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15419,'0'0'4225,"0"0"-3233,0 0-191,0 0-65,0 0-368,0 0-232,0 0-88,164 20-48,-124-20-920,-8-8-1585,-16 1-2744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10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13171,'0'0'2632,"0"0"1561,0 0-2176,0 0-865,145-27-464,-86 6-448,0-1-168,0 3-72,6 2-248,-17 5-2024,-10 2-5378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10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93 14243,'0'0'2946,"0"0"401,0 0-1007,0 0-631,0 0-392,0 0-461,-10-14-447,7 11-382,-27-35 56,17 30-51,12 8-30,1 1 0,-1-1 0,1 1 0,-1-1 0,1 1 0,0-1 0,-1 1 0,1 0 0,0-1 0,0 1 0,-1 0 0,1-1 0,0 1 0,0-1 0,0 1 0,0 0 0,0 0 0,0-1 0,0 1 0,0 0 0,0-1 0,0 1 0,0 0 0,1-1 0,-1 1 0,0-1 0,0 1-2,1 2 4,13 116 942,-1 95-946,-13-200 15,-1-9-7,1-1 0,0 1 0,0-1-1,0 1 1,1-1 0,-1 0 0,1 1 0,0-1-1,1 0 1,-1 2-8,2-69 429,-5 21-408,-3 0-1,-1 0 1,-2 0-1,-9-27-20,-12-58 8,25 107 714,6 45-600,8 49-138,-4-47 56,49 259 109,-53-279-267,-1 1-1,0 0 0,-1 0 0,0 0 0,0 0 0,-1 0 0,0 0 119,1-5-182,-1 0-1,0 0 1,0 0-1,0 0 1,-1 0-1,1 0 1,-1-1-1,1 1 1,-1-1 0,0 1-1,0-1 1,0 1-1,-1-1 1,1 0-1,0 0 1,-1 0-1,1 0 1,-2 0 182,-9 6-1060,0-2 0,0 1 0,0-2 0,-1 0 0,0 0 0,0-2 0,-1 1 1060,-1-1 1129,0-1-1,0 0 0,-13-1-1128,28-1 1533,1 0-297,11 0 794,183-7-355,2-1-5900,-157 8-939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13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12339,'0'0'3152,"0"0"-1335,0 0-65,0 0 521,81 131-329,-65-69-496,-8 6-223,-8-3-449,0 1-320,0-6-272,-3-7-112,-8-7-64,1-7-8,-1-13-72,-2-14-1112,2-7-2817,3-5-3057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13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 18188,'0'0'2042,"0"0"-989,0 0 230,-12 28-325,-1 7-682,-1 1 205,-1-1 1,-1 0-1,-20 27-481,-22 28 764,34-55-694,0 0 0,3 2 0,1 0 0,2 1 0,1 1 0,-2 14-70,17-47 9,0 0-1,1 1 1,0-1-1,0 0 1,1 0 0,-1 1-1,1 2-8,1-7 22,-1-1-1,0 0 1,0 0-1,1 1 1,-1-1 0,1 0-1,-1 0 1,1 1-1,0-1 1,-1 0-1,1 0 1,0 0 0,0 0-1,0 0 1,-1 0-1,1 0 1,0 0-1,0 0 1,1 0 0,-1-1-1,0 1 1,0 0-1,0-1 1,0 1-1,1-1 1,-1 1 0,0-1-1,0 0 1,1 1-1,-1-1 1,0 0-1,1 0 1,-1 0 0,0 0-1,1 0-21,99 2 528,0-4 0,57-10-528,-147 10-1049,0-1-1,0 0 1,-1 0 0,1-1-1,9-5 1050,5-2-4397,23-9-7521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1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44 4457,'0'0'3869,"0"0"-2400,0 0-71,0 0-234,0 0 451,0 0 260,2-4-116,-1 1-1678,4-19 3373,-6 21-3403,1 0 0,-1 0 0,0 0 1,1 1-1,-1-1 0,0 0 0,0 1 0,1-1 0,-1 0 0,0 1 0,0-1 0,0 1 1,0-1-1,0 1 0,0 0 0,0-1 0,0 1 0,0 0 0,0 0 0,0-1 1,0 1-1,0 0 0,0 0 0,0 0 0,0 0 0,0 1-51,-88-4 2149,88 3-2143,0 0 0,0 1 1,0-1-1,0 0 0,1 1 1,-1-1-1,0 1 0,0-1 1,0 1-1,0 0 0,1-1 1,-1 1-1,0 0 0,1-1 1,-1 1-1,0 0 0,1 0 1,-1 0-1,1-1 0,0 1 1,-1 0-1,1 0 0,-1 0 1,1 0-1,0 1-6,-8 29 56,6-26-29,-3 24 119,1-1 0,1 1-1,2 0 1,0 0 0,2 0 0,1-1-1,2 1 1,1 0 0,1-1 0,1 0 0,1-1-1,2 1 1,10 20-146,-2-6 73,34 81 102,-5 2-175,-34-83 10,-1 1 0,-2-1 0,-3 2 0,-1-1-1,-1 4-9,-3-16-12,1 19 126,-2-1 1,-3 6-115,2-41 98,-2-1 1,0 1-1,0-1 1,-1 0-1,-1 0 0,0 0 1,-1-1-1,-1 1 0,1-1 1,-2 0-99,5-9 16,1 0 0,-1-1 0,0 1 0,0-1 0,0 0 1,0 0-1,0 0 0,-1 0 0,1 0 0,-1 0 0,1 0 0,-1-1 1,0 1-1,0-1 0,1 0 0,-1 0 0,0 0 0,0 0 0,0 0 0,0-1 1,0 0-1,0 1 0,0-1 0,-1 0 0,1 0 0,0-1 0,0 1 1,0-1-1,0 1 0,0-1 0,0 0 0,0 0 0,1 0 0,-1-1 1,0 1-1,0 0 0,1-1 0,-1 0 0,0-1-16,0 1-131,0 0 0,0 0-1,0 1 1,0-1 0,0 1-1,-1-1 1,1 1 0,0 0 0,-1 0-1,1 1 1,-1-1 131,-24-1-7396,9 2-7557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14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37 267 19628,'0'0'2033,"0"0"-433,-6 27-574,-18 93-341,22-108-583,0-1 0,1 1 0,0 0 0,1 0 1,0-1-1,1 1 0,0 0 0,1 0 0,0-1 0,1 1 0,1 1-102,-3-10 31,0-1 1,0 1-1,1-1 0,-1 0 0,1 1 1,-1-1-1,1 0 0,0 0 0,0 0 1,0 0-1,0-1 0,0 1 0,1 0 0,-1-1 1,0 0-1,1 1 0,-1-1 0,1 0-31,1 0 40,0 0 0,1 0-1,-1-1 1,0 0 0,1 0-1,-1 0 1,0 0 0,1 0-1,-1-1 1,0 0 0,1 0-1,-1 0 1,0 0-1,1-1-39,5-2 23,-1-1 0,0 0 0,0-1 0,-1 1 0,1-2 0,-1 1 0,-1-1 0,1 0 0,-1-1 0,-1 0 0,1 0 0,0-2-23,3-4 30,0 0 1,-1-1-1,-1 0 0,-1-1 1,0 0-1,-1 0 1,0-1-31,-4 12 81,-1-1 1,0 1 0,0-1 0,0 1 0,0-1-1,-1 0 1,0 1 0,0-1 0,0 0 0,-1 1-1,0-3-81,-1 4 34,1 0-1,-1 1 0,0-1 0,0 1 1,0-1-1,0 1 0,-1 0 1,1-1-1,-1 1 0,0 0 0,0 1 1,0-1-1,0 1 0,0-1 1,-2 0-34,-22-15-454,2-2 0,0-1 0,1-1 0,-5-8 454,12 11-2863,2 0 1,1-1-1,-8-14 2863,-8-21-10782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15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9818,'0'0'5201,"0"0"-2267,0 0-1319,0 0-367,0 0 30,10 25-128,5 13-755,-4-9 29,1-1 0,2 1 0,10 14-424,-20-36 96,1 0 0,0-1 0,0 1 0,0-1 0,1 0 1,0-1-1,0 1 0,1-1 0,-1-1 0,1 1 0,0-1 1,0 0-1,1 0 0,-1-1 0,1 0 0,0-1 0,6 2-96,-9-3 25,0 0-1,1 0 1,-1 0-1,0-1 1,1 0-1,-1 0 1,0-1-1,1 0 1,-1 1-1,0-2 1,0 1-1,0-1 1,0 1-1,0-1 1,0-1 0,0 1-1,0-1 1,-1 0-1,1 0 1,-1 0-1,0 0 1,0-1-1,0 0 1,-1 0-1,1 0 1,-1 0-1,1-1-24,0-2 50,0 1 1,-1-1-1,0 0 0,0 0 1,0 0-1,-1 0 0,0 0 0,-1 0 1,1-1-1,-1 1 0,-1-1 1,0 1-1,0-1 0,0 1 0,-1-1 1,0 1-1,0-1 0,-1 1 1,-2-6-51,3 8 28,-1 0 0,0 0 1,0 1-1,0-1 1,-1 1-1,0-1 1,0 1-1,0 0 1,0 0-1,-1 1 1,1-1-1,-1 1 1,0-1-1,0 1 1,-1 0-1,1 1 0,0-1 1,-1 1-1,0 0 1,1 0-1,-1 0 1,0 0-1,0 1 1,0 0-1,0 0 1,0 1-1,0-1 1,-4 1-29,-8 0-107,0 0 1,0 2 0,1-1 0,-3 3 106,12-3-999,0 1 0,0 1 1,1-1-1,-1 1 0,1 0 0,-6 4 999,2-1-7115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15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0 169 13827,'0'0'2765,"0"0"774,0 0-1177,0 0-879,0 0-210,29 16-274,93 46-344,-118-60-634,0 0 1,0 0-1,0-1 1,0 1-1,0-1 0,0 0 1,0 0-1,0 0 0,1-1 1,-1 0-1,0 1 1,0-1-1,1-1 0,-1 1 1,0-1-1,0 0 0,1 0 1,-1 0-1,0 0 0,0-1 1,0 1-1,0-1 1,-1 0-1,1 0 0,0-1 1,-1 1-1,0-1 0,1 0 1,-1 1-1,0-2 1,0 1-1,-1 0 0,1 0 1,-1-1-1,2-2-21,0-1 24,-1 0 0,0 0 1,0 0-1,-1 0 0,0-1 0,0 1 0,-1 0 1,0-1-1,0 0 0,0 1 0,-1-1 0,-1 1 0,1-1 1,-1 0-1,0 1 0,-3-8-24,3 11-11,0 0 0,-1-1 0,0 1 0,0 0 0,0 0 0,-1 0 1,1 0-1,-1 1 0,0-1 0,0 1 0,0-1 0,-1 1 0,1 0 0,-1 0 0,1 1 0,-1-1 0,0 1 0,0 0 1,0 0-1,-1 0 0,1 0 0,0 1 0,-1 0 0,1 0 0,-2-1 11,-3 2-375,0-1 0,0 1 0,0 1 0,0 0 0,1 0 0,-1 0 0,0 1 0,1 1 0,-1-1 0,1 1 0,0 1 0,-6 3 375,-40 21-5861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17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1 259 13235,'0'0'2774,"0"0"656,0 0-1228,32-8-1021,5-1-868,21-5 469,0-2 0,22-12-782,-35 12 463,-15 6-12,-1 0 0,-1-2 0,0-2 1,-1 0-1,21-15-451,-47 28 33,1 0 1,-1 1-1,0-1 1,0 0-1,0 0 1,0 0-1,0 0 1,0 0-1,0 0 1,0 0-1,0 0 1,0 0-1,-1 0 1,1-1-1,0 1 1,-1 0-1,1 0 1,-1-1-1,1 1 1,-1 0-1,0-1 0,1 1 1,-1-1-1,0 1 1,0 0-1,0-2-33,-1 2 12,0-1-1,0 1 0,0-1 0,0 1 1,0-1-1,0 1 0,0 0 0,-1-1 1,1 1-1,0 0 0,-1 0 0,1 0 1,-1 0-1,1 0 0,-1 0 1,0 1-1,-1-2-11,-9-2-9,0 0 1,0 1-1,0 0 0,-1 1 1,-4 0 8,-12-2-2,0 2 1,0 1 0,0 1-1,0 2 1,0 1-1,-14 4 2,35-6 0,0 1-1,1 0 0,-1 0 0,1 1 0,-1 0 0,1 0 0,0 1 1,0 0-1,1 0 0,-1 1 0,1 0 0,0 0 0,0 0 0,1 1 1,-1 0-1,1 0 0,1 0 0,-1 1 0,1-1 0,0 1 0,0 0 1,1 0-1,0 1 0,0-1 0,1 1 0,-1 3 1,0 0 2,1 0 1,0 0-1,1 0 0,0 0 1,1 1-1,0-1 0,0 0 1,1 1-1,1-1 1,0 0-1,1 0 0,0 0 1,0 0-1,1-1 0,1 1 1,0-1-1,0 0 0,1 0 1,0-1-1,0 1 0,1-1 1,1-1-1,0 0 0,0 0 1,0 0-1,1-1 0,0 0 1,0-1-1,1 0 0,0 0 1,0-1-1,0 0 0,1-1 1,-1 0-1,1-1 0,0 0 1,10 1-3,-5-1-76,1 0 0,0-1 0,-1-1 0,1 0 0,0-2 0,0 0 0,0 0 1,0-2-1,-1 0 0,1-1 0,-1 0 0,0-2 0,0 0 0,-1 0 0,0-2 0,0 0 1,0 0-1,-1-2 0,0 0 0,-1 0 0,0-1 0,2-4 76,26-31-3215,-7-1-3941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18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0 17380,'0'0'3024,"0"0"-887,0 0-305,0 0-672,-150 41-535,104-24-281,3 0-208,3-2-72,8-3-64,10-5 0,6-5 0,14-2-752,2 0-1529,0-7-5025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19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4481,'0'0'13763,"0"0"-11651,0 0 313,0 0-1377,0 0-400,0 0-216,137 24-64,-73-24-224,3 0-96,-5 0-48,-5 0-368,-6-5-1208,-14 0-2529,-15 0-4025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19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14899,'0'0'2577,"0"0"-793,0 0 785,0 0-1585,150 0-536,-88 0-288,-3-5-112,-10 3-48,-9 2-240,-13 0-1856,-11 0-4378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21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13555,'0'0'5929,"0"0"-5097,0 0 1025,0 0-449,48 140-344,-32-74-152,3-1-79,0-2-337,-1-8-280,-2-4-128,-5-10-80,-5-5 0,-4-7-8,-2-5-368,0-4-937,0-8-3496,-5-10-6361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22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 16700,'0'0'2028,"0"0"-477,0 0-541,0 0-640,0 0-259,-5 22 21,0 1-59,2-8-15,0-1 1,-1 1 0,-1-1 0,0 0-1,-1 0 1,-1-1 0,0 1 0,-2 2-59,-31 43 332,21-32-256,1 1-1,-6 14-75,19-32 30,1-1-1,0 1 0,0 0 0,1 0 0,1 0 0,0 1 0,0-1 0,1 1 0,0 7-29,5-16 177,-1-1 0,1 0 0,0 0-1,0 0 1,0 0 0,0-1-1,0 1 1,0-1 0,0 0 0,-1 0-1,2-1-176,0 1 170,321 2 1264,-170-3-1565,-153 19-7000,2-15 266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26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29 14371,'0'0'2597,"0"0"-1090,0 0 448,0 0-999,0 0-681,0 0-197,-37-5 3186,37 4-3230,-1 1 1,1 0-1,0-1 1,0 1-1,0 0 1,0-1-1,0 1 1,0-1-1,0 1 1,0 0-1,0-1 1,0 1-1,0 0 1,0-1-1,0 1 1,0-1-1,0 1 1,0 0-1,1-1 1,-1 1-1,0 0 1,0-1-1,0 1 1,0 0-1,1-1 0,-1 1 1,0 0-1,0-1 1,1 1-1,-1 0 1,0 0-1,1-1 1,-1 1-1,0 0 1,1 0-1,-1 0 1,0 0-1,1-1 1,-1 1-1,0 0 1,1 0-1,-1 0 1,1 0-1,-1 0 1,0 0-1,1 0 1,-1 0-1,1 0 1,-1 0-1,0 0 1,1 0-1,-1 0 1,0 0-1,1 1 1,-1-1-1,1 0 1,-1 0-1,0 0 1,1 0-1,-1 1 1,0-1-1,0 0 1,1 0-1,-1 1 1,0-1-35,1 1-4,0-1 1,-1 1-1,1 0 1,-1-1-1,1 1 1,-1 0 0,1 0-1,-1 0 1,0 0-1,1-1 1,-1 1-1,0 0 1,0 0-1,1 0 1,-1 0-1,0 0 1,0 0-1,0 0 1,0 0 0,0-1-1,0 1 1,-1 0-1,1 0 1,0 0-1,0 0 1,-1 0-1,1 0 1,0-1-1,-1 1 1,1 0 0,-1 0-1,1 0 1,-1-1-1,0 1 4,-1 2 8,-1-1-1,0 0 1,1 1-1,-1-1 1,0 0 0,-1-1-1,1 1 1,0-1-1,0 1 1,-1-1-1,1 0 1,-1 0-1,1 0 1,-3 0-8,5-1 5,0 0 0,0 1 1,0-1-1,-1 0 0,1 0 0,0 0 0,0 0 0,0 0 1,0 0-1,-1 0 0,1 0 0,0 0 0,0-1 0,0 1 1,0 0-1,0-1 0,-1 1 0,1-1 0,0 0 0,0 1 1,0-1-1,0 1 0,0-1 0,1 0 0,-1 0 0,0 0 1,0 0-1,0 0 0,1 1 0,-1-1 0,0 0 0,1-1 1,-1 1-1,1 0 0,-1 0 0,1 0 0,0 0 0,0 0 1,-1 0-1,1-1 0,0 1 0,0 0 0,0-1-5,0 0 20,0 0-1,-1 0 1,1 0 0,1 0-1,-1 0 1,0 0 0,0 0-1,1 1 1,-1-1 0,1 0-1,0 0 1,-1 0 0,1 0-1,0 1 1,0-1 0,0 0-1,1-1-19,0 3 10,-1-1-1,1 0 0,0 0 1,-1 1-1,1-1 0,0 1 1,0-1-1,0 1 1,0 0-1,-1 0 0,1 0 1,0 0-1,0 0 0,0 0 1,0 0-1,-1 0 1,1 1-1,0-1 0,0 1-9,-1 0 1,1 0 0,0-1 0,-1 1 0,1 1-1,-1-1 1,1 0 0,-1 0 0,0 0 0,1 1-1,-1-1 1,0 1 0,0-1 0,0 1 0,0 0-1,0-1 1,0 1 0,-1 0 0,1-1 0,0 1-1,-1 0 1,1 0 0,-1 0 0,0 0 0,0-1-1,0 1 1,0 0 0,0 1-1,1 4 3,-1 0 0,0 1 0,0-1-1,-1 1 1,0-1 0,0 4-3,-1-8 4,1 0 0,0 0-1,0 0 1,-1 0 0,0 0 0,0 0 0,0 0-1,0 0 1,0-1 0,0 1 0,-1-1 0,1 0 0,-1 0-1,1 1 1,-1-2 0,0 1 0,0 0 0,0-1-1,0 1 1,0-1 0,-1 0 0,1 0 0,0 0-1,0 0 1,-1-1 0,1 1 0,0-1 0,-2 0-4,4 0 5,0-1 0,1 1 0,-1-1-1,1 1 1,-1-1 0,0 1 0,1-1 0,-1 0 0,1 1 0,-1-1 0,1 0 0,0 0 0,-1 1 0,1-1 0,0 0 0,-1 0 0,1 1 0,0-1 0,0 0 0,0 0 0,0 0 0,0 0-1,0 1 1,0-1 0,0 0-5,0-28 5,0 24 0,-1 2-6,1 1 0,0-1 0,0 1 0,0-1 0,0 1 0,1-1 0,-1 0 1,1 1-1,-1-1 0,1 1 0,0 0 0,0-1 0,0 1 0,0-1 0,0 1 0,1 0 0,-1 0 0,1 0 0,-1 0 0,1 0 0,0 0 0,0 0 0,0 1 0,0-1 0,0 1 1,0-1-1,0 1 0,0 0 0,1 0 0,-1 0 0,1 0 0,-1 0 0,0 0 0,1 1 0,0-1 0,-1 1 0,1 0 0,-1-1 0,1 1 0,-1 0 0,3 1 1,-4-1-1,-1 1-1,1-1 1,-1 0-1,1 1 1,-1-1-1,1 0 1,-1 1-1,1-1 1,-1 1-1,0-1 0,1 1 1,-1-1-1,0 1 1,1-1-1,-1 1 1,0 0-1,0-1 1,1 1-1,-1-1 1,0 1-1,0 0 1,0-1-1,0 1 0,0 0 1,0-1-1,0 1 1,0-1-1,0 1 1,0 0-1,0-1 1,0 1-1,-1-1 1,1 1-1,0 0 1,-1 0 1,-7 25 12,4-21-7,-1-1 0,0 0 1,0 1-1,0-1 0,0-1 0,0 1 0,-1-1 0,1 0 1,-1 0-1,0-1 0,0 0 0,0 0 0,0 0 1,0 0-1,-1-1 0,1 0 0,-6 0-5,12-2-13,-1 1 0,1 0 0,-1 0-1,1-1 1,-1 1 0,1 0 0,0 0 0,-1-1 0,1 1-1,-1-1 1,1 1 0,0 0 0,-1-1 0,1 1 0,0-1-1,0 1 1,-1 0 0,1-1 0,0 1 0,0-1 0,0 1-1,-1-1 1,1 1 0,0-1 0,0 1 0,0-1 0,0 1-1,0-1 1,0 1 0,0-1 0,0 0 0,0 1 0,0-1-1,1 1 14,6-23-1390,1 17 307,1 1 1,-1-1-1,1 1 0,0 1 0,0 0 0,0 0 0,7-1 1083,27-10-7025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26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28 305 7482,'0'0'7883,"0"0"-4327,0 0-372,0-21-1545,0 19-1597,-1-47 1335,-1 0 0,-6-25-1377,2 42 672,-4-45 1368,10 77-1854,0 22-147,0 20-50,-1 39 57,4 0 0,9 51-46,-11-127-126,-1 1-1,1-1 0,0 1 1,1-1-1,-1 1 0,1-1 0,0 0 1,0 0-1,1 0 0,0 0 1,0 0-1,0-1 0,1 2 127,-8 0-10659,-10-4 2105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26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12099,'0'0'2648,"0"0"-471,0 0 431,0 0-327,0 0-441,0 0-304,0 0-815,158 0-473,-104-13-160,-1 9-88,-4 1 0,-6 3-408,-3 0-1353,-8 7-3176,-10 3-5985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27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86 17708,'0'0'2134,"0"0"-327,0 0-683,0 0-708,0 0-307,0 0-71,9-14 90,32-41 260,-40 54-367,0 0 0,0 0 1,0-1-1,0 1 0,0 0 1,0 0-1,0 0 1,0 0-1,0 0 0,1 1 1,-1-1-1,0 0 0,0 0 1,1 1-1,-1-1 0,1 1 1,-1-1-1,0 1 0,1 0 1,-1 0-1,1-1 0,-1 1 1,1 0-1,-1 0 0,1 0 1,-1 1-1,1-1 0,-1 0 1,1 0-1,-1 1 0,0-1 1,1 1-1,-1 0 0,1-1 1,-1 1-1,0 0 0,0-1 1,2 2-22,-1 1 10,0-1 1,1 1-1,-1 0 1,0 0 0,0 0-1,-1 0 1,1 0-1,-1 0 1,1 1-1,-1-1 1,0 1-1,0-1 1,0 1-11,1 14 39,0 0 0,-2 0 1,0 0-1,-1 0 0,0 0 0,-2 0 1,0 0-1,-1 0 0,-1-1 0,0 1 0,-1-1 1,-9 16-40,0-3 288,-2 0 0,-1-2 0,-2 0 0,0-1 0,-2 0 0,-13 11-288,26-30 37,1 0 0,-1 0 0,-1-1 0,-5 3-37,13-8 12,0-1 0,-1 0-1,1 0 1,0 0 0,-1 0 0,1 0 0,0-1 0,-1 1-1,1-1 1,-1 1 0,-1-1-12,3 0 14,0 0 0,0 0 0,1-1 0,-1 1 0,0 0 1,0 0-1,0-1 0,0 1 0,1-1 0,-1 1 0,0 0 0,0-1 0,1 0 0,-1 1 0,0-1 0,1 1 0,-1-1 0,1 0 0,-1 1 1,1-1-1,-1 0 0,1 0 0,-1 1 0,1-1 0,0 0 0,-1 0 0,1 0 0,0 0 0,0 1 0,0-2-14,-3-8 79,2 1-1,-1-1 0,1 0 0,1 0 1,0 0-1,0 1 0,2-10-78,-2 16 1,0 0 0,1 0 0,-1 1 0,1-1 0,0 0 0,0 1 0,0-1 0,0 1 0,0-1 0,0 1 0,1 0 0,-1-1 0,1 1 0,0 0 0,0 0 0,0 0 0,0 0 0,0 0 0,0 1 0,0-1 0,0 0 0,1 1 0,-1 0 0,1 0 0,-1 0 0,1 0 0,-1 0 0,1 0 0,0 0 0,0 1-1,17-1 8,0 1 1,-1 1-1,1 0 0,-1 2 1,1 0-1,-1 2 1,0 0-1,14 6-8,-10-4 40,0 0-1,1-2 0,-1 0 0,1-2 1,18 1-40,-39-4-37,0 0 0,0-1 0,0 1 0,-1-1 0,1 1 0,0-1 0,0 0 0,0 0 0,-1 0 0,1 0 0,-1-1 0,1 1 0,-1-1 0,1 0 0,-1 1 0,0-1 0,0 0 0,0 0 0,1-1 37,29-49-3178,-24 36 1239,8-13-3658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27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13571,'0'0'3185,"0"0"-761,0 0 321,0 0-1313,0 0-472,0 0 216,0 0-279,96 7-385,-61-2-176,0-2-224,3-1-112,-6 0-136,-5 3-688,-6 2-1265,-7 1-2056,-9-3-1608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27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13771,'0'0'1704,"0"0"2145,0 0-1760,0 0-937,0 0-672,156-12-232,-108 0-176,-7 5-64,4 2-8,-10 5-1304,-11 0-4850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28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44 15227,'0'0'3398,"0"0"-1841,0 0 304,0 0-544,0 0-689,0 0-319,-1-7-89,-2-22-117,2 21-94,25 8 3675,-9 2-3655,0-1 0,-1 2 0,1 0 0,0 1 1,-1 0-1,0 1 0,0 1 0,0 0 0,-1 1 0,0 1 1,0 0-1,-1 0 0,8 7-29,1 3 1,0 0 1,-1 1-1,-1 1 0,-1 1 0,0 0 1,-2 2-1,1 2-1,-3-1 2,-1 0 1,-1 1-1,-1 1 0,5 18-2,-12-32 1,-1 0 0,0 0 0,-1 0-1,0 1 1,0-1 0,-2 1-1,0-1 1,0 1 0,-1-1-1,0 1 1,-3 6-1,2-12-41,-1-1 1,1 0-1,-1 0 0,-1 0 0,1 0 1,-1-1-1,0 1 0,0-1 0,-1 0 0,0 0 1,1-1-1,-2 1 0,-4 3 41,-14 9-572,-1-2 0,-21 10 572,-12 9-772,38-20-2128,0 2-1,1 1 0,-12 13 2901,28-27-660,-22 22-7384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0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15739,'0'0'3792,"0"0"-1210,0 0-395,0 0-1103,0 0-726,0 0-46,16 27 280,3 2-390,-6-11-75,-2 1 0,0 1 1,-1 0-1,-1 0 0,0 1 0,-2 0 0,1 6-127,1 15 102,-1 0 0,-2 1 0,-2 0-1,-1 0 1,-3 13-102,0-56-110,1 1 0,-1-1-1,1 0 1,-1 0-1,1 0 1,-1 0 0,1 0-1,-1 0 1,1 0 0,0 0-1,-1 0 1,1 0-1,-1 0 1,1 0 0,-1 0-1,1-1 1,-1 1 0,1 0-1,-1 0 1,1 0-1,-1-1 1,1 1 0,-1 0-1,0-1 1,1 1 0,-1 0-1,1-1 1,-1 1-1,0-1 1,1 1 0,-1 0-1,0-1 1,0 1 0,1-1 110,15-26-5976,3-10-4437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0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0 13363,'0'0'3875,"0"0"-1513,0 0-261,0 0-1121,0 0-483,-11 22 375,-25 46-42,-2-1 0,-4-3 0,-30 36-830,44-67 47,-34 43-19,62-76-27,-1 1 1,1 0-1,0 0 0,-1 0 1,1 0-1,0-1 1,-1 1-1,1 0 0,0 0 1,0 0-1,0 0 0,0 0 1,0 0-1,0 0 0,0 0 1,0 0-1,0 0 0,0-1 1,0 1-1,1 0 1,-1 0-1,0 0 0,1 0 1,-1 0-1,1-1 0,-1 1 1,1 0-1,-1 0 0,1-1 1,-1 1-1,1 0 0,0-1 1,-1 1-1,1 0 1,0-1-1,0 1 0,-1-1 1,1 1-1,0-1 0,0 0 1,0 1-1,0-1 0,0 0 1,-1 0-1,2 1-1,47 13 81,-41-13-36,22 5 11,-1-3 1,1 0-1,0-2 0,1-1 1,-1-1-1,0-2 1,18-4-57,59-15-8496,-102 21 1566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13755,'0'0'2567,"0"0"-61,0 0 179,0 0-756,24 4-518,3 1-1030,-7 0-84,0-1 1,1-1 0,-1-1 0,1-1 0,0-1-1,20-3-297,22-7 741,-1-4 0,39-14-741,-52 12-197,0 3 0,1 3 1,0 1-1,36-1 197,-49 10-1713,-35 0-8112,-25 0 1234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1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15523,'0'0'3630,"0"0"-1286,0 0-1023,24-9-626,-8 4-588,9-5 132,1 1 0,-1 2 0,1 0 0,0 2 0,1 1-1,16 0-238,-41 4 11,0 0-1,0 0 1,0 0-1,0 0 1,0 1 0,0-1-1,-1 1 1,1-1-1,0 1 1,0 0-1,-1 0 1,1 0-1,0 0 1,-1 0-1,1 0 1,-1 0-1,1 1 1,-1-1-1,0 0 1,1 1 0,-1-1-1,0 1 1,0 0-11,1 2 7,0 0-1,0 1 1,0-1 0,0 1 0,-1-1 0,0 1 0,0 0 0,0 0 0,0 4-7,-1 2 6,1 0 0,-2 0 0,0 0 0,0 0 0,-1 0 0,0 0 0,-1 0-1,-2 6-5,-3-1 39,-1 1-1,0-1 0,-1-1 0,-1 0 0,-1-1 0,-6 7-38,-15 13 389,-35 28-389,66-59 34,0-1 0,0 0 1,0-1-1,0 1 0,-1 0 0,1-1 1,0 1-1,-1-1 0,0 0 0,1 1 1,-1-1-1,0 0 0,1-1 0,-1 1 1,-2 0-35,4-2 35,0 0 0,0 0 0,0 1 0,0-1 1,0 0-1,0 0 0,0 0 0,1 0 0,-1 0 1,0 0-1,0-1 0,1 1 0,-1 0 0,1 0 1,-1 0-1,1-1 0,-1 1 0,1 0 0,0-1 1,0 1-1,-1 0 0,1-1 0,0 1 0,0 0 1,0-1-1,1 1 0,-1 0 0,0 0 0,0-1 1,1 1-36,-1 0 8,0 0 1,1-1-1,-1 1 1,0 0-1,1 0 1,0 0 0,-1 0-1,1 0 1,-1 0-1,1 1 1,0-1 0,0 0-1,-1 0 1,1 0-1,0 1 1,0-1-1,0 0 1,0 1 0,0-1-1,0 0 1,0 1-1,0 0 1,0-1-1,0 1 1,0 0 0,0-1-1,0 1 1,1 0-1,-1 0 1,0 0 0,0 0-1,0 0 1,0 0-1,0 0 1,2 1-9,44 6 2,-29 0-1,-1 1 1,0 1-1,7 5-1,-14-7 0,1 0 0,1-1 1,-1-1-1,1 1 0,0-2 1,0 0-1,1 0 1,-1-1-1,12 1 0,-14-3-7,-1-1-1,1 0 1,-1-1-1,1 0 1,-1 0 0,0-1-1,1 0 1,-1-1-1,0 0 1,0 0-1,-1-1 1,1 0 0,2-2 7,2-3-33,1 0 0,-1-2 0,-1 0 0,0 0 0,-1-1 0,0 0 0,2-4 33,18-31-1031,-19 13-3966,-11 18-2179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2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15811,'0'0'2553,"0"0"103,148 0-799,-81 0-809,-3 0-672,-7 0-264,-6 0-64,-8 0-48,-11 0-560,-13 2-1456,-8 0-2593,-11 6-8578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2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12499,'0'0'7337,"0"0"-5080,0 0 55,0 0-1544,0 0-488,188-53-208,-121 34-72,19 2-1256,-19 7-2593,-10 1-6641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2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29 382 15131,'0'0'2563,"0"0"-89,0 0-260,2-27-924,3-92-306,-4 97-549,-2 0-1,0 0 1,-1 0 0,-1 1 0,-2-1-1,-4-16-434,-6-25 1187,15 59-619,5 11-244,11 31-176,15 56-183,-22-44 49,-3 1 1,-2 13-15,-1-19-22,2 0 0,1 0 1,5 9 21,-10-49-140,1-1 0,-1 0 0,0 1 1,-1-1-1,1 1 0,-1 0 1,0-1-1,0 1 0,-1-1 0,1 1 1,-1-1-1,0 1 140,0-2-213,0-1 1,0 0-1,-1 0 0,1 0 1,-1 0-1,1 0 1,-1 0-1,0-1 0,1 1 1,-1 0-1,0-1 0,0 1 1,0-1-1,-1 0 0,1 0 1,0 0-1,0 0 1,-1 0-1,1 0 0,0-1 1,-1 1-1,1-1 213,-52 8-203,110-8 180,117-2-739,-58-8-2696,-35 0-2934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3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14659,'0'0'2889,"0"0"-1881,0 0 1713,0 0-1521,172 19-600,-84-19-136,6 0 160,-8 0 176,-11 0-496,-15-2-232,-15-3-72,-13-3-152,-15 1-968,-17 2-784,-17 1-953,-23 1-2456,-11 3-3849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12139,'0'0'3088,"0"0"-831,0 0 447,0 0-607,0 0-985,172 39-296,-94-39-88,0-5-296,2-12-280,-7 0-104,-9-4-48,-10 1-368,-6-11-1480,-15 4-2817,-12 1-3761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4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14443,'0'0'2367,"0"0"-530,0 0 284,0 0-967,0 0-831,23-1-234,-5 0-70,2 0 17,0 1 1,0 0-1,0 1 0,-1 1 1,1 1-1,0 1 0,2 2-36,0-1 46,0 2-1,0 1 0,-1 1 0,0 0 1,-1 2-1,0 0 0,0 2-45,-14-9 2,1 1 0,-1 0 0,0 1-1,-1 0 1,0 0 0,0 0 0,0 0 0,0 1 0,-1 0 0,0 0 0,-1 0 0,0 0-1,0 1 1,0-1 0,-1 1 0,0 0 0,0 0 0,-1 0 0,0 0 0,-1 0 0,1 5-2,-1-5 5,-1 0 1,1 0-1,-1 0 1,-1 0 0,1-1-1,-1 1 1,-1-1 0,1 1-1,-1-1 1,-1 0 0,1 0-1,-2 1-5,-4 6 11,-1-2 0,0 1-1,-1-2 1,-1 1 0,-6 4-11,-70 68-2179,68-67-2195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4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19484,'0'0'2665,"0"0"-801,0 0-776,0 0-151,86 150 103,-61-65-328,-9 2-296,-3-8-152,-5-14-144,0-14-104,0-17-8,-2-12 24,-4-15-32,1-7-216,-3 0-264,3-51-1136,2 3-3593,3-3-4274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4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16644,'0'0'3996,"0"0"-2174,0 0-964,0 0 323,-16 26 57,14-22-1189,-36 58 746,-3-2 0,-30 33-795,56-77 82,1 0-28,1 0 0,0 1-1,-3 5-53,13-16 27,0 0-1,-1 1 0,2-1 0,-1 1 1,1 0-1,0-1 0,0 1 0,1 0 1,0 0-1,0 0 0,1 5-26,0-10 7,0-1 0,0 1 0,1-1 1,-1 0-1,1 1 0,-1-1 0,1 0 0,-1 0 0,1 1 1,0-1-1,0 0 0,-1 0 0,1 0 0,0 0 0,0 0 1,0 0-1,0 0 0,0 0 0,0 0 0,1 0 0,-1-1 0,0 1 1,0 0-1,1-1 0,-1 1 0,0-1 0,1 1 0,-1-1 1,0 0-1,1 0 0,-1 1 0,1-1-7,55 3 222,-44-4-149,93 0 1215,0-5-1288,2-8-1796,-6-13-7961,-64 12-5067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5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15971,'0'0'4561,"0"0"-2344,0 0-361,0 0-1056,0 0-536,148 0-200,-100 0-55,-8 0-9,-13 0-209,-19 15-1183,-8-1-2681,0 1-4449</inkml:trace>
  <inkml:trace contextRef="#ctx0" brushRef="#br0" timeOffset="1">60 218 16876,'0'0'4385,"0"0"-2065,0 0 137,0 0-961,0 0-624,0 0-472,166 14-232,-106-14-160,-4 0 8,-8 0-16,1 0-600,-12-2-1608,-10-1-5402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5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78 116 10850,'0'0'6836,"0"0"-3666,0 0-1268,0 0-203,0 0-414,0 0-428,6-15-333,22-49-250,-25 62-266,-1-1 0,0 0 0,1 0 0,0 1 0,-1-1 1,1 1-1,0 0 0,0 0 0,0 0 0,1 0 0,-1 1 1,0-1-1,1 1 0,-1 0 0,1 0 0,-1 0 0,1 0 1,0 1-1,-1 0-8,9-2 24,0 2 0,0 0 1,-1 0-1,7 2-24,-17-2 4,1 1-3,0 0 0,0-1 0,0 1 0,0 0 1,0 0-1,0 0 0,-1 1 0,1-1 0,0 0 1,-1 1-1,1-1 0,-1 1 0,1-1 0,-1 1 1,0 0-1,0 0 0,0-1 0,0 1 0,0 0 1,0 0-1,0 0 0,0 0 0,-1 0 1,1 0-1,-1 1 0,0-1 0,1 0 0,-1 0 1,0 0-1,0 0-1,1 16 6,0-1 0,-1 0 1,-2 10-7,2-15 7,-2 7 22,-1 1 0,-1-1 0,0 0 0,-2 0 0,0-1 0,-1 0 0,-1 0 0,0 0 0,-2-1 0,0 0 0,-1 0-29,-22 30 292,-3-1-1,-1-2 1,-6 2-292,36-37 46,5-7-31,1 0 1,-1 0-1,0 0 1,0 0-1,0 0 1,0 0-1,0 0 1,0-1-1,0 1 1,-1-1-1,1 0 1,0 1-1,-1-1 1,1 0-1,-1 0 1,1-1-1,-2 1-15,3-11 495,2 6-486,-1-1-1,1 0 1,0 0 0,1 0 0,-1 1-1,1-1 1,0 1 0,0-1-1,1 1 1,-1 0 0,1-1 0,0 1-1,0 1 1,0-1 0,0 0-1,1 1 1,0 0 0,-1 0 0,1 0-1,0 0 1,1 0 0,-1 1-1,0 0 1,1 0 0,-1 0-1,1 0 1,0 1 0,4-1-9,-2-1-1,1 1 0,0 0 0,1 1 0,-1 0 0,0 0 0,0 1 0,0 0 0,1 0 1,-1 1-1,0 0 0,0 1 0,0-1 0,0 2 0,0-1 0,0 1 0,-1 0 0,6 4 1,17 13 0,-25-15 10,1 0-1,0-1 1,0 0-1,1 0 1,-1 0 0,1-1-1,-1 0 1,1-1 0,0 1-1,0-1 1,1 0-1,-1-1 1,0 0 0,5 0-10,-3-1 70,-1 0 1,1-1 0,0 0-1,-1-1 1,1 1-1,0-2 1,-1 1 0,0-1-1,0-1 1,0 1-1,6-5-70,-10 5-109,1 0 0,-2 0 0,1 0 0,0-1-1,-1 1 1,1-1 0,-1 0 0,0 0-1,2-4 110,-3 4-562,0-1-1,0 0 0,0 1 1,0-1-1,-1 0 0,0 0 1,0 0-1,0 0 0,-1 0 0,0 0 1,0 0 562,0-3-7140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36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4 15131,'0'0'4565,"0"0"-2267,0 0-1118,0 0-357,0 0-465,26-3-97,-25 4-184,-1 0 1,1 1-1,0-1 0,-1 0 0,1 1 1,-1-1-1,0 1 0,1-1 1,-1 0-1,0 1 0,0-1 1,0 1-1,0-1 0,0 1 1,0-1-1,0 1 0,-1-1 1,1 0-1,-1 1 0,1-1 0,-1 1 1,1-1-1,-1 0 0,1 0 1,-1 1-1,0-1 0,0 0 1,0 0-1,0 0 0,0 0 1,0 0-1,0 0 0,0 0 1,0 0-1,0 0 0,-1 0-77,2-1 137,-1 1 0,0 0 0,1 0 0,-1-1 0,1 1 0,-1 0 0,1 0 0,0 0 0,-1 0 0,1 0-1,0-1 1,-1 1 0,1 0 0,0 0 0,0 0 0,0 0 0,0 0 0,0 0 0,0 0 0,0 0 0,0 0 0,1 1-137,-1-1 24,0 0 0,0 1 0,0-1 0,1 0 1,-1 1-1,-1-1 0,1 0 0,0 1 0,0-1 1,0 0-1,-1 1 0,1-1 0,-1 0 0,1 0 1,-1 0-1,1 1 0,-1-1 0,0 0 0,0 0 1,1 0-1,-1 0 0,-1 1-24,-4 0-92,-1 0 1,1 0-1,-1-1 1,0 1 0,1-2-1,-1 1 1,0-1-1,0 0 1,0 0-1,-3-1 92,-28 1-1800,-3 9-3713,1 5-7129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41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174 279 14131,'0'0'1947,"0"0"158,0 0-109,0 0-884,0 0-314,4-5 126,-1-1-703,0-1 1,1 1-1,-2-1 1,1 0-1,-1 0 1,0 0-1,-1 0 1,0 0-1,0-1 1,0 1-1,-1 0 1,0-1-1,-1-3-221,2 5 21,-1-1 1,0 0-1,0 0 0,-1 0 1,1 0-1,-2 0 0,1 0 1,-1 1-1,0-1 0,0 1 0,-1-1 1,0 1-1,0 0 0,-1 0 1,1 0-1,-1 0 0,0 1 0,-1-1 1,0 1-1,0 0 0,0 1 1,0-1-1,0 1 0,-1 0 0,0 0 1,0 1-1,-1-1-21,5 2 0,0 1 1,0 0-1,0 0 0,0 0 0,-1 0 1,1 0-1,0 0 0,0 1 0,-1-1 1,1 1-1,0-1 0,-1 1 0,1 0 1,0 0-1,-1 0 0,1 0 1,0 0-1,-1 1 0,1-1 0,0 1 1,-1 0-1,1-1 0,0 1 0,0 0 1,0 0-1,0 0 0,0 1 1,0-1-1,0 0 0,0 1 0,0 0 1,0-1-1,1 1 0,-1 0 0,1 0 1,-1 0-1,1-1 0,0 2 1,0-1-1,0 0 0,0 0 0,0 0 1,0 0-1,1 1 0,-6 13 10,2 1 1,0 0 0,1-1-1,1 1 1,0 14-11,1-22 28,-2 54 374,2 1-1,2-1 0,4 0 0,2 0 0,3-1 1,16 51-402,-12-56 42,-1 0 0,-3 0 1,-3 1-1,-2 0 1,-3 11-43,-2-54 45,-1 12-1125,0-27 998,1 1 0,0 0 1,-1-1-1,1 1 0,-1 0 1,1-1-1,-1 1 0,1 0 1,-1-1-1,0 1 0,1-1 1,-1 1-1,0-1 0,1 0 1,-1 1-1,0-1 0,0 0 1,1 1-1,-1-1 0,0 0 0,0 0 1,0 0-1,1 0 0,-1 0 1,0 0-1,0 0 0,0 0 1,0 0-1,1 0 82,-22 0-3242,1-2-2576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41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1 259 19548,'0'0'2393,"0"0"455,0 0-1311,0 0-1113,201-80-336,-112 51-80,2-2-8,43-13-1040,-21 8-3073,-11-3-3025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42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0 16123,'0'0'3953,"0"0"-1280,0 0-105,0 0-1679,0 0-241,0 0 104,-105 186-88,97-113-200,8-3-232,0-10-128,21-12-96,12-11 0,-1-13-8,-3-10-264,14-14-624,-8 0-1689,-8-4-5224</inkml:trace>
  <inkml:trace contextRef="#ctx0" brushRef="#br0" timeOffset="1">318 114 15619,'0'0'6498,"0"0"-5354,0 0 664,0 0-167,0 0-625,180 75-232,-135-39-272,-7-5-344,-11 1-80,-6-6-88,-7-4 0,-6-5-304,-6-7-704,-2-3-1625,0-7-4952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42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0 19892,'0'0'2729,"0"0"-2033,0 0 728,0 0-600,0 0-247,-132 153-241,103-115-160,2-2-160,8-9-8,8-3-8,6-5-280,5-2-1201,0 3-991,8-6-2737,11-4-5714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42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5753,'0'0'11139,"0"0"-9699,0 0 992,0 0-279,148 174-473,-129-83-263,-11 8-281,-8 3-272,0-6-408,-16-16-224,-3-15-224,3-16 0,5-15-8,6-27-616,5-7-1224,0 0-3906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44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9450,'0'0'5260,"0"0"-2834,0 0-303,0 0-810,0 0-799,0 0-333,23-22-47,74-71 211,-90 87-184,0-1 1,0 1-1,1 1 0,0-1 1,0 1-1,0 1 1,0-1-1,1 1 0,0 1 1,0 0-1,0 0 0,0 0 1,0 1-1,0 1 0,4-1-161,-12 2 14,1 0-1,-1 0 1,1-1-1,-1 1 1,1 0-1,-1 0 1,1 1-1,-1-1 1,1 0-1,-1 1 1,1-1-1,-1 0 1,1 1-1,-1 0 1,1-1-1,-1 1 1,0 0-1,1 0 1,-1 0-1,0 0 1,0 0-1,0 0 1,1 0-1,-1 0 1,0 0-1,-1 0 1,1 1-1,0-1 1,0 0-1,0 1 1,-1-1-1,1 1 1,-1-1-1,1 0 1,-1 2-14,2 6 3,0 0 1,-1 1 0,-1-1-1,1 0 1,-2 9-4,1-2 44,-2 9-17,0-1 1,-1 0-1,-2 0 0,0 0 0,-2-1 1,-1 1-1,0-2 0,-10 18-27,1-4 82,-3-1 0,-1-1-1,-1 0 1,-2-2 0,-1 0-82,18-25 90,5-3-6,-1 0-1,0 0 1,-1 0 0,1 0 0,-1 0 0,1-1 0,-1 1 0,0-1 0,-1 0 0,1 0 0,0-1 0,-1 1 0,1-1 0,-1 0-1,0-1 1,-2 2-84,7-4 20,-1 1 1,1 0-1,-1-1 0,1 1 0,-1 0 0,1-1 0,-1 1 0,1 0 0,-1-1 0,1 1 0,0-1 1,-1 1-1,1-1 0,-1 1 0,1-1 0,0 1 0,0-1 0,-1 1 0,1-1 0,0 0 0,0 1 1,0-1-1,0 1 0,-1-1 0,1 0 0,0 1 0,0-1 0,0 1 0,0-1 0,1 0-20,-2-25 92,1 20-44,0 1 0,0 0-1,0-1 1,0 1-1,1-1 1,0 1-1,0-1 1,0 1-1,1 0 1,-1 0-1,1 0 1,1 0-1,-1 0 1,1 0-1,0 0 1,0 1-1,0-1 1,0 1-1,1 0 1,0 0-1,0 0 1,0 1 0,0-1-1,0 1 1,1 0-1,-1 0 1,1 1-1,0-1 1,0 1-1,0 0 1,0 0-1,1 1 1,-1-1-1,0 1 1,1 1-1,2-1-47,5 0 34,1 0 0,-1 1 0,1 0 0,-1 2 0,1-1 1,-1 2-1,0-1 0,1 2 0,-2 0 0,1 1 0,0 0 0,-1 0 0,0 2 0,0-1 0,6 6-34,-9-6-100,1 0 1,0-1-1,1 0 1,-1-1-1,1 0 1,0-1-1,0 0 1,0-1-1,0 0 1,0 0-1,0-1 1,5-1 99,0 0-886,0-1 0,-1-1 0,1 0 0,-1-1 0,5-2 886,32-12-6369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4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72 210 20268,'0'0'2398,"0"0"84,0 0-786,0 0-1029,28-10-455,205-67 22,-216 73-230,21-7 2,-37 10-7,0 1 1,0-1 0,0 0-1,0 0 1,0 0 0,0 0 0,0 0-1,0 0 1,0 0 0,0 0-1,0 0 1,-1 0 0,1 0 0,0 0-1,-1-1 1,1 1 0,-1 0-1,1 0 1,-1-1 0,0 1-1,1 0 1,-1-1 0,0 1 0,0 0-1,0-1 1,0-1-5,0 1-1,0-1 1,-1 0-1,1 1 1,-1-1-1,1 1 1,-1-1-1,0 1 1,0-1-1,0 1 1,0-1-1,-1 1 1,1 0-1,-1 0 1,1 0-1,-1 0 1,0 0-1,1 0 1,-1 0-1,-2-1 6,-1 0-9,0-1 1,0 2-1,-1-1 0,1 1 1,-1-1-1,1 2 0,-1-1 0,0 1 1,-4-1 8,-11-1-11,0 1 0,0 2 0,0 0 0,0 1 1,-5 1 10,18-1-1,0 1 0,0-1 1,1 1-1,-1 1 0,0-1 1,1 1-1,0 1 0,0-1 0,0 1 1,0 1-1,1-1 0,-1 1 1,1 0-1,0 0 0,0 1 1,-1 3-3,-1 0 0,1 0-1,1 1 1,0 0-1,0 0 1,1 0 0,0 1-1,1-1 1,0 1 0,0 2 3,0 1 14,0 0 1,2 1 0,0-1-1,0 1 1,1 0 0,1 0-1,0 0 1,1-1 0,1 1-1,0 0 1,1-1 0,1 1-1,0-1 1,1 0 0,0-1-1,5 8-14,-2-9 26,-1-1-1,2 0 0,0 0 0,0-1 1,1-1-1,0 1 0,1-1 0,-1-1 1,2 0-1,-1-1 0,1 0 0,1-1 1,-1 0-1,1-1 0,5 2-25,-9-4-37,1 0 0,0-1 0,0 0 0,0 0 1,0-1-1,1 0 0,-1-1 0,0 0 0,0-1 0,0 0 0,1-1 0,-1 0 0,0 0 0,-1-1 1,1 0-1,0-1 0,-1 0 0,0-1 0,0 0 0,0 0 0,3-3 37,57-53-2589,-24 13-2807,0-7-5208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45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 16916,'0'0'3880,"0"0"-1487,0 0-569,0 0-983,-169 4-305,121 11-192,5 2-224,8-5-64,16-2-56,11-6-72,8-4-1016,27 0-1625,16 0-2360,5-14-5890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45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15931,'0'0'2254,"0"0"371,0 0-1262,0 0-906,0 0-189,0 0-94,24-1-77,-7 1-75,1 0-1,-1 1 1,0 1 0,9 1-22,-25-2 6,1 0 1,-1-1-1,1 1 1,-1 0-1,0-1 1,1 1 0,-1 0-1,0 0 1,0 0-1,0 0 1,1 0-1,-1 1 1,0-1-1,-1 0 1,1 0-1,0 1 1,0-1 0,0 0-1,-1 1 1,1-1-1,-1 1 1,1-1-1,-1 1 1,0-1-1,1 1 1,-1 0-7,-1 41 318,-1-31-190,1 0-19,-1-1 0,-1 1 0,0 0 1,-1-1-1,0 1 0,-1-1 0,0 0 1,-1-1-1,-5 9-109,-1-1 233,0-1 0,-2-1 0,0 0 0,0-1 0,-5 3-233,18-17 202,1-1-40,0 0 92,11 0 729,-1 0-892,105 0 1322,108-15-1413,-221 15-121,0 0 1,0-1-1,1 1 1,-1-1-1,0 0 1,0 0-1,0 0 1,0 0-1,-1 0 1,1 0-1,0 0 1,0 0-1,-1-1 1,1 1-1,0-1 1,-1 0-1,0 1 121,14-21-5246,-14 21 4790,13-23-10540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46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70 15603,'0'0'2745,"0"0"920,0 0-1873,0 0-704,0 0-191,148 58 23,-108-24-464,-5 5-224,-5-1-128,-6-6-96,-5-3-8,0-7-112,-1-6-832,-2-8-1993,-5-6-4545</inkml:trace>
  <inkml:trace contextRef="#ctx0" brushRef="#br0" timeOffset="1">320 0 14427,'0'0'4033,"0"0"-3569,0 0 1913,0 0-881,-118 179-240,77-114 24,1-2-679,8-10-409,2-7-192,4 0-72,7-12-1785,5-10-4184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50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31 12019,'0'0'3402,"0"0"-1887,0 0 344,0 0-384,0 0-559,0 0 61,-9-6-11,-28-17-255,36 23-696,1 0 1,-1 0 0,0-1-1,1 1 1,-1 0-1,0 0 1,1 0 0,-1-1-1,0 1 1,1 0-1,-1 0 1,0 0 0,1 0-1,-1 0 1,0 0 0,1 0-1,-1 1 1,0-1-1,1 0 1,-1 0 0,1 0-1,-1 1 1,0-1-1,1 0 1,-1 1 0,1-1-1,-1 1 1,1-1-1,-1 0 1,1 1 0,-1-1-1,1 1 1,-1-1-1,1 1 1,0 0 0,-1-1-1,1 1 1,0-1 0,-1 1-1,1 0 1,0-1-1,0 1 1,0 0-16,-8 31 70,7-27-18,-6 58 374,3-1 0,2 1 0,3 0-1,8 54-425,10 8 731,30 107-731,-25-132 259,-4 0 0,-5 1-1,0 48-258,-13-78 264,-6 40-264,2-85 39,-2 1 1,-1 0-1,0-1 0,-3 0 0,-5 14-39,5-16 23,5-15-22,0 0 1,-1 0 0,1 0-1,-2 0 1,1-1-1,-4 4-1,8-12 3,0 0 0,0 0 0,-1 0 0,1 1-1,0-1 1,0 0 0,0 0 0,-1 0 0,1 0 0,0 0-1,0 0 1,0 0 0,-1 0 0,1 0 0,0 0-1,0 0 1,0 0 0,-1 0 0,1 0 0,0 0 0,0 0-1,-1 0 1,1 0 0,0 0 0,0 0 0,0 0-1,-1 0 1,1 0 0,0 0 0,0-1 0,0 1 0,0 0-1,-1 0 1,1 0 0,0 0 0,0 0 0,0-1-1,0 1 1,0 0 0,-1 0 0,1 0 0,0 0-1,0-1 1,0 1 0,0 0 0,0 0 0,0-1 0,0 1-1,0 0 1,0 0 0,0 0 0,0-1 0,0 1-1,0 0 1,0 0 0,0 0 0,0-1 0,0 1 0,0 0-1,0 0 1,0-1 0,0 1 0,0 0 0,0 0-1,0 0 1,1 0 0,-1-1-3,-1-17 38,0-4-14,1 11-20,-1-1 0,2 0 0,-1 0 0,2 1 0,-1-1 0,2 0 0,2-10-4,-4 20-2,1 0 0,-1-1 0,0 1 0,0 0 0,1 0-1,-1 0 1,1 0 0,0 0 0,0 0 0,0 0 0,0 1 0,0-1-1,0 0 1,0 1 0,0 0 0,2-1 2,0 1-5,0-1 0,0 1 0,0 1 1,0-1-1,0 0 0,0 1 0,0 0 0,1 0 0,-1 0 0,0 1 0,0-1 1,0 1-1,2 1 5,0-1-4,0 1 0,0 1 0,0-1 0,-1 1 0,1 0 0,-1 0 0,0 1 1,0-1-1,0 1 0,0 0 0,-1 1 0,0-1 0,0 1 0,0 0 0,0 0 0,0 0 4,7 12 0,-2 0 0,0 1 0,0-1 0,3 15 0,4 16-6,-2 0 1,-3 1-1,-1 0 1,-3 1-1,1 34 6,-3 66-28,-8 35 28,-1-132 104,-3 0 0,-2-1 0,-2 0 0,-2-1-1,-8 16-103,21-65 1,-4 11-87,1-4-163,0 0-1,1 1 1,0-1-1,0 1 1,1 5 249,3-11-3639,9-2-4400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50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60 20892,'0'0'2013,"0"0"-1046,-7 21 350,2-6-1072,-3 9 60,1 0 0,1 1 0,1-1 0,2 1 0,-1 12-305,3-21 172,1 0-1,0 0 0,1-1 1,1 1-1,3 13-171,-4-25 17,0 0 0,0 0-1,0-1 1,1 1-1,0 0 1,0-1 0,0 1-1,0-1 1,0 0-1,1 0 1,-1 0 0,1 0-1,0 0 1,0 0-1,0-1 1,0 0 0,0 1-1,0-1 1,1 0-1,-1-1 1,1 1 0,0 0-1,0-1 1,-1 0-1,4 1-16,1-1 7,-1 0 0,0 0 0,1 0 0,-1-1 0,1-1 0,-1 1 0,0-1 0,1 0-1,-1 0 1,0-1 0,0 0 0,0-1 0,0 1 0,0-2 0,0 1 0,-1 0 0,1-1 0,-1 0 0,0-1-1,-1 1 1,1-1 0,-1-1 0,1 1 0,-2-1 0,1 1 0,-1-1 0,0-1 0,3-3-7,1-4 12,-1 0 1,0-1 0,-1 0 0,0 0-1,-2 0 1,1-1 0,-2 1-1,0-1 1,-1 0 0,-1 0 0,0 0-1,-1 0 1,-1-2-13,1 12 1,-1 0-1,0 1 1,0-1-1,0 0 1,-1 1 0,0-1-1,0 1 1,0 0-1,-1-1 1,1 1-1,-1 0 1,-1 0-1,1 1 1,-1-1 0,0 1-1,0 0 1,0 0-1,0 0 1,-1 0-1,1 1 1,-1 0 0,0 0-1,0 0 1,0 0-1,-1 1 1,1 0-1,-1 0 1,1 0 0,-1 1-1,0 0 1,1 0-1,-2 0 0,-10-1-418,-1 1-1,1 1 1,0 0-1,-1 1 0,1 1 1,-1 1-1,1 0 1,0 2-1,1-1 1,-4 3 418,-51 20-6067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51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 15371,'0'0'2566,"0"0"-867,-24 5 206,-73 18-774,95-23-1105,0 1 0,0-1 0,-1 1 0,1 0 0,0 0 1,0 0-1,0 0 0,0 0 0,0 1 0,1-1 1,-1 1-1,0-1 0,0 1 0,1-1 0,-1 1 1,1 0-1,0 0 0,-2 1-26,3-1 20,0-1-1,-1 1 1,1-1 0,0 1 0,0 0 0,0-1-1,0 1 1,0-1 0,0 1 0,0-1-1,0 1 1,1-1 0,-1 1 0,1-1 0,-1 1-1,1-1 1,0 1 0,-1-1 0,1 0 0,0 1-20,2 3 82,1-1 1,0 1-1,0 0 1,0-1-1,0 0 1,1 0-1,0 0 1,-1-1-1,5 3-82,7 1 91,1-1 0,0 0 0,0-1 0,0-1-1,0 0 1,1-2 0,0 0 0,-1-1 0,14-1-91,-31 1-2,0-1 0,0 0 0,-1 0 0,1 0 1,0 0-1,0 1 0,0-1 0,0 0 0,0 0 1,0 0-1,0 1 0,0-1 0,0 0 0,0 0 1,0 0-1,0 0 0,0 1 0,0-1 0,0 0 0,0 0 1,0 0-1,0 1 0,0-1 0,0 0 0,1 0 1,-1 0-1,0 0 0,0 1 0,0-1 0,0 0 1,0 0-1,0 0 0,1 0 0,-1 0 0,0 0 0,0 1 1,0-1-1,0 0 0,0 0 0,1 0 0,-1 0 1,0 0-1,0 0 0,0 0 0,1 0 0,-1 0 1,0 0-1,0 0 0,0 0 0,1 0 2,-16 8-19,-5-2 31,1 1-1,0 1 0,0 1 1,1 1-1,-11 7-11,24-13 7,0 0 0,0 0-1,0 0 1,0 1 0,1 0-1,0 0 1,0 0 0,0 0-1,0 1 1,1-1 0,0 1 0,0 0-1,1 0 1,-1 0 0,1 0-1,1 1 1,-1-1 0,1 1-1,-1 5-6,1-4 38,1 0-1,-1 0 1,1 0-1,1 1 1,-1-1-1,1 0 1,1 0-1,0 1-37,-1-7 22,0 0 1,0 1-1,1-1 1,-1 0-1,1 0 0,-1 0 1,1 0-1,0 0 0,0 0 1,0 0-1,0-1 0,0 1 1,0-1-1,0 1 1,1-1-1,-1 0 0,0 0 1,1 0-1,-1 0 0,1 0 1,0-1-1,-1 1 0,1-1 1,-1 1-1,4-1-22,10 2-303,1 0 0,0 0 1,0-2-1,0 0 0,0-1 0,0-1 0,0-1 0,0 0 0,11-4 303,14-11-4822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51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39 15579,'0'0'1961,"0"0"-440,0 0 676,0 0-609,-22 28-336,-64 90-53,84-114-1101,-1 0-1,0 0 0,1 0 1,0 1-1,0-1 0,0 1 0,0-1 1,1 1-1,0 0 0,0-1 1,0 1-1,1 0 0,-1 0 0,1 4-97,1-7 36,-1 0-1,1 0 0,-1-1 0,1 1 0,0 0 1,0 0-1,0-1 0,0 1 0,0-1 0,0 1 1,0-1-1,0 1 0,1-1 0,-1 0 0,1 1 0,-1-1 1,1 0-1,-1 0 0,1 0 0,0 0 0,-1 0 1,1-1-1,1 2-35,7 0 64,-1 0-1,1 0 1,-1-1 0,1 0 0,-1-1 0,1 0 0,0-1-1,-1 0 1,9-2-64,-5 1 10,-1-2-1,0 0 1,0 0-1,0-1 1,0-1-1,0 0 1,-1 0-1,0-1 1,-1-1-1,0 1 0,9-10-9,-13 12 29,-1 0-1,0 0 1,0 0-1,-1-1 1,1 0-1,-1 0 0,-1 0 1,1 0-1,-1 0 1,0-1-1,0 1 1,-1-1-1,0 0 0,0 0 1,-1 0-1,0 0 1,0 0-1,0 0 1,-1 0-1,0 0 0,-1-1 1,0-1-29,0 5 19,0 1 0,-1 0 1,0-1-1,0 1 0,0 0 0,0 0 0,-1 0 1,1 0-1,-1 0 0,1 0 0,-1 1 1,0-1-1,0 1 0,0 0 0,-1 0 1,1 0-1,0 0 0,-1 1 0,1-1 1,-1 1-1,0 0 0,1 0 0,-1 0 1,-2 1-20,-11-4-90,-1 1 1,0 1 0,0 0 0,-10 2 89,25-1-223,1 1 0,0 0 1,-1 0-1,1 0 0,0 0 0,0 1 0,-1-1 0,1 1 1,0-1-1,0 1 0,0 0 0,0 0 0,-1 0 0,1 0 0,0 0 1,1 0-1,-1 0 0,0 1 0,0-1 0,0 2 223,-8 13-7785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51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0 19260,'0'0'3993,"0"0"-3169,0 0 889,0 0-801,-139 155-424,133-99 32,6-3-16,6-10-288,26-14-136,11-9-8,5-20-24,1 0-48,-4 0-248,-7-22-424,-3-5-968,-8 5-3874,-11 6-12321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46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17220,'0'0'4122,"0"0"-2123,0 0-56,0 0-673,26-2-653,-8 0-514,-7 0-61,1 1 0,-1 0-1,1 1 1,0 0-1,4 2-41,-10-1 34,-1-1-1,0 2 1,0-1-1,0 1 0,0 0 1,0 0-1,0 0 1,-1 1-1,1-1 0,-1 1 1,1 0-1,-1 1 0,0-1 1,0 1-1,0-1 1,1 4-34,16 22 248,0 2 0,-2 1 1,-2 0-1,10 26-248,34 61 315,-49-105-291,-10-12-3235,-2-12-2739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47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513 1 16187,'0'0'2905,"0"0"-1457,0 0 105,0 0-353,-174 166-584,114-96-104,1 1-296,0-9-216,-8 1-528,13-17-4257,14-15-9434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4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14635,'0'0'2153,"0"0"2063,0 0-2039,0 0-585,0 0-968,156-12-400,-103 2-224,20-7-408,-14 3-1872,-8-3-4233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7:49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64 19884,'0'0'2050,"0"0"-679,-10 27 23,-29 91-472,35-108-816,2 0-1,-1 0 1,1 0-1,1 1 1,0-1-1,0 0 1,1 1-1,1-1 0,0 0 1,0 1-106,0-8 32,-1 0-1,1 0 1,0-1 0,0 1-1,1 0 1,-1 0 0,1-1-1,-1 1 1,1-1 0,0 1-1,0-1 1,0 0 0,0 1-1,0-1 1,1 0 0,-1-1-1,0 1 1,1 0 0,0-1-1,-1 1 1,1-1 0,0 0 0,0 0-1,0 0 1,0 0 0,0 0-1,2 0-31,10 1 37,-1-1-1,0 0 1,1-1 0,-1 0-1,1-1 1,-1 0 0,1-2-1,-1 1 1,0-2-1,0 0 1,-1-1 0,1 0-1,-1-1 1,0 0 0,0-1-1,3-3-36,-7 4 13,0 0 0,-1-1 0,0 0 0,0 0 1,0-1-1,-1 0 0,0 0 0,-1-1 0,1 0 0,-2 0 0,1 0 0,-1-1 0,-1 0 0,0 0 0,0 0 0,-1 0 0,0 0 0,-1-1 1,0 0-1,-1 1 0,0-1 0,-1-1-13,1 7 1,-1 1 0,-1-1 1,1 0-1,-1 1 1,0-1-1,0 1 0,0-1 1,0 1-1,-1 0 0,0-1 1,0 1-1,0 0 1,0 0-1,-1 0 0,1 1 1,-1-1-1,0 0 0,0 1 1,-2-2-2,-1 1-12,0 0 0,1 1 1,-1-1-1,-1 1 0,1 0 0,0 1 1,-1 0-1,1 0 0,-1 0 0,0 1 1,0-1-1,-1 1 12,-16 0-831,-1 1 0,1 0 0,0 2 0,-1 1 0,1 1 0,1 0 0,-3 3 831,-47 14-6478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8:02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13203,'0'0'2982,"0"0"-604,0 0-411,0 0-834,0 0-326,0 0-16,27 3 1472,-14-2-2173,-1 1 0,1 1 0,-1 0 0,0 0 1,0 1-1,2 2-90,29 8 45,-34-12-40,0 1 1,-1 0-1,0 0 1,1 1 0,-1 0-1,-1 0 1,1 1-1,-1 0 1,1 0 0,-1 1-1,0 0-5,-5-4 7,0 1-1,0-1 0,0 1 0,0-1 0,0 1 0,-1 0 1,1 0-1,-1-1 0,0 1 0,0 0 0,0 0 1,0 1-1,0-1 0,-1 0 0,1 0 0,-1 0 1,0 0-1,0 1 0,0-1 0,-1 0 0,1 0 1,-1 0-1,1 0 0,-1 0 0,0 0 0,0 0 1,0 0-1,-1 0 0,1 0 0,-1 0 0,0-1 1,-1 3-7,-20 26 21,-1-2 0,-2 0 0,-1-1 0,-1-2 0,-22 16-21,-5 6 11,55-48-52,0 0 0,0 0 1,0 0-1,1 0 0,-1 0 1,0 0-1,0 0 0,1 0 1,-1 0-1,0 0 0,0 1 1,1-1-1,-1 0 1,0 0-1,0 0 0,0 0 1,1 0-1,-1 0 0,0 1 1,0-1-1,0 0 0,0 0 1,0 0-1,1 1 0,-1-1 1,0 0-1,0 0 0,0 0 1,0 1-1,0-1 0,0 0 1,0 0-1,0 1 0,0-1 1,0 0-1,0 0 0,0 1 1,0-1-1,0 0 1,0 0-1,0 0 0,0 1 1,0-1-1,0 0 0,0 0 1,0 1-1,0-1 0,0 0 1,0 0-1,0 0 0,-1 1 1,1-1-1,0 0 0,0 0 1,0 0-1,0 1 0,-1-1 1,1 0-1,0 0 0,0 0 1,0 0-1,-1 0 1,1 0-1,0 1 41,7 1-2054,4 3-4333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57.2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4 447 6001,'0'0'5508,"0"0"-3422,0 0-500,0 0-353,0 0-507,0 0-265,-4 0-98,155-10 1599,-62 1-1893,58-7 18,106-27-87,26-15 37,-204 47-21,1 2 0,62 3-16,-97 3 14,-1-1 1,1-2-1,-1-2 0,29-11-14,15-1 23,58-11 202,1 6-1,140-5-224,-176 21 77,0-6 1,19-8-78,-6 2 748,46-1-748,-103 17 134,40-4 155,5 5-289,-106 4 55,0 0-1,0-1 0,0 1 1,0-1-1,0 1 1,0-1-1,-1 0 1,1 0-1,0 0 1,0 0-1,-1 0 1,1 0-1,-1 0 1,1-1-1,0 0-54,0 0 27,0 1 0,-1-1 0,1 1-1,0-1 1,0 1 0,0 0 0,0 0-1,1 0 1,-1 0 0,0 0 0,0 0 0,1 1-1,-1-1 1,0 1 0,1-1 0,-1 1-27,-1 0 24,-1 0 25,0 0 75,0 0 165,0 0 114,0 0 51,0 0-225,0 0-128,0 0-77,0 0-16,0 0-2,0 0-9,0 0 4,0 0-14,8 247 22,-1-59 414,9-1 0,22 93-423,8 77 308,-39-279-192,-3 0 1,-6 37-117,1-27 115,1-25-87,-1 40 308,4-1-1,5 1 1,9 34-336,-12-100 98,-5-27-85,1 1 1,1-1-1,0 0 0,0 1 0,1-1 0,3 8-13,-5-17 16,-1-1 39,0 0 14,0 0 31,0 0 66,-34-2 188,1-1 0,-11-3-354,10 1-34,1 2 1,-13 0 33,0 3-14,-375 9 61,362-6-45,0 3 0,1 3-1,0 2 1,-27 10-2,-156 53-19,-3-11 1,-55 0 18,173-38 5,-57 22-5,62-14 12,-74 7-12,90-19 41,-6 5-41,-84 17 50,169-40 279,0 0 1,-21-3-330,45 0 21,1-1 0,0 0 0,0 1 1,0-1-1,0 0 0,0 0 0,0 0 1,1 0-1,-1 0 0,0 0 0,0 0 1,1 0-1,-1 0 0,0 0 0,1 0 1,-1 0-1,1 0 0,-1-1 0,1 1 1,0 0-22,-10-32 63,8 29-30,-7-39 1,1 0-1,2-1 1,2 1 0,2-1-1,2-2-33,-1-11 7,-3-1-1,-7-34-6,-24-107-17,0-4-70,-37-111 87,61 264 5,2-1 1,2 1-1,3-1 0,1-34-5,-4-51 6,0-56-361,8-15 355,0 127-422,-1 102-1843,0 2-3129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01.8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75 9762,'0'0'6129,"0"0"-3243,0 0-205,0 0-745,0 0-982,0 0-485,7 0 202,22-2-296,1-1 1,-1-2-1,0-2 0,0 0 0,0-2 1,15-7-376,16-4 258,-3 15-10125,-57 6 4488,0 7-1300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02.1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61 12187,'0'0'2336,"0"0"-638,0 0 372,0 0-245,0 0-558,24-3-280,192-36 1008,-183 32-1847,-18 3-94,1 1 0,0 1 0,15 0-54,-30 2-10,-1 0-94,0 0-535,-4 0-5902,-6 0-614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9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21237,'0'0'1680,"0"0"-1680,0 0-512,0 0 264,0 0-4281,0 0-3481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9:48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27 182 13971,'0'0'2191,"0"0"-330,0 0 507,0 0-372,0 0-673,0 0-500,24 18-345,78 58-94,-94-70-311,0-2 1,1 1 0,-1-1-1,1 0 1,-1 0-1,1-1 1,0-1-1,1 1 1,-1-2 0,0 1-1,1-1 1,-1 0-1,1-1 1,3 0-74,13 0 169,-5 2-66,1-2 0,-1 0 1,1-2-1,-1 0 1,12-3-104,-29 4 10,1 0 1,-1 0 0,0 0-1,0-1 1,0 1 0,0-1-1,0 0 1,-1 0 0,1 0-1,0-1 1,-1 1 0,1-1-1,-1 0 1,0 0 0,0 0 0,0 0-1,-1 0 1,1-1 0,-1 1-1,0-1 1,0 0 0,0 0-1,0 0 1,0 0 0,-1 0-1,0 0 1,0 0 0,0 0-1,0-1 1,-1 1 0,0 0-11,1-7 30,-1 1 1,0 0-1,0 0 0,-2 0 1,1 0-1,-1 0 1,0 0-1,-1 0 0,0 1 1,-1-1-1,-2-4-30,2 8 13,0 0 0,0 1 1,0 0-1,0-1 0,-1 1 0,0 1 0,0-1 0,-1 1 0,1 0 0,-1 0 1,0 0-1,0 1 0,0 0 0,0 0 0,-1 1 0,1-1 0,-6 0-13,-3-1 14,-1 0 0,1 1 0,-1 1-1,0 0 1,0 1 0,-5 1-14,15 0-1,-1 1 0,1-1 1,0 1-1,0 0 1,-1 1-1,1 0 0,0 0 1,0 0-1,0 0 0,1 1 1,-1 0-1,1 0 0,-1 1 1,1 0-1,0 0 0,-4 4 1,-14 19 2,2 2 0,0 1-1,2 0 1,1 2-1,2 0 1,1 1 0,1 0-1,2 1 1,2 1 0,1 0-1,1 0 1,2 0-1,2 1 1,0 26-2,3-50-1,1 1 1,1-1-1,0 1 0,1 0 0,0-1 1,1 0-1,0 0 0,1 1 1,0-2-1,6 12 1,-6-16 2,1 0 0,0 0 1,1 0-1,-1-1 0,1 0 1,0 0-1,1 0 0,-1-1 0,1 0 1,0 0-1,1 0 0,-1-1 0,1-1 1,0 1-1,0-1 0,4 1-2,13 3 34,0-2-1,1-1 1,-1 0-1,1-2 1,0-1 0,0-1-1,10-3-33,-31 3-10,0 0-1,0-1 0,0 0 1,0-1-1,0 1 1,-1-1-1,1 1 1,0-2-1,-1 1 1,1 0-1,-1-1 1,0 0-1,0 0 1,0 0-1,0 0 1,-1-1-1,1 1 1,-1-1-1,0 0 1,0 0-1,0 0 1,-1-1-1,2-2 11,4-10-1312,0-1-1,-2 1 1,0-1-1,-1 0 1,2-15 1312,3-31-10816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9:4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13219,'0'0'5777,"0"0"-3905,0 0 225,0 0-1161,0 0-504,140-12-272,-103 7-96,1-3-64,0 4-72,2-11-800,-8 5-1881,-8-2-2560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9:49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13339,'0'0'3869,"0"0"-1628,0 0-639,0 0-840,0 0-344,24-8 243,80-26 17,-99 32-616,1 0 0,0 1-1,-1 0 1,1 0 0,0 0-1,0 1 1,0 0 0,0 0-1,0 0 1,0 1 0,-1 0-1,1 0 1,0 0-1,3 2-61,-6-2 23,-1 0 1,1 1-1,-1-1 0,1 1 0,-1 0 0,1 0 0,-1 0 0,0 0 0,0 0 0,0 1 0,0-1 0,0 1 0,0-1 0,-1 1 0,0 0 0,1-1 0,-1 1 0,0 0 0,1 2-23,-1 3 19,0-1-1,0 0 1,-1 1-1,0-1 1,0 1-1,0-1 1,-1 1-1,0-1 1,-1 1-1,0-1 1,0 0-1,0 0 0,-1 0 1,0 0-1,0 0 1,-1-1-1,-2 4-18,-63 76 343,45-59 121,2 0 0,-12 20-464,32-42 44,-1-1-1,1 1 1,0 0-1,0 0 1,0 0-1,1 0 0,0 0 1,0 0-1,0 0 1,1 0-1,-1 0 1,1 1-1,1 1-43,-1-5 37,0 0-1,0 1 1,0-1-1,1 0 1,0 0-1,-1 0 1,1 0-1,0-1 1,0 1-1,0 0 1,0 0 0,0 0-1,0-1 1,0 1-1,1 0 1,-1-1-1,0 1 1,1-1-1,0 0 1,-1 1-1,1-1 1,0 0-1,0 0 1,-1 0-1,1 0 1,0-1-1,0 1 1,0 0-1,0-1 1,0 1 0,0-1-1,2 0-36,11 2 170,-1-1 1,1-1-1,-1-1 0,1 0 0,-1 0 1,1-2-1,-1 0 0,0 0 0,8-4-170,-10 2-1073,0 0-1,0-1 0,0-1 0,-1 0 0,0 0 1,9-9 1073,1-1-5892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9:49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15563,'0'0'2281,"0"0"735,0 0-1407,0 0-769,137 9-136,-86 25 216,0 10 9,-3 6-369,-7-1-120,-6-1-224,-3-7-120,-8-7-88,-3-10 0,-2-9 0,-5-13-8,-6-2-792,0-15-1865,-8-6-5561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39:49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0 15243,'0'0'1873,"0"0"1127,-65 126-1127,30-64-833,-5-1-304,5-6-256,3-4-304,5-5-160,8-7-16,1 7-1256,4-13-2873,3-1-5489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04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123 585 16508,'0'0'2839,"0"0"-1150,0 0-105,0 0-226,20 3 77,18 2-977,1-2 0,-1-1 0,1-2 0,-1-2 0,1-1 0,-1-2 0,9-3-458,-37 5 70,63-17 626,59-25-696,-112 36 82,0 0 1,0 0-1,-1-2 0,-1-1 1,0 0-1,0-1 0,-1-1 1,11-12-83,-22 20 66,0-1 0,-1 0 0,0 1 0,0-2 0,-1 1 0,0-1 0,0 1 0,-1-1 1,0 0-1,0 0 0,-1-1 0,0 1 0,0 0 0,-1-1 0,0 0 0,-1 1 0,0-1 0,0 1 0,-1-1 0,0 1 1,0-1-1,-1 1 0,-1-5-66,-1 3 10,0-1 0,0 1 0,-1-1 0,-1 1 0,1 1 0,-2-1 0,1 1 0,-1 0 0,-1 1 0,0-1 0,0 1 0,0 1 1,-1 0-1,0 0 0,-1 1 0,1 0 0,-5-2-10,-2 1-10,-1 0 0,0 1 0,0 0 0,0 1 0,0 1 0,-1 1 0,-2 1 10,-33-3-90,-42 3 90,76 4-11,0 0-1,-1 1 1,1 1 0,0 1 0,1 0 0,-1 1 0,1 1 0,1 1-1,-1 1 1,1 0 0,0 2 0,1-1 0,1 2 0,0 0-1,0 1 1,1 0 0,-3 5 11,0 1-5,0 0 0,1 1 0,1 1 0,1 0 0,1 1 0,1 1 0,1 0 0,1 0 0,1 1 0,1 0 0,1 1 0,1 0 0,1 0 5,0 8-6,2 0 1,2 0-1,0-1 0,3 1 1,0 0-1,2 0 0,5 14 6,-4-26 1,1-1 0,1 0 0,1-1-1,0 1 1,2-2 0,0 1 0,1-1-1,1-1 1,0 0 0,2-1 0,0 0-1,4 3 0,4 0 18,0 0-1,2-1 0,0-1 0,1-2 0,1 0 1,0-2-1,1 0 0,1-2 0,16 4-17,-10-5-77,0-2 0,0-1 0,1-1 0,0-2-1,0-2 1,1-1 0,30-4 77,-57 2-112,0-1 0,1 0 1,-1 0-1,-1-1 0,1 0 1,0-1-1,-1 0 0,1 0 0,-1-1 1,-1 0-1,1 0 0,-1-1 0,1 0 1,-2 0-1,1-1 0,-1 0 0,0 0 112,14-17-1517,-2-2 0,-2 0 0,0-1 0,4-11 1517,11-25-6540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05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15051,'0'0'2169,"0"0"-457,0 0 505,0 0-1193,0 0 72,169-2-360,-102-5-224,-2-3-320,-9 0-192,3-2-872,-16 0-3569,-11 3-4025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06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15187,'0'0'2597,"0"0"133,0 0 349,0 0-1829,2 22-837,44 554 2289,-37-436-2198,-5-94-347,2 0 0,2-1 0,3 5-157,-7-33 11,1 0 1,1 0 0,0-1 0,1 0-1,1 0 1,0-1 0,1 0-1,1 0 1,4 4-12,-9-13 11,1-1-1,0 0 1,0 0 0,0-1-1,0 0 1,1 0-1,0 0 1,-1-1-1,1 0 1,1-1 0,-1 1-1,0-1 1,1 0-1,-1-1 1,1 0-1,-1 0 1,1-1 0,-1 0-1,1 0 1,0-1-1,-1 0 1,1 0 0,-1 0-1,5-3-10,-2 2-141,0-2 1,0 1-1,0-1 0,0 0 0,-1-1 1,0 0-1,0-1 0,-1 0 0,1 0 0,-1-1 1,0 0-1,-1-1 0,0 1 0,0-1 1,-1-1-1,0 1 0,5-10 141,17-49-3283,-13 17-2260,-3-5-5208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06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8426,'0'0'12074,"0"0"-9921,0 0-465,0 0-255,0 135-593,6-79-496,2-1-208,3-4-88,-1-5-48,6-5-112,11-5-1313,-3-9-3472,1-15-6369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06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6 148 20156,'0'0'2653,"0"0"-1259,0 0 60,-1 27-424,0 6-800,-2 10 46,2 0 0,3 0 0,3 18-276,2-17 146,-3-39-28,-3-28-84,-1 7-47,4-98-59,-3 100 78,1 0 0,0 0 0,1 0 0,1 1 0,0-1-1,1 1 1,1 0-6,-6 11 1,1 1 0,-1-1 0,1 0 0,0 1-1,-1-1 1,1 1 0,0-1 0,0 1 0,0-1-1,0 1 1,0 0 0,0-1 0,0 1 0,1 0 0,-1 0-1,0 0 1,1 0 0,-1 0 0,1 0 0,-1 0-1,1 1 1,-1-1 0,1 0 0,0 1 0,-1 0 0,1-1-1,0 1 1,-1 0 0,1-1 0,0 1 0,0 0-1,-1 1 1,1-1 0,0 0 0,-1 0 0,1 1 0,0-1-1,-1 1 1,1-1 0,0 1 0,-1 0 0,1-1-1,-1 1 1,1 0 0,-1 0 0,0 0 0,1 0 0,-1 0-1,0 1 1,0-1 0,0 0 0,1 2-1,5 4-7,0 1 0,-1 0 0,0 1 1,0-1-1,-1 1 0,0 0 0,-1 0 0,1 3 7,6 37 22,-10-39-18,1-1 0,0 0 0,1 1 0,-1-1 0,4 6-4,-5-15 1,-1 0 1,1 1-1,-1-1 1,0 0 0,1 0-1,-1 0 1,1 0-1,-1 0 1,0 0 0,1 0-1,-1 0 1,1 0-1,-1 0 1,1 0-1,-1 0 1,0 0 0,1 0-1,-1 0 1,1 0-1,-1 0 1,0 0 0,1-1-1,-1 1 1,0 0-1,1 0 1,-1 0 0,1-1-1,-1 1 1,0 0-1,0-1 1,1 1-1,-1 0 1,0-1 0,1 1-1,-1 0 1,0-1-1,0 1 1,0 0 0,1-1-1,-1 1 1,0-1-1,0 1 1,0 0 0,0-1-1,0 1 1,0-1-1,0 1-1,58-112-172,-47 87 164,0 0 1,2 1-1,0 1 0,2 0 0,1 0 0,0 2 0,2 0 1,8-7 7,-24 26-5,0-1 1,1 1-1,0 0 1,-1 0-1,1 0 1,0 0-1,0 0 1,0 0-1,0 1 1,1-1-1,-1 1 1,0 0 0,1 0-1,-1 0 1,0 1-1,1-1 1,-1 1-1,1 0 1,-1 0-1,1 0 1,-1 0-1,1 1 1,-1-1-1,1 1 1,-1 0-1,0 0 1,1 0 0,-1 0-1,0 1 1,0-1-1,0 1 1,0 0-1,0 0 1,0 0-1,-1 0 1,1 1-1,-1-1 1,1 1-1,-1-1 1,0 1-1,0 0 1,0 0 0,1 2 4,6 12-45,-1 0 0,-1 0 0,0 0 0,-1 1 0,-2 0 0,1 0 0,-2 0 0,1 9 46,0 29-2130,-2 1 1,-3 5 2128,0-4-3725,1 28-4889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07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15643,'0'0'1747,"0"0"-513,0 0-398,0 0-212,0 0 934,6 31 400,2 4-1367,1 7 206,-2-1 0,-1 2 0,-2 16-797,9 147 2596,-12-233-2234,1 21-359,-2 1 0,1-1 0,-1 0 1,0 1-1,0-1 0,0 1 0,-1-1 0,1 0 1,-2 1-1,1-1 0,0 1 0,-1 0 1,0-1-1,-1 1 0,1 0 0,-1 0 1,0 1-1,0-1 0,-1-1-3,3 5-72,1 1 1,-1-1-1,1 0 1,-1 1-1,1-1 1,-1 0-1,1 1 1,0-1-1,-1 0 1,1 1-1,0-1 1,0 0-1,0 0 0,-1 1 1,1-1-1,0 0 1,0 0-1,0 1 1,0-1-1,0 0 1,0 0-1,1 0 1,-1 1-1,0-1 1,0 0-1,0 0 0,1 1 1,-1-1-1,0 0 1,1 1-1,-1-1 1,1 0-1,-1 1 1,1-1-1,-1 0 72,19-17-3738,-19 18 3628,16-15-5599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07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12659,'0'0'2904,"0"0"21,0 0-670,0 0-803,0 0-458,0 0-258,21-18-16,70-56 91,-86 71-759,-1 0 0,1 0 0,-1 0 0,1 0 1,0 1-1,0 0 0,0 0 0,1 1 0,-1-1 0,0 1 0,1 0 0,-1 0 0,0 1 0,1 0 0,-1 0 0,1 0 1,0 0-53,-1 2 16,0-1 1,0 1-1,0 0 1,-1 0-1,1 0 1,-1 0-1,0 1 1,1 0-1,-1 0 1,0 0-1,-1 0 1,1 1-1,0-1 1,-1 1-1,0 1-16,7 8 10,-1 2 0,0-1-1,-1 2 1,-1-1 0,-1 1 0,0-1-1,-1 2 1,3 13-10,-2 8 43,-1 0 0,-2 1 1,-1-1-1,-2 1 0,-3 10-43,1-33 47,0 0 0,-1 0 1,-1 0-1,0-1 0,-1 0 0,-1 0 0,0 0 0,-1-1 0,-1 1 1,0-2-1,-1 1 0,0-1 0,-1-1 0,-1 0 0,0 0 0,0-1 1,-10 7-48,20-17 3,-1 1 0,1-1 1,-1 0-1,0 0 1,1 0-1,-1 0 1,0 0-1,0 0 0,0 0 1,1-1-1,-1 1 1,0-1-1,-1 1-3,2-1-8,1 0 1,-1 0-1,1 0 0,-1 0 1,1-1-1,-1 1 0,1 0 1,0 0-1,-1 0 0,1-1 1,-1 1-1,1 0 0,-1 0 1,1-1-1,0 1 0,-1 0 1,1-1-1,0 1 0,-1 0 1,1-1-1,0 1 0,0-1 1,-1 1-1,1 0 1,0-1-1,0 1 0,-1-1 1,1 1-1,0-1 0,0 1 1,0-1 7,0-3-155,-1 0 0,1-1 0,0 1 0,1 0 0,-1 0 0,1 0 0,0 0 0,0 0 0,0-1 0,1-1 155,22-39-3600,5 2-1802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08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14003,'0'0'3815,"0"0"-1250,0 0-555,0 0-1022,0 0-245,-23 31 262,-17 25 10,-12 24-1015,44-65 128,1 0 1,1 1-1,0 0 0,1 0 0,1 1 0,0-1 0,1 1 1,1 0-1,1-1 0,0 1 0,1 0 0,2 14-128,-1 8 152,-1-25-118,0 0 1,1-1-1,0 1 0,1-1 1,1 1-1,0-1 0,2 5-34,-3-13 2,0-1-1,0 1 1,1-1 0,0 0-1,-1 1 1,1-1 0,1-1-1,-1 1 1,1 0 0,-1-1-1,1 1 1,0-1 0,0 0-1,1-1 1,-1 1-1,0-1 1,1 0 0,0 0-1,-1 0 1,1 0 0,0-1-2,5 2-24,0-1 1,0-1-1,0 1 1,1-1-1,-1-1 0,0 0 1,0-1-1,1 0 1,-1 0-1,0-1 1,0 0-1,4-2 24,8-4-1367,0 0-1,0-2 0,-1-1 0,17-11 1368,25-18-8912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08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19268,'0'0'3817,"0"0"-1793,0 0-1039,0 0-713,153-20-200,-86 20-64,-5 0 48,-9 0-56,-7 5-40,-8-2-360,-3-3-1089,5-5-1567,-8-17-1833,-8 0-9955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08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16876,'0'0'2810,"0"0"-359,0 0-40,0 0-639,0 0-697,0 0-623,2-8-332,-2 6-117,1 1-1,-1-1 1,1 1-1,0-1 1,0 0 0,0 1-1,0-1 1,0 1-1,0 0 1,0-1-1,0 1 1,0 0-1,1 0 1,-1-1 0,0 1-1,1 0 1,-1 0-1,1 1 1,-1-1-1,1 0 1,0 0-1,-1 1 1,1-1-1,0 1 1,-1-1 0,1 1-1,0 0-2,5-1 3,1 1 0,-1-1 0,1 2 0,-1-1 0,0 1 0,1 0 0,-1 0 0,0 1-3,12 3 3,-1 0-1,-1 2 1,1 0 0,-1 0 0,0 2 0,10 7-3,-23-13 0,0-1 0,0 1 0,-1 0 0,1 0 0,-1 1 0,0-1 0,0 1 0,0 0 0,-1-1 0,1 1 0,-1 0 0,0 1 1,0-1-1,0 0 0,0 1 0,-1-1 0,0 1 0,0-1 0,0 1 0,-1-1 0,1 1 0,-1 0 0,0 0 0,0-1 0,-1 1 0,0-1 1,0 3-1,-1 3 6,-1-1 0,-1 1 0,1-1 0,-2 0 0,1 0 0,-1 0 0,-1 0 0,1-1 0,-1 0 0,-1 0 0,1-1 0,-2 1-6,-40 33 78,34-30-259,1 0 0,1 0 0,0 1 0,-6 8 181,39-26-7829,5-13-701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09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11 136 19628,'0'0'1989,"0"0"-528,-3 24 118,-4 83-473,7-100-1082,0 0-1,0 0 1,1 0 0,0 0-1,0 0 1,0 0 0,1-1-1,0 1 1,1-1 0,-1 1-1,1-1 1,1 0 0,-1 0-1,1 0 1,0-1 0,0 1 0,1-1-1,-1 0 1,1 0 0,0 0-1,1-1 1,-1 0 0,1 0-1,0 0 1,0-1 0,0 0-1,0 0 1,1 0 0,-1-1-1,1 0 1,0 0 0,-1-1 0,1 1-1,0-2 1,0 1 0,0-1-1,0 0 1,0 0 0,0-1-1,-1 0 1,1 0 0,5-2-24,-7 0-110,0 0 0,0 0 0,0 0 0,0-1 0,-1 0 1,1 0-1,-1 0 0,0 0 0,0 0 0,-1-1 0,1 0 0,-1 0 0,0 0 1,-1 0-1,1-1 0,-1 1 0,0 0 0,0-1 0,0 0 0,0-4 110,3-11-1753,-1-1-1,-1 0 0,-1 1 0,0-22 1754,-2 42 56,0 0-1,0 1 1,1-1 0,-1 1-1,0-1 1,0 0-1,0 1 1,0-1 0,0 0-1,0 1 1,0-1 0,0 0-1,0 1 1,0-1-1,0 0 1,-1 1 0,1-1-1,0 0 1,0 1-1,0-1 1,-1 1 0,1-1-1,0 1 1,-1-1 0,1 1-1,-1-1 1,1 1-1,-1-1 1,1 1 0,-1-1-1,1 1 1,-1-1-1,1 1 1,-1 0 0,1-1-1,-1 1 1,0 0 0,1 0-1,-1 0 1,0-1-1,1 1 1,-1 0 0,1 0-1,-1 0 1,0 0 0,1 0-1,-1 0 1,0 0-1,1 0 1,-1 0 0,0 0-1,1 1 1,-1-1-1,0 0 1,1 0 0,-1 1-56,-1 0 140,0 0 0,1 0 1,-1 0-1,1 0 1,-1 1-1,1-1 0,-1 0 1,1 1-1,0 0 0,-1-1 1,1 1-1,0 0 0,0-1 1,0 1-1,1 0 1,-1 0-1,0 0 0,0 2-140,1-1 53,-1 0-1,1 0 1,-1 1-1,1-1 0,0 0 1,0 1-1,1-1 1,-1 0-1,1 1 0,-1-1 1,1 0-1,0 0 1,0 0-1,0 0 0,1 0 1,-1 0-1,1 0 1,2 3-53,-1-4 18,0 1 0,0 0 0,0-1 1,1 1-1,-1-1 0,1 0 1,0 0-1,0 0 0,0-1 0,0 1 1,0-1-1,0 0 0,0 0 1,0-1-1,0 1-18,9 1 160,0 0 1,0-1-1,0 0 0,1-1 1,-1 0-1,0-1 1,0-1-1,0 0 1,0-1-1,10-4-160,-18 6 46,0-1 0,0 0 0,-1-1 1,0 1-1,1-1 0,-1 0 0,0 0 0,0-1 0,0 1 1,-1-1-1,1 0 0,-1 1 0,0-2 0,0 1 0,0 0 1,-1-1-1,1 1 0,-1-1 0,0 1 0,-1-1 0,1 0 1,-1 0-1,0 0 0,0 0 0,0 0 0,-1 0 0,0 0 1,0-5-47,0 1 22,0 1 0,-1 0 0,0-1 0,0 1 1,-1 0-1,0 0 0,0 0 0,-1 0 0,0 0 1,0 0-1,-1 1 0,-3-5-22,3 6-184,0 1 1,0 0-1,-1 1 0,1-1 1,-1 1-1,-1 0 0,1 0 0,0 0 1,-1 1-1,0 0 0,0 0 1,0 0-1,0 1 0,0 0 1,0 0-1,-5-1 184,-31-1-5576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09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79 4017,'0'0'7772,"0"0"-4440,0 0-1175,0 0 100,0 0-493,0 0-247,-2-6-117,2 4-1326,0 0 0,0 0 0,0 0 0,0 0 0,0 0 0,0 1 0,0-1 0,0 0-1,1 0 1,-1 0 0,1 0 0,-1 0 0,1 0 0,0 1 0,0-1 0,0 0 0,0 1 0,0-1 0,0 1 0,0-1 0,1 1 0,-1-1 0,0 1 0,1 0 0,-1 0 0,1-1 0,0 1-74,4-3 86,0 1 0,0 1 0,0-1 0,0 1 0,0 0 0,0 0 0,1 0 0,-1 1 0,6 0-86,-4 0 6,0 0 0,1 0-1,-1 1 1,0 0-1,0 1 1,1 0 0,-1 0-1,0 1 1,0 0 0,0 0-1,0 1 1,0 0 0,-1 0-1,1 1 1,-1 0 0,6 4-6,-9-4-2,0 1 0,0 0 0,0 1 0,-1-1 0,1 1 0,-1-1 0,-1 1 0,1 0 0,-1 0 0,0 0 0,0 0 0,-1 1 0,0-1 0,0 0-1,0 1 1,-1-1 0,0 1 0,0-1 0,0 0 0,-1 1 0,0-1 0,-1 0 0,1 1 0,-1-1 0,0 0 0,-1 0 0,1 0 0,-1-1 0,-1 1 0,1-1 0,-1 1 0,1-1 0,-2 0 0,1 0 0,-3 2 2,-29 23 5,0-1 0,-2-2 0,-1-1 1,-39 18-6,-22 15 8,101-59-7,-1 0-1,0 0 0,1 0 0,-1 0 0,0 0 1,0 0-1,1 0 0,-1 0 0,0 1 0,1-1 1,-1 0-1,0 0 0,0 0 0,1 1 0,-1-1 1,0 0-1,0 0 0,1 1 0,-1-1 0,0 0 1,0 0-1,0 1 0,0-1 0,1 0 0,-1 1 1,0-1-1,0 0 0,0 1 0,0-1 0,0 0 1,0 1-1,0-1 0,0 0 0,0 1 0,0-1 1,0 0-1,0 1 0,0-1 0,0 0 0,0 0 1,0 1-1,0-1 0,-1 0 0,1 1 0,0-1 1,0 0-1,0 1 0,0-1 0,-1 0 1,1 0-1,0 1 0,0-1 0,-1 0 0,1 0 1,0 0-1,0 1 0,-1-1 0,1 0 0,0 0 1,-1 0-1,38 2 146,-31-1-91,193-1 756,-184-2-1029,0 0 0,0-1 0,-1 0 0,1-1 0,0-1 0,-1 0 1,0-1-1,9-6 218,-7 5-990,34-17-5206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10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14835,'0'0'5889,"0"0"-4456,0 0 423,0 0-600,140 90-439,-100-42-457,-2 3-208,-3-8-80,-3-4-72,-8-10 0,-2-8-64,-6-16-1313,-3-5-1255,-5 0-2953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1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 19884,'0'0'4097,"0"0"-3145,0 0-424,0 0 329,-110 193-409,62-113-280,5-10-96,8-12-72,16-15 0,19-14-656,3-9-1913,21-16-4536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10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16644,'0'0'4505,"0"0"-2081,0 0-408,0 0-1175,0 0-417,139 3-120,-61-3-64,3-3-88,-9 1-144,-7-1-8,-14 3-104,-16 0-1817,-14 0-3488,-21 0-7874</inkml:trace>
  <inkml:trace contextRef="#ctx0" brushRef="#br0" timeOffset="1">191 322 17124,'0'0'3864,"0"0"-1575,0 0-705,0 0-327,167-12-585,-76-5-456,6 0-152,43-15-64,-30 6-1985,-8-1-10921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0:11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 14299,'0'0'2535,"0"0"-256,0 0-161,0 0-551,-22 26-460,-68 90-53,85-108-919,0 0 0,0 1 0,1 0 0,0 0 1,0 0-1,1 1 0,1-1 0,-1 1 1,1-1-1,1 1 0,0 0 0,0 0 0,1-1 1,1 1-1,-1 0 0,2 1-135,-1 22 287,-2-15-182,2-1 0,0 1 1,1-1-1,1 1 0,0-1 1,1 0-1,3 5-105,-4-14 13,0 0 1,1-1-1,0 1 0,1-1 1,0 0-1,0-1 0,0 1 1,1-1-1,0 0 0,0 0 1,1-1-1,-1 0 0,1 0 1,0 0-1,0-1 0,4 2-13,4 0 19,1 0 0,0 0-1,0-2 1,0 0-1,0 0 1,0-2-1,1 0 1,-1-1-1,1 0 1,0-2 0,9-1-19,-12 1 9,0 0 0,-1-2 0,0 1 0,0-2 0,1 0 0,-2 0 0,1-1 0,-1-1 0,1 0 0,-2-1 0,1 0 0,-1-1 0,0 0 0,2-3-9,-8 5 41,1 0-1,-1-1 1,0 0-1,0 0 1,-1 0-1,0 0 1,0-1-1,-1 0 1,0 0-1,0 0 1,-1 0-1,0 0 1,0-4-41,2-15 185,-2 0 0,-1 0 0,-2-14-185,1 31 21,-1-5 25,0 0-1,0 0 1,-2 0 0,0 0 0,0 0-1,-2 0 1,-5-12-46,6 18-20,0 1 0,0 1 0,-1-1 1,0 0-1,0 1 0,0 0 0,-1 0 0,-1 1 1,1 0-1,-1 0 0,0 0 0,0 1 0,-1 0 1,-7-4 19,-13-3-614,-2 1 0,0 1 0,0 2 0,0 1 0,-6 0 614,-53-4-5425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1:4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19996,'0'0'2331,"0"0"-737,1 28-575,26 727 3531,-27-724-4469,0 14 52,2 0 0,2-1 0,8 40-133,-7-75 144,-3-19-55,-1-24-10,-1 34-77,-5-99 32,-4 0 0,-15-57-34,7 44 40,-3-96-40,17-80 93,18 295-65,7 12 74,-1 1-1,-1 1 1,11 15-102,-10-11 54,1-1 1,0-1-1,6 2-54,-8-10-167,0 0 0,1-1 0,0-1 0,1-1 0,0-1 0,22 7 167,-16-9-1529,1-1 1,-1-1-1,14 0 1529,26 1-7557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1:45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20 18804,'0'0'2497,"0"0"-252,-22 25-739,-5 3-1175,2-3-83,2 0-1,1 2 1,1 1 0,-15 27-248,-9 21 1139,-28 65-1139,72-140 9,0 1 0,1-1 0,-1 1 0,0-1 0,0 1 0,1-1 1,-1 1-1,1 0 0,-1-1 0,1 1 0,0 0 0,-1 0 1,1-1-1,0 1 0,0 0 0,0-1 0,1 2-9,16-15 294,28-40-33,-1-9-182,-4-2-1,6-14-78,36-58 35,-76 125 5,0 2 0,0-1 0,1 1 0,1 0-1,-1 0 1,1 1 0,7-5-40,-13 11 10,-1 0 0,1 0 0,0 0 0,-1 0 0,1 0 0,0 0-1,0 1 1,0-1 0,0 1 0,0-1 0,0 1 0,0 0 0,0 0 0,0 0 0,0 0 0,0 0 0,0 0-1,0 0 1,0 1 0,-1-1 0,1 1 0,0-1 0,0 1 0,0 0 0,0 0 0,-1 0 0,1 0 0,0 0 0,-1 0-1,1 0 1,-1 0 0,1 1 0,-1-1 0,1 1 0,-1-1 0,0 1 0,0 0 0,0-1 0,0 1 0,0 0-1,0 0 1,-1-1 0,1 1 0,0 1-10,10 20 122,-1 1-1,-1 0 1,-1 1-1,-1 0 0,2 16-121,3 41 598,-2 10-598,-4-30 127,3 0 0,9 34-127,-16-90-91,0 1-1,-1-1 0,2 0 1,-1 0-1,1-1 0,0 1 1,0-1-1,0 1 1,1-1-1,0 0 0,0 0 1,0 0-1,1-1 1,4 4 91,-2-3-1412,0 0 0,1-1 0,0 0 0,0 0 0,0-1 0,7 2 1412,18 5-12457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1:46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0 17268,'0'0'2584,"0"0"1097,-70 150-1721,35-75-863,0 2-361,3-7-232,3-5-144,2-9-216,3-10-48,2-10-88,6-7-8,3-10 0,-1-9-144,3-10-728,-7-12-1265,1-22-3720,1-5-10786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1:4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18052,'0'0'4337,"0"0"-2857,0 0 465,0 0-353,0 0-768,147 97-496,-101-66-256,-6 1-72,-2 4-24,-3-2-360,8 16-912,-11-6-2449,-2-8-3209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1:47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12339,'0'0'2820,"0"0"-133,0 0-297,0 0-837,0 0-518,0 0-157,0 0-782,-1 0 0,0 0 0,0 0 0,1 0 0,-1 0-1,0 0 1,1 0 0,-1 0 0,0 0 0,1 0 0,-1 1-1,1-1 1,-1 0 0,0 1 0,1-1 0,-1 0-1,1 1 1,-1-1 0,1 1 0,-1-1 0,1 1 0,-1-1-1,1 1 1,-1-1 0,1 1 0,0-1 0,-1 1 0,1 0-96,-10 55 138,2 0 0,3 0 0,3 1 0,2 0 0,3 7-138,-2 2 130,0-22-30,2-1 0,2 1 0,2-1 0,2-1 0,1 1 0,3-2 0,1 1 0,2-2 0,2 0 0,14 22-100,-28-55 5,-1-1 0,1 0 0,0 0 0,1-1 0,0 1 0,0-1 0,0 0 0,0 0 0,1-1 0,-1 1 0,1-1 0,6 3-5,-8-6-109,0 1 1,0-1-1,0 0 0,0-1 0,0 1 0,0 0 1,0-1-1,0 0 0,0 0 0,0 0 1,0-1-1,0 1 0,0-1 0,0 0 0,-1 0 1,1 0-1,0-1 0,0 0 0,-1 1 1,1-1-1,-1 0 0,1 0 0,-1-1 109,34-27-5425,-4-6-5552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1:47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7722,'0'0'8932,"0"0"-5147,0 0-1382,0 0-1300,0 0-604,-2 30 368,-4 204 965,5-185-1451,3 0 1,2 0-1,2 1-381,-3-33 29,1 0 1,1 0-1,0 0 0,1 0 0,1-1 1,1 0-1,0-1 0,1 0 0,0 0 0,4 3-29,-5-7 15,1-1-1,0 1 0,1-1 1,0-1-1,0 0 0,9 5-14,-13-10-47,0-1 0,-1 0 0,1 0 0,1 0 0,-1-1 0,0 0 0,0 0 0,1-1-1,-1 0 1,1 0 0,-1 0 0,1-1 0,0 0 0,5 0 47,-9-1-103,0 0 0,0 0 0,0 0 0,0 0 0,-1 0 0,1-1 0,0 1 0,0-1 0,-1 0 0,1 0 0,-1 0 0,0 0 0,0 0 1,1 0-1,-1-1 0,-1 1 0,1-1 0,0 0 0,0 1 0,-1-1 0,0 0 0,0 0 0,1 0 0,-1 0 0,0-1 103,3-12-1466,1 0-1,-2 0 1,0-1 0,-1-4 1466,0-26-5236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1:48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18164,'0'0'4241,"0"0"-1657,0 0-1479,0 0-665,0 0-352,172-46-88,-111 24 0,1 1-176,16-16-1481,-11 8-3872,-10 0-12259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1:48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15107,'0'0'2162,"0"0"256,12 26-71,5 11-1750,25 55 1854,-4 2 1,22 85-2452,-44-99 425,-4 0-1,-3 1 1,-4 1-1,-3-1 1,-6 37-425,2-104 21,0 0 0,-1 1-1,-1-1 1,0 0 0,-1-1 0,-5 12-21,3-9-338,1 1 0,1-1 1,-2 11 337,7-26-172,1-1 0,-1 0 0,0 0 0,1 1 0,-1-1 0,1 0 0,-1 0 0,0 0-1,1 0 1,-1 0 0,1 1 0,-1-1 0,1 0 0,-1 0 0,1 0 0,-1 0 0,0 0 0,1 0 0,-1 0 0,1-1 0,-1 1 0,1 0 0,-1 0 0,0 0 0,1 0 0,-1 0 0,1-1 172,19-7-6328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1:48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47 16916,'0'0'3152,"0"0"-1487,0 0-297,0 0-808,145 2-360,-86-2-112,-6-7-40,-2-5-48,-10 4-40,-9-1-1544,-11 2-3353,-10 2-9290</inkml:trace>
  <inkml:trace contextRef="#ctx0" brushRef="#br0" timeOffset="1">0 336 10242,'0'0'2777,"0"0"103,0 0-287,0 0-753,0 0-647,159 37-121,-103-40-344,-2-14-264,-3 0-328,-5 1-136,-1-1-936,-13 5-3905,-7 2-10714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1:5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16315,'0'0'4919,"0"0"-2729,0 0-721,0 0-264,29 2-376,186 8 194,-209-10-988,110 4 689,57-8-724,-161 3-926,-20 0-5214,-11 1-644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1:55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0 13067,'0'0'4858,"0"0"-2432,0 0-203,0 0-1076,0 0-537,-19 27 279,-63 95 39,75-111-787,1 1-1,0-1 0,1 2 0,0-1 1,1 0-1,1 1 0,0 0 0,0 0 1,1 0-1,1 5-140,-2 7 214,-3 45 444,2 1 0,6 47-658,-1-101 34,1-1 1,0 1-1,2 0 0,0-1 1,1 0-1,0 0 0,1 0 1,1-1-1,1 0 1,0 0-1,1-1 0,0 0 1,1 0-1,1-1 0,0-1 1,1 1-1,3 1-34,-1-2 3,0 0 1,1-1-1,1 0 1,0-1-1,0-1 0,1-1 1,0 0-1,0-1 0,1-1 1,0-1-1,0 0 1,0-1-1,1-1 0,-1-1 1,9 0-4,-7-2-8,0-1 1,1-1 0,-1 0 0,0-1-1,-1-2 1,6-1 7,-16 3-120,0 0 0,0-1 0,0 0 0,0 0 0,-1-1 0,1 0 0,-1 0 0,0-1 0,-1 0 1,1 0-1,-1-1 0,-1 0 0,1-1 0,-1 1 120,-4 3-231,0 0-1,0 1 1,0-1 0,-1 0 0,0 0 0,1 0 0,-1 0 0,-1 0 0,1 0 0,-1 0-1,1 0 1,-1 0 0,0-1 0,-1 1 0,1 0 231,-9-38-6677,-10 3-4138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1:55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18276,'0'0'4265,"0"0"-2465,0 0-279,0 0-745,0 0-408,180-32-40,-121 15-320,-2 0-8,18-7-472,-16 2-1897,-5 3-5656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1:56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5089,'0'0'11524,"0"0"-7051,0 0-2091,0 0-769,-21 26-606,8-11-866,-1 1-32,1 1 0,0 0 0,1 0 0,1 2 0,0-1 0,2 1 0,0 1 0,1 0 0,1 0 0,-3 16-109,1 16 331,2 0 1,2 0-1,3 0 0,2 0 1,3 8-332,-2-45 36,1-1 1,0 0 0,2 0 0,-1 0 0,2 0 0,0 0 0,0-1 0,2 0 0,-1 0 0,2 0 0,0-1 0,0 0-37,4 3 85,1 0 0,0-1 1,2-1-1,-1 0 1,1-1-1,1-1 0,0 0 1,6 2-86,34 15-695,2-3-1,0-3 1,2-1 0,59 10 695,-103-26-393,14 2-3490,-7-1-2646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00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23 363 14835,'0'0'4021,"0"0"-1774,0 0-585,0 0-605,0 0-152,22 1-68,-21-1-831,43 3 392,-1-1 0,1-3-1,0-2 1,0-1 0,36-9-398,-21-5 352,39-18-352,-82 29 17,0 0 0,0-1 0,-1-1 0,0 0 0,-1-1-1,0-1 1,-1 0 0,5-5-17,-16 13 11,1 0-1,-1 0 1,0 0 0,0-1-1,0 1 1,0-1 0,-1 1-1,1-1 1,-1 1 0,0-1-1,0 0 1,0 0 0,-1 0-1,1 1 1,-1-1 0,0 0-1,0 0 1,0 0 0,-1 0-1,1 0 1,-1 0 0,0 1-1,0-1 1,0 0 0,-1 1 0,1-1-1,-1 0-10,-1-3 9,-1 1 1,0-1-1,0 1 0,-1 0 1,1 0-1,-1 0 0,0 1 1,-1 0-1,0 0 0,1 0 1,-1 0-1,-1 1 0,-2-1-9,-2 0 2,-1 0 0,1 2-1,-1-1 1,0 2-1,0-1 1,0 2-1,0 0 1,-9 0-2,-5 0-4,0 2 0,0 1 1,-14 3 3,26-1-5,-1 0-1,1 0 1,0 2 0,1 0 0,-1 0 0,1 1 0,0 1-1,1 0 1,0 1 0,0 0 0,1 0 0,0 2 0,1-1-1,0 1 1,1 1 0,-8 12 5,-1 2-9,2 1-1,1 1 0,1 0 1,2 1-1,1 0 1,1 1-1,-4 17 10,8-21 11,0 1-1,2-1 0,1 1 0,1-1 1,1 1-1,1 0 0,4 18-10,-3-36 6,0 0-1,1 0 1,0 0 0,1 0-1,0 0 1,1-1 0,-1 1-1,2-1 1,-1 0-1,1 0 1,0-1 0,1 1-1,0-1 1,0 0 0,0-1-1,1 1 1,0-1 0,0-1-1,1 1 1,-1-1-1,1-1 1,1 1 0,4 1-6,9 1 93,1 0 0,0-2 1,1 0-1,-1-2 0,1-1 1,0 0-1,0-2 1,16-2-94,0 2 104,-24 0-132,0-1 0,0 0 0,0-1 0,0-1 0,0-1 0,0 0 1,-1-1-1,0 0 0,0-2 0,0 0 0,-1 0 0,0-1 0,0-1 1,-1 0-1,0-1 0,-1 0 0,0-1 0,5-7 28,-14 15-281,0-1 1,-1 1-1,0-1 0,0 0 1,0 1-1,0-1 0,-1 0 1,1 0-1,0-4 281,2-23-7548,-4 7-5811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00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 13123,'0'0'3747,"0"0"-1269,0 0-567,0 0-593,0 0-359,0 0-244,0-6 362,0 8-746,-13 401 1793,13-396-2112,0 0-1,0 0 0,1 0 1,0 0-1,0 0 0,1 0 1,0 0-1,0 0 0,1-1 1,0 1-1,0-1 0,0 1 1,1-1-1,2 2-11,-3-4 6,1-1 0,-1 1 0,1-1 0,0 0 0,0 0 0,0 0 0,1 0 0,-1-1-1,1 1 1,-1-1 0,1 0 0,0-1 0,0 1 0,0-1 0,0 0 0,0 0 0,0-1 0,0 1 0,0-1 0,2-1-6,-1 2-6,1-1 0,0 0 0,-1-1 0,1 0 0,0 0 0,-1 0 0,1-1 0,-1 0 0,1 0 0,-1-1 0,3-1 6,-6 2-244,-1 1 1,0-1-1,0 0 1,0 0-1,0 0 1,0 0-1,0 0 1,0-1-1,-1 1 0,1 0 1,-1-1-1,1 0 244,0-1-996,-1-1 0,1 0 0,-1 1 0,0-1 0,0 0 0,-1 1 0,0-1 0,1 0-1,-1 0 997,0-12-5430,0 0-4039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01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8058,'0'0'7905,"0"0"-5520,0 0 287,0 0-1415,0 0-937,0 0-80,0 0-240,128-44 8,-87 34-8,23 3-984,-10 2-3089,-6 0-4753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01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13339,'0'0'2916,"0"0"-928,0 0-798,0 0-283,0 0-249,0 0 11,24 18-78,75 63-39,-89-72-410,0 0 0,0 1 0,-1 1 0,0-1-1,-1 2 1,0-1 0,5 12-142,9 12 362,-9-14-257,-7-11 14,1-1-1,-1 1 0,2-1 0,6 6-118,-12-13-29,0 0-1,0 0 0,1 0 1,-1 0-1,1-1 1,-1 1-1,1-1 1,0 0-1,0 0 0,-1 0 1,1 0-1,0 0 1,0 0-1,0-1 1,0 0-1,0 1 1,0-1-1,0 0 0,0 0 1,2-1 29,-5 1-145,1 0 1,-1-1-1,1 1 1,0 0-1,-1 0 1,1-1-1,-1 1 1,1 0-1,-1-1 0,1 1 1,-1-1-1,0 1 1,1-1-1,-1 1 1,1-1-1,-1 1 1,0-1-1,1 1 1,-1-1-1,0 1 0,0-1 1,1 0-1,-1 1 1,0-1-1,0 0 1,0 1-1,0-1 1,0 0 144,0 1-175,1-12-4656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0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0 12051,'0'0'3200,"0"0"-1743,0 0 191,0 0-352,0 0-104,-175 170 97,129-120-441,1-1 144,5-8-376,10-8-424,11-8-192,11-11-48,8-4-328,0-8-1712,27-2-457,3 0-1704,-1 0-7417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02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11763,'0'0'4913,"0"0"-2098,0 0-756,0 0-1115,0 0-192,0 0 118,27 29-11,90 95-130,-101-105-571,-1 0 0,0 2 0,-1-1-1,-1 2 1,-2 0 0,0 0 0,-1 1 0,-1 0-1,-1 1 1,3 19-158,-1 13 151,-2 0-1,-3 0 1,-3 39-151,-2-90 8,2 67 136,-3 0 0,-4 0 1,-4 11-145,4-51 157,-2-1 1,-1 0 0,-1-1 0,-1 0 0,-2 0-1,-2-1 1,0 0 0,-7 7-158,9-17 50,-1 0-1,-1-1 1,0-1-1,-8 6-49,14-15-18,0-1-1,0 0 1,-1 0-1,0-1 1,0 0-1,0-1 1,-1 0-1,0 0 1,-9 2 18,17-6-392,17-1-2315,5 0-2859,2 0-4660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23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49 11843,'0'0'3646,"0"0"-1382,0 0 75,0 0-714,0 0-470,-18 9 1925,22-8-2963,-1 0 0,0 0 0,1 0 0,-1 0-1,1-1 1,-1 0 0,1 0 0,-1 0 0,1 0 0,-1 0-1,1-1 1,-1 1-117,11-1 189,6 0-108,-1-1 0,1-1 0,-1-1-1,1-1 1,-1 0 0,0-2 0,6-2-81,19-7-94,-3 8-1006,-28 8-1698,-3 3-3406,-6 3-2283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23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16716,'0'0'2216,"0"0"-832,0 0 809,0 0-1121,0 0-712,137-5-224,-102-5-80,0 1-48,0-6-8,0 3-48,0 0-200,-3 5-1248,6 2-1113,-12 5-2208,-1 0-8778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31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27 9706,'0'0'2827,"0"0"-658,0 0-182,0 0-613,0 0-334,0 0 140,-4 0-108,5 0 277,43 1 2727,38-2-4218,28-6 142,-103 6-575,5-1-1179,-6-6-5382,-1-1-6124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32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62 5817,'0'0'7722,"0"0"-5127,0 0-1400,0 0-435,-3 22-196,-6 76 179,9-90-568,1 1 1,-1 0-1,1-1 1,1 1-1,0-1 0,0 0 1,1 0-1,-1 0 0,2 0 1,-1 0-1,1 0 0,1-1 1,-1 0-1,1 0 0,0 0 1,1 0-1,0-1 0,0 0 1,0 0-1,1 0-175,-1-2 91,-1 1 0,1-1-1,0-1 1,0 1 0,0-1 0,0 0-1,0 0 1,1-1 0,0 0 0,-1 0 0,1-1-1,0 1 1,0-2 0,0 1 0,0-1-1,0 0 1,-1 0 0,1-1 0,0 1-1,0-2 1,0 1 0,4-2-91,-6 0 48,0 0 0,0 1 0,0-1 0,-1-1 0,1 1 0,-1-1 0,0 0 1,0 0-1,-1 0 0,1 0 0,-1-1 0,0 1 0,0-1 0,0 0 0,-1 0 0,0 0 0,1 0 0,-2 0 0,1-1 0,-1 0-48,3-6 189,-2-1-1,1 1 1,-2-1-1,0 1 0,0-1 1,-1 1-1,-1-1 1,-1-6-189,0 11 82,0 1 1,-1 0 0,0 0-1,-1 0 1,1 0 0,-1 0-1,0 1 1,-1 0 0,0 0-1,0 0 1,0 0 0,0 1-1,-1 0 1,0 0 0,0 0 0,-1 1-1,1 0 1,-5-2-83,-2-2 14,0 1 0,-1 1 0,0 0 0,0 1 0,0 1-1,0 0 1,-1 1 0,1 0 0,-5 1-14,18 1-63,0 1 0,0 0-1,0 0 1,0 0 0,0 0 0,0 0-1,0 0 1,0 0 0,0 0-1,0 1 1,0-1 0,0 0 0,0 0-1,0 1 1,0-1 0,0 1 0,0-1-1,0 1 1,0-1 0,1 1-1,-1 0 1,0-1 0,0 1 0,1 0-1,-1 0 64,0 0-271,1 0-1,0 1 0,0-1 0,0 0 1,0 0-1,0 1 0,0-1 0,0 0 1,0 0-1,0 1 0,1-1 1,-1 0-1,0 0 0,1 0 0,-1 0 1,1 1-1,-1-1 0,1 0 0,0 0 1,-1 0-1,2 1 272,12 13-5851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32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12563,'0'0'2895,"0"0"436,4 22-1330,16 71-742,-19-86-1125,1 0 0,1 0 0,-1 0 0,1 0 0,0-1 1,1 1-1,0-1 0,0 0 0,0 0 0,0 0 0,1-1 0,0 0 1,0 0-1,1 0 0,-1 0 0,1-1 0,0 0 0,0 0 1,1-1-1,-1 1 0,3-1-134,5 2 196,0-1-1,1 0 1,-1-2 0,1 0 0,0 0 0,-1-1 0,1-1-1,13-1-195,-22 0 24,-1 1 0,1-1-1,-1 0 1,0 0 0,1 0-1,-1-1 1,0 0 0,0 0-1,0 0 1,0-1 0,0 1-1,-1-1 1,1-1 0,-1 1-1,0 0 1,0-1 0,0 0-1,0 0 1,0 0 0,-1-1-1,0 1 1,0-1 0,0 1-1,-1-1 1,1 0 0,-1 0-1,0-1 1,-1 1 0,1 0-1,-1 0 1,0-1 0,0 1-1,-1-1 1,0 0-24,1-3 36,0-1-1,-1 0 0,-1 0 1,0 0-1,0 0 1,-1 1-1,0-1 0,-1 0 1,0 1-1,0 0 1,-1 0-1,0 0 0,-1 0 1,0 1-1,0-1 1,-1 1-1,0 0 1,0 1-1,-1-1-35,-1 2-271,0-1 1,0 1-1,0 1 0,-1-1 1,0 1-1,0 1 1,0 0-1,-1 0 0,1 1 1,-1 0-1,-3 0 271,-2 0-1106,0 1-1,0 0 1,-1 2 0,1-1 0,-1 2-1,1 0 1,-2 1 1106,-24 8-11900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31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370 110 10098,'0'0'2714,"0"0"-547,0 0-444,0 0-667,0 0-131,2-8 32,0-2-942,3-32 2797,-4 41-2715,-1-1-1,-1 1 1,1-1-1,0 0 0,0 1 1,0-1-1,-1 1 1,1-1-1,-1 1 0,1-1 1,-1 1-1,0 0 1,0-1-1,0 1 0,1 0 1,-1-1-1,0 1 1,0 0-1,-1 0 0,1 0 1,0 0-1,0 0 0,0 0 1,-1 0-1,0 0-96,-3-2 41,0 1 0,0 0 0,1 0-1,-1 1 1,0-1 0,-1 1 0,1 0 0,0 1-1,0-1 1,0 1 0,-1 0 0,1 0 0,0 1-1,0-1 1,0 1 0,0 0 0,0 1-1,0-1 1,0 1 0,0 0 0,0 0 0,0 1-1,1-1 1,-1 1 0,1 0 0,0 0-1,0 0 1,0 1 0,0 0 0,0 0-41,-2 4 47,0 0 0,1 1 0,-1 0-1,2 0 1,-1 0 0,1 0 0,1 1 0,-1 0 0,2-1 0,-1 1 0,1 0 0,1 0 0,0 1-1,0-1 1,1 2-47,1 121 567,5 1 0,6 3-567,10 42 658,-9 1 0,-9 162-658,-5-314 110,-2 0-1,0 0 0,-2-1 1,-5 15-110,7-32 51,0 0 1,0-1 0,-1 0 0,0 0 0,0 0 0,-1 0 0,-1-1 0,1 0 0,-1 0 0,-1 0 0,1-1 0,-1 1 0,0-2 0,-4 3-52,9-8 17,0 1 0,-1-1 1,1 0-1,0 0 0,-1 0 1,1 0-1,0-1 0,-1 1 1,1-1-1,-1 1 0,1-1 1,-1 0-1,1 0 1,-1 0-1,1 0 0,-1-1 1,1 1-1,-1-1 0,1 1 1,-1-1-1,1 0 0,-1 0 1,1 0-1,0 0 0,0 0 1,0-1-1,0 1 1,0-1-1,0 1 0,0-1 1,0 0-1,0 0 0,1 1 1,-1-2-1,1 1 0,-2-2-17,-1 0-138,1-1 0,0 0 0,0 0 0,0 0 0,1-1 0,0 1 0,0-1-1,0 1 1,0-1 0,1 0 0,0 1 0,0-1 0,1 0 0,-1 0 0,2-5 138,5-3-2392,8 3-3111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33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15 14603,'0'0'2937,"0"0"-122,0 0-611,0 0-1161,0 0-520,-8 21 227,2-9-629,-1 5 83,0 0 0,1 0-1,-2 14-203,7-24 60,-1-1-1,1 0 0,1 1 1,-1-1-1,1 1 0,0-1 1,1 1-1,0-1 0,0 0 0,0 1 1,0-1-1,1 0 0,0 0 1,3 6-60,0-5 59,0 0 0,0 0 0,1 0 0,0-1 0,0 0 0,0 0 0,1-1 0,0 0 0,0 0 0,0 0 0,0-1 0,1 0 0,0-1 0,4 2-59,-8-3 29,0-1 0,0 1 1,0-1-1,0 0 0,1 0 0,-1 0 1,1 0-1,-1-1 0,0 0 1,1 0-1,-1 0 0,1 0 1,-1-1-1,0 0 0,1 0 1,-1 0-1,0 0 0,0-1 1,0 1-1,0-1 0,0 0 1,0 0-1,0-1 0,0 1 1,-1-1-1,0 0 0,4-3-29,-2-1 42,0-1 0,0 1 0,-1-1 0,0 0 0,0 0 0,-1-1 0,0 1 0,0-1 0,-1 1 0,0-1 0,0-5-43,-1 8 52,-1 1-1,1-1 0,-1 0 0,0 1 0,0-1 0,-1 1 0,0-1 0,0 1 0,0-1 0,-1 1 0,1-1 0,-1 1 0,-1 0 0,1 0 0,-1 0 0,0 0 0,0 1 0,-2-4-50,-4 0-115,1 0 0,-1 0-1,-1 1 1,1 0 0,-1 1 0,-1 0 0,1 0 0,-1 1-1,0 0 1,0 1 0,0 1 0,-1 0 0,1 0 0,-1 1 0,0 0-1,1 1 1,-7 1 115,17 7-10518,5 0-3430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33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13563,'47'8'3037,"43"13"-3037,-88-20 179,1 0 1,-1 0 0,0 0 0,0 0-1,0 0 1,0 0 0,0 1 0,0-1 0,0 0-1,0 1 1,-1 0 0,1-1 0,0 1 0,-1 0-1,0 0 1,1 0 0,-1 0 0,0 0-1,0 0 1,0 0 0,0 1 0,0-1 0,-1 0-1,1 0 1,-1 1 0,1-1 0,-1 0 0,0 2-180,4 12 705,-1-8-505,0 0-1,1-1 1,0 0-1,0 1 1,0-2-1,1 1 1,0 0-1,1-1 1,-1 0-1,1 0 0,0-1 1,1 1-1,0-1 1,-1-1-1,1 1 1,7 2-200,-3-3 165,0 0 1,0 0 0,0-1-1,1-1 1,-1 0-1,1-1 1,0 0 0,-1-1-1,1 0 1,-1-1 0,10-1-166,-17 2 23,0-1 1,0 1-1,0-1 1,1 0 0,-1-1-1,0 1 1,0-1 0,0 0-1,-1 0 1,1 0 0,0 0-1,-1 0 1,1-1 0,-1 0-1,0 0 1,0 0 0,0 0-1,0 0 1,-1 0 0,1-1-1,-1 0 1,0 1 0,1-3-24,1-3 40,-1-1 0,0 0 0,0 0 0,-1 0 0,-1 0 0,1 0 0,-2 0 0,1-1 0,-2 0-40,1 8-1,0 0 0,-1-1 0,1 1 1,-1 0-1,0 0 0,0 0 0,0 1 1,0-1-1,0 0 0,-1 0 0,1 0 1,-1 1-1,0-1 0,0 1 0,0 0 1,0-1-1,0 1 0,0 0 0,-1 0 1,1 0-1,-1 0 0,0 1 0,1-1 1,-1 1-1,0 0 0,0-1 0,0 1 1,0 1-1,0-1 0,0 0 0,0 1 1,0-1-1,0 1 0,0 0 1,-7-1-361,0 0-1,0 0 1,0 1-1,0 1 1,-1 0 361,-43 10-5669,8 9-5380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40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343 165 10842,'0'0'2234,"0"0"-181,0 0-393,0 0-620,0 0-353,0-10-70,0-6-788,1 8 683,0 0 0,-1 0 0,-1 0 1,1 0-1,-1 1 0,-2-8-512,2 13 97,1 0 0,-1 0 0,0 0 0,0 0 0,0 0-1,0 0 1,0 0 0,0 0 0,-1 1 0,1-1 0,-1 1 0,1-1-1,-1 1 1,1-1 0,-1 1 0,0 0 0,0 0 0,0 0-1,0 0 1,1 0 0,-1 0 0,-1 0 0,1 1 0,0-1 0,0 1-1,0-1 1,0 1 0,0 0 0,-2 0-97,-6-1 47,0 0-1,1 1 1,-1 1-1,0-1 1,0 2-1,0-1 1,1 1-1,-6 2-46,10-2 10,-1 1 0,1 0 0,0 0 1,1 0-1,-1 1 0,0-1 0,1 1 0,0 0 0,0 0 0,0 1 0,0-1 0,1 1 0,-1 0 0,1 0 0,0 0-10,-3 7 40,1 1 1,-1-1-1,2 1 1,0 0-1,0 0 0,1 0 1,1 0-1,0 1 1,1-1-1,0 1 1,1-1-1,1 8-40,-1-19 4,1 1 1,-1-1-1,0 0 0,1 1 1,0-1-1,-1 0 0,1 0 1,0 1-1,0-1 0,0 0 0,0 0 1,1 0-1,-1 0 0,1-1 1,-1 1-1,1 0 0,-1 0 0,1-1 1,0 1-1,1 0-4,1 0 14,0 1 0,0-1 1,1 0-1,-1 0 0,1 0 0,0-1 0,-1 0 0,1 0 0,0 0 1,1 0-15,1 0 20,1 0 1,0-1-1,0 0 1,-1 0-1,1-1 1,0 0 0,-1 0-1,1-1 1,-1 0-1,0 0 1,1-1-1,-1 0 1,2-1-21,-3-1 6,-1 1-1,0-1 1,1 0 0,-2 0 0,1 0-1,-1-1 1,0 0 0,0 0-1,0 0 1,-1 0 0,0 0 0,0-1-1,0 1 1,-1-1 0,0 0-1,-1 0 1,1 0 0,-1-5-6,2-20 179,-1 1 0,-1-1 1,-4-24-180,1-5 1041,3 71-1014,2-1 0,-1 1 0,1 0-1,1-1 1,0 0 0,0 0 0,0 0 0,2 0 0,-1-1 0,2 1-27,14 28 277,-10-15-203,0 1 0,-2 0 0,-1 0 0,-1 1 0,0 0 0,-2 1 0,-1-1 0,-1 1 0,-1-1 0,-2 1 0,0 0-1,-1 0 1,-1 0 0,-3 4-74,0-11 42,-1 0 0,-1-1-1,0 0 1,-2 0 0,0-1 0,0 0-1,-2 0 1,0-1 0,0-1-1,-2 0 1,0 0 0,0-1-1,-1-1 1,-1 0 0,-10 5-42,12-11 24,-2 0 0,1-1 0,-1-1-1,0-1 1,0 0 0,0 0 0,0-2 0,0 0 0,0-1 0,0 0 0,-1-1 0,1-1 0,0 0 0,-9-3-24,21 4-31,0 0 1,0 0 0,1 0-1,-1 0 1,0 0 0,0-1-1,1 1 1,-1-1 0,1 1-1,-1-1 1,1 0 0,0 0 0,0 0-1,0 0 1,0-1 0,0 1-1,0-1 1,1 1 0,-1-1-1,1 1 1,-1-1 0,1 0-1,0 0 1,0 0 0,0 0 0,1 1-1,-1-1 1,1 0 0,-1-3 30,2 3-269,-1-1-1,1 1 1,-1 0 0,1 0 0,0 0 0,0 0 0,0 0 0,0 0 0,1 0 0,-1 0 0,1 1 0,0-1-1,0 0 1,0 1 0,0 0 0,0-1 0,0 1 0,2-1 269,21-19-6652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40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14891,'0'0'3774,"0"0"-1373,0 0-857,0 0-904,0 0-184,-11 28 245,-38 94 79,42-104-568,1 1 0,1 0 0,0 0 0,2 0 0,0 1 0,1-1 0,1 1 0,1-1 0,1 3-212,-1 10 93,1-23-58,0 0-1,0 0 0,1 0 0,0 0 0,1-1 0,-1 1 1,2 0-1,-1-1 0,1 0 0,1 0 0,-1 0 0,2 0 0,-1-1 1,1 0-1,0 0 0,0-1 0,0 1 0,1-1-34,-2-2-170,0 0 0,0 0-1,0 0 1,1-1 0,-1 1 0,1-1-1,0-1 1,0 1 0,0-1 0,0 0 0,0 0-1,0-1 1,0 0 0,1 0 0,-1-1-1,0 1 1,1-1 0,-1 0 0,0-1-1,1 0 1,-1 0 0,0 0 0,0-1-1,1 0 1,-1 0 0,0-1 170,22-17-4537,-4-6-2909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40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16131,'0'0'4000,"0"0"-1377,0 0-870,25 10-474,79 39-450,-93-42-730,-1 0 0,1 1 0,-2 0 1,1 0-1,-1 1 0,-1 1 0,0-1 0,0 1 0,-1 1 0,0-1 0,-1 1 0,4 9-99,13 19 195,7 16-119,-23-40-201,1 0-1,1 0 0,0-1 1,1 0-1,1 0 126,-11-13-77,1 0 1,-1-1-1,1 1 0,0-1 0,-1 0 0,1 1 0,-1-1 0,1 1 1,0-1-1,-1 0 0,1 0 0,-1 1 0,1-1 0,0 0 1,0 0-1,-1 0 0,1 0 0,0 1 0,-1-1 0,1 0 0,0 0 1,-1 0-1,1-1 0,0 1 0,0 0 0,-1 0 0,1 0 1,0 0-1,-1-1 0,1 1 0,0 0 0,-1-1 0,1 1 1,-1-1 76,18-16-4611,1-9-6491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4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0 12763,'0'0'4057,"0"0"-3145,0 0 1536,0 0-767,-97 131-345,62-71-264,-5-2 160,2-5-655,3-4-289,6-13-240,13-10-40,5-6-8,6-6-48,5-4-424,0-5-585,0-5-423,2 0-2297,14 0-1488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41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16003,'0'0'2057,"0"0"1616,56 166-2345,-39-81 8,-4-3-608,-5-5-103,-3-14-513,1-10-56,-4-12-56,4-7-393,-3-7-791,-1-1-1304,-2-4-1441,0-8-1456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41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18308,'0'0'4401,"0"0"-2785,0 0-224,140-5-551,-81 1-489,0-1-160,-8 0-144,-8-2-8,-11-1 64,-10 4-208,-9 1-248,-5 3-889,-5 0-711,-3 0-1849,-3 0-288,-16 0-6841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42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17612,'0'0'4387,"0"0"-1847,0 0-1279,0 0-607,0 0-322,-16 27 121,-1 1-311,6-12-46,1 2-1,0-1 0,1 1 1,1 1-1,1 0 0,0 0 1,1 0-1,2 1 0,0 0-95,-3 21 322,1-1 0,3 1 0,1 0-1,2 0 1,4 30-322,-1-52 39,0 0-1,1 0 1,1 0 0,1-1 0,1 0-1,0 0 1,1-1 0,1 0 0,0 0 0,2-1-1,0 0 1,0-1 0,5 3-39,-4-4 19,1-2 1,1 0-1,0 0 1,1-1-1,0-1 1,0 0 0,1-1-1,1-1 1,3 1-20,-8-4-31,-1-1 0,1-1 1,0 0-1,0 0 1,0-1-1,0-1 1,0 0-1,0 0 1,1-1-1,-1-1 0,0 0 1,0-1-1,0 0 1,3-2 30,-9 2-104,1 0 0,-1-1 1,0 0-1,-1 0 1,1-1-1,0 1 0,-1-1 1,0 0-1,0-1 0,0 1 1,0-1-1,-1 0 0,0 0 1,0-1-1,0 1 1,-1-1-1,0 0 0,0 0 1,0 0-1,1-5 104,4-36-3409,-8 42 2392,-1-1 0,1 0 0,-1 0 0,0 1 0,-1-1-1,1 1 1,-2-4 1017,-16-24-10256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42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13219,'0'0'2264,"0"0"201,0 0 639,0 0-1047,0 0-1257,0 0 456,0 0-15,54-2-441,0-3-432,5-3-248,5 4-120,30-4-120,-19 4-1224,-10-4-5514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42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16019,'0'0'3553,"0"0"-1890,0 0 76,-6 23-120,-18 67-113,5 2 0,4 0 1,0 59-1507,14-127 135,-1 10-5,1-1 1,3 1-1,0-1 1,3 9-131,-4-34-5,1-1 0,0 1 0,0-1 0,0 1 0,1-1 1,0 0-1,0 0 0,1 0 0,0 0 0,0 0 0,0-1 0,1 0 1,0 0-1,1 0 0,-1-1 0,1 0 0,0 0 0,0 0 1,1 0-1,4 2 5,-2-4-285,0 0 1,0-1-1,0 0 1,0-1-1,1 1 1,-1-2 0,0 1-1,1-1 1,-1-1-1,0 0 1,1 0-1,-1 0 1,0-2 0,1 1 283,38-17-6444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43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14779,'0'0'2637,"0"0"-605,0 0 307,0 0-766,0 0-566,-18 28-170,-50 90 135,65-112-898,0 0 0,0 0 0,1 1 0,0-1 0,0 1 0,0 0-1,1 0 1,0-1 0,0 1 0,1 0 0,0 0 0,0 0 0,0 0 0,1 0-1,0 0 1,1 0 0,-1-1 0,1 1 0,1-1 0,0 3-74,0-4 49,-1-1 0,1 0 0,0 0 1,0 0-1,1 0 0,-1-1 0,1 1 1,0-1-1,0 0 0,0 0 0,0 0 1,0 0-1,1-1 0,-1 0 0,1 0 0,0 0 1,-1 0-1,1-1 0,0 0 0,0 0 1,0 0-1,5 0-49,-4-1 41,1 1 0,-1-1 0,1-1 0,-1 1 0,1-1 0,-1 0 0,0 0 0,1-1 1,-1 0-1,0 0 0,0 0 0,0-1 0,0 0 0,-1 0 0,1 0 0,0-1-41,-2 0 10,0-1 1,0 1-1,0-1 0,0 1 1,-1-1-1,1 0 0,-1-1 0,-1 1 1,1 0-1,-1-1 0,0 1 1,0-1-1,0 0 0,-1 0 0,0 0 1,0 0-1,0-3-10,1-4 129,0-1 1,-1 1-1,-1 0 0,0-1 1,0 1-1,-2 0 1,1-1-1,-2 1 0,0 0 1,0 0-1,-1 0 0,-1 1 1,-2-5-130,40 100-252,-21-54 259,-1 1 0,-1 0 0,-1 1-1,-2 0 1,-1 0 0,0 21-7,-1 20 40,-3 1 0,-5 26-40,3-88 23,-1 1 0,0-1 1,-1 1-1,-1-1 0,0 0 0,0 0 0,-1 0 0,0 0 1,-1-1-1,0 1 0,-1-1 0,0 0 0,0-1 1,-1 1-1,-1-2 0,1 1 0,-1-1 0,-1 0 0,0 0 1,0-1-1,0 0 0,-1-1 0,0 0 0,0-1 1,-1 0-1,1 0 0,-1-1 0,0 0 0,0-1 0,0-1 1,-1 1-1,1-2 0,-1 0 0,-10 0-23,18-1 2,-4 0-68,0 0 0,0 0 1,0 0-1,0-2 0,0 1 1,0-1-1,-5-1 66,11 2-61,0 0 0,1 0 1,-1 0-1,0 0 0,1 0 0,-1-1 1,1 1-1,-1-1 0,1 1 1,0-1-1,-1 1 0,1-1 0,0 1 1,0-1-1,0 0 0,0 0 0,0 0 1,1 0-1,-1 1 0,1-1 0,-1 0 1,1 0-1,-1 0 0,1 0 1,0 0-1,0 0 0,0 0 0,0 0 1,1 0-1,-1 0 0,0 0 0,1 0 1,-1 0-1,1-1 61,1-3-423,0 0 0,1 0-1,-1 0 1,1 0 0,0 0 0,1 0 0,0 1-1,-1 0 1,1 0 0,1 0 0,-1 0 0,4-2 423,29-27-7271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43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15643,'0'0'3169,"0"0"-1497,0 0 745,-64 148-617,45-76-479,3 1-193,11-8-144,5-10-712,0-11-128,10-10-72,12-8-64,5-6-8,0-6-144,2-4-504,22-10-1072,-8 0-3257,-8-10-5586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44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15539,'0'0'4953,"0"0"-2667,0 0-609,0 0-220,29 20-623,95 65-175,-109-73-512,-1 1 1,0 1 0,-1-1 0,0 2 0,-1 0 0,-1 0-1,0 2 1,-1-1 0,3 9-148,-3-6 156,2-1 0,0 0 1,13 16-157,-23-32-186,0 1 1,0-1-1,0 0 1,0 0-1,0 0 1,1 0-1,-1-1 1,0 1 0,1 0-1,0-1 1,-1 0-1,1 0 1,0 1-1,-1-2 1,1 1-1,0 0 1,0 0 0,2-1 185,-5-1-3597,0-3-1620</inkml:trace>
  <inkml:trace contextRef="#ctx0" brushRef="#br0" timeOffset="1">398 22 14683,'0'0'5201,"0"0"-3336,0 0 503,0 0-1408,0 0-760,0 0 609,0 0 183,-172 164-176,121-108-88,3-3-392,5-5-240,8-7 24,8-7-240,11-5-48,11-5-608,5-4-832,16-8-2993,8-7-2105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44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10962,'0'0'6666,"0"0"-5338,0 0 1273,0 0-569,0 0-704,102 169-135,-91-98-201,-11 3-488,0 1 128,0-5-416,-11-9-120,-2-11-96,-1-8-384,6-11-904,3-9-2337,5-10-2752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44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13915,'0'0'2953,"0"0"-1241,0 0 921,0 0-953,166 145-744,-128-73-16,-9 13-264,-15 6 105,-12 1-377,-2 0-40,-2-10-288,-17-9 32,-2-8-80,-6-10-8,3-1 0,-11 6-1240,8-14-1729,5-10-4761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50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245 227 13115,'0'0'2536,"0"0"-863,0 0-736,0 0-222,0 0 239,6-19 183,19-59-63,-23 73-868,-1 0 0,1 0 0,-1 0 0,-1 0 0,1 0 0,-1-1 0,1 1 0,-2 0 0,1 0 0,0-1 0,-1 1 0,0 0 1,-2-5-207,2 7 42,0 1 0,-1-1 0,1 0 0,-1 1 1,0-1-1,1 1 0,-1-1 0,-1 1 0,1 0 1,0 0-1,0 0 0,-1 0 0,1 1 0,-1-1 1,0 0-1,1 1 0,-2-1-42,-6-1 2,-1 0 1,0 1-1,1 0 1,-1 0-1,0 1 1,0 1-1,0 0 1,1 0-1,-1 1 0,0 0-2,6 1 10,0-1-1,1 1 0,-1 0 1,1 0-1,-1 0 0,1 0 0,0 1 1,0-1-1,0 1 0,1 0 0,-1 1 1,0-1-1,1 1 0,0-1 0,0 1 1,0 0-1,1 0 0,-1 0 0,1 1 1,0-1-1,0 0 0,0 1 1,1 0-1,-1 0-9,-6 19 85,1-1-1,1 1 1,1 1 0,1 2-85,-2 35 569,3 0 1,3 27-570,0-44 253,3-8-61,1 0 0,2-1 0,2 0-1,1 0 1,1 0 0,3-1 0,9 19-192,26 83 156,-41-106-442,-1 0 0,-1 0 0,-2 1-1,-1 0 1,-3 24 286,-13-60-4449,-1-11-1505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50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18684,'0'0'3105,"0"0"-1065,0 0-736,137-46-848,-59 32-456,35-8-192,-17 5-1664,-12 3-4401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51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17556,'0'0'2624,"0"0"-95,0 0-1073,-51 172-320,43-102-159,3-3-289,5-4-168,0-7-232,5-8-192,17-14 32,7-7-128,6-11-56,3-8-448,10-8-1176,-8-3-3250,-10-16-6592</inkml:trace>
  <inkml:trace contextRef="#ctx0" brushRef="#br0" timeOffset="1">269 82 16892,'0'0'4273,"0"0"-2385,0 0 280,145 66-959,-102-25-513,-2 5-448,-6-3-152,-3-2-32,-3-5-16,-2-2-96,0-10-40,-3-2-280,-5-7-816,-3-15-1201,-5 0-2728,-6-12-6025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51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1 17596,'0'0'2792,"0"0"-1447,0 0 423,-137 116-840,86-44-96,3 3-151,2-5-305,9-12-240,10-12-128,11-10-16,16-14-184,10-20-1273,23-2-3480,10 0-5417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51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14755,'0'0'2310,"0"0"335,0 0-824,25 24-456,-4-6-1096,-9-9-156,0 1 0,-1 0 0,0 1 1,-1 0-1,-1 0 0,1 1 1,-2 1-1,0-1 0,0 1 0,-1 1 1,-1-1-1,0 1 0,-1 0 1,3 12-114,1 30 361,-3 0 0,-2 1 1,-3-1-1,-2 1 1,-3 8-362,2-49-76,0-1 1,-1 1-1,0-1 1,-1 0-1,-1 1 1,0-2-1,-1 1 1,-1-1 0,0 0-1,-1 0 1,0-1-1,-10 11 76,16-21-679,-2 2-301,3-2-3864,1-3-862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52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220 374 13635,'0'0'2616,"0"0"-103,0 0-112,0 0-1240,-26 12-707,6-3-355,11-6-68,0 0-1,0 1 1,1 0 0,-1 0-1,1 1 1,0 0-1,1 0 1,-1 1 0,1 0-1,0 0 1,1 1 0,-1 0-1,1 0 1,1 0-1,-1 1 1,1 0 0,1 0-1,-4 8-30,0 3 135,2 0 0,0 0 1,1 0-1,1 0 0,0 1 0,2 0 0,1 0 0,0 0 0,1 0 0,1-1 0,2 11-135,-2-26 18,0-1 0,0 1 1,1-1-1,-1 0 0,1 1 0,-1-1 0,1 0 1,0 0-1,0 0 0,0 0 0,1 0 1,-1 0-1,1-1 0,-1 1 0,1-1 0,0 0 1,0 0-1,1 1-18,2 0 28,1 0 0,-1 0 0,1-1 0,0 1 0,0-1 1,0-1-1,0 0 0,0 0 0,4 0-28,1 0 20,1-1-1,-1 0 1,0-1 0,0 0-1,0-1 1,0-1 0,0 0-1,0 0 1,0-1 0,-1-1-1,2-1-19,-2 0-17,-1-1-1,0 0 0,0 0 1,-1-1-1,0-1 0,0 0 0,-1 0 1,0 0-1,-1-1 0,0 0 0,0-1 1,-1 1-1,0-1 0,-1-1 0,-1 1 1,0-1-1,0 1 0,-1-1 0,0 0 1,-1 0-1,-1-1 0,0 1 0,-1-10 18,2-63 592,-4 0 0,-4 0 0,-3 0 0,-4 0 0,-15-45-592,48 231 784,-1-13-796,-4 1-1,-4 1 1,-3 3 12,8 71-166,-14-144-1073,2-1 0,0 1 0,6 15 1239,3-6-6717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52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17452,'0'0'2736,"0"0"1297,0 0-2921,0 0-800,145 89 409,-92-21-233,-4 5 112,-9-3-184,-8-12-256,-10-10-56,-4-14-104,-7-10 0,-3-10-216,0-9-568,-8-5-1225,3-9-3000,-3-16-7121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52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1 17124,'0'0'4697,"0"0"-4233,0 0 1080,-96 147-136,50-67-767,-2 0-89,5-6-504,5-8 24,9-11-72,4-4-64,-15 17-801,5-13-1943,-2-7-5530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55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13099,'0'0'3889,"0"0"-1778,0 0-145,0 0-864,0 0-433,5 1 147,45 3 772,0-1 1,0-4-1,39-4-1588,51-1-4460,-138 7 534,-1 5-1054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55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14619,'0'0'1712,"0"0"361,0 0-1017,0 0-672,0 0-280,0 0-56,153-17-48,-105 10-240,-5 0-1608,-3-1-6170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56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619 70 9538,'0'0'2901,"0"0"-794,0 0-492,0 0-606,0 0-171,0 0 45,-5-6 129,0 0-682,1 1 1,-1 0-1,-1 0 0,1 0 1,-1 1-1,1 0 1,-1 0-1,0 1 0,-1-1 1,1 1-1,-1 1 1,1-1-1,-1 1 0,0 0 1,-1 0-331,-1 0 281,0 1 0,-1 0 0,1 0 0,0 1 1,0 1-1,-8 0-281,14-1 24,0 1 1,1-1 0,0 1-1,-1 0 1,1 0-1,-1 0 1,1 0 0,0 0-1,0 0 1,-1 1-1,1-1 1,0 1-1,0-1 1,1 1 0,-1 0-1,0 0 1,0 0-1,1 0 1,-1 0 0,1 0-1,0 0 1,0 0-1,-1 1 1,2-1-1,-2 3-24,-9 33 311,1 0-1,3 0 0,0 1 0,3 0 0,1 0 0,2 5-310,-9 360 1193,12-187-870,-2 159-119,-1-342-208,-2 0 1,-1-1-1,-2 1 0,-2 2 4,6-25 21,-1 0 0,0 0 0,-1-1 0,-1 0 0,1 0 0,-2 0 1,1 0-1,-1-1 0,-1 0 0,1 0 0,-2-1 0,1 1 0,-1-2 0,-4 4-21,4-7 15,0 0 0,-1 0 0,0 0 0,1-1-1,-1-1 1,-1 1 0,1-1 0,0-1 0,-7 1-15,-33 6-6,24 0-1,17-5-3,0 0-1,0-1 1,0 0 0,-1 0-1,1-1 1,-4 0 10,12-2-56,-1 0 1,0 0-1,1 0 0,-1 0 1,0 0-1,1 0 0,-1 0 1,1 0-1,0 0 0,-1 0 1,1 0-1,0 0 0,-1 0 1,1 0-1,0 0 0,0 0 1,0-1-1,0 1 0,0 0 1,0 0-1,0 0 0,1-1 56,1-31-1160,0 27 683,0 1-1,1-1 0,-1 0 0,1 1 0,0-1 0,0 1 0,1 0 0,-1 0 1,3-2 477,15-19-5855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2:57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15 7298,'0'0'3726,"0"0"-1271,0 0-461,0 0-409,0 0-19,0 0 238,-4-2-393,1 0-1251,0 0-1,0 1 1,0 0-1,0-1 0,-1 1 1,1 0-1,0 1 1,-1-1-1,1 0 0,0 1 1,-1 0-1,1 0 1,-1 0-1,1 0 0,0 1 1,-1-1-1,-2 1-159,2 1 36,0 0 0,0 0 0,0 0 0,0 1 0,0-1 0,0 1 0,1 0 0,0 0 0,-1 0 0,1 1 0,0-1 0,0 1 0,1 0 0,-1 0-36,-5 8 69,0-1-1,1 1 0,0 0 0,1 1 0,1-1 1,0 1-1,1 0 0,0 1 0,1-1 0,0 1 0,1 0 1,1-1-1,0 1 0,1 0 0,1 6-68,-1-16 8,1-1-1,0 1 0,0 0 0,1-1 1,-1 1-1,1-1 0,-1 0 0,1 1 1,0-1-1,1 0 0,-1 0 1,0 0-1,1 0 0,0 0 0,0-1 1,-1 1-1,1-1 0,1 0 0,-1 0 1,0 0-1,1 0 0,-1-1 1,1 1-1,-1-1 0,1 0 0,-1 0 1,1 0-1,1 0-7,9 2 35,0-1 0,0 0 1,0-1-1,-1 0 0,1-1 1,0-1-1,4-1-35,-13 1 18,0-1 0,0 1 1,0-1-1,0 0 0,0 0 0,-1-1 0,1 0 1,-1 0-1,0 0 0,0 0 0,0 0 0,0-1 1,0 0-1,-1 1 0,1-2 0,-1 1 1,0 0-1,-1 0 0,1-1 0,-1 0 0,0 1 1,0-1-1,0 0 0,1-5-18,1-4 48,-1 1 0,0-1 1,0 0-1,-1 0 0,-1-1 0,0 1 1,-1 0-1,-2-11-48,1 22 0,0 1 1,1 0 0,-1 0-1,-1-1 1,1 1 0,0 0-1,0 0 1,-1 0-1,1 0 1,-1 1 0,0-1-1,1 0 1,-1 1 0,0-1-1,0 1 1,0-1-1,0 1 1,0 0 0,0 0-1,-1 0 1,1 0-1,0 0 1,0 1 0,-1-1-1,1 1 1,-1-1 0,0 1-1,-12-3-248,0 2 0,0-1 0,-14 2 248,13 0-474,-35 2-4158,28 8-834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3:0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61 4945,'0'0'2294,"0"0"-486,0 0-495,0 0-728,0 0-349,0 0-20,-27 0 7516,11 1-6819,12 3-909,1 0 0,0 0 1,0 1-1,0-1 1,1 1-1,0 0 1,0 0-1,0 0 0,0 0 1,1 0-1,0 0 1,0 0-1,0 5-4,-4 70 73,5-77-61,0 0-1,1 0 1,-1 0 0,1-1-1,-1 1 1,1 0-1,0 0 1,0 0 0,0 0-1,1-1 1,-1 1-1,1-1 1,0 1-1,-1-1 1,1 1 0,0-1-1,0 0 1,1 0-1,-1 0 1,0 0 0,1 0-1,-1-1 1,1 1-1,-1-1 1,1 1-1,0-1 1,0 0 0,-1 0-1,1 0 1,0-1-1,0 1 1,0-1 0,0 1-1,0-1 1,0 0-1,0 0 1,1 0-12,5 0 25,0 0 0,0-1 1,0 0-1,0 0 0,0-1 1,0 0-1,0 0 0,0-1 1,-1 0-1,1-1 0,7-4-25,-10 5 69,-1 0 0,0-1 0,0 0-1,0 0 1,0 0 0,-1 0 0,1-1 0,-1 1 0,0-1-1,-1-1 1,1 1 0,-1 0 0,0-1 0,0 1 0,-1-1 0,0 0-1,0 0 1,0 0 0,0 0 0,-1 0 0,0-1 0,-1 1-1,1 0 1,-1 0 0,0-1 0,-1-3-69,1-11 35,1 14-2,-1 0 1,0 0-1,0 0 1,-1 0-1,0 0 0,0 0 1,-1-3-34,1 8 17,0 0 0,0 0 1,0 1-1,0-1 1,0 0-1,0 1 0,0-1 1,-1 1-1,1-1 1,0 1-1,-1 0 0,1 0 1,-1 0-1,0 0 1,1 0-1,-1 0 0,0 0 1,0 0-1,0 0 1,1 1-1,-1-1 1,0 1-1,0 0 0,0-1 1,0 1-1,0 0 1,0 0-1,0 0 0,-1 0-17,-2 0-258,0 0 0,0 1 0,0-1-1,0 1 1,1 0 0,-1 0 0,0 0-1,1 1 1,-1-1 0,0 1 0,1 0-1,-4 3 259,3-2-1222,1 1 0,0-1 0,0 1 0,0 0 0,0 1 0,1-1 0,-2 3 1222,-4 5-10981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3:00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11466,'0'0'2218,"0"0"-184,0 0-880,0 0-620,0 0 132,0 0 21,-8 8 88,8-8-776,-5 5 276,-1 1 0,1 0-1,1 0 1,-1 0 0,1 1-1,0-1 1,0 1-1,1 0 1,0 0 0,0 1-1,1-1 1,0 0 0,0 1-1,0 2-274,1 2 425,-1 0-169,1 0-1,0 0 1,0 0 0,2 0-1,0 0 1,0 0-1,1 0-255,-1-10 30,1 1-1,-1-1 1,1 0-1,0 0 1,0 0-1,0 0 1,0-1-1,0 1 1,1-1-1,-1 1 1,0-1-1,1 0 1,-1 0 0,1 0-1,-1 0 1,1 0-1,-1 0 1,1-1-1,0 1 1,-1-1-1,3 0-29,61 5 283,-62-4-260,1-1 0,-1 0 1,1 0-1,-1-1 0,1 1 0,-1-1 0,1 0 1,-1 0-1,0-1 0,1 1 0,-1-1 0,0 0 0,0 0 1,0-1-1,0 1 0,0-1 0,-1 1 0,1-1 1,-1 0-1,0-1 0,0 1 0,0-1 0,0 1 1,-1-1-1,1 0 0,-1 0 0,0 0 0,0 0 0,0 0 1,-1 0-1,1-3-23,2-5 92,0 1 0,-1-1 1,-1 1-1,0-1 0,-1 0 1,0 0-1,-1 0 0,0 0 0,0 0 1,-3-10-93,2 21-25,1-1 0,-1 0 0,1 1 1,-1-1-1,0 0 0,0 1 0,0-1 1,0 1-1,0-1 0,0 1 0,0 0 0,-1-1 1,1 1-1,0 0 0,-1 0 0,1 0 1,-1 0-1,1 0 0,-1 0 0,1 0 1,-1 1-1,0-1 0,1 1 0,-1-1 0,0 1 1,-1-1 24,-1 0-581,0 1 1,0 0 0,0-1-1,0 1 1,0 0-1,0 1 1,1-1 0,-1 1-1,0 0 1,0 0 0,-3 1 580,-15 11-5274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3:11.2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99 10938,'0'0'2508,"0"0"-199,0 0-362,0 0-565,0 0-102,0 0-186,6-12-422,20-35-389,-26 47-239,0-1 0,1 0 0,-1 0 0,0 1 0,1-1 0,-1 1 0,1-1 0,-1 0 0,1 1 0,0-1 0,-1 1 0,1-1 0,-1 1 0,1-1 0,0 1 0,-1 0 0,1-1 0,0 1 0,0 0 0,-1-1 0,1 1 0,0 0 0,0 0 0,-1 0 0,1 0 0,0 0 0,0 0 0,-1 0 0,1 0 0,0 0 0,0 0 0,0 0 0,-1 0 0,1 1 0,0-1 0,0 0 0,-1 0 0,1 1 0,0-1 0,-1 1 0,1-1 0,0 0 0,-1 1 0,1-1 0,-1 1 0,1 0 0,-1-1 0,1 1 0,-1-1 0,1 1 0,-1 0 0,1-1 0,-1 1 0,0 0 0,0 0 0,1-1 0,-1 1 0,0 0 0,0 0 0,0-1 0,0 1 0,0 0-44,1 0 22,11 30 465,-1 0 0,-2 1 0,2 13-487,-5-17 286,1-1 0,2 0 0,0-1 0,2 0 0,3 6-286,29 50 28,-42-81-18,0-1 0,0 1-1,0-1 1,0 1 0,-1-1-1,1 0 1,0 1 0,0-1 0,0 0-1,0 1 1,0-1 0,0 0 0,0 0-1,0 0 1,0 0 0,0 0 0,0 0-1,0 0 1,0-1 0,0 1 0,0 0-1,0 0 1,0-1 0,0 1 0,0 0-1,-1-1 1,1 1 0,0-1 0,0 0-1,0 0-8,28-18 106,-27 17-99,45-36 17,-14 11 15,1 1 0,26-14-40,-50 33 4,1 1-1,1 1 1,-1 0 0,1 0 0,0 1 0,0 1 0,0 0 0,1 0 0,-1 2 0,1-1 0,2 1-4,75-1 11,-36 0 3,1 3 1,32 4-15,-79-4-1,-1 1-1,1 0 1,-1 0-1,0 1 0,0 0 1,0 0-1,-1 0 1,1 1-1,-1 0 1,0 0-1,2 2 2,60 59-19,-23-19-1,-2 9 87,-43-54-57,0-1 26,0 0 20,0 0 50,0-20 207,-4-34-175,2 37-143,1-1 1,0 0-1,1 1 1,1-1-1,0-1 5,0 15-4,0 0-1,0 0 0,0 0 0,0 0 1,0 0-1,1 1 0,-1-1 1,1 0-1,0 1 0,0-1 0,1 1 1,-1-1-1,1 1 0,0 0 1,-1 0-1,1 1 0,1-1 0,-1 0 1,0 1-1,1 0 0,-1 0 1,1 0-1,2-1 5,1 1-4,0 0-1,0 0 1,0 1 0,1-1 0,-1 2-1,0-1 1,1 1 0,-1 0 0,0 1-1,1 0 1,-1 0 0,0 0 0,1 1 4,14 4-12,0 1 0,-1 1 0,11 6 12,44 22 2,-9-5 8,40 13-10,-84-37 1,1 0 1,0-1-1,0-1 0,0-1 1,1-2-1,16 1-1,-29-3 2,0-1 0,-1 0 0,1 0 0,-1-1 0,1-1 0,-1 0 0,0 0 0,0-1 0,0 0 0,0-1 0,-1-1 0,0 1 0,0-2 0,0 1 0,-1-1 0,0-1 0,0 0 0,-1 0 0,0 0 0,0-2-2,-1 2 11,-1 0-1,0-1 0,0 1 1,-1-2-1,0 1 0,0 0 1,-1-1-1,-1 0 0,0 0 0,0 0 1,1-7-11,0-12 9,-1-1 0,-2 0 0,-1-12-9,0 42 1,0-1-13,0 1 1,0 0 0,0-1 0,0 1 0,1 0 0,-1-1 0,0 1 0,0 0 0,0-1 0,0 1 0,0 0-1,-1-1 1,1 1 0,0 0 0,0 0 0,0-1 0,0 1 0,0 0 0,0-1 0,0 1 0,-1 0-1,1 0 1,0-1 0,0 1 0,0 0 0,-1 0 0,1-1 0,0 1 0,0 0 0,-1 0 0,1 0-1,0 0 1,0-1 0,-1 1 0,1 0 0,0 0 0,-1 0 11,-9 7-1288,-7 16-3834,9-4-2230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3:12.7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1 324 4137,'0'0'4842,"0"0"-2748,0 0 9,0 0 92,0 0-182,0 0-273,9-6-140,27-20-633,-36 26-933,0-1 0,0 1 0,1 0 0,-1 0 0,0 0 0,1 0 0,-1 0 1,0 0-1,1 0 0,-1 0 0,0-1 0,1 1 0,-1 0 0,0 0 0,1 0 0,-1 1 0,0-1 0,1 0 0,-1 0 0,0 0 0,1 0 0,-1 0 0,0 0 0,1 0 0,-1 0 0,0 1 0,0-1 0,1 0 0,-1 0 0,0 0 0,0 1 0,1-1 0,-1 0 0,0 0 0,0 1 0,0-1 0,1 0 0,-1 1 0,0-1 0,0 0 0,0 1 0,0-1 1,0 0-1,0 0 0,1 1-34,4 17 164,-4-15 1,21 47 823,3-1-1,2-1 1,34 45-988,-52-79 123,-9-13-120,11 15 40,0 0 1,1-1-1,0 0 1,9 6-44,-18-18 28,0 0 0,0 0 1,0 0-1,0-1 0,1 1 1,-1-1-1,1 0 0,0 0 1,-1 0-1,1-1 1,0 1-1,0-1 0,0 0 1,0 0-1,0-1 0,1 1 1,-1-1-1,0 0 0,0 0 1,0 0-1,0 0 0,1-1 1,-1 1-1,1-2-28,-1-1 19,0 0 1,-1 0-1,1-1 0,-1 0 0,0 1 0,0-1 1,-1 0-1,1 0 0,-1-1 0,0 1 0,0 0 1,0-1-1,1-3-19,6-12 12,-2 9-19,-1 0 1,2 1-1,-1 0 1,1 1 0,1-1-1,0 2 1,0-1-1,1 1 1,0 1-1,0-1 1,1 2 0,0 0-1,0 0 1,0 1-1,1 0 1,0 1 0,8-2 6,-5 2-5,1 1 0,-1 1 0,0 1 0,1 0 1,-1 1-1,1 0 0,-1 2 0,0-1 0,1 2 1,-1 0-1,0 1 0,-1 1 0,1 0 1,2 2 4,36 16 23,46 30-23,-82-43-1,-1 0 0,0 1 1,-1 1-1,0 1 0,-1 0 0,0 1 0,8 11 1,-9-3 94,-12-19 139,-8-13-65,2 1-142,-1-1-1,2 0 1,-1 0 0,1 0 0,1 0 0,0-1 0,0 1 0,1-1-1,0 0 1,0-8-26,2 12 2,1-1-1,-1 1 0,1-1 1,1 1-1,-1 0 0,1 0 1,0-1-1,1 1 0,0 0 1,0 1-1,0-1 0,1 1 1,0-1-1,0 1 0,1 0 1,1-1-2,2-2-4,0 0 1,1 0 0,0 1 0,1 0-1,0 0 1,0 1 0,1 1 0,0 0-1,0 0 1,0 1 0,1 0 0,-1 1-1,1 0 1,0 1 0,1 1-1,-1 0 1,0 0 0,1 1 0,-1 1-1,10 0 4,29 1-15,1 2 0,-1 2-1,-1 2 1,29 9 15,-19-1 14,-13-3 7,1-1 0,0-2 1,1-2-1,38-1-21,-53-7-9,-1-1-1,0-2 1,0-1 0,0-2 0,-1-1 0,0-1 0,22-10 9,-47 15 39,0 0 1,0-1-1,-1 1 1,1-1-1,-1 0 1,0-1 0,0 1-1,-1-1 1,1-1-1,-1 1 1,-1-1-1,1 1 1,-1-1-1,-1-1 1,1 1-1,-1 0 1,0-1 0,-1 0-1,0 0 1,0 0-1,0 0-39,4-24 236,-1 0 0,-1 0 1,-2 0-1,-2-18-236,-6 11 369,6 38-396,-1 0 0,1-1-1,-1 1 1,1 0 0,-1 0 0,1 0-1,-1-1 1,0 1 0,1 0-1,-1 0 1,0 0 0,0 0-1,0 0 1,0 0 0,0 1 0,0-1-1,0 0 1,0 0 0,0 1-1,-1-1 1,1 1 0,0-1-1,0 1 1,-1-1 0,1 1 0,0 0-1,-1 0 1,1-1 27,0 1-96,0 1-1,1-1 1,-1 0-1,1 0 1,-1 1-1,1-1 1,-1 0-1,0 1 1,1-1-1,-1 0 1,1 1-1,0-1 1,-1 1 0,1-1-1,-1 1 1,1-1-1,0 1 1,-1-1-1,1 1 1,0-1-1,0 1 1,-1-1-1,1 1 1,0-1-1,0 1 1,0 0-1,0-1 1,-1 1 96,0 3-933,-7 13-4922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3:15.0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47 10922,'0'0'4496,"0"0"-1591,0 0-616,0 0-754,0 0-737,0-8-433,0 6-329,3-24 76,-3 25-107,1 0 0,-1 1 0,0-1 0,0 1-1,1-1 1,-1 1 0,0-1 0,1 1 0,-1-1 0,1 1-1,-1-1 1,1 1 0,-1-1 0,1 1 0,-1 0 0,1-1-1,-1 1 1,1 0 0,-1-1 0,1 1 0,0 0 0,-1 0-1,1-1 1,-1 1 0,1 0 0,0 0 0,-1 0 0,1 0-1,0 0 1,-1 0 0,1 0 0,0 0 0,-1 0 0,1 0-1,-1 1 1,1-1 0,0 0 0,-1 0 0,1 0 0,-1 1-1,1-1 1,0 0 0,-1 1 0,1-1 0,0 1-5,3 3 29,1-1 1,0 1-1,-1 0 1,1 1 0,-1-1-1,-1 1 1,1 0-1,-1 0 1,1 0 0,-1 0-1,-1 1 1,1-1-1,-1 1 1,0 0-1,0 0-29,5 17 131,0 0 0,-2 0 0,0 6-131,-4-27-2,-1 5 11,1 0 1,1 0-1,-1 0 1,1-1-1,1 1 1,-1 0 0,1-1-1,1 3-9,-3-8 9,1 1 0,-1-1 1,0 0-1,1 1 0,-1-1 0,1 0 0,0 0 0,-1 0 0,1 0 1,0 0-1,0 0 0,-1-1 0,1 1 0,0 0 0,0-1 0,0 0 1,0 1-1,0-1 0,0 0 0,0 0 0,0 0 0,0 0 0,0 0 1,0-1-1,0 1 0,-1-1 0,1 1 0,0-1 0,0 1 0,0-1 1,0 0-1,0-1-9,56-26 255,-48 21-176,0 2 0,1-1 0,-1 2 0,1-1 0,0 1 0,0 1 0,1 0 0,1 1-79,0 0 3,1 0 0,0 1 0,0 1 0,0 0 0,-1 1 0,1 1 0,0 0 0,2 2-3,-7-2-3,1 2 0,-1 0 0,0 0 0,0 0 0,-1 1-1,1 0 1,-1 1 0,0 0 0,-1 0 0,1 1 0,4 5 3,146 150 15,-143-151 283,-22-27 497,-7-19-661,13 27-119,-1-1 1,2 0 0,-1 1-1,1-1 1,1 0 0,-1 1-1,2-1 1,-1 1 0,1-1-1,0 1 1,1 0 0,0 0-1,0-1 1,1 2 0,0-1-1,0 0-15,1 2 4,0 0-1,0 0 1,1 0-1,0 1 1,0 0 0,0 0-1,1 1 1,-1-1-1,1 1 1,0 1-1,0-1 1,1 1-1,-1 1 1,1-1-1,-1 1 1,1 1 0,7-2-5,72-7 81,0 4-1,1 3 0,26 5-79,-5 0 36,-60 0-47,0 3 0,-1 2 1,0 2-1,26 9 11,-7-2-5,-45-12 21,1 0 1,0-2 0,-1 0-1,14-2-16,-28 0 9,1 0 0,-1-1 0,0 0 0,0 0 0,0 0 0,0-1-1,0-1 1,-1 1 0,1-2 0,-1 1 0,1 0 0,-1-1 0,0-1 0,1-1-9,-5 4 72,-1-1 0,0 0 1,0 0-1,0 0 1,-1-1-1,1 1 1,-1 0-1,0-1 0,0 1 1,0-1-1,0 1 1,-1-1-1,1 1 1,-1-1-1,0-2-72,-1-64 518,-1 39-382,2 30-150,0 0 0,0 0 0,0 0-1,0 1 1,-1-1 0,1 0 0,0 0 0,-1 0 0,1 0-1,-1 0 1,1 1 0,-1-1 0,1 0 0,-1 0 0,1 1 0,-1-1-1,0 0 1,1 1 0,-1-1 0,0 1 0,0-1 0,0 1-1,1-1 1,-1 1 0,0-1 0,0 1 0,0 0 0,0-1 0,0 1-1,0 0 1,0 0 0,1 0 0,-1 0 0,0 0 0,0 0-1,0 0 1,0 0 0,0 0 0,0 0 0,0 1 0,0-1 0,0 0-1,0 1 1,1-1 0,-1 0 0,0 1 0,0-1 0,0 1 0,1-1-1,-1 1 1,0 0 0,1-1 0,-1 1 0,0 0 14,-8 6-923,0 1 0,0 0 0,0 1 0,-4 6 923,0 0-2450,-21 19-6794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3:17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240 131 12203,'0'0'2259,"0"0"-380,0 0 1019,0 0-1278,0 0-352,0 0 211,3 12-258,-2-8-1135,-1-2-43,1 0 0,-1 1 0,1-1 0,-1 0-1,1 1 1,0-1 0,0 0 0,0 0-1,0 0 1,0 0 0,0 0 0,0 0 0,1 0-1,-1 0 1,1 0 0,0 0 0,-1-1-1,1 1 1,0-1 0,0 1 0,0-1 0,0 0-1,0 0 1,0 0 0,0 0 0,1 0-1,-1 0 1,0 0 0,1-1 0,-1 1 0,0-1-1,1 0 1,-1 0 0,0 0 0,1 0-1,-1 0 1,1 0 0,0-1-43,51-10 373,-1-3 1,42-17-374,-92 30 10,0-1 0,0 1 0,0-1 0,0 0 0,0 1 0,0-2 0,-1 1 0,1 0 0,-1 0-1,1-1 1,-1 1 0,0-1 0,0 0 0,0 0 0,-1 0 0,1 0 0,-1 0 0,1 0 0,-1-2-10,0 4 8,0-1-1,-1 0 0,0 0 1,1 0-1,-1 0 1,0 0-1,0 0 0,0-1 1,0 1-1,0 0 1,-1 0-1,1 0 0,0 0 1,-1 0-1,0 1 1,1-1-1,-1 0 0,0 0 1,0 0-1,0 0 1,0 1-1,0-1 0,-1 0 1,1 1-1,0-1 1,-1 1-1,1 0 0,-1-1 1,0 1-1,1 0 1,-3-1-8,-11-4 11,0 0 0,-1 1 0,0 0 0,0 1 0,0 1 0,0 1 0,-1 0 0,1 1 0,-1 1 0,1 0 0,-1 2 0,1 0 0,-1 0 0,1 2 1,0 0-1,0 0 0,-6 5-11,5-1 4,1 2 1,0 0 0,1 1 0,0 0 0,0 1 0,1 1 0,1 0-1,1 1 1,-1 1 0,2 0 0,0 0 0,1 1 0,1 0 0,0 1-1,1 0 1,1 1 0,1-1 0,0 1 0,1 0 0,1 1 0,1-1-1,1 1 1,0 0 0,2-1 0,0 1 0,0 0 0,2 0 0,3 12-5,-3-22 20,1 0 0,0-1 0,1 1 0,0 0 0,0-1 0,1 0 1,0 0-1,0 0 0,1-1 0,0 0 0,0 0 0,0 0 0,1-1 0,0 0 0,1 0 1,0-1-1,-1 1 0,2-2 0,-1 1 0,0-1 0,1-1 0,0 0 0,0 0 1,5 1-21,7 2 104,1-2 1,-1 0-1,1-1 1,0-2-1,0 0 1,0-1-1,0-1 1,0-1-1,-1-1 1,5-2-105,-7 0-10,0-1 0,0-1 1,-1-1-1,0-1 0,-1 0 0,0-1 0,0-1 1,-1 0-1,0-2 0,-1 0 0,0 0 0,-1-1 0,-1-1 1,0-1 9,-3 4-1088,-1-1 1,-1-1-1,0 1 0,0-1 1,-1-1-1,3-12 1088,2-14-7707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3:18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5353,'0'0'9976,"0"0"-4433,0 0-2631,0 0-1247,0 0-794,0 0-484,0 7-228,4 234 1605,-2-40-1413,-1-188-345,0 0 0,0-1-1,2 1 1,-1-1 0,1 0 0,1 0 0,1 0 0,-1 0 0,2-1 0,-1 0-1,2 0 1,3 5-6,-5-9-2,0-1-1,0 0 1,1-1-1,0 1 1,0-1-1,0 0 1,1 0-1,-1-1 1,1 0-1,0 0 1,1-1-1,-1 0 1,0 0-1,1 0 1,0-1-1,-1 0 1,1-1-1,0 0 1,8 0 2,-11 0-108,-1-1 0,1 0 0,0 0 0,0 0 0,0-1 0,0 1 0,-1-1 0,1 0 0,0-1 1,-1 1-1,1-1 0,-1 0 0,0 0 0,1 0 0,-1-1 0,0 0 0,0 1 0,0-1 0,-1-1 0,1 1 1,-1 0-1,0-1 0,0 0 0,0 0 0,0 0 0,-1 0 0,1 0 0,-1 0 0,0-1 0,0 1 1,-1-1-1,0 0 0,1-1 108,0 0-524,0 0 1,0-1-1,-1 0 1,0 1-1,0-1 0,-1 0 1,1 0 523,-9-28-5357,-7 15-926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3:18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12411,'0'0'2992,"0"0"-1215,0 0-33,0 0-264,172-43 57,-110 21-737,-6 3-432,-5 2-368,3 7-384,-14 5-2657,-7 0-6521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3:20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9234,'0'0'2424,"0"0"-188,0 0-505,0 0-523,0 0-212,0 0-368,14-26 1159,-9 22-1708,0 1 0,1 0-1,-1 1 1,1-1-1,0 1 1,0 0-1,0 1 1,0-1 0,0 1-1,0 0 1,0 1-1,0-1 1,0 1 0,5 1-79,-3-1 68,-1 0 0,1 1 0,0 0 0,0 0 0,-1 1 0,1 0 0,-1 1 0,1-1 0,-1 1 0,0 1 0,3 1-68,-2 1 18,0 1 0,-1 0 0,1 0 0,-1 1 0,-1 0 0,1 1 0,-2-1 0,1 1 0,-1 0 0,0 0 0,1 5-18,6 19 187,-1 0 0,5 28-187,-8-29 74,1-1 0,1 0-1,2 0-73,-10-28-9,0 1-1,0-1 0,1 0 1,-1 0-1,1 0 0,-1 0 1,1-1-1,0 1 1,0-1-1,0 0 0,0 0 1,1 0-1,-1 0 0,1 0 1,-1-1-1,1 1 1,-1-1-1,1 0 0,0 0 1,-1 0-1,1-1 0,0 1 1,0-1-1,0 0 1,0 0-1,-1-1 0,1 1 1,0-1-1,0 1 0,-1-1 1,1 0-1,0-1 10,-3 2-118,1-1 1,-1 1-1,0-1 0,1 0 0,-1 0 0,0 1 0,0-1 1,0 0-1,0 0 0,0 0 0,0 0 0,0 0 1,0 0-1,0-1 0,-1 1 0,1 0 0,0 0 0,0-1 118,4-17-4203,-5 7-1985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3:20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0 10114,'0'0'2777,"0"0"-505,0 0-583,0 0-1081,0 0 344,-110 157 128,59-79-80,3-1-367,5 0-537,11-9-96,5 4-681,11-16-1623,5-15-3561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3:2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9554,'0'0'2278,"0"0"237,0 0-389,0 0-343,0 0-61,0 0-25,22 6-328,68 17-293,-77-16 1038,-24-2-1622,-19-2-423,28-3-52,0 0-1,0 0 1,1 0 0,-1 0-1,0 0 1,0 0-1,1 0 1,-1-1 0,0 1-1,1-1 1,-1 1 0,0-1-1,1 0 1,-1 1-1,1-1 1,-1 0 0,1 0-1,-1 0 1,1 0 0,0-1-1,0 1 1,-1 0 0,1 0-1,0-2-16,-1-1 19,1 0-1,-1 0 1,1 0-1,1 0 1,-1-1-1,0 1 1,1 0-1,0 0 1,0-1-1,0 1-18,0 0 20,0 1 0,0-1 0,1 1 0,-1-1 0,1 1 0,-1-1 0,1 1 0,0 0 0,0-1 0,1 1 0,-1 0 0,1 0 0,0 0 0,-1 0 0,1 0 0,0 0 1,1 0-1,-1 1 0,0-1 0,1 1 0,0 0 0,-1 0 0,1 0 0,2-1-20,1 0 22,1 0 1,-1 1 0,1-1 0,0 2-1,0-1 1,0 1 0,0 0 0,0 0-1,0 1 1,0 0 0,6 1-23,-11-1 1,0 0 0,-1 0 0,1 1 0,-1-1 0,1 0 0,-1 1 0,0 0-1,1-1 1,-1 1 0,1 0 0,-1-1 0,0 1 0,0 0 0,1 0 0,-1 0 0,0 0 0,0 1 0,0-1 0,0 0 0,0 0 0,0 1-1,0-1 1,-1 0 0,1 1 0,0-1 0,-1 1 0,1-1 0,-1 1 0,0-1 0,1 1 0,-1-1 0,0 1 0,0-1 0,0 1 0,0-1 0,0 1-1,0-1 1,-1 1 0,1-1 0,0 1 0,-1 0-1,1 2 15,-1 0 1,0 1-1,0-1 0,-1 0 0,1 0 0,-1 0 0,0 0 1,0 0-1,0 0 0,0 0 0,-1-1 0,1 1 1,-1-1-1,-1 2-15,-35 17 95,38-21-91,0 0 0,0-1-1,0 1 1,0-1 0,0 1 0,0-1 0,0 1 0,0-1 0,0 0 0,0 0 0,0 1-1,0-1 1,0 0 0,0 0 0,0 0 0,0 0 0,0 0 0,-1 0 0,1 0 0,0-1-1,0 1 1,0 0 0,0-1 0,0 1 0,0-1 0,0 1 0,0-1 0,0 1 0,1-1-1,-1 1 1,0-1 0,0 0 0,0 0 0,0 1 0,1-1 0,-1 0 0,0 0 0,1 0-1,-1 0-3,-1-5 3,1 0 0,0 1-1,0-1 1,0 0 0,1 0-1,-1 0 1,1 0 0,1 0-1,-1 1 1,1-1 0,0 0-1,1 0 1,-1 1 0,2-4-3,-2 6-2,1 0 0,-1 0 1,1 0-1,0 0 0,-1 1 1,1-1-1,0 1 0,1-1 1,-1 1-1,0 0 0,1 0 1,-1 0-1,1 0 0,-1 0 1,1 1-1,0-1 0,0 1 1,0 0-1,0 0 0,0 0 0,0 0 1,0 0-1,0 1 0,0-1 1,1 1-1,-1 0 0,2 0 2,-3 0-2,0 0-1,0 0 1,1 0-1,-1 0 0,0 0 1,0 1-1,0-1 1,0 1-1,0-1 0,0 1 1,0 0-1,0 0 0,0 0 1,0 0-1,0 0 1,0 0-1,0 1 0,-1-1 1,2 1 2,-2 0-1,-1 0 0,1-1 0,0 1 0,0 0 0,-1 0 0,1 0 0,-1 0 0,0 0 0,0-1 0,1 1 0,-1 0 0,0 0 0,0 0 0,-1 0 0,1 0 0,0 0 0,-1 0 0,1-1 0,-1 1 0,0 0 0,1 0 0,-1 0 0,0-1 0,0 1 1,-4 5 9,0-1 0,-1 1-1,1-1 1,-1 0 0,0-1 0,-1 0-1,1 0 1,-1 0 0,0-1 0,0 0-1,-1 0 1,1 0 0,-1-1-1,0-1 1,0 1 0,0-1 0,0 0-1,-8 0-8,15-2 3,0 0-1,-1 0 0,1-1 0,0 1 0,0 0 0,-1-1 0,1 1 0,0 0 0,0-1 0,0 1 0,0-1 0,0 0 0,0 0 0,-1 1 0,1-1 0,1 0 0,-1 0 0,0 0 0,0 0 0,0 0 0,0 0 0,1 0 0,-1 0 0,0 0 0,1 0 0,-1 0 1,1-1-1,-1 1 0,1 0 0,0 0 0,0-1 0,-1 1 0,1 0 0,0 0 0,0-1 0,0 1 0,0 0 0,0 0 0,1-1 0,-1 1 0,0 0-2,0-4-1,1 0 0,-1 0 0,1 1 0,0-1 0,0 0 0,1 1 1,-1-1-1,1 1 0,0 0 0,0-1 0,1 0 1,2 1-2,-1-1 1,1 0-1,0 1 1,0 0-1,0 1 1,0-1-1,1 1 0,4-2 2,-7 3 0,-1 1-1,1-1 1,-1 1 0,1 0-1,0 0 1,0 0-1,-1 1 1,1-1-1,0 1 1,0-1-1,0 1 1,0 0-1,-1 0 1,1 0-1,0 1 1,0-1-1,0 1 1,0-1-1,-1 1 1,1 0-1,1 1 1,-3-1 4,0 0 0,0 0 0,-1 0 0,1 0 0,0 0 0,0 0 0,-1 0-1,1 1 1,0-1 0,-1 0 0,1 0 0,-1 1 0,0-1 0,1 0 0,-1 1 0,0-1 0,0 1 0,0-1-1,0 0 1,0 1 0,0-1 0,0 0 0,0 1 0,-1-1 0,1 1 0,-1-1 0,1 0 0,-1 0 0,1 1 0,-1-1-1,0 1-3,-1 3 26,0-1-1,-1 0 0,1 0 0,-1 0 0,0 0 1,0 0-1,0-1 0,-2 3-25,1-3 17,0 1 1,0-1-1,0-1 0,0 1 1,0 0-1,-1-1 0,1 0 1,-1 0-1,1 0 0,-1-1 1,0 1-1,0-1 0,0-1 1,0 1-1,0 0 0,0-1 1,0 0-1,-3-1-17,7 1-29,-1-1 1,1 0 0,0 1-1,0-1 1,1 0-1,-1 0 1,0 0-1,0 0 1,0 0-1,0 0 1,1 0-1,-1 0 1,0 0 0,1 0-1,-1 0 1,1-1-1,0 1 1,-1 0-1,1 0 1,0 0-1,-1-1 1,1 1-1,0 0 1,0 0-1,0-1 1,0 1 0,0 0-1,1-1 29,-1-1-232,0 0 0,0-1 0,0 1 0,1 0 0,-1 0-1,1 0 1,0 0 0,0 0 0,0 0 0,1 0 0,0-3 232,19-10-5668,1 5-4177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3:53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 14875,'0'0'1713,"0"0"-1713,0 0 8,0 0-32,0 0 24,0 0-1249,-67-2-1727,48 11-4234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3:59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11923,'0'0'4018,"0"0"-1223,0 0 282,0 0-1160,0 0-724,14 0 176,152 12 932,253 10-1297,-314-22-984,192-3 60,-228-2-65,-1-2 0,0-4 0,19-7-15,-56 9 19,0-1-1,0-2 0,3-3-18,-34 15-59,1 0-1,-1-1 1,0 1-1,1 0 1,-1-1-1,0 1 1,1-1 0,-1 1-1,0-1 1,0 1-1,1-1 1,-1 1-1,0-1 1,0 1 0,0-1-1,0 1 1,0-1-1,0 1 1,0-1-1,0 1 1,0-1-1,0 1 1,0-1 0,0 1-1,0-1 1,0 1-1,-1-1 1,1 1-1,0-1 1,0 1 0,0-1-1,-1 1 1,1 0-1,0-1 1,-1 1-1,1-1 1,0 1 0,-1 0-1,1-1 1,0 1-1,-1 0 1,1-1-1,-1 1 1,1 0 0,-1 0-1,0-1 60,-27-10-3835,5 4-2675,-4 0-6591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3:59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16972,'0'0'3231,"0"0"196,0 0-1626,0 0-1040,0 0-333,0 0-281,7-1 14,12-3 83,1 2 0,0 0 0,0 1 0,0 1-1,0 1 1,0 1 0,0 0 0,-1 2 0,15 4-244,27 9 303,-1 2 0,30 16-303,-89-35 0,20 8 5,0 2-1,0 0 1,-1 1-1,16 12-4,-31-20 3,0 1 1,-1 0-1,1 0 0,-1 0 1,0 0-1,0 1 0,-1-1 0,1 1 1,-1 0-1,0 0 0,-1 1 0,1-1 1,-1 1-1,0-1 0,0 1 0,-1 0 1,1-1-1,-1 1 0,-1 0 0,1 0 1,-1 1-4,0-4 11,-1 0 0,1 0 0,-1 0 0,0 0 1,0-1-1,0 1 0,0 0 0,0 0 0,0-1 1,-1 1-1,0-1 0,1 1 0,-1-1 0,0 0 1,0 0-1,-1 1-11,-41 34 163,21-20-107,-58 57 201,4 4 0,-43 57-257,69-89 1442,50-45-1334,1-1-28,0 0-18,0 0-18,0 0-32,0 0-53,0 0-159,0-16-1212,1-7-836,6-3-2674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00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17916,'0'0'3931,"0"0"-2174,0 0-356,0 0-440,15 28-113,1 5-617,4 5 72,1 0-1,1-2 1,16 18-303,12 11 348,2-1 1,4-3-1,29 23-348,-84-83 30,0 0-1,0 0 1,0 0 0,0 0-1,0 0 1,1 0-1,-1 0 1,0-1-1,1 1 1,-1 0 0,1-1-1,-1 1 1,0-1-1,1 0 1,-1 1-1,1-1 1,-1 0 0,2 0-30,-2 0 30,0 0 0,0-1 0,0 1 1,0-1-1,0 1 0,0-1 1,0 1-1,-1-1 0,1 1 0,0-1 1,0 0-1,-1 1 0,1-1 1,0 0-1,-1 0 0,1 0 0,-1 1 1,1-1-1,-1 0 0,1 0 0,-1 0-30,3-8 169,0 1-1,-1-1 0,0 1 1,0-1-1,-1-8-168,1 2-33,14-121 331,-6 0 0,-6-88-298,-3 224-83,-1-1 0,1 1 0,0 0 0,-1-1 0,1 1 1,0 0-1,0-1 0,-1 1 0,1 0 0,0 0 0,0 0 0,0-1 1,-1 1-1,1 0 0,0 0 0,0 0 0,0 1 0,0-1 0,-1 0 0,1 0 1,0 0 82,7 1-550,45 3-3472,-12 3-2773,9 3-8484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00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0 17180,'0'0'2826,"0"0"-501,-24 10-696,4-4-1345,10-3-189,0 0-1,0 1 1,0 0-1,0 0 1,1 1 0,0 0-1,0 1 1,0 0-1,1 0 1,0 1 0,0 0-1,0 0 1,1 1-1,0 0 1,-2 4-95,-4 9 227,1 1 1,0 0-1,2 1 0,1 0 1,-5 19-228,10-28 69,0 0-1,1 0 1,1 0 0,0 1 0,1-1-1,1 1 1,0-1 0,1 1-1,0-1 1,3 10-69,-2-19 9,0 0 0,0 0 0,0-1 1,0 1-1,1 0 0,0-1 0,0 1 0,0-1 0,0 0 0,1 0 0,0 0 0,-1-1 0,1 1 1,1-1-1,-1 0 0,0 0 0,1 0 0,0-1 0,-1 0 0,1 0 0,0 0 0,0 0 0,0-1 1,1 0-10,9 3 22,0-1 0,0-1 1,0 0-1,1-1 0,-1-1 1,0-1-1,12-1-22,-20 1 9,0 0 0,0-1 0,0 0 0,0 0-1,0-1 1,-1 0 0,1 0 0,-1 0 0,0-1 0,0 0 0,0 0 0,0 0 0,-1-1-1,1 0 1,-1 0 0,0 0 0,-1-1 0,1 0 0,-1 0 0,-1 0 0,1 0 0,-1 0-1,0-1 1,0 0 0,-1 1 0,0-1 0,0 0 0,0-1-9,5-25 102,-2 0 0,-1-1 1,-1 0-1,-2 1 0,-2-13-102,1 25 57,1 16 552,1 7-253,4 16-161,4 29-141,3 41 148,-6-35-121,2 1 0,3-1 0,9 24-81,-21-76-41,0 0-1,0 0 1,0 0-1,0-1 1,0 1-1,0 0 1,1 0-1,-1 0 1,0-1-1,1 1 1,-1 0-1,0 0 0,1-1 1,-1 1-1,1 0 1,-1 0-1,1-1 1,-1 1-1,1-1 1,-1 1-1,1 0 1,0-1-1,-1 0 1,1 1-1,0-1 1,0 1-1,-1-1 0,1 0 1,0 1-1,0-1 1,0 0-1,-1 0 1,1 1-1,0-1 1,0 0-1,1 0 42,-1-2-308,1 1 0,-1 0 0,1-1 0,-1 0 0,1 1 0,-1-1 0,0 0 1,1 0-1,-1 1 0,0-1 0,0 0 0,-1 0 0,1 0 0,0-1 308,12-30-7568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01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20572,'0'0'3977,"0"0"-1678,0 0-1060,10 25-181,-4-9-875,7 16 148,-1 0 0,-2 1 1,-1 0-1,3 27-331,-6 0 1071,-2 46-1071,-3-54 212,2 0-1,8 39-211,-10-85-17,1-1 0,-1 0 0,1 1 0,0-1-1,0 0 1,0 0 0,1 0 0,0 0 0,0 0 0,1 0 17,-3-4-57,0 0-1,0 1 1,1-1 0,-1 0-1,0 0 1,1 0 0,-1 0 0,1 0-1,0 0 1,-1 0 0,1 0-1,0-1 1,-1 1 0,1-1-1,0 1 1,0-1 0,-1 0 0,1 1-1,0-1 1,0 0 0,0 0-1,0-1 1,-1 1 0,1 0-1,0 0 1,0-1 0,-1 1 0,1-1-1,0 0 1,0 0 0,-1 1-1,1-1 1,-1 0 0,2-1 57,39-32-2834,-13 5-3411,-28 28 5768,32-33-15794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01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135 158 20636,'0'0'3551,"0"0"-1223,-20 22-1084,-59 75-540,74-89-648,1 0 0,0 0-1,0 0 1,0 0 0,1 1-1,0-1 1,1 1-1,0 0 1,0-1 0,1 1-1,0 0 1,1 0-1,0 0 1,0 0 0,1 0-1,0 0 1,0 0 0,2 4-56,-2-6 12,2 1 4,-1 1 0,1-1 0,0 1-1,1-1 1,0 0 0,0-1 0,1 1 0,0-1 0,0 0 0,1 0 0,0 0-1,0-1 1,0 0 0,1 0 0,0 0 0,0-1 0,1 0 0,-1-1 0,1 1-1,0-1 1,0-1 0,1 0 0,6 2-16,-7-2-41,1 0 0,0 0 0,0-1-1,0-1 1,0 1 0,1-1 0,-1-1 0,0 0 0,0 0 0,1-1-1,-1 0 1,0 0 0,0-1 0,0-1 0,0 1 0,-1-1 0,1-1-1,0 0 1,-1 0 0,0 0 0,0-1 0,5-4 41,-1-4-107,-1-1 0,0 1 1,0-2-1,-2 1 0,1-2 0,-2 1 1,4-11 106,17-29-17,-28 54 24,0-1 0,-1 1 1,1 0-1,0-1 0,0 1 1,0 0-1,0-1 1,0 1-1,0 0 0,0 0 1,0 0-1,0 0 0,1 0 1,-1 0-1,0 1 0,1-1 1,-1 0-1,1 1 0,-1-1 1,1 1-1,-1-1 1,1 1-1,-1-1 0,1 1 1,-1 0-1,1 0 0,1 0-7,0 1 2,-1 0 0,1 0-1,0 0 1,-1 0 0,1 1-1,-1-1 1,1 1 0,-1-1-1,0 1 1,0 0-1,0 0 1,0 0 0,0 0-1,1 2-1,3 4 20,0 0-1,0 1 0,-1-1 0,-1 1 0,1 0 0,-1 1 0,-1-1 0,2 6-19,-2 4 212,-5-21 367,-7-36-128,4 11-383,1 0 1,1-1-1,2 1 1,1-1-1,1 1 1,1-1-1,1 1 1,4-14-69,-4 28-216,1 0 1,0 0-1,1 0 0,1 1 1,0 0-1,0 0 1,1 0-1,5-5 216,-6 9-653,0 1 1,1 0-1,-1 1 0,2 0 0,-1 0 1,0 0-1,1 1 0,0 0 0,0 0 1,1 1-1,0 0 0,7-2 653,19-1-10905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01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0 231 14147,'0'0'5256,"30"-15"-2914,-1 1-1766,16-8 415,0 2 0,1 1-1,22-4-990,122-28 621,-188 51-616,0-1 0,0 0 0,0 1 0,0-1 1,0 0-1,0 0 0,0 0 0,-1 0 0,1-1 1,0 1-1,-1 0 0,1-1 0,0 1-5,-2 0 3,0 0-1,1 1 0,-1-1 0,0 1 1,1-1-1,-1 1 0,0-1 1,0 0-1,0 1 0,0-1 1,1 0-1,-1 1 0,0-1 1,0 0-1,0 1 0,0-1 1,0 0-1,-1 1 0,1-1 1,0 0-1,0 1 0,0-1 0,-1 1 1,1-1-1,0 0 0,0 1-2,-2-3 8,0 1-1,0 0 1,0 0-1,0 0 1,0 0-1,0 0 1,-1 1 0,1-1-1,-1 1 1,1-1-1,-1 1 1,1 0-1,-1 0 1,0 0-1,0 0 1,1 1-8,-7-3 37,0 1 1,1 0 0,-1 1 0,0 0 0,0 0-1,1 1 1,-1 0 0,0 1 0,0 0 0,0 0-1,1 1 1,-1 0 0,1 1 0,-1-1 0,1 2-1,0-1 1,0 1 0,0 0 0,1 1 0,0 0-1,-1 0 1,2 1 0,-1-1 0,1 2 0,-1-1-1,2 1 1,-1-1 0,1 2 0,0-1 0,0 0-1,1 1 1,0 0 0,1 0 0,-1 0 0,2 1-1,-1-1 1,1 1 0,0 0 0,1-1-1,0 1 1,0 5-38,0-7 32,1 0-1,-1 0 1,1 0-1,1 0 1,-1 0-1,1 0 1,0 0-1,1 0 1,0 0-1,0 0 1,0-1 0,1 1-1,3 5-31,-3-7 17,1 0 0,1-1 1,-1 1-1,0-1 0,1 0 0,0 0 0,0 0 0,0-1 0,1 0 1,-1 0-1,1 0 0,-1-1 0,1 1 0,0-1 0,0-1 0,1 1-17,12 3-15,2-1 0,-1-1-1,0-1 1,0 0 0,1-2 0,-1 0-1,17-3 16,-19 1-720,1-2 0,-1 1 0,-1-2 0,1-1 0,4-1 720,33-19-6740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02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10898,'0'0'8486,"0"0"-4877,0 0-1350,0 0-1119,0 0-678,-2 20-233,2-18-222,-1 14 23,0 0 1,1 1-1,1-1 1,0 0-1,1-1 1,1 1-1,1 0 1,0-1 0,3 9-31,8 14 14,-2 0 1,6 32-15,-16-54 11,0-1-1,-1 1 0,0-1 0,-2 1 0,0 0 0,0-1 0,-2 1 0,-2 13-10,2-24 39,1-1 0,-1 1 0,0 0 0,-1 0 1,1-1-1,-1 1 0,0-1 0,0 0 0,-1 0 0,1 0 0,-1 0 0,1-1 0,-1 0 0,-1 1 0,1-1 0,0-1 0,-1 1 0,1-1 1,-1 1-1,0-1 0,0 0 0,0-1-39,-4 2 34,0 0 0,-1-1 0,1 0 1,-1 0-1,0-1 0,1 0 0,-1-1 1,0 0-1,1-1 0,-1 0 0,-4-1-34,12 2-1,0-1-1,0 1 0,1-1 1,-1 0-1,0 0 0,0 1 0,0-1 1,0 0-1,1 0 0,-1-1 0,0 1 1,1 0-1,-1-1 0,1 1 1,0-1-1,-1 1 0,1-1 0,0 1 1,0-1-1,0 0 0,0 0 0,0 0 2,0-2-22,0 1 0,0-1-1,0 0 1,0 0 0,1 0-1,0 0 1,-1 0 0,2 0-1,-1 0 1,0 0 0,1-1 22,1-5-800,0 1 1,1-1 0,0 1-1,0 0 1,1 0-1,0 0 1,1 0 0,5-7 799,22-24-8734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02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30 128 21253,'0'0'3866,"0"0"-2277,0 0-535,1 29-219,1-7-696,1 36 266,3-1 0,9 33-405,-4-23 14,-2 0 0,-3 1 0,-3 37-14,-3-103-85,0 0 1,0 0-1,0 1 1,-1-1-1,1 0 1,-1 0-1,0 0 1,1 1-1,-1-1 1,0 0-1,0 0 1,0 0-1,-1 0 1,1-1-1,0 1 1,-1 0-1,0 0 85,2-2-57,0 1-1,-1-1 1,1 1-1,-1-1 1,1 0-1,-1 0 1,1 1-1,-1-1 0,0 0 1,1 0-1,-1 0 1,1 0-1,-1 1 1,0-1-1,1 0 1,-1 0-1,1 0 0,-1 0 1,1 0-1,-1 0 1,0-1-1,1 1 1,-1 0-1,1 0 1,-1 0 57,0-1-107,-1 0 1,1 0 0,0 0-1,-1 0 1,1 0 0,0 0-1,0 0 1,0-1 0,0 1-1,0 0 1,0 0 0,1-1-1,-1 1 1,0-2 106,-6-13-369,0-1 0,2 0-1,0-1 1,1 1 0,0-1 0,2 0-1,-1-8 370,-1-46 1364,4-17-1364,0 54 510,0 18-354,1-1-1,1 1 0,0 0 1,1 0-1,1 0 1,1 0-1,0 1 0,1-1 1,1 1-1,0 1 1,6-8-156,-6 11 1,2 0 1,-1 1 0,1 0 0,1 0-1,0 1 1,1 0 0,0 1 0,0 0-1,1 1 1,0 0 0,0 1-1,1 0 1,0 1 0,2 0-2,-1 1-9,0 0 0,0 1-1,0 1 1,1 0 0,-1 1 0,1 1-1,0 0 1,-1 1 0,1 0 0,3 2 9,-13-2 4,1 1 0,-1 0 1,1 0-1,-1 0 0,0 1 0,0 0 1,0 0-1,0 0 0,0 0 0,0 1 0,-1 0 1,1 0-1,-1 0 0,1 1 0,-1 0 1,0-1-1,-1 1 0,1 1 0,-1-1 1,0 0-1,0 1 0,0 0 0,0 0 1,-1-1-1,0 2 0,0-1 0,0 0 1,-1 1-5,2 2 67,-2 1 1,1 0 0,-1 0 0,0-1 0,-1 1 0,0 0 0,0 0-1,-1 0 1,0 0 0,-1 0 0,0-1 0,0 1 0,-1 0 0,0-1-1,0 0 1,-1 0 0,0 0 0,-1 0 0,0-1-68,-3 4 94,-1 0-1,0-1 1,-1-1 0,-1 1-1,1-2 1,-1 1 0,-1-1 0,1-1-1,-1 0 1,0-1 0,-1 0-1,-1-1-93,-5 2-3,-1 0 0,1-2 0,-1 0 0,0-2-1,0 0 1,0-1 0,-20-1 3,40-1-38,-1 0 1,0 0-1,0 0 0,0 0 1,0 0-1,0 0 0,0 0 1,1 0-1,-1 0 0,0-1 1,0 1-1,0 0 0,0-1 1,1 1-1,-1 0 0,0-1 1,0 1-1,1-1 1,-1 1-1,0-1 0,1 0 1,-1 1-1,1-1 0,-1 0 1,1 1-1,-1-1 0,0 0 38,1-1-413,0 1 0,-1-1-1,1 0 1,0 1 0,0-1 0,0 0-1,0 0 1,0 1 0,1-1-1,-1 0 1,0 1 0,1-1-1,-1 1 1,2-2 413,9-17-10067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03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127 168 16107,'0'0'2884,"0"0"-192,29-14-875,93-45-1013,-121 58-785,59-33 280,-59 33-262,0 1 0,0-1 1,-1 0-1,1 0 0,0 0 1,0 0-1,0 0 1,-1 0-1,1 0 0,0 0 1,-1 0-1,1 0 0,-1 0 1,1 0-1,-1 0 1,0 0-1,1 0 0,-1-1 1,0 1-1,0 0 0,0 0 1,0 0-1,0-1 1,0 1-1,0 0 0,0 0 1,-1 0-1,1-1 0,0 1 1,-1 0-1,1 0-37,-1-1 47,0 1-1,0-1 1,-1 1-1,1 0 1,0 0-1,0-1 1,-1 1-1,1 0 1,-1 0-1,1 0 1,-1 1-1,1-1 0,-1 0 1,0 0-1,1 1 1,-1-1-1,0 1 1,1 0-1,-1-1 1,-1 1-47,-39-5 179,38 5-106,-4-1-24,0 0 0,0 1 1,-1 0-1,1 1 0,0-1 1,0 2-1,0-1 1,0 1-1,0 0 0,0 1 1,0 0-1,0 0 0,1 0 1,0 1-1,0 0 0,0 1 1,0 0-1,0 0 0,1 0 1,0 1-1,0 0 0,1 0 1,0 0-1,0 1 0,0 0-49,-7 10 26,2-1 1,0 2-1,1-1 0,1 1 0,1 1 0,0-1 0,2 1 0,0 1 0,1-1 0,0 0 0,2 1 1,1 0-1,0 0 0,2 13-26,-1-27-4,0 0 1,1-1-1,0 1 1,0 0 0,0 0-1,1-1 1,0 1-1,0-1 1,1 1-1,-1-1 1,1 0-1,0 0 1,0 0-1,1 0 1,-1-1 0,1 1-1,3 2 4,-1-2-21,0-1 0,0 0 1,1 0-1,-1 0 0,1-1 0,0 0 0,0-1 1,0 1-1,0-1 0,0 0 0,1-1 0,-1 0 0,7 1 21,0-1-42,-1-1 0,1 0 0,-1 0 0,1-2 0,-1 1 0,1-2 0,-1 0 0,0 0 0,0-1 0,-1-1 0,13-6 42,-19 8-3,0-1-1,0 1 1,-1-2 0,1 1-1,-1 0 1,0-1 0,0 0-1,-1-1 1,1 1 0,-1-1-1,0 1 1,0-1 0,-1 0-1,0-1 1,0 1-1,-1-1 1,1 1 0,-1-1-1,-1 0 1,1 1 0,-1-1-1,0 0 1,-1 0 0,0-1 3,-4-187 674,4 193-724,1-1-1,-1 0 0,1 0 0,0 0 1,0 1-1,0-1 0,0 0 1,0 1-1,0-1 0,1 1 0,0 0 1,-1-1-1,1 1 0,0 0 1,0 0-1,0 0 0,0 0 0,0 0 1,1 1-1,-1-1 0,0 1 0,1-1 1,0 1-1,-1 0 0,1 0 1,-1 0-1,1 0 0,0 0 0,1 1 51,13-4-1871,0 1 0,0 1-1,0 0 1,11 1 1871,-8 1-3582,23-3-8866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03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0 16315,'0'0'5214,"0"0"-2195,-30 6-851,-17 3-845,-34 12-1323,73-19 65,1 1-1,1 0 0,-1 1 0,0-1 1,1 1-1,0 0 0,0 1 0,0 0 1,0 0-1,1 0 0,0 0 0,0 1 1,0 0-1,1 0 0,0 0 0,0 1 1,0-1-1,-1 6-64,0 2 92,0 0 0,1 1 0,0-1 1,1 1-1,1 0 0,1 0 0,-1 8-92,2-16 19,0 1-1,0 0 1,0-1 0,1 1 0,0-1-1,0 1 1,1-1 0,0 1-1,1-1 1,-1 0 0,3 3-19,-3-6 6,1 0 1,-1-1 0,1 1 0,0 0-1,0-1 1,1 0 0,-1 0-1,1 0 1,-1 0 0,1-1 0,0 1-1,0-1 1,0 0 0,0 0 0,1-1-1,-1 1 1,0-1 0,1 0-1,1 0-6,2 1-8,1 0-1,-1-1 1,0 0-1,0-1 1,1 1-1,-1-2 0,0 1 1,1-1-1,-1-1 1,0 1-1,0-1 1,0-1-1,0 1 0,0-1 1,-1-1-1,1 0 1,-1 0-1,7-4 9,-3-2-35,0 1 1,-1-2-1,0 1 0,0-1 1,-1-1-1,-1 0 0,0 0 0,0 0 1,-2-1-1,3-6 35,4-10 208,-2 0-1,-1-1 1,-1 0-1,-2 0 1,3-19-208,-24 124-59,-5 50-104,17-111-109,2 0-1,0 0 1,0 0-1,2 0 1,-1 0 0,2 0-1,3 10 273,-5-20-283,0-1-1,1 1 0,-1-1 1,1 0-1,0 1 1,0-1-1,0 0 1,0 0-1,1-1 0,-1 1 1,2 1 283,38 23-6275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03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190 258 19244,'0'0'2299,"0"0"320,0 0-1030,-26 6-757,2-1-652,0 1-1,1 1 1,-14 6-180,33-10 32,1-1 0,-1 1-1,0 0 1,1 0 0,0 0 0,-1 0 0,1 1 0,0-1 0,1 1 0,-1 0 0,1 0 0,0 0-1,0 0 1,0 0 0,0 1 0,1-1 0,-1 0 0,1 1 0,0-1 0,1 1 0,-1 0-1,1-1 1,0 1 0,0-1 0,0 2-32,0 5 58,-2 0-12,1 1 0,1 0 1,0 0-1,1 0 0,0 0 1,1 0-1,0 0 1,2 4-47,-2-11 17,0 1 0,1 0 0,0-1 1,0 0-1,0 0 0,1 0 1,0 0-1,0-1 0,0 1 1,0-1-1,1 0 0,-1 0 1,1 0-1,0-1 0,1 0 1,-1 0-1,2 1-17,5 1 25,1 0 0,0 0 0,-1-1 0,2-1 0,-1 0 0,0-1 0,0-1 0,11 1-25,-18-2-26,0 0 0,0 1 1,0-2-1,0 1 0,0-1 1,0 0-1,0 0 0,0-1 0,0 1 1,-1-1-1,1-1 0,0 1 0,-1-1 1,0 0-1,0 0 0,0-1 1,0 1-1,0-1 0,-1 0 0,1-1 26,1-5-55,0 0 0,0 0-1,-1-1 1,-1 1 0,0-1-1,0 0 1,-1-1-1,0 1 1,-1 0 0,-1-1-1,1-3 56,0-32-38,-1 1 0,-3-12 38,0-7 60,2-171 3869,11 486-3718,-8-196-194,-2-36-35,0 0 1,1 0-1,1 0 1,1-1-1,1 3 18,-4-16-67,1-1 1,-1 1-1,0-1 0,1 1 0,0-1 0,0 0 0,0 0 0,0 1 0,1-1 0,-1-1 0,1 1 0,-1 0 0,1-1 0,0 1 0,0-1 0,0 0 0,1 0 0,-1 0 0,0 0 0,1-1 0,-1 1 0,1-1 0,-1 0 0,1 0 0,2 0 67,39 1-2989,3-2-4315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04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51 3185,'0'0'13957,"0"0"-9738,-3 28-2274,-10 96-135,12-116-1723,0 0-1,1-1 1,-1 1 0,2 0-1,-1 0 1,1 0-1,0-1 1,1 1 0,0 0-1,0-1 1,0 1 0,1-1-1,0 0 1,1 0 0,-1 0-1,2 0 1,-1 0-1,1-1 1,-1 0 0,2 0-1,1 2-86,1-3 57,0 0 1,0 0-1,0-1 0,0 0 0,1 0 0,-1-1 0,1 0 0,0 0 0,0-1 0,0 0 0,1-1 0,-1 0 0,0-1 0,0 0 0,10-1-57,-10 1 50,0-2-1,0 1 1,0-1-1,0 0 1,0-1-1,-1 0 0,1-1 1,-1 0-1,1 0 1,-1-1-1,-1 0 1,1 0-1,-1 0 1,0-1-1,0 0 0,0-1 1,-1 0-1,0 0 1,-1 0-1,2-3-49,1-2 26,0-1-1,-1 0 1,0 0-1,-1-1 1,-1 0-1,0 0 1,-1 0-1,0 0 1,-1-1-1,-1 0 1,0 0-1,-1-4-25,-1 16-22,0-1-1,0 1 1,-1-1-1,1 1 1,-1-1-1,0 1 1,0 0 0,-1-1-1,1 1 1,0 0-1,-1 0 1,0 0-1,0 0 1,0 0-1,0 0 1,0 0-1,-1 1 1,1-1 0,-1 1-1,0 0 1,0 0-1,1 0 1,-1 0-1,-1 0 1,1 0-1,0 1 23,-13-6-807,-1 0-1,1 2 0,-1 0 1,-16-3 807,27 7-411,-81-16-6982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24.4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0 179 10042,'0'0'3993,"0"0"-1579,0 0-231,0 0-141,0 0-314,0 0-417,5-4-436,16-12-434,-20 15-423,-1 1-1,1 0 1,-1 0-1,1 0 0,0 0 1,-1 0-1,1 0 1,-1 0-1,1 0 0,-1 0 1,1 0-1,0 0 1,-1 0-1,1 0 1,-1 0-1,1 0 0,-1 1 1,1-1-1,0 0 1,-1 0-1,1 1 0,-1-1 1,0 0-1,1 1 1,-1-1-1,1 1 0,-1-1 1,1 0-1,-1 1 1,0-1-1,1 1 1,-1-1-1,0 1 0,0-1 1,1 1-1,-1-1 1,0 1-1,0 0 0,0-1 1,1 1-18,9 28 499,-8-25-337,6 29 253,-1 0-1,-2 0 1,-1 0 0,-1 1-1,-2 8-414,0-1 113,2 0-1,3 0 0,2 6-112,-8-45 2,0 0 0,1 0 0,-1 0 0,1 0 0,-1 0 1,1 0-1,0-1 0,0 1 0,0 0 0,0 0 0,0-1 0,0 1 1,0-1-1,0 1 0,1-1 0,-1 0 0,1 1 0,-1-1 0,1 0 0,-1 0 1,1 0-1,0 0 0,0 0 0,-1 0 0,2 0-2,-1-1 9,1 0-1,-1 0 0,0 0 1,0 0-1,1 0 0,-1-1 1,0 1-1,0-1 1,0 0-1,1 1 0,-1-1 1,0 0-1,0 0 1,0 0-1,0-1 0,-1 1 1,1 0-1,0-1 0,0 1 1,-1-1-1,1 0-8,13-12 5,36-35 42,38-26-47,-73 62 3,1 2 0,-1 0 0,2 1 0,-1 1 0,1 0 0,1 2 0,-1 0 0,7-1-3,-7 5-2,1 0 0,-1 1 0,1 2 0,0-1-1,-1 2 1,1 1 0,-1 0 0,1 1 0,-1 1 0,4 2 2,39 13-10,-1 3 0,16 9 10,-75-31 0,16 8-2,1 0 0,-2 1 1,1 1-1,-2 1 0,1 0 1,-1 1-1,-1 0 0,0 1 0,-1 1 1,0 0-1,-2 1 0,1 0 0,-2 1 1,0 0-1,0 1 0,-2 0 1,5 12 1,-5-8-3,-7-16 8,1 0-1,0 0 1,0 0 0,0 0 0,1-1-1,-1 1 1,1-1 0,0 0 0,1 1-5,-8-33 1233,3 26-1230,-7-13 10,0 0 0,0-1 0,2 0 0,0 0 0,1-1 0,0 0 0,2 1-1,0-2 1,1 1 0,0-12-13,1 18-3,2 0-1,0 0 1,0 0-1,1 0 1,0 1 0,1-1-1,0 1 1,1-1-1,0 1 1,0 0 0,1 0-1,1 0 1,0 1-1,0 0 1,0 0-1,1 1 1,1 0 0,0 0-1,0 0 1,0 1-1,1 0 1,0 1 0,0 0-1,0 0 1,1 1-1,0 0 1,0 1-1,0 0 1,1 1 0,-1 0-1,1 0 1,7 0 3,8 1-5,1 0 0,-1 2 0,0 1-1,1 0 1,-1 3 0,0 0 0,0 1 0,-1 2 0,0 0 0,0 2 0,11 6 5,8 3 13,1-2 0,1-2-1,0-2 1,34 4-13,-61-13 2,1-1 0,0-1-1,-1-1 1,1-1 0,0-1 0,-1-1-1,1 0 1,-1-1 0,0-2-1,0 0 1,0 0 0,10-7-2,-17 7 7,1 0 0,-1-1 0,0-1 0,-1 0 0,0 0 0,0-1 0,5-6-7,-11 9 13,0 0 1,0 0 0,-1 0-1,0 0 1,0-1 0,-1 0-1,0 1 1,0-1 0,0-1-1,-1 1 1,0 0 0,-1 0-1,1-1 1,-1-7-14,1-60 420,-2 49-243,1 0 1,1 0-1,5-26-177,-50 107-3729,16-23-1113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29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0 397 17436,'0'0'2183,"0"0"140,0 0-259,0 0-607,28 4-506,90 11-282,-94-14-548,-1 0 0,1-2 0,0-1 0,0 0 0,-1-2 0,1-1 0,-1 0 0,0-2 0,-1-1 0,1 0 0,20-12-121,-25 12 49,0-1 0,0-1 0,0-1 0,-1 0 0,-1-1-1,0 0 1,-1-2-49,-8 8 47,-1 0 0,-1 0 0,1-1 0,-1 1-1,0-1 1,-1-1 0,0 1 0,0-1-1,0 1 1,-1-1 0,0 0 0,-1 0 0,0-1-1,0 1 1,-1 0 0,0-1 0,0-7-47,0 12 30,-1-1 0,0 1 1,-1 0-1,1-1 1,-1 1-1,0 0 0,0 0 1,0 0-1,0 0 1,-1 0-1,1 0 0,-1 0 1,0 0-1,-1 0 0,1 1 1,-1-1-1,1 1 1,-1 0-1,0-1 0,0 1 1,0 1-1,-1-1 1,1 0-1,-1 1 0,0 0 1,1 0-1,-1 0 1,-2-1-32,-3-1 1,0 0 0,-1 0 0,1 1-1,-1 0 1,0 1 0,0 0 0,0 0-1,0 1 1,0 0 0,-1 1-1,1 0 1,0 1 0,0 0 0,0 1-1,0 0 1,0 0 0,0 1 0,1 0-1,-1 1 1,1 0 0,0 1-1,0-1 1,-5 5 0,-7 4-2,2 1-1,-1 0 1,2 2-1,0 0 0,1 1 1,0 1-1,1 0 1,2 1-1,-7 11 3,12-15-2,0 1 0,1 0-1,1 1 1,1 0 0,0 0 0,1 0-1,1 1 1,-1 8 2,1 7 13,1 0 0,2 0 0,1 0 0,2 5-13,-1-25 1,1 0 0,0-1 0,1 1 0,0-1 0,1 1 0,1-1 0,0-1 0,0 1 0,1 0 0,0-1 0,1-1 0,1 1 0,0-1 0,0 0 0,1-1 1,0 1-1,0-2 0,11 8-1,-5-5 9,1-1 0,0 0 0,1-1-1,0-1 1,1-1 0,-1 0 0,1-1 0,1-1 0,-1-1 0,1 0 0,-1-2 0,12 1-9,-25-3 8,24 2-2,0-1 1,0-2 0,1 0-1,15-5-6,-38 5 31,-1 0 1,0 0-1,1-1 0,-1 0 0,0 0 0,0 0 0,0-1 1,0 0-1,0 0 0,-1-1 0,1 1 0,-1-1 0,0 0 1,0-1-1,0 1 0,-1-1 0,0 0 0,0 0 0,0-1 1,0 1-1,-1-1 0,0 0 0,1-2-31,-4 7-33,1 1 1,-1-1-1,0 0 0,1 1 0,-1-1 1,0 0-1,1 0 0,-1 1 0,0-1 1,0 0-1,0 0 0,0 1 0,0-1 1,0 0-1,0 0 0,0 0 0,0 1 1,0-1-1,-1 0 0,1 0 1,0 1-1,0-1 0,-1 0 0,1 1 1,0-1-1,-1 0 0,1 1 0,-1-1 1,1 0-1,-1 1 0,1-1 0,-1 1 1,1-1-1,-1 1 0,0-1 0,1 1 1,-1 0-1,0-1 0,1 1 1,-1 0-1,0-1 0,0 1 0,1 0 1,-1 0-1,0 0 0,0-1 0,1 1 1,-1 0-1,0 0 0,0 0 0,1 0 1,-2 1 32,-46 5-4027,45-5 3623,-35 11-6615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3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208 126 12715,'0'0'2502,"0"0"-1195,0 0-718,0 0-224,0 0 430,-5 4 361,4-2-576,-14 13-401,1-9 4526,13-7-4633,0 0 1,0 0-1,0 0 0,0 1 0,0-1 0,1 0 0,-1 0 0,0-1 0,1 1 0,-1 0 0,0 0 0,1 0 1,-1 0-1,1-1 0,0 1 0,-1 0 0,1 0 0,0 0 0,0-1 0,0 1 0,0 0 0,0-1 1,0 1-1,0 0 0,0 0 0,1-1-72,1-38 151,0 36-146,-1 0 0,1 0-1,0 0 1,0 0 0,0 0 0,1 0 0,-1 1 0,1-1-1,0 1 1,0 0 0,0 0 0,0 0 0,0 0-1,1 0 1,0 1 0,-1-1 0,1 1 0,1-1-5,1 0-2,0 1 0,0-1 1,0 1-1,1 0 1,-1 0-1,0 1 1,1 0-1,-1 0 1,1 0-1,-1 1 1,1 0-1,1 0 2,-6 1-1,1 0-1,-1 0 1,0 0 0,1 0-1,-1 0 1,0 0-1,0 0 1,0 1 0,0-1-1,0 1 1,0 0-1,0 0 1,0-1 0,-1 1-1,1 0 1,-1 0-1,0 1 1,1-1 0,-1 0-1,0 0 1,0 1-1,0-1 1,0 0 0,-1 1-1,1-1 1,-1 1-1,0-1 2,4 14-2,-2-1-1,0 1 1,0 13 2,-2-29 0,0 41 21,-1-1 0,-3 1 0,-1-1 0,-2 0 0,-2-1 0,-1 1 0,-2-2 0,-2 0 0,-1 0 0,-2-1 0,-2-1 0,-1-1 0,-2-1 0,-1-1 0,-2-1 0,-20 21-21,39-47 35,-40 37-29,44-41 20,0-1 0,0 1 0,0-1 0,0 1 0,0-1 0,0 0 0,0 0 0,0 0 0,-1 0 0,1 0-1,0-1 1,-1 1 0,1-1 0,-1 1 0,1-1 0,0 0 0,-1 0 0,1 0 0,-1 0 0,1 0 0,0-1 0,-2 1-26,4-4 48,-1-1 1,1 1-1,0 0 0,0 0 0,0 0 1,0 0-1,1 0 0,0 0 1,0-3-49,3 1 3,-1 0 0,1 0 0,1 1 1,-1-1-1,1 1 0,0 0 0,0 1 0,0-1 1,1 1-1,-1 0 0,1 0 0,0 1 1,0 0-1,1 0 0,-1 0 0,1 1 0,-1 0 1,6-1-4,-6 1-3,0 0-1,0 1 1,0 0 0,0 0 0,0 0 0,0 1 0,0 0 0,0 0 0,0 0 0,0 1 0,0 0 0,0 0 0,0 1 0,-1 0-1,1 0 1,0 0 0,-1 0 0,1 1 0,-1 0 0,0 0 0,3 3 3,20 25-206,-18-19 271,-1-1 0,2 0 0,-1-1 0,1 0 1,12 7-66,-21-15-101,1-1 1,-1 0-1,0 1 1,1-1 0,-1 0-1,1 0 1,-1 0-1,1-1 1,0 1-1,-1-1 1,1 1 0,0-1-1,-1 0 1,1 0-1,0 0 1,-1 0 0,1-1-1,0 1 1,-1-1-1,1 1 1,0-1 0,-1 0-1,1 0 1,-1 0-1,0 0 1,1-1 0,-1 1-1,0-1 1,0 1-1,1-1 1,-1 0-1,-1 0 1,2-1 100,39-41-8287,-23 24-68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4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2 12323,'0'0'2247,"0"0"-503,0 0-512,0 0-434,0 0-75,0 0 473,-6 0 247,-35 5 267,1 2 0,-36 12-1710,-27 5 788,69-17-693,35-7-93,-1 0 0,0 0 1,0 1-1,0-1 0,0 0 0,0 0 0,0 0 0,0 0 0,1 0 0,-1 0 0,0 0 0,0 0 0,0 0 0,0 0 0,0 0 0,0 0 0,0 0 0,0 0 0,0 0 0,0 1 0,0-1 0,0 0 0,1 0 0,-1 0 0,0 0 0,0 0 1,0 0-1,0 0 0,0 0 0,0 1 0,0-1 0,0 0 0,0 0 0,0 0 0,0 0 0,0 0 0,0 0 0,0 0 0,0 1 0,0-1 0,0 0 0,0 0 0,-1 0 0,1 0 0,0 0 0,0 0-2,58 1 100,-18-5-91,0-1 0,0-2-1,-1-2 1,14-6-9,69-14 38,-242 52 1347,95-17-1445,6 0-225,0-2-1,0 0 0,-18 1 286,48-6-1938,1 0 0,-1-1-1,1 0 1,10-3 1938,23-11-9349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41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4905,'0'0'9530,"0"0"-6014,0 0-1308,0 0-1129,0 0-619,25-14-4,78-41-24,-99 53-409,0 0 0,0 0 1,0 1-1,1-1 0,-1 1 0,0 0 0,0 0 0,1 0 0,-1 1 1,1-1-1,-1 1 0,0 0 0,1 1 0,-1-1 0,4 1-23,-6 0 6,0 0 0,0 0-1,0 0 1,0 0 0,0 0-1,0 1 1,0-1 0,-1 1-1,1-1 1,0 1 0,-1 0-1,1-1 1,-1 1 0,0 0-1,0 0 1,1 0 0,-1 0-1,0 0 1,-1 0 0,2 2-6,0 5 50,0 1 1,-1-1-1,0 0 0,0 1 1,-1-1-1,0 0 0,-1 1 1,0-1-1,-1 0 0,-1 6-50,-1 0 93,-2-1-1,1 0 0,-2 0 1,0-1-1,0 0 0,-1 0 1,-1-1-1,0 0 0,-2 1-92,-27 31 633,-32 26-633,57-57 157,-2 3 844,24-17 192,24-5-1151,24 4 135,29 3-177,-34 1-160,-1-2-1,27-5 161,-70 4-843,0-1 1,0 0-1,-1-1 0,1 1 1,0-1-1,-1-1 0,0 1 1,1-2 842,22-12-8936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41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14267,'0'0'3773,"0"0"-1393,0 0-217,25 0-857,-3-1-1037,-12 0-157,1 0 1,0 1-1,-1 0 0,1 1 0,-1 0 0,1 1 0,0 0 0,-1 0 1,0 1-1,0 0 0,0 1 0,0 0 0,9 6-112,15 15 266,0 1 0,-2 2 1,0 1-1,-3 1 0,0 2 0,-2 1 0,21 34-266,-33-37 313,-13-26-3083,-2-3-3931,0-18-1626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41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1 13931,'0'0'2224,"0"0"-23,0 0 616,-102 128-985,53-66-600,-4 1-216,4-2-287,9-11-593,8-11-136,13-10-16,3-10-905,8-7-1487,5-9-2921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46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407 429 10266,'0'0'3902,"0"0"-1952,0 0-263,0 0-157,0 0-101,10-7 4123,-10 5-5525,-1 0 0,0 0 0,0 1 0,0-1-1,0 0 1,0 1 0,0-1 0,0 0 0,0 1-1,-1-1 1,1 1 0,-1 0 0,1-1 0,-1 1-1,1 0 1,-1 0 0,0 0 0,0 0 0,1 0-1,-1 1 1,0-1 0,0 1 0,0-1 0,0 1-27,-50-15 42,39 13-43,0-1 0,0 2 0,0 0 0,-1 0 0,1 2 0,-1-1 0,1 2 0,0-1 0,-4 3 1,8-2-4,1 1-1,0 0 1,0 0 0,0 1 0,0 0 0,0 1 0,1-1 0,0 2 0,0-1 0,0 1-1,1 0 1,-1 0 0,2 0 0,-3 4 4,-3 4-2,2 1 0,0-1 0,0 2 0,2-1 0,0 1 0,0 0 0,2 1 0,0-1 0,1 1 0,0 0 0,2 0 0,0 0 0,1 1 0,0-1 0,2 0 0,0 3 2,-1-16 1,1-1 0,0 1 0,0 0 0,0-1 0,0 1 0,1-1-1,-1 1 1,1-1 0,0 0 0,0 0 0,0 0 0,1 0 0,-1 0 0,1 0 0,-1 0 0,1-1 0,0 1 0,0-1-1,0 0 1,0 0 0,1 0 0,-1-1 0,0 1 0,1-1 0,-1 1 0,1-1 0,0 0 0,-1 0 0,3 0-1,16 2 7,-1 0 1,1 0-1,-1-2 1,18-2-8,-23 1 0,-6 0-23,1 0-1,-1-1 0,0 0 1,0-1-1,0 0 0,0 0 1,0-1-1,0-1 0,-1 0 1,0 0-1,8-4 24,-11 3-20,0 1 1,0-1-1,0 0 0,-1 0 1,1-1-1,-1 1 0,-1-1 1,1 0-1,-1-1 1,0 1-1,0-1 0,-1 0 1,0 0-1,0 0 0,-1 0 1,1-4 19,4-18-72,-2-1 1,0-1 0,-3 1 0,0-21 71,-8-123-38,1 126 118,-3 2 1,-9-32-81,5 27 882,3-1 1,1-4-883,31 465 1325,-22-386-1372,0 1-1,1-1 1,2 1-1,0-1 0,1 0 1,3 3 47,-7-23-136,0 0-1,1 0 1,-1 0 0,1 0 0,0 0 0,0 0-1,0 0 1,0 0 0,0-1 0,1 1-1,-1-1 1,1 1 0,-1-1 0,1 0 0,0 0-1,2 0 137,35 11-8514,-11-12-6956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46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1304,'0'0'15284,"0"0"-13372,0 0 993,0 0-1681,0 0-120,177 87-208,-134-39-24,-8 3-175,-2 0-409,-7-8-96,1-4-184,-5-8 40,-6-7-48,-3-7-112,-5-7-1113,-2-10-783,-4-10-801,-2-11-6145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46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0 17644,'0'0'1976,"0"0"249,0 0-369,-115 184-888,74-114-152,1-7-327,2-8-257,9-11-176,5-6-56,8-1-1233,8-11-3840,5-9-6729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4:49.6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0 10402,'0'0'1577,"0"0"-533,0 0-88,0 0-413,0 0 129,0 0 792,-1 0-1205,1 0-1,-1 0 1,1 0-1,-1 1 0,1-1 1,-1 0-1,1 0 1,-1 0-1,1 1 1,-1-1-1,1 0 0,-1 1 1,1-1-1,-1 0 1,1 1-1,0-1 1,-1 0-1,1 1 1,0-1-1,-1 1 0,1-1 1,0 1-1,0-1 1,-1 1-1,1-1 1,0 1-1,0-1 1,0 1-1,-1-1 0,1 1 1,0-1-1,0 1 1,0 0-259,10 17 344,0 1 0,1-1 0,0-1 0,5 5-344,21 31 240,1 12-47,-16-25-125,1-1 1,2-1-1,2-2 1,7 6-69,-32-41 9,-1 1 0,1-1 0,0 0 0,0 0 0,0 0 0,0 0 0,1 0 0,-1 0 0,0 0-1,0-1 1,1 1 0,-1-1 0,0 1 0,0-1 0,1 0 0,-1 0 0,0 0 0,1 0 0,-1-1 0,0 1 0,1-1 0,-1 1 0,1-1-9,51-20 57,-52 20-57,31-16 17,1 2 1,0 2 0,1 0 0,1 3 0,23-4-18,40-6 4,-40 7 7,0 3-1,1 2 1,45 1-11,-86 7 13,2-1-10,-1 1 0,0 0 1,0 2-1,1 0 0,-1 1 1,0 1-1,-1 1 0,1 1 1,11 5-4,-18-4 1,0-1 0,0 2-1,-1 0 1,0 0 0,-1 1 0,0 0 0,0 1 0,-1 0 0,0 1 0,3 5-1,0 3 2,-2-1-1,0 1 0,-1 1 0,-1 0 1,-1 0-1,3 12-1,7 15-4,-17-47 73,-1 0 251,0 0 128,-16-13 306,11 4-742,0 0 0,1 0 0,0 0 1,1-1-1,0 1 0,0-1 0,1 0 0,1 0 1,-1 0-1,2 0 0,-1 0 0,1 0 0,1 0 0,0 0 1,1-5-13,-1 12-3,0 0 0,0 1 1,0-1-1,0 1 1,0 0-1,1-1 1,-1 1-1,1 0 0,-1 0 1,1 0-1,0 0 1,0 0-1,0 0 1,0 0-1,0 1 0,1-1 1,-1 1-1,0-1 1,1 1 2,53-24-67,-49 23 69,23-8-18,1 2 0,0 2 0,0 1 0,1 1-1,-1 1 1,1 2 0,-1 2 0,11 1 16,-18 2 4,0 0 0,0 2 0,-1 0 1,0 2-1,0 1 0,0 0 0,2 3-4,73 28 12,-80-35-1,-1-1-1,1 0 1,0-2-1,0 0 0,0-1 1,0 0-1,0-2 1,0 0-1,0-1 1,0-1-1,-1 0 0,1-2 1,-1 0-1,0-1 1,0 0-1,-1-2 1,15-8-11,-19 10 11,-1-2 1,1 0-1,-1 0 1,-1-1-1,1 0 1,-2-1-1,1 0 1,-1 0-1,-1-1 1,0 0 0,-1-1-1,0 0 1,0 0-1,-1-1 1,-1 1-1,0-1 1,-1 0-1,0-1 1,-1 1-1,-1-1 1,0 1-1,-1-1 1,0-7-12,-1-37 459,0 57-577,-5 2-235,1 0 0,-1 0-1,1 0 1,-1 0 0,1 1-1,0-1 1,-1 1-1,1 0 1,0 1 0,-1 0 353,-2 1-1130,-23 11-5257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23.6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1 14667,'0'0'3737,"0"0"-1633,0 0 465,0 0-1545,0 0-344,0 0-560,0 0-120,-18 0-32,18 5-424,5 9-1496,3-2-3385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25.2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5 191 8314,'0'0'5957,"0"0"-3242,0 0-513,0 0-370,0 0-659,0 0-564,-2-4-317,0-1 1534,2 12-571,7 33-26,13 54-832,-13-65-376,-2 0 0,-1 0 0,-2 0 0,0 0 0,-2 7-21,0-35 3,0 0 0,0 0 0,0-1 0,0 1 0,0 0 0,1-1 0,-1 1 0,0 0 0,1 0 0,-1-1 0,0 1 0,1-1 0,-1 1 0,1 0 0,-1-1 0,1 1 0,-1-1 0,1 1 0,0-1 0,-1 1 0,1-1 0,-1 0 0,1 1 0,0-1 0,0 0 0,-1 1 0,1-1 0,0 0 0,0 0-3,33 4 119,-23-5-95,0 0 1,0-1-1,0 0 1,9-4-25,31-13 9,-18 4-7,1 2 1,1 2-1,-1 1 0,2 1 1,-1 2-1,1 2 0,22 0-2,-34 4-14,-1 2 0,1 0 0,-1 2 0,0 0 0,0 2 0,0 1 0,19 7 14,-19-5 4,0 0 0,-1 2 1,0 1-1,-1 1 1,0 1-1,0 0 0,13 14-4,-26-22 140,-7-12 130,-2-6-293,1 4 25,-1 2 4,1-1 1,-1 1-1,1 0 0,1 0 1,-1-1-1,1 1 1,1 0-1,-1 0 1,1 0-1,0 0 0,1 0 1,0 1-1,0-1 1,0 1-1,1-1 1,0 1-1,0 0 0,4-3-6,3-4-2,0 0-1,1 2 0,1-1 0,0 2 0,1 0 1,-1 0-1,2 1 0,0 1 0,0 0 0,0 1 0,1 1 1,0 1-1,0 0 0,0 1 0,1 0 0,-1 1 0,8 1 3,5 2-14,1 1-1,0 1 0,-1 2 0,0 1 0,18 6 15,33 13-54,26 14 54,-103-37-2,19 4 14,0 0 1,1-2-1,0 0 1,-1-2-1,1 0 1,0-2-1,22-3-12,-28 3-1,-13 0 5,-1 0 0,1 0 0,-1 0 0,1 0-1,-1-1 1,1 1 0,-1-1 0,0 0 0,0 0-1,0-1 1,0 1 0,0 0 0,-1-1 0,1 0-1,-1 1 1,1-1 0,-1 0 0,0-1 0,0 1-1,0 0 1,-1 0 0,1-1 0,-1 1 0,1-4-4,5-13 34,0 0 0,-2-1 0,2-17-34,-5 31 1,1-19 227,-1-1 1,0 0-1,-3-25-228,0 5 143,1 46-148,0 1 0,0 0 0,0 0 0,0 0 0,0-1 0,0 1 0,-1 0 0,1 0 0,0 0 0,0 0 0,0-1 0,0 1 0,0 0 0,0 0 0,-1 0 0,1 0 0,0 0 0,0-1 0,0 1 0,0 0 0,0 0 0,-1 0 0,1 0 0,0 0 0,0 0 0,0 0 0,-1 0 0,1 0 0,0 0 0,0 0 0,0 0 0,-1 0 0,1 0 0,0 0 0,0 0 0,0 0 0,-1 0 0,1 0 0,0 0 0,0 0 0,0 0 0,-1 0 0,1 0 0,0 0 0,0 0 0,0 0 0,0 1 0,-1-1 0,1 0 0,0 0 0,0 0 0,0 0 0,0 0 0,0 0 0,0 1 0,-1-1 0,1 0 5,-12 11-866,6-2 154,-16 23-6092,6-15-4233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31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 11202,'0'0'4657,"0"0"-1547,0 0 188,0 0-1204,0 0-723,0-1-1341,-1 1 0,1 0 1,0 0-1,0 0 0,0 0 0,0 0 0,-1 0 0,1 0 0,0 0 0,0 0 1,0 0-1,-1 0 0,1 0 0,0 0 0,0 0 0,0 0 0,0 0 0,-1 0 1,1 0-1,0 0 0,0 0 0,0 0 0,0 0 0,-1 0 0,1 1 0,0-1 1,0 0-1,0 0 0,0 0 0,-1 0 0,1 0 0,0 0 0,0 1 0,0-1 1,0 0-1,0 0 0,0 0 0,0 0 0,0 1 0,0-1 0,-1 0 0,1 0 1,0 0-1,0 0 0,0 1 0,0-1 0,0 0 0,0 0 0,0 0 0,0 1 0,0-1 1,0 0-1,0 0 0,0 0 0,0 0 0,1 1 0,-1-1 0,0 0 0,0 0 1,0 0-1,0 0 0,0 1 0,0-1 0,0 0 0,0 0 0,0 0 0,1 0 1,-1 0-31,20 6 214,-1-2 0,1 0 0,1-1 0,-1-1 0,0-1 0,1-1 0,-1-1 0,5-1-214,31 0 184,261-15-517,-317 17 257,0 1 1,-1-1 0,1 0 0,0 0 0,0 0 0,0 0 0,0 0 0,0 0 0,0 0 0,0 0-1,0 1 1,-1-1 0,1 0 0,0 0 0,0 0 0,0 0 0,0 0 0,0 0 0,0 1 0,0-1-1,0 0 1,0 0 0,0 0 0,0 0 0,0 0 0,0 1 0,0-1 0,0 0 0,0 0-1,0 0 1,0 0 0,0 0 0,0 1 0,0-1 0,0 0 0,0 0 0,0 0 0,1 0 0,-1 0-1,0 0 1,0 1 0,0-1 0,0 0 0,0 0 0,0 0 0,0 0 0,0 0 0,1 0-1,-1 0 1,0 0 0,0 0 0,0 0 0,0 0 0,0 0 0,1 1 75,-15 7-3330,-12 4-3894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31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19036,'0'0'2873,"0"0"-457,0 0-751,0 0-1065,0 0-488,196-70-48,-129 51-64,24 7-896,-16 4-1761,-10 8-3472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32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14363,'0'0'2387,"0"0"6,0 0-95,0 0-815,0 0-385,0 0 1,2-9-386,3-28-164,-5 37-539,0 1 0,0-1 0,0 0 1,0 0-1,0 0 0,0 0 0,0 1 0,0-1 0,0 0 0,0 0 0,0 0 1,0 0-1,1 1 0,-1-1 0,0 0 0,0 0 0,0 0 0,0 0 1,0 0-1,0 1 0,0-1 0,1 0 0,-1 0 0,0 0 0,0 0 0,0 0 1,0 0-1,0 0 0,1 0 0,-1 1 0,0-1 0,0 0 0,0 0 1,0 0-1,1 0 0,-1 0 0,0 0 0,0 0 0,0 0 0,0 0 0,1 0 1,-1 0-1,0 0 0,0 0 0,0 0 0,0 0 0,1 0 0,-1 0 1,0-1-1,0 1 0,0 0 0,0 0 0,1 0 0,-1 0 0,0 0 1,0 0-1,0 0 0,0-1 0,0 1 0,0 0 0,1 0 0,-1 0 0,0 0 1,0 0-1,0-1-10,7 15 244,1 13-52,-1-1-1,-1 1 1,-2 1 0,0-1 0,-2 11-192,0 52 162,-4-1-162,1 9 180,0-36-97,3 88 49,0-129-106,0-1 1,2 1 0,0-1 0,1 1-1,2-1 1,0 0-27,-7-19 2,1 0-1,0 1 0,0-1 1,0 0-1,0 0 1,0 0-1,0 0 0,0 0 1,1 0-1,-1 0 1,0 0-1,0 0 0,1 0 1,-1-1-1,1 1 1,-1 0-1,0-1 0,1 1 1,-1-1-1,1 0 1,-1 0-1,1 1 1,1-1-2,41 0 227,-27-1-68,4-1-67,0-1 0,0-1 0,-1-1 0,0-1 0,0 0 0,0-2 0,-1 0 0,5-4-92,20 0-5724,-25 5-481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32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16428,'0'0'3955,"0"0"-1362,0 0-812,0 0-990,0 0-63,1 22 207,0-3-754,0 14 175,2 0 0,1 1 1,1-1-1,4 7-356,-9-39-314,15 32 756,-4-27-9481,-10-6-633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33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18860,'0'0'2191,"0"0"158,0 0-464,7 22-698,46 186 674,-45-178-1750,-5-25 22,-1-19-20,-5-48-70,0-42-33,4 96-17,-1 1-1,1-1 1,1 1 0,-1 0 0,1-1 0,0 1 0,1 0 0,0 0 0,0 0 0,0 1 0,4-5 7,-5 8-2,0 0 0,0 0 1,0 0-1,0 0 0,1 1 0,-1-1 1,1 1-1,0 0 0,-1-1 1,1 1-1,0 0 0,0 1 0,1-1 1,-1 1-1,0-1 0,0 1 0,1 0 1,-1 0-1,1 0 0,-1 1 1,1-1-1,-1 1 0,1 0 0,0 0 1,-1 0-1,1 0 0,-1 1 0,1-1 1,-1 1-1,1 0 0,-1 0 1,0 0-1,1 1 0,-1-1 0,0 1 1,0 0-1,0 0 0,0 0 0,2 2 2,4 3-4,0 0 1,-1 1-1,-1 0 0,1 1 0,-1-1 0,-1 1 0,1 1 0,-2-1 0,1 1 0,-1 0 0,-1 0 0,1 3 4,-1 1 21,0 0-1,-1 0 0,-1 1 1,0-1-1,-1 1 1,0 10-21,-1-24 22,-1-5 30,-5-23-59,1 0 0,1 0 0,2 0 0,1-1-1,2-24 8,-1 48-6,1 1 0,-1 0-1,1 0 1,0 0-1,0-1 1,0 1 0,0 0-1,1 0 1,-1 0-1,1 1 1,0-1 0,0 0-1,0 1 1,0-1-1,0 1 1,0-1-1,1 1 1,-1 0 0,1 0-1,0 0 1,-1 1-1,1-1 1,0 0 0,0 1-1,0 0 1,0 0-1,0 0 1,0 0-1,4 0 7,-1 0 0,-1 0 0,1 0 0,0 1 0,-1 0 0,1 0 0,0 0 0,0 1 0,-1 0-1,1 0 1,0 0 0,-1 1 0,1 0 0,-1 0 0,0 0 0,0 1 0,0-1-1,2 3 1,12 12-14,0 1-1,-2 1 1,0 0-1,-1 1 1,-1 1-1,-1 1 1,0 2 14,26 37-991,-5-13-1897,-4-5-3563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33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77 9818,'0'0'3756,"0"0"-1000,0 0-30,0 0-331,0 0-594,0 0-550,-6-11-398,-21-34-374,26 44-457,0-1-1,-1 0 1,1 1 0,-1-1-1,1 1 1,-1 0 0,0-1 0,0 1-1,1 0 1,-1 0 0,0 0-1,0 0 1,0 0 0,0 1 0,0-1-1,0 1 1,0-1 0,0 1-1,0 0 1,-1 0 0,1 0 0,0 0-1,0 0 1,0 0 0,0 0-1,-1 1-21,-1 0 1,0 0 0,0 0-1,0 0 1,-1 0-1,2 1 1,-1 0 0,0 0-1,0 0 1,0 0 0,-1 2-1,-2 3 2,0 1 0,0 0 0,1 0 0,0 0 1,0 1-1,1 0 0,0 0 0,1 0 1,0 0-1,1 1 0,-1 0 0,2 0 0,-1-1 1,2 2-3,-1-7 4,1 1 0,1-1 0,-1 1 0,1-1 0,0 1 0,0-1 0,0 1 0,0 0 0,1-1 0,0 1 1,0-1-1,0 1 0,1-1 0,-1 0 0,1 0 0,0 1 0,0-1 0,1 0 0,-1-1 0,1 1 0,0 0 0,0-1 0,0 1 0,0-1 1,1 0-1,-1 0 0,1-1 0,0 1 0,-1-1 0,1 1 0,3 0-4,2 1 12,1-1 0,-1 0 0,1 0 1,0-1-1,0 0 0,0-1 0,0 0 0,0-1 0,0 0 0,0 0 0,3-1-12,-8 0 8,-1 0 0,1 0 0,-1 0-1,1-1 1,-1 1 0,0-1-1,1 0 1,-1 0 0,0-1-1,0 1 1,-1-1 0,1 0-1,0 0 1,-1 0 0,0 0-1,0-1 1,0 0 0,0 1-1,0-1 1,-1 0 0,0 0-1,0 0 1,0-1 0,0 1-1,0-1-7,4-19 51,-1 0-1,-1 0 0,-1 0 0,-1-1 0,-1 1 1,-2-18-51,1 21 127,0 20 51,1 25-12,9 64 416,-2-23-198,0 56-384,-8-120-94,0 0-1,0 0 1,0 0-1,0 0 0,0-1 1,0 1-1,1 0 0,-1 0 1,0 0-1,0-1 1,1 1-1,-1 0 0,1 0 1,-1-1-1,0 1 1,1 0-1,0-1 0,-1 1 1,1 0-1,-1-1 0,1 1 1,0-1-1,-1 1 1,1-1-1,0 1 0,-1-1 1,1 0-1,0 1 0,0-1 1,0 0-1,-1 0 1,1 1-1,0-1 95,32 1-6209,-20-2 2354,11 1-8057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34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11018,'0'0'5563,"0"0"-3256,0 0-135,0 0-655,0 0-866,25 0-59,313 14 1507,-230-7-2832,26-6 733,-97-1-1402,-29-6-5198,-5 0-374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34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 12779,'0'0'2874,"0"0"126,0 0 421,0 0-1531,0 0-662,0 0-380,0 0-837,0 0 0,0 0-1,0 0 1,0 0-1,0-1 1,0 1 0,-1 0-1,1 0 1,0 0 0,0 0-1,0-1 1,0 1 0,0 0-1,0 0 1,0 0 0,0 0-1,0-1 1,0 1 0,0 0-1,0 0 1,0 0 0,0 0-1,0-1 1,0 1-1,0 0 1,0 0 0,0 0-1,0 0 1,0-1 0,0 1-1,1 0 1,-1 0 0,0 0-1,0 0 1,0 0 0,0 0-1,0-1 1,0 1 0,0 0-1,1 0 1,-1 0 0,0 0-1,0 0 1,0 0-1,0 0 1,0 0 0,1 0-1,-1-1 1,0 1 0,0 0-1,0 0 1,0 0 0,1 0-1,-1 0 1,0 0 0,0 0-1,0 0 1,0 0 0,1 0-1,-1 0 1,0 0 0,0 1-1,0-1 1,0 0-1,1 0 1,-1 0 0,0 0-1,0 0 1,0 0-11,22-2 76,-1 0 0,1 2 0,0 0-1,-1 2 1,1 0 0,-1 2 0,1 0 0,1 2-76,-12-4 1,0 2-1,-1-1 1,1 1 0,-1 1 0,0 0-1,0 0 1,-1 1 0,0 0-1,0 1 1,1 0-1,-7-4 0,0-1 0,-1 1 0,1 0 0,-1 0-1,0 0 1,1 0 0,-1 0 0,-1 1 0,1-1 0,0 1 0,-1-1-1,0 1 1,0-1 0,0 1 0,0 0 0,0 0 0,-1-1-1,1 1 1,-1 0 0,0 0 0,-1 0 0,1 0 0,-1-1 0,1 1-1,-1 0 1,0-1 0,0 1 0,-1 0 0,1-1 0,-1 1 0,0 0 0,-5 7-7,-1 0 0,0-1 1,0 0-1,-1 0 1,-1-1-1,1 0 0,-1-1 1,-6 4 6,1 0-60,0 0 1,1 2 0,-4 5 59,50-33-4354,-1-5-1402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34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51 13035,'0'0'3918,"0"0"-1526,0 0-527,0 0-933,0 0-390,0 0 80,0 23 108,-2 74-249,2-90-432,0-1-1,1 1 0,-1 0 0,1 0 1,0-1-1,3 7-48,-4-11 13,1 0 0,0 0 1,0 0-1,0 0 0,0 0 0,0 0 1,0-1-1,1 1 0,-1 0 0,1-1 0,-1 1 1,1-1-1,-1 1 0,3 0-13,0 0 26,1-1-1,0 1 1,0-1-1,0 0 1,0 0-1,0 0 1,0-1-1,0 0 1,0 0-1,0 0 1,0-1 0,0 1-1,1-2-25,0 1 35,0 0 0,1-1 1,-1 1-1,0-2 0,-1 1 0,1-1 0,0 1 0,-1-2 1,1 1-1,-1-1 0,0 1 0,0-1 0,0-1 0,-1 1 1,1-1-1,-1 0 0,0 0 0,-1 0 0,4-5-35,-5 6 100,0 1-1,0-1 0,0 0 1,0 0-1,-1 0 0,0 0 1,0-1-1,0 1 1,0 0-1,0 0 0,-1-1 1,0 1-1,0 0 1,0-1-1,0 1 0,-1 0 1,0-1-1,0 1 0,0 0 1,0 0-1,-1 0 1,1 0-1,-1 0 0,0 0 1,0 0-1,-1 1 0,1-1 1,-1 1-1,-1-2-99,-4-4 125,-1 1 0,0 0-1,0 1 1,0-1 0,-3 0-125,9 6-101,0 1 0,0-1 0,0 0 0,0 1 1,0-1-1,-1 1 0,1 0 0,0 0 0,-1 1 0,1-1 1,-1 1-1,1-1 0,-1 1 0,1 0 0,-1 0 0,1 1 1,-1-1-1,1 1 0,-3 0 101,2 5-3400,13-1 904,13 2-2825,12-6-6147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35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54 14387,'0'0'3415,"0"0"-1563,0 0 1107,-1 22-1357,0 72-720,2-90-841,0 0 0,0 0 0,0 0-1,0 0 1,0 0 0,1 0-1,0-1 1,0 1 0,0-1-1,0 1 1,1-1 0,-1 0 0,1 0-1,0 0 1,0 0 0,0 0-1,0-1 1,0 1 0,1-1-41,4 3 66,0 0 1,0-1-1,1-1 1,-1 1-1,1-1 1,5 1-67,-6-2 13,1 0-1,-1 0 1,0-1 0,1 0 0,-1-1 0,1 0 0,-1 0 0,1 0 0,-1-1 0,1-1 0,-1 1 0,0-1 0,0-1 0,0 0 0,0 0-1,0 0 1,0-1 0,-1 0 0,0 0 0,0-1 0,6-5-13,-7 4 46,1 0 0,-1-1-1,0 0 1,-1-1 0,0 1 0,0-1 0,0 0-1,-1 0 1,0-1 0,-1 1 0,0-1-1,0 0 1,-1 0 0,0 0 0,-1 0-1,0 0 1,0 0 0,-1 0 0,0 0 0,0-1-46,0 8 15,-1 0 0,1-1 0,-1 1 0,0 0 0,1-1 0,-1 1 0,0 0 1,0 0-1,-1 0 0,1-1 0,0 1 0,-1 1 0,1-1 0,-1 0 0,1 0 1,-1 0-1,0 1 0,0-1 0,0 1 0,0 0 0,0-1 0,0 1 0,0 0 1,0 0-1,-1 0 0,1 1 0,0-1 0,-1 0 0,1 1 0,0-1 0,-3 1-15,-11-2-521,0 1-1,0 0 0,0 1 0,-10 1 522,5 0-1737,-32 1-5488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38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95 14875,'0'0'2407,"0"0"-184,0 0-421,0 0-904,0 0-633,-1 0-237,0 0 1,0-1-1,0 1 0,0 0 1,0 1-1,0-1 0,0 0 1,0 0-1,0 0 0,0 1 0,0-1 1,0 1-1,0-1 0,0 0 1,0 1-1,0 0 0,0-1 1,0 1-29,-70 53 2052,70-55-2017,1 0 1,0 0-1,0 0 0,-1 0 1,1 0-1,0 0 0,0 0 1,0-1-1,0 1 0,1 0 1,-1 0-1,0 0 0,0 0 1,1 0-1,-1 0 0,1 0 1,-1 0-1,1 0 0,-1 0 1,1 0-1,-1 0 1,1 0-1,0 0 0,0 0 1,-1 1-1,2-1-35,3-2-1,0 1-1,1 0 1,-1 1 0,1-1-1,0 1 1,-1 0 0,1 1-1,0-1 1,5 1 1,-11 3 5,-1 0 0,1-1 0,0 1 0,-1 0 0,1-1-1,-1 1 1,0 0 0,0-1 0,0 1 0,-1 1-5,-39 40 154,38-41-137,0-1 1,-1 1 0,1-1 0,-1 1-1,1-1 1,-1 0 0,0 0 0,0 0 0,0-1-1,0 1 1,0-1 0,-4 1-18,7-24 163,1 15-160,0 0 1,1 1-1,-1-1 1,1 0 0,1 1-1,0-1 1,-1 1-1,2-1 1,-1 1 0,1 0-1,0 0 1,2-3-4,-3 6-4,1 0 1,-1 0-1,1 0 1,0 0-1,0 1 1,0-1-1,0 1 1,0 0-1,0 0 0,1 0 1,-1 0-1,1 0 1,-1 1-1,1 0 1,0-1-1,0 1 1,-1 1-1,1-1 1,0 1-1,0-1 1,0 1-1,1 0 4,-4 0-5,-1 0 1,1 0-1,0 0 0,-1 0 0,1 0 1,-1 0-1,1 1 0,0-1 0,-1 0 1,1 0-1,-1 0 0,1 1 0,-1-1 1,1 0-1,-1 1 0,1-1 0,-1 0 1,1 1-1,-1-1 0,1 1 0,-1-1 1,1 1-1,-1-1 0,0 1 0,1-1 1,-1 1-1,0-1 0,0 1 1,1-1-1,-1 1 0,0 0 5,-1 23-5,0-19 15,0 1 0,-1-1 0,0 0 0,0 0 0,-1 0-1,1 0 1,-4 3-10,3-3 13,-1 0 0,1-1 0,-1 0 0,0 0 0,0 0 0,-1 0 0,1-1-1,-1 0 1,0 0 0,0 0 0,0 0 0,0-1 0,0 0 0,0 0 0,-6 1-13,10-4 5,1 1-1,-1-1 1,0 1 0,1-1 0,-1 0 0,0 1 0,1-1 0,-1 0 0,1 0-1,-1 0 1,1 1 0,0-1 0,-1 0 0,1 0 0,0 0 0,-1 0 0,1 0-1,0 0 1,0 0 0,0 0 0,0 0 0,0 0 0,0 1 0,0-1 0,0-1-5,0-35 6,1 28 4,-1 2-9,1 1 0,1-1 0,-1 1 0,1 0-1,0 0 1,0 0 0,1 0 0,0 0 0,0 0-1,0 1 1,1-1 0,0 1 0,0 0 0,0 0-1,1 0 1,-1 1 0,1 0 0,0 0 0,5-3-1,-7 4-5,0 1 1,0 0-1,0 0 1,0 0 0,1 1-1,-1-1 1,0 1 0,1 0-1,-1 0 1,1 0 0,0 0-1,-1 0 1,1 1-1,0 0 1,-1-1 0,1 2-1,0-1 1,0 0 0,-1 1-1,1-1 1,0 1-1,-1 0 1,1 0 0,-1 1-1,1-1 1,-1 1 0,0 0-1,0 0 1,0 0-1,0 0 1,0 0 0,0 1-1,0-1 1,2 3 4,2 4 0,0 0-1,0 1 1,-1 0-1,0 0 1,-1 0-1,0 0 1,-1 1 0,0 0-1,0 0 1,-2 0-1,1 0 1,0 10 0,-2-5 0,0 1 1,-1-1 0,-1 1-1,0-1 1,-2 1-1,0-1 1,0 0 0,-5 9-1,-2 3 28,-1 0 0,-1-1 0,-2-1 0,0 0 0,-2-1 0,-1-1 0,0 0 0,-2-2 0,-20 20-28,35-39 29,3 0-2,-1-1 1,0 0-1,-1 0 1,1 0-1,0 0 0,-1 0 1,1-1-1,-1 1 0,1-1 1,-1 0-1,0 1 0,-2 0-27,5-2 107,0 0-21,0 0 12,0-5-91,0 0 0,1 0 0,0 0-1,0 0 1,0 0 0,1 0 0,-1 1 0,1-1 0,0 1-1,1-1 1,-1 1 0,1 0 0,0 0 0,0 0-1,0 0 1,0 0 0,1 1 0,0-1 0,0 1-1,-1 0 1,2 0 0,-1 1 0,0-1 0,1 1 0,-1 0-1,1 0 1,-1 0 0,1 1 0,0 0 0,0 0-1,0 0 1,0 0 0,0 1 0,0-1 0,0 1-1,-1 1 1,1-1 0,0 1 0,0 0 0,0 0 0,0 0-1,0 1 1,-1-1 0,1 1 0,-1 0 0,3 2-7,34 20 8,-27-14-11,0-2 0,1 0 1,1 0-1,15 5 3,-27-12 7,0 0 0,0 0-1,0 0 1,1 0 0,-1-1 0,0 0 0,0 0-1,1 0 1,-1 0 0,0-1 0,1 1 0,-1-1-1,0 0 1,0 0 0,0-1 0,0 1-1,0-1 1,0 0 0,0 0 0,-1 0 0,3-2-7,20-20 72,4-3-295,-8 15-3665,-14 10-2110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40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38 4137,'0'0'7219,"0"0"-4475,0 0-1179,0 0-781,0 0-468,0 0-31,-8-27 4975,5 25-5237,-1 1 0,1-1 0,-1 1 0,0 0-1,0 0 1,1 0 0,-1 0 0,0 1 0,0-1 0,0 1 0,0 0-1,0 1 1,0-1 0,1 0 0,-1 1 0,0 0 0,0 0 0,1 0 0,-4 2-23,1 1 20,-1 0 1,0 0-1,1 1 1,0 0-1,0 1 1,1-1-1,-1 1 1,-4 6-21,4-5 43,0 0 0,0 0 1,0 1-1,1 0 0,0 0 0,1 0 0,0 0 1,0 1-1,1 0 0,0-1 0,0 1 0,1 0 1,0 1-1,0-1 0,1 5-43,-1 14 331,-1 10-61,2 1 0,1 4-270,1-30 29,1 0-1,0 0 1,0 0-1,1 0 1,1 0-1,0 0 0,1-1 1,1 1-29,83 191 475,43 154-475,-117-315 123,-2 0 1,-2 1 0,-2 0-1,-2 0 1,-1 1 0,-3 0 0,-2 0-1,-2 16-123,-1-48 87,-1 1 0,0-1 0,-1 1 0,-1-1 1,0-1-1,-1 1 0,0-1 0,-1 0 0,0 0 0,-1-1 0,0 0 0,-1 0 0,0-1 0,-1 0 0,0 0 0,0-2 0,-1 1 0,-9 5-87,16-12 38,-1 0-1,1 0 0,0-1 1,-1 0-1,1 0 1,-1 0-1,1 0 0,-1-1 1,0 1-1,1-1 0,-1 0 1,1-1-1,-1 1 1,0-1-1,1 0 0,-1 0 1,1 0-1,0-1 0,-1 0 1,1 1-1,0-1 1,0-1-1,-2-1-37,-3-1 5,0-2 0,0 1 0,0-1 0,1-1 0,0 0 0,1 0 0,0 0 0,0-1-1,-2-3-4,8 10-125,0 0 0,0 0-1,0 0 1,1 0 0,-1 0-1,0 0 1,1 0 0,-1 0-1,1 0 1,0 0 0,0 0-1,0 0 1,0 0 0,0-1 125,0 2-402,0 0 1,1 0 0,-1 0-1,0 0 1,0 0 0,1 0-1,-1 0 1,1 0 0,-1 0-1,1 0 1,-1 0-1,1 1 1,0-1 0,-1 0-1,1 0 1,0 0 0,0 1-1,0-1 402,14-7-8810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4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20 2529,'0'0'11086,"0"0"-6738,0 0-933,0 0-1541,0 0-870,0 0-405,-10-2-253,8 1-319,-1 1 0,0-1 0,0 1 0,0 0 0,0 0 0,0 0 0,0 0 0,0 0 0,1 1 0,-1-1-1,0 1 1,0 0 0,-2 1-27,2-1 71,0 2 0,1-1 0,-1 0 1,0 0-1,1 1 0,0 0 0,0-1 0,0 1 0,0 0 0,0 0 0,1 0 0,-1 0 0,1 0 0,-1 1 0,1-1 0,0 0-71,-6 20 180,0-1-1,2 1 0,0 0 1,2 0-1,0 1 0,2-1 0,0 1 1,2-1-1,3 21-179,-3-39 6,0 1-1,1-1 1,-1 0-1,2 0 1,-1 0 0,0 0-1,1 0 1,0 0-1,0-1 1,0 1-1,1-1 1,-1 0 0,1 0-1,0 0 1,0-1-1,1 1 1,-1-1 0,1 0-1,-1 0 1,1-1-1,0 1 1,0-1 0,0 0-1,3 1-5,-3-2 9,0 1-1,0-1 1,0 0-1,1 0 1,-1-1-1,0 0 0,0 1 1,0-2-1,1 1 1,-1-1-1,0 1 1,0-1-1,0-1 1,0 1-1,0-1 1,0 0-1,0 0 1,-1 0-1,1-1 1,-1 1-1,0-1 1,1 0-1,-1-1 1,0 1-1,-1-1 1,2-1-9,2-3 16,-1-2 1,0 1-1,0 0 1,-1-1-1,0 0 0,-1 0 1,0-1-1,0 1 1,-1-1-1,-1 0 1,1-3-17,0-10 17,-1 0 0,-1-1 0,-1 1 0,-2-17-17,1 33 8,0 0 0,0 1 0,0-1 0,-1 0 0,-1 0 0,1 1 0,-1-1 0,-2 0-8,4 4-6,-1 1-1,0-1 1,-1 1 0,1 0-1,-1 0 1,1 0 0,-1 0 0,0 0-1,0 1 1,0-1 0,0 1-1,0 0 1,-1 0 0,1 0 0,-1 0-1,0 1 1,1 0 0,-4-1 6,-2 0-263,-1 1-1,0 0 1,0 0 0,0 2 0,0-1 0,0 1-1,0 0 1,0 1 0,0 0 0,0 1 0,0 0 263,-45 25-5654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44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35 11522,'0'0'2356,"0"0"-325,0 0-646,0 0-290,0 0-104,0 0 144,-15-2-87,1 0-955,-79-7 1545,85 9-1557,-1 0 0,1 0-1,0 1 1,-1 0 0,1 1 0,0 0 0,-1 0 0,1 0 0,0 1 0,1 1 0,-2 0-81,-1 2 74,0 0 1,1 1 0,-1 1-1,1 0 1,1 0-1,0 0 1,0 1-1,0 1 1,1-1-1,1 1 1,-1 0 0,2 1-1,-1-1 1,2 1-1,-1 0 1,1 0-1,1 1 1,0-1 0,1 1-1,0 0 1,1 0-1,0 0 1,0 1-75,2-11 4,-1 0 0,0 0 1,1 0-1,0 0 0,-1 0 0,1 0 0,0 0 1,0 0-1,0 0 0,0 0 0,0-1 1,0 1-1,1 0 0,-1-1 0,0 1 0,1-1 1,-1 0-1,1 1 0,0-1 0,-1 0 1,1 0-1,0 0 0,0 0 0,0 0 0,0 0 1,0-1-1,0 1 0,0-1 0,0 1 1,0-1-1,0 0 0,0 0 0,1 0-4,14 2 26,0-1 0,0 0 0,0-1 0,1-2-26,5 2 17,-15-1-14,0 0 0,0 0 1,-1-1-1,1 1 0,-1-2 1,1 1-1,-1-1 0,0 0 0,0 0 1,0-1-1,-1 0 0,1-1 0,-1 1 1,0-1-1,0 0 0,0 0 0,-1-1 1,0 0-1,0 0 0,0 0 0,-1-1 1,0 1-1,0-1-3,9-18 10,0 0-1,-2 0 1,-1-1-1,-1-1 1,5-22-10,-9-2 897,-5 51-731,0 0-101,0 32-44,1 121 274,-1-151-314,1 1 0,0-1-1,-1 0 1,1 1 0,0-1 0,0 0-1,0 0 1,1 0 0,-1 0 0,0 0 0,1 0-1,-1 0 1,1 0 0,0 0 0,0-1 0,0 1-1,0-1 1,0 1 0,0-1 0,0 0 0,0 0-1,0 0 1,0 0 0,1 0 0,-1 0 0,0-1-1,1 1 1,-1-1 0,3 1 19,10 1-476,0 0 0,0-1 0,1-1 0,4 0 476,-7 0-630,7-2-4805,-4-4-4051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57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262 318 4673,'0'0'8034,"0"0"-4155,0 0-474,0 0-1466,0 0-637,0 0-230,0 3-83,0-2-937,0 0-1,0 0 0,0 0 0,1 0 1,-1 0-1,0 0 0,1 0 0,-1 0 0,0 0 1,1 0-1,-1-1 0,1 1 0,0 0 1,-1 0-1,1 0 0,0-1 0,-1 1 1,1 0-1,0-1 0,0 1 0,-1-1 1,1 1-1,0-1 0,1 1-51,31 9 850,47-7 147,-67-3-826,13-1 64,0-1 1,0-1 0,0-1-1,0-2 1,11-4-236,37-14 211,12-9-211,-77 29 3,-6 3 3,-1-1 0,1 1 0,-1-1-1,1 0 1,-1 0 0,0 0 0,0 0 0,0 0 0,0 0 0,0-1-1,-1 1 1,1-1 0,0 1 0,-1-1 0,0 1 0,0-1-1,0 0 1,0 0 0,0 0 0,0 0 0,-1 1 0,0-1 0,1 0-1,-1 0 1,0 0 0,0 0 0,-1 0 0,1 0 0,-1 0-1,1 0 1,-2-1-6,1-5 4,-1 1 0,0 0 0,-1 0-1,0 0 1,0 0 0,0 0 0,-1 1-1,-1-1 1,1 1 0,-4-3-4,-1 1-1,0 1-1,-1 0 1,0 0 0,0 1 0,-1 1-1,0-1 1,0 2 0,0 0 0,-1 0-1,1 1 1,-1 0 0,0 1 0,-1 1-1,-4-1 2,-31-3-3,1 2-1,-1 2 0,-3 2 4,39 0 1,0 0-7,0 1 1,0 0 0,0 1-1,0 0 1,1 1-1,-1 0 1,1 1 0,0 0-1,0 1 1,0 0 0,0 0-1,1 1 1,-6 5 5,3-1-10,1 1 0,-1 1 0,2 0 0,0 0 0,0 1 0,1 0 0,1 1 1,0 0-1,-1 5 10,-5 12-4,2 0 0,1 1 0,1 0 0,2 1 0,1 0 0,2 0 0,1 1 0,2 0 0,1 13 4,1-35 2,1 1 0,0-1 0,0 0-1,1 0 1,1 0 0,0 0 0,1-1 0,0 1-1,1 0 1,0-1 0,1 0 0,0 0 0,1 0 0,0-1-1,1 0 1,0 0 0,0 0 0,1-1 0,0 0-1,1-1 1,0 0 0,2 2-2,8 3 4,0 0-1,0-2 1,2 0 0,-1-1-1,1 0 1,0-2 0,1-1-1,13 3-3,4-2 8,-1-2 0,1-1 0,0-2 0,24-1-8,-53-2 10,0-1-1,0 1 1,-1-2-1,1 1 1,-1-1-1,1-1 1,-1 0-1,0 0 1,0-1-1,0 0 1,0 0-1,-1-1 1,1 0-1,-1-1 1,0 0-1,-1 0 1,0 0-1,0-1 1,0-1-1,-1 1 1,0-1-1,0 0 1,-1 0-1,0 0 1,0-1-1,0-1-9,-5 10-38,-1 0-1,1 0 0,0 0 1,0 0-1,0 0 1,0 0-1,0 1 1,0-1-1,0 0 0,0 0 1,0 0-1,0 0 1,1 0-1,-1 0 0,0 1 1,0-1-1,0 0 1,0 0-1,0 0 1,0 0-1,0 0 0,0 0 1,0 0-1,0 0 1,0 1-1,0-1 1,0 0-1,1 0 0,-1 0 1,0 0-1,0 0 1,0 0-1,0 0 0,0 0 1,0 0-1,0 0 1,0 0-1,1 0 1,-1 0-1,0 0 0,0 0 1,0 0-1,0 0 1,0 0-1,0 0 1,1 0-1,-1 0 0,0 0 1,0 0-1,0 0 1,0 0-1,0 0 0,0 0 1,0 0-1,1 0 1,-1 0 38,1 13-2045,-1 8-3743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11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427 734 15491,'0'0'2769,"0"0"-538,0 0-196,0 0-857,0 0-405,-24-20 235,-77-62-62,97 79-873,-1-1 1,1 1 0,-1 0-1,0 0 1,0 0-1,0 1 1,0-1-1,-1 1 1,1 1-1,-1-1 1,1 1-1,-1 0 1,0 0-1,1 0 1,-1 1-1,0 0 1,1 0-1,-5 1-73,-12 0 159,15 0-137,1 0 0,-1 0 0,0 1 0,0 0 0,0 0 0,1 0 0,-1 1 0,1 0 0,0 0 0,0 1 0,0-1 0,0 1 0,1 1 0,0-1 0,-1 1 0,1 0 1,1 0-1,-1 1 0,1-1 0,0 1 0,0 0 0,1 0 0,0 0 0,0 0 0,-1 4-22,-3 5 24,1 1 1,1-1-1,0 2 1,1-1-1,1 0 1,0 1-1,1 0 1,1-1-1,1 1 1,0 4-25,0-17 3,1 0 0,0 0-1,-1 0 1,2 1 0,-1-1 0,0 0 0,1 0 0,0 0 0,0-1 0,0 1-1,0 0 1,0-1 0,1 1 0,0-1 0,-1 0 0,1 0 0,1 0 0,-1 0-3,3 1 6,0 0 0,0 0 1,0 0-1,1-1 0,-1 0 0,1-1 1,0 1-1,0-1 0,0 0 1,4 0-7,2 0-24,0-1-1,0 0 1,0-1 0,0 0 0,0-1-1,0 0 1,0-1 0,0-1 0,0 0-1,-1-1 1,1 0 0,2-2 24,-5 0-49,0 0 0,0-1 1,-1 0-1,1 0 0,-2-1 1,1 0-1,-1-1 0,0 0 0,-1 0 1,0 0-1,-1-1 0,0 0 1,0-1-1,-1 1 0,0-1 0,-1 0 1,0 0-1,-1-1 0,1-7 49,5-26-24,-3-2-1,-1 1 0,-2-1 1,-3-14 24,-8-473 2045,9 533-2035,-1 1-1,0 0 0,0 0 0,1 0 0,-1 0 0,0-1 1,0 1-1,1 0 0,-1 0 0,0 0 0,1 0 1,-1 0-1,0 0 0,0 0 0,1 0 0,-1-1 1,0 1-1,1 0 0,-1 0 0,0 1 0,1-1 1,-1 0-1,0 0 0,1 0 0,-1 0 0,0 0 0,0 0 1,1 0-1,-1 0 0,0 1 0,1-1 0,-1 0 1,0 0-1,0 0 0,1 0 0,-1 1 0,0-1 1,0 0-1,0 0 0,1 1 0,-1-1 0,0 0 1,0 1-1,0-1 0,0 0 0,0 0-9,7 10 11,-1-1 0,0 0 0,-1 1 0,0 0 0,-1 0 0,0 1 0,-1-1 0,0 1 0,1 6-11,16 108 41,-19-117-37,5 62 91,-3 24-95,-4-55-664,2 0 0,2 0 0,1 0-1,3 0 1,1-1 0,5 15 664,3-19-5587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11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16363,'0'0'4818,"0"0"-3202,0 0-328,0 0-8,159 67-423,-114-11-25,-2 4-280,-8 0-96,-5-6-360,-6-11-40,-8-7-56,0-12-8,-5-9-400,-3-10-696,-3-5-1177,1-5-2568,-4-19-8938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12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1 6513,'0'0'10979,"0"0"-9595,0 0 1033,0 0-1129,0 0-200,-156 183-168,102-105 144,1-1-423,-1-7-145,8-9-288,6-13-208,11-12-80,-1 0-1233,11-12-1767,0-7-6322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52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531 198 15659,'0'0'2030,"0"0"-378,0 0-46,-2-23-500,-11-71-138,12 90-874,0 1 1,1-1-1,-1 0 1,0 1-1,-1-1 0,1 1 1,-1-1-1,0 1 1,1 0-1,-1 0 1,-1 0-1,1 0 0,0 0 1,-1 0-1,1 1 1,-1-1-1,0 1 1,0-1-1,0 1 0,0 0 1,0 0-1,-1 1 1,1-1-1,-3 0-94,-4-1 135,0 1 0,0 0 0,0 1 0,0 0 0,0 1 0,-1 0 0,-2 1-135,-4-1 87,3 1-58,0 0 1,0 0-1,1 2 0,-1 0 0,0 0 1,1 2-1,0-1 0,0 2 1,0 0-1,1 0 0,0 1 0,0 0 1,1 1-1,0 1 0,0 0 1,0 0-1,2 1 0,-1 0 0,1 1 1,1 0-1,0 0 0,0 1 0,-1 4-29,-4 7 37,2 0 0,0 1 0,2 0-1,0 0 1,2 1 0,0 0-1,2 1 1,1 0 0,1-1-1,1 1 1,1 0 0,2 6-37,-1-24 6,1 0 1,0 0 0,0 0 0,1 0 0,0-1 0,0 1 0,1-1 0,0 1 0,0-1 0,1 0 0,0 0 0,0 0 0,1-1 0,0 1 0,0-1 0,0 0 0,1-1-1,0 1 1,6 4-7,-2-4 12,1 1 0,1-1 0,-1-1 0,1 0 0,0 0 0,0-1 0,0-1 0,1 0 0,-1-1-1,1 0 1,0-1 0,3 0-12,-5 0-6,0-1-1,0 0 0,1 0 1,-1-1-1,0 0 1,0-1-1,0-1 0,0 0 1,0 0-1,-1-1 0,1 0 1,-1-1-1,0 0 1,0-1-1,-1 0 0,0 0 1,0-1-1,0-1 0,-1 1 1,0-1-1,0 0 1,-1-1-1,0 0 0,-1 0 1,0-1-1,0 1 0,-1-1 1,0-1-1,-1 1 1,0-1-1,1-5 7,2-21 80,-1 1 1,-2-1 0,-1 0-1,-2-5-80,-1 8 88,2 1 0,1 0 1,2 0-1,1 0 0,4-8-88,-9 38 39,0-1 1,1 1-1,-1-1 1,1 1-1,0-1 1,0 1-1,0 0 1,2-3-40,-3 6 6,-1-1 1,1 1-1,0-1 1,-1 1-1,1 0 1,-1-1 0,1 1-1,0 0 1,0-1-1,-1 1 1,1 0 0,0 0-1,0 0 1,-1-1-1,1 1 1,0 0 0,0 0-1,-1 0 1,1 0-1,0 0 1,0 1-1,-1-1 1,1 0 0,0 0-1,0 0 1,-1 1-1,1-1 1,0 0 0,-1 1-1,1-1 1,0 1-1,-1-1 1,1 0-1,-1 1 1,1-1 0,-1 1-1,1 0 1,-1-1-1,1 1 1,-1-1 0,1 1-1,-1 0 1,0-1-1,1 1 1,-1 0 0,0 0-1,1 0-6,6 13 50,0-1 0,-1 1 0,0 1 0,-1-1 0,0 1 0,-2 0 0,1 0 0,-2 0 0,0 2-50,4 47 243,-2 36-243,-4-72 1,-1 21 11,0-33-189,1 0 0,0 0 1,1-1-1,2 6 177,-3-21-60,0 1 1,0-1-1,0 1 0,0-1 1,0 0-1,1 1 1,-1-1-1,0 1 1,0-1-1,1 1 0,-1-1 1,0 1-1,1-1 1,-1 0-1,0 1 0,1-1 1,-1 0-1,0 1 1,1-1-1,-1 0 1,1 1-1,-1-1 0,1 0 1,-1 0-1,1 0 1,-1 1-1,1-1 0,-1 0 1,1 0-1,-1 0 1,1 0-1,-1 0 0,1 0 1,-1 0-1,1 0 1,-1 0-1,1 0 1,-1 0-1,1 0 0,-1-1 1,1 1-1,-1 0 1,1 0-1,-1 0 0,0-1 1,1 1-1,-1 0 1,1 0-1,-1-1 1,1 1-1,-1-1 60,22-18-4471,-3-10-3361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52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12603,'0'0'3451,"0"0"-1269,0 0 104,6 24-631,2 2-1300,13 56 1279,0 11-1634,-23-229 1011,2 133-979,0-1 0,0 0-1,1 1 1,-1-1-1,1 0 1,0 1-1,0-1 1,0 1-1,1-1 1,-1 1 0,1 0-1,0 0 1,0 0-1,0 0 1,0 0-1,0 0 1,1 0 0,0 0-1,-1 1 1,1 0-1,0-1 1,0 1-1,0 0 1,0 0 0,3 0-32,1-1 6,0 0 0,0 0 0,0 1 0,1 0 0,-1 1 0,1 0 0,-1 0 0,1 0 0,-1 1 0,1 0 0,0 1 0,1 0-6,-6 0 3,1 0-1,0 0 1,-1 1 0,1-1-1,0 1 1,-1 0 0,0 0-1,1 0 1,-1 0 0,0 1-1,0-1 1,0 1 0,-1 0-1,1 0 1,-1 0 0,1 0 0,-1 0-1,0 0 1,0 1 0,0 0-3,7 15-165,0 0 1,-1 1 0,2 7 164,2 7-1331,4 3-4086,-2-5-5505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53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16524,'0'0'2088,"0"0"-976,0 0 569,0 0-1681,0 0-2673,0 0-4000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53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0 15931,'0'0'1623,"0"0"-608,0 0 526,-29 15-570,5-5-814,13-6-96,0 0 1,0 1-1,1 0 1,0 1-1,0 0 1,0 1-1,1 0 1,0 0-1,0 1 1,0 0-1,1 0 1,1 1-1,-1 0 1,2 1-1,-1 0 1,1 0-1,-2 4-61,-4 17 526,0 1-1,2 0 0,-6 32-525,13-46 237,0 0-1,1 0 1,1 0-1,1 0 1,0 0-1,1 0 0,1 0 1,2 4-237,-3-17 30,1 0 0,0 0-1,0 0 1,1-1 0,0 1 0,-1-1 0,1 1 0,1-1-1,-1 0 1,1 0 0,0 0 0,-1-1 0,2 1 0,-1-1 0,0 0-1,1 0 1,-1-1 0,1 1 0,0-1 0,0 0 0,0 0-1,0-1 1,0 1 0,0-1 0,0 0 0,1-1 0,0 1-30,8 1-2,0-1 1,0-1 0,-1 0-1,1 0 1,0-2-1,0 0 1,-1 0 0,1-1-1,-1-1 1,2-1 1,-6 2-49,0-1-1,0-1 1,0 0 0,-1 0 0,0-1-1,0 0 1,0 0 0,-1-1-1,0 0 1,0 0 0,0 0-1,4-9 50,-2 2-131,-1 0 0,0 0-1,-1-1 1,-1-1-1,0 1 1,-1-1 0,1-6 131,2-24 550,-1 0 0,-2 0 0,-3-1 1,-2-25-551,0 61 476,-19 483 829,19-463-1309,0-2-59,0-1 0,0 0 0,0 1 0,1-1 0,0 0 0,0 0 0,1 1 0,0-1 63,-2-5-55,1 1 0,0-1 0,0 0 0,0 0 0,0 0 1,0 0-1,0 0 0,0 0 0,0 0 0,0 0 1,1 0-1,-1 0 0,0-1 0,1 1 0,-1-1 1,0 1-1,1-1 0,-1 1 0,1-1 0,-1 0 0,0 1 1,1-1-1,-1 0 0,1 0 0,-1 0 0,1 0 1,-1-1-1,1 1 0,-1 0 0,1-1 0,-1 1 1,0 0-1,1-1 0,-1 0 0,0 1 0,1-1 55,33-19-6177,-3-12-7873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54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21085,'0'0'2680,"0"0"-1245,0 0-133,0 0-310,6 27-480,19 88-327,-22-104-170,-1-1 0,-1 1 0,0 0 0,0-1 0,-2 10-15,1-3-11,-8-74-577,7 41 570,2 1-1,0-1 0,1 0 1,0 1-1,1 0 1,1-1-1,1 1 1,2-5 18,-5 15-1,0 1 0,1-1 0,-1 1 0,1-1 0,0 1 0,0 0 0,0 0 0,1 0 0,0 1 0,-1-1 0,1 1 1,0 0-1,1 0 0,-1 0 0,0 1 0,1-1 0,0 1 0,-1 0 0,1 0 0,0 1 0,0 0 0,0 0 1,0 0-1,0 0 0,1 1 0,-1-1 0,2 1 1,-4 1 0,0-1 0,0 0 0,0 1 0,0-1 0,0 1-1,-1 0 1,1 0 0,0 0 0,0 0 0,-1 1 0,1-1 0,0 1 0,-1-1 0,0 1 0,1 0 0,-1 0 0,0 0 0,2 2 0,0 2-1,1 0 0,-1 0 0,-1 0 1,1 0-1,-1 0 0,0 1 1,-1 0-1,1 1 1,1 6-6,0 1 0,-1 0-1,0 0 1,-1 0 0,-1 0 0,-1 12 6,2-47-95,1-1-1,0 1 1,2 0 0,0 0 0,1 1-1,1 0 1,1 0 0,1 0 0,1 1-1,0 0 1,1 1 0,12-14 95,-21 29 3,0 0 1,0 0-1,0 0 0,1 0 1,-1 0-1,1 1 1,-1-1-1,1 1 0,-1-1 1,1 1-1,0 0 0,0 0 1,0 0-1,0 1 1,0-1-1,0 1 0,0-1-3,-2 2 2,1-1 0,0 0-1,-1 0 1,1 1 0,-1-1 0,1 1-1,0-1 1,-1 1 0,1 0-1,-1 0 1,1-1 0,-1 1-1,0 0 1,1 0 0,-1 0 0,0 1-1,0-1 1,0 0 0,0 0-1,0 1 1,0-1 0,0 0-1,0 1 1,0-1 0,-1 1 0,1-1-1,0 1 1,-1 0 0,1 0-2,4 18-394,-1-1 0,-1 1 0,0 0 1,-1 20 393,-2-27-654,0 1 0,1-1 0,1 1 0,0-1 0,1 1 0,0-1 0,1 0 0,0 0 0,1 0 0,1-1 1,0 0-1,3 4 654,15 11-11607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54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23 18260,'0'0'4097,"0"0"-2705,0 0-1000,0 0-376,196-15-16,-137 8-2368,-21 7-3138</inkml:trace>
  <inkml:trace contextRef="#ctx0" brushRef="#br0" timeOffset="1">1 378 13587,'0'0'5121,"0"0"-4289,0 0-536,0 0-296,0 0-1808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55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13 16412,'0'0'2469,"-24"-1"-424,-7-3-1400,13 1-358,-1 1-1,0 1 1,0 0 0,1 1 0,-1 1 0,0 1-1,-6 2-286,17-1 96,0-1-1,0 2 0,0-1 0,0 1 0,0 0 1,1 1-1,0 0 0,0 0 0,0 1 0,1 0 1,-1 0-1,1 0 0,1 1 0,-1-1 0,1 1 1,1 1-1,-1-1 0,1 1 0,0 0 0,1 0 1,0 0-96,-6 15 241,1 1 1,1-1-1,1 1 1,1 1 0,2-1-1,-1 21-241,3-33 51,0 0 1,1 0-1,1 0 0,0 0 0,1 0 0,0 0 1,0 0-1,2 0 0,-1-1 0,1 1 0,6 9-50,-6-13 10,1-1 1,1 0 0,-1 0 0,1 0 0,0-1 0,0 0 0,1 0 0,0 0 0,0-1 0,1 0 0,-1 0 0,1-1 0,0 0 0,0 0 0,0-1 0,7 1-12,2 2-20,0-2 0,0 0 0,0-1 0,1 0 0,-1-2 1,1 0-1,-1-1 0,1-1 0,0 0 0,-1-1 0,0-2 0,1 1 0,2-3 20,-11 3-57,0 0-1,0-1 1,-1 0-1,1 0 1,-1-1 0,0 0-1,0 0 1,0-1-1,-1 0 1,0-1-1,0 0 1,-1 0-1,1 0 1,-2-1-1,1 0 1,-1 0-1,0 0 1,-1 0 0,0-1-1,0 0 1,-1 0-1,0 0 1,0 0-1,0-9 58,2-13 206,-2 1 0,-1-1-1,-1 0 1,-2 1-1,-3-21-205,0 36 735,1 18-123,1 26-406,1 25-201,-1-26-4,2 0 1,0 0 0,2 0 0,1 0 0,2-1 0,4 17-2,-8-42-24,0 1 0,0 0 1,0-1-1,0 1 0,1-1 1,-1 1-1,1-1 0,0 1 1,-1-1-1,1 0 0,0 0 1,0 0-1,1 0 0,-1 0 1,0-1-1,1 1 0,-1-1 1,1 1-1,-1-1 0,1 0 1,-1 0-1,1 0 0,0 0 0,0 0 1,-1-1-1,2 1 24,2-1-528,1 0-1,-1 0 1,0 0 0,1-1-1,-1 0 1,0 0-1,0-1 1,0 0 0,0 0-1,0 0 1,4-2 528,36-24-10462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55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16684,'0'0'5187,"0"0"-3286,0 0-893,0 0 122,4 24-302,2 5-672,20 124 289,-26-147-392,-1-11-17,-7-29-2,-5-52-13,12 78-10,1 1 0,0-1-1,0 0 1,1 1 0,0-1 0,0 1-1,1-1 1,0 1 0,0 0 0,0 0 0,1 0-1,1 0 1,-1 0 0,2-1-11,-1 3-1,0 0 0,0 0 0,1 1-1,0-1 1,0 1 0,0 0 0,0 1 0,0-1 0,1 1 0,0 0 0,-1 0 0,1 1 0,0 0-1,1 0 1,-1 0 0,0 1 0,2 0 1,0-1-7,0 1 1,0 0-1,0 0 0,0 1 0,0 0 0,1 0 0,-1 1 0,0 0 1,1 0 6,-6 0-3,1 0 0,-1 1 0,1-1 0,-1 1 0,0-1 0,0 1 1,1 0-1,-1 0 0,-1 0 0,1 1 0,0-1 0,0 1 1,-1-1-1,0 1 0,1 0 0,-1 0 0,0 0 0,0 0 1,-1 1-1,1-1 0,-1 1 3,5 11 3,-2 1-1,0 1 1,-1-1-1,-1 0 1,0 1 0,-1-1-1,-2 16-2,4 35 5,-3-66-60,0 1 0,0-1 0,0 0 1,0 1-1,1-1 0,-1 0 0,0 1 1,1-1-1,-1 0 0,1 0 1,-1 1-1,1-1 0,-1 0 0,1 0 1,0 0-1,0 0 0,0 0 1,-1 0-1,1 0 0,0 0 0,0 0 1,0 0-1,1 0 0,-1 0 0,0-1 1,0 1-1,0-1 0,0 1 1,1-1-1,-1 1 0,0-1 0,1 1 1,-1-1 54,2 0-378,-1 0-1,0-1 1,1 1 0,-1 0 0,1-1 0,-1 0 0,0 0 0,1 1-1,-1-1 1,0 0 0,0-1 0,0 1 0,0 0 0,0-1-1,0 1 1,0-1 0,0 1 0,0-2 378,21-24-7766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55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18636,'0'0'4825,"0"0"-3681,0 0 633,0 0-841,0 0-408,0 152-168,11-99-232,0 1-112,0-1 64,-3-7-160,0-5 40,2-10-472,1-9-912,0-10-2745,0-10-4233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56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18708,'0'0'4169,"0"0"-1801,0 0-919,0 0-1169,151-12-136,-73 8-136,-1-6-8,1-2-384,8-17-1761,-19 2-2416,-16 1-1432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5:56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15283,'0'0'3989,"0"0"-1667,0 0-514,0 0-147,3 22-242,7 39-302,2-1 1,11 26-1118,-21-84 63,-2-9-85,-3-30-191,-1 1 1,2 1 0,2-11 212,0 45-6,0 0 0,0 1 1,0-1-1,0 1 1,0-1-1,1 1 0,-1-1 1,0 0-1,0 1 1,1-1-1,-1 1 0,0 0 1,1-1-1,-1 1 1,1-1-1,-1 1 0,0-1 1,1 1-1,-1 0 1,1-1-1,-1 1 0,1 0 1,-1-1-1,1 1 0,-1 0 1,1 0-1,0 0 1,-1 0-1,1-1 0,-1 1 1,1 0-1,-1 0 1,1 0-1,0 0 0,-1 0 1,1 0-1,-1 0 1,1 0-1,0 1 0,-1-1 1,1 0-1,-1 0 1,1 0-1,-1 1 0,1-1 1,-1 0-1,1 1 1,-1-1-1,1 0 0,-1 1 1,1-1-1,-1 0 0,0 1 1,1 0 5,25 22-68,-20-13 116,-1 1 1,0-1 0,0 1-1,-1 0 1,-1 0-1,0 1 1,-1-1-1,0 1 1,0-1-1,-1 11-48,-3-69 145,1 37-155,0 0 1,0 0-1,1 0 1,0 0-1,1-1 0,1 1 1,-1 0-1,1 0 1,1 1-1,0-1 1,0 0-1,1 1 0,3-6 10,1 2-22,1-1 0,1 1 0,0 1 0,1 0 0,0 0 0,9-6 22,-16 14-19,1 0-1,0 0 1,0 1-1,0 0 1,0 0-1,1 0 1,-1 0-1,1 1 1,-1 0-1,1 0 1,0 1-1,0-1 1,0 1-1,0 1 1,0-1-1,0 1 1,0 0-1,0 0 1,2 1 19,-4 0-4,-1 0 0,0 1 0,1-1 0,-1 1 0,0 0 0,0 0 0,0 0 0,0 0 0,-1 0 1,1 0-1,-1 1 0,1 0 0,-1-1 0,0 1 0,0 0 0,0 0 0,0 0 0,0 0 0,-1 1 0,0-1 1,1 0-1,-1 1 0,0-1 0,-1 1 0,1-1 0,0 2 4,2 15-11,-1 0 0,0 0 0,-1 0 0,-2 4 11,1-13-10,0 119-3110,0-100-3009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0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13635,'0'0'2983,"0"0"-237,0 0 384,0 0-1812,0 0-984,0 0-272,0 14 41,-2 177 1067,6 270 603,-2-435-1741,1-1 0,1 0 0,1 0 0,1-1 0,1 1 0,10 20-32,-15-39 7,1 1 0,0-1 1,0 1-1,1-1 0,0 0 1,0 0-1,1-1 0,-1 1 1,1-1-1,0 0 0,1 0 0,-1-1 1,1 1-1,0-1 0,0 0 1,0-1-1,1 0 0,-1 0 1,1 0-1,0-1 0,0 0 1,0 0-1,0 0 0,0-1 1,6 0-8,-2-1-46,-1 0 0,1-1 0,-1 0 0,1-1 0,-1 0 0,0-1 0,0 0 0,0-1 0,4-2 46,-8 4-207,-1 0 0,0-1 0,-1 0 1,1 0-1,0 0 0,-1-1 0,0 0 1,0 1-1,0-1 0,0-1 0,-1 1 1,1-1-1,-1 1 0,0-1 0,-1 0 1,1 0-1,-1 0 0,2-6 207,-2 0-1404,0-1 0,-1 0 0,-1 1 0,0-1 0,0 0 0,-3-11 1404,-6-18-9140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0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14051,'0'0'1800,"0"0"-71,0 0 1119,0 0-1359,0 0-1009,0 0-336,0 0-136,167-58-8,-119 46-8,22 3-1849,-11 1-2399,-8 1-10332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0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12803,'0'0'2935,"0"0"587,0 0-903,0 0-1389,24 3-661,-6-1-450,-9-2-51,1 0 0,-1 1 0,1 1 0,-1-1 0,0 2 0,0-1 0,1 1 0,-2 1 0,1-1 0,0 2 0,-1-1 0,0 1 0,0 0 0,0 1 0,0 0 0,0 1-68,29 31 75,-1 2 0,-3 1 1,-1 2-1,-2 1 0,-2 1 0,-2 2 0,18 45-75,-39-78-2481,-5-7-3875,0-6-752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1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543 0 5513,'0'0'10226,"0"0"-8105,0 0-1033,0 0 648,-111 141-199,52-67-129,-8 1-304,-3-5-208,3-7-543,6-12-153,12-12-136,12-8-128,18-7-200,16-7-921,9-5-1567,23-5-2137,6-4-9939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15811,'0'0'2505,"0"0"-145,0 0-55,0 0-1345,0 0-448,155-7-344,-101-1-96,-6 4-72,6 4-576,-11 0-2160,-11 0-4290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14091,'0'0'2286,"0"0"16,0 0-355,0 0-1000,23-4-597,73-7-200,-93 11-147,1 0 1,0 0 0,-1 0 0,1 1-1,-1-1 1,1 1 0,-1 0 0,1 0-1,-1 1 1,1-1 0,-1 0 0,0 1-1,0 0 1,0 0 0,0 0-1,0 0 1,0 1 0,0-1 0,-1 1-1,1-1 1,-1 1 0,0 0 0,0 0-1,2 2-3,-1 1 17,-1 0-1,1 1 1,-1-1-1,0 0 1,0 1-1,-1 0 1,0-1-1,0 1 1,0 0-1,-1 4-16,0-5 70,-1 0-1,0 0 0,-1 0 0,1 0 0,-1 0 0,0 0 0,-1 0 0,1-1 1,-1 1-1,0-1 0,-1 0 0,1 0 0,-3 2-69,-62 68 769,25-30-656,30-30-99,1 1 0,0 0 1,-4 9-15,14-21 25,-1 1 0,1 0 1,0 0-1,0 0 0,0 0 1,0 0-1,1 0 0,0 0 1,0 0-1,1 1 0,0-1 1,-1 0-1,2 1 0,-1-1 1,1 4-26,0-7 46,0-1 1,0 1 0,0 0 0,0-1 0,0 0 0,0 1 0,0-1-1,1 0 1,-1 0 0,0 1 0,1-1 0,-1 0 0,1 0 0,-1-1-1,1 1 1,0 0 0,-1 0 0,1-1 0,0 1 0,0-1 0,-1 0-1,1 1 1,0-1 0,0 0-47,49 5 626,-49-5-601,36 1 24,0-1 1,1-3 0,6-1-50,-29 1-702,0 0 0,0-1 0,0-1 0,-1-1 0,7-3 702,24-13-5851,-5-2-5818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19644,'0'0'2026,"0"0"-307,0 0-337,25-1-741,-8-1-536,-8 1-41,-1-1 0,1 2 0,0-1 0,-1 1 1,1 1-1,-1-1 0,1 2 0,-1-1 0,1 1 0,-1 0 0,0 1 0,0 0 1,0 0-1,0 0 0,0 1 0,-1 1 0,6 3-64,1 4 205,-1 0 0,-1 1 0,0 0 0,-1 1 0,0 0 0,-1 1 0,0 0 0,4 12-205,8 19 189,-3 2 1,4 17-190,-12-34-3,-11-29-30,1-1-1,-1 0 0,0 1 0,1-1 1,-1 0-1,1 1 0,0-1 0,-1 0 1,1 0-1,0 0 0,0 0 0,0 0 1,0 0-1,0 0 0,0 0 0,0 0 1,0 0-1,0 0 0,0-1 0,0 1 1,0 0-1,1-1 0,-1 1 0,0-1 1,1 1-1,-1-1 0,0 0 0,1 1 1,-1-1-1,0 0 0,1 0 0,-1 0 1,0 0-1,1 0 0,-1 0 0,0-1 1,1 1-1,-1 0 0,0-1 0,1 1 1,-1-1-1,0 1 0,0-1 0,1 0 1,-1 1-1,0-1 0,0 0 0,0 0 1,0 0 33,10-7-1180,-2 1 1,1-2 0,-1 0 0,0 0-1,0-2 1180,-3 5-1841,24-28-9381</inkml:trace>
  <inkml:trace contextRef="#ctx0" brushRef="#br0" timeOffset="1">529 1 16163,'0'0'4986,"0"0"-4682,0 0 1248,-112 133-200,58-56-184,-3 5-863,6-2-17,8-10-288,14 2-409,10-19-1135,8-14-3385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4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11690,'0'0'2592,"0"0"-1136,0 0-74,0 0-325,18-21 114,58-64 63,-73 82-1193,1 0 1,-1 0 0,0 0-1,1 1 1,0-1-1,0 1 1,0 0 0,0 0-1,0 1 1,0-1-1,0 1 1,0 0 0,0 0-1,1 0 1,-1 0-1,1 1 1,-1 0 0,0 0-1,1 0 1,-1 0 0,1 1-1,-1 0 1,0 0-1,0 0 1,1 0 0,-1 1-1,0 0 1,0-1-1,0 1 1,-1 1 0,1-1-1,0 1 1,-1-1-1,1 1 1,-1 0-42,10 8 106,0 1 1,0 1-1,-2-1 0,1 2 1,-2 0-1,0 0 0,0 1 1,-2 0-1,1 2-106,14 32 564,-3 1 1,3 15-565,6 16 85,-27-75-81,1 0 1,0-1-1,0 1 0,1-1 0,-1 0 1,1 0-1,0 0 0,1-1 1,-1 1-1,1-1 0,0 0 0,0 0 1,0-1-1,0 1 0,1-1 0,-1 0 1,1-1-1,1 1-4,-2-1-1046,1 0 1,0-1-1,0 1 1,0-1 0,0 0-1,0-1 1,2 0 1045,-2 0-7190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4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0 12275,'0'0'1496,"0"0"1072,-86 157-775,38-79-137,-9-1-199,-2-2-481,5-7-464,9-11-328,10-11-184,24-7-48,11-12-1248,0-15-4298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4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7138,'0'0'9442,"0"0"-8386,0 0 1352,-54 174-575,19-77-257,-5 9-592,0 0-48,16-24-407,8-4-305,16-23-136,2-19-88,41-21-264,59-15-929,-8-27-3816,-8-9-7209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5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16644,'0'0'1968,"0"0"913,-8 160-729,-2-66-672,-1 15-375,5-1-161,6-21-448,0-2-280,19-22-208,16-25-16,8-21-40,5-14-240,3-3-904,9-41-1145,-15-3-2600,-15 1-4153</inkml:trace>
  <inkml:trace contextRef="#ctx0" brushRef="#br0" timeOffset="1">0 488 3849,'0'0'15739,"0"0"-12794,0 0-281,0 0-1191,0 0-897,0 0-504,159-48-72,-87 33-288,17-1-760,-22 1-1689,-11 3-5665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5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17724,'0'0'2696,"0"0"-1183,0 0 311,0 0-1248,0 0-448,0 0-112,137 3 80,-91-3-192,29-8-768,-11-11-3073,-5 0-7361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5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41 9738,'0'0'7731,"0"0"-5180,0 0-1213,25-8-634,82-21-437,-104 29-256,-1-1 1,1 0-1,0 1 1,0-1-1,-1 1 1,1 0-1,0 0 1,0 0 0,0 0-1,-1 0 1,1 1-1,0-1 1,0 1-1,-1 0 1,1 0-1,-1 0 1,1 0-1,0 1-11,-1-1 19,-1 0 0,1 1-1,-1-1 1,1 1 0,-1 0-1,1 0 1,-1-1 0,0 1-1,0 0 1,0 0 0,0 0 0,0 0-1,0 0 1,-1 0 0,1 0-1,-1 1 1,1 0-19,-1 5 112,1 1 0,-1-1 0,0 0 0,-1 0 0,0 0-1,-1 0 1,1 0 0,-1 0 0,-1 2-112,-6 10 211,-1-1-1,0 0 1,-2 0 0,0-2-1,0 1 1,-2-1 0,-5 4-211,4-4 70,0 1 1,1 1-1,1 0 1,0 1-1,2 1 1,-3 8-71,5 6 454,9-34-438,0 0 0,0 0 1,0 0-1,0 0 0,0-1 0,1 1 1,-1 0-1,0 0 0,0 0 0,1-1 1,-1 1-1,0 0 0,1-1 1,-1 1-1,1 0 0,-1 0 0,1-1 1,-1 1-1,1-1 0,-1 1 0,1 0 1,-1-1-1,1 1 0,0-1 1,0 0-1,-1 1 0,1-1 0,0 1 1,-1-1-1,1 0 0,0 0 0,0 1 1,0-1-1,-1 0 0,1 0 1,0 0-1,0 0 0,0 0-16,28 1 17,1-1 1,-1-2-1,0-1 1,0-1-1,-1-1 0,2-2-17,36-15-2442,-4-8-3360,-31 8-4367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6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14635,'0'0'3945,"0"0"-3577,0 0 2361,178 184-1057,-146-49-80,-16-2-583,-16-10-225,0-17-232,-16-26-288,-8 5-216,-3 2-48,-3-13-216,-13-4-1088,8-19-1345,3-17-3864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51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7802,'0'0'1761,"0"0"-694,0 0 276,0 0-87,0 0-221,30 0-185,179 0 257,1021-13 689,-223-21-1561,-433 13-198,-22 14 0,8 0 849,132-9-601,119-5-283,135 3 2113,95 45-2115,-1001-24-40,38 2 1777,1-4 1,41-6-1738,-111 4 109,-1 0 0,1-1 0,-1-1 0,0 0-1,0 0 1,0 0 0,0-1 0,0 0-1,-1-1 1,1 1 0,-1-2 0,0 1 0,-1-1-1,3-2-108,-59 5-7224,2 3-1730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53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3 7162,'0'0'1116,"0"0"216,0 0 616,0 0-111,0 0-171,0 0-346,-7 0-324,-18-2-108,19 2 288,6 25 1537,0 6-2121,-1 1-363,1 0 0,1-1-1,2 1 1,2 0 0,0-1-1,9 27-228,2-15 323,-2 0 0,-3 1-1,-1 1 1,-2 0-1,-2 0 1,-2 12-323,-3-15 188,2 56 318,13 85-506,51 351 530,-52-349-26,-10 166-504,-11-279 14,-4 0 0,-3-1 0,-19 58-14,8-30 18,-48 199-12,-7 27-48,-13 174 42,81-364 10,5-1 0,10 69-10,-2-110 9,2-7 8,4 0-1,4 0 1,20 75-17,85 245-20,-90-312 5,-4 1 1,2 38 14,18 194 10,-15-92 1,-4-99 83,24 64-94,-8-36 18,-39-154-25,-1-8 13,1 0 0,-1 1 0,0-1-1,1 0 1,0 0 0,-1 0 0,1 0-1,0 0 1,0 0 0,0 0 0,0 0-1,1 1-5,-2-3 180,0 0 94,20 17-88,-1-17-395,-10 1-372,0-1 0,1 0 0,-1-1 0,0 0 1,0 0-1,0-1 0,8-3 581,14-10-6280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54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1 251 11162,'0'0'1355,"0"0"-181,0 0 170,0 0-45,0 0-148,0 0-287,25 6-2,-9-2-726,58 13 1996,62 7-2132,1494 99 3204,-1310-113-3125,810 11 330,-949-27-376,106-21-33,179-41 59,-214 29-38,285-49-36,436-53-1,-162 80 32,134 35-16,-218 48 99,-579-19 658,-95-4-487,-37-11-2844,-11 7-2907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8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7722,'0'0'3658,"0"0"-1075,0 0-603,0 0-587,0 0-324,0 0-233,2-6 82,1-1-666,0 1 0,0-1-1,1 1 1,0 0 0,0 0 0,1 0 0,0 1-1,0 0 1,0 0 0,0 0 0,1 0 0,0 1-1,0 0 1,0 0 0,0 0 0,1 1 0,0 0-1,0 0-250,-1 1 19,-1 0 0,1 1 0,-1-1 0,1 1 0,-1 0 0,1 1 0,0 0 1,-1-1-1,1 2 0,0-1 0,-1 1 0,1 0 0,0 0 0,-1 0 1,1 1-1,-1 0 0,0 0 0,0 0 0,0 1 0,0 0 0,0-1 0,0 2 1,-1-1-1,4 3-20,9 12 27,-1 0 0,0 0 0,-2 2 0,0 0 0,-1 0 0,-1 1 0,-1 1 0,-1 0 0,-1 0 0,-1 1-1,0 0 1,-2 1 0,1 10-27,-1-26-1239,4-9-3568,-4-5 163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8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1 14307,'0'0'2593,"0"0"-409,0 0-792,0 0-984,0 0 641,-137 159 143,89-86 40,-1-1-120,6-6-511,9-11-321,9-11-272,12-15-8,5-13 0,8-8-48,0-8-520,3 0-729,13-15-2352,2-4-2008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9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10162,'0'0'6275,"0"0"-3170,0 0-1364,0 0-817,0 0-50,-3 27 106,1-9-792,-24 164 1462,15-128-1126,4 0 0,1 0 0,3 0 0,3 4-524,0-56 1,1 1 1,-1-1-1,1 1 0,0 0 0,0-1 0,0 0 0,1 1 1,-1-1-1,0 1 0,1-1 0,-1 0 0,1 0 0,0 0 1,0 0-1,0 0 0,0-1 0,0 1 0,0 0 0,1-1 1,-1 0-1,0 1 0,1-1 0,-1 0 0,1 0 0,-1 0 0,1-1 1,0 1-1,-1-1 0,1 1 0,0-1 0,-1 0 0,3 0-1,9 1-294,-1 0 0,1-1 0,-1-1 0,0 0 0,1-1 0,4-1 294,-8 0-548,0 0 0,0 0 0,0-1 0,0-1 0,-1 0 0,2-1 548,30-20-5124,-12 6-2370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9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12819,'0'0'2962,"0"0"48,0 0 392,0 0-2262,0 0-700,0 0 450,-4 20 261,-9 45-211,2 1 0,4 0 0,2 4-940,4-58 32,1 1-1,1-1 1,0 1-1,0-1 1,1 0 0,1 1-1,1 2-31,-2-11 3,0 0 1,0 0-1,0-1 0,1 1 0,0 0 1,-1-1-1,1 0 0,0 1 0,1-1 0,-1-1 1,0 1-1,1 0 0,0-1 0,0 0 1,-1 1-1,1-2 0,1 1 0,-1 0 0,0-1 1,0 0-1,0 0 0,1 0-3,3 1-290,0 0 0,-1-1 0,1 0 0,0 0 0,0-1 0,1 0 0,6-1 290,-9 1-456,-1-2 0,1 1 0,-1-1 0,1 0 0,-1 0 0,1 0 0,-1-1 0,0 1 0,0-2 0,-1 1 0,1 0 0,0-1 0,-1 0 0,0 0 0,0 0 0,2-4 456,12-17-7557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0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14739,'0'0'3177,"0"0"904,0 0-2673,0 0-912,0 0-112,0 0-208,0 0 0,123-26-160,-80 19-16,27-8-512,-14 5-2008,-5 1-2970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10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0 13707,'0'0'1648,"0"0"-724,0 0-617,0 0-151,0 0 23,0 0 536,13 0 101,30 0 425,-36 0 709,-36 0-528,-6 3-986,1 2 0,0 1 0,1 2 0,0 1 0,-32 13-436,66-22-42,-1 0 0,0 0 0,0 0 0,0 1 0,0-1 0,0 0 0,1 0 0,-1 0 0,0 0 0,0 1 0,0-1 0,0 0 0,0 0 0,0 0 0,0 1 0,0-1 0,0 0 0,0 0 0,1 0 0,-1 1 0,0-1 0,0 0 0,0 0 0,0 0 0,0 1 0,-1-1 0,1 0 0,0 0 0,0 0 0,0 1 0,0-1 0,0 0-1,0 0 1,0 0 0,0 0 0,0 1 0,0-1 0,-1 0 0,1 0 0,0 0 0,0 0 0,0 1 0,0-1 0,0 0 0,-1 0 0,1 0 0,0 0 0,0 0 0,0 0 0,-1 0 0,1 0 0,0 1 0,0-1 0,0 0 0,-1 0 0,1 0 0,0 0 0,0 0 0,0 0 0,-1 0 0,1 0 0,0 0 0,0 0 0,0 0 0,-1-1 0,1 1 0,0 0 42,14 4-3647,7-1-925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10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13395,'0'0'2586,"0"0"12,0 0-651,0 0-938,0 0-355,0 0-305,15-4-101,44-11-174,-58 15-64,1-1 0,-1 1 1,0 0-1,1 0 0,-1 0 0,1 0 1,-1 0-1,0 0 0,1 0 1,-1 1-1,0-1 0,1 0 1,-1 1-1,0-1 0,1 1 1,-1-1-1,0 1 0,0 0 1,1 0-1,-1-1 0,0 1 1,0 0-1,0 0 0,0 0 1,0 0-1,0 0 0,0 0 1,-1 1-1,1-1 0,0 0 1,-1 0-1,1 1 0,0-1 0,-1 0 1,1 1-11,0 4 33,0 0 0,0 0 1,0-1-1,0 1 0,-1 0 1,0 5-34,0-7 21,-1 2 44,0 0 0,0 0-1,0 1 1,-1-1 0,0 0-1,0-1 1,-1 1 0,1 0-1,-1-1 1,0 1 0,-1-1-1,1 0 1,-1 0 0,0 0-1,-1 0 1,1-1 0,-1 0-1,0 0 1,0 0-65,-4 5 175,0 0 0,1 0 0,0 0 0,-5 9-175,12-17 44,1-1 0,0 1 1,-1-1-1,1 1 0,0-1 1,-1 1-1,1-1 0,0 1 0,0-1 1,0 1-1,0-1 0,-1 1 1,1-1-1,0 1 0,0-1 1,0 1-1,0-1 0,0 1 0,0-1 1,0 1-1,0-1 0,1 1 1,-1-1-1,0 1 0,0-1 0,0 1 1,0-1-1,1 1 0,-1-1 1,0 1-1,1-1 0,-1 1 1,0-1-1,1 0 0,-1 1 0,0-1 1,1 1-45,24 6 685,45-8-524,-57 1-42,107-13-1320,-79 8-3707,-22 1-2099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10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13363,'0'0'4321,"0"0"-2961,0 0 456,0 0-943,0 0 319,132 123 224,-103-55 65,-7 2-537,-12-2-104,-2-3-488,-5-7-200,0-5-136,-3-10-16,2-4-320,-2 7-1384,0-10-3273,0-7-5674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33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26 398 5817,'0'0'1791,"0"0"-433,0 0-95,0 0-248,0 0-163,0 0-20,-4-6 188,-12-19 107,12 27 1068,3 10-1820,1 12-534,4-9 178,1 0-1,1-1 0,0 1 0,1-1 1,0-1-1,10 14-18,-7-19 127,-5-16 24,-4-24-180,-1 28-100,0-1-27,0-1 0,-1 1 0,1 0 0,-1-1 0,-1 1 0,1 0-1,-1 0 1,0-1 0,0 1 0,0 1 0,-1-1 0,1 0 0,-1 1 0,-3-5 156,-12-20-683,17 28 757,0-1 0,0 0-1,0 0 1,1 0-1,-1 0 1,1 0-1,-1 0 1,1 0-1,0 0 1,-1 0-1,1 0 1,0 0-1,1 0 1,-1 0-1,0-1 1,0 1-1,1 0 1,0 0-1,-1 0 1,1 0-1,0 1 1,0-1-1,0 0 1,0 0-1,0 0 1,0 1-1,0-1 1,1 1-1,-1-1 1,1 1-1,-1-1 1,1 1-1,-1 0 1,1-1-1,0 1 1,0 0-1,0 0 1,0 1 0,-1-1-1,1 0 1,1 0-74,10-4-6,0 0 0,1 0 0,-1 2 0,1-1 0,10 0 6,145-6-45,-84 4 61,-60 6 2,1-2 1,-1-1 0,24-5-19,-28 4-2,-1 1 0,1 1 1,-1 1-1,16 1 2,-33 0-1,3-3 15,-1 0-1,1-1 1,-1 0 0,0 0-1,0 0 1,0 0 0,0-1-1,-1 0 1,1 0 0,-1 0 0,2-4-14,-4 0 155,0 0 0,-1 1 0,0-1 0,0 0 0,-1 0 0,0 0 0,-1-5-155,4-45 815,3 42-342,1 15-100,11 22-97,-12-12-359,-2-2 92,0 0-1,0-1 1,1 0 0,-1 0 0,1 0 0,0-1-1,1 0 1,-1 0 0,1 0 0,0 0 0,0-1 0,0 0-1,0-1 1,0 1 0,1-1 0,-1 0 0,1 0-1,0-1 1,-1 0 0,1 0 0,0-1 0,0 0-1,-1 0 1,1 0 0,0-1 0,0 0 0,-1-1-1,1 1 1,0-1 0,-1 0 0,0-1 0,0 0 0,4-2-9,12-6 2,-1 0 1,0-2 0,-1-1-1,-1 0 1,0-2 0,2-2-3,-20 16-1,0 1-1,0 0 1,1 0 0,-1 0 0,0 1 0,1-1 0,-1 0 0,1 0 0,-1 1 0,1-1 0,-1 1 0,1-1 0,-1 1 0,1 0 0,0-1 0,-1 1 0,1 0 0,-1 0 0,1 0 0,0 0 0,-1 1 0,1-1 0,-1 0 0,1 1 0,-1-1 0,1 1 0,-1-1 0,1 1 0,-1 0 0,1 0 0,-1 0-1,0-1 1,1 1 0,-1 1 0,0-1 0,0 0 0,0 0 0,1 1 1,6 7-16,0 1 0,-1 0-1,0 0 1,0 1 0,0 2 16,11 17-19,-13-24 28,1 0 0,-1 0 0,1-1 0,0 1 0,0-1 0,1 0 0,0-1 0,-1 0 0,2 0 0,-1 0 0,0-1 0,1 0 0,-1-1 0,1 1 0,0-2 0,0 1 0,0-1 0,0 0 0,0 0 0,0-1 0,0 0 1,0-1-1,5-1-9,-12 3-78,0-1 0,0 0 0,1 0 0,-1 0 0,0 0 0,0 0 0,0-1 0,1 1 1,-1 0-1,0 0 0,0-1 0,0 1 0,0-1 0,0 1 0,1-1 0,-1 0 0,0 1 1,0-1-1,0 0 0,-1 1 0,1-1 0,0 0 0,0 0 0,0 0 0,-1 0 0,1 0 1,0 0-1,-1 0 0,1 0 0,-1 0 0,1-1 0,-1 1 0,1 0 0,-1 0 0,0 0 1,0 0-1,0-1 78,1-8-4624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34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11586,'0'0'2369,"0"0"-641,0 0 513,0 0-1689,0 0-376,0 0-168,0 0 80,46 99 264,-25-68 280,1 1-192,-6-3-344,0-5 8,-3-5-88,1-2-24,-6-7 8,2-10-1320,-4 0-1417,-1 0-3608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34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8146,'0'0'5769,"0"0"-4377,0 0-616,0 0-399,0 0-153,0 0 424,57 128 56,-49-89-24,-3-3-192,3-4-136,-2-11-272,-1-1-24,0-8-56,3 0 0,-2-5-944,-6 0-1376,0 0-2986,0-4-2879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35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1 191 8482,'0'0'1760,"0"0"-23,0 0-801,0 0-648,0 0 224,171-75 528,-112 51-288,1 0-216,-12 2-424,-8 5-16,-10 3-96,-9 4-440,-7 5-1728,-12 5-2713</inkml:trace>
  <inkml:trace contextRef="#ctx0" brushRef="#br0" timeOffset="1">78 290 7466,'0'0'1160,"0"0"-584,0 0 1432,0 0-743,0 0-713,0 0 448,178-24 144,-141 14-648,-7 3-248,-6 0-240,0-1-16,16-1-176,-5-3-2336,-2 4-4314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47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 12963,'0'0'1759,"0"0"-616,0 0 168,0 0-516,0 0-302,0 0 212,-3-8 3776,6 55-3884,2 0 0,2 0 0,2-1 0,5 11-597,18 101 377,-11 27-31,-15-107-168,3 0 0,4 0 0,3-2 0,4 0 0,3 0-178,15 27 81,-4 1 0,-5 2-1,-4 0 1,-4 9-81,78 531 172,-85-551-90,-5 0 0,-3 56-82,-12 193 291,0-65-174,6-151-26,-6 0 1,-12 57-92,1-45 31,6 0 1,6 70-32,7-209 5,1 0 1,-1 1 0,0-1-1,1-1 1,-1 1 0,0 0 0,1 0-1,-1-1 1,1 0 0,-1 1-1,1-1 1,-1 0 0,2 0-6,9 1 71,284 37 293,-16-3-336,-120-10 25,1-7-1,146-4-52,-90-21 52,-1-9-1,187-40-51,312-47-57,-136 23 66,545-48 21,-756 93-27,28 5 13,208-24 23,-404 21 67,-73 10 335,103-3-441,-157 20 244,-73 6-131,-1 0 5,0-2-91,-1-1 0,1 0 1,-1 0-1,1 1 1,-1-1-1,0 0 1,0 1-1,0-1 1,-1 1-1,1-1 1,-1 1-1,1-1 1,-1 1-1,0 0 0,0 0 1,0 0-1,0 0 1,0 0-28,-44-30-1821,27 19 1253,-46-32-5110,-4-2-7638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08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1 288 14859,'0'0'2577,"0"0"793,22-1-1310,-2 1-1756,1 0-18,0 0-1,0-2 1,0 0 0,0-2 0,-1 0 0,9-3-286,-21 4 145,42-12 510,-1-3-1,1-2-654,-37 15 103,-1-1 0,0-1 0,0 0 0,-1 0 0,0-1 0,0-1 0,-1 0 0,0 0 0,0-1 0,2-4-103,-10 12 21,0 0 0,-1-1 0,1 1 0,0-1 0,-1 1 0,1-1 0,-1 0 0,0 0 0,0 1 1,0-1-1,0 0 0,0 0 0,-1 0 0,1 0 0,-1 0 0,0 0 0,0 0 0,0 0 1,0 0-1,-1 0 0,1 0 0,-1 0 0,0 0 0,0 0 0,0 0 0,0 0 0,0 0 1,0 1-1,-1-1 0,0 0 0,1 1 0,-1-1 0,0 1 0,0 0 0,0 0 0,-1 0 0,1 0 1,0 0-1,-1 0 0,1 1 0,-1-1 0,0 1 0,1-1 0,-1 1 0,0 0 0,0 0 1,0 0-1,0 1 0,0-1 0,0 1 0,0-1 0,-2 1-21,-7-1-2,0 0 0,0 1 1,0 0-1,0 0 0,0 1 0,0 1 0,0 0 0,0 1 1,0 0-1,1 1 0,0 0 0,0 1 0,0 0 0,0 1 1,1 0-1,0 0 0,0 1 0,0 1 0,1 0 0,0 0 1,1 1-1,0-1 0,0 2 0,-3 4 2,-1 6 2,-1 1 0,2 0 0,1 0 1,1 1-1,1 0 0,0 1 0,2-1 0,1 2 0,0-1 0,2 0 1,1 1-1,0 0 0,2-1 0,1 1 0,2 13-2,-2-29 1,0-1 0,1 1 0,-1 0 0,2-1 0,-1 1 0,1-1 0,0 0 0,0 1 0,1-1 0,0-1 0,0 1 0,1-1 0,0 1 0,0-1 0,0-1 0,1 1 0,0-1 0,0 0 0,0 0 0,0-1 0,1 1 0,0-2 0,0 1 0,0-1 0,4 2-1,12 2-22,1 0 0,0-1 0,-1-1 0,1-2 1,1 0-1,-1-1 0,19-2 22,-26-2-420,-1 1 0,1-2 0,-1 0 0,1-2 0,-1 1 0,0-2 0,-1 0 0,1-1 0,-1 0 0,-1-2 0,1 1 0,1-4 420,40-24-5754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09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4 12107,'0'0'1835,"0"0"-79,0 0-160,0 0-621,0 0-11,0 0 115,-6-1-41,-16 0-841,0 1 0,0 1 0,0 1 0,0 1 0,0 0 0,1 2 0,-1 1 0,1 0 0,-10 6-197,-70 17 359,189-34-224,38-38-51,-72 22-69,-52 24-363,-7 6 23,-2 1-2086,3-4-4195,4-6 6504,-1 3-12022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10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70 8850,'0'0'3058,"0"0"-548,0 0-667,0 0-716,0 0-431,0 0-123,-13 0 2097,33-1-2249,-1-2-1,0 0 1,0-1-1,0-1 1,0-1-1,12-6-420,-12 5 62,0 0-1,0 1 1,1 1 0,0 1-1,0 1 1,16-1-62,-35 5-2,-1-1 1,1 0 0,-1 1-1,1-1 1,0 1-1,-1-1 1,1 1-1,-1-1 1,1 1 0,-1-1-1,0 1 1,1 0-1,-1-1 1,1 1-1,-1-1 1,0 1 0,0 0-1,1-1 1,-1 1-1,0 0 1,0-1-1,0 1 1,0 0-1,0 0 1,0-1 0,0 1-1,0 0 1,0-1-1,0 1 1,0 0-1,0 0 1,0-1 0,-1 1-1,1 0 1,0-1-1,-1 1 1,1-1-1,0 1 1,-1 0 1,-11 30 45,0-14-34,-1-1 1,-1 0-1,0-1 0,-1-1 0,-1 0 0,0-1 1,-2 0-12,-49 42-35,95-56-193,34-15 176,-46 11 51,0 1 0,1 0 0,0 1 0,0 1 0,0 0 0,0 2 0,0 0 1,-15 0-2,-1 0-1,0 1 1,1-1 0,-1 1-1,0-1 1,1 1-1,-1 0 1,0 0-1,0-1 1,0 1-1,1 0 1,-1 0-1,0 0 1,0 0-1,0 0 1,-1 1-1,1-1 1,0 0-1,0 0 1,-1 0-1,1 1 1,0-1-1,-1 0 1,1 1-1,-1-1 1,0 1-1,1-1 1,-1 1-1,0-1 1,0 0-1,0 1 1,0 0 2,0 1 5,0 1 0,0 0 0,0-1 0,0 1 0,0-1 0,-1 1 0,0-1 0,0 1 0,0-1 0,0 1 0,0-1 0,-1 0 0,-1 3-5,-4 2 67,0-1-1,0 0 1,-1 0 0,0 0 0,-1-1-1,1 0 1,-1-1 0,0 0 0,-1 0-1,1-1-66,-15 7 186,1-2-1,-1-1 0,-16 3-185,16-9 29,24-2-62,0 0 0,0-1 1,0 1-1,-1 0 0,1-1 0,0 1 0,0 0 1,0-1-1,0 1 0,1 0 0,-1-1 0,0 1 1,0 0-1,0-1 0,0 1 0,0 0 0,0 0 1,0-1-1,0 1 0,1 0 0,-1-1 0,0 1 1,0 0-1,0 0 0,1-1 0,-1 1 0,0 0 1,0 0-1,1 0 0,-1-1 0,0 1 0,1 0 1,-1 0-1,0 0 0,0 0 0,1 0 33,41-30-3973,-36 27 3230,31-19-3905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10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 16307,'0'0'1945,"0"0"695,0 0-599,0 0-1217,-137 154 32,92-108-288,-1 0-160,0-7-239,6-8-121,5-7-8,6-9-40,10-15-529,5 0-2007,9-10-3793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11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13651,'0'0'4425,"0"0"-2433,0 0 609,0 0-1713,126 142-592,-94-103-248,-5 2-96,0 12-456,-9-12-2009,-7-2-3544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13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22 9762,'0'0'2503,"0"0"53,0 0-783,0 0-835,0 0-177,-4-3-121,1 1-458,-1 0-1,1 0 0,-1 0 0,0 0 0,0 0 0,0 1 0,0 0 0,0 0 1,0 0-1,0 0 0,0 0 0,0 1 0,-1 0-181,3 0 25,0 0-1,0 0 1,0 0 0,0 0-1,0 1 1,0-1 0,0 0 0,0 1-1,0 0 1,0 0 0,0-1-1,0 1 1,1 0 0,-1 0-1,0 0 1,1 1 0,-1-1-1,0 0 1,1 1 0,0-1 0,-1 1-1,1-1 1,0 1 0,0 0-1,0-1 1,0 1 0,0 0-1,0 0 1,0 0 0,0 1-25,-6 32 126,2 0 1,0 0-1,3 1 1,1 0-1,2-1 1,3 25-127,-3-52 1,3 27 60,2 1-1,1-2 1,2 1 0,9 21-61,-3-8 196,7 41-196,-15-50 162,-3 0 0,0 1 0,-3-1 1,-1 1-1,-2 0 0,-2 1-162,2-34 101,1 1-1,-2-1 1,1 0-1,-1 1 1,0-1-1,0-1 1,-1 1-1,0 0 0,0-1 1,-1 0-1,1 0 1,-5 3-101,6-4 89,-1-1 0,-1-1 1,1 1-1,0-1 0,-1 1 1,0-1-1,0-1 0,0 1 0,0-1 1,0 0-1,0 0 0,-1 0 0,1 0 1,0-1-1,-1 0 0,0-1 0,-2 1-89,4-2 17,1 0-1,-1 0 0,1-1 0,-1 1 0,1-1 0,0 0 0,-1 0 0,1 0 0,0-1 0,0 1 0,1-1 0,-1 1 1,0-1-1,1 0 0,0 0 0,-1 0 0,1 0 0,1-1 0,-3-2-16,-1-3-114,0 0 0,1 0 0,-1-1 0,2 1 0,-1-1 0,2 0 0,-1-3 114,1-27-3652,3 25-313,-1 2-2783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14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265 305 13771,'0'0'1934,"0"0"-90,0 0-372,-24 1-763,-78 4-252,96-3-410,0-1 1,0 1-1,0 0 1,1 0-1,-1 1 1,1-1-1,0 1 1,-1 1-1,1-1 1,0 1-1,1 0 0,-1 0 1,1 0-1,0 0 1,0 1-1,0 0 1,1 0-1,-1 0 1,1 0-1,0 0 1,1 1-1,-3 4-47,2-3 92,-2 5 59,0 1 0,0-1 0,1 1 0,1 0-1,0 1 1,1-1 0,1 1 0,0-1 0,0 1-1,2-1 1,1 13-151,-2-24 19,0 1 0,1-1-1,-1 1 1,1-1 0,0 1-1,-1-1 1,1 0 0,0 1-1,1-1 1,-1 0 0,0 0 0,1 0-1,-1 0 1,1 0 0,-1 0-1,1 0 1,0-1 0,0 1-1,0 0 1,0-1 0,0 0 0,0 1-19,4 0 62,-1 1 1,1-1-1,0 0 1,-1 0 0,1-1-1,0 1 1,0-1-1,0-1 1,5 1-63,2-1 104,0 0 0,0 0-1,0-2 1,0 0 0,0 0-1,-1-1 1,1-1 0,-1 0 0,2-1-104,-5 0 63,0 0 0,0-1 1,0 0-1,-1 0 1,0-1-1,0 0 1,-1-1-1,0 1 0,0-1 1,-1-1-1,0 1 1,-1-1-1,1-1 0,-2 1 1,1 0-1,-1-1 1,-1 0-1,0 0 0,0 0 1,0-4-64,2-15 283,-1-1-1,-2 1 1,0-1 0,-2 0 0,-2 0-1,-3-19-282,-2 12 377,-1-1 0,-2 1 0,-13-31-377,10 30 562,19 112-34,8-20-535,2 0 0,3-2-1,20 41 8,-35-86-112,0 0-1,0-1 0,1 1 1,0-1-1,0 0 0,1-1 0,-1 1 1,1-1-1,0 0 0,1-1 0,5 4 113,47 21-3577,-8-13-3320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14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14187,'0'0'6497,"0"0"-5160,0 0 1455,0 0-1495,0 0-665,0 0-248,164 133-272,-134-109-40,-9 1-72,-2-6 0,-3 3-168,0-3-544,0 8-1153,-2-6-2632,-6-4-5257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14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0 17828,'0'0'2208,"0"0"177,0 0-1649,0 0-552,0 0-88,-94 184-48,62-117-48,-1 1 0,-12 24-320,10-20-1809,0-9-3064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17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57 317 4241,'0'0'6988,"0"0"-4351,0 0-945,0 0-710,0 0-448,0 0 85,-1 1-463,1-1 0,0 1-1,-1 0 1,1-1 0,0 1 0,-1 0-1,1-1 1,0 1 0,0 0 0,0-1-1,-1 1 1,1 0 0,0 0 0,0-1-1,0 1 1,0 0 0,0-1-1,0 1 1,1 0 0,-1 0 0,0-1-1,0 1 1,1 0-156,14-1 758,0-2 1,1 0-1,-1 0 0,14-5-758,-13 3 90,0-1 0,0-1 0,-1-1 0,1 0 0,-1-1-1,-1 0 1,0-1 0,0-1 0,-1 0 0,0-1 0,0-1 0,5-7-90,-11 9 40,-1 0 0,0 0 0,-1-1 0,0 0 0,-1 0 0,0 0 0,-1 0 1,0 0-1,-1-1 0,0 0 0,0 1 0,-2-1 0,1 0 0,-2-7-40,1 17 1,0 1 0,-1 0 0,1-1 0,-1 1-1,1 0 1,-1-1 0,1 1 0,-1 0 0,0-1 0,0 1-1,1 0 1,-1 0 0,0 0 0,0 0 0,0 0 0,0 0-1,-1 0 1,1 0 0,0 0 0,0 0 0,-1 1 0,1-1 0,0 1-1,0-1 1,-1 1 0,1-1 0,-1 1 0,1 0 0,-1-1-1,1 1 1,0 0 0,-2 0-1,-57-2-7,46 3 5,6 0-4,-1 0 0,1 1 0,0 0 1,0 0-1,0 1 0,0 0 1,0 1-1,0 0 0,1 0 1,0 0-1,-1 1 0,2 0 1,-1 0-1,1 1 0,-1 0 1,2 0-1,-1 1 0,-4 6 6,-8 10-3,2 1-1,0 0 1,2 1-1,1 1 1,0 1 3,5-7-3,0 1 0,1 1 0,0-1 0,2 1 1,1 0-1,1 0 0,0 0 0,2 0 0,1 1 1,0 2 2,1-23 8,-1 1 1,0 0 0,1 0 0,-1 0 0,1-1 0,0 1 0,0 0 0,0-1-1,1 1 1,-1-1 0,0 1 0,1-1 0,0 1 0,-1-1 0,1 0 0,0 0-1,0 0 1,0 0 0,1 0 0,1 1-9,1 0 66,1 0 0,0 0 1,-1-1-1,1 0 0,0 0 0,1 0 0,-1-1 1,0 0-1,5 1-66,7-1 165,0-1 0,1 0 0,-1-1 1,0-1-1,0-1 0,12-3-165,-7-1-60,-1-1 1,0-1 0,0 0-1,-1-2 1,-1-1-1,0 0 1,0-2-1,4-4 60,9-9-3200,-1-2 0,11-13 3200,-4-2-7135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17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24 15035,'0'0'2533,"0"0"-201,0 0-1208,0 0-741,27-5-237,88-12-81,-112 16-59,1 1 0,0-1 1,0 1-1,0 0 0,0 0 0,0 1 1,0-1-1,-1 1 0,1 0 0,0 0 1,0 0-1,0 0 0,2 2-6,-5-2 1,1 0-1,-1 0 1,1 0-1,-1 0 1,0 1-1,0-1 1,1 0-1,-1 1 1,0-1-1,0 1 1,0-1 0,0 1-1,0-1 1,-1 1-1,1 0 1,-1-1-1,1 1 1,-1 0-1,1 1 0,-1 0 35,1 1-1,-1-1 1,-1 1-1,1-1 1,0 0-1,-1 1 1,0-1-1,1 0 1,-1 0-1,-1 1 1,1-1-1,0 0 1,-1 0-1,1 0 1,-1 0-1,0-1 1,0 1-1,0 0 1,-1-1-1,-1 2-34,-80 50 861,92-53-838,-1 2-1,0-1 1,0 1 0,0 0 0,-1 0 0,1 1 0,-1 0 0,0 0 0,0 1 0,0-1 0,2 3-23,-7-5 4,1-1-1,-1 1 1,0-1 0,1 1 0,-1 0 0,0-1 0,0 1 0,0 0 0,-1 0-1,1 0 1,0-1 0,-1 1 0,1 0 0,-1 0 0,1 0 0,-1 0 0,0 0 0,0 0-1,0 0 1,0 0 0,0 0 0,0 0 0,-1 2-4,-1-1 73,1 0 0,-1 0 0,1 0 0,-1 0 0,0-1 0,0 1 0,0-1 0,0 1 0,-1-1 0,1 0 0,-1 0 0,1 0 0,-4 1-73,-9 6 327,-1-1 0,0 0 0,0-1 0,-1-1 0,0-1-327,13-3-7,-11 2 46,1 0 1,-1-1-1,0 0 1,1-1-1,-1 0 1,-2-2-40,16 0-209,7-2-858,58-27-6938,-24 12-3000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1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1 16331,'0'0'4738,"0"0"-2834,0 0-376,0 0-304,0 0-335,-140 118-465,97-79-16,3 0-336,5-10-8,3-3-64,5-7 0,6-11-312,4-8-1096,9-5-2529,8-17-5857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18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15139,'0'0'2105,"0"0"2592,0 0-2985,0 0-888,94 126-600,-61-90-224,10 12-152,-11-9-2144,-8-8-4538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18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8514,'0'0'1978,"0"0"674,0 0-389,0 0-910,0 0-433,0 0-101,27 0 1726,193-9 825,158-30-3370,-263 25 126,-91 11-288,0-1 0,-1-1 1,0-1-1,0-1 0,-1 0 1,1-2-1,6-5 162,43-30-8946,-63 38 37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19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15267,'0'0'2150,"0"0"-124,0 0-918,26-7-649,3 0-389,174-39 484,-127 40-382,-76 7-172,0 0 0,0 0 0,0 0 0,0 0 1,0 0-1,0 0 0,0 0 0,0 0 0,-1 0 0,1 0 0,0 0 0,-1 0 1,1 0-1,0 0 0,-1 0 0,1 0 0,-1 0 0,0 0 0,1-1 0,-1 1 1,0 0-1,0 0 0,-17 15 136,-2 0 0,0-2 1,0 0-1,-1-2 1,-1 0-1,0-1 1,-2-1-137,34-14 33,18-9-13,1 2 0,0 1 0,1 1 0,0 1 0,0 2 0,0 1 0,13 0-20,-41 5 2,1 0-1,-1 1 1,1-1 0,-1 1 0,1-1 0,-1 1-1,1 0 1,-1 0 0,0 0 0,1 0 0,-1 0-1,0 1 1,0-1 0,0 1 0,0 0 0,0-1-1,0 1 1,-1 0 0,1 0 0,0 0-1,-1 0 1,0 0 0,1 0 0,-1 1 0,0-1-1,0 0 1,0 1 0,-1-1 0,1 1 0,0-1-1,-1 1 1,0-1 0,1 1 0,-1-1 0,0 1-1,0-1 1,-1 1 0,1 1-2,0 2 6,0 0 1,-1 0-1,0-1 1,0 1-1,0 0 0,-1 0 1,1 0-1,-1-1 1,-1 1-1,1-1 1,-1 1-1,0-1 0,0 0 1,-1 0-1,1 0 1,-3 1-7,-12 9 89,-2-2 0,1 0 0,-1-1 0,-1-1 0,0-1 1,-1-1-1,0-1 0,0-1 0,-1 0 0,1-2 0,-1-1 1,-1-1-1,1 0 0,-19-2-89,40-1-5,1 0-1,-1 0 1,1 0 0,-1 0 0,1 0 0,-1 0 0,0 0-1,1-1 1,-1 1 0,1-1 0,-1 1 0,1-1-1,0 1 1,-1-1 0,1 0 0,-1 0 0,1 0 0,0 0-1,0 0 1,0 0 0,-1 0 0,1 0 0,0 0-1,0-1 1,1 1 0,-1 0 0,0-1 0,0 1 5,0-3-347,0 1 0,1-1 0,-1 0 0,1 1 0,-1-1 0,1 0 0,1 1 0,-1-1 0,0 0 0,1 1 0,0-3 347,4-5-2881,5 1-1381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26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11306,'0'0'1561,"0"0"-945,0 0-616,0 0-2489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7:2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7194,'0'0'5665,"0"0"-4889,0 0 592,0 0-984,0 0-384,0 0-968,0 0-1608,29 0-513,-13 0-1064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20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70 145 9114,'0'0'4404,"0"0"-2053,0 0-307,0 0-379,1-18-365,4-57-73,5 37 483,-10 37-1539,0 0 1,0 1-1,1-1 1,-1 0-1,1 0 0,-1 1 1,1-1-1,-1 0 0,1 0 1,-1 1-1,1-1 0,0 1 1,-1-1-1,1 0 1,0 1-1,-1 0 0,1-1 1,0 1-1,0-1 0,-1 1 1,1 0-1,0-1 1,0 1-172,1 2 17,-1 1 1,0-1-1,1 0 0,-1 1 1,0 0-1,0-1 1,0 1-1,-1-1 1,1 1-1,-1 0 1,1 0-18,1 6 29,37 92 41,-21-57-11,10 37-59,-28-81 0,0 1 0,0-1-1,0 0 1,0 1-1,0-1 1,0 1-1,0-1 1,0 0 0,-1 1-1,1-1 1,0 0-1,0 1 1,0-1 0,0 0-1,0 1 1,-1-1-1,1 0 1,0 1 0,0-1-1,0 0 1,-1 1-1,1-1 1,0 0-1,-1 0 1,1 1 0,0-1-1,-1 0 1,1 0-1,0 1 1,-1-1 0,1 0-1,0 0 1,-1 0-1,1 0 1,0 0 0,-23 5-34,-34-5-37,43-1 61,8-1 60,21-5-17,45-12 1,-26 9-26,-6-2 25,-22 8-35,1 1-1,0 1 1,0-1-1,0 1 0,0 0 1,0 0-1,6 0 3,-17 22-23,-6-2 15,0-1 0,-1 0 0,-11 12 8,20-27 6,-1 0 0,0 0 0,0 0 0,-1 0 0,1-1 0,0 0 0,-1 1 0,1-1 0,0 0 0,-1-1 0,1 1 0,-1-1 0,0 1 0,1-1 0,-1 0 0,0 0-6,-59-6 104,-47-34-112,108 40 6,1 0-14,1 0-30,28-3 12,3-2 53,0-2 0,-1-1 0,0-1 0,21-10-19,-37 14-3,1 0-1,0 0 1,1 2 0,-1 0 0,10 0 3,-25 3 2,0 0 2,0 0 26,0 0-26,0 0-2,0 0-4,0 0 4,0 0-3,-1 0-55,0-1 0,0 1 0,0 0 0,0 0-1,0-1 1,0 1 0,0 0 0,0 0 0,0 0 0,0 1 0,0-1-1,0 0 1,0 0 0,0 0 0,0 1 0,0-1 0,0 1 0,0-1 0,0 0-1,-1 1 57,-11 5-6168,5 8-2764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0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6241,'0'0'6604,"0"0"-3352,0 0-1206,30-14-649,97-41-619,-120 52-741,1 0-1,0 0 1,0 1 0,0 1 0,0-1 0,0 1 0,0 0 0,0 1 0,0 0 0,1 0 0,0 1-37,-4 0 47,-1 0 1,1 1 0,-1-1 0,1 1 0,-1 0-1,0 0 1,0 0 0,0 0 0,0 1-1,-1-1 1,1 1 0,0 0 0,-1 0 0,2 3-48,5 8 172,-2-1 1,0 1-1,-1 0 1,0 1-1,-1 0 1,-1 0-1,0 0 0,2 13-172,-2-7 118,2-1-1,0 0 1,3 5-118,-9-24-150,0 1 1,0 0 0,0-1-1,0 1 1,1-1-1,-1 1 1,0-1-1,1 0 1,-1 1 0,1-1-1,-1 0 1,1 0-1,0 0 1,-1 0-1,1 0 1,0-1-1,0 1 1,-1 0 0,1-1-1,0 1 1,0-1-1,1 0 150,-2 0-198,0 0 0,1 0 0,-1 0-1,0 0 1,0 0 0,1-1 0,-1 1 0,0 0-1,0-1 1,0 1 0,1-1 0,-1 1 0,0-1-1,0 0 1,0 1 0,0-1 0,0 0 0,0 0-1,0 0 1,0 0 0,-1 0 0,1 0 0,0 0-1,0 0 1,-1 0 0,1 0 0,-1 0 0,1 0-1,-1-1 1,1 1 0,-1 0 0,0-1 198,4-19-7574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0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0 4185,'0'0'10114,"0"0"-7289,0 0-1713,0 0-296,0 0 456,0 0 249,-126 172-217,75-114-264,0-3-32,8-6-592,5-11-15,14-11-393,13-10-8,9-8-64,2-6-1001,16-3-687,13 0-1201,-2-8-2856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1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13483,'0'0'3901,"0"0"-1295,0 0-697,0 0-1143,0 0-454,-9 27 467,-29 90 92,32-95-639,0 0 0,2 0 0,0 0 0,2 0 0,0 1 0,2-1 0,0 5-232,1 3 96,-2-27-94,1 0 0,0 0 0,1 0 0,-1-1 0,0 1 0,1 0 0,0 0 0,-1 0 0,1-1 0,0 1 0,0 0 0,1-1-1,-1 1 1,1-1 0,-1 1 0,1-1 0,0 0 0,0 0 0,0 1 0,0-1 0,0-1 0,0 1 0,0 0 0,1 0 0,-1-1 0,1 1 0,-1-1 0,1 0 0,0 0 0,-1 0 0,1 0 0,0 0 0,0-1-2,3 1-384,-1-1 0,1 1 0,-1-1 0,1 0 0,0-1 0,-1 1 1,1-1-1,-1 0 0,1-1 0,-1 1 0,0-1 0,1 0 0,-1-1 0,0 1 0,0-1 0,-1 0 1,1 0 383,27-23-6531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1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0 16187,'0'0'2438,"0"0"-875,0 0-472,0 0-97,-5 29 117,3-15-969,-9 62 1278,2 0 0,4 22-1420,5-89 55,-1 2 2,1-1 0,0 0 0,1 0 0,1 0 1,-1 1-1,1-1 0,2 4-57,-2-11 6,-1 0 1,1-1 0,-1 1 0,1 0 0,0-1 0,0 1 0,0-1 0,0 0 0,0 0 0,1 0 0,-1 0 0,1 0-1,-1 0 1,1 0 0,0-1 0,0 0 0,0 1 0,-1-1 0,1 0 0,0 0 0,0-1 0,1 1 0,-1-1 0,0 1 0,0-1-1,3 0-6,1 1-184,0-1-1,0 0 0,0 0 0,0-1 1,1 0-1,-1 0 0,0-1 1,0 0-1,0 0 0,-1 0 0,1-1 1,0 0-1,-1 0 0,0-1 0,0 0 1,5-3 184,-6 2-735,-1 1 0,0-1 0,1 0 0,-1 0 0,-1 0 0,1 0 0,-1-1 0,0 1 0,0-1 0,-1 0 0,1 0 0,0-5 735,1-16-7607</inkml:trace>
  <inkml:trace contextRef="#ctx0" brushRef="#br0" timeOffset="1">1 288 15739,'0'0'4961,"0"0"-2992,0 0-177,0 0-1376,0 0-296,158-34-80,-104 19-40,13-1-192,-16 1-1696,-8 3-4754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1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15011,'0'0'2993,"0"0"-1961,0 0 952,0 0-1303,0 0-353,0 0-328,142-19 0,-110 19-416,-5 0-1289,-6-2-3696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2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13555,'0'0'2812,"0"0"-836,0 0-225,0 0-735,0 0-556,0 0-345,18-4-73,56-7-18,-74 11-23,1 0 0,0 0 0,0 0 0,0 0 0,-1 0 0,1 0 0,0 0 0,0 0 0,0 1 0,-1-1 0,1 0 0,0 1-1,-1-1 1,1 0 0,0 1 0,0-1 0,-1 1 0,1-1 0,-1 1 0,1-1 0,-1 1 0,1 0 0,-1-1 0,1 1 0,-1 0 0,1-1 0,-1 1 0,0 0-1,1 0 1,-1-1 0,0 1 0,0 0 0,1 0 0,-1 0 0,0-1 0,0 1 0,0 0 0,0 0-1,-3 30 32,3-27-22,-3 4-7,1 0 0,-1 0 0,-1 0 0,1-1 0,-1 1 0,0-1 1,-1 0-1,0 0 0,-3 2-3,4-3 124,-1-1 1,1 1-1,0 0 1,0 0-1,1 0 1,0 1 0,0-1-1,0 1 1,1 0-1,0 0 1,0 0-1,1 0 1,0 1-125,1-7 48,0 0 0,1-1 0,-1 1 0,0 0 0,1-1 0,-1 1 0,1-1 0,-1 1 1,1 0-1,-1-1 0,1 1 0,0-1 0,-1 0 0,1 1 0,0-1 0,-1 1 0,1-1 0,0 0 0,-1 0 0,1 1 1,0-1-1,0 0 0,-1 0 0,1 0 0,0 0 0,0 0 0,-1 0 0,1 0 0,0 0 0,0 0-48,32 0 720,-24-1-515,13 1-194,-1-1 1,0-1-1,0-2 0,0 0 1,9-3-12,34-19-3803,-55 21 1899,0-1 0,0 1 0,-1-2-1,0 1 1,4-5 1904,-1-1-5478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2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15283,'0'0'3105,"0"0"-897,0 0-327,0 0-625,147 162-192,-128-106-7,-8-1-345,-11-1-264,0-6-448,0-5 144,0-2-144,-27 20-304,0-8-1649,3-7-3984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7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 8754,'0'0'3066,"0"0"-247,0 0-468,0 0-834,0 0-348,-3 0 814,8 0-1676,257 7 1100,-262-7-1405,1 1 0,0-1-1,0 0 1,0 1 0,-1-1 0,1 1 0,0-1 0,-1 1-1,1-1 1,0 1 0,-1 0 0,1-1 0,-1 1 0,1 0-1,-1-1 1,1 1 0,-1 0 0,1 0 0,-1 0-1,0-1 1,1 1 0,-1 0 0,0 0 0,0 0 0,0 0-1,0-1 1,0 1 0,0 0 0,0 0 0,0 0-1,0 0 1,0 0-2,0 39 26,-1-27-26,-14 290 487,1 4 177,7-121 397,-10 18-1061,-5 84 91,18-202-7,-4 0 0,-5 1-84,6-48 32,-2 0 0,-2-1 0,-1 0 0,-2 0 0,-10 16-32,8-16 45,13-29 12,0 1 0,-1-1 0,0 0 0,-1-1-1,0 1 1,-1-1 0,1 0 0,-1 0-1,-1 0-56,4-7 111,0 1 0,0 0 0,0-1-1,0 1 1,0-1 0,0 0 0,-1 0-1,1 0 1,0 0 0,-1-1 0,1 1-1,-1-1 1,0 0-111,-54-1-89,33 0 148,5 0-418,-26 2-1667,21 8-4882,8 9-3611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8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7770,'0'0'2049,"0"0"-64,0 0-346,0 0-271,0 0 131,0 0-21,0 7 1698,2 20-2229,2-1 0,0 0 0,2-1 0,5 15-947,6 28 393,151 682 1632,-122-523-1375,-11 2 0,-8 15-650,-3-33 200,-2-21 340,-4 135-540,-18-310-311,2 9 660,5-18-2753,8-3-3904,-4-3-9107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9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 15739,'0'0'3796,"0"0"-1640,0 0-1075,0 0-659,0 0-180,-13 27 186,-2 4-238,-24 48 1105,-7 6-1295,26-50 454,-145 237 877,164-270-1506,0-1 0,0 1 1,0 0-1,-1 0 0,1 0 1,-1-1-1,1 1 0,-1-1 1,0 1-1,0-1 0,0 1 1,0-1-1,0 0 0,-2 1 175,-21 0-7476,14-2-734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9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13475,'0'0'2624,"0"0"-455,0 0 487,0 0-1287,151 75-401,-122-37 128,-5 4-464,-2 1-248,-3 0-336,-3 1-48,0-1-72,-3-1-832,6 11-968,-3-10-1801,-2-9-672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00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7882,'0'0'2820,"0"0"-273,0 0-477,0 0-745,0 0-179,0 0 319,0 0 111,10 2 1079,22 1-1705,0-1-1,1-1 1,4-2-950,1 0-3575,0 2-5519,-38-1-2972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00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5281,'0'0'9082,"0"0"-6257,0 0-65,0 0-671,0 0-1601,0 0-312,151-17-176,-114 12 0,6-7-880,-8 3-2153,-5-1-6033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00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18 13595,'0'0'2949,"0"0"-466,0 0-176,0 0-1218,0 0-716,0 0-113,-7 14 229,0 1-252,0 1 0,1 0 0,1 0 0,1 0-1,-2 10-236,5-22 64,1 1-1,-1-1 1,1 1-1,0-1 1,0 1-1,1-1 0,-1 1 1,1-1-1,0 1 1,0-1-1,1 1 0,0 0-63,-1-3 20,0 1-1,1-1 1,-1 0-1,1 0 1,-1 0-1,1-1 1,0 1-1,0 0 1,0-1-1,0 1 1,0-1-1,0 1 1,0-1-1,1 0 1,-1 0-1,0 0 1,1 0-1,-1-1 1,0 1-1,1-1 1,-1 1-1,1-1 1,1 0-20,5 1 57,-1 0 1,1-1-1,0 0 1,-1-1-1,1 0 0,0 0 1,-1-1-1,1 0 1,-1 0-1,0-1 0,0 0 1,0-1-1,0 0 1,1-1-58,-4 2 57,0-1 0,0 0 0,-1 1 0,0-1 0,0-1 0,0 1 0,0-1 0,-1 1 0,1-1 0,-1 0 0,-1-1 0,1 1 0,-1 0 0,0-1 0,0 1 0,0-1 0,-1 0 1,0 1-1,0-1 0,0 0 0,-1-4-57,0 9 0,1-4 23,-1-1 1,1 0-1,-2 0 0,1 0 0,-1 0 1,0 0-1,0 0 0,-1-4-23,1 8-57,-1 0 0,1 0-1,0 0 1,-1 0 0,1 1 0,-1-1-1,0 0 1,1 1 0,-1-1-1,0 1 1,0 0 0,0 0 0,0-1-1,0 1 1,0 1 0,0-1-1,0 0 1,-1 0 0,1 1-1,0-1 1,0 1 0,-1 0 0,1 0-1,0 0 1,-1 0 57,-43-2-2767,13 4-2432,-5 9-5192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01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0 17820,'0'0'3096,"0"0"-1655,0 0-497,0 0-448,0 0-224,-143 150-56,103-99-16,3-3 16,4-4-136,4-11-72,7-6-16,6-10-56,11-17-664,2 0-1896,3 0-3474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01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16740,'0'0'4312,"0"0"-3495,0 0 959,0 0-784,0 0-280,0 0-592,112 135-24,-93-108-96,0-1-264,0 1-456,5 9-992,-5-9-1361,0-3-4600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05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9570,'0'0'3191,"0"0"338,0 0-959,0 0-1011,0 0-631,0 0-186,8 0 227,136-13 1482,-141 12-2587,33-1 440,-35 2-451,0 0-1,0 0 1,0 0-1,0 0 1,0 0 0,-1 0-1,1 0 1,0 0-1,0 0 1,0 0 0,0 1-1,-1-1 1,1 0 0,0 1-1,0-1 1,0 0-1,-1 1 1,1-1 0,0 1-1,0-1 1,-1 1-1,1-1 1,-1 1 0,1 0-1,0-1 1,-1 1-1,1 0 1,-1-1 0,0 1-1,1 0 1,-1 0-1,1 0 148,-1 14-4703,0 2-2920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05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14427,'0'0'3777,"0"0"-977,0 0-807,0 0-1145,0 0-568,0 0-232,0 0-48,166 0-888,-139 0-2121,0-5-2464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05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0 13499,'0'0'2722,"0"0"-703,0 0-283,0 0-865,0 0-432,0 0-148,-22 5 165,-68 15 37,85-17-433,0-1-1,0 1 1,0 0-1,0 0 0,0 1 1,1-1-1,-1 1 1,1 0-1,0 0 1,0 1-1,1-1 1,-1 1-1,1 0 1,0 0-1,0 0 1,1 0-1,-1 0 1,1 1-1,0-1 1,1 1-1,-1 0 0,1-1 1,0 1-1,1 0 1,-1 0-1,1-1 1,1 4-60,-1-8 14,0 0 0,0 0 1,0 0-1,0 0 0,0 0 1,1 0-1,-1 0 0,0 0 1,1 0-1,-1-1 0,1 1 0,-1 0 1,1 0-1,-1 0 0,1 0 1,0-1-1,-1 1 0,1 0 1,0-1-1,0 1 0,-1-1 0,1 1 1,0-1-1,0 1 0,0-1-14,31 9 145,34-13-112,-62 4-38,-1-1 0,1 0 0,-1 0 0,0 0 0,0-1 0,1 1 0,-1-1 0,0 0 0,0 0 0,0 0 0,-1 0 0,1 0 0,-1-1 0,1 1 0,-1-1 0,0 0 0,0 0 1,0 0-1,0 0 0,0 0 0,-1 0 0,1 0 0,-1 0 0,0-1 0,0 1 5,2-6 21,-1 1 0,0-1 0,-1 0 0,0 0 0,0 0 0,-1-3-21,-1 46-9,0-19 56,0-1 0,1 1 1,1 0-1,0 0 0,1 0 0,1-1 1,0 1-1,1-1 0,1 4-47,-4-16 9,1 0 0,-1-1-1,0 1 1,1 0-1,-1 0 1,1-1-1,-1 1 1,1-1 0,0 0-1,-1 1 1,1-1-1,0 0 1,0 0 0,0 0-1,0 0 1,0 0-1,0-1 1,1 1-1,-1 0 1,0-1 0,0 0-1,0 0 1,0 1-1,1-1 1,-1 0-1,0-1 1,0 1 0,0 0-1,1-1 1,-1 1-1,0-1 1,0 0 0,0 1-1,1-2-8,3 0-9,-1 0-1,1-1 0,0 1 1,-1-1-1,0-1 1,0 1-1,0-1 1,0 0-1,0 0 1,-1 0-1,3-4 10,-5 3-337,-2 4-2268,0 1-2313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48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9946,'0'0'3049,"0"0"-1241,0 0-39,0 0-353,0 0-408,0 0-200,2 0 473,33 0 95,11 0-208,5 0-592,5 0-144,-2-3-256,-6-2-176,-5 5-144,-5 0-760,-14 0-1536,-8 3-2730,-10 4-5288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6:48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13851,'0'0'2088,"0"0"-1367,0 0 1527,0 0-856,0 0-952,167-2-384,-97-13-56,-14 1-2104,-10 2-6130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44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10962,'0'0'2685,"0"0"117,0 0-408,0 0-501,0 0-370,0 0-738,3 0 47,-1 1-764,-1-1 1,0 0 0,0 0-1,1 1 1,-1-1-1,0 1 1,0-1 0,1 1-1,-1-1 1,0 1-1,0 0 1,0 0 0,0-1-1,0 1 1,0 0 0,0 0-1,-1 0 1,1 0-1,0 0 1,0 0 0,-1 1-1,1-1-68,15 38 870,-1 47-23,-11-33-604,-4 1 1,-1 6-244,-1-20 27,1 0 0,3 0 0,1 0 0,5 20-27,-7-55 4,1 0 0,-1 0 0,1 0 0,0 0 0,0 0 0,1-1 0,0 1 0,0-1 0,0 0 0,0 0 0,0 0 0,1 0 0,-1-1 0,1 1 0,0-1 0,1 0 0,-1 0 0,0 0 0,1-1 0,-1 0 0,1 1 0,0-2 0,0 1 0,0 0 0,0-1 0,2 0-4,10 2 26,0-1 0,0 0-1,0-2 1,0 0-1,0-1 1,0 0 0,10-3-26,-20 2-66,0 0 1,0 0 0,0 0 0,0-1-1,0 0 1,-1-1 0,1 1 0,-1-1-1,0-1 1,0 1 0,0-1 0,4-5 65,24-30-3610,-8-2-4857,-17 18-2029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44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10506,'0'0'7546,"0"0"-6538,0 0 2873,0 0-2721,0 0-144,13 160-488,-8-115-327,3-1-137,0-5-64,9-8-617,-1-7-1847,-3-14-2841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44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16452,'0'0'2396,"0"0"955,0 0-1845,6 26-904,52 188 120,-58-212-806,0-20-105,-6-42 22,3 49 183,1 0 0,1 0 0,0 0 0,0 0-1,1 0 1,1 0 0,0 0 0,0 0 0,2-4-16,-2 13 8,0 0 1,0 0-1,1 0 1,-1 0-1,0 0 1,1 0-1,0 0 1,-1 1-1,1-1 1,0 0-1,0 1 1,0-1-1,0 1 1,0 0-1,0 0 1,0 0-1,0 0 1,0 0-1,1 0 1,-1 1-1,0-1 1,1 1-1,-1-1 1,0 1-1,1 0 1,-1 0-1,1 0 1,-1 0-1,0 0 1,3 1-9,-1 0 8,1-1 0,0 1 1,-1 0-1,1 0 0,0 1 0,-1-1 1,0 1-1,1 0 0,-1 0 1,0 1-1,0-1 0,0 1 0,0 0 1,3 3-9,-1 3 9,0 1 1,0 1 0,-1-1-1,0 1 1,-1 0 0,0 0 0,-1 0-1,-1 0 1,1 1 0,-2-1-1,1 1 1,-2 0 0,1-1-1,-2 1 1,0 0-10,1-10 63,0-7 85,-1-35-63,0 14-64,1-1 0,1 1 1,2-3-22,-3 22 38,1 1 0,1-1 0,-1 1 1,1-1-1,0 1 0,1-1 0,0 1 1,0 0-1,0 0 0,0 0 0,1 1 0,0-1 1,0 1-1,3-2-38,-6 5 10,1 0 0,0 0 0,0 1 0,0-1 1,0 0-1,0 1 0,0 0 0,1-1 0,-1 1 0,0 0 0,1 0 1,-1 0-1,1 1 0,-1-1 0,1 0 0,-1 1 0,1 0 0,-1-1 1,1 1-1,0 0 0,-1 1 0,1-1 0,-1 0 0,1 1 0,-1-1 1,1 1-1,-1 0 0,1 0 0,-1 0 0,0 0 0,1 0 0,-1 0 0,0 1 1,0-1-1,0 1 0,0 0 0,0-1 0,0 1 0,0 0 0,-1 0 1,1 0-1,0 1-10,6 8-5,0 1 0,0 0 0,-1 1 0,-1-1 0,0 1 0,0 1 0,-1 0 5,19 61-2679,10 59 2679,-31-123-537,14 60-5289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45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14739,'0'0'3544,"0"0"-1117,0 0-461,0 0-976,-23 6-676,3-2-270,1 1 0,0 1 0,1 1 0,-1 1-44,16-6 13,1 0 1,-1 1 0,1-1-1,-1 1 1,1-1 0,0 1-1,0 0 1,0 0 0,0 0-1,0 0 1,1 0-1,0 0 1,-1 0 0,1 0-1,0 1 1,0-1 0,1 0-1,-1 1 1,1-1 0,0 1-1,0-1 1,0 1-1,0-1 1,0 0 0,1 1-1,0 2-13,0 11 119,-1-8-49,0 1 0,1 0 0,0-1 0,1 1 0,0-1 0,0 0-1,1 1 1,0-1 0,1 0 0,0-1 0,3 5-70,-5-9 24,1 0 0,0 0 0,0-1-1,0 1 1,1-1 0,-1 1 0,1-1 0,0 0 0,0 0 0,0-1-1,0 1 1,0-1 0,0 0 0,1 0 0,-1 0 0,1-1 0,0 0 0,-1 1-1,1-2 1,0 1 0,0 0 0,0-1 0,2 0-24,-5-1 5,1 1 0,-1 0 0,0-1 0,0 0-1,1 0 1,-1 1 0,0-1 0,0-1 0,0 1 0,0 0 0,0 0 0,0-1 0,-1 1 0,1-1 0,0 1 0,-1-1 0,1 0-1,-1 0 1,0 0 0,1 0 0,-1 0 0,0 0 0,0 0 0,0 0 0,-1 0 0,1 0 0,0-1 0,-1 1 0,1 0 0,-1 0-1,0-2-4,3-13 31,-1 0 0,0-1 0,-2 1-1,0-1-30,0 2 8,1-133 1684,7 156-1357,3 16-289,-1 0 1,-1 0-1,-1 1 1,-1 0-1,-1 1 0,-1 0-46,14 52 14,-18-75-96,-1 0 0,1-1 0,0 1 0,0 0 0,-1 0 0,1-1 0,0 1 0,0-1 0,1 1 0,-1-1 0,0 1 0,0-1 0,1 0 0,-1 1 0,1-1 0,-1 0 0,1 0-1,0 0 1,-1 0 0,1 0 0,0-1 0,0 1 0,-1 0 0,1-1 0,1 1 82,0-1-796,0 1-1,0-1 0,0 0 1,0 0-1,0 0 1,0-1-1,0 1 0,0-1 1,0 0-1,1 0 797,18-11-13619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45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16860,'0'0'4465,"0"0"-2977,0 0-208,0 0-680,0 0-184,143 0 136,-100 0-544,-6 0 161,-2 0-169,-3 0-8,1 0-793,-1-17-1007,-8 2-1865,-8-2-1072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46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13795,'0'0'5176,"0"0"-2277,0 0-1029,0 0-1026,0 0-449,0 0 49,26 3 80,81 11-172,-99-13-334,0 1 0,-1 0 1,0 0-1,1 0 0,-1 1 0,0 0 1,0 1-1,-1 0 0,1 0 0,-1 0 1,1 1-1,-1 0 0,-1 0 0,1 0 1,-1 1-1,0 0 0,0 0 0,-1 0 1,1 0-1,-1 1 0,-1 0 0,1 2-18,-2-5 7,0 1 0,-1 0-1,0 0 1,0-1-1,0 1 1,0 0 0,-1 0-1,0 0 1,0 0-1,0 0 1,0 0 0,-1 0-1,0 0 1,0 0-1,-1-1 1,1 1-1,-1 0 1,0-1 0,0 1-1,-2 2-6,-5 6 51,-1 0 0,0 0 0,-1-1 0,0-1 0,-9 7-51,-7 8 13,18-12-98,8-10-4507,10-4-963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46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58 12739,'0'0'4965,"0"0"-2610,0 0-192,-9 22-521,-27 72-735,34-88-861,1 0 0,-1 0 0,1 0 0,0 0 0,0 0 0,1 0 1,0 1-1,0-1 0,0 0 0,2 5-46,-2-8 37,1 0 1,0 0-1,0 0 1,0-1-1,1 1 1,-1 0-1,1 0 1,-1-1-1,1 1 1,0-1-1,0 1 1,0-1-1,0 0 1,0 0-1,3 2-37,0-1 36,-1-1-1,1 1 1,1-1-1,-1 0 1,0 0-1,0-1 1,1 0 0,-1 0-1,1 0 1,-1 0-1,1-1 1,-1 0-1,1 0 1,-1-1-1,1 1 1,-1-1 0,1-1-1,-1 1 1,1-1-36,0 0-211,1-1 1,-1 0-1,0 0 1,0 0-1,-1-1 1,1 0-1,-1 0 1,0-1-1,0 0 1,0 1-1,0-2 1,-1 1-1,0 0 0,0-1 1,-1 0-1,1 0 1,-1 0-1,0 0 1,-1 0-1,1-4 211,3-7-689,0 0-1,-2 0 1,0-1 0,-1 0-1,-1 0 1,-1 1-1,0-5 690,-2 22-44,1 0-1,-1 0 1,0 0-1,1 0 1,-1 0-1,0 0 1,1 0-1,-1 0 1,0 0-1,1 0 1,-1 0-1,1 0 1,-1 1 0,0-1-1,1 0 1,-1 0-1,1 1 1,-1-1-1,1 0 1,-1 1-1,0-1 1,1 1-1,0-1 1,-1 1-1,1-1 1,-1 1-1,1-1 1,-1 1 0,1-1-1,0 1 1,0-1-1,-1 1 1,1-1-1,0 1 1,0 0 44,-2 5 200,0 0 1,1 0-1,0 0 1,0 0 0,0 0-1,1 0 1,0 0-1,0 0 1,0 0-1,1 0 1,0 0 0,0 0-1,1 0 1,0 0-1,0 0 1,0-1-1,1 1 1,-1-1 0,1 1-1,1-1 1,-1 0-1,1 0 1,0-1-1,0 1 1,0-1 0,4 3-201,-3-2 206,1-1 1,0 1-1,0-1 1,0-1-1,0 1 1,1-1 0,0 0-1,-1-1 1,1 0-1,0 0 1,0 0-1,1-1 1,-1 0 0,0 0-1,0-1 1,0 0-1,1 0 1,-1-1 0,0 0-1,0 0 1,0 0-1,0-1 1,1 0-207,-3-1 93,-1 1 0,1-1-1,-1 1 1,0-1 0,0 0 0,0-1 0,0 1 0,-1-1 0,1 0-1,-1 1 1,0-2 0,0 1 0,0 0 0,0 0 0,-1-1 0,0 0-1,0 1 1,0-1 0,-1 0 0,1 0 0,-1 0 0,0-2-93,2-8 92,-1-1 0,0 1 0,-1-1 0,0 0 0,-2 0 0,-1-11-92,1 25-119,1 0 0,-1-1-1,0 1 1,0 0 0,0 0 0,-1 0-1,1 0 1,0 1 0,-1-1 0,1 0-1,-1 0 1,0 1 0,0-1 0,1 1-1,-1-1 1,0 1 0,0 0 0,0 0-1,0 0 1,-1 0 0,1 0 0,0 1-1,0-1 1,-1 0 0,1 1 0,0 0-1,0-1 1,-1 1 0,0 0 119,-18-1-6008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47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22 177 8242,'0'0'5505,"0"0"-1510,0 0-1317,0 0-659,0 0-636,0 0-620,-2-6-301,0 4-427,1-1 1,0 1 0,1-1 0,-1 1 0,0-1-1,1 0 1,-1 1 0,1-1 0,0 0-1,0 1 1,0-1 0,0 0 0,0 1-1,1-1 1,-1 0 0,1 1 0,0-1-1,0 0 1,0 1 0,0-1 0,0 1 0,0 0-1,1-1 1,-1 1 0,1 0 0,0 0-1,0 0 1,-1 0 0,1 0 0,1 0-1,-1 1 1,0-1 0,2-1-36,13-11 196,0 1-1,1 1 1,17-9-196,-27 16 39,0 1 1,1 0 0,0 1-1,0 0 1,0 0-1,0 1 1,0 0 0,1 1-1,-1 0 1,1 0-40,-8 2 0,-1-1-1,1 0 1,-1 1 0,1-1 0,-1 1-1,0 0 1,1-1 0,-1 1 0,0 0-1,0 0 1,1 0 0,-1 0 0,0 0 0,0 0-1,0 0 1,0 0 0,0 0 0,0 0-1,-1 1 1,1-1 0,0 0 0,0 1-1,-1-1 1,1 0 0,-1 1 0,0-1-1,1 1 1,-1-1 0,0 1 0,0-1 0,0 1 0,4 51-12,-4-52 13,1 15 2,-1 0-1,-1 0 0,-1 0 1,-1-1-1,0 1 0,0 0 1,-2-1-1,0 0 0,-1 0 1,0 0-1,-1-1 0,-1 0 1,0 0-1,-1-1 0,-7 8-2,0 0 73,-1 0 0,-19 16-73,32-32 18,-1-1 0,0 0 0,1 0 0,-2 0 0,1-1-1,0 0 1,-1 0 0,1 0 0,-1-1 0,0 1-1,0-1 1,0-1 0,0 1 0,0-1 0,-4 0-18,9-1 7,0-1 1,0 1 0,-1-1 0,1 0 0,0 0-1,0 1 1,0-1 0,0 0 0,0 0 0,0 0-1,0 0 1,0 0 0,1 0 0,-1 0 0,0 0 0,0-1-1,1 1 1,-1 0 0,1 0 0,-1-1 0,1 1-1,0 0 1,-1-1 0,1 1 0,0 0 0,0-1-1,0 1 1,0-1-8,0 0 6,-1 1 0,1 0 0,0-1 0,0 1 0,0 0 0,0-1-1,0 1 1,0 0 0,0-1 0,0 1 0,0 0 0,1-1 0,-1 1 0,1 0 0,-1 0-1,1-1 1,-1 1 0,1 0 0,0 0 0,-1 0 0,1 0 0,0 0 0,0 0 0,0 0-1,0 0 1,0 0 0,0 0 0,0 0 0,1 0-6,25-3-13,0 2 1,0 0-1,0 2 0,23 3 13,18-1-8,82-2-29,-148 0-12,-1 0-1,1-1 1,0 1 0,-1-1-1,1 1 1,-1-1 0,1 1-1,-1-1 1,1 0 0,-1 0-1,1 0 1,-1 0 0,0 0-1,0 0 1,1 0 0,-1 0-1,0-1 1,0 1 0,0 0-1,1-2 50,16-32-3750,-15 29 2112,3-9-3189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48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11202,'0'0'2701,"0"0"-925,0 0-249,0 0-417,0 0-426,0 0-353,6-5-58,4-2-214,0 0 1,0 1-1,1 0 0,0 1 1,0 0-1,1 1 0,0 0 0,1 0-59,20-5 91,0 1 0,22-1-91,-53 10-3203,-8 3 1440,-16 7-1065,16-8 1255,-17 7-3319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48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7618,'-27'3'1028,"-7"-1"-314,1 1 8498,33 24-8868,1 62 79,4 1 0,4-1-1,5 12-422,-4-16 468,-3 1-1,-5-1 0,-3 1 0,-5 15-467,2-25-112,-1-19 115,-11 51-3,6-52 10,-1 51-10,7-68 8,-1-1-1,-2 0 1,-8 21-8,-8 48 10,18-57 1357,1 0-1,4 48-1366,1-48 147,1-48-54,1-1 1,0 0-1,0 0 0,0 0 1,0 0-1,0 0 1,0-1-1,0 1 1,0-1-1,0 0 1,0 0-1,0 0 0,0 0 1,2-1-94,-2 1 93,157 0 666,-136 1-1342,0 0-7157,-7-1-7451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49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120 183 7826,'0'0'6377,"0"0"-2599,0 0-981,0 0-934,0 0-859,0 0-466,25 3 1155,11 3-1385,1 0 0,0-3 0,0-1 0,21-2-308,-55 0 6,-1 0-1,1 0 1,0 0-1,0-1 0,0 1 1,-1-1-1,1 1 1,0-1-1,-1 0 0,1 0 1,-1 0-1,1 0 0,-1-1 1,1 1-1,-1-1 1,0 1-1,1-1 0,-1 0 1,0 0-1,0 0 1,0 0-1,-1 0 0,1 0 1,-1-1-1,1 1 1,-1 0-1,1-1 0,-1 1 1,0-1-1,0 0-5,1-8 18,1 0-1,-1-1 0,-1 1 1,0-1-1,-1 1 1,0-8-18,0 11-10,0 6 9,0-1 1,-1 1 0,1-1-1,-1 1 1,1-1 0,-1 1-1,0 0 1,0-1 0,0 1-1,0 0 1,0 0 0,-1 0-1,1 0 1,0 0 0,-1 0-1,0 0 1,0 0 0,1 0-1,-1 1 1,0-1 0,0 1-1,0-1 1,0 1 0,-1 0-1,1 0 1,0 0 0,-1 0-1,1 0 1,0 1 0,-1-1-1,1 1 1,-2-1 0,-12-1-19,0 0 1,0 0-1,0 2 1,-14 1 18,9-1-12,13 0 8,0 1 0,0 0 0,1 0 0,-1 1 0,1 0 0,-1 0 0,1 0 0,0 1 0,0 0 0,0 1 0,0 0 0,1 0-1,-3 2 5,-2 2-3,1 1 0,1 0 0,-1 0 0,1 1 0,1 0 0,0 1 0,-6 9 3,3-1 44,1 0 0,0 1-1,2 0 1,0 1 0,1 0-1,1 0 1,1 1 0,1-1-1,0 14-43,3-23 39,0 1 1,0-1-1,1 0 0,1 1 1,0-1-1,1 0 0,3 12-39,-3-20 9,-1 0 0,1-1 0,0 1 0,0-1 0,0 1 0,1-1 0,-1 0 0,1 0 0,0 0 0,-1 0 0,1-1 0,0 1 0,1-1 0,-1 0 0,0 0 0,1 0 0,-1 0 0,1 0 0,0-1 1,0 0-1,-1 1 0,1-1 0,0-1 0,0 1 0,0-1 0,0 1-9,17 2 81,1-2 1,-1 0 0,0 0 0,1-2-1,-1-1 1,0-1 0,0 0 0,0-2-1,0 0 1,6-4-82,-12 3-398,-1 0 1,1-1-1,-2-1 0,1 0 1,-1-1-1,6-5 398,-8 5-1416,-1 0-1,0-1 1,-1 0-1,0-1 1,-1 0-1,0 0 1,5-11 1416,7-14-11828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3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0 336 10082,'0'0'1895,"24"0"-202,368-27 4369,24-17-4139,470-39 204,-750 74-1848,117-7-4,-1-10 1,46-20-276,-204 21 619,-86 22-561,0 0 1,-1 0 0,1 0 0,-1-1-1,0-1 1,0 1 0,0-1-1,-1 0 1,0-1 0,1 0-59,-6 6-29,-1 0 0,0 0 1,0-1-1,1 1 1,-1 0-1,0 0 1,0 0-1,0 0 1,1 0-1,-1-1 0,0 1 1,0 0-1,0 0 1,1 0-1,-1-1 1,0 1-1,0 0 1,0 0-1,0 0 1,1-1-1,-1 1 0,0 0 1,0 0-1,0-1 1,0 1-1,0 0 1,0-1-1,0 1 1,0 0-1,0 0 0,0-1 1,0 1-1,0 0 1,0 0-1,0-1 1,0 1-1,0 0 1,0 0-1,0-1 1,-1 1-1,1 0 0,0 0 1,0-1-1,0 1 1,0 0-1,0 0 1,-1-1-1,1 1 1,0 0-1,0 0 0,0 0 1,-1 0-1,1-1 1,0 1-1,0 0 1,-1 0-1,1 0 29,-18 0-3919,16 0 3616,-28 4-5142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3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10242,'0'0'5417,"0"0"-3125,0 0-583,-5 20 124,5-19-1811,-14 65 1390,2-1-1,4 1 1,1 16-1412,7-58 222,-1-5 16,2 1 1,0-1 0,1 1-1,2 9-238,-3-24 19,1 1 0,-1-1 0,1 0-1,0 0 1,1 1 0,-1-1-1,1 0 1,0-1 0,0 1 0,1-1-1,-1 1 1,1-1 0,0 0-1,0 0 1,1-1 0,-1 1-1,4 1-18,-5-3-46,-1-1 0,1 1-1,-1-1 1,1 0-1,0 0 1,0 0 0,-1-1-1,1 1 1,0-1 0,0 1-1,0-1 1,0 0-1,0 0 1,0 0 0,0 0-1,0-1 1,-1 1-1,1-1 1,0 0 0,0 0-1,0 0 1,-1 0-1,1 0 1,-1-1 0,1 1-1,0-1 47,4-3-894,-1 0 0,1-1 0,-1 1 0,-1-1 0,1 0 1,-1-1-1,0 1 0,2-6 894,11-22-7429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3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14875,'0'0'4289,"0"0"-2561,0 0 217,0 0-921,164-53-736,-105 31 0,-2 1-280,-1 4-8,8 0-1136,-13 5-3569,-10 2-6673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4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9946,'0'0'6634,"0"0"-4746,0 0-72,0 0-399,0 0-617,151-53-144,-103 43 144,1 3-656,-9 4-144,3 3-504,-14 0-2169,-5 0-5000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8:5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39 15427,'0'0'4325,"0"0"-2054,0 0-900,0 0-837,0 0-362,0 0-120,25-6 53,79-22 31,-100 27-115,0 0-1,1 0 1,-1 0-1,1 1 1,-1-1-1,0 1 0,1 0 1,-1 1-1,1-1 1,-1 1-1,5 1-20,-8-2 5,1 1 0,0 0 0,-1 0-1,1-1 1,-1 1 0,0 0 0,1 0 0,-1 0-1,0 0 1,0 1 0,1-1 0,-1 0-1,0 1 1,0-1 0,0 0 0,-1 1 0,1-1-1,0 1 1,0-1 0,-1 2-5,2 3 6,-1 1-1,-1 0 1,1 0-1,-1 0 1,0 0-1,-1 0 1,0 0-1,0 0 1,0 0-1,-1 0-5,0 0 2,0-1 0,-1 1 1,1-1-1,-1 0 0,-1 1 0,1-1 0,-1-1 0,0 1 0,-1-1 0,1 1 0,-5 3-2,-65 55 12,35-31 27,24-21-48,7-5 12,0 0 0,0 0 1,1 1-1,0 0 0,0 0 0,-4 8-3,11-14 14,0-2 47,44 3 15,40 8-68,-55-6-7,-1-1-1,1-1 0,0-2 0,26-2 0,-48 0 12,-1 0 0,0-1 0,0 0-1,0 0 1,0-1 0,-1 0 0,1 0-1,0 0 1,-1 0 0,0-1 0,0 0-1,0 0 1,-1 0 0,1-1 0,-1 0-1,0 0 1,0 0 0,0 0 0,-1-1-12,1 0-1137,-1 0 0,0 0 0,0-1 0,0 1 0,-1-1 0,1-5 1137,0 0-8853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2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5329,'0'0'0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21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274 108 4489,'0'0'8335,"23"-2"-5486,-9 2-2690,50-3 1860,0-2 0,0-3 1,-1-3-1,33-11-2019,-20-4 2990,-75 25-2540,-11 0-222,1 0 1,0 0-1,0 1 1,0 1 0,0-1-1,-5 2-228,-5 0 124,-166 14 42,29-3-111,-28-5-55,59-8 67,124 0-91,24 0-287,70-4 300,47-9 11,-48 3 4,47 3-4,-82 7 5,-63-8 202,-6-1-181,0 5-151,0 1 1,0 0 0,0 0-1,0 1 1,0 1 0,0 0 0,-4 0 124,-50 7-5737,34 6-2001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7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9090,'0'0'6247,"0"0"-3537,0 0-719,0 0-203,33 12-314,112 39-431,-108-40-706,-1-2 1,2-1-1,-1-2 1,1-2-1,0-2 1,0-1-1,31-3-337,-45 1 55,-17 1-42,0 0-1,-1 0 1,1-1-1,0 0 0,-1-1 1,1 1-1,-1-1 0,0 0 1,0-1-1,0 0 1,0 0-1,2-1-12,-5 2 41,0-1 0,0 1 1,-1-1-1,1 0 0,-1 0 0,1 0 0,-1 0 1,0 0-1,0-1 0,-1 1 0,1 0 0,-1-1 0,1 0 1,-1 1-1,0-1 0,0 0 0,-1 1 0,1-1 1,-1 0-1,0 0 0,0 0 0,0 0-41,0-2 5,0 0-1,0 0 1,-1 1-1,0-1 1,0 0-1,-1 0 1,1 1-1,-1-1 1,0 1-1,-1-1 0,1 1 1,-1 0-1,0 0 1,0 0-1,-1 0 1,1 1-1,-1-1 1,0 1-1,-1 0 1,1 0-1,-1 0 1,1 1-1,-1 0 1,0 0-1,0 0 1,-1 0-1,1 1 1,0 0-1,-1 0 0,0 0 1,1 1-1,-1 0 1,0 0-1,-5 0-4,-3-1-1,0 1 1,-1 0-1,1 1 0,-1 0 0,1 2 0,-1 0 0,1 0 0,0 1 0,0 1 1,0 0-1,0 1 0,1 1 0,0 0 0,0 0 0,0 2 0,1-1 0,0 2 1,1-1-1,0 2 0,0-1 0,1 2 0,0-1 0,0 1 0,2 1 0,-1 0 1,1 0-1,1 0 0,0 1 0,-1 5 1,-3 9 16,1 0-1,1 1 1,1 0-1,2 1 1,0-1 0,2 1-1,2 0 1,0 0-1,2 1 1,1-1-16,0-18 13,0-1 1,0 1-1,1 0 1,1-1-1,0 0 0,0 0 1,1 0-1,0 0 0,1 0 1,0-1-1,0 0 1,1 0-1,0 0 0,1 0 1,0-1-1,0-1 1,1 1-1,0-1 0,0 0 1,0-1-1,1 0 1,0 0-1,1-1 0,-1 0 1,1-1-1,4 2-13,16 5 34,0-2 0,0 0 0,1-3 0,0 0 0,0-2 0,0-1 0,1-2 0,15-1-34,-38 0-100,1-1-1,-1 0 0,0 0 1,0-1-1,0-1 1,0 1-1,0-1 1,0-1-1,-1 1 1,1-2-1,-1 1 0,0-1 1,0-1 100,40-37-2651,-6-12-3454,-11 0-5196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7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14195,'0'0'3358,"0"0"-1840,0 0-243,0 0-488,0 0-489,0 0-127,-24 9 74,-72 29 138,93-36-343,-1 0-1,1 0 1,0 0-1,-1 1 1,2 0-1,-1-1 1,0 1-1,0 0 1,1 0-1,-1 1 1,1-1 0,0 0-1,0 1 1,1 0-1,-1-1 1,1 1-1,-1 0 1,1 0-1,0-1 1,0 3-40,0 3 142,0-1-1,1 0 1,0 0 0,0 0 0,1 1-1,0-1 1,2 5-142,-2-10 32,0-1-1,0 1 0,0-1 1,1 1-1,-1-1 0,1 0 1,0 0-1,-1 1 1,1-1-1,0 0 0,0-1 1,0 1-1,1 0 1,-1-1-1,0 1 0,1-1 1,-1 1-1,1-1 1,-1 0-1,1 0 0,0-1 1,-1 1-1,1 0 0,0-1 1,-1 1-1,2-1-31,13 2 51,1 0 0,0-1 0,13-1-51,-17-1 18,-11 2-36,1-1 1,-1 0-1,1 0 1,-1-1-1,0 1 1,1-1-1,-1 0 1,0 0-1,0 0 1,0 0-1,1 0 0,-1-1 1,0 1-1,-1-1 1,1 0-1,0 0 1,0 0-1,-1 0 1,1 0-1,-1-1 0,0 1 1,0-1-1,0 1 1,0-1-1,0 0 1,0 0-1,-1 0 1,1 0-1,-1 0 1,1-3 17,1-8 61,0-1 1,-1 1 0,-1-1-1,0 1 1,-1-1 0,-1-9-62,0-7 918,1 30-540,2 13-255,10 17 173,1 0 1,1-2-1,1 1 0,1-2 1,3 1-297,-17-24-113,1 0 1,0 0-1,-1-1 0,1 1 1,0-1-1,1 0 1,-1 0-1,0 0 1,0 0-1,1-1 1,-1 1-1,5 0 113,25 5-5123,-8-6-3905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14051,'0'0'2729,"0"0"-1593,0 0 512,0 0-248,-35 174-167,30-120-225,2-4-176,3-6-512,0-10-120,6-8-128,15-9-16,6-5-56,0-5-432,8-7-1328,-6 0-2073,-7 0-4417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9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19412,'0'0'2485,"0"0"-1452,0 0-514,0 0 204,7 28 76,45 206 1174,-51-228-2024,0 0 0,0 1 0,1-1 0,0 0 0,0 0 0,1 0 0,-1 0 0,1-1 1,0 1-1,1-1 0,0 0 0,-1 0 0,2 0 0,-1 0 0,0-1 0,1 1 0,0-1 0,0 0 0,0-1 0,1 1 0,-1-1 0,1 0 0,0-1 0,0 1 0,0-1 0,0 0 0,0-1 0,0 1 0,0-1 0,1 0 0,-1-1 0,1 0 0,-1 0 0,1 0 51,-5-19-6640,-2-1-281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9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15227,'0'0'5689,"0"0"-3424,0 0-1361,0 0-664,0 0-168,142-8-64,-93 4-16,18-4-936,-11-1-2849,-10-1-3736</inkml:trace>
  <inkml:trace contextRef="#ctx0" brushRef="#br0" timeOffset="1">478 39 14283,'0'0'6385,"0"0"-4456,0 0-465,0 0-992,0 0-472,0 0-1528,142-34-2465,-107 29-3080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9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18 12979,'0'0'4261,"0"0"-2096,0 0-319,0 0-664,0 0-685,0 0-363,16-4-114,47-9 1,-62 13-19,0 0 1,0 0 0,0 0-1,-1 0 1,1 0-1,0 0 1,0 0-1,0 0 1,-1 1-1,1-1 1,0 0-1,0 0 1,-1 1-1,1-1 1,0 1-1,-1-1 1,1 0-1,0 1 1,-1-1-1,1 1 1,0 0-1,-1-1 1,1 1 0,-1-1-1,1 1 1,-1 0-1,0-1 1,1 1-1,-1 0 1,1 0-1,-1-1 1,0 1-1,0 0 1,0 0-1,1 0 1,-1-1-1,0 2-2,-2 29 18,2-26-4,-2 1 55,1 1 0,-1-1 0,0 0 0,0 0-1,-1 0 1,0-1 0,0 1 0,0-1 0,-1 1 0,0 0-69,-45 54 632,29-37-498,9-12-15,9-9-53,-1-1 0,1 1 1,0 0-1,0 0 0,1 1 1,-1-1-1,0 0 0,1 1 1,-1-1-1,1 1 0,0-1 1,0 1-1,0-1 0,-1 3-66,41-5 1134,-22 0-1081,0-1 1,0-1-1,-1 0 0,1-1 1,-1-1-1,1-1 1,4-2-54,-7 1-1374,-1 0 1,0 0 0,-1-2 0,1 1 0,4-6 1373,6-6-9012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50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13835,'0'0'3081,"0"0"-97,0 0-1351,0 0-729,0 0-128,100 140 184,-95-73-184,-5 1-160,0-3-415,0 3-201,-3-18-1185,-5-16-5776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35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16347,'0'0'3955,"0"0"-1061,0 0-855,0 0-978,0 0-633,-1 11-332,2 62 557,5 26-653,1 37 314,-7-66-236,0 1-35,7 53-43,-5-104 10,1 0 1,1 1 0,1-1 0,1-1 0,0 1-1,2-1 1,0 0 0,4 3-11,-8-13 5,1-1 1,1 0-1,0 0 1,0 0-1,1-1 1,-1 0-1,1 0 1,1-1-1,0 0 1,0 0-1,0 0 1,0-1-1,1-1 1,0 1 0,0-2-1,0 1 1,0-1-1,1 0 1,-1-1-1,1 0 1,0-1-1,-1 0 1,1 0-1,9-1-5,-16-1-10,0 0 0,0-1 0,0 1 0,0-1 0,0 1 0,-1-1 0,1 0 0,-1 0 0,1 0 0,-1 0 0,0-1 0,0 1 0,0-1 0,0 1 0,0-1 0,0 0 0,-1 1 0,1-1 0,-1 0 0,0 0 0,0 0 10,23-69-1294,-23 67 1080,10-65-4908,-10 23-6559,3 71 18884,8 10-3672,36 75-1585,-45-105-2044,-1-1 0,1 1 1,0-1-1,0 0 0,0 0 0,0 0 0,0 0 1,1 0-1,-1-1 0,1 0 0,0 1 1,0-1-1,0-1 0,0 1 0,0 0 1,0-1-1,0 0 0,1 0 0,-1 0 1,1-1 97,24 2-4743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35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17052,'0'0'2284,"0"0"-247,0 24 504,0 185 397,0-190-2817,2-1-1,0 0 0,1 1 1,3 4-121,3-109 359,-8 73-360,1 1 0,0-1 1,1 1-1,0 0 1,1 0-1,0 0 1,3-4 0,-6 13-4,1 1 1,0-1 0,-1 0 0,1 1 0,0-1-1,0 1 1,1 0 0,-1-1 0,0 1 0,1 0 0,-1 1-1,1-1 1,0 0 0,0 1 0,-1-1 0,1 1-1,0 0 1,0 0 0,0 0 0,0 0 0,1 1 0,-1-1-1,0 1 1,0 0 0,0 0 0,0 0 0,0 0-1,1 1 1,-1-1 0,0 1 0,1 0 3,0 0-1,0 0 0,1 1 0,-1 0 0,0 0 0,0 0 0,-1 0 0,1 1 0,0-1 0,-1 1 0,1 0 0,-1 0 0,0 0 0,0 1 1,0-1-1,-1 1 0,1-1 0,-1 1 0,0 0 0,0 0 0,0 0 0,0 0 0,-1 1 0,2 3 1,1 7 18,-1 1 0,0 0 0,-1 0 0,0-1 0,-2 1 1,0 1-19,-2-14 130,-3-14-66,-3-20-40,8 23-18,-2-10 3,1 0 0,1 0-1,1 0 1,0 0 0,1 1 0,2-6-9,-3 19-1,0 0 0,0 0-1,1 0 1,-1 1 0,1-1 0,0 1 0,0-1-1,0 1 1,0-1 0,1 1 0,0 0 0,-1 0-1,1 0 1,0 0 0,0 1 0,1-1 0,-1 1-1,0 0 1,1 0 0,-1 0 0,1 0 0,0 1-1,0 0 1,-1-1 0,1 1 0,0 1 0,0-1-1,0 0 1,0 1 0,2 0 1,1 0-1,-1 0 1,0 1 0,0 0-1,0 0 1,0 0-1,0 1 1,0-1-1,0 2 1,-1-1-1,1 1 1,-1-1-1,1 1 1,-1 1-1,0-1 1,0 1 0,-1 0-1,1 0 1,-1 1-1,0-1 1,3 5 0,11 14-14,-1 2 1,-1-1-1,-2 2 1,0 2 13,13 21-104,53 84-4043,-52-76-2461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38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 9738,'0'0'4105,"0"0"-1492,0 0 68,0 0 89,0 0-743,0 0-662,-30 5-494,-96 22-365,117-24-480,0 1 0,-1 0-1,1 0 1,1 1 0,-1 1-1,1-1 1,0 1-1,0 1 1,0-1 0,1 1-1,0 1 1,1-1 0,0 1-1,0 0 1,0 1-1,1-1 1,0 1 0,1 0-1,0 1-25,3-9 1,-4 9 7,0 1-1,1-1 0,0 1 0,0-1 0,1 1 0,1 0 0,0 0 0,0 7-7,1-15 1,1-1 1,0 1-1,0 0 1,0-1-1,0 1 1,1-1-1,-1 1 1,0-1-1,1 1 1,0-1-1,0 1 1,0-1-1,0 1 1,0-1-1,0 0 1,1 1-1,-1-1 1,1 0-1,-1 0 1,1 0-1,0 0 1,0-1-1,0 1 1,0 0-1,0-1 1,0 1-1,0-1 1,1 0-1,-1 0 1,0 0-1,1 0 1,-1 0-1,1 0 1,-1-1-1,1 1 1,-1-1-1,1 0 1,0 1-2,6 0-29,0 0 1,0-1 0,1 0-1,-1 0 1,0-1-1,0 0 1,0-1 0,0 0-1,0 0 1,0-1 0,-1 0-1,1-1 1,-1 1-1,0-2 1,0 1 0,0-1-1,-1 0 1,1-1-1,-1 0 1,-1 0 0,1-1-1,-1 1 1,0-1-1,0-1 1,-1 1 0,0-1-1,0 0 1,-1 0-1,0 0 1,-1-1 0,3-7 28,-3 0 433,0-1 0,-1 0 1,-1 0-1,-1-8-433,0 25 195,0 29-177,2 59 44,-2-82-74,1 0 0,0-1 0,0 1 0,1-1 0,0 1 1,0-1-1,0 0 0,0 0 0,1 0 0,0 0 0,0 0 0,0-1 0,3 4 12,-3-6-146,0 0 0,0 1 0,1-1 0,-1-1 0,0 1 0,1-1 0,-1 1 0,1-1-1,-1 0 1,1 0 0,0 0 0,-1-1 0,1 1 0,0-1 0,3 0 146,56-6-8100,-19-11-5811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39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17148,'0'0'5009,"0"0"-3841,0 0 544,0 0-551,0 0-601,142 3-352,-88-3-152,-1 0-56,-4 0-224,-4 0-752,4 0-1569,-12-10-3120,-10-4-5458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3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14635,'0'0'4113,"0"0"-1803,0 0 45,0 0-696,0 0-808,0 0-402,20 0-155,-4-1-255,0 1 1,0 1 0,0 1-1,0 0 1,0 1-1,-1 0 1,1 2 0,-1-1-1,0 2 1,1 1-40,-10-4 2,0 0 1,-1 0-1,1 1 1,-1-1-1,1 1 0,-1 1 1,0-1-1,-1 1 1,1 0-1,-1 0 1,0 0-1,0 1 0,2 4-2,-4-6 11,-1 0 0,1 0 0,-1 0 0,0 0 0,-1 0 0,1 0 0,-1 1 0,1-1 0,-1 0 0,0 0 0,-1 1 0,1-1 0,-1 0-1,0 0 1,0 0 0,0 0 0,-1 0 0,1 0 0,-1 0 0,0 0 0,0 0 0,-1 1-11,-9 12 113,-1 1 1,0-1 0,-9 7-114,-27 38 16,49-62-54,0 0-1,0 0 1,0 0-1,0 0 1,1 0-1,-1 0 0,0 0 1,0 0-1,0 0 1,0 0-1,0 0 1,1 0-1,-1 0 1,0 0-1,0 0 0,0 0 1,0 0-1,0 1 1,0-1-1,0 0 1,1 0-1,-1 0 1,0 0-1,0 0 1,0 0-1,0 0 0,0 1 1,0-1-1,0 0 1,0 0-1,0 0 1,0 0-1,0 0 1,0 1-1,0-1 0,0 0 1,0 0-1,0 0 1,0 0-1,0 1 1,0-1-1,0 0 1,0 0-1,0 0 1,0 0-1,0 0 0,0 1 1,0-1-1,0 0 1,0 0 38,15-8-2043,13-12-3786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39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6 157 12483,'0'0'5034,"0"0"-3294,0 0-70,-2 21-154,-2 67-415,4-86-1055,1 1 1,-1-1 0,0 1 0,1-1 0,-1 1-1,1-1 1,0 1 0,-1-1 0,1 1-1,0-1 1,1 0 0,-1 0 0,0 0-1,1 1 1,-1-1 0,1 0 0,0-1 0,-1 1-1,1 0 1,0 0 0,0-1 0,0 1-1,1-1 1,-1 0 0,0 0 0,0 0-1,1 0 1,-1 0 0,1 0-47,5 1 168,0 0 0,1-1 0,-1 0 0,1-1 0,-1 0 0,1 0 0,0 0-168,-1-1 210,-3 1-175,-1 0-1,1-1 1,-1 0 0,1 0 0,-1 0 0,1 0 0,-1-1 0,0 0 0,0 0 0,0 0 0,0 0 0,0-1 0,0 1 0,-1-1 0,1 0 0,-1 0 0,1 0 0,-1-1-1,0 1 1,-1-1 0,1 0 0,-1 0 0,1 0 0,-1 0 0,0-1-35,2-3 24,-1 0 0,-1 0 0,1-1-1,-1 1 1,-1-1 0,1 0 0,-2 0 0,1 1-1,-1-1 1,0 0 0,-1 0 0,0 0 0,-1 0-24,1 5 6,0 0 0,-1 0 1,0 0-1,0 1 1,0-1-1,0 0 0,0 1 1,-1-1-1,0 1 1,0 0-1,0 0 0,0 0 1,0 0-1,0 1 1,-1-1-1,1 1 0,-2-1-6,-26-6-7082,31 9-1442</inkml:trace>
  <inkml:trace contextRef="#ctx0" brushRef="#br0" timeOffset="1">269 290 12411,'0'0'3920,"0"0"209,0 0-1600,0 0 47,0 0-1567,170-48-537,-138 7-16,-11-5 24,-15 2-224,-6 6-88,-3 4-168,-24 10-176,-5 9-656,-35 15-1273,8 0-3400,0 10-7906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45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27 165 14403,'0'0'2051,"0"0"-583,0 0 420,0 0-686,0 0-352,0 0 168,-4-2 114,3 2-1050,0 0 1,0-1 0,-1 1-1,1 0 1,0-1 0,0 0-1,0 1 1,0-1-1,0 0 1,0 1 0,0-1-1,0 0 1,0 0 0,0 0-1,1 0 1,-1 0-1,0 0 1,1 0 0,-1 0-1,0 0 1,1 0 0,-1 0-1,1 0 1,0 0-1,-1 0 1,1-1 0,0 1-1,0 0 1,-1 0 0,1 0-1,0-1 1,0 1-1,1-1-82,0-1 67,0-1-1,0 1 1,1 0-1,0-1 1,-1 1-1,1 0 0,1 0 1,-1 0-1,0 0 1,1 0-1,2-2-66,10-9-13,1 1-1,0 0 1,1 1-1,2 0 14,-13 8-3,0 1 0,0-1 0,0 1 0,0 1 0,1-1 0,-1 1-1,1 0 1,-1 1 0,1 0 0,-1 0 0,1 0 0,4 1 3,-9 0-3,0 1 0,0 0 1,0 0-1,0 0 0,0 0 0,-1 1 1,1-1-1,0 0 0,0 1 0,-1-1 1,1 1-1,-1 0 0,0-1 0,1 1 1,-1 0-1,0 0 0,0 0 0,0 0 1,0 0-1,-1 0 0,1 0 0,0 0 1,-1 0-1,1 0 0,-1 0 0,0 2 3,11 63 4,-9-35-3,-1 0 1,-1 0-1,-2 0 1,-1 0-1,-6 27-1,5-43 9,0-1 0,-1 0 0,-1 0 0,0 0 0,-1-1 0,-1 0 1,0 0-1,-1-1 0,0 0 0,-1 0 0,0-1 0,-9 7-9,16-16 5,1-1 1,-1 0-1,1 1 0,-1-1 1,0-1-1,0 1 0,0 0 1,0-1-1,0 1 0,0-1 1,0 0-1,0 0 0,-1 0 1,1-1-1,0 1 0,-2-1-5,3 0 2,1 0 0,0-1 1,-1 1-1,1 0 0,0-1 0,-1 0 0,1 1 0,0-1 0,0 0 0,-1 0 1,1 1-1,0-1 0,0 0 0,0 0 0,0 0 0,0 0 0,0 0 0,1-1 1,-1 1-1,0 0 0,0 0 0,1-1 0,-1 1 0,1 0 0,-1-1 0,1 1 1,0 0-1,-1-1 0,1 1 0,0-1 0,0 1 0,0 0 0,0-1 0,0 1 1,0-1-1,1 1 0,-1-1-2,0-2 1,0 0 1,0 0-1,0 0 0,0 1 1,1-1-1,-1 0 1,1 0-1,0 0 0,1 1 1,-1-1-1,1 0 0,-1 1 1,1-1-1,1-1-1,-1 3-6,0 0-1,1 1 0,-1-1 1,1 0-1,-1 1 0,1-1 1,-1 1-1,1 0 0,0 0 1,-1 0-1,1 0 1,0 0-1,0 1 0,0-1 1,0 1-1,0 0 0,0 0 1,0 0-1,2 0 7,-3 0-4,1 0 0,-1 0 0,1 1 0,0-1 0,-1 1 0,0-1 0,1 1 0,-1 0 0,1 0 0,-1 0 0,0 0 0,1 0-1,-1 1 1,0-1 0,0 1 0,0-1 0,0 1 0,0 0 0,-1 0 0,1 0 0,0 0 0,-1 0 0,1 0 0,-1 0 0,0 0 0,0 1 0,0 0 4,18 24-152,-15-25-93,0 1 1,0-1-1,0 0 0,0 0 1,0-1-1,1 1 1,-1-1-1,0 0 0,1 0 1,-1 0-1,1 0 0,-1-1 1,1 0-1,-1 0 1,1 0-1,-1-1 0,1 1 1,3-2 244,16 1-3104,24 1-4840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45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13955,'0'0'2386,"0"0"-679,0 0-359,23-2-142,159-16 703,-58-5-1437,-2-6-1,51-22-471,-172 51-380,-55 1-6225,20 3-262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49:46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11306,'0'0'3493,"0"0"-1957,0 0 290,0 0-343,0 0-753,0 0-286,-6 2 129,5-1-505,-1-1 0,1 1 0,-1-1 0,1 1 0,0-1 0,0 1 0,-1 0 0,1 0 0,0 0-1,0 0 1,0 0 0,0 0 0,0 0 0,0 0 0,0 0 0,0 1 0,0-1 0,0 0 0,1 0 0,-1 1 0,1-1 0,-1 1-1,1-1 1,-1 1-68,1 4 209,0 0 0,0 0 0,1 0 0,0-1 0,0 1 0,0 0 0,1 0-209,19 104 490,-5 0 0,-5 0 0,-5 2 0,-6 31-490,-8 532 2119,11-606-2081,3 0 1,4 4-39,0 2 15,-1 40-15,-14 133 85,-1-46-64,8-201-23,0 0 0,1 0 1,-1-1-1,0 1 0,0 0 1,1-1-1,-1 1 0,0-1 1,1 0-1,-1 0 0,0 0 1,1 0-1,-1 0 0,0 0 1,3-1 1,4 1-1,32 0 32,0-1-1,-1-2 0,1-1 0,0-3 0,23-7-30,-9-2-5109,0 3 0,42-4 5109,-77 14-6225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06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88 274 14067,'0'0'2690,"0"0"-226,0 0-532,27 0-528,212 0 1015,-203-1-1952,1 0 0,-1-3-1,29-6-466,-50 7 22,0-1-1,0 0 0,-1-1 1,1-1-1,-1 0 0,0-1 1,-1-1-1,1 0 0,-2-1 1,3-2-22,-13 10 8,-1-1 0,1 1 0,-1 0 0,1-1 0,-1 1 0,0-1 0,0 1 0,0-1 0,0 1 1,0-1-1,0 0 0,0 0 0,0 1 0,0-1 0,-1 0 0,1 0 0,-1 0 0,0 0 0,1 0 0,-1 0 0,0 0 0,0 0 1,0 0-1,-1 1 0,1-1 0,0 0 0,-1 0 0,1 0 0,-1 0 0,1 0 0,-1 0 0,0 1 0,0-1 0,0 0 1,0 1-1,0-1 0,0 1 0,-1-1 0,1 1 0,0-1 0,-1 1 0,1 0 0,-1 0 0,1-1 0,-1 1-8,-11-9 8,-1 0 0,1 1 1,-1 1-1,-1 0 0,-1 0-8,8 4 4,-11-5 2,0 0 0,-1 2-1,0 0 1,0 1 0,-1 1 0,0 1 0,1 1 0,-1 1 0,-1 1 0,-5 0-6,14 2-2,1-1 0,-1 2 0,1 0-1,-1 0 1,1 1 0,0 0 0,0 1 0,0 1 0,0 0 0,1 0 0,-1 1 0,2 1 0,-1 0 0,1 0 0,0 1 0,0 1 0,-4 5 2,-2 5 3,1 0 0,1 2 0,1 0 1,1 0-1,1 1 0,1 0 0,1 1 0,0 1 1,2-1-1,1 1-3,-2 10 27,2 1 1,1-1-1,1 1 0,2 0 0,2 0 1,3 27-28,-2-53 6,0 0 1,1 0-1,0 0 1,0 0-1,1-1 1,1 1-1,-1 0 1,1-1-1,0 0 0,1 0 1,0 0-1,1-1 1,-1 0-1,8 7-6,-3-4 32,0-2 0,1 1-1,0-1 1,1-1 0,0 0-1,0 0 1,1-1 0,-1-1-1,8 2-31,19 4 199,0-2 0,0-1 0,1-3 0,0-1-1,0-1 1,16-3-199,-27 1 139,-11 0-63,-1 0 0,1-2 0,-1 0 0,13-2-76,-27 3 1,-1-1-1,1 1 1,0-1 0,-1 1 0,1-1-1,-1 0 1,1 0 0,-1 0 0,1 0 0,-1-1-1,1 1 1,-1-1 0,0 1 0,0-1-1,0 0 1,0 0 0,0 0 0,0 0 0,-1 0-1,1 0 1,-1 0 0,1-1 0,-1 1-1,0-1 1,0 1 0,0-1 0,0 1 0,0-1-1,-1 1 1,1-1 0,-1-1-1,-1-45-2718,-8 23-2716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0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25 12739,'0'0'2722,"0"0"-679,0 0-642,0 0-428,0 0-287,0 0-61,-12-4-8,-6-1-166,0 0-1,0 1 1,-10 0-451,19 3 168,0 0 0,1 1 0,-1 0 0,0 0 0,1 1 0,-1 1 0,0-1 1,1 1-1,-1 0 0,-3 3-168,2-2 24,1 1-1,1 1 1,-1 0 0,0 0 0,1 0 0,0 1 0,1 0 0,-1 1 0,1 0 0,0 0 0,1 0 0,0 1-1,0 0 1,1 0 0,-1 1 0,2 0 0,-1-1 0,1 2 0,1-1 0,0 0 0,0 1 0,1-1 0,0 1-1,0 0 1,1 0 0,1-1 0,0 1 0,0 7-24,0-14 1,0 0-1,1 0 1,-1-1-1,1 1 1,-1 0-1,1 0 1,0 0-1,0 0 1,0 0-1,0-1 1,1 1 0,-1-1-1,1 1 1,-1-1-1,1 1 1,0-1-1,0 0 1,0 0-1,0 0 1,1 1-1,2 0 6,-1 0 0,0-1 1,1 1-1,0-1 1,-1 0-1,1 0 0,0-1 1,0 1-1,0-1 0,0 0 1,4 0-7,-2 0 6,-1-1 0,1 0 0,0 0 0,0 0 0,-1-1 0,1 1 0,-1-2 0,1 1 0,-1-1 0,1 0 1,-1 0-1,0-1 0,0 1 0,0-2 0,0 1 0,0-1 0,-1 1 0,0-1 0,1-1-6,-2-1 15,1 0-1,-1 0 1,0 0-1,-1-1 1,1 1-1,-1-1 1,-1 0-1,1 0 1,-1 0-1,0 0 1,-1-1-15,9-85 111,-3 14 416,-7 79-512,0 0 0,0 0-1,0 0 1,0 0 0,0-1 0,0 1 0,0 0 0,0 0 0,0 0 0,0 0 0,0 0 0,0 0 0,0-1 0,0 1 0,0 0 0,0 0 0,0 0-1,0 0 1,0 0 0,0 0 0,0 0 0,0 0 0,0-1 0,0 1 0,0 0 0,1 0 0,-1 0 0,0 0 0,0 0 0,0 0 0,0 0 0,0 0-1,0 0 1,0 0 0,1 0 0,-1 0 0,0 0 0,0 0 0,0 0 0,0 0 0,0 0 0,0 0 0,0 0 0,1 0 0,-1 0 0,0 0 0,0 0-1,0 0 1,0 0 0,0 0 0,0 0 0,0 0 0,1 0 0,-1 0 0,0 0 0,0 0 0,0 0 0,0 0 0,0 0 0,0 0 0,0 0 0,0 1-1,1-1-14,6 11 156,6 14-209,16 48 970,3 17-917,-24-65 72,-2 0-1,0 0 1,-2 0-1,-1 1 0,0 19-71,-3-44-66,0-1-290,10-3-2141,2-10-2069,1-7-4829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08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13659,'0'0'3583,"0"0"-1002,0 0-582,-4 22-431,-1 2-1203,-1 1 75,1 0 1,2 1-1,1 0 0,0 18-440,1 12 799,0-18-390,2 1-1,1-1 1,2 4-409,-1-29 31,-1 0 1,1 0-1,1-1 0,0 0 1,1 0-1,0 0 0,1 0 1,1-1-1,-1 0 1,2 0-1,1 2-31,40 39 39,-46-49-66,0 0 0,0 0 0,1 0 0,-1-1 0,1 1 0,0-1 0,0 0 0,0 0 0,0 0 0,0-1 0,0 0 0,0 1 0,1-2 0,3 2 27,-7-2-183,0-1-1,0 1 0,1 0 1,-1 0-1,0-1 1,0 1-1,0-1 0,0 1 1,0-1-1,0 1 1,0-1-1,0 0 0,0 1 1,0-1-1,0 0 0,-1 0 1,1 0-1,0 0 1,0 0-1,-1 0 0,1 0 1,-1 0-1,1 0 1,-1 0-1,1 0 0,-1 0 1,0 0-1,1 0 1,-1 0-1,0 0 0,0-1 184,6-22-6108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08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12859,'0'0'4959,"0"0"-2435,0 0-1180,0 0-468,0 0 51,-7 29 21,-19 98-34,21-103-614,3 0 1,0-1 0,1 1-1,1 0 1,2 15-301,0-17 142,-2-16-119,0 0-1,1 0 1,0 0 0,0 0-1,0 0 1,1 0-1,0-1 1,0 1-1,1-1 1,-1 1-1,1-1 1,0 0-1,1 0 1,-1 0-1,1 0 1,0-1-1,0 0 1,1 1-1,-1-2 1,1 1-1,0 0 1,0-1-1,0 0 1,0 0-1,0 0 1,1-1-1,-1 0 1,1 0-1,0 0 1,0-1 0,0 0-1,0 0 1,0 0-1,-1-1 1,3 0-23,15 1-115,-12 0 68,-1-1-1,1 0 1,0 0 0,0-2 0,6 0 47,-15 1-172,0 1 1,-1 0 0,1-1 0,0 0 0,0 1 0,0-1 0,-1 0 0,1 0 0,0 0 0,-1 0 0,1 0 0,-1-1 0,1 1 0,-1 0 0,0-1-1,0 1 1,1-1 0,-1 1 0,0-1 0,0 1 0,0-1 0,-1 0 0,1 0 0,0 1 0,-1-1 0,1 0 0,-1 0 0,1 0 0,-1 0-1,0 0 1,0 1 0,0-3 171,0-15-5219,-3 2-4055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08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13947,'0'0'3089,"0"0"-41,0 0-567,0 0-1153,0 0-760,0 0-184,0 0-96,24-14-80,6 11-208,10-1 0,32-6-528,-7 0-2528,-9 1-4170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09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9434,'0'0'7618,"0"0"-5170,0 0 57,0 0-1241,0 0-824,0 0-304,0 0-96,126 0-40,-91 0-656,-8 0-1769,-3 0-2088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09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12915,'0'0'4302,"0"0"-1588,0 0-968,0 0-873,0 0-426,0 0-86,17 0-131,54 1-180,-69-2-48,0 1-1,0 0 0,0 0 0,0 0 0,0 1 0,0-1 0,0 0 0,-1 1 1,1-1-1,0 1 0,0 0 0,0 0 0,0-1 0,-1 1 0,1 0 1,0 0-1,-1 1 0,1-1 0,-1 0 0,1 1 0,-1-1 0,0 0 1,1 1-1,-1 0 0,0-1 0,0 1 0,0 0 0,0-1 0,0 1 0,-1 0 1,1 0-1,0 0 0,-1 0 0,0 0 0,1 0 0,-1 0 0,0 0 1,0 0-1,0 0 0,0 0 0,0 0 0,-1-1 0,1 1 0,0 0 1,-2 2-2,1 5 2,-2-1 1,1 1-1,-2 0 1,1-1 0,-1 0-1,0 0 1,0 0-1,-3 2-2,-39 42 63,35-42-16,2-1 0,0 2 1,0-1-1,1 1 1,0 0-1,0 1 0,2 0 1,-1 2-48,6-13 31,1-1-1,0 1 1,0 0 0,-1 0 0,1 0-1,0-1 1,0 1 0,0 0 0,0 0-1,0 0 1,0 0 0,0-1-1,0 1 1,1 0 0,-1 0 0,0 0-1,0 0 1,1-1 0,-1 1 0,0 0-1,1 0 1,-1-1 0,1 1 0,-1 0-1,1-1 1,-1 1 0,1-1 0,0 1-1,-1 0 1,1-1 0,0 1 0,-1-1-1,1 0 1,0 1 0,0-1 0,-1 0-1,1 1 1,0-1 0,0 0 0,0 0-1,0 1 1,-1-1 0,1 0 0,0 0-1,0 0 1,0 0-31,50 0 1247,-37 0-1126,10-1-42,0-1 1,0-1-1,18-4-79,29-15-7729,-52 13 1185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09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6281,'0'0'10197,"0"0"-5824,0 0-2159,0 0-908,0 0-326,25 24-293,17 17-149,19 26-538,-55-60 61,-1 0-1,0 1 0,0-1 0,-1 1 1,0 0-1,0 0 0,-1 0 0,0 1 1,0-1-1,-1 1 0,-1 0 0,1 0 1,-1-1-1,0 8-60,1 5 125,3 56 533,-3 74-658,-3-80 18,-4-30-955,-9-19-5184,1-11-4168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12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13243,'0'0'3043,"0"0"-576,0 0-380,0 0-885,0 0-590,6-4-249,1-1-304,1 0 0,1 1 0,-1 0 0,0 0-1,1 1 1,0 0 0,0 1 0,0 0 0,0 0 0,0 1 0,2 0-59,28-2 348,0 3 1,6 1-349,10 0 339,254-15 792,-173 4-838,-1 6 0,49 8-293,-151-1 364,-11 0-149,0-1 0,0-1 0,0-2 0,1 0 0,8-2-215,-25 0 6,1 1 1,-1-1-1,0-1 1,0 1-1,0-1 1,0 0 0,-1-1-1,0 1 1,0-1-1,0 0 1,0 0-1,-1-1 1,4-4-7,-10 9-109,1 0 1,0 1-1,0-1 1,-1 1-1,1-1 0,0 1 1,-1 0-1,1 0 0,-1-1 1,1 1-1,0 0 1,-1 0-1,1 0 0,-1 0 1,1 1-1,-1-1 109,-1 0-492,-36 0-5460,-8 0-4918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12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14915,'0'0'3732,"0"0"-1516,0 0-1276,0 0-560,0 0 143,3 22 281,37 368 2533,-38-369-3228,0 5-19,1 0-1,1 0 1,3 3-90,-6-24 10,0 1 0,1-1 0,-1 0 1,1 0-1,1 0 0,-1-1 0,1 1 1,-1 0-1,1-1 0,1 0 1,-1 0-1,1 0 0,-1 0 0,1 0 1,0-1-1,0 1 0,4 1-10,-4-3 23,-1-1-1,0 1 1,1-1-1,-1 0 1,1 0-1,0 0 1,-1-1-1,1 0 1,-1 1-1,1-1 1,0 0-1,-1-1 1,1 1-1,1-1-22,-3 1-63,-1-1 0,1 1-1,0-1 1,-1 1 0,1-1-1,0 0 1,-1 0 0,1 0 0,-1 0-1,0 0 1,1 0 0,-1 0-1,0 0 1,1 0 0,-1-1 0,0 1-1,0-1 1,0 1 0,0-1-1,0 1 1,0-1 0,-1 1 0,1-1-1,-1 0 1,1 1 0,-1-1-1,1 0 1,-1 0 0,0-1 63,1-45-5340,-1 32 1394,0-14-8310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13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13795,'0'0'2657,"0"0"-833,0 0-808,0 0-576,0 0-312,0 0-128,0 0-784,158 0-2105,-131 0-7585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13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13691,'0'0'2232,"0"0"-135,0 0-1137,0 0-568,0 0-272,0 0-120,145 0-112,-124 2-1072,-5 1-1809,-5-1-6009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13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8466,'0'0'6348,"0"0"-3480,0 0-1231,0 0-622,0 0-449,22-2-23,167-8 688,-188 10-1228,1 0 0,-1 1 0,1-1 0,-1 1 0,0 0 0,1-1 1,-1 1-1,0 0 0,1 0 0,-1 0 0,0 0 0,0 0 0,0 0 0,0 0 0,0 0 0,0 0 0,0 1 0,0-1 0,0 0 0,-1 1 0,1-1 0,0 0 0,-1 1 0,1-1 0,-1 1 0,0-1 0,1 1 0,-1-1 1,0 1-1,0-1 0,0 1 0,0 1-3,0 64 114,0-48-94,-1-6 11,-1 1-1,0 0 1,-1-1-1,-1 1 1,0-1-1,0 0 1,-1 0-1,-1-1 1,0 1-1,-1-1 1,0-1-1,-1 1 1,0-1-1,-1-1 1,0 1-1,-1-1 1,-8 6-31,-11-8 1582,30-8-1122,6 0-515,32 2 15,0 1 0,24 6 40,-47-7-5,-15-1 7,1-1 0,0 0 1,-1 1-1,1-1 0,-1 0 0,1 0 1,0 0-1,-1 0 0,1 0 0,0-1 1,-1 1-1,1 0 0,-1-1 0,1 1 1,-1-1-1,1 0 0,-1 1 0,1-1 1,-1 0-1,1 0 0,-1 0 0,1-1-2,0 0 7,-1-1 0,1 0 0,-1 1-1,1-1 1,-1 0 0,0 0 0,0 0-1,-1 0 1,2-3-7,7-25-789,16-11-5868,-13 25-940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3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111 192 15267,'0'0'3385,"0"0"-1579,0 0-503,0 0-276,23-1-51,184-10 1320,-200 11-2211,15-1 85,0-1 0,0 0 0,0-2 0,0 0 0,12-6-170,-31 9 15,1 0 0,0 0 0,-1 0 0,1-1-1,-1 0 1,1 0 0,-1 0 0,0 0 0,0 0 0,0-1 0,0 1-1,0-1 1,0 0 0,-1 0 0,1 0 0,-1 0 0,0 0 0,0 0 0,0-1-1,-1 1 1,1-1 0,-1 1 0,1-1 0,-1 0 0,-1 0 0,1 1-1,0-1 1,-1 0 0,0 0 0,0 0 0,0 0 0,0 0 0,0 1 0,-2-3-15,1 3 12,0 1 1,0-1-1,0 1 1,-1-1 0,1 1-1,-1 0 1,0 0-1,0 0 1,0 0 0,0 0-1,0 0 1,0 1-1,0-1 1,-1 1 0,1-1-1,0 1 1,-1 0 0,0 0-1,1 0 1,-1 0-1,1 0 1,-1 1 0,0-1-1,0 1-12,-68-11-6,55 10 5,-1 0 1,0 1 0,1 1 0,-1 0-1,0 2 1,1 0 0,0 0 0,-1 2 0,1 0-1,1 0 1,-1 2 0,1 0 0,0 1-1,1 0 1,0 1 0,0 1 0,1 0-1,0 1 1,1 0 0,0 1 0,1 0-1,0 1 1,-1 3 0,1 0 6,1 0 0,0 1 0,2 0-1,0 1 1,1-1 0,0 1-1,2 1 1,0-1 0,1 1 0,1 0-1,1 0 1,0 0 0,2 16-6,0-28 13,0-1 0,0 0-1,1 0 1,0 0 0,0 0 0,0 0 0,1 0 0,0-1 0,0 1-1,0 0 1,1-1 0,0 1 0,0-1 0,0 0 0,1 0-1,0 0 1,1 0-13,1 1 45,1 0-1,0-1 1,0 0-1,1 0 1,-1-1-1,1 0 1,0 0 0,0-1-1,1 0 1,-1-1-1,7 2-44,41 6 169,0-3 0,0-2 0,0-3 0,51-4-169,-18 1 30,-82 0-20,0 1 0,1-1 0,-1 0 0,0 0 0,0-1 0,0 0 0,3-1-10,-8 2-19,0 0 0,1 0 1,-1 0-1,0 0 0,0 0 0,0 0 1,0-1-1,0 1 0,0-1 1,0 0-1,0 0 0,-1 1 1,1-1-1,-1 0 0,1 0 0,-1 0 1,0-1-1,0 1 0,0 0 1,0 0-1,0-1 0,0 1 1,-1 0-1,1-2 19,0-52-3380,-1 30-2281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36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75 14523,'0'0'1824,"0"0"-327,0 0-650,0 0-286,0 0 283,0 0 121,-5 21-155,-15 67-80,20-86-673,-1 0 0,1 0 0,-1 0 0,1 0 0,0 0 0,-1 1 0,1-1 0,0 0 0,1 0 0,-1 0 0,0 1 0,1-1 0,-1 0 0,1 0 0,-1 0 0,1 0 0,0 0 0,0 0 0,0 0 0,0 0 0,1 0 0,-1 0 0,0-1 0,1 1 0,-1-1 0,1 1 0,-1-1 0,1 1 0,0-1 0,0 0 0,0 1 0,0-1 0,-1 0 0,2-1 0,-1 1 0,0 0 0,1 0-57,7 1 184,1 0 1,-1-1-1,1 0 1,-1-1-1,1 0 1,9-2-185,-1 2 91,-7 0-66,0-1 0,0 1 0,-1-2 0,1 0 0,0 0 0,-1-1 0,6-2-25,-13 4 50,-1-1 0,1 0 0,-1 1 1,0-1-1,0 0 0,1 0 0,-1-1 1,-1 1-1,1-1 0,0 1 1,-1-1-1,1 0 0,-1 0 0,0 0 1,0-1-1,0 1 0,0 0 0,-1-1 1,1 1-1,-1-1 0,0 1 0,0-1 1,0 0-1,0 1 0,-1-3-50,2 0 35,-2 1 0,1-1 0,-1 0 0,0 1 0,0-1 0,0 0 0,-1 0-1,0 1 1,0-1 0,0 1 0,-1-1 0,0 1 0,0 0 0,0-1 0,0 1 0,-1 0 0,0 0 0,0 1 0,-1-1-1,1 1 1,-1-1 0,0 1 0,0 0 0,0 1 0,-1-1 0,0 1 0,1-1 0,-1 1 0,0 1 0,0-1-1,-1 1 1,1 0 0,0 0 0,-1 1 0,1-1 0,-1 1 0,0 0 0,1 1 0,-2-1-35,5 1-96,-58-5-1789,23 9-3724,19 6-2851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37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53 14635,'0'0'3840,"0"0"-1066,0 0-1258,0 0-820,0 0-317,26-7-8,7-3-237,0 0 142,1 1 0,24-3-276,15 7 1209,-70 10-1045,-1 0 1,0-1 0,-1 1 0,1 0-1,-1 0 1,0 0 0,0 2-165,-1-6 36,6 39 254,-2 0 0,-3 1 0,0-1 0,-4 20-290,0 30 262,17 441 397,-9-464-664,7 24 5,-4-34 6,-2 0-1,-2 14-5,4 335 71,-8-405-72,0 0 1,0 0-1,0 0 1,0 0-1,0 1 1,0-1 0,-1 0-1,1 0 1,0 0-1,-1 0 1,1 0-1,0 0 1,-1 0-1,1 0 1,-1 0-1,0 0 1,1 0-1,-1 0 1,0 1 0,0-2 0,1 0 1,-1 0-1,0 1 1,1-1-1,-1 0 1,0 0-1,1 0 1,-1 1-1,0-1 1,1 0-1,-1 0 1,0 0-1,1 0 1,-1-1-1,0 1 1,1 0-1,-1 0 1,0 0-1,1 0 1,-1-1-1,0 1 1,1 0-1,-1-1 0,-3-1-7,1 0 0,0 0 0,-1 0 1,1-1-1,0 1 0,0-1 0,0 0 0,1 0 0,-1-1 7,0 1-85,-1 0 0,1 0 0,-1 1-1,1-1 1,-1 1 0,0-1 0,0 1 0,0 0 0,0 1 0,0-1-1,0 1 1,-1 0 0,1 0 0,0 0 0,-1 0 0,1 1 0,-1 0 0,-3 0 85,-14 0-988,-1 1 1,1 1 0,-3 1 987,15-1-510,-71 14-6537,0 6-7334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39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13099,'0'0'7761,"0"0"-6344,0 0 127,0 0-624,0 0-328,178-85-440,-127 71-64,-3 4-88,-10 10-8,-9 0-672,-5 10-1424,-8 9-2369,-7 0-3481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39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16820,'0'0'4000,"0"0"-3559,0 0 431,0 0-600,0 0-272,196-38-416,-124 38-1729,-7 7-2520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39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15715,'0'0'3096,"0"0"-193,0 0-673,0 0-897,0 0-682,0 0-363,4 17 96,8 52 374,-3 0-1,-2 35-757,-5-54 139,1 0-1,3 1 0,7 25-138,-11-63 5,1-1 0,1 0 0,0 0 0,0 0-1,1 0 1,1-1 0,0 1 0,0-1 0,1-1 0,1 1-1,0-1 1,0-1 0,1 0 0,0 0 0,0 0-1,9 5-4,-12-10-1,1-1-1,-1 1 0,0-2 0,1 1 1,-1 0-1,1-1 0,0-1 0,0 1 0,0-1 1,0 0-1,0-1 0,0 1 0,0-1 1,0-1-1,0 1 0,0-1 0,0-1 0,0 1 1,0-1-1,-1 0 0,1-1 0,-1 1 1,1-1-1,-1-1 0,0 1 0,0-1 0,0 0 1,-1-1-1,1 1 0,-1-1 0,0 0 1,0 0-1,-1-1 0,0 1 0,0-1 0,3-4 2,-1-3-520,1-1 0,-1 1 0,-1-1-1,-1 0 1,0-1 0,0 1-1,-2-1 1,1-6 520,1-25-4818,-3-1-3407,-1 24 1240</inkml:trace>
  <inkml:trace contextRef="#ctx0" brushRef="#br0" timeOffset="1">449 353 9842,'0'0'4561,"0"0"-3049,0 0 729,0 0 407,0 0-719,0 0-609,0 0-424,129 150-336,-105-118-440,3-1-32,5-9-88,35-5-984,-5-10-4393,-1-7-11298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0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18228,'0'0'2246,"0"0"-769,0 0-27,0 0-474,10 22-485,5 5-383,-8-14-62,0 0 1,-1 1-1,0 0 0,-1 0 0,0 0 0,0 8-46,2 2 318,-13-58 119,0-5-431,5 29-40,-1-2 87,1-1-1,0 1 1,1 0 0,1-1 0,0 1 0,1-8-53,-1 17 13,0 1 0,-1 0 0,1-1 1,0 1-1,0 0 0,0 0 0,1-1 0,-1 1 1,0 0-1,1 0 0,-1 0 0,1 1 0,0-1 1,0 0-1,0 1 0,-1-1 0,2 1 0,-1-1 1,0 1-1,0 0 0,0 0 0,0 0 1,1 0-1,-1 0 0,1 1 0,-1-1 0,0 1 1,1-1-1,-1 1 0,1 0 0,-1 0 0,1 0 1,-1 0-1,1 1 0,0-1-13,3 1 2,1 1 0,0 0 0,-1 0 0,1 0-1,-1 1 1,1 0 0,-1 0 0,0 1 0,-1-1 0,1 1 0,0 1-1,-1-1 1,0 1 0,0 0 0,-1 0 0,1 0 0,-1 1 0,0-1 0,0 1-1,-1 0 1,0 0 0,0 1 0,0-1-2,4 10 5,-1-1 0,0 1-1,-1 1 1,-1-1 0,0 1 0,-1-1 0,-1 1-1,0 16-4,-4-22 9,-4-16-7,-5-18-17,5 2 31,0-1 0,2 1 0,0-1 0,2-1 0,0 1 0,2 0 0,0-5-16,0 24 6,1-1-1,-1 0 1,1 1-1,0-1 1,0 1-1,0-1 1,0 1-1,0-1 1,1 1-1,0 0 1,0 0-1,0 0 1,0 0-1,0 0 1,0 0-1,1 0 1,-1 1-1,1-1 1,0 1-1,0 0 1,0 0-1,0 0 1,0 0-1,0 0 0,1 1 1,-1-1-1,1 1 1,-1 0-1,1 0 1,-1 0-1,1 1 1,-1-1-1,1 1 1,0 0-1,-1 0 1,1 0-1,0 0 1,-1 1-1,1 0 1,0-1-1,-1 1 1,1 1-1,-1-1 1,0 0-1,1 1 1,-1 0-1,0-1 1,0 1-1,0 1 1,0-1-1,0 0 1,-1 1-1,1-1 0,2 4-5,1 4 9,1 1 0,-1-1-1,-1 2 1,0-1-1,0 0 1,-2 1-1,1 0 1,-1 0-1,-1 0 1,1 12-9,1 24-471,-2-1 1,-2 12 470,-1-19-1132,1 12-4193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1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23 7074,'0'0'4923,"0"0"-1989,0 0-543,0 0-396,0 0-83,0 0-197,-16-5-682,-53-13-567,66 18-442,0 0 1,0 1 0,0-1-1,0 1 1,0-1 0,0 1-1,0 0 1,0 0 0,0 0-1,0 0 1,1 1 0,-1-1-1,1 1 1,-1-1 0,1 1-1,-1 0 1,1 0-1,0 0 1,0 1 0,0-1-1,0 0 1,1 1 0,-1-1-1,0 1 1,1 0 0,0-1-1,-1 3-24,0-1 41,-5 10 19,0 0 0,2 1-1,0-1 1,1 1 0,0 1-1,1-1 1,0 0 0,2 1-1,0-1 1,1 1 0,0 0 0,2 13-60,0-23-8,-1-1 1,1 0 0,0 0 0,0 0 0,0 0 0,1 0 0,0 0 0,0-1 0,0 1 0,0-1 0,1 0 0,0 0 0,-1 0 0,1 0 0,1-1 0,-1 0 0,1 0 0,-1 0 0,1 0 0,0-1 0,0 1 0,0-1 0,0-1 0,0 1-1,1-1 1,-1 1 0,0-2 0,1 1 0,-1-1 0,1 1 0,0-1 7,0 0-116,1 0-1,-1 0 1,1-1-1,-1 0 1,0 0-1,1 0 1,-1-1-1,0 0 0,0 0 1,0 0-1,0-1 1,3-2 116,-5 3-154,-1 0 1,0 0 0,0-1-1,0 0 1,0 1-1,0-1 1,0-1 0,-1 1-1,1 0 1,-1 0-1,0-1 1,0 1-1,0-1 1,-1 0 0,1 0-1,-1 1 1,0-1-1,0 0 1,0 0 0,-1-1 153,3-29 303,-2 0 1,-1 0 0,-2-2-304,-1-36 5445,3 70-4952,7 28-342,5 22-78,-8-27-65,1 0-1,1-1 0,1 0 1,1 0-1,0-1 1,1 0-1,3 3-7,-10-20-136,0 1 1,-1-1-1,1 0 1,0 0-1,0 0 0,1 0 1,-1 0-1,0-1 0,1 1 1,-1-1-1,1 1 0,-1-1 1,1 0-1,-1 0 1,1 0-1,0 0 0,0-1 1,0 1-1,-1-1 0,1 1 1,2-1 135,-1 0-650,-1-1 1,0 1-1,0-1 0,1 1 1,-1-1-1,0 0 1,0 0-1,0-1 0,0 1 1,0-1-1,0 1 0,1-2 650,23-19-11725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1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12859,'0'0'5809,"0"0"-3841,0 0 313,0 0-1009,0 0-352,0 0-600,188 0-160,-134 0-152,-1 0-8,4 0-672,-14 0-3241,-14 0-2888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1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16564,'0'0'2808,"0"0"110,0 0-584,0 0-995,0 0-855,0 0-371,18 4-54,-12-2-55,6 0-2,-1 1 0,1 0 1,-1 0-1,1 2 0,-1-1 0,-1 2 1,1-1-1,-1 1 0,0 1 1,0 0-1,0 0 0,-1 1 0,2 2-2,-5-4 4,0 0 0,0 1-1,0 0 1,-1 0-1,0 0 1,0 1 0,-1-1-1,0 1 1,0 0-1,-1 1 1,0-1 0,-1 0-1,1 1 1,-2 0-1,1-1 1,-1 1 0,0 5-4,-2-11 36,0 0 0,0-1 0,0 1 0,0 0 0,0 0 0,0 0 1,-1-1-1,0 1 0,1-1 0,-1 1 0,0-1 0,0 0 0,0 0 0,0 0 1,-1 0-1,1 0 0,-2 1-36,-52 33 555,26-18-447,26-15-158,1-1-48,0 0 1,0 0-1,0 0 1,0 0-1,1 0 1,-1 1-1,1-1 1,0 1-1,0 0 1,0 0-1,-1 2 98,3-5-69,0 0-1,0 0 0,0 0 0,0 0 0,0 1 0,0-1 0,0 0 1,0 0-1,0 0 0,0 0 0,0 1 0,1-1 0,-1 0 0,0 0 1,0 0-1,0 0 0,0 0 0,0 1 0,1-1 0,-1 0 0,0 0 1,0 0-1,0 0 0,0 0 0,1 0 0,-1 0 0,0 0 0,0 0 0,0 0 1,0 0-1,1 0 0,-1 1 0,0-1 0,0 0 0,0-1 0,1 1 1,-1 0-1,0 0 0,0 0 0,0 0 0,1 0 0,-1 0 0,0 0 1,0 0-1,0 0 0,0 0 0,1 0 0,-1 0 0,0-1 0,0 1 1,0 0-1,0 0 0,0 0 0,1 0 0,-1 0 0,0-1 0,0 1 1,0 0-1,0 0 0,0 0 70,23-10-4386,4-5-3487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2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64 17668,'0'0'2070,"0"0"-182,0 0-536,-2 22-520,-6 73-310,8-93-492,0 1 0,0 0 0,0 0 0,0-1 1,1 1-1,-1 0 0,1-1 0,-1 1 0,1 0 0,0-1 0,0 1 0,0-1 1,1 1-1,-1-1 0,0 0 0,1 1 0,0-1 0,-1 0 0,1 0 1,0 0-1,0 0 0,0-1 0,0 1 0,1 0 0,-1-1 0,0 0 1,1 1-1,-1-1 0,1 0 0,-1 0 0,1 0 0,-1-1 0,2 1-30,8 1 111,-1 0-1,1-1 0,-1-1 0,1 1 0,-1-2 0,8-1-110,-7 1 57,-7 1-57,-1-1 1,1 0-1,-1 0 0,0 0 0,1 0 0,-1-1 0,0 1 0,0-1 0,0 0 1,0-1-1,0 1 0,-1-1 0,1 1 0,-1-1 0,1 0 0,-1 0 1,0-1-1,0 1 0,0-1 0,-1 1 0,1-1 0,-1 0 0,0 0 1,0 0-1,0 0 0,-1 0 0,0-1 0,1 1 0,-1 0 0,0-4 0,0 2-306,-1 1 0,0-1 1,0 1-1,0-1 0,0 1 0,-1-1 0,0 1 0,0-1 0,0 1 0,-2-2 306,-10-13-4993,-1 7-4193</inkml:trace>
  <inkml:trace contextRef="#ctx0" brushRef="#br0" timeOffset="1">279 199 14779,'0'0'2881,"0"0"-1,0 0-927,0 0-609,177 14-688,-118-31-48,-8-7 81,-16-5-185,-19-2 200,-16-3-24,0 3-208,-21 4-248,-14 10-224,-11 15-200,-32 4-784,11 22-1497,8 3-4280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3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93 4281,'0'0'8810,"0"0"-5155,0 0-1474,0 0-440,0 0-796,0 0-583,14-13-208,48-42 148,-59 52-213,1 0 0,0 0 0,1 1 0,-1-1 0,0 1 0,1 0-1,-1 0 1,1 0 0,2 0-89,-5 2 25,0-1 0,-1 1 0,1 0 0,0 0 0,-1 0 0,1 0 0,0 0-1,-1 0 1,1 1 0,0-1 0,-1 1 0,1-1 0,-1 1 0,1-1 0,-1 1 0,1 0 0,-1 0 0,1 0-25,1 1 13,-1 1 0,0-1 0,1 1 0,-2 0 1,1 0-1,0 0 0,0 0 0,-1 0 0,0 0 1,1 0-1,-1 1 0,0-1 0,-1 0 0,1 1 1,-1-1-1,1 0 0,-1 1 0,0 2-13,0 5 55,1 0 0,-1 0 0,-1 0 0,0 0 0,-1 0 0,0 0 0,-1 0-1,0 0 1,0-1 0,-1 1 0,-1-1 0,0 0 0,0 0 0,-1-1 0,0 0 0,-1 0 0,-7 8-55,-9 10 194,-1 0 1,-1-2 0,-1-1-1,-2-1 1,-17 11-195,44-33 16,-1 0 0,1 0-1,-1 0 1,0 0 0,1 0 0,-1 0-1,0-1 1,0 1 0,1-1 0,-1 1-1,0-1 1,0 0 0,0 1 0,0-1-1,0 0 1,-1-1-16,2 1 26,1 0-1,-1 0 1,0-1 0,1 1-1,-1 0 1,0-1 0,1 1-1,-1 0 1,1-1-1,-1 1 1,0-1 0,1 1-1,-1-1 1,1 0 0,-1 1-1,1-1 1,0 1 0,-1-1-1,1 0 1,0 0 0,-1 1-1,1-1 1,0 0 0,0 1-1,0-1 1,-1 0-26,1-2 22,0 1-1,0 0 1,0 0 0,0 0 0,1-1 0,-1 1 0,0 0 0,1 0-1,0 0 1,-1 0 0,1 0 0,0 0 0,0 0 0,0 0 0,0 0-1,1 0 1,-1 1 0,0-1 0,1 0 0,-1 1 0,1-1-1,-1 1 1,1-1 0,0 1-22,3-2-1,1 0 0,0 0 0,-1 1 0,1-1 0,0 2 0,0-1 0,0 0 0,0 1 0,1 0 0,-1 1 0,0-1 0,0 1 0,1 0 0,-1 1 0,0-1 0,0 1 0,0 1 0,0-1 0,0 1 0,3 1 1,8 4-16,0 1-1,-1 0 1,0 2-1,-1 0 1,0 0-1,5 6 17,-10-9-172,-1-1-1,1 0 1,0 0-1,0-1 0,1-1 1,3 1 172,38 12-4858,-38-13 2435,13 4-4454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3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14603,'0'0'2598,"0"0"-1092,0 0-812,0 0-467,34 0-157,232 1 28,1845-14 2087,-1952 6-6601,-108 2-810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4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13851,'0'0'3833,"0"0"-1366,0 0-1081,0 0-804,0 0 177,4 28 449,-1-3-882,7 41 1682,0 59-2008,-9-93 333,0 23 263,3 0 0,5 15-596,-7-54 30,1-1 0,1 0 0,1 0 1,0 0-1,1 0 0,0-1 0,1 0 0,1 0 0,0 0 0,4 2-30,-9-12-1,1 0 1,1 0-1,-1 0 0,1 0 1,-1-1-1,1 1 0,0-1 1,0-1-1,0 1 1,1-1-1,-1 0 0,1 0 1,-1 0-1,1-1 0,0 0 1,0 0-1,-1 0 0,1-1 1,0 0-1,0 0 0,0 0 1,5-1 0,-7 0-228,1 0 1,0 0 0,-1 0 0,1 0-1,0-1 1,-1 0 0,0 0 0,1 0-1,-1 0 1,0-1 0,0 1-1,0-1 1,-1 0 0,1-1 0,-1 1-1,0 0 1,1-1 0,-1 0 0,-1 0-1,1 0 1,-1 0 0,1 0-1,-1 0 1,0-1 0,-1 1 0,1-1-1,0-2 228,1-23-4553,-2 4-2211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4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14003,'0'0'4809,"0"0"-1104,0 0-2201,0 0-1064,0 0-368,148-10-32,-92 3-40,22 0-168,-13-3-2744,-9 3-8043</inkml:trace>
  <inkml:trace contextRef="#ctx0" brushRef="#br0" timeOffset="1">720 1 16075,'0'0'4065,"0"0"-3345,0 0 41,0 0-49,0 0-312,145 0-256,-108 0-88,-7 0-56,-1 0-424,-7 0-2673,-3 0-7105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5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62 8954,'0'0'6431,"0"0"-3728,0 0-693,0 0-839,0 0-465,27-11-119,81-32-104,-104 41-455,-1 1 1,1 0 0,-1 0-1,1 0 1,0 1-1,0-1 1,-1 1-1,1 0 1,1 0-29,-4 0 11,0 0-1,0 0 1,0 0 0,0 1 0,0-1-1,0 0 1,0 1 0,0-1 0,0 1 0,0-1-1,0 1 1,0-1 0,0 1 0,-1 0-1,1-1 1,0 1 0,0 0 0,-1 0-1,1-1 1,0 1-11,0 2 28,0 0 1,0 0-1,0 0 0,-1 0 0,1 0 0,-1 0 1,1 0-1,-1 0 0,0 1 0,0-1 0,-1 0 1,1 2-29,-1 5 82,1 1-50,0-1-1,0 1 0,-1-1 0,-1 1 0,0-1 0,0 0 0,-1 0 0,0 0 1,-1 0-1,0 0 0,-1-1 0,0 0 0,0 0 0,-1 0 0,-6 8-31,-18 19 73,-1-1 0,-1-1 0,-21 15-73,82-46 159,60-1-150,-43 0-5,1-1 0,0-3 0,21-4-4,-62 5-122,-1-1 0,1 1 0,-1-1 0,1 1 1,-1-2-1,0 1 0,0-1 0,0 1 0,0-1 0,0 0 0,3-4 122,25-30-5694,-16 13-745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5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15811,'0'0'3793,"0"0"-2425,0 0-231,137-3-761,-80 3-264,2 0-104,-6 0 8,-4 0-16,-9 0-368,-13 0-664,-11 0-209,-13 0 137,-9 0-176,-21 0-2865,-5 0-2353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46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13619,'0'0'3977,"0"0"-954,0 0-393,0 0-878,0 0-929,-1 4-567,0 10-177,0 0 1,2-1-1,0 1 0,0 0 0,1-1 0,1 1 0,0-1 1,1 0-1,1 1-79,10 44 207,3 56-41,-4 1-1,-2 107-165,-19 231 308,7-442-279,-4 75 278,-4 5-307,5-65 35,-2 0 1,-1 0-1,-1 0 0,-1 0 0,-7 15-35,15-41 4,0 1-1,0-1 1,0 1-1,0 0 1,0-1-1,1 1 1,-1 0-1,0-1 1,0 1-1,1-1 1,-1 1-1,0-1 1,1 1-1,-1-1 0,0 1 1,1-1-1,-1 1 1,1-1-1,-1 1 1,1-1-1,-1 1 1,1-1-1,-1 0 1,1 1-1,-1-1 1,1 0-1,-1 0 1,1 1-1,0-1 1,-1 0-1,1 0 1,0 0-1,-1 0 1,1 0-1,-1 0 1,1 0-1,0 0 0,-1 0 1,1 0-1,0 0 1,-1 0-1,1 0 1,0-1-4,41 3 11,-34-3 11,81-3 6,-1-4-1,35-10-27,-119 18 1,88-4 116,-24 3-2074,-25-5-3059,-16-3-3419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03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17108,'0'0'2744,"0"0"-583,0 0-553,0 0-792,0 0 368,0 0-423,126 0-265,-80 0-304,-1-2-96,-4-3-96,-4 5-128,-13 0-1249,-10 0-3135,-11 9-4466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03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17972,'0'0'2264,"0"0"-1071,0 0-601,0 0-592,215-36-72,-97 14-1513,-19 5-1055,-18 3-6850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10778,'0'0'3649,"0"0"-1031,0 0 825,0 0-1436,0 0-676,2-16-377,0 5-796,-2 5-102,0 1-1,1-1 1,0 0-1,0 1 1,0-1-1,1 0 1,0 1-1,0 0 1,0-1-1,1 1 1,0 0-1,0 0 1,0 1-1,0-1 1,1 1-1,0-1 1,4-2-56,-1 0 83,1 1 1,1 0 0,-1 0 0,1 1 0,0 0 0,0 1-1,1-1 1,-1 2 0,1 0 0,0 0 0,0 1 0,0 0 0,0 0-1,0 1 1,0 1 0,7 0-84,-14 0 3,0 0 0,0 0 0,0 1 0,0-1 0,0 1 0,0 0 0,-1 0 0,1 0 0,0 0 0,0 1 0,-1-1 0,1 1 0,-1-1 0,1 1 0,-1 0 0,0 0 0,1 0 0,-1 0 0,1 2-3,0 1 7,1 0-1,-1 1 1,0-1 0,-1 1-1,0-1 1,1 1 0,-2 0-1,1 0 1,0 5-7,1 10 39,-1 0 0,-1 0-1,-1 1 1,-1-1 0,-2 11-39,0-13 65,-1 0 0,-1-1 1,-1 1-1,0-1 0,-1 0 1,-1-1-1,-1 0 0,-5 8-65,-5 6 103,-2-1-1,-2 0 0,-23 23-102,44-50 18,-32 29 31,33-31-28,-1 0 0,1 0 1,0 0-1,-1 0 0,1 0 0,0 0 0,-1 0 0,1-1 1,-1 1-1,1-1 0,-1 1 0,0-1 0,1 0 0,-1 1 1,1-1-1,-1 0 0,0 0 0,1 0 0,-1 0 0,1-1 1,-1 1-1,0 0 0,1-1 0,-2 1-21,2-2 13,0 1 0,0-1-1,1 0 1,-1 1 0,0-1-1,1 0 1,0 1 0,-1-1-1,1 0 1,0 1 0,-1-1-1,1 0 1,0 0 0,1 1 0,-1-1-1,0 0 1,0 0 0,1 1-1,-1-1 1,1 0 0,-1 1-1,1-1 1,0 0 0,-1 1-1,1-1 1,0 1 0,0-1-1,0 1 1,1 0 0,-1-1 0,0 1-1,0 0 1,1 0-13,19 1-3,0 1-1,0 1 1,0 1 0,0 1 0,-1 1-1,1 0 1,1 3 3,1-1-13,0-1 0,1 0 0,-1-2 0,1-1 0,13 0 13,-30-3-478,22 0-220,-11 0-7527,-12 0-1601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10114,'0'0'7087,"0"0"-4827,0 0-1173,0 0-206,0 0-375,39 4 165,-33-4-632,375 26 2137,470-47 665,586-15-1778,-1381 36-1360,55 0 720,6-5-423,-79 1-1885,1-2 0,30-8 1885,-67 12-3811,-4 2-1760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3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18404,'0'0'2628,"0"0"-691,0 0-734,8 29 41,-3-12-1026,10 38 720,-2 0 1,5 49-939,-11-41 487,-1-2-100,2 0 0,3 0 0,12 33-387,-18-79 15,0 0 1,0 0-1,2 0 0,0-1 1,0 0-1,1 0 1,1-1-1,0 0 1,1 0-1,1-1 1,-1-1-1,2 1 1,0-2-1,0 0 1,1 0-1,2 0-15,-11-8-8,1 1 0,-1-1 0,1 1 0,0-1 0,0-1 0,0 1 0,0-1 0,1 0 0,-1 0-1,0 0 1,0-1 0,1 0 0,-1 0 0,0 0 0,4-1 8,-5 0-94,0 0-1,-1 0 1,1-1-1,0 1 1,-1-1-1,1 0 1,-1 0-1,0 0 1,0 0-1,1-1 1,-1 1-1,-1-1 1,1 0-1,0 0 1,-1 0-1,1 0 1,-1 0-1,0 0 1,1-3 94,16-38-3480,-7 3-3766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3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19220,'0'0'2737,"0"0"-201,0 0-495,0 0-1089,0 0-696,156 0-32,-81-12-176,0 0-48,9-5-648,-20 5-1857,-16 2-4704</inkml:trace>
  <inkml:trace contextRef="#ctx0" brushRef="#br0" timeOffset="1">602 49 18228,'0'0'4169,"0"0"-2753,0 0-248,0 0-1168,153-24-32,-89 14-1440,-15 3-3089,-9-1-5257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4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18340,'0'0'2763,"0"0"-1032,0 0 427,0 0-1130,0 0-740,0 0-208,25-14-65,77-36-19,-101 49 4,0 1 0,0-1 0,0 1 0,-1-1 0,1 1 0,0-1 0,0 1 0,0 0 0,0 0 0,0 0 0,0-1-1,0 1 1,0 0 0,0 0 0,0 0 0,0 0 0,0 1 0,0-1 0,0 0 0,0 0 0,0 1 0,0-1 0,0 0 0,0 1 0,-1-1 0,1 1 0,0-1 0,0 1 0,0-1 0,-1 1 0,1 0 0,0-1 0,-1 1 0,1 0-1,0 0 1,-1-1 0,1 1 0,1 30 4,-3-22 1,0 5 74,-1 0 0,0 0 0,-1 1 0,-1-1 0,0-1 0,-1 1 0,-1-1 0,0 0 1,-1 0-1,0 0 0,0-1 0,-6 6-79,-34 65 464,46-81-455,0-1 0,0 1 0,1 0 0,-1 0 0,1 0 0,-1 0 0,1 0 0,-1-1 0,1 1 0,0 0 0,0 0 0,0 0 0,0 0 0,1 2-9,-1-3 12,0 0 0,1 0 1,-1 0-1,1 0 0,-1-1 1,1 1-1,-1 0 0,1 0 1,0-1-1,-1 1 0,1 0 1,0-1-1,0 1 0,-1 0 1,1-1-1,0 1 0,0-1 1,0 1-1,0-1 0,0 0 1,0 1-13,6 0 78,-1 0 1,1 0 0,0 0 0,0-1 0,0 0 0,0 0-1,3-1-78,10 0 102,18-1 323,-1-2 0,35-7-425,1-1-1467,0 7-6501,-63 5-1694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4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14803,'0'0'3896,"0"0"183,0 0-1909,0 0-1174,0 0-578,0 0-41,6 20 253,3 8-357,-1 0 0,-2 1 1,-1 0-1,-1 1 0,-2 6-273,0 15 291,-1 10 9,2 1 1,11 52-301,-11-97 9,1-1 0,0 1 0,1-1 0,1 0 0,0 0 0,2-1 0,-1 0 0,2 0 0,0 0 0,1-1 1,0-1-1,8 9-9,-11-16 7,-1 0 1,1 0 0,0-1 0,1 0-1,-1 0 1,1-1 0,0 0-1,0 0 1,0-1 0,0 0 0,1 0-1,0-1 1,-1 0 0,1-1 0,0 0-1,0 0 1,0-1 0,0 0-1,-1 0 1,1-1 0,0 0 0,0-1-1,-1 0 1,1 0 0,2-2-8,4-1-18,-1-1 1,0-1-1,0 0 1,-1-1-1,0 0 1,0-1-1,-1 0 1,0-1-1,-1-1 1,0 0-1,0 0 1,-1-1-1,-1 0 1,1-3 17,-1-1-281,0 0 1,-2-1-1,0 0 1,-1 0-1,0 0 1,-2-1-1,0 0 1,-1 0-1,-1 0 1,0-1 0,-2 1-1,0 0 1,-1-3 280,1 19 118,1 5-2,33 89 840,15 35 163,-42-111-1060,1-1 0,0-1 0,1 0 0,1 0 0,0 0 0,12 11-59,-20-23-93,0 0 1,0 0-1,1-1 1,-1 1 0,0 0-1,1-1 1,-1 1-1,0-1 1,1 0-1,0 0 1,-1 0-1,1 0 1,0 0 0,-1-1-1,1 1 1,0-1-1,0 0 1,0 0-1,-1 0 1,1 0-1,0 0 1,0 0-1,0-1 1,-1 0 0,1 1-1,0-1 1,-1 0-1,3-1 93,15-19-6132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5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15315,'0'0'2033,"0"0"-94,0 0 484,12 25-800,89 161 556,-99-182-2177,-1-1-1,1 0 1,-1 0-1,0 1 1,0-1 0,0 0-1,-1 1 1,1-1-1,-1 1 1,0-1-1,0 4-1,-1-7-43,0 0 0,0-1-1,-1 1 1,1 0-1,0 0 1,0 0-1,0-1 1,-1 1 0,1-1-1,0 1 1,0-1-1,0 1 1,0-1 0,0 1-1,0-1 1,0 0-1,0 0 1,0 0-1,0 1 1,1-1 0,-1 0-1,0 0 1,0 0-1,1 0 1,-1 0 43,-2-9-13,0 0-1,1 1 1,0-1 0,0 0 0,1 0 0,1 0-1,-1 0 1,1 0 0,1 0 0,1-6 13,-1 8 50,0 0 0,0 0 0,1 0 0,0 1 0,1-1 0,0 0 0,0 1 0,0 0 0,1 0 0,0 0 1,0 0-1,1 0 0,2-2-50,-4 6 15,0 0 1,0 0-1,0 1 0,1-1 1,-1 1-1,0 0 1,1 0-1,0 0 0,-1 0 1,1 0-1,0 1 1,0 0-1,0 0 1,0 0-1,0 0 0,0 1 1,0-1-1,0 1 1,0 0-1,0 0 1,0 1-1,0-1 0,3 1-15,-2 1 6,0 0-1,-1 0 0,1 0 1,-1 1-1,0-1 0,0 1 1,0 0-1,0 1 0,0-1 1,0 0-1,-1 1 0,0 0 1,0 0-1,0 0 0,0 0 1,0 1-1,-1-1 0,1 3-5,8 21 198,-2 0-1,0 0 1,-3 1-1,0 0 0,-2 0 1,0 1-1,-3-1 0,0 1 1,-2 5-198,1-35 3,0 0 0,-1 0 0,1 0 0,0 0 0,0 0 0,0 0 0,0 0 0,0 0 0,0 0 0,0 0 0,0 0 0,0 0 0,-1 0 0,1 0 0,0 0 0,0 0 0,0 0 0,0 0 0,0 0 0,0 0 0,0 0 0,0 0 0,0 0 0,0 1 0,0-1 0,-1 0 0,1 0 0,0 0 0,0 0 0,0 0 0,0 0 0,0 0 0,0 0 0,0 0 0,0 0 0,0 0 0,0 1 0,0-1 0,0 0 0,0 0 0,0 0 0,0 0 0,0 0 0,0 0 0,0 0 0,0 0 0,0 0 0,0 1 0,0-1 0,0 0 1,0 0-1,0 0 0,0 0-3,-6-13 58,-3-22-16,5 0-35,2 1-1,1-1 1,2 1-1,5-27-6,-5 50 2,0 0-1,1 0 1,1 0-1,0 1 1,1-1-1,0 1 1,0 0 0,1 0-1,0 1 1,1-1-1,0 1 1,0 0-1,1 1 1,0-1-1,1 1 1,8-6-2,-13 11-2,0 1 0,0 0 0,0 0 1,0 0-1,0 0 0,0 1 1,1 0-1,-1-1 0,0 1 0,1 0 1,0 0-1,-1 1 0,1-1 1,-1 1-1,1 0 0,0 0 0,-1 0 1,1 0-1,-1 1 0,1-1 1,0 1-1,-1 0 0,1 0 0,-1 0 1,0 1-1,1-1 0,-1 1 1,0 0-1,0 0 0,0 0 0,0 0 1,0 0-1,-1 1 0,1-1 1,-1 1-1,1 0 0,-1-1 0,0 1 1,0 0-1,0 1 0,0-1 1,0 3 1,5 12 75,-2 1 0,0 0 0,-1 0 0,-1 0 0,0 0 0,-2 4-75,12 66-1392,6-34-3660,-13-44-3564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6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7 8250,'0'0'3971,"0"0"-195,0 0-1173,0 0-388,0 0-527,0 0-173,-19-1-178,6 0-1094,8-1-187,0 1 0,0 1-1,0-1 1,0 1 0,-1 0 0,1 0-1,0 0 1,0 1 0,0 0 0,0 0-1,0 0 1,0 1 0,0-1 0,0 1-1,0 1 1,1-1 0,-1 0-1,1 1 1,-1 0 0,1 0 0,0 1-1,-1 0-55,-1 5 55,0-1 0,0 0 0,1 1-1,0 0 1,0 1 0,1-1-1,1 1 1,-1-1 0,1 1 0,1 0-1,0 0 1,1 1 0,0-1-1,0 0 1,1 0 0,0 5-55,1-10 2,-1 0-1,1 0 1,0 0 0,0 0 0,1 0-1,-1-1 1,1 1 0,0 0 0,0-1-1,1 1 1,0-1 0,-1 0 0,1 0-1,1 0 1,-1 0 0,0 0 0,1-1 0,0 1-1,0-1 1,0 0 0,0 0 0,0-1-1,1 1 1,-1-1 0,1 0 0,0 0-1,0 0 1,-1-1 0,1 0 0,0 0-1,0 0 1,0-1 0,2 1-2,4 0-81,0 0 0,1 0 1,-1-1-1,0-1 0,1 0 0,-1 0 0,0-1 1,10-3 80,-16 3-54,0 0 0,-1 0 0,1-1 0,-1 0 0,1 1 0,-1-1 0,0-1 0,0 1 0,0 0 0,-1-1 0,1 0 0,-1 0 0,0 0 0,0-1 0,0 1 0,0 0 0,-1-1 0,0 0 0,0 0 0,0-1 54,3-10-52,-1 0-1,-1-1 0,0 0 1,-1 1-1,-1-1 0,-1-9 53,-2-20 3006,4 66-2994,0 0 0,2 0 1,0-1-1,2 1 0,0-1 0,1 0 0,0 0 1,9 12-14,-14-28-203,0-1 0,1 0-1,0 0 1,-1 0 0,1 0-1,0-1 1,0 1 0,0-1-1,0 1 1,0-1 0,0 0-1,0 0 1,0-1 0,1 1-1,-1-1 1,0 1 0,1-1-1,-1 0 1,0 0 0,0 0-1,1-1 1,-1 1 0,1-1 204,14 0-3665,19 1-7660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11210,'0'0'8770,"0"0"-6937,0 0-153,0 0-864,137 0-48,-75 0-408,-1 0-216,-2 0-96,-2-2-40,-9 2-16,-5-2-848,5-6-1280,-13 1-2273,-13-3-3081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7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17516,'0'0'3833,"0"0"-867,0 0-1127,0 0-1019,0 0-600,30 9-135,97 31-62,-115-36-23,-1 0 0,1 1 0,-1 1 0,-1-1 1,1 2-1,-1-1 0,0 2 0,0-1 0,-1 1 0,0 1 1,-1 0-1,1 0 0,-2 0 0,1 1 0,-2 0 0,1 1 0,2 6 0,-7-14 3,-1 0-1,1 0 1,-1 0-1,0 0 0,0 0 1,0 0-1,-1 0 0,1 0 1,-1 0-1,1 0 0,-1 0 1,0 1-1,0-1 0,-1 0 1,1 0-1,-1 0 0,1 0 1,-1 0-1,0 0 0,0 0 1,0 0-1,-1 0 0,1 0 1,-1 0-1,1 0 0,-1-1 1,0 1-1,0-1 0,0 0 1,-3 3-3,-7 4 85,0 0 1,0 0 0,-1-1-1,0-1 1,-1 0 0,-2 1-86,-30 16 276,37-17-722,17-7-1164,16-8-1593,-1-5-1603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7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68 3473,'0'0'11458,"0"0"-7830,0 0-1315,-6 22-743,-17 71-428,22-88-1039,0-1 1,0 1-1,1-1 1,-1 1-1,1 0 1,0-1-1,0 1 1,1-1-1,-1 1 0,1 0 1,0-1-1,1 1 1,-1-1-1,2 3-103,-2-4 64,1 0 0,0-1 0,-1 0 0,1 1 0,0-1-1,1 0 1,-1 0 0,0 0 0,0 0 0,1 0 0,-1-1-1,1 1 1,0-1 0,-1 1 0,1-1 0,0 0 0,0 0-64,7 1 91,1 0 0,-1-1-1,0 0 1,1 0 0,0-1 0,-1-1 0,1 0 0,-1 0 0,0-1 0,3-1-91,-6 2 1,0-1-1,0-1 0,-1 1 1,1-1-1,-1 0 0,0-1 1,1 1-1,-2-1 1,1-1-1,0 1 0,-1-1 1,0 0-1,0 0 1,0 0-1,-1-1 0,1 0 1,-1 1-1,-1-2 1,1 1-1,-1 0 0,0-1 1,-1 1-1,1-1 1,-1 0-1,-1 0 0,1 0 1,-1 0-1,-1 0 1,1 0-1,-1 0 0,0 0 1,-1-1-1,1 1 1,-1 0-1,-1 0 0,0 0 1,0 0-1,0 1 1,0-1-1,-1 1 0,0-1 1,-1 1-1,0 0 1,0 0-1,0 0 0,0 1 1,-4-4-1,5 6-596,-3-3-1596,4 3-3983,1 2-6571</inkml:trace>
  <inkml:trace contextRef="#ctx0" brushRef="#br0" timeOffset="1">313 165 14051,'0'0'4633,"0"0"-1520,0 0-649,0 0-807,174 48-937,-115-48-464,-5-14-160,-14-8-88,-18 0 40,-17 1 8,-5-4 272,-13-1-224,-17 2-104,-10 4-32,-19 13-608,8 7-1929,5 0-3848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54 13083,'0'0'2608,"0"0"13,0 0 637,0 0-1302,0 0-797,0 0-395,-33-3-73,-14-2-482,-44-4 453,-5 4-662,-56-2 1052,609-2-821,-423 6-151,-21 2-384,-13 1 242,0 0 0,0 0 0,0 0 0,0 0 0,0 0 0,0-1 0,0 1 0,0 0 0,0 0 1,0 0-1,0 0 0,0 0 0,0 0 0,0 0 0,0 0 0,0 0 0,0 0 0,0 0 0,0 0 0,0 0 0,0 0 0,0 0 0,0 0 1,0 0-1,0 0 62,-77-7-6548,37 4-1255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3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88 11618,'0'0'2256,"0"0"-584,0 0-561,0 0-290,0 0 148,0 0 672,-5-2 306,4 2-1897,0 1 0,1-1 0,-1 0-1,1 0 1,-1 0 0,0-1 0,1 1-1,-1 0 1,1 0 0,-1 0 0,0 0-1,1 0 1,-1-1 0,1 1-1,-1 0 1,1-1 0,-1 1 0,1 0-1,-1-1 1,1 1 0,-1-1 0,1 1-1,0 0 1,-1-1 0,1 1 0,0-1-1,-1 1 1,1-1 0,0 1 0,-1-1-1,1 0 1,0 1 0,0-1 0,0 1-1,0-1 1,-1 0 0,1 1 0,0-1-1,0 1 1,0-1 0,0 0-1,1 1 1,-1-1 0,0 1 0,0-1-1,0 1 1,0-1 0,0 0 0,1 1-1,-1-1 1,0 1 0,1-1 0,-1 1-1,0-1 1,1 1 0,-1-1 0,0 1-1,1-1 1,-1 1 0,1 0 0,-1-1-1,1 1 1,0-1-50,5-4 185,0 0 0,0 0 0,1 1 0,0-1 0,0 1 0,2 0-185,0-1 32,1 1-1,1 0 1,-1 1-1,0 0 1,1 0-1,0 1 1,-1 1-1,1 0 1,9 0-32,-16 1-1,0 0 0,0 0 1,0 1-1,0-1 0,0 1 0,0 0 1,0 0-1,-1 0 0,1 0 1,0 1-1,-1 0 0,1 0 0,-1 0 1,1 0-1,-1 0 0,0 1 0,0-1 1,0 1-1,0 0 0,0 0 0,-1 0 1,1 0-1,-1 1 0,0-1 0,0 0 1,0 1-1,0 1 1,2 7 4,-1 1 1,0-1-1,-1 1 1,0 0-1,-1-1 1,0 1-1,-2 0 1,1 0-1,-1 0 1,-1 0-1,0-1 1,-1 1-1,0-1 1,-1 1-1,-1-1 1,0 0-1,0-1 1,-1 1-1,-1-1 1,0 0-1,0-1 1,-1 0-1,0 0 1,-1 0-1,-7 5-4,-10 10 133,-2-2 0,0 0 0,-8 3-133,22-17 54,0-1-1,0 0 0,-1-1 0,1 0 1,-2-1-1,1-1 0,-1 0 1,-5 0-54,21-5 7,0 0 0,-1 0 0,1 0 0,0 0 0,-1 0 1,1 0-1,0 0 0,-1 0 0,1 0 0,0 0 0,-1 0 0,1 0 1,-1 0-1,1 0 0,0 0 0,-1 0 0,1 0 0,0 0 1,-1-1-1,1 1 0,0 0 0,-1 0 0,1 0 0,0-1 1,0 1-1,-1 0 0,1 0 0,0-1 0,0 1 0,-1 0 1,1-1-1,0 1 0,0 0 0,0-1 0,0 1 0,-1 0 0,1-1 1,0 1-1,0 0 0,0-1 0,0 1 0,0 0 0,0-1 1,0 1-1,0 0 0,0-1 0,0 1 0,0-1 0,0 1-7,7-18 64,-3 15-62,1 0 0,-1 0 0,0 0 0,1 1-1,-1 0 1,1 0 0,0 0 0,0 0 0,0 1-1,0 0 1,0 0 0,0 0 0,0 1 0,0-1-1,4 1-1,82 4-12,-69 0 21,-1 0 1,0 2 0,-1 0-1,3 2-9,-6-1-211,0-1 0,0-1 0,1-1 0,0-1 0,-1 0 0,17 0 211,-6-3-2618,-9 0-4137,-13 0-328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3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6185,'0'0'4100,"0"0"-930,0 0 407,0 0-1018,29 3-916,126 9 386,1-8 0,4-7-2029,337-44 2036,-242 18-3348,170 5 1312,-398 23-249,-19 0-325,0 0 0,0 1 1,0 1-1,0 0 0,7 1 574,-6 5-5461,-7 4-382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3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17956,'0'0'3957,"0"0"-2680,0 0-154,0 0 241,2 31-451,-1 13-656,1 29 622,8 35-879,-7-80 183,2 21 313,9 33-496,-11-69 31,0-1 0,1 1 0,0-1 0,1 0 0,0 0 0,1-1 0,1 1 0,6 9-31,-9-18 2,0 1-1,0 0 1,0-1 0,1 1 0,-1-1 0,1 0-1,0-1 1,0 1 0,0-1 0,0 0 0,0 0-1,0-1 1,1 1 0,-1-1 0,0 0 0,1-1-1,-1 1 1,1-1 0,-1 0 0,1 0 0,-1-1-1,0 0 1,1 0 0,-1 0 0,0 0 0,1-1-1,1-1-1,3 0-200,0-1-1,0 0 1,0-1-1,-1 0 1,1-1-1,-1 1 1,-1-2-1,1 1 1,-1-1-1,0 0 1,-1-1-1,0 0 1,5-7 200,-6 6-963,-1-1 0,-1 1 0,0-1 0,0 0 0,-1 0 0,0 0 0,-1-1 0,0-3 963,0-24-6212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4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13275,'0'0'4321,"0"0"-1521,0 0-87,0 0-649,0 0-1039,0 0-641,137-17-304,-70 10-48,3-3-32,21-2-1497,-19 0-3448,-15 0-7209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4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13019,'0'0'8146,"0"0"-6218,0 0 184,0 0-1495,0 0-345,0 0-272,161-14-184,-124 11-873,1 1-935,8-3-1697,-12-2-632,-7 2-6729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14459,'0'0'4769,"0"0"-2394,0 0-469,0 0-1008,25-7-629,78-22-194,-99 28-79,-1 0 1,1 0 0,0 1 0,0-1 0,-1 1-1,1 0 1,0 0 0,0 0 0,0 0 0,-1 1-1,1 0 1,0-1 0,-1 1 0,1 1 0,1-1 3,-3 1 23,0-1 0,0 0 0,0 1 1,-1-1-1,1 1 0,0-1 0,-1 1 1,1 0-1,-1 0 0,1 0 0,-1 0 1,0 0-1,0 0 0,0 0 0,0 0 1,0 0-1,0 1 0,0-1-23,0 5 139,0 0-1,0-1 0,-1 1 0,0 0 1,0 0-1,0 0 0,-1 0 0,0 0 1,0 0-1,-1-1 0,0 1 0,-1 3-138,-7 9 157,1 0-1,-2-1 0,-1 0 0,0-1 1,-14 15-157,13-16 101,0 0 0,1 1 0,1 0 0,0 1 1,1 0-1,-5 16-101,15-33 21,-1 0 0,1 0-1,0-1 1,0 1 0,0 0 0,0 0 0,0 0 0,0 0 0,0 0 0,0 0 0,0 0 0,0 0 0,0 0 0,0 0 0,1 0 0,-1-1 0,0 1-1,1 0 1,-1 0 0,1 0 0,-1 0 0,1-1 0,-1 1 0,1 0 0,0-1 0,-1 1 0,1 0 0,0-1 0,0 1 0,-1-1 0,1 1-1,0-1 1,0 1 0,0-1 0,0 1 0,-1-1 0,1 0 0,0 0 0,0 1 0,0-1 0,0 0 0,0 0 0,0 0 0,0 0 0,0 0 0,0 0-21,59 0 296,-38-1-239,63-3-873,51-9 816,-128 13-913,3-1-5891,-11-1-1145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15547,'0'0'4764,"0"0"-1987,0 0-1314,0 0-874,0 0-202,8 27 378,53 185 865,-49-163-1128,-4-10-201,3 0-1,1 0 1,1-1-301,-9-28 17,0-1 0,0 0 0,1-1 0,0 1 0,1-1 0,-1 0 0,2 0 0,-1 0 0,1-1 0,0 0 0,1-1 0,-1 1 0,1-1 0,5 2-17,-5-4 13,1-1 0,0 0 0,0 0 0,0 0 0,0-1 0,1-1 0,-1 0 0,0 0 0,1-1 0,-1 0 0,1 0 0,-1-1 0,1 0 0,7-3-12,-4 1-77,-1 0 1,0-1 0,0 0 0,0-1-1,0-1 1,-1 1 0,0-2 0,0 0-1,0 0 1,5-6 75,-11 9-265,-1 0-1,0-1 1,-1 1-1,1-1 1,-1 0-1,0 0 1,0 0-1,0 0 1,-1 0 0,1-1-1,-1 1 1,0-3 265,6-44-7562,-7 13-2843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5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13243,'0'0'2984,"0"0"-207,0 0 1624,0 0-2529,0 0-495,78 138-657,-56-107-232,-4-2-392,4-7 0,-3-5-96,7-15-512,-4-2-2081,-3 0-4704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5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14723,'0'0'1878,"0"0"-4,0 0 1213,0 0-1123,0 0-682,15 21-377,4 5-692,-5-8-16,-1 0 0,0 2-1,4 9-196,-17-28 98,-1-7-80,-4-19-155,0 0 0,1-1-1,2 0 1,1-2 137,1 26 21,0 1 0,0 0-1,0 0 1,0 0 0,0 0 0,0 0 0,0 0 0,1 0 0,-1 0-1,0 0 1,1 0 0,-1 1 0,1-1 0,-1 0 0,1 0 0,0 0 0,-1 0-1,1 1 1,0-1 0,-1 0 0,1 0 0,0 1 0,0-1 0,0 1-1,0-1 1,0 0-21,2 0 16,-1 1-1,1-1 1,-1 0-1,1 1 1,-1 0-1,1-1 1,-1 1 0,1 0-1,0 0 1,-1 0-1,2 1-15,2 0 0,0 0-1,0 0 0,0 1 1,0 0-1,0 0 1,0 0-1,-1 1 1,1 0-1,3 2 1,3 6 48,-1-1-1,0 1 1,0 1-1,-1 0 1,-1 0-1,0 1 1,-1 0-1,0 0 1,-1 1-1,-1 0 1,0 1-1,0-1 1,0 8-48,-8-37 137,1 1 1,0 0 0,1 0 0,1-1 0,0 1 0,2-8-138,-1 12 48,0 0 1,0 0 0,1 1-1,0-1 1,0 1-1,1-1 1,1 1-1,-1 0 1,2 1 0,-1-1-1,5-4-48,-7 9 9,0 1 0,0 0 0,0 0 0,0 0 1,1 0-1,-1 0 0,1 1 0,0-1 0,-1 1 0,1 0 0,0 0 0,0 1 0,1-1 0,-1 1 0,0 0 0,0 0 0,1 0 0,-1 1 1,1-1-1,-1 1 0,1 0 0,-1 0 0,0 1 0,1-1 0,-1 1 0,0 0 0,1 0 0,-1 1 0,0-1 0,0 1 0,0 0 1,0 0-1,0 0 0,0 1 0,-1-1 0,1 1 0,-1 0 0,0 0 0,0 0 0,0 0 0,0 1 0,0-1 0,-1 1 0,1 0 0,-1 0 1,1 1-10,7 15-230,0 1 1,-1-1 0,-1 2-1,3 15 230,7 46-4013,-12-36-2832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0 14371,'0'0'2506,"0"0"-496,0 0 182,0 0-817,-26 10-687,-84 35-316,104-42-317,1 0 0,0 0-1,1 1 1,-1-1-1,0 1 1,1 0-1,0 1 1,0-1 0,0 0-1,1 1 1,-1 0-1,1 0 1,0 0-1,1 1 1,-1-1 0,1 0-1,0 2-54,-1 4 193,0 0 0,1 1 0,1 0 0,0 0 0,0-1 0,1 6-193,0-15 22,0-1 0,0 1-1,1 0 1,-1-1 0,0 1 0,1 0 0,-1-1-1,1 1 1,-1 0 0,1-1 0,0 1-1,0-1 1,0 1 0,0-1 0,0 0 0,0 1-1,0-1 1,0 0 0,0 0 0,1 1-1,-1-1 1,0 0 0,1 0-22,2 1 29,-1-1 0,1 1 0,0 0 0,0-1 0,0 0 1,0 0-1,0 0 0,0-1 0,0 1 0,1-1-29,5 0 12,1 0-1,-1 0 1,0-1 0,-1-1 0,1 0-1,0 0 1,0-1 0,5-2-12,-7 1-60,0 0 0,-1 0 0,1-1 0,-1 0-1,0-1 1,-1 1 0,1-1 0,-1 0 0,0-1 0,-1 0 0,1 0 0,-1 0 0,3-8 60,-1 2 102,-1 0-1,0 0 0,-2 0 1,1-1-1,-2 0 1,0 0-1,0 0 0,-1-3-101,-2 17 31,0 0-1,0 0 0,-1 0 1,1 0-1,0 0 1,0 0-1,0-1 0,0 1 1,0 0-1,0 0 1,0 0-1,0 0 0,0-1 1,0 1-1,0 0 1,0 0-1,0 0 0,0 0 1,0 0-1,0-1 1,0 1-1,0 0 0,0 0 1,0 0-1,0 0 0,0-1 1,1 1-1,-1 0 1,0 0-1,0 0 0,0 0 1,0 0-1,0 0 1,0 0-1,0-1 0,1 1 1,-1 0-1,0 0 1,0 0-1,0 0 0,0 0 1,0 0-1,0 0 0,1 0 1,-1 0-1,0 0 1,0 0-1,0 0 0,0 0 1,1 0-1,-1 0 1,0 0-1,0 0 0,0 0 1,0 0-1,0 0 1,1 0-1,-1 0 0,0 0 1,0 0-1,0 0 0,0 0-30,8 13 314,4 17-451,-5 0 118,-5-18-20,1-1 0,0 0 0,0 0 1,1 0-1,0 0 0,1-1 0,0 1 1,1-1-1,0-1 0,2 4 39,-3-11-457,-1 0-1,1 0 1,-1 0-1,1 0 1,0-1-1,0 0 1,0 0 0,-1 0-1,1-1 1,0 0-1,0 0 1,0 0-1,0 0 1,0-1 0,0 0-1,0 0 1,4-1 457,23-10-6911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6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10490,'0'0'6962,"0"0"-3946,0 0-279,0 0-1609,0 0-832,137-8 64,-83 8 80,2 0 113,-2 0-265,-3 0-176,-5 0-112,-6 0-496,-10-5-1097,-12-11-2216,-7-1-223,-8 0-4570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6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11026,'0'0'4815,"0"0"-1609,0 0-351,0 0-436,0 0-862,0 0-860,13 0-438,-5 0-233,14-1-6,-1 0 0,1 2 1,0 1-1,0 1 0,11 3-20,-28-5 2,0 0-1,0 1 1,0 0-1,0 0 1,0 0-1,-1 1 1,1-1-1,-1 1 1,0 0-1,0 0 0,0 1 1,3 3-2,-5-5 2,0 1 1,0 0-1,-1 0 1,1 0-1,-1 0 1,1 1-1,-1-1 1,0 0-1,-1 0 1,1 1-1,0-1 1,-1 1-1,0-1 1,0 1-1,0-1 1,0 0-1,0 1 1,-1-1-1,1 1 1,-1-1-1,0 1-2,-3 5 36,0 0-1,-1-1 1,0 1-1,0-1 1,-1 0-1,0-1 1,0 1-1,0-1 1,-1 0-1,-5 3-35,-32 39 27,42-46-73,0 0-63,-1 0 0,1 1 1,0-1-1,0 1 0,0 0 0,0-1 0,1 1 1,-1 0-1,1 0 0,-1 4 109,19-8-6764,4-8 284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7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34 12963,'0'0'4594,"0"0"-2416,0 0-428,0 0-405,0 0-367,-3 24-90,-3 77 24,6-98-876,0 0 0,1 0 0,-1-1 0,1 1 0,-1 0 0,1 0 0,0-1 0,0 1 0,0-1 0,1 1 0,-1-1-1,1 1 1,-1-1 0,1 0 0,0 0 0,0 1 0,-1-1 0,2-1 0,-1 1 0,0 0 0,0 0 0,1-1 0,-1 1 0,1-1 0,1 1-36,3 1 74,1-1 1,0 0 0,-1 0-1,1-1 1,0 0 0,8 1-75,-13-2 31,10 1 14,0 0 1,0-1-1,-1 0 1,1-1-1,0-1 1,-1 0-1,1-1 1,5-2-46,-13 4-196,-1-1 1,0 0-1,0 0 0,0 0 1,0-1-1,0 1 0,-1-1 1,1 0-1,-1 0 1,1 0-1,-1 0 0,0-1 1,0 1-1,-1-1 1,1 0-1,-1 0 0,0 0 1,0 0-1,0 0 1,0-1-1,-1 1 0,0 0 1,0-1-1,0 1 0,0-2 196,1-17-1894,-1 19 1059,-1 0 0,0 0 1,0 0-1,-1 1 1,1-1-1,-1 0 0,1 0 1,-1 0-1,-1 1 0,1-1 1,0 1-1,-1-1 1,1 1-1,-1-1 0,0 1 1,-1 0-1,1 0 1,0 0-1,-1 0 0,1 0 1,-1 1-1,-2-2 835,3 4 7103,1 4-3327,0 22-1391,3-15-1790,0 0 0,1 0 0,1 0 0,-1 0 0,2-1 0,-1 0 0,1 0 0,1 0 0,0-1 0,4 6-595,-6-10 191,0 1 0,0-1 0,0 0 1,1-1-1,-1 1 0,1-1 1,0 0-1,0 0 0,1 0 1,-1-1-1,1 0 0,0 0 0,0 0 1,0-1-1,0 1 0,0-2 1,1 1-1,4 0-191,-6-2 33,0-1-1,-1 1 1,1-1 0,0-1 0,-1 1-1,1-1 1,-1 1 0,1-1 0,-1 0-1,0-1 1,0 1 0,0-1-1,0 0 1,0 0 0,0 0 0,-1 0-1,0-1 1,0 1 0,0-1 0,0 0-1,0 0 1,-1 0 0,1 0-1,-1-1 1,0 1 0,0-2-33,3-4-3,-1 0 0,-1 0 0,0-1 0,0 1 0,-1-1 0,0 0 0,-1 1 0,0-1 0,-1 0 0,0 0-1,-1-5 4,1 14-40,-1 0 0,0 1 0,1-1 0,-1 0 0,0 0 0,0 1 0,0-1 0,0 1-1,0-1 1,-1 1 0,1-1 0,0 1 0,-1 0 0,1 0 0,-1-1 0,1 1 0,-1 0 0,1 0-1,-1 1 1,0-1 0,0 0 0,1 0 0,-1 1 0,0-1 0,0 1 0,0 0 0,0-1 40,-61-5-3702,49 6 1837,-41-1-6745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7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1 349 9250,'0'0'1676,"0"0"-1054,0 0 87,14-22 1238,46-69 790,-57 86-2315,0-1 0,-1 1 0,1-1 0,-1 0 0,0 0 0,0 1 0,-1-1 0,0 0 0,0-1 0,-1 1 1,1 0-1,-1 0 0,0 0 0,-1 0 0,-1-6-422,0-9 1177,-21-93 3394,22 172-4510,-1-17-48,2 0 0,2-1 0,1 1 0,2-1 0,2 0 0,1 0 0,5 6-13,8 30-1567,-17-50-2304,-3 1-4216,-1-12-4631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8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14267,'0'0'3937,"0"0"-1097,0 0-623,0 0-1257,0 0-472,0 0-176,0 0-128,142-29-128,-104 25-8,-3-1-96,-6 2-336,-2 3-736,3 0-1585,-6 0-2216,-6 0-8329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00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 13083,'0'0'2770,"0"0"-739,0 0-774,0 0-508,0 0-325,7 22 1305,-11-15-1398,0-1 0,-1 1 0,0-1 0,0 0 0,-1 0 0,1-1 0,-1 0 1,-1 0-1,1 0 0,-2 0-331,-5 6 309,-83 64 12,-24 21-35,120-97-279,0 1 0,0 0 0,0 0 0,0 0 1,0-1-1,0 1 0,0 0 0,0 0 0,0-1 1,0 1-1,0 0 0,0 0 0,0 0 0,0-1 1,0 1-1,0 0 0,-1 0 0,1 0 0,0-1 0,0 1 1,0 0-1,0 0 0,0 0 0,0-1 0,-1 1 1,1 0-1,0 0 0,0 0 0,0 0 0,-1 0 1,1 0-1,0-1 0,0 1 0,0 0 0,-1 0 1,1 0-1,0 0 0,0 0 0,0 0 0,-1 0 1,1 0-1,0 0 0,0 0 0,-1 0 0,1 0 1,0 0-1,0 0 0,0 0 0,-1 0 0,1 0 1,0 0-1,0 0-7,0-2 31,1 0 1,0 0-1,0 0 1,0 1-1,0-1 1,0 0-1,0 0 1,0 0-1,0 1 1,1-1-1,-1 1 1,2-2-32,12-4 0,0 0 0,0 1 0,1 1 0,0 0 0,0 1 1,0 1-1,1 0 0,-1 1 0,1 1 0,0 0 0,6 2 0,-14 1 1,0 0-1,-1 1 1,0 0 0,1 1-1,-1-1 1,-1 1 0,1 1-1,-1 0 1,1 0 0,-1 0-1,-1 1 1,7 6-1,22 16 13,-28-24-157,26 16 366,-31-20-404,-1 1-1,0-1 1,0 1 0,0-1-1,1 1 1,-1-1-1,0 0 1,1 0 0,-1 0-1,0 0 1,1 0-1,-1 0 1,0 0 0,1 0-1,-1 0 1,0-1-1,0 1 1,1-1 0,-1 1-1,0-1 1,0 1-1,0-1 1,0 0 0,1 1-1,-1-1 183,8-10-5646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01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8 12619,'0'0'2776,"0"0"-1083,0 0-746,0 0-567,0 0 138,-5 21 549,5-19-1037,-9 37 1251,2 0 0,1 0 0,1 33-1281,5-67 69,-1 4 114,1 0 1,1-1 0,-1 1 0,1 0 0,1 0 0,0-1-1,1 3-183,-2-8 42,0-1 0,1 1-1,-1 0 1,1-1-1,-1 0 1,1 1 0,0-1-1,0 0 1,0 0-1,0 0 1,1 0 0,-1-1-1,0 1 1,1-1-1,-1 1 1,1-1 0,0 0-1,-1 0 1,1 0-1,0 0 1,0 0 0,0-1-1,-1 1 1,3-1-42,1 2 39,0-1 0,1 0 0,0-1 1,-1 0-1,1 0 0,-1 0 0,1 0 0,-1-1 0,1-1 0,-1 1 1,1-1-1,3-1-39,-7 1 39,1 0 1,-1 0 0,0-1 0,0 1 0,0-1 0,0 1-1,-1-1 1,1 0 0,-1 0 0,1 0 0,-1 0-1,0-1 1,0 1 0,-1-1 0,1 1 0,-1-1-1,0 1 1,1-1 0,-2 0 0,1 0 0,0 0 0,-1 0-40,3-24 326,-1-1 1,-1 1-1,-2-19-326,0-3 83,1 46-76,0-1 0,0 0-1,0 1 1,-1-1-1,0 0 1,0 1 0,0-1-1,0 1 1,-1-1-1,0 1 1,-1-2-7,2 4-33,-1 0 0,1 0 0,-1 1 0,1-1 0,-1 0 0,0 1 1,0 0-1,0-1 0,0 1 0,0 0 0,0 0 0,0 0 0,0 1 0,-1-1 0,1 0 0,0 1 0,0-1 0,-1 1 0,1 0 0,0 0 0,-1 0 0,1 0 1,0 0-1,-1 0 0,-1 1 33,-55 13-2444,18 2-2130,-12 8-5979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13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3412 11162,'0'0'384,"0"0"-538,0 0 210,12-6 937,20-23 666,26-28-1659,13-15 135,113-106 45,41-63-180,131-131 830,733-636-801,-792 753 358,10 14 1,276-161-388,-481 338 360,102-67 511,-164 102-747,-2-2 0,-1-1 0,28-31-124,-57 54 222,0-1 1,-1 1-1,0-2 0,0 1 1,-1-1-1,-1 0 0,0 0 1,0-1-1,-1 0 1,-1 1-1,0-1 0,0-1 1,-1 1-1,-1 0 0,0 0 1,0-7-223,-13 18-5663,-3-1-5187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13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14683,'0'0'1842,"0"0"-890,0 0-72,0 0-372,0 0-344,0 0-120,28-4-30,49-6 121,0 3 0,3 4-135,-77 3 20,1 0-1,0 1 1,0-1-1,-1 1 0,1 0 1,0 0-1,-1 0 0,1 0 1,-1 1-1,1 0 1,-1-1-1,0 1 0,0 0 1,0 1-1,0-1 0,0 0 1,0 1-1,0 0 1,-1 0-1,0 0 0,1 0 1,-1 0-1,0 0 0,0 0 1,-1 1-1,1-1 1,-1 1-1,1-1 0,-1 1 1,0-1-1,-1 1 0,1 2-19,3 15 152,-2 1 0,0-1 0,-1 1-1,-2-1 1,0 7-152,0-14 128,-10 30 1064,4-27-1710,7-17 411,0 0 1,0 0 0,0 0-1,0-1 1,0 1 0,0 0-1,0 0 1,0 0 0,0 0 0,0 0-1,0 0 1,0 0 0,0 0-1,-1 0 1,1 0 0,0 0-1,0 0 1,0 0 0,0 0 0,0 0-1,0 0 1,0 0 0,0 0-1,0 0 1,0 0 0,0 0-1,-1 0 1,1 0 0,0 0-1,0 0 1,0 0 0,0 0 0,0 0-1,0 0 1,0 0 0,0 0-1,0 0 1,0 0 0,0 0-1,-1 0 1,1 0 0,0 0-1,0 0 1,0 0 0,0 0 0,0 0 106,0-18-10903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14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13659,'0'0'1608,"0"0"-960,0 0-300,0 0 263,2 23 216,8 74-188,-9-89-496,1-1-1,-1 1 1,1 0 0,1-1-1,-1 1 1,1-1 0,1 0-1,-1 0 1,1 0 0,1 0 0,-1-1-1,1 1 1,0-1 0,0-1-1,1 1 1,0-1 0,0 0-1,0 0 1,1 0 0,-1-1-1,1 0-142,-2-2 106,0 0-1,1 0 1,-1 0-1,0-1 0,1 0 1,-1 0-1,1-1 0,-1 1 1,1-1-1,-1 0 0,1-1 1,0 1-1,-1-1 0,0 0 1,1 0-1,-1-1 1,0 0-1,1 0 0,-1 0 1,0 0-1,0-1 0,-1 0 1,1 0-1,-1 0 0,1-1 1,-1 1-1,0-1-105,1-1 24,0 0 1,0 0-1,0-1 0,0 0 0,-1 0 1,0 0-1,0 0 0,-1 0 0,0-1 1,0 0-1,0 0 0,-1 0 0,0 0 1,0 0-1,-1 0 0,0 0 0,0 0 1,-1-1-1,0 1 0,0 0 0,-1 0 0,0-1 1,0 1-1,0 0 0,-1 0 0,0 0 1,-1 0-1,1 0 0,-1 1 0,-1-1 1,1 1-1,-1 0 0,0 0 0,-1-1-24,-2-1-17,1 1 0,-1 0 0,-1 0 0,1 1 0,-1 0 0,-1 0 0,1 1-1,-1 0 1,1 0 0,-1 1 0,-2 0 17,7 2-219,0 1 0,0 0 0,0 1-1,0-1 1,0 1 0,0 0 0,0 0 0,-1 0 0,1 0 0,0 1-1,0-1 1,0 1 0,0 0 0,0 0 0,0 1 0,1-1 0,-1 1-1,0 0 1,1 0 0,-1 0 0,1 1 0,-1-1 0,1 1 0,0 0-1,0-1 1,0 1 0,-1 3 219,-24 29-5505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17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14011,'0'0'4582,"0"0"-1505,0 0-555,0 0-972,0 0-774,8 0-355,54 0-141,27 1-475,0-4 1,74-12 194,-159 14-635,5 0 1082,-10 0-6890,-20 1 1751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1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13483,'0'0'2961,"0"0"-1721,0 0 360,0 0-856,0 0-504,166 0-240,-104 0-200,-11 0-1992,-13 0-5786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20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32 12067,'0'0'2225,"0"0"-392,0 0 137,24-5-293,-24 5-1667,41-9 1357,1 2-1,0 1 0,29 2-1366,-71 4 358,-26 0 770,-135 13 285,101-7-3033,21-4-5616,62-2 1403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20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12347,'0'0'2664,"0"0"-549,0 0 2,0 0-765,0 0-488,23-13-368,75-36 15,-90 46-441,1-1-1,-1 1 0,0 1 1,1 0-1,0 0 1,-1 0-1,1 1 1,0 1-1,0-1 0,-1 2 1,4-1-70,9 1 104,-20-1-101,0 0 0,1 0 0,-1 0 0,0 0 0,1 0 0,-1 1-1,0-1 1,1 1 0,-1-1 0,0 1 0,1-1 0,-1 1 0,0 0 0,0-1-1,0 1 1,0 0 0,0 0 0,0 0 0,0 0 0,0 0 0,0 0 0,0 0 0,0 0-1,-1 1-2,2 1 4,-1 0 0,0 0 0,0 0 0,0 0 0,0 0 0,0 0 0,-1 1 0,1-1 0,-1 0 0,0 3-4,0 3 43,-1 1 0,0-1-1,-1 1 1,0-1 0,0 0 0,-1 1-1,-1 2-42,-6 9 50,0 0-1,-2 0 1,0-1-1,-1 0 1,-1-1-1,-1-1 1,-1 0-1,0-1 1,-1-1-1,-1-1 0,-1 0 1,-14 8-50,33-22 31,0-1 0,-1 0 0,1 1 0,0-1 0,-1 0 0,1 1 0,0-1 0,-1 0 0,1 0-1,-1 0 1,1 1 0,0-1 0,-1 0 0,1 0 0,-1 0 0,1 0 0,-1 0 0,1 0 0,-1 0 0,1 0 0,-1 0 0,1 0 0,0 0 0,-1 0 0,1 0 0,-1 0 0,1 0 0,-1-1 0,1 1 0,-1 0 0,1 0 0,0 0 0,-1-1 0,1 1 0,-1 0-31,-1-16 1095,2 12-1158,25 2 26,-9 3 38,0 1 1,-1 1-1,0 1 1,1 0-1,-1 1 0,10 4-1,52 15 0,-55-20 10,0 0 0,1-2-1,-1-1 1,0 0 0,1-2 0,18-3-10,-39 3 15,1 0 0,0 0 0,0 0 1,-1 0-1,1 0 0,-1-1 0,1 1 1,-1-1-1,0 0 0,0 0 1,0 0-1,0 0 0,0 0 0,0 0 1,0 0-1,0-1 0,-1 1 0,1-1 1,-1 1-1,0-1 0,0 1 0,0-2-15,23-30-6763,-16 26 1608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21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8938,'0'0'3655,"0"0"-1117,0 0-627,0 0-686,0 0-556,0 0-442,20 0 818,532-2 2333,732-11-3210,-686 6 1530,-582 4 884,-37 1-2679,0 35-10704,10-20-582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23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5457,'0'0'7905,"0"0"-4074,0 0-1212,0 0-449,0 0-795,0 0-602,2-7-392,-2 6-377,0 0 0,0 0 1,0 0-1,0 0 1,0 0-1,0 0 1,1 0-1,-1 0 1,0 0-1,1 0 1,-1 0-1,0 0 1,1 0-1,-1 1 0,1-1 1,0 0-1,-1 0 1,1 0-1,0 0 1,-1 1-1,1-1 1,0 0-1,0 1 1,0-1-5,6 23 182,0 62 505,-10 356 1275,3-434-1953,0 0 1,0 0 0,1 0 0,0 0 0,0-1 0,0 1 0,0 0 0,1-1 0,0 1 0,1-1 0,-1 0 0,1 1 0,1 1-10,-1-4 16,0 1 0,0-1-1,1 0 1,-1 0 0,1 0 0,-1-1 0,1 1 0,0-1 0,0 0 0,0 0 0,1 0 0,-1-1 0,0 1 0,1-1 0,-1 0 0,1 0 0,1 0-16,14 1 75,-1 0-1,1 0 1,0-2 0,0-1 0,11-1-75,-23 1-68,-1 0-1,0 0 0,0-1 1,1 0-1,-1 0 1,0-1-1,0 0 0,-1 0 1,1 0-1,-1-1 1,0 0-1,1 0 1,-2-1-1,1 0 0,0 0 1,1-2 68,-5 4-249,0-1 0,-1 1 0,1 0 1,-1 0-1,1-1 0,-1 1 0,0-1 1,0 1-1,-1-1 0,1 1 0,-1-1 0,0 1 1,0-3 248,-5-28-5519,-10 7-1396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23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15547,'0'0'3961,"0"0"-2152,0 0-737,0 0-784,161-63-288,-85 56-464,-17 2-1945,-11 3-3256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23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18 12723,'0'0'2658,"0"0"-1275,0 0-631,0 0-399,0 0-265,0 0-73,12-3 12,24-10 239,-34 12-11,-6 2 69,-27 8 524,-27 7 781,-2-2-1,-14-1-1628,384-28 1932,-309 15-1769,-12 0 785,-202 0 58,212 0-1910,9 0-1114,75-1-7542,-40-5-875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24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19 13835,'0'0'2926,"0"0"-668,0 0-523,0 0-807,0 0-413,0 0 66,23-5-281,70-9-138,-92 14-159,1 0 1,-1 0-1,1 0 1,-1 1-1,0-1 1,1 0-1,-1 0 1,1 1-1,-1-1 1,0 1-1,1-1 1,-1 1-1,0 0 1,1-1-1,-1 1 1,0 0-1,0 0 0,0 0 1,0 0-1,0 0 1,0 0-1,0 0 1,0 0-1,0 0 1,0 1-1,-1-1 1,1 0-1,0 1 1,-1-1-1,1 0 1,-1 1-1,1 0-3,0 4 39,0 0-1,-1 1 0,1-1 0,-1 0 1,-1 0-1,1 4-38,-1 1 99,0 5-63,0 0 1,-1 0 0,0 0 0,-2 0-1,0 0 1,0 0 0,-2-1 0,0 0-1,0 0 1,-2-1 0,0 0 0,0 0-1,-1-1 1,-1 0 0,0 0 0,-1-1-1,-1 0 1,-2 1-37,8-8 21,4-2-9,0 0 0,-1 0 0,0-1-1,1 0 1,-1 1 0,0-1 0,0 0 0,0 0 0,-1-1-1,1 1 1,0-1 0,-1 1 0,1-1 0,-3 0-12,6-36 276,0 32-273,1 1 0,0 0 0,-1-1 0,1 1 0,0 0 0,0 0 0,0 0 0,0 0-1,1 0 1,-1 0 0,1 0 0,-1 0 0,1 0 0,0 1 0,-1-1 0,1 0 0,0 1 0,0 0 0,0-1 0,0 1 0,0 0 0,0 0 0,1 0 0,-1 0 0,0 1 0,1-1-1,-1 1 1,0-1 0,1 1 0,-1 0 0,0 0 0,1 0 0,-1 0 0,2 0-3,3 1-8,-1-1 0,0 1 0,0 0 0,0 0 0,0 0-1,0 1 1,0 0 0,0 0 0,0 1 0,-1-1 0,1 1 0,-1 1 0,0-1 8,15 14 10,-3-3-21,1 0 0,1 0 0,0-2 0,0 0 11,-12-9 31,-1 0 0,0 0 0,1-1 0,0 0 0,0 0 0,-1 0 0,1-1 0,0 0 0,0-1 0,0 1 0,0-1 0,0 0 1,0-1-1,0 0 0,1 0-31,-3-1 73,0 0 1,-1-1 0,1 1-1,-1-1 1,0 0 0,0 0 0,0 0-1,0 0 1,-1-1 0,1 1-1,-1-1 1,0 0 0,0 0-1,0 0 1,-1-1 0,1 1-1,-1-1 1,0 1 0,0-3-74,5-10 206,0-1-1,-1 0 1,-1 0 0,1-11-206,-5 21-256,3-17 642,-4 25-506,0-1-1,1 1 1,-1-1 0,0 1-1,0 0 1,0-1 0,0 1-1,0-1 1,0 1 0,0-1-1,-1 1 1,1-1 0,0 1-1,0-1 1,0 1 0,0-1 0,-1 1-1,1 0 1,0-1 0,0 1-1,-1 0 1,1-1 0,0 1-1,-1-1 1,1 1 0,0 0-1,-1 0 1,1-1 0,0 1-1,-1 0 1,1 0 0,-1-1-1,1 1 1,-1 0 0,1 0-1,0 0 1,-1 0 0,0-1 120,-14 1-6072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3:31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11450,'0'0'1786,"0"0"39,0 0 247,0 0-916,2 0 1928,28-2-2727,2823 2 850,-2852 0-944,-1 0-10,0 0 15,0 0-68,41 0 575,-39 0-765,0 1-1,0-1 1,0 1 0,0-1 0,0 1-1,-1-1 1,1 1 0,0 0 0,0 0-1,-1 0 1,1 0 0,-1 0 0,1 1-1,-1-1 1,1 0 0,-1 1 0,0-1-1,0 1 1,1-1 0,-1 1-1,0 0 1,0-1 0,-1 1 0,1 0-1,0 0 1,-1 0 0,1-1 0,-1 1-1,1 0 1,-1 2-10,2 8 182,-1 0 0,-1-1 1,0 1-1,-2 12-182,1 4 125,1-2 19,1 37 177,-3-1 0,-3 1 1,-6 19-322,-112 620 1393,109-638-1307,-2 0 0,-10 17-86,-16 65 83,38-131-53,1 0-1,1 0 1,0 0 0,1 3-30,-1-18 23,1 1 0,-1-2-1,0 1 1,0 0 0,0 0 0,1 0 0,-1-1 0,0 1 0,0-1-1,1 0 1,-1 1 0,0-1 0,1 0 0,-2-1-23,-13-7 6,-1 0 1,0 1-1,-1 1 1,0 0-1,0 2 0,0 0 1,-15-2-7,-35-3 16,-35 0-16,58 6-4,-206-17-9,-157-16 42,269 21-45,-411-43 64,410 55-76,-1 5-1,-75 14 29,214-15 12,1 0 0,-1 0 1,1 0-1,0-1 0,-1 1 1,1 0-1,0-1 0,-1 1 1,1-1-1,0 1 0,-1-1 1,1 1-1,0-1 0,0 0 0,-1 0 1,1 1-1,0-1 0,0 0 1,0 0-1,0 0 0,0 0 1,0-1-1,1 1 0,-1 0 1,0 0-1,0 0 0,1-1 0,-1 0-12,-11-41 21,10 32-3,-3-29-6,1 0 0,3-1 0,1 1 1,2-1-1,2-7-12,11-78 16,-6 63 0,-3-1 0,-3-10-16,-3 17 23,-2 0 0,-3 0 0,-9-41-23,-11-41 604,-3-116-604,28 254 16,0 0 0,0-1-1,0 1 1,-1-1 0,1 1 0,0 0-1,0-1 1,-1 1 0,1 0-1,-1-1 1,1 1 0,-1 0-1,1 0 1,-1-1 0,0 1-1,0 0 1,0 0 0,0 0-1,0-1-15,-1 2-9,1 0 0,0-1 0,-1 1 0,1 0 0,0 0 0,-1 1 0,1-1 0,0 0 0,-1 0 0,1 1 0,0-1 0,0 1 0,-1-1 0,1 1 0,0-1 0,0 1 0,0 0 0,0-1 0,0 1 0,0 0 0,0 0 0,0 0 0,-1 1 9,-23 19-1027,2 0 0,-17 20 1027,-3 4-2437,-12 8-3241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03T16:54:03.5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1049 537,'-1'-2,"1"-1,0 1,-1 0,0 0,1 0,-1 0,0 1,0-1,0 0,0 0,-1 0,1 1,0-1,-1 1,1-1,-1 1,1-1,-1 1,0 0,-1-1,-42-22,29 16,-9-5,11 6,1 0,-1 0,2-1,-1-1,-10-9,23 17,-1 0,1 0,-1 0,1 0,0 0,0 0,-1 0,1 0,0 0,0 0,0 0,0 0,0 0,0 0,0 0,1 0,-1 0,0 0,0 0,1 1,-1-1,1 0,-1 0,1 0,-1 0,1 0,-1 1,1-1,0 0,-1 0,1 1,0-1,0 1,0-1,0 0,-1 1,1 0,0-1,0 1,1-1,41-22,-10 7,97-44,2 6,27-2,-126 50,-1 1,1 1,0 2,-1 2,1 1,23 3,5 0,-72-3,0 0,1 1,-1 0,1 1,0 0,-2 2,-32 8,-247 51,-249 19,524-81,0 0,0-2,0 0,0 0,0-2,0 0,0 0,0-2,-13-4,27 7,1 0,-1 0,0 1,0-1,0 1,0-1,0 1,0 0,0 0,0 0,0 0,0 0,0 0,0 0,0 1,0-1,0 1,0-1,0 1,0 0,0 0,0 0,0 0,1 0,-1 0,1 1,-1-1,0 0,1 1,0-1,-1 1,1 0,0-1,0 1,0 0,0 0,0-1,1 1,-1 0,0 0,1 0,-1 0,1 0,0 0,0 0,0 0,0 0,0 0,0 1,0 2,0 1,0-1,1 0,0 0,-1 0,2 0,-1 0,1 0,-1-1,1 1,1 0,-1-1,1 0,-1 1,1-1,0 0,1 0,-1-1,1 1,2 1,6 2,1-1,1 0,-1-1,1 0,-1-1,1-1,1 0,12 1,27 0,40-2,-58-2,74-4,0-5,0-5,-1-5,-1-4,84-31,-189 53,9-2,-1 0,0-1,0 0,-1-1,1 0,5-4,-33 11,-15 9,-29 22,2 2,-47 38,-16 10,21-19,-86 54,5 9,175-122,0 1,1 0,-1 1,1-1,0 1,1 0,-1 2,5-8,0 0,0 0,1 1,-1-1,0 0,1 0,-1 1,1-1,-1 0,1 1,-1-1,1 0,0 1,0-1,0 1,0-1,0 0,0 1,0-1,0 1,1-1,-1 0,0 1,1-1,-1 0,1 1,0-1,-1 0,1 0,0 0,0 1,0-1,0 0,-1 0,2 0,-1 0,0-1,0 1,0 0,0 0,0-1,1 1,-1 0,0-1,1 1,-1-1,0 0,1 0,0 1,12 2,0-1,0 0,1-1,-1-1,1 0,-1-1,1 0,-1-2,7-1,-8 2,111-20,-1-5,102-38,-12-10,32-25,-222 90,-17 9,-1-1,1 0,-1 0,0 0,0-1,0 0,0 0,0 0,0-1,-1 1,0-1,2-2,-6 5,0 1,-1 0,1-1,-1 1,1 0,0 0,-1-1,1 1,-1 0,1 0,-1 0,1-1,-1 1,1 0,-1 0,1 0,-1 0,1 0,-1 0,1 0,-1 0,1 0,-1 0,1 1,0-1,-1 0,1 0,-1 0,1 0,-1 1,1-1,-1 0,1 1,-357 72,104-18,-510 96,758-150,-6 2,1-1,-1 0,0-1,0 0,0-1,0 0,0-1,9 0,-1 1,1-1,0 0,0 1,-1-1,1 0,0-1,0 1,0 0,0-1,0 1,0-1,1 1,-1-1,0 0,1 0,-1 0,1 0,0 0,0 0,0 0,0 0,0 0,0-1,0 1,1 0,-1-1,1 1,0 0,-1-1,1 1,0-2,-1-34,2-1,1 0,2 1,2-1,8-31,0 24,-6 35,-2 32,-5 57,-2-487,4 476,3 0,4-1,2-1,16 51,-26-109,2 7,-1 0,2-1,0 1,1-1,0 0,3 3,-8-14,0 0,0 0,1-1,-1 1,1 0,-1-1,1 0,0 1,-1-1,1 0,0 0,0 0,0 0,0 0,0 0,0-1,0 1,2 0,-2-1,1 0,0-1,-1 1,1-1,0 0,-1 1,1-1,0 0,-1 0,0-1,1 1,-1 0,0-1,1 0,-1 1,0-1,0 0,1-2,13-11,-4 5,1-1,-2-1,1 0,-2-1,0 0,0-1,-1 0,4-10,-12 23,-1 0,0 0,0-1,0 1,1 0,-1 0,0 0,-1-1,1 1,0 0,0 0,0 0,-1 0,1-1,0 1,-1 0,1 0,-1 0,0 0,1 0,-1 0,0 0,1 0,-1 0,0 1,0-1,0 0,0 0,0 1,0-1,0 0,0 1,0-1,0 1,0-1,0 1,-1 0,1 0,0-1,-1 1,-50-6,25 8,0 1,1 2,-1 0,1 2,0 1,-21 10,13-6,-1 0,0-3,-11 1,43-9,-1 0,1-1,0 1,-1-1,1 0,0 0,-1 0,1 0,0-1,-1 1,1-1,0 0,0 0,0 0,0-1,0 1,0-1,0 1,0-1,0 0,0-2,1 1,-1 0,1-1,0 1,1-1,-1 1,0-1,1 0,0 0,0 0,0 0,1 0,-1 0,1 0,0 0,0-1,-1-66,9-67,0-29,-8 162,0 1,0 0,0-1,1 1,0 0,0 0,0 0,0 0,0-1,1 1,0 1,0-1,0 0,0 0,0 1,1-1,0 1,-1 0,4-3,1 2,0-1,0 1,0 0,0 1,1 0,-1 0,1 0,0 1,0 0,2 1,66-13,0 4,73 0,157 11,-116 2,862-3,-1027-1,-1-2,0 0,21-7,34-4,-10 2,-50 8,1 0,-1 1,0 1,1 0,0 2,-1 0,1 1,6 2,-23-2,0 1,0-1,0 1,-1 0,1 0,0 0,-1 0,1 0,-1 0,1 1,-1-1,0 1,0-1,0 1,-1 0,1 0,-1 0,1 0,-1 0,0 0,0 1,0-1,3 14,0 0,-1-1,1 14,-4-22,8 99,-6 0,-5 29,0 23,4-70,-1 79,-2-142,0 0,-2 0,-2-1,0 1,-3 6,-15 47,-12 79,35-153,1-2,-1 0,0-1,0 1,0 0,-1 0,1 0,0-1,-1 1,0 0,0-1,0 0,0 1,0-1,0 0,0 0,-1 0,1 0,-1-1,0 1,1-1,-1 1,0-1,0 0,0 0,0 0,-1 0,-11 1,1 0,-1 0,0-2,1 0,-5-1,-17 1,-91 9,1 7,-68 18,70-11,-1-5,-87 0,207-17,0-1,0 0,-1 0,1-1,0 1,0-1,0 0,0-1,0 1,0-1,0 0,0 0,0-1,1 1,0-1,-1 0,1 0,0-1,0 1,1-1,-4-4,-17-15,-1 0,-2 2,0 1,0 1,-16-7,30 19,1 1,-2 0,1 1,0 1,-1 0,0 0,0 2,0 0,-12 0,-27 0,-1 2,0 3,-23 0,-39 0,5 1,-91-11,193 6,-1 0,1-1,0 0,0-1,0 0,0 0,1-1,-1 0,1-1,0 1,0-2,1 1,-1-1,1 0,0-1,1 0,0 0,0 0,-1-3,-10-16,2 0,1-1,1-1,1 0,0-7,-35-63,12 28,18 36,2-2,1 0,2 0,1-1,2-1,2 0,-1-26,5 32,-2 0,-1 1,-1-1,-2-1,1 3,1 0,1-1,1 0,1-14,4 42,-1-12,1 0,1 0,0 0,1 1,1-1,0-1,-2 14,-1-1,1 1,0 0,0 0,0 0,0 0,0 0,1 0,-1 0,1 0,-1 1,1-1,0 1,-1-1,1 1,0-1,0 1,0 0,1 0,-1 1,1-1,-1 1,1-1,0 1,-1 0,1 0,-1 0,1 1,0-1,-1 0,1 1,-1 0,1 0,-1-1,1 2,-1-1,0 0,2 2,5 2,-1 0,0 1,0 0,-1 0,0 1,0 0,0 0,-1 1,0 0,-1 0,2 3,11 21,-2 1,6 17,13 27,11 6,-20-40,-3 2,8 22,-18-39,-2 1,-2 0,0 0,-2 1,-1 1,-1-1,-2 10,-2-27,0 0,1-1,1 1,-1-1,2 1,0-1,0 0,1-1,1 1,1 0,-4-6,0 0,1-1,-1 0,2 0,-1 0,0 0,1-1,0 0,0 0,0 0,0 0,1-1,0 0,-1 0,1 0,0-1,0 0,1 0,-1-1,5 2,27-2,-30-1,0 0,1 0,-1 1,0 0,0 1,0-1,0 1,6 3,-14-5,0 0,0 0,0 0,0 0,0 0,0 0,1 0,-1 0,0 0,0 0,0 0,0 0,0 0,0 1,0-1,0 0,1 0,-1 0,0 0,0 0,0 0,0 0,0 0,0 0,0 1,0-1,0 0,0 0,0 0,0 0,0 0,0 0,0 0,0 1,0-1,0 0,0 0,0 0,0 0,0 0,0 0,0 0,0 1,0-1,0 0,0 0,0 0,0 0,0 0,0 0,0 0,0 0,-1 1,1-1,0 0,0 0,0 0,0 0,0 0,0 0,0 0,0 0,-1 0,1 0,0 0,0 0,0 0,0 0,-15 5,-18 0,13-4,1 0,-1-2,1 0,-1-1,1-1,-1-1,1 0,-6-4,18 5,-1 0,1 0,0-1,0 0,0-1,0 0,1 0,0 0,0 0,0-1,1 0,0-1,0 1,0-1,1 0,0 0,0 0,1 0,0-1,0 0,0-2,-27-152,20 95,9 159,-1-64,1-1,2 1,3 26,-3-52,-1 0,1 1,0-1,0 0,0 1,0-1,1 0,-1 0,0 0,1 0,-1 0,1 0,0-1,0 1,0 0,0-1,0 0,0 1,0-1,0 0,0 0,1 0,-1 0,1 0,9 2,1 0,-1 0,1-1,7-1,-14 0,201 9,-1-10,75-13,-145 6,-120 6,85-3,0-4,-1-5,20-8,-132 23,-1-1,-1 0,1-2,-11 0,-16-1,-99 5,-74 12,153-7,2 2,-1 3,2 3,-48 19,67-19,20-8,-1-1,1 0,-8 0,11-7,22-9,28-13,39-11,2 3,1 4,1 3,239-52,-167 41,-127 27,-40 9,-142 38,2 6,-25 18,152-54,-197 75,-123 40,341-122,0 0,-1-1,1 0,-1-1,1 0,-1 0,-2-1,10 0,0 0,0 0,0-1,0 1,1-1,-1 1,0-1,0 0,0 0,1 0,-1 0,0 0,1 0,-1 0,1 0,-1-1,1 1,-1 0,1-1,0 1,0-1,0 0,0 1,0-1,0 0,0 0,1 0,-1 1,1-1,-1 0,1 0,0 0,-1 0,1 0,0 0,-1-33,2 0,1 0,5-26,3-44,-7 21,-4 0,-3-1,-4 2,-14-58,16 115,2 9,0 0,1 0,0 0,2 0,0-1,1 1,0-1,2-2,-1 17,1-1,-1 1,1-1,0 1,0 0,0 0,0 0,1 0,-1 1,1-1,0 0,-1 1,1 0,0 0,0 0,1 0,-1 0,0 0,1 1,-1 0,2-1,14-4,-1 1,1 0,12-1,-24 5,115-14,-1 6,2 5,94 10,-324 32,25-13,40-13,0 2,1 2,0 1,-2 4,39-18,0 0,0 0,0 1,0-1,0 1,1 0,0 0,-1 0,1 0,1 0,-1 1,1-1,0 1,0 0,0 0,0 0,1 0,0 0,0 0,0 0,1 1,-1 17,0-1,2 1,1-1,2 11,2 24,-5-36,3 47,-2 0,-4-1,-2 1,-7 25,10-88,0-1,0 1,0-1,1 1,0-1,0 1,0 0,1-1,0 2,-1-4,1 0,0 0,0 0,0 0,0 0,0-1,1 1,-1 0,0-1,1 1,0-1,-1 0,1 1,0-1,-1 0,1 0,0 0,0 0,0 0,0-1,0 1,2 0,25 6,1-1,0-1,1-2,-1-1,1-1,17-3,13 2,835-7,-1033 7,-1 6,2 6,-109 24,199-27,-34 8,-32 12,98-20,27-5,37-2,-46-1,622-3,-206-1,-334-7,-71 7,0 1,1 0,-1 1,0 1,1 0,6 1,-22-1,0 0,1 0,-1 0,0 0,1 0,-1 0,0 0,1 0,-1 0,0 1,0-1,1 0,-1 0,0 0,1 0,-1 0,0 0,0 1,1-1,-1 0,0 0,0 0,0 1,1-1,-1 0,0 0,0 1,0-1,0 0,0 0,1 1,-1-1,0 0,0 0,0 1,0-1,0 0,0 1,0-1,0 0,0 1,0-1,0 0,0 0,0 1,-12 13,-21 8,-6-3,-1-2,0-2,-1-1,-1-2,-24 2,22-3,-294 76,472-128,-2-7,75-40,-188 80,1 0,0 2,0 0,1 2,6-1,29-7,-10-7,-40 15,0 1,0 0,1 0,-1 1,1 0,-1 0,1 0,6 0,-12 2,1 1,-1-1,1 0,-1 0,0 0,1 1,-1-1,1 1,-1-1,0 1,0 0,1-1,-1 1,0 0,0 0,0 0,0 0,1 0,0 2,0 0,-1-1,1 1,-1 0,1 0,-1 0,0 0,0 0,0 0,-1 0,1 3,0-3,-1 0,0 0,0 0,0 0,0 0,0 0,0 0,-1 0,0 0,1 0,-1 0,0-1,0 1,-1 0,1 0,-1-1,1 1,-1-1,0 1,0-1,0 0,0 0,0 1,-1-2,1 1,-1 0,1 0,-1-1,1 1,-1-1,0 0,-1 0,-14 6,-1-1,1-1,-1-1,0 0,-2-1,-21 4,-98 24,-11 4,-1-6,-141 7,272-38,21 2,-1 0,1 0,0 0,0-1,0 1,0 0,0 0,0 0,0 0,0 0,-1-1,1 1,0 0,0 0,0 0,0 0,0-1,0 1,0 0,0 0,0 0,0 0,0-1,0 1,0 0,0 0,0 0,1 0,-1 0,0-1,0 1,0 0,0 0,0 0,0 0,0 0,0-1,0 1,1 0,-1 0,0 0,0 0,0 0,0 0,0 0,1 0,-1-1,0 1,0 0,0 0,1 0,36-19,-30 15,187-79,103-26,-274 103,0 0,0 2,1 0,-1 2,1 0,0 2,0 0,-1 2,1 1,-1 0,1 2,12 4,-33-7,1-1,0-1,0 1,-1 0,1-1,0 0,0 0,0 0,-1 0,1-1,0 0,0 1,-1-1,1 0,0-1,-1 1,1-1,-1 0,0 1,1-2,-1 1,2-2,-1-1,0 1,0-1,-1 0,1 0,-1 0,0 0,0-1,-1 1,0-1,0 1,1-5,3-16,-2 0,0-1,-2 1,-1-1,-1-17,0-136,2 49,-8-29,6 157,0 1,-1 0,1-1,0 1,-1 0,0 0,0-1,1 1,-1 0,0 0,-1 0,1 0,0 0,-1 0,1 0,-1 1,1-1,-1 0,0 1,0-1,0 1,1 0,-1 0,-1-1,-3 0,-1 0,0-1,1 2,-1-1,0 1,0 0,0 1,-2 0,-43 0,-1 3,1 2,-50 12,82-14,-952 197,940-193,22-6,0 1,0 0,0 1,1 0,-1 1,1-1,-1 2,1 0,0 0,-1 2,9-7,1 0,0 1,0-1,-1 0,1 1,0-1,0 1,0-1,-1 0,1 1,0-1,0 1,0-1,0 1,0-1,0 1,0-1,0 1,0-1,0 0,0 1,0-1,0 1,0-1,1 1,-1-1,0 0,0 1,0-1,1 1,-1-1,0 0,0 1,1-1,-1 0,0 1,1-1,-1 0,0 1,1-1,-1 0,1 0,-1 0,0 1,1-1,-1 0,1 0,-1 0,1 0,-1 0,1 0,-1 0,15 6,1-2,0 0,0-1,0 0,0-2,0 0,10 0,3 0,571 8,-225-8,-363-1,4 0,0 0,1 1,-1 1,0 1,14 3,-28-5,1 0,0 0,0 0,-1 0,1 1,0-1,-1 1,0-1,1 1,-1 0,0 0,0 0,0 0,0 1,0-1,0 0,-1 1,1-1,-1 1,0 0,0-1,0 1,0 0,0 0,0 0,-1-1,1 1,-1 0,0 0,0 0,0 0,0 0,-1 1,-16 142,16-143,1 0,-1 0,0 0,0 1,0-2,0 1,0 0,-1 0,1 0,-1 0,0-1,1 1,-1-1,-1 1,1-1,0 0,-1 0,1 0,-3 1,1 0,-1-1,0 0,1 0,-1-1,0 1,0-1,-1 0,1-1,0 1,0-1,-4 0,-4-1,0 0,0-1,0 0,1-1,-1-1,0 0,1 0,0-1,-4-3,-43-27,43 23,-1 2,-1 0,0 1,0 0,-1 2,0 0,0 1,-10-1,-73-3,1 4,-1 4,-26 6,287-2,80-2,-234 0,0 0,-1 0,0 0,1 0,-1 0,0-1,1 0,-1 0,0 0,0 0,0-1,0 1,0-1,0 0,3-2,-7 3,0 1,1 0,-1-1,0 1,0-1,1 1,-1 0,0-1,0 1,0-1,0 1,0-1,1 1,-1-1,0 1,0-1,0 1,0-1,0 1,0 0,0-1,-1 1,1-1,0 1,0-1,0 1,0-1,-1 1,1-1,0 1,0 0,-1-1,1 1,0 0,-1-1,1 1,0 0,-1-1,1 1,-1 0,1 0,0-1,-1 1,1 0,-1 0,1 0,-26-12,-13 2,1 2,-1 1,-1 2,1 2,-24 1,24 0,-117 0,1 6,0 7,-47 14,-458 98,638-119,-5 1,63-21,438-182,90-36,-469 199,1 4,1 5,81-12,-127 30,99-19,-131 22,0 0,0-2,0 0,-1-1,0 0,5-5,-22 12,0 1,0-1,0 1,0-1,0 0,0 1,0-1,0 0,0 0,0 0,0 0,-1 0,1 0,0 0,-1 0,1 0,0 0,-1 0,0 0,1 0,-1-1,1 1,-2 0,1 0,0 0,-1 0,1 0,-1 1,1-1,-1 0,1 0,-1 1,1-1,-1 1,0-1,1 0,-1 1,0-1,0 1,1-1,-1 1,0 0,0-1,0 1,0 0,-7-3,0 1,0 0,-1 0,1 1,-8 0,-24 4,27 1,29 1,56 3,1-3,-1-3,1-4,223-17,-216 12,-7 2,-9 1,0-3,30-8,-60 4,-35 11,1 0,0 0,0 0,0 0,-1 0,1 0,0 0,0 0,0 0,-1 0,1 0,0 0,0 0,0 0,-1-1,1 1,0 0,0 0,0 0,-1 0,1 0,0-1,0 1,0 0,0 0,0 0,0 0,-1-1,1 1,0 0,0 0,0-1,0 1,0 0,0 0,0 0,0-1,0 1,0 0,0 0,0 0,0-1,0 1,0 0,0 0,0-1,0 1,0 0,1 0,-1 0,0 0,0-1,0 1,0 0,0 0,0 0,1-1,-1 1,0 0,0 0,0 0,1 0,-1 0,0 0,0 0,0-1,0 1,1 0,-21-4,-92-5,1 6,-64 7,-4-1,-27-3,661 0,-449 0,-1 0,1 0,-1 0,1 1,-1 0,0 0,1 0,-1 1,0 0,3 1,-5-1,-1 0,0-1,0 1,0 0,0 0,0 0,-1 0,1 1,0-1,-1 0,0 1,0-1,1 1,-1-1,-1 1,1 0,0-1,-1 1,1 0,-1 0,0-1,0 2,4 71,-4 1,-4 17,-1 40,3-93,-2-1,-5 19,2-18,2-1,1 22,6 36,0-37,-5 50,2-107,1-1,0 0,0 1,-1-1,0 0,1 1,-1-1,0 0,0 0,0 0,0 0,-1 0,1 0,0 0,-1 0,0 0,1-1,-1 1,0-1,-1 2,2-3,0 0,0 1,-1-1,1 0,0 0,0 0,-1 0,1 0,0 0,0 0,-1 0,1 0,0-1,0 1,-1 0,1-1,0 1,0-1,0 0,0 1,0-1,0 0,0 1,0-1,0 0,0 0,0 0,0 0,1 0,-1 0,0 0,1 0,-1 0,1-1,-1 1,1 0,0 0,-1-1,-13-32,2-1,1-1,2 0,2 0,-1-14,3 22,-5-47,4 0,3-55,-2-21,4 145,0 0,0 0,0 0,-1 0,0 1,0-1,0 0,-1 1,-2-5,4 8,0 1,1 0,-1 0,0 0,0 0,0 0,0 0,0 0,0 0,0 0,0 0,0 0,0 1,-1-1,1 0,0 1,-1-1,1 1,0 0,-1-1,1 1,0 0,-1 0,1 0,0 0,-1 0,1 0,-1 0,1 0,0 1,-1-1,1 0,0 1,-1-1,1 1,0-1,0 1,-1 0,1 0,0 0,0-1,0 1,0 0,0 0,0 1,-14 15,0 1,1 1,2 0,0 1,1 0,-4 10,-4 7,-51 116,60-141,7-23,6-26,8-4,2 0,2 0,1 2,3 0,7-10,-5 7,-18 35,-1 2,1-1,0 0,0 1,0 0,1 0,-1 0,1 0,1 0,0 0,-4 4,-1 1,0 0,0 0,1 0,-1 0,0-1,1 1,-1 0,0 0,1 0,-1 0,0 0,1 0,-1 0,0 0,1 0,-1 0,0 0,1 0,-1 0,0 0,1 0,-1 0,0 0,1 0,-1 1,0-1,0 0,1 0,-1 0,0 1,0-1,1 0,-1 0,0 0,0 1,1-1,-1 0,0 1,7 17,-2 23,-5-40,-1 264,0-238,4-75,3 1,2 0,2 0,2-1,16-46,-27 92,-1 1,1 0,-1 0,0 0,0 0,0-1,0 1,0 0,0 0,0 0,0-1,0 1,-1 0,1 0,0 0,-1 0,1 0,-1-1,1 1,-1 0,0 0,1 0,-1 0,0 1,0-1,0 0,1 0,-1 0,0 1,0-1,0 0,0 1,0-1,-1 1,1-1,0 1,0-1,0 1,0 0,-1 0,1 0,0-1,0 1,0 0,0 1,-1-1,1 0,-10 0,1 2,-1-1,1 1,-1 1,-2 1,10-4,-155 50,-20 17,-140 43,290-103,23-6,-1 0,1 0,0 0,0 1,0-1,0 1,0 0,1 1,-5 2,26-7,140-45,-3-6,85-45,-176 69,-36 16,0 1,1 1,1 2,-28 8,1 1,-1-1,0 1,1 0,-1 0,1 0,-1 0,0 0,1 0,-1 0,1 0,-1 1,0-1,1 0,-1 1,0-1,1 1,-1 0,0-1,1 1,-1 0,0 0,0 0,0-1,0 1,0 1,0-1,0 0,0 0,-1 0,1 0,0 1,-1-1,1 0,-1 1,1-1,-1 0,1 1,-1-1,0 0,0 1,0-1,0 1,0-1,0 1,0 0,0 13,0 1,-1-1,0 1,-2 6,0 0,2-12,0 0,0 0,-1 0,0 0,-1 0,-2 4,5-13,-1-1,1 1,0 0,-1 0,1 0,-1 0,0-1,1 1,-1 0,0 0,1-1,-1 1,0 0,1-1,-1 1,0-1,0 1,0-1,0 0,0 1,0-1,0 0,1 1,-1-1,0 0,-1 0,0-1,0 1,-1-1,1 0,0 0,0 0,0 0,0 0,0-1,0 1,1-1,-1 1,0-1,1 0,-1 0,1 1,-1-1,1-1,-20-32,18 29,0 0,0 0,0 1,-1-1,1 1,-1-1,-1 1,1 1,-1-1,1 1,-1-1,-5-2,9 7,0 0,0 1,1-1,-1 0,0 1,0-1,0 0,1 1,-1-1,0 1,1-1,-1 1,0-1,1 1,-1 0,1-1,-1 1,1 0,-1-1,1 1,-1 0,1 0,0-1,0 1,-1 0,1 0,0 0,0 0,0-1,0 1,0 0,0 0,0 0,0 0,0-1,0 1,0 0,-2 41,3-39,9 271,-10-274,0 0,0 0,0 0,0 0,0-1,0 1,0 0,0 0,0 0,0 0,0 0,0 0,0 0,0 0,0 0,0 0,0-1,0 1,0 0,-1 0,1 0,0 0,0 0,0 0,0 0,0 0,0 0,0 0,0 0,0 0,-1 0,1 0,0 0,0 0,0 0,0 0,0 0,0 0,0 0,0 0,-1 0,1 0,0 0,0 0,0 0,0 0,0 0,0 0,0 0,0 0,0 0,0 1,-1-1,1 0,0 0,0 0,0 0,0 0,0 0,-11-16,-9-20,-78-135,85 134,17 23,-3 14,0-1,-1 1,1 0,0 0,0 0,0 0,-1 0,1 0,0 0,0 0,0 0,0 1,-1-1,1 0,0 0,0 1,-1-1,1 0,0 1,-1-1,1 1,0-1,0 1,24 12,1 0,0-2,1-1,26 6,-50-15,0 0,0 0,0 0,-1-1,1 1,0-1,0 0,0 0,0 0,0 0,0 0,0-1,0 0,0 1,-1-1,1 0,0 0,0 0,-1-1,1 1,-1-1,1 1,-1-1,0 0,1 0,-1 0,0 0,0-1,4-6,-1 0,0-1,-1 1,0-1,-1 0,0 0,1-4,-3 6,1 0,0 1,1-1,0 1,0-1,0 1,1 0,0 0,1 1,-1-1,6-5,-10 12,1-1,-1 1,0 0,1 0,-1-1,1 1,-1 0,0 0,1-1,-1 1,1 0,-1 0,0 0,1 0,-1 0,1 0,-1-1,1 1,-1 0,1 0,-1 0,1 1,-1-1,0 0,1 0,-1 0,1 0,-1 0,1 0,-1 1,0-1,1 0,-1 0,0 1,1-1,-1 0,0 1,1-1,-1 0,0 1,1-1,-1 0,8 23,-6 2,-1 0,-1 0,-1 1,-1-1,-1 0,-2-1,0 1,-2 1,-2 14,-51 186,30-123,-12 87,39-129,4-52,-1 1,0 0,-1 0,0 0,0 0,-3 6,-1-12,0-15,0-16,-4-116,9-121,2 121,1 104,1 0,2 0,1 1,9-23,7-37,-18 84,-1 0,2 1,0 0,1 0,0 0,0 1,2 0,3-5,26-40,-25 30,-9 19,-1 1,1-1,0 0,1 1,-1 0,1 0,1 1,0-1,-1 1,2 0,-6 5,0 1,-1-1,1 1,0 0,0-1,-1 1,1 0,0 0,0-1,0 1,-1 0,1 0,0 0,0 0,0 0,-1 0,1 0,0 0,0 0,0 1,0-1,-1 0,1 0,0 1,0-1,-1 0,2 1,13 21,2 41,-14-50,6 44,-2 1,-3 1,-2-1,-6 56,1 9,4-108,-4 64,3-73,-1 0,0 1,0-1,-1 0,0 0,0 0,0 0,-1 0,0-1,-1 3,-4-56,9-282,-1 764,0-399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5:28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0 252 14091,'0'0'3667,"0"0"-1210,0 0-321,0 0-471,0 0-317,0 0-398,26 1-293,203 3 422,-205-4-1008,2 1-8,-1-1 1,0-2-1,16-3-63,-36 5 5,0-1 0,0 0 0,0-1 0,0 1 0,0-1 0,0 0 0,-1 0-1,1 0 1,0-1 0,-1 0 0,0 1 0,0-2 0,0 1 0,0 0 0,0-1 0,0 0 0,-1 0 0,0 0 0,3-4-5,-4 5 3,-1-1-1,1 1 1,-1-1 0,0 1 0,1-1-1,-1 0 1,-1 0 0,1 1 0,-1-1 0,1 0-1,-1 0 1,0 0 0,-1 0 0,1 0-1,-1 1 1,1-1 0,-1 0 0,0 0 0,-2-3-3,0 1 8,0 1 0,0-1 1,-1 1-1,0 0 1,0 0-1,0 0 1,0 0-1,-1 1 1,0 0-1,0 0 0,-4-2-8,-3-2 13,0 0 0,-1 2 0,0 0 0,0 0-1,0 1 1,-1 0 0,0 2 0,0-1-1,0 2 1,-9-1-13,13 2-1,0 0 0,0 1 0,-1 0 0,1 1-1,0 0 1,0 1 0,0 0 0,0 1 0,1 0 0,-1 0 0,1 1-1,-1 0 1,1 1 0,0 0 0,1 0 0,-1 1 0,1 0 0,0 0 0,1 1-1,0 0 1,0 0 0,0 1 0,1 0 0,0 0 0,0 1 0,1 0-1,-1 2 2,0-1 5,1 1-1,0-1 1,1 1-1,0 0 1,1 0-1,0 1 1,1-1-1,0 1 0,1-1 1,0 1-1,0 0 1,2-1-1,-1 1 1,2 0-1,-1-1 0,2 1 1,0 1-5,-1-5 5,1 0 0,1 0-1,0 0 1,0 0 0,0 0 0,1-1 0,0 0-1,0 0 1,1 0 0,0-1 0,0 1 0,1-2-1,0 1 1,0-1 0,0 0 0,0 0 0,1-1 0,0 0-1,0 0 1,0-1 0,0 0 0,7 2-5,9 1-23,0-1-1,0-1 1,0-2 0,0 0 0,0-1 0,0-1 0,0-2-1,17-2 24,-31 0-333,0 1-1,0-1 0,-1 0 0,1-1 0,-1 0 0,0-1 0,-1 0 0,1 0 0,-1-1 0,0 0 0,3-4 334,10-7-3155,22-20-8362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5:2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0 6769,'0'0'11955,"0"0"-9386,0 0-169,0 0-976,0 0-247,-129 136-201,84-81-496,-4-4-80,1-3-208,5-7-80,8-5-104,6-4-8,10-8 8,5-7-8,9-10-480,5-7-968,0-12-1489,3-17-6545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5:29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17900,'0'0'3120,"0"0"497,0 0-2184,0 0-361,0 0-544,0 0-360,132 142-120,-100-113-48,0-2-72,22 6-1056,-8-6-3577,-9-3-7490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5:32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24 6249,'0'0'1722,"0"0"106,0 0-241,0 0-742,0 0-344,0 0-38,5 8 61,16 26 347,-4-19 3546,-10-9-1695,-16 8-3077,8-13 438,1 0-1,-1 0 1,1 0-1,-1 0 1,1 0 0,-1 0-1,0 0 1,0 0 0,1 0-1,-1-1 1,0 1 0,0 0-1,0-1 1,0 1 0,0 0-1,0-1 1,0 1 0,0-1-1,0 0 1,0 1 0,0-1-1,0 0 1,0 1-1,0-1 1,0 0 0,0 0-1,0 0 1,-1 0 0,0 0-83,1-2 110,0 0 1,0 1-1,0-1 0,1 0 1,-1 0-1,0 0 1,1 1-1,-1-1 1,1 0-1,0 0 0,-1 0 1,1 0-1,0 0 1,0 0-1,0 0 0,1-2-110,-2-13-120,0 17 135,1 1-1,-1-1 0,0 0 1,0 0-1,0 0 0,0 0 1,1 0-1,-1 0 0,0 0 1,0 0-1,0 0 0,0-1 0,0 1 1,1 0-1,-1 0 0,0-1 1,0 1-1,1-1 0,-1 1 1,0-1-1,0 1 0,1-1 1,-1 1-1,1-1 0,-2 0-14,-23-20 117,16 13-45,-29-24 58,39 43-473,1-6-155,0 1-1,0-1 1,0 0 0,1 0-1,0 0 1,0 0 0,0 0-1,0 0 1,2 0 498,17 20-7879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5:30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17 152 5881,'0'0'8354,"0"0"-4618,0 0-1043,0 0-363,0 0-413,0 0-566,34 7-386,113 20-505,-137-25-436,0-1-1,0 0 1,0-1-1,1 0 1,-1-1 0,0 0-1,0 0 1,0-1-1,0-1 1,0 1-1,-1-2 1,1 1 0,-1-1-1,1-1 1,0 0-24,-8 4 4,0-1 1,1 1-1,-1 0 1,0-1-1,0 0 1,0 1 0,0-1-1,0 0 1,-1 0-1,1 0 1,0 0-1,-1 0 1,0-1 0,1 1-1,-1 0 1,0-1-1,0 1 1,0-1-1,-1 1 1,1-1 0,-1 1-1,1-1 1,-1 1-1,0-1 1,0 0-1,0 1 1,0-1-1,0 0 1,-1 1 0,0-3-5,0 1 1,0 0 0,0 0 1,0 0-1,-1 0 0,0 0 1,0 0-1,0 0 0,0 1 1,0-1-1,-1 1 1,0 0-1,0-1 0,0 1 1,0 1-1,0-1 0,0 0 1,-4-2-2,-2 1-1,0 0 1,0 1 0,0 0-1,0 0 1,0 1-1,0 0 1,-1 1 0,1 0-1,-1 0 1,1 1-1,-1 0 1,1 1 0,-1 0-1,1 1 1,0 0 0,-1 0-1,1 1 1,0 0-1,0 0 1,1 1 0,-1 0-1,1 1 1,-2 1 0,0 0 7,1 0-1,1 0 1,-1 1 0,1 0-1,0 1 1,1 0 0,0 0 0,0 0-1,0 1 1,1 0 0,1 0-1,0 1 1,0 0 0,1 0 0,0 0-1,0 0 1,1 0 0,1 1-1,0 0 1,0 1-7,1-3 20,0-1 0,1 1 0,0 0 0,1-1 0,-1 1 0,2-1 0,-1 1 0,1-1 0,1 0 0,-1 1 0,5 6-20,-4-10 11,0 0 0,0 0 0,1 0 0,0 0 0,0-1 0,0 0 0,1 0 0,0 0 0,-1 0 0,1-1 0,0 0 0,1 0 0,-1 0 0,0 0 0,1-1 0,0 0 0,2 0-11,6 3 21,0-2 0,1 0 0,0 0 0,-1-2 0,1 0 0,0 0 0,0-1 0,0-1 0,0-1 0,-1 0 0,1-1 0,-1 0 0,1-1 0,-1-1 0,0 0 0,8-5-21,2-2-681,0-1 0,-1-1 0,17-14 681,59-56-7183,-57 45-2122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5:30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15875,'0'0'3793,"0"0"-1248,0 0-17,0 0-1544,0 0-439,0 0-177,0 0-168,88 0-192,-50 0 8,-3 2-16,19-2-240,-11 0-1857,-6 0-3944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5:30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13275,'0'0'2679,"0"0"328,0 0 193,0 0-1529,29-1-403,95 1-150,-113 1-1022,0 0 1,-1 1 0,1 0 0,0 1 0,-1 0-1,0 1 1,1 0 0,-1 0 0,-1 1 0,1 1-1,-1-1 1,0 2 0,0-1 0,-1 1 0,1 0-1,3 6-96,-9-10 9,6 6-21,0 1-1,-1-1 1,0 2 0,-1-1-1,0 1 1,-1 0-1,3 8 13,21 33-2253,-29-51 1979,1 1 1,-1-1-1,1 0 0,0 0 1,0 1-1,0-1 1,0 0-1,0-1 0,0 1 1,0 0-1,0-1 1,0 1-1,0-1 1,0 1-1,0-1 0,0 0 1,1 0-1,-1 0 1,0 0-1,0 0 0,0-1 1,1 1 273,7 0-2430,11 0-5426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5:31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0 15875,'0'0'2081,"0"0"319,0 0 385,0 0-1225,-156 160-383,110-110-553,9-6-392,2-3-184,5-7-48,-5 0-464,9-10-2097,-1-7-7105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6:0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18 472,'0'0'568,"0"0"-416,0 0-88,0 0-64,0 0 0,-86-17 0,51 17 0,8 0-64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6:0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40 155 40,'0'0'2454,"0"0"-852,0 0-718,0 0-568,0 0-223,0 0-53,0-12 84,-5-35 99,4 45-204,1 1 1,0-1-1,-1 1 1,1-1-1,0 1 1,-1 0-1,0-1 0,1 1 1,-1 0-1,0-1 1,0 1-1,0 0 1,0 0-1,0 0 0,0 0 1,0 0-1,0 0 1,0 0-1,0 0 1,-1 0-1,1 1 1,-1-2-20,1 2-73,0 0 0,0-1 1,0 1-1,0-1 0,1 1 1,-1-1-1,0 1 1,0-1-1,1 0 0,-1 1 1,0-1-1,1 0 0,-1 0 1,1 0-1,-1 1 1,1-1-1,-1 0 0,1 0 1,-1 0-1,1 0 1,0 0-1,0 0 0,-1 0 1,1 1-1,0-1 0,0 0 1,0 0-1,0-1 73,0-39-1737,0 36 1176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8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13955,'0'0'3546,"0"0"-1363,0 0 296,0 0-733,0 0-427,29 11-348,95 35-288,-94-36-465,1-2 0,0 0 1,0-2-1,1-2 0,-1-1 0,1-1 1,0-2-1,1-1-218,4 1 58,-12-1-42,0 0 0,-1-2 0,23-5-16,-36 6 3,-1-1 1,1 0-1,-1 0 1,0-1-1,0-1 1,0 1-1,-1-2 1,0 1-1,0-1 1,3-3-4,-9 5 11,0 0 0,0-1 0,0 1 0,0 0 0,-1-1 0,0 0 0,0 1 0,0-1 0,-1 0 1,1 0-1,-1 0 0,0 0 0,-1 0 0,1 0 0,-1 0 0,0-1 0,0 1 0,-1 0 0,1 0 0,-2-5-11,0 1 14,1 1 0,-1-1-1,-1 0 1,0 1 0,0-1-1,0 1 1,-1 0 0,-1 0 0,1 1-1,-1-1 1,-4-4-14,3 7 21,0 0 0,-1 1-1,1 0 1,-1 0 0,0 0 0,1 1 0,-2 0 0,1 0 0,0 1-1,-1 0 1,1 0 0,-1 0 0,1 1 0,-1 1 0,0-1 0,0 1-1,-3 1-20,-2-1-6,0 1 0,1 0-1,-1 1 1,1 1 0,-1 0-1,1 0 1,0 1-1,0 1 1,1 0 0,-5 3 6,-4 6-2,0 1 0,0 0 1,1 2-1,1 0 0,1 1 1,1 1-1,0 1 0,2 0 0,0 1 1,1 0-1,1 1 0,1 1 1,1 0-1,1 0 0,1 1 1,1 0-1,1 0 0,2 1 1,0-1-1,1 1 0,2 0 1,0 0-1,3 22 2,-1-41 3,0 1 0,0-1 0,1 1 1,0-1-1,0 0 0,0 1 0,1-1 0,0 0 0,0-1 1,1 1-1,-1-1 0,1 1 0,0-1 0,1 0 1,3 3-4,0-1 3,0-1 1,1 0 0,-1-1 0,1 0-1,0 0 1,1-1 0,-1 0 0,1-1 0,7 2-4,20 3 15,1-2 1,0-2 0,-1-1 0,1-2 0,3-2-16,-24 1 11,0 0-12,-8 1-34,0-1 1,0 0-1,0 0 0,0-1 1,0 0-1,0 0 0,0-1 0,-1 0 1,1-1-1,-1 0 0,1 0 1,-1-1-1,0 0 0,7-5 35,0-3-630,-1-1 0,-1 0 0,0-1 0,-1-1 0,7-10 630,17-28-5988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9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33 14051,'0'0'2866,"0"0"308,0 0-1376,0 0-657,0 0-183,-23-6-266,-73-19-160,93 24-508,0 1 0,1 0-1,-1-1 1,0 1 0,0 0 0,0 0 0,1 1-1,-1-1 1,0 1 0,0-1 0,1 1 0,-1 0-1,1 0 1,-1 0 0,0 0 0,1 0-1,0 1 1,-1-1 0,1 1 0,0 0 0,0-1-1,0 1 1,0 0 0,0 0 0,0 1 0,0-1-1,1 0 1,-1 0 0,1 1 0,-1 1-24,-4 5 77,-3 4-16,1 0 1,0 1-1,1 0 0,0 1 1,2 0-1,-1 0 0,2 0 1,0 0-1,1 1 0,0-1 1,1 1-1,1 0 0,1 0 1,0 0-1,1 3-61,0-16 11,0 1-1,0-1 1,1 1-1,-1-1 1,1 1-1,-1-1 1,1 0-1,0 0 1,0 0 0,1 0-1,-1 0 1,1-1-1,-1 1 1,1-1-1,0 1 1,0-1-1,0 0 1,0 0 0,0 0-1,0-1 1,1 1-1,-1-1 1,1 1-1,-1-1 1,1-1-1,-1 1 1,1 0-1,0-1 1,1 1-11,10 0 41,0 1 0,0-2 0,0 0 0,0-1 0,0 0 0,11-3-41,-20 3-1,0 0 0,0-1-1,0 0 1,0 0 0,-1 0 0,1 0-1,-1-1 1,0 0 0,1 0-1,-1-1 1,-1 1 0,1-1 0,0 0-1,-1-1 1,0 1 0,0-1-1,0 1 1,-1-1 0,1 0 0,-1-1-1,0 1 1,-1 0 0,1-1-1,-1 0 1,0 1 0,0-2 1,3-17 7,-2 0 0,0 0-1,-1 0 1,-1-1 0,-1 1 0,-2 0-7,1-21 211,8 56 92,3 15-199,0 0 0,-2 1 0,-2 0 0,0 0 0,-1 1-104,-2-2 102,2-1-1,2 1 1,0-1-1,1-1 1,1 0-1,5 7-101,-13-28-214,1-1 0,-1 0-1,1 1 1,-1-1 0,1 0 0,0 0-1,0 0 1,0 0 0,0-1 0,0 1-1,0 0 1,0-1 0,1 0-1,-1 1 1,1-1 0,-1 0 0,1 0-1,-1 0 1,1-1 0,0 1 0,-1-1-1,1 1 1,0-1 0,-1 0 0,1 0-1,0 0 1,-1 0 0,1 0-1,0-1 1,2 0 214,16-1-7415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9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15643,'0'0'2913,"0"0"-1313,0 0 569,-59 123-569,40-57-496,3-1 73,8-2-497,8-10-264,0-12-184,19-10-80,8-9 8,2-8-120,-2-4-40,-3-8-744,9-2-1185,-7-4-3472,1-18-8130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19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18764,'0'0'3681,"0"0"-3217,0 0 880,0 0 185,-3 189-545,3-117-216,0-4-280,0-8-280,14-12-152,2-11-56,2-13-56,4-17-392,-1-7-712,9-14-913,-3-20-3944,-8-3-7970</inkml:trace>
  <inkml:trace contextRef="#ctx0" brushRef="#br0" timeOffset="1">1 341 15091,'0'0'5921,"0"0"-3240,0 0-144,0 0-1161,0 0-1024,0 0-352,140-24-264,-79 12-352,-12 2-1633,-6 3-4184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0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15563,'0'0'6018,"0"0"-3842,0 0-31,0 0-1577,0 0-384,147-41-176,-112 36-8,-11 2-112,1 3-1009,-9 0-3280,-3 0-8321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25 14619,'0'0'2350,"0"0"85,0 0-880,0 0-559,0 0-432,0 0-182,18-6-189,54-13-110,-71 19-81,0 0 0,0 1-1,0-1 1,0 0 0,0 1 0,0-1 0,-1 0 0,1 1-1,0-1 1,0 1 0,0-1 0,0 1 0,0 0 0,-1-1-1,1 1 1,0 0 0,-1 0 0,1 0 0,0-1 0,-1 1 0,1 0-1,-1 0 1,1 0 0,-1 0 0,0 0 0,1 0 0,-1 0-1,0 0 1,0 0 0,1 0 0,-1 0 0,0 0 0,0 0-1,0 0 1,0 0 0,-1 0 0,1 0 0,0 0 0,0 1-2,-6 40 489,1-31-330,0 0 0,0-1-1,-1 0 1,-1-1-1,1 1 1,-2-1 0,-5 6-159,7-9 110,0 0 0,0 1 1,1 0-1,-1 0 0,2 0 1,-1 1-1,1 0 1,0-1-1,1 1 0,-1 1 1,2-1-1,-1 0 0,1 1 1,0 6-111,2-15 30,0 1 1,0-1-1,1 1 1,-1-1-1,0 0 1,1 1-1,-1-1 1,1 1-1,-1-1 1,0 1 0,1-1-1,-1 0 1,1 1-1,-1-1 1,1 0-1,-1 0 1,1 1-1,-1-1 1,1 0-1,-1 0 1,1 0-1,-1 0 1,1 0 0,0 1-1,-1-1 1,1 0-1,-1 0 1,1 0-1,0-1-30,23 2 398,-18-1-277,15 0 25,0-1 0,-1-1-1,0-1 1,1 0 0,18-6-146,-29 5-411,1 0-1,0-1 1,-1 1 0,0-2-1,0 0 1,-1 0 0,1 0-1,-1-2 1,-1 1 0,1-1-1,2-4 412,10-13-6726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1:20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14123,'0'0'1840,"0"0"905,0 0-489,0 0-1279,0 0 39,135 157 416,-127-80-192,-8 3-191,0-3-665,0-10-240,0-9-144,-3-7-56,-2-10-536,-11 5-1305,0-14-3568,-3-8-4281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6:21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1616,'0'0'1735,"0"0"-548,0 0-565,0 0-404,0 0-105,32 7 2934,-31-1-2885,0 1 0,-1 0 1,1 0-1,-1 0 0,-1 0 0,1-1 1,-2 8-163,0-9 146,2 1 1,-1 0 0,1 0 0,-1 0 0,2 0 0,-1 0 0,1 0 0,0 0 0,1 5-147,2-6 137,0 1 0,0-1 0,1-1 0,0 1 0,0 0 0,0-1 0,0 0 0,1-1 0,0 1 0,-1-1 0,1 0 0,1 0 0,-1-1 0,0 0 0,1 0-137,1 0 43,-1-1 0,1 0 0,0 0 1,0-1-1,0 0 0,0-1 0,4 0-43,-5 0 9,0 0 0,1 1 0,-1 0 0,0 0 0,0 1 1,0-1-1,0 2 0,5 0-9,11 10 39,-20-10 2,1 0 1,0 0-1,0 0 0,0-1 0,0 1 1,0-1-1,0 0 0,2 0-41,65 11 117,-22-4 1022,34 2-1139,-69-9 29,-1 2 0,0 0 1,0 0-1,0 1 0,0 1 0,6 3-29,-4-2 4,0 0 1,0-1-1,1-1 0,5 1-4,-8-2 416,-13-3-375,-1-1 0,1 1-1,0 0 1,0 0 0,0 0 0,0 0 0,0 0 0,0 0 0,0-1-1,0 1 1,0 0 0,0 0 0,0 0 0,-1 0 0,1-1 0,0 1-1,0 0 1,0 0 0,0 0 0,0 0 0,0-1 0,0 1 0,0 0-1,1 0 1,-1 0 0,0 0 0,0 0 0,0-1 0,0 1 0,0 0-1,0 0 1,0 0 0,0 0 0,0 0 0,0-1 0,0 1 0,1 0-1,-1 0 1,0 0 0,0 0 0,0 0 0,0 0 0,0 0 0,0 0 0,1-1-1,-1 1 1,0 0 0,0 0 0,0 0 0,0 0 0,1 0 0,-1 0-1,0 0 1,0 0 0,0 0 0,0 0 0,1 0 0,-1 0 0,0 0-1,0 0 1,0 0 0,0 0 0,0 0 0,1 1 0,-1-1 0,0 0-1,0 0-40,-1-17-199,1 4 403,0 6-47,0 0-1,0 1 1,0-1 0,1 0-1,0 0 1,1 0 0,1-4-157,-2 8 15,0 1 0,1-1 1,-1 1-1,1 0 0,-1 0 0,1 0 1,0 0-1,0 0 0,0 0 1,0 0-1,0 1 0,1-1 1,-1 1-1,1-1 0,-1 1 0,1 0 1,-1 0-1,1 0 0,-1 0 1,1 0-1,1 1-15,30-9-15,0 2 0,0 1-1,1 2 1,0 1 0,3 2 15,-35 2-5,1 0 0,-1 0 0,1 0 0,-1 0-1,1 1 1,-1-1 0,0 1 0,0 0 0,1 0 0,-1 0 0,-1 0 0,1 1 0,0-1 0,-1 1 0,1 0-1,-1 0 1,2 2 5,-1-1 0,0-1 0,0 1-1,1-1 1,-1 0 0,1 0-1,0 0 1,0 0 0,0 0-1,0-1 1,0 0 0,0 0-1,3 1 1,10 0 10,-1 0 0,1-2 0,0 1 0,0-2 0,-1 0 0,1-2 0,0 1 1,13-5-11,1-1 10,0-2 1,0-2-1,-1 0 1,3-4-11,-3 1-9,0 2 0,2 1-1,-1 1 1,1 2 0,1 1 0,-1 2 0,1 1 0,30 0 9,-58 3 3,-1 1 1,0-2 0,0 1 0,0 0 0,0-1 0,0 0 0,0 0 0,0 0-1,-1 0 1,1 0 0,-1-1 0,0 0 0,1 0 0,-1 0 0,0 0 0,-1 0 0,1 0-1,0-1 1,-1 1 0,0-1 0,1-1-4,8-15 13,0-1-1,-1 0 1,1-7-13,-10 28-1,0-4 120,4-10-332,-5 14 257,0-1 0,0 1 1,0 0-1,0 0 0,-1-1 0,1 1 1,0 0-1,0-1 0,0 1 1,0 0-1,0 0 0,0-1 0,0 1 1,0 0-1,-1 0 0,1-1 1,0 1-1,0 0 0,0 0 0,-1 0 1,1-1-1,0 1 0,0 0 1,0 0-1,-1 0 0,1 0 0,0-1 1,0 1-1,-1 0 0,1 0 1,0 0-1,-1 0 0,1 0 0,0 0 1,0 0-1,-1 0 0,1 0 1,0 0-1,-1 0 0,1 0 0,0 0 1,0 0-1,-1 0-44,1-1-3773,0-5-4626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6:31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20 12275,'0'0'3575,"0"0"-989,0 0-35,0 0-750,0 0-700,0 0 50,-1-20 1915,-5 21-3015,0 0 0,0 0 0,0 0-1,0 1 1,0 0 0,0 0 0,1 0 0,-1 1 0,1-1 0,-1 1 0,1 1-1,0-1 1,0 1-51,-65 58 165,48-41-107,-110 89 21,16-15-27,123-91 14,0 0 1,1 0-1,0 0 1,-1-1-1,1 0 1,1-1-1,0 0-66,93 22 183,-75-19-182,-1 0 0,0 2 0,0 1 0,0 1 0,21 12-1,-44-20-4,0 0-1,-1 1 1,1 0-1,0 0 1,-1 0-1,1 0 1,-1 0-1,1 1 1,-1-1-1,0 1 1,0-1-1,0 1 1,-1 0-1,1 0 1,0-1-1,-1 1 1,0 1 0,0-1-1,0 1 5,1-3-88,1 1-1,-1-1 1,0 0-1,0 0 1,0 0 0,0 0-1,1-1 1,-1 1-1,0-1 1,1 1 0,-1-1-1,1 0 1,-1 0-1,0 0 1,3 0 88,3 1-1564,10 1-3398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6:3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22 6729,'0'0'945,"0"0"-593,0 0-40,0 0 736,0 0 696,0 0-175,-5 37-321,5-49-608,0-8-640,3-6-3625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6:51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5905,'0'0'1993,"0"0"-1505,0 0-424,0 0-64,0 0-224,33-15-112,-9 8 64,27-12 192,-8 4 72,-3-2-513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7:11.2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888 88 8970,'0'0'1696,"0"0"86,0 0 322,0 0-523,0 0-476,0 0 1,-14-11 165,7 5-1211,-3-2 212,0 0 0,0 1-1,0 0 1,-1 1-1,0 0 1,0 0-1,-1 1 1,1 1 0,-1 0-1,0 1 1,-1 0-1,-1 0-271,-11 2 223,1 1 0,0 2 0,0 0 0,0 1 0,0 2 0,1 0-1,-1 1 1,1 2 0,1 0 0,-1 2 0,1 0 0,1 2 0,0 0 0,1 1-1,0 1 1,-4 5-223,-22 19 514,1 2 0,-26 34-514,49-50 179,2 1-1,1 1 1,1 1 0,1 1 0,-11 25-179,18-25 95,1 0-1,1 0 1,2 1 0,1 0 0,2 1-1,0-1 1,2 1 0,1-1-1,2 1 1,1 4-95,-1-24 35,0 1 0,1 0 1,1-1-1,0 1 0,0-1 0,1 0 1,0-1-1,1 1 0,0-1 0,0 0 1,7 7-36,4 4 118,0-2 1,2 0-1,0-1 0,12 8-118,-9-10 36,1 0-1,0-2 0,2-1 0,-1-1 0,1-1 1,12 3-36,13 1 43,1-1 1,44 4-44,-32-11 21,0-3 0,0-2 0,47-6-21,-54-3 116,-1-3 0,-1-1 0,0-4-1,14-6-115,-13 4 168,-27 10-97,-1-2 0,0-2 0,0 0-1,-1-2 1,-1 0 0,-1-2 0,0-1 0,0-1 0,-2 0 0,12-15-71,-24 20 39,0 0 0,0-1 0,-1-1 0,-1 0-1,-1 0 1,0 0 0,-1-1 0,0 0 0,-2-1 0,0 1 0,1-12-39,1-6 81,-3 0 1,-1-1-1,-1 0 1,-2 1-1,-2-8-81,2 34 0,-1 0 0,0 0 0,0 0 0,-1 0 0,0 1 0,0-1 0,-1 1 0,0 0 0,0 0 0,0 0 0,-1 0 0,0 1 0,-1 0 0,0 0 0,1 0 0,-6-3 0,-13-10 0,-2 1 0,0 1 0,-22-10 0,19 10 0,11 7-17,-33-20-965,-46-18 982,77 39-247,-1 2 0,0 0 0,0 1 0,0 2-1,-1 0 1,-19-1 247,-43 2-6359,-37 6 6359,29 5-9371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7:22.3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1 228 4001,'0'0'5577,"0"0"-2748,0 0-1412,0 0-308,0 0-281,12 0-318,253 8 4062,-162-3-1916,76-6-2656,-45-2 17,-98 3 20,246-1 355,52-17-392,-235 12 198,38 6-198,-45 0 68,72-8-68,23-23 33,-121 17-14,0 4 0,1 2 0,26 3-19,-72 3 13,-1-1 0,0 0 0,0-2 1,15-4-14,11-3 17,135-26 269,143-8-286,-176 34 3222,45 6-3222,-193 6 231,0 0-112,1 0-97,0 0-27,0 0-3,-1 0-13,0 0-133,-48 13-3752,22-4 259,-21 3-6357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7:24.8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1 293 10922,'0'0'2804,"0"0"-451,0 0-698,0 0-920,0 0-541,0 0-146,0 0-19,0 0 1,0 0 0,0 0 0,0 0-1,0-1 1,1 1 0,-1 0 0,0 0-1,0 0 1,0 0 0,0 0 0,1 0-1,-1 0 1,0 0 0,0 0 0,0 0-1,0 0 1,1 0 0,-1 0 0,0 0-1,0 0 1,0 0 0,1 0 0,-1 0-1,0 0 1,0 0 0,0 0 0,1 0-1,-1 0 1,0 0 0,0 0 0,0 0-1,0 0 1,1 0 0,-1 0 0,0 1-1,0-1 1,0 0 0,0 0 0,0 0-1,0 0 1,1 0 0,-1 1 0,0-1-1,0 0 1,0 0 0,0 0 0,0 0-1,0 1-29,6 16 665,-1 1-1,0 0 0,-2 0 1,1 4-665,-1-1 254,1 1 1,2-1-1,2 7-254,-1-4 135,-1 0-1,-2 0 1,0 1 0,-2 0-1,0 0 1,-2 0 0,-1 11-135,1-4 181,0-26-151,0-1 0,1 0 0,0 0 0,0 1 0,1-1 0,-1 0 0,1 0-1,0 0 1,0-1 0,1 1 0,-1 0 0,1-1 0,0 1 0,0-1 0,1 0-1,-1 0 1,1-1 0,0 1 0,0-1 0,0 1 0,1-1 0,-1 0 0,1-1 0,-1 1-1,1-1 1,0 0 0,0 0 0,0-1 0,0 1 0,1-1 0,-1 0 0,0-1 0,0 1-1,6-1-28,32-1 385,50 3-228,-85-1-158,0 0-1,0 1 0,0 0 1,0 0-1,0 1 1,0 0-1,-1 0 0,0 1 1,0 0-1,3 2 1,36 25 2,-25-18-2,-1 0 0,-1 2 0,0 0 0,-1 1 0,-1 1 0,10 12 0,108 148 58,-133-176-43,0 1-1,1 0 0,-1-1 0,1 1 1,-1-1-1,1 0 0,-1 1 1,1-1-1,0-1 0,0 1 1,-1 0-1,1-1 0,0 1 0,0-1 1,0 0-1,0 0 0,0 0 1,-1 0-1,1 0 0,0-1 0,0 0 1,0 1-1,-1-1 0,1 0 1,0 0-15,11-4 20,1 0 0,-1-1 1,-1-1-1,3-1-20,12-5 12,0 1 0,1 1-1,0 2 1,1 0 0,25-2-12,27-2 466,46-1-466,263 0 498,-369 16-493,0 0 0,0 1 0,0 2 1,13 4-6,33 6 20,-2-2-13,0 3 0,43 18-7,-100-32 4,0-1 0,0 0 0,0 0 0,0 0 1,0-1-1,0-1 0,5 0-4,18-1 9,31 4-3,-37 0 4,1-1 1,-1-2-1,0 0 1,0-2-1,0-1 0,23-6-10,-8-4 24,0 3 0,1 1-1,0 1 1,26 0-24,-67 9-1,12 0 13,-1-1 0,0 0 0,0-1 0,0-1 1,0 0-1,-1 0 0,1-1 0,-1 0 0,1-1 0,4-4-12,23-11 10,0 1 1,41-13-11,1 0 66,-43 18-77,1 1 1,0 2-1,0 1 1,1 2-1,0 2 1,19 1 10,-49 4 7,-1 0 0,0 0 0,0-1 0,1 0 0,-1-1 0,0 0 0,-1 0 0,2-1-7,-9 1 56,-1 0-1,1 0 1,0 0-1,-1 0 1,1 0-1,-1 1 1,0-1-1,0 0 1,0 0-1,0 0 1,-1-1-56,1 1 8,-1-74 167,-3-1 0,-4 1 0,-5-12-175,-14-33 378,-21-57-378,20 36 230,20 120-109,6 18-60,0 0-1,0-1 1,1 1-1,0 0 1,0-1 0,0 1-1,1-1 1,-1-3-61,1 9-20,0 0-31,0 0-14,0 24-1030,-8 32-3826,0-30-2399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7:34.6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0 148 6665,'0'0'1097,"0"0"-817,0 0-280,0 0-24,0 0-384,22-116-785,-22 85-4208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8:19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7210,'0'0'3830,"0"0"-1306,0 0-485,0 0-526,0 0-509,3 10 7219,8 33-8367,15 116 207,-24-145-56,0-1 1,-1 1 0,-1 0 0,0 0 0,-1 0-8,0 19 11,1-33-13,0 0-56,0 0-294,0 0-516,0 0-647,0-3-2653,0-5 2131,0 6 544,0-14-6596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8:19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4865,'0'0'4804,"0"0"-2154,0 0-754,0 0-684,0 0-612,0 0-330,9 12 3721,17-12-3920,-1-1 0,0-2 0,1 0 0,-1-2 0,0 0 0,21-9-71,7 2-33,-44 11-15,-1 0 0,0-1 0,1 0-1,-1-1 1,0 1 0,0-2 0,0 1-1,-1-1 1,6-3 48,-8 2-905,-4 0-4123,-1 2-3813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8:2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0 5945,'0'0'2067,"0"0"-309,0 0-268,0 0-337,0 0-154,1 2 3430,-9 1-3335,-43 4-793,-16 1 157,1 4 0,-41 12-458,135-26 3102,20-1-3280,-7-8 346,1 3 0,0 2 1,0 1-1,29 1-168,-99 4 2149,-3-1-1926,-1 1 1,1 1-1,0 2 0,-1 1 1,1 2-1,-7 3-223,34-7-2,4-2-4,22 0-10,164-2 6,-185 2 6,-29 0 110,-257 12 302,285-12-509,-1 0 1,0 0-1,0 1 1,1-1-1,-1 0 0,0-1 1,0 1-1,0 0 1,1 0-1,-1 0 0,0 0 1,0 0-1,1-1 1,-1 1-1,0 0 1,0-1-1,1 1 0,-1-1 1,0 1-1,1-1 1,-1 1-1,1-1 0,-1 1 1,1-1-1,-1 1 1,1-1-1,-1 0 0,1 1 1,-1-1-1,1 0 1,0 1-1,-1-1 1,1 0 100,-1-11-6127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2:36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14723,'0'0'2651,"0"0"-1182,-4 25 172,-11 90 2479,0 91-4120,14-151 719,-1-9-277,2 1 0,2-1 1,2 0-1,3 7-442,-4-39 69,0 0 0,1-1 0,0 0 0,1 1 0,1-1 0,0-1 0,0 1 0,2-1 0,-1-1-1,2 1 1,-1-1 0,1-1 0,1 1 0,0-1 0,11 7-69,-16-13 11,0 0 1,0-1-1,0 0 0,1 0 1,0 0-1,-1-1 0,1 0 1,0 0-1,0 0 0,0-1 1,1 0-1,-1 0 0,0 0 1,0-1-1,0 0 0,1 0 1,-1 0-1,0-1 0,6-1-11,-7 0-165,-1 1-1,1-1 1,-1 0-1,1 0 1,-1 0-1,0-1 1,0 0-1,0 0 1,0 0-1,0 0 1,0 0-1,-1-1 1,0 1-1,0-1 1,0 0-1,0 0 1,0 0-1,-1 0 1,0-1-1,0 1 1,0-1-1,0 1 1,-1-1-1,1-2 166,4-30-4574,-6 2-1650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2:37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18076,'0'0'2888,"0"0"-1263,0 0-625,0 0-592,193-36-408,-101 34-272,-17-1-2489,-14 3-4696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2:37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15 13019,'0'0'6889,"0"0"-5809,0 0 561,0 0-985,-172-15-536,135 25-48,10 4-72,11-2-280,16-7-1208,16-2-2337,16-3-1200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2:37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29 14523,'0'0'2595,"0"0"-552,0 0-610,25-5-749,81-14-225,-103 18-431,0 0 0,-1 0 0,1 1-1,0-1 1,0 1 0,0 0 0,0 0 0,-1 0 0,1 0 0,0 0 0,0 1 0,0-1 0,0 1 0,-1 0 0,1 0 0,0 0 0,-1 0 0,1 0 0,-1 1 0,1-1 0,-1 1 0,1 0 0,-1-1 0,0 1 0,0 0 0,0 0 0,0 1 0,0-1-1,-1 0 1,1 0 0,-1 1 0,1-1 0,-1 1 0,0 0 0,0-1 0,0 1 0,0 0 0,0 0 0,-1-1 0,1 1 0,-1 2-28,1 6 102,-1 1 0,0-1 0,-1 0 0,-1 1 0,1-1 0,-2 0-1,1 0 1,-5 10-102,-1-2 53,-1 0-1,0-1 0,-2-1 0,0 1 0,-1-2 1,-1 1-1,-4 3-52,-35 35 188,-18 14-188,61-60 32,-5 5 96,11-10-45,-1 0-1,0 0 1,-1 0 0,1-1 0,0 1 0,-1-1 0,-1 1-83,5-4 468,1 0 63,0 0-99,0 0-171,4 0-67,112 2-174,-37 1-1068,1-4-1,65-10 1049,-121 8-2968,-2 1-2638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2:43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7274,'0'0'9235,"0"0"-5640,0 0-1974,0 0-720,5 23-61,-3-12-723,5 28 384,-1 0 0,-2-1 1,-1 25-502,-3-41 201,-1 24 195,2 0 0,3 0 0,1-1 0,4 14-396,-6-47 40,0 0 1,0-1-1,1 1 1,1-1-1,0 1 0,0-1 1,1-1-1,0 1 1,1-1-1,1 0 0,-1-1 1,1 1-1,1-2 1,0 1-1,0-1 0,1 0 1,0-1-1,5 3-40,-12-8-27,0 0-1,0-1 1,0 1 0,0-1-1,0 1 1,0-1 0,1 0-1,-1 0 1,0-1-1,1 1 1,-1-1 0,1 1-1,-1-1 1,0 0-1,1 0 1,-1-1 0,1 1-1,-1-1 1,0 0-1,1 1 1,-1-2 0,0 1-1,0 0 1,1-1-1,-1 1 1,0-1 0,2-1 27,1-3-476,-1 1-1,1-1 1,-1 0 0,0-1 0,0 1 0,-1-1 0,0 0-1,0 0 1,-1-1 0,3-6 476,7-27-5751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2:44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17204,'0'0'1968,"0"0"-320,0 0-551,0 0-793,151 5-304,-39-5-768,-15 0-1977,-14 0-6257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2:44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0 11843,'0'0'4581,"0"0"-2905,0 0-264,0 0 115,0 0-297,-26 24-450,-84 79-136,76-73-167,-3-1-1,0-2 1,-32 16-477,34-21 167,1 1 0,-15 14-167,48-36 14,-1 0 1,1-1-1,0 1 0,0 1 0,-1-1 0,1 0 0,0 0 0,0 0 0,0 1 0,0-1 0,0 0 0,1 1 0,-1-1 0,0 1 0,1-1 0,-1 1 0,1-1 0,-1 1 0,1-1 0,0 1 0,-1-1 0,1 2-14,1-2 45,-1 1 0,1-1 0,0 0-1,-1 0 1,1 0 0,0 0 0,0 0-1,0 0 1,-1 0 0,1 0 0,0 0 0,1 0-1,-1 0 1,0 0 0,0-1 0,0 1 0,0 0-1,1-1 1,-1 1 0,1 0-45,12 3 403,0 0 1,0-1-1,0 0 1,12 0-404,-10-1-7,14 3-10,110 15 259,-47-19-4816,-60-5-1734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2:44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38 14579,'0'0'2505,"0"0"-162,0 0-296,0 0-1127,0 0-711,23-7-31,73-20-98,-93 26-76,1 0 0,-1 0 0,0 1 0,0-1 0,1 1 0,-1 0 0,0 0 0,1 0 0,-1 1 0,0-1 0,1 1 0,1 0-4,-4 0 6,1-1 0,-1 1 0,1 0 0,-1-1 0,0 1 0,1 0 0,-1 0 0,0 0 0,0 0 0,0 1 0,0-1 0,0 0 0,0 0 0,0 1 0,0-1 0,0 1 0,0 0-6,1 4 31,0 0 0,-1 0 0,0 0 0,0 0-1,-1 0 1,0 0 0,0 0 0,0 0 0,-1 3-31,0 6 83,1-7-46,-1 0 0,-1 0 0,1-1 0,-1 1 0,0 0 0,-1-1 0,0 1 0,0-1 0,-1 0 0,0 0 0,0 0 0,-4 5-37,-12 14 36,-2-1 0,-13 13-36,-2 2 21,29-31 14,2-4-6,1 1-1,0-1 1,0 1-1,1 0 1,-1 0-1,1 1 1,1-1-1,-1 1 1,1 0 0,0 0-1,1 0 1,-1 0-1,2 1 1,-2 2-29,24-9 1172,334 11-981,-352-10-5531,-3 0 216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2:42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8770,'0'0'5082,"0"0"-2871,0 0-693,0 0-375,0 0-1,0 0-49,-23 22-17,-74 73 37,90-86-966,-1 0 1,1 1 0,1 0 0,0 0 0,0 0 0,1 1 0,1-1-1,-1 1 1,2 0 0,-1 1 0,2-1 0,-1 1 0,2-1-1,-1 1 1,2 0 0,0 0 0,0-1 0,1 6-148,-1 0 113,0-14-93,0 0 1,1 0-1,-1 0 1,1 0-1,-1 0 1,1 0 0,0 0-1,0 0 1,0 0-1,0 0 1,1-1-1,-1 1 1,1 0 0,0-1-1,-1 1 1,1-1-1,0 0 1,1 0-1,0 2-20,2-1 38,-1 0 0,1 0 0,-1 0-1,1-1 1,0 0 0,0 0 0,0 0-1,0-1 1,0 1 0,1-1 0,0 0-38,4 0 73,0 0 1,-1 0 0,1-1-1,0-1 1,0 1-1,-1-2 1,1 1 0,-1-1-1,1-1 1,-1 1 0,0-2-1,8-3-73,-8 2 60,-1-1 0,1 0 0,-1-1-1,-1 0 1,0 0 0,0 0 0,0-1 0,-1 0-1,0 0 1,0-1 0,-1 0 0,0 0 0,-1 0-1,0 0 1,0-1 0,-1 1 0,0-1 0,-1 0-1,1-10-59,-2 12 40,0 0 0,0 0 0,-1 0 1,0 0-1,-1-1 0,0 1 0,0 0 0,-1 0 0,0 1 0,0-1 0,-1 0 0,0 1 0,0-1 0,-1 1 0,0 0 0,0 0 0,0 0 0,-1 1 0,0-1 0,-1 1 0,1 0 0,-1 1 0,0 0 0,-1 0 0,0-1-40,1 2-37,-1 0 0,0 0 0,-1 1 0,1 0 0,0 0 0,-1 0 0,0 1 0,1 0 0,-1 1 0,0 0 0,0 0 1,0 0-1,0 1 37,5 0-104,1 1 0,0-1 1,0 0-1,0 1 0,-1 0 1,1-1-1,0 1 1,0 0-1,0 0 0,0 0 1,0 0-1,0 0 0,0 1 1,1-1-1,-1 1 0,0-1 1,1 1-1,-1 0 1,1-1-1,-1 1 0,1 0 1,0 0-1,0 0 0,0 0 1,0 0 103,-4 9-1784,1-1 1,0 1 0,1 0-1,-1 7 1784,3-14-1015,-9 47-12216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8:3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0 474 5905,'0'0'1946,"0"0"-642,0 0-43,0 0-380,0 0-238,0 0 89,0 0 139,0 0-50,0 0-254,30 2 1232,66-2-645,-1-4-1,93-17-1153,51-21 230,93-18 251,255-9-481,-491 59 71,0-4 0,13-8-71,32-4 174,544-54 1064,-647 76-1224,547-45 2300,88 25-2314,-602 23 450,-1-4 1,31-6-451,78-9 1665,49 6-1665,-279 16-2979,-1 2 0,-9 5 2979,-34 5-6403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8:36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6665,'0'0'7643,"0"0"-4418,0 0-898,0 0-581,0 0-837,0 0-482,0 0-185,0 0-5,0 28 699,0 1135 2678,2-1111-3298,3 0-1,6 25-315,-2-18 510,1 39-510,-7 123 529,-3-78-253,18 134-276,-4-115 437,-6 138-437,-6-112 234,10 29-234,-2-68 142,-8 33-142,3 66 263,2-195-251,1 1 1,3-1-1,2-1 0,8 16-12,-1-3 82,-4 1-1,2 25-81,-6 58 272,-10-99-106,2 0-1,10 47-165,-13-93 7,-1-3 11,0-1 33,0 0-32,0 0-14,10-1-935,0-1-1,1 0 1,-1-1-1,0 0 0,0-1 1,0 0-1,5-3 931,27-9-4219,8 2-226,-5 2-1227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8:37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1 213 9090,'0'0'1215,"0"0"-38,0 0 221,0 0-466,0 0-264,0 0 41,20-3-21,-18 3-663,60-7 1593,36 2-1618,-27 6 542,-1 3 0,2 3-542,16 0 1033,0-4-1,48-6-1032,-49 1 237,535-21 2149,-519 21-2348,201-9 13,161-15-67,-44 11 28,-320 13-9,75 1 20,-46 2-25,0-5-1,87-17 3,-21-5-51,1 9 0,120 7 51,-124 17-1122,13 10 1122,37 2-107,331-4 2212,-571-15-1963,-1 0 1,1 0-1,0 0 1,0 0-1,0-1 1,-1 1-1,1-1 1,0 0-1,-1 0 1,1 0-1,-1 0 1,1 0-1,-1-1 1,1 1-1,-1-1 1,0 0-1,0 1 1,1-2-143,-2 2-47,-1 0 0,1 0 0,-1 0 0,1 0 0,-1-1 0,1 1 1,-1 0-1,0 0 0,1-1 0,-1 1 0,0 0 0,0 0 0,0-1 1,0 1-1,0 0 0,0 0 0,-1-1 0,1 1 0,0 0 0,-1 0 0,1 0 1,0-1-1,-1 1 0,0 0 0,1 0 0,-1 0 0,0 0 0,1 0 1,-1 0-1,0 0 0,0 0 0,0 0 0,0 0 0,0 1 0,0-1 1,0 0-1,-1 0 47,-33-24-4593,-11-6-3102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9:37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5673,'0'0'40,"0"0"-40,0 0-552,124-131 112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9:47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5537,'0'0'784,"0"0"-560,0 0-120,0 0 112,0 0 41,0 0-257,0 2 56,-2 5-48,-1-4 0,3 2-8,0-3 0,0 0 0,0 1 0,0-1-225,0 1-663,5-3-96,9 0-296,-1 0-297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9:48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22 160,'0'0'2913,"0"0"-2281,0 0-144,0 0 224,0 0-16,0 0-248,0 0-64,0-21-200,0 21-72,-3 0-112,-2 0-640,2 0-2248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9:48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1 0 1688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9:49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10 1688,'-169'-9'2657,"171"9"-1873,-2 0-208,0 0 696,0 0-335,3 0-513,0 0-280,16 0-144,-1 0-464,7 0-1145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51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17 15971,'0'0'5794,"0"0"-3738,0 0-152,0 0-1039,-172-2-369,113 2-360,2 0-40,9 0-96,11 0 0,12 0-64,9 0-176,14 0-440,2 0-1657,21-5-2920,9-4-6273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51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1 246 15491,'0'0'2700,"0"0"-137,0 0-527,0 0-909,1-26-529,2-92 130,-2 17 2947,1 160-3667,2 0 0,4 0 0,5 20-8,47 175-219,-43-185-33,-14-57-93,0 0-1,-1 0 0,0 0 0,-1 0 0,0 0 0,-1 0 0,0 0 0,-1 0 0,-2 7 346,2-14-396,-1 0 0,1 0 0,-1-1 0,0 1 0,0 0 0,-1-1 0,1 0 0,-1 1 0,0-1 0,0 0 0,-1 0 0,1-1 0,-1 1 0,0-1 0,0 1 0,0-1 0,0-1 0,-1 1 0,1 0 0,-1-1 0,1 0 0,-1 0 0,0 0 396,-9 3-4007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5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13379,'0'0'2888,"0"0"-823,0 0 71,0 0-1143,153-29-553,-110 27-392,24-1-48,-11 3-1249,-5-2-3200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0:52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13315,'0'0'2647,"0"0"-530,28 0-642,219 0-13,-50-2-1281,-196 3-178,0 0 0,0 0 0,0 1 0,-1-1 0,1 1 0,0-1 1,-1 1-1,1-1 0,-1 1 0,0-1 0,1 1 0,-1-1 1,0 1-1,0-1 0,0 1 0,0 0 0,0-1 0,-1 1 0,1-1 1,-1 2-4,1 0 53,-2 214 2941,5 241-322,9-308-2470,-3-57-87,-4 23-115,-8-32 13,1-48-14,1 0-1,2 0 0,1 1 0,5 14 2,4-15 81,-8-30-48,-1 0 1,1 1 0,-2-1 0,1 1 0,-1-1 0,0 1 0,0 0 0,0 5-34,-19-10 549,-44 6-628,-58 9-1074,43 4-7490,42-9-1107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9:49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3 7842,'0'0'3160,"0"0"-1983,0 0 583,0 0 64,0 0-863,0 0-449,0 0-224,0 0 48,0 0 40,0 0-256,0 0-112,0 0-8,-16 0-1144,-11 0-3361,-10-3-4257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DD918-0014-41F1-8A8E-66630200A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42AB5F-B4D6-4F52-B24D-43FDCD8BD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1D1B5C-6A0D-40C9-A5A2-6E8DB1A6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B159-A1F9-479F-9C1F-74E200905E34}" type="datetimeFigureOut">
              <a:rPr lang="es-ES" smtClean="0"/>
              <a:t>03/05/2020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7EEEDF-AF41-40A0-9D39-F776764C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9FDF05-DA82-4B08-80CD-EBD71C27B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FD0DC-1FFE-43B5-971E-567825C64E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266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1F712-6BE0-4F65-8DFE-989050EBD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479A9D-9C09-4048-8B33-07D599B5B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17894C-467E-4F99-B222-17C385E1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B159-A1F9-479F-9C1F-74E200905E34}" type="datetimeFigureOut">
              <a:rPr lang="es-ES" smtClean="0"/>
              <a:t>03/05/2020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F29E62-627D-49CB-AC3B-36FF82564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864F50-2A4B-4538-807F-0FBB6186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FD0DC-1FFE-43B5-971E-567825C64E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4258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4EE35-1C73-4412-AA12-5CB4BCD6C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F5AA87-02F7-40B3-9B60-53F46B542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ABDA35-D1B3-45A0-9B92-4D5C5F61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B159-A1F9-479F-9C1F-74E200905E34}" type="datetimeFigureOut">
              <a:rPr lang="es-ES" smtClean="0"/>
              <a:t>03/05/2020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EC4C9-FCFE-472F-B816-06C858FCC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347790-D8FD-49D0-80E6-462CC262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FD0DC-1FFE-43B5-971E-567825C64E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57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669D4-8E85-4FE5-9D91-30614ABB6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CB6CB9-70EA-4D13-B1A7-7FA0D96FC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087280-F4A9-4E8E-BDCA-E579ABF37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5E1FF4-5B3A-4811-9AFE-40028251E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B159-A1F9-479F-9C1F-74E200905E34}" type="datetimeFigureOut">
              <a:rPr lang="es-ES" smtClean="0"/>
              <a:t>03/05/2020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85D4D0-118C-4E2B-A6DB-8AC748F25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AEF3AA-9339-47B6-8581-DEA179AF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FD0DC-1FFE-43B5-971E-567825C64E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33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02204-57F9-4BA0-B24F-78B7C84EC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E9D491-F4A7-4EC0-856E-4F2A059B7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F0ECD4-0877-4EEF-9FA5-40BF92F19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8BEEC8A-2A64-41D2-AF31-603F3C20A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7B5EFF-5437-4EDD-981D-6CDBC6F6E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1D48DC4-C53D-4552-B151-6C6F9083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B159-A1F9-479F-9C1F-74E200905E34}" type="datetimeFigureOut">
              <a:rPr lang="es-ES" smtClean="0"/>
              <a:t>03/05/2020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DBAC567-B9BD-4C92-B854-7805C4CF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C249F67-77C1-4C6D-BAEC-AEBA7228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FD0DC-1FFE-43B5-971E-567825C64E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8424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2D3BC-EEEB-45EC-9E49-44DF3A0C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72CD41B-179E-488A-B42B-9779F955F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B159-A1F9-479F-9C1F-74E200905E34}" type="datetimeFigureOut">
              <a:rPr lang="es-ES" smtClean="0"/>
              <a:t>03/05/2020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16A3793-489E-4315-9224-09BFA810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5E3DF06-CAA9-499C-9189-FBD70FA9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FD0DC-1FFE-43B5-971E-567825C64E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27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260391-D3FC-4A5E-B3B0-77E44BE6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B159-A1F9-479F-9C1F-74E200905E34}" type="datetimeFigureOut">
              <a:rPr lang="es-ES" smtClean="0"/>
              <a:t>03/05/2020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9A4C7F-4206-49F1-95DD-99B58BE63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052573-D61E-49EE-AFEE-C261A0A5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FD0DC-1FFE-43B5-971E-567825C64E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007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0FD9D-E5EF-4AA1-A4B1-858EFF62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2EDA47-CA5F-413A-BD31-48016BC26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2FF435-8D4D-48CF-8915-804558C5C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C20380-A696-4448-8D1E-D842962A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B159-A1F9-479F-9C1F-74E200905E34}" type="datetimeFigureOut">
              <a:rPr lang="es-ES" smtClean="0"/>
              <a:t>03/05/2020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868900-D17C-4918-8A54-F93A4898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F76A09-A1A7-417A-82B9-FA8DE07D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FD0DC-1FFE-43B5-971E-567825C64E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3751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4056E-20A9-4F28-AA7F-2825217A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05125AF-6704-4957-AF8D-786E3687AE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195447-7A0E-44E4-8153-2E5A11C25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2054C2-0B3A-4020-8606-6B74103E6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B159-A1F9-479F-9C1F-74E200905E34}" type="datetimeFigureOut">
              <a:rPr lang="es-ES" smtClean="0"/>
              <a:t>03/05/2020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32134F-1B6B-4630-A7EA-7537CDBFD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7ADA86-5BF6-49B8-B7E0-804BD1650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FD0DC-1FFE-43B5-971E-567825C64E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300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95952-5C5A-4971-9119-B26847903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B3727E-2519-4301-A86D-361865AA9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27A3AF-0426-4A6D-9B6C-85ED49824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B159-A1F9-479F-9C1F-74E200905E34}" type="datetimeFigureOut">
              <a:rPr lang="es-ES" smtClean="0"/>
              <a:t>03/05/2020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942764-E39D-489E-9844-F88B998F1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D090F0-6E35-4601-B64C-F76A1822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FD0DC-1FFE-43B5-971E-567825C64E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3564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B4E34AA-FC48-4DB7-8249-49A75A526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B31E98-C479-4D70-8811-79C402716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15CFC9-B893-400C-9789-AA63FEFE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B159-A1F9-479F-9C1F-74E200905E34}" type="datetimeFigureOut">
              <a:rPr lang="es-ES" smtClean="0"/>
              <a:t>03/05/2020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7DA0F2-8C4B-4BF1-9BC5-59AE35E88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E06F2B-8C94-4D1D-B9E4-CEDA4386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FD0DC-1FFE-43B5-971E-567825C64E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86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46D31D-962C-4024-BE6A-35792230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FFA8B1-6E11-4A72-A9E8-BFAC391B6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424A44-066B-4F59-AE3A-4377326E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4B159-A1F9-479F-9C1F-74E200905E34}" type="datetimeFigureOut">
              <a:rPr lang="es-ES" smtClean="0"/>
              <a:t>03/05/2020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68B44C-FF8B-4906-8901-2800A13FF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C090BE-1032-413C-A7DA-4D86A6055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D0DC-1FFE-43B5-971E-567825C64E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6816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63" Type="http://schemas.openxmlformats.org/officeDocument/2006/relationships/customXml" Target="../ink/ink31.xml"/><Relationship Id="rId68" Type="http://schemas.openxmlformats.org/officeDocument/2006/relationships/slide" Target="slide3.xml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image" Target="../media/image33.png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image" Target="../media/image3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4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customXml" Target="../ink/ink32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2.xml"/><Relationship Id="rId21" Type="http://schemas.openxmlformats.org/officeDocument/2006/relationships/image" Target="../media/image44.png"/><Relationship Id="rId42" Type="http://schemas.openxmlformats.org/officeDocument/2006/relationships/customXml" Target="../ink/ink53.xml"/><Relationship Id="rId63" Type="http://schemas.openxmlformats.org/officeDocument/2006/relationships/image" Target="../media/image65.png"/><Relationship Id="rId84" Type="http://schemas.openxmlformats.org/officeDocument/2006/relationships/customXml" Target="../ink/ink75.xml"/><Relationship Id="rId138" Type="http://schemas.openxmlformats.org/officeDocument/2006/relationships/customXml" Target="../ink/ink103.xml"/><Relationship Id="rId159" Type="http://schemas.openxmlformats.org/officeDocument/2006/relationships/image" Target="../media/image110.png"/><Relationship Id="rId170" Type="http://schemas.openxmlformats.org/officeDocument/2006/relationships/customXml" Target="../ink/ink119.xml"/><Relationship Id="rId191" Type="http://schemas.openxmlformats.org/officeDocument/2006/relationships/image" Target="../media/image126.png"/><Relationship Id="rId205" Type="http://schemas.openxmlformats.org/officeDocument/2006/relationships/image" Target="../media/image133.png"/><Relationship Id="rId226" Type="http://schemas.openxmlformats.org/officeDocument/2006/relationships/customXml" Target="../ink/ink147.xml"/><Relationship Id="rId247" Type="http://schemas.openxmlformats.org/officeDocument/2006/relationships/image" Target="../media/image154.png"/><Relationship Id="rId107" Type="http://schemas.openxmlformats.org/officeDocument/2006/relationships/customXml" Target="../ink/ink87.xml"/><Relationship Id="rId11" Type="http://schemas.openxmlformats.org/officeDocument/2006/relationships/image" Target="../media/image39.png"/><Relationship Id="rId32" Type="http://schemas.openxmlformats.org/officeDocument/2006/relationships/customXml" Target="../ink/ink48.xml"/><Relationship Id="rId53" Type="http://schemas.openxmlformats.org/officeDocument/2006/relationships/image" Target="../media/image60.png"/><Relationship Id="rId74" Type="http://schemas.openxmlformats.org/officeDocument/2006/relationships/customXml" Target="../ink/ink69.xml"/><Relationship Id="rId128" Type="http://schemas.openxmlformats.org/officeDocument/2006/relationships/customXml" Target="../ink/ink98.xml"/><Relationship Id="rId149" Type="http://schemas.openxmlformats.org/officeDocument/2006/relationships/image" Target="../media/image105.png"/><Relationship Id="rId5" Type="http://schemas.openxmlformats.org/officeDocument/2006/relationships/image" Target="../media/image36.png"/><Relationship Id="rId95" Type="http://schemas.openxmlformats.org/officeDocument/2006/relationships/customXml" Target="../ink/ink81.xml"/><Relationship Id="rId160" Type="http://schemas.openxmlformats.org/officeDocument/2006/relationships/customXml" Target="../ink/ink114.xml"/><Relationship Id="rId181" Type="http://schemas.openxmlformats.org/officeDocument/2006/relationships/image" Target="../media/image121.png"/><Relationship Id="rId216" Type="http://schemas.openxmlformats.org/officeDocument/2006/relationships/customXml" Target="../ink/ink142.xml"/><Relationship Id="rId237" Type="http://schemas.openxmlformats.org/officeDocument/2006/relationships/image" Target="../media/image149.png"/><Relationship Id="rId22" Type="http://schemas.openxmlformats.org/officeDocument/2006/relationships/customXml" Target="../ink/ink43.xml"/><Relationship Id="rId43" Type="http://schemas.openxmlformats.org/officeDocument/2006/relationships/image" Target="../media/image55.png"/><Relationship Id="rId64" Type="http://schemas.openxmlformats.org/officeDocument/2006/relationships/customXml" Target="../ink/ink64.xml"/><Relationship Id="rId118" Type="http://schemas.openxmlformats.org/officeDocument/2006/relationships/customXml" Target="../ink/ink93.xml"/><Relationship Id="rId139" Type="http://schemas.openxmlformats.org/officeDocument/2006/relationships/image" Target="../media/image100.png"/><Relationship Id="rId85" Type="http://schemas.openxmlformats.org/officeDocument/2006/relationships/image" Target="../media/image74.png"/><Relationship Id="rId150" Type="http://schemas.openxmlformats.org/officeDocument/2006/relationships/customXml" Target="../ink/ink109.xml"/><Relationship Id="rId171" Type="http://schemas.openxmlformats.org/officeDocument/2006/relationships/image" Target="../media/image116.png"/><Relationship Id="rId192" Type="http://schemas.openxmlformats.org/officeDocument/2006/relationships/customXml" Target="../ink/ink130.xml"/><Relationship Id="rId206" Type="http://schemas.openxmlformats.org/officeDocument/2006/relationships/customXml" Target="../ink/ink137.xml"/><Relationship Id="rId227" Type="http://schemas.openxmlformats.org/officeDocument/2006/relationships/image" Target="../media/image144.png"/><Relationship Id="rId248" Type="http://schemas.openxmlformats.org/officeDocument/2006/relationships/customXml" Target="../ink/ink158.xml"/><Relationship Id="rId12" Type="http://schemas.openxmlformats.org/officeDocument/2006/relationships/customXml" Target="../ink/ink38.xml"/><Relationship Id="rId33" Type="http://schemas.openxmlformats.org/officeDocument/2006/relationships/image" Target="../media/image50.png"/><Relationship Id="rId108" Type="http://schemas.openxmlformats.org/officeDocument/2006/relationships/image" Target="../media/image85.png"/><Relationship Id="rId129" Type="http://schemas.openxmlformats.org/officeDocument/2006/relationships/image" Target="../media/image95.png"/><Relationship Id="rId54" Type="http://schemas.openxmlformats.org/officeDocument/2006/relationships/customXml" Target="../ink/ink59.xml"/><Relationship Id="rId75" Type="http://schemas.openxmlformats.org/officeDocument/2006/relationships/image" Target="../media/image70.png"/><Relationship Id="rId96" Type="http://schemas.openxmlformats.org/officeDocument/2006/relationships/image" Target="../media/image79.png"/><Relationship Id="rId140" Type="http://schemas.openxmlformats.org/officeDocument/2006/relationships/customXml" Target="../ink/ink104.xml"/><Relationship Id="rId161" Type="http://schemas.openxmlformats.org/officeDocument/2006/relationships/image" Target="../media/image111.png"/><Relationship Id="rId182" Type="http://schemas.openxmlformats.org/officeDocument/2006/relationships/customXml" Target="../ink/ink125.xml"/><Relationship Id="rId217" Type="http://schemas.openxmlformats.org/officeDocument/2006/relationships/image" Target="../media/image139.png"/><Relationship Id="rId6" Type="http://schemas.openxmlformats.org/officeDocument/2006/relationships/customXml" Target="../ink/ink35.xml"/><Relationship Id="rId238" Type="http://schemas.openxmlformats.org/officeDocument/2006/relationships/customXml" Target="../ink/ink153.xml"/><Relationship Id="rId23" Type="http://schemas.openxmlformats.org/officeDocument/2006/relationships/image" Target="../media/image45.png"/><Relationship Id="rId119" Type="http://schemas.openxmlformats.org/officeDocument/2006/relationships/image" Target="../media/image90.png"/><Relationship Id="rId44" Type="http://schemas.openxmlformats.org/officeDocument/2006/relationships/customXml" Target="../ink/ink54.xml"/><Relationship Id="rId65" Type="http://schemas.openxmlformats.org/officeDocument/2006/relationships/image" Target="../media/image66.png"/><Relationship Id="rId86" Type="http://schemas.openxmlformats.org/officeDocument/2006/relationships/customXml" Target="../ink/ink76.xml"/><Relationship Id="rId130" Type="http://schemas.openxmlformats.org/officeDocument/2006/relationships/customXml" Target="../ink/ink99.xml"/><Relationship Id="rId151" Type="http://schemas.openxmlformats.org/officeDocument/2006/relationships/image" Target="../media/image106.png"/><Relationship Id="rId172" Type="http://schemas.openxmlformats.org/officeDocument/2006/relationships/customXml" Target="../ink/ink120.xml"/><Relationship Id="rId193" Type="http://schemas.openxmlformats.org/officeDocument/2006/relationships/image" Target="../media/image127.png"/><Relationship Id="rId207" Type="http://schemas.openxmlformats.org/officeDocument/2006/relationships/image" Target="../media/image134.png"/><Relationship Id="rId228" Type="http://schemas.openxmlformats.org/officeDocument/2006/relationships/customXml" Target="../ink/ink148.xml"/><Relationship Id="rId249" Type="http://schemas.openxmlformats.org/officeDocument/2006/relationships/image" Target="../media/image155.png"/><Relationship Id="rId13" Type="http://schemas.openxmlformats.org/officeDocument/2006/relationships/image" Target="../media/image40.png"/><Relationship Id="rId109" Type="http://schemas.openxmlformats.org/officeDocument/2006/relationships/customXml" Target="../ink/ink88.xml"/><Relationship Id="rId34" Type="http://schemas.openxmlformats.org/officeDocument/2006/relationships/customXml" Target="../ink/ink49.xml"/><Relationship Id="rId55" Type="http://schemas.openxmlformats.org/officeDocument/2006/relationships/image" Target="../media/image61.png"/><Relationship Id="rId76" Type="http://schemas.openxmlformats.org/officeDocument/2006/relationships/customXml" Target="../ink/ink70.xml"/><Relationship Id="rId97" Type="http://schemas.openxmlformats.org/officeDocument/2006/relationships/customXml" Target="../ink/ink82.xml"/><Relationship Id="rId120" Type="http://schemas.openxmlformats.org/officeDocument/2006/relationships/customXml" Target="../ink/ink94.xml"/><Relationship Id="rId141" Type="http://schemas.openxmlformats.org/officeDocument/2006/relationships/image" Target="../media/image101.png"/><Relationship Id="rId7" Type="http://schemas.openxmlformats.org/officeDocument/2006/relationships/image" Target="../media/image37.png"/><Relationship Id="rId162" Type="http://schemas.openxmlformats.org/officeDocument/2006/relationships/customXml" Target="../ink/ink115.xml"/><Relationship Id="rId183" Type="http://schemas.openxmlformats.org/officeDocument/2006/relationships/image" Target="../media/image122.png"/><Relationship Id="rId218" Type="http://schemas.openxmlformats.org/officeDocument/2006/relationships/customXml" Target="../ink/ink143.xml"/><Relationship Id="rId239" Type="http://schemas.openxmlformats.org/officeDocument/2006/relationships/image" Target="../media/image150.png"/><Relationship Id="rId24" Type="http://schemas.openxmlformats.org/officeDocument/2006/relationships/customXml" Target="../ink/ink44.xml"/><Relationship Id="rId45" Type="http://schemas.openxmlformats.org/officeDocument/2006/relationships/image" Target="../media/image56.png"/><Relationship Id="rId66" Type="http://schemas.openxmlformats.org/officeDocument/2006/relationships/customXml" Target="../ink/ink65.xml"/><Relationship Id="rId87" Type="http://schemas.openxmlformats.org/officeDocument/2006/relationships/customXml" Target="../ink/ink77.xml"/><Relationship Id="rId110" Type="http://schemas.openxmlformats.org/officeDocument/2006/relationships/image" Target="../media/image86.png"/><Relationship Id="rId131" Type="http://schemas.openxmlformats.org/officeDocument/2006/relationships/image" Target="../media/image96.png"/><Relationship Id="rId152" Type="http://schemas.openxmlformats.org/officeDocument/2006/relationships/customXml" Target="../ink/ink110.xml"/><Relationship Id="rId173" Type="http://schemas.openxmlformats.org/officeDocument/2006/relationships/image" Target="../media/image117.png"/><Relationship Id="rId194" Type="http://schemas.openxmlformats.org/officeDocument/2006/relationships/customXml" Target="../ink/ink131.xml"/><Relationship Id="rId208" Type="http://schemas.openxmlformats.org/officeDocument/2006/relationships/customXml" Target="../ink/ink138.xml"/><Relationship Id="rId229" Type="http://schemas.openxmlformats.org/officeDocument/2006/relationships/image" Target="../media/image145.png"/><Relationship Id="rId240" Type="http://schemas.openxmlformats.org/officeDocument/2006/relationships/customXml" Target="../ink/ink154.xml"/><Relationship Id="rId14" Type="http://schemas.openxmlformats.org/officeDocument/2006/relationships/customXml" Target="../ink/ink39.xml"/><Relationship Id="rId35" Type="http://schemas.openxmlformats.org/officeDocument/2006/relationships/image" Target="../media/image51.png"/><Relationship Id="rId56" Type="http://schemas.openxmlformats.org/officeDocument/2006/relationships/customXml" Target="../ink/ink60.xml"/><Relationship Id="rId77" Type="http://schemas.openxmlformats.org/officeDocument/2006/relationships/customXml" Target="../ink/ink71.xml"/><Relationship Id="rId100" Type="http://schemas.openxmlformats.org/officeDocument/2006/relationships/image" Target="../media/image81.png"/><Relationship Id="rId8" Type="http://schemas.openxmlformats.org/officeDocument/2006/relationships/customXml" Target="../ink/ink36.xml"/><Relationship Id="rId98" Type="http://schemas.openxmlformats.org/officeDocument/2006/relationships/image" Target="../media/image80.png"/><Relationship Id="rId121" Type="http://schemas.openxmlformats.org/officeDocument/2006/relationships/image" Target="../media/image91.png"/><Relationship Id="rId142" Type="http://schemas.openxmlformats.org/officeDocument/2006/relationships/customXml" Target="../ink/ink105.xml"/><Relationship Id="rId163" Type="http://schemas.openxmlformats.org/officeDocument/2006/relationships/image" Target="../media/image112.png"/><Relationship Id="rId184" Type="http://schemas.openxmlformats.org/officeDocument/2006/relationships/customXml" Target="../ink/ink126.xml"/><Relationship Id="rId219" Type="http://schemas.openxmlformats.org/officeDocument/2006/relationships/image" Target="../media/image140.png"/><Relationship Id="rId230" Type="http://schemas.openxmlformats.org/officeDocument/2006/relationships/customXml" Target="../ink/ink149.xml"/><Relationship Id="rId25" Type="http://schemas.openxmlformats.org/officeDocument/2006/relationships/image" Target="../media/image46.png"/><Relationship Id="rId46" Type="http://schemas.openxmlformats.org/officeDocument/2006/relationships/customXml" Target="../ink/ink55.xml"/><Relationship Id="rId67" Type="http://schemas.openxmlformats.org/officeDocument/2006/relationships/image" Target="../media/image67.png"/><Relationship Id="rId88" Type="http://schemas.openxmlformats.org/officeDocument/2006/relationships/image" Target="../media/image75.png"/><Relationship Id="rId111" Type="http://schemas.openxmlformats.org/officeDocument/2006/relationships/customXml" Target="../ink/ink89.xml"/><Relationship Id="rId132" Type="http://schemas.openxmlformats.org/officeDocument/2006/relationships/customXml" Target="../ink/ink100.xml"/><Relationship Id="rId153" Type="http://schemas.openxmlformats.org/officeDocument/2006/relationships/image" Target="../media/image107.png"/><Relationship Id="rId174" Type="http://schemas.openxmlformats.org/officeDocument/2006/relationships/customXml" Target="../ink/ink121.xml"/><Relationship Id="rId195" Type="http://schemas.openxmlformats.org/officeDocument/2006/relationships/image" Target="../media/image128.png"/><Relationship Id="rId209" Type="http://schemas.openxmlformats.org/officeDocument/2006/relationships/image" Target="../media/image135.png"/><Relationship Id="rId220" Type="http://schemas.openxmlformats.org/officeDocument/2006/relationships/customXml" Target="../ink/ink144.xml"/><Relationship Id="rId241" Type="http://schemas.openxmlformats.org/officeDocument/2006/relationships/image" Target="../media/image151.png"/><Relationship Id="rId15" Type="http://schemas.openxmlformats.org/officeDocument/2006/relationships/image" Target="../media/image41.png"/><Relationship Id="rId36" Type="http://schemas.openxmlformats.org/officeDocument/2006/relationships/customXml" Target="../ink/ink50.xml"/><Relationship Id="rId57" Type="http://schemas.openxmlformats.org/officeDocument/2006/relationships/image" Target="../media/image62.png"/><Relationship Id="rId78" Type="http://schemas.openxmlformats.org/officeDocument/2006/relationships/image" Target="../media/image71.png"/><Relationship Id="rId99" Type="http://schemas.openxmlformats.org/officeDocument/2006/relationships/customXml" Target="../ink/ink83.xml"/><Relationship Id="rId101" Type="http://schemas.openxmlformats.org/officeDocument/2006/relationships/customXml" Target="../ink/ink84.xml"/><Relationship Id="rId122" Type="http://schemas.openxmlformats.org/officeDocument/2006/relationships/customXml" Target="../ink/ink95.xml"/><Relationship Id="rId143" Type="http://schemas.openxmlformats.org/officeDocument/2006/relationships/image" Target="../media/image102.png"/><Relationship Id="rId164" Type="http://schemas.openxmlformats.org/officeDocument/2006/relationships/customXml" Target="../ink/ink116.xml"/><Relationship Id="rId185" Type="http://schemas.openxmlformats.org/officeDocument/2006/relationships/image" Target="../media/image123.png"/><Relationship Id="rId4" Type="http://schemas.openxmlformats.org/officeDocument/2006/relationships/customXml" Target="../ink/ink34.xml"/><Relationship Id="rId9" Type="http://schemas.openxmlformats.org/officeDocument/2006/relationships/image" Target="../media/image38.png"/><Relationship Id="rId180" Type="http://schemas.openxmlformats.org/officeDocument/2006/relationships/customXml" Target="../ink/ink124.xml"/><Relationship Id="rId210" Type="http://schemas.openxmlformats.org/officeDocument/2006/relationships/customXml" Target="../ink/ink139.xml"/><Relationship Id="rId215" Type="http://schemas.openxmlformats.org/officeDocument/2006/relationships/image" Target="../media/image138.png"/><Relationship Id="rId236" Type="http://schemas.openxmlformats.org/officeDocument/2006/relationships/customXml" Target="../ink/ink152.xml"/><Relationship Id="rId26" Type="http://schemas.openxmlformats.org/officeDocument/2006/relationships/customXml" Target="../ink/ink45.xml"/><Relationship Id="rId231" Type="http://schemas.openxmlformats.org/officeDocument/2006/relationships/image" Target="../media/image146.png"/><Relationship Id="rId47" Type="http://schemas.openxmlformats.org/officeDocument/2006/relationships/image" Target="../media/image57.png"/><Relationship Id="rId68" Type="http://schemas.openxmlformats.org/officeDocument/2006/relationships/customXml" Target="../ink/ink66.xml"/><Relationship Id="rId89" Type="http://schemas.openxmlformats.org/officeDocument/2006/relationships/customXml" Target="../ink/ink78.xml"/><Relationship Id="rId112" Type="http://schemas.openxmlformats.org/officeDocument/2006/relationships/image" Target="../media/image87.png"/><Relationship Id="rId133" Type="http://schemas.openxmlformats.org/officeDocument/2006/relationships/image" Target="../media/image97.png"/><Relationship Id="rId154" Type="http://schemas.openxmlformats.org/officeDocument/2006/relationships/customXml" Target="../ink/ink111.xml"/><Relationship Id="rId175" Type="http://schemas.openxmlformats.org/officeDocument/2006/relationships/image" Target="../media/image118.png"/><Relationship Id="rId196" Type="http://schemas.openxmlformats.org/officeDocument/2006/relationships/customXml" Target="../ink/ink132.xml"/><Relationship Id="rId200" Type="http://schemas.openxmlformats.org/officeDocument/2006/relationships/customXml" Target="../ink/ink134.xml"/><Relationship Id="rId16" Type="http://schemas.openxmlformats.org/officeDocument/2006/relationships/customXml" Target="../ink/ink40.xml"/><Relationship Id="rId221" Type="http://schemas.openxmlformats.org/officeDocument/2006/relationships/image" Target="../media/image141.png"/><Relationship Id="rId242" Type="http://schemas.openxmlformats.org/officeDocument/2006/relationships/customXml" Target="../ink/ink155.xml"/><Relationship Id="rId37" Type="http://schemas.openxmlformats.org/officeDocument/2006/relationships/image" Target="../media/image52.png"/><Relationship Id="rId58" Type="http://schemas.openxmlformats.org/officeDocument/2006/relationships/customXml" Target="../ink/ink61.xml"/><Relationship Id="rId79" Type="http://schemas.openxmlformats.org/officeDocument/2006/relationships/customXml" Target="../ink/ink72.xml"/><Relationship Id="rId102" Type="http://schemas.openxmlformats.org/officeDocument/2006/relationships/image" Target="../media/image82.png"/><Relationship Id="rId123" Type="http://schemas.openxmlformats.org/officeDocument/2006/relationships/image" Target="../media/image92.png"/><Relationship Id="rId144" Type="http://schemas.openxmlformats.org/officeDocument/2006/relationships/customXml" Target="../ink/ink106.xml"/><Relationship Id="rId90" Type="http://schemas.openxmlformats.org/officeDocument/2006/relationships/image" Target="../media/image76.png"/><Relationship Id="rId165" Type="http://schemas.openxmlformats.org/officeDocument/2006/relationships/image" Target="../media/image113.png"/><Relationship Id="rId186" Type="http://schemas.openxmlformats.org/officeDocument/2006/relationships/customXml" Target="../ink/ink127.xml"/><Relationship Id="rId211" Type="http://schemas.openxmlformats.org/officeDocument/2006/relationships/image" Target="../media/image136.png"/><Relationship Id="rId232" Type="http://schemas.openxmlformats.org/officeDocument/2006/relationships/customXml" Target="../ink/ink150.xml"/><Relationship Id="rId27" Type="http://schemas.openxmlformats.org/officeDocument/2006/relationships/image" Target="../media/image47.png"/><Relationship Id="rId48" Type="http://schemas.openxmlformats.org/officeDocument/2006/relationships/customXml" Target="../ink/ink56.xml"/><Relationship Id="rId69" Type="http://schemas.openxmlformats.org/officeDocument/2006/relationships/image" Target="../media/image68.png"/><Relationship Id="rId113" Type="http://schemas.openxmlformats.org/officeDocument/2006/relationships/customXml" Target="../ink/ink90.xml"/><Relationship Id="rId134" Type="http://schemas.openxmlformats.org/officeDocument/2006/relationships/customXml" Target="../ink/ink101.xml"/><Relationship Id="rId80" Type="http://schemas.openxmlformats.org/officeDocument/2006/relationships/image" Target="../media/image72.png"/><Relationship Id="rId155" Type="http://schemas.openxmlformats.org/officeDocument/2006/relationships/image" Target="../media/image108.png"/><Relationship Id="rId176" Type="http://schemas.openxmlformats.org/officeDocument/2006/relationships/customXml" Target="../ink/ink122.xml"/><Relationship Id="rId197" Type="http://schemas.openxmlformats.org/officeDocument/2006/relationships/image" Target="../media/image129.png"/><Relationship Id="rId201" Type="http://schemas.openxmlformats.org/officeDocument/2006/relationships/image" Target="../media/image131.png"/><Relationship Id="rId222" Type="http://schemas.openxmlformats.org/officeDocument/2006/relationships/customXml" Target="../ink/ink145.xml"/><Relationship Id="rId243" Type="http://schemas.openxmlformats.org/officeDocument/2006/relationships/image" Target="../media/image152.png"/><Relationship Id="rId17" Type="http://schemas.openxmlformats.org/officeDocument/2006/relationships/image" Target="../media/image42.png"/><Relationship Id="rId38" Type="http://schemas.openxmlformats.org/officeDocument/2006/relationships/customXml" Target="../ink/ink51.xml"/><Relationship Id="rId59" Type="http://schemas.openxmlformats.org/officeDocument/2006/relationships/image" Target="../media/image63.png"/><Relationship Id="rId103" Type="http://schemas.openxmlformats.org/officeDocument/2006/relationships/customXml" Target="../ink/ink85.xml"/><Relationship Id="rId124" Type="http://schemas.openxmlformats.org/officeDocument/2006/relationships/customXml" Target="../ink/ink96.xml"/><Relationship Id="rId70" Type="http://schemas.openxmlformats.org/officeDocument/2006/relationships/customXml" Target="../ink/ink67.xml"/><Relationship Id="rId91" Type="http://schemas.openxmlformats.org/officeDocument/2006/relationships/customXml" Target="../ink/ink79.xml"/><Relationship Id="rId145" Type="http://schemas.openxmlformats.org/officeDocument/2006/relationships/image" Target="../media/image103.png"/><Relationship Id="rId166" Type="http://schemas.openxmlformats.org/officeDocument/2006/relationships/customXml" Target="../ink/ink117.xml"/><Relationship Id="rId187" Type="http://schemas.openxmlformats.org/officeDocument/2006/relationships/image" Target="../media/image124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40.xml"/><Relationship Id="rId233" Type="http://schemas.openxmlformats.org/officeDocument/2006/relationships/image" Target="../media/image147.png"/><Relationship Id="rId28" Type="http://schemas.openxmlformats.org/officeDocument/2006/relationships/customXml" Target="../ink/ink46.xml"/><Relationship Id="rId49" Type="http://schemas.openxmlformats.org/officeDocument/2006/relationships/image" Target="../media/image58.png"/><Relationship Id="rId114" Type="http://schemas.openxmlformats.org/officeDocument/2006/relationships/image" Target="../media/image88.png"/><Relationship Id="rId60" Type="http://schemas.openxmlformats.org/officeDocument/2006/relationships/customXml" Target="../ink/ink62.xml"/><Relationship Id="rId81" Type="http://schemas.openxmlformats.org/officeDocument/2006/relationships/customXml" Target="../ink/ink73.xml"/><Relationship Id="rId135" Type="http://schemas.openxmlformats.org/officeDocument/2006/relationships/image" Target="../media/image98.png"/><Relationship Id="rId156" Type="http://schemas.openxmlformats.org/officeDocument/2006/relationships/customXml" Target="../ink/ink112.xml"/><Relationship Id="rId177" Type="http://schemas.openxmlformats.org/officeDocument/2006/relationships/image" Target="../media/image119.png"/><Relationship Id="rId198" Type="http://schemas.openxmlformats.org/officeDocument/2006/relationships/customXml" Target="../ink/ink133.xml"/><Relationship Id="rId202" Type="http://schemas.openxmlformats.org/officeDocument/2006/relationships/customXml" Target="../ink/ink135.xml"/><Relationship Id="rId223" Type="http://schemas.openxmlformats.org/officeDocument/2006/relationships/image" Target="../media/image142.png"/><Relationship Id="rId244" Type="http://schemas.openxmlformats.org/officeDocument/2006/relationships/customXml" Target="../ink/ink156.xml"/><Relationship Id="rId18" Type="http://schemas.openxmlformats.org/officeDocument/2006/relationships/customXml" Target="../ink/ink41.xml"/><Relationship Id="rId39" Type="http://schemas.openxmlformats.org/officeDocument/2006/relationships/image" Target="../media/image53.png"/><Relationship Id="rId50" Type="http://schemas.openxmlformats.org/officeDocument/2006/relationships/customXml" Target="../ink/ink57.xml"/><Relationship Id="rId104" Type="http://schemas.openxmlformats.org/officeDocument/2006/relationships/image" Target="../media/image83.png"/><Relationship Id="rId125" Type="http://schemas.openxmlformats.org/officeDocument/2006/relationships/image" Target="../media/image93.png"/><Relationship Id="rId146" Type="http://schemas.openxmlformats.org/officeDocument/2006/relationships/customXml" Target="../ink/ink107.xml"/><Relationship Id="rId167" Type="http://schemas.openxmlformats.org/officeDocument/2006/relationships/image" Target="../media/image114.png"/><Relationship Id="rId188" Type="http://schemas.openxmlformats.org/officeDocument/2006/relationships/customXml" Target="../ink/ink128.xml"/><Relationship Id="rId71" Type="http://schemas.openxmlformats.org/officeDocument/2006/relationships/image" Target="../media/image69.png"/><Relationship Id="rId92" Type="http://schemas.openxmlformats.org/officeDocument/2006/relationships/image" Target="../media/image77.png"/><Relationship Id="rId213" Type="http://schemas.openxmlformats.org/officeDocument/2006/relationships/image" Target="../media/image137.png"/><Relationship Id="rId234" Type="http://schemas.openxmlformats.org/officeDocument/2006/relationships/customXml" Target="../ink/ink151.xml"/><Relationship Id="rId2" Type="http://schemas.openxmlformats.org/officeDocument/2006/relationships/customXml" Target="../ink/ink33.xml"/><Relationship Id="rId29" Type="http://schemas.openxmlformats.org/officeDocument/2006/relationships/image" Target="../media/image48.png"/><Relationship Id="rId40" Type="http://schemas.openxmlformats.org/officeDocument/2006/relationships/customXml" Target="../ink/ink52.xml"/><Relationship Id="rId115" Type="http://schemas.openxmlformats.org/officeDocument/2006/relationships/customXml" Target="../ink/ink91.xml"/><Relationship Id="rId136" Type="http://schemas.openxmlformats.org/officeDocument/2006/relationships/customXml" Target="../ink/ink102.xml"/><Relationship Id="rId157" Type="http://schemas.openxmlformats.org/officeDocument/2006/relationships/image" Target="../media/image109.png"/><Relationship Id="rId178" Type="http://schemas.openxmlformats.org/officeDocument/2006/relationships/customXml" Target="../ink/ink123.xml"/><Relationship Id="rId61" Type="http://schemas.openxmlformats.org/officeDocument/2006/relationships/image" Target="../media/image64.png"/><Relationship Id="rId82" Type="http://schemas.openxmlformats.org/officeDocument/2006/relationships/customXml" Target="../ink/ink74.xml"/><Relationship Id="rId199" Type="http://schemas.openxmlformats.org/officeDocument/2006/relationships/image" Target="../media/image130.png"/><Relationship Id="rId203" Type="http://schemas.openxmlformats.org/officeDocument/2006/relationships/image" Target="../media/image132.png"/><Relationship Id="rId19" Type="http://schemas.openxmlformats.org/officeDocument/2006/relationships/image" Target="../media/image43.png"/><Relationship Id="rId224" Type="http://schemas.openxmlformats.org/officeDocument/2006/relationships/customXml" Target="../ink/ink146.xml"/><Relationship Id="rId245" Type="http://schemas.openxmlformats.org/officeDocument/2006/relationships/image" Target="../media/image153.png"/><Relationship Id="rId30" Type="http://schemas.openxmlformats.org/officeDocument/2006/relationships/customXml" Target="../ink/ink47.xml"/><Relationship Id="rId105" Type="http://schemas.openxmlformats.org/officeDocument/2006/relationships/customXml" Target="../ink/ink86.xml"/><Relationship Id="rId126" Type="http://schemas.openxmlformats.org/officeDocument/2006/relationships/customXml" Target="../ink/ink97.xml"/><Relationship Id="rId147" Type="http://schemas.openxmlformats.org/officeDocument/2006/relationships/image" Target="../media/image104.png"/><Relationship Id="rId168" Type="http://schemas.openxmlformats.org/officeDocument/2006/relationships/customXml" Target="../ink/ink118.xml"/><Relationship Id="rId51" Type="http://schemas.openxmlformats.org/officeDocument/2006/relationships/image" Target="../media/image59.png"/><Relationship Id="rId72" Type="http://schemas.openxmlformats.org/officeDocument/2006/relationships/image" Target="../media/image31.png"/><Relationship Id="rId93" Type="http://schemas.openxmlformats.org/officeDocument/2006/relationships/customXml" Target="../ink/ink80.xml"/><Relationship Id="rId189" Type="http://schemas.openxmlformats.org/officeDocument/2006/relationships/image" Target="../media/image125.png"/><Relationship Id="rId3" Type="http://schemas.openxmlformats.org/officeDocument/2006/relationships/image" Target="../media/image35.png"/><Relationship Id="rId214" Type="http://schemas.openxmlformats.org/officeDocument/2006/relationships/customXml" Target="../ink/ink141.xml"/><Relationship Id="rId235" Type="http://schemas.openxmlformats.org/officeDocument/2006/relationships/image" Target="../media/image148.png"/><Relationship Id="rId116" Type="http://schemas.openxmlformats.org/officeDocument/2006/relationships/image" Target="../media/image89.png"/><Relationship Id="rId137" Type="http://schemas.openxmlformats.org/officeDocument/2006/relationships/image" Target="../media/image99.png"/><Relationship Id="rId158" Type="http://schemas.openxmlformats.org/officeDocument/2006/relationships/customXml" Target="../ink/ink113.xml"/><Relationship Id="rId20" Type="http://schemas.openxmlformats.org/officeDocument/2006/relationships/customXml" Target="../ink/ink42.xml"/><Relationship Id="rId41" Type="http://schemas.openxmlformats.org/officeDocument/2006/relationships/image" Target="../media/image54.png"/><Relationship Id="rId62" Type="http://schemas.openxmlformats.org/officeDocument/2006/relationships/customXml" Target="../ink/ink63.xml"/><Relationship Id="rId83" Type="http://schemas.openxmlformats.org/officeDocument/2006/relationships/image" Target="../media/image73.png"/><Relationship Id="rId179" Type="http://schemas.openxmlformats.org/officeDocument/2006/relationships/image" Target="../media/image120.png"/><Relationship Id="rId190" Type="http://schemas.openxmlformats.org/officeDocument/2006/relationships/customXml" Target="../ink/ink129.xml"/><Relationship Id="rId204" Type="http://schemas.openxmlformats.org/officeDocument/2006/relationships/customXml" Target="../ink/ink136.xml"/><Relationship Id="rId225" Type="http://schemas.openxmlformats.org/officeDocument/2006/relationships/image" Target="../media/image143.png"/><Relationship Id="rId246" Type="http://schemas.openxmlformats.org/officeDocument/2006/relationships/customXml" Target="../ink/ink157.xml"/><Relationship Id="rId106" Type="http://schemas.openxmlformats.org/officeDocument/2006/relationships/image" Target="../media/image84.png"/><Relationship Id="rId127" Type="http://schemas.openxmlformats.org/officeDocument/2006/relationships/image" Target="../media/image94.png"/><Relationship Id="rId10" Type="http://schemas.openxmlformats.org/officeDocument/2006/relationships/customXml" Target="../ink/ink37.xml"/><Relationship Id="rId31" Type="http://schemas.openxmlformats.org/officeDocument/2006/relationships/image" Target="../media/image49.png"/><Relationship Id="rId52" Type="http://schemas.openxmlformats.org/officeDocument/2006/relationships/customXml" Target="../ink/ink58.xml"/><Relationship Id="rId73" Type="http://schemas.openxmlformats.org/officeDocument/2006/relationships/customXml" Target="../ink/ink68.xml"/><Relationship Id="rId94" Type="http://schemas.openxmlformats.org/officeDocument/2006/relationships/image" Target="../media/image78.png"/><Relationship Id="rId148" Type="http://schemas.openxmlformats.org/officeDocument/2006/relationships/customXml" Target="../ink/ink108.xml"/><Relationship Id="rId169" Type="http://schemas.openxmlformats.org/officeDocument/2006/relationships/image" Target="../media/image115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16.xml"/><Relationship Id="rId299" Type="http://schemas.openxmlformats.org/officeDocument/2006/relationships/customXml" Target="../ink/ink307.xml"/><Relationship Id="rId21" Type="http://schemas.openxmlformats.org/officeDocument/2006/relationships/customXml" Target="../ink/ink168.xml"/><Relationship Id="rId63" Type="http://schemas.openxmlformats.org/officeDocument/2006/relationships/customXml" Target="../ink/ink189.xml"/><Relationship Id="rId159" Type="http://schemas.openxmlformats.org/officeDocument/2006/relationships/customXml" Target="../ink/ink237.xml"/><Relationship Id="rId324" Type="http://schemas.openxmlformats.org/officeDocument/2006/relationships/image" Target="../media/image315.png"/><Relationship Id="rId170" Type="http://schemas.openxmlformats.org/officeDocument/2006/relationships/image" Target="../media/image238.png"/><Relationship Id="rId226" Type="http://schemas.openxmlformats.org/officeDocument/2006/relationships/image" Target="../media/image266.png"/><Relationship Id="rId268" Type="http://schemas.openxmlformats.org/officeDocument/2006/relationships/image" Target="../media/image287.png"/><Relationship Id="rId32" Type="http://schemas.openxmlformats.org/officeDocument/2006/relationships/image" Target="../media/image170.png"/><Relationship Id="rId74" Type="http://schemas.openxmlformats.org/officeDocument/2006/relationships/image" Target="../media/image191.png"/><Relationship Id="rId128" Type="http://schemas.openxmlformats.org/officeDocument/2006/relationships/image" Target="../media/image217.png"/><Relationship Id="rId335" Type="http://schemas.openxmlformats.org/officeDocument/2006/relationships/customXml" Target="../ink/ink325.xml"/><Relationship Id="rId5" Type="http://schemas.openxmlformats.org/officeDocument/2006/relationships/image" Target="../media/image157.png"/><Relationship Id="rId181" Type="http://schemas.openxmlformats.org/officeDocument/2006/relationships/customXml" Target="../ink/ink248.xml"/><Relationship Id="rId237" Type="http://schemas.openxmlformats.org/officeDocument/2006/relationships/customXml" Target="../ink/ink276.xml"/><Relationship Id="rId279" Type="http://schemas.openxmlformats.org/officeDocument/2006/relationships/customXml" Target="../ink/ink297.xml"/><Relationship Id="rId43" Type="http://schemas.openxmlformats.org/officeDocument/2006/relationships/customXml" Target="../ink/ink179.xml"/><Relationship Id="rId139" Type="http://schemas.openxmlformats.org/officeDocument/2006/relationships/customXml" Target="../ink/ink227.xml"/><Relationship Id="rId290" Type="http://schemas.openxmlformats.org/officeDocument/2006/relationships/image" Target="../media/image298.png"/><Relationship Id="rId304" Type="http://schemas.openxmlformats.org/officeDocument/2006/relationships/image" Target="../media/image305.png"/><Relationship Id="rId346" Type="http://schemas.openxmlformats.org/officeDocument/2006/relationships/image" Target="../media/image326.png"/><Relationship Id="rId85" Type="http://schemas.openxmlformats.org/officeDocument/2006/relationships/customXml" Target="../ink/ink200.xml"/><Relationship Id="rId150" Type="http://schemas.openxmlformats.org/officeDocument/2006/relationships/image" Target="../media/image228.png"/><Relationship Id="rId192" Type="http://schemas.openxmlformats.org/officeDocument/2006/relationships/image" Target="../media/image249.png"/><Relationship Id="rId206" Type="http://schemas.openxmlformats.org/officeDocument/2006/relationships/image" Target="../media/image256.png"/><Relationship Id="rId248" Type="http://schemas.openxmlformats.org/officeDocument/2006/relationships/image" Target="../media/image277.png"/><Relationship Id="rId12" Type="http://schemas.openxmlformats.org/officeDocument/2006/relationships/customXml" Target="../ink/ink164.xml"/><Relationship Id="rId108" Type="http://schemas.openxmlformats.org/officeDocument/2006/relationships/image" Target="../media/image207.png"/><Relationship Id="rId315" Type="http://schemas.openxmlformats.org/officeDocument/2006/relationships/customXml" Target="../ink/ink315.xml"/><Relationship Id="rId357" Type="http://schemas.openxmlformats.org/officeDocument/2006/relationships/customXml" Target="../ink/ink336.xml"/><Relationship Id="rId54" Type="http://schemas.openxmlformats.org/officeDocument/2006/relationships/image" Target="../media/image181.png"/><Relationship Id="rId96" Type="http://schemas.openxmlformats.org/officeDocument/2006/relationships/image" Target="../media/image201.png"/><Relationship Id="rId161" Type="http://schemas.openxmlformats.org/officeDocument/2006/relationships/customXml" Target="../ink/ink238.xml"/><Relationship Id="rId217" Type="http://schemas.openxmlformats.org/officeDocument/2006/relationships/customXml" Target="../ink/ink266.xml"/><Relationship Id="rId259" Type="http://schemas.openxmlformats.org/officeDocument/2006/relationships/customXml" Target="../ink/ink287.xml"/><Relationship Id="rId23" Type="http://schemas.openxmlformats.org/officeDocument/2006/relationships/customXml" Target="../ink/ink169.xml"/><Relationship Id="rId119" Type="http://schemas.openxmlformats.org/officeDocument/2006/relationships/customXml" Target="../ink/ink217.xml"/><Relationship Id="rId270" Type="http://schemas.openxmlformats.org/officeDocument/2006/relationships/image" Target="../media/image288.png"/><Relationship Id="rId326" Type="http://schemas.openxmlformats.org/officeDocument/2006/relationships/image" Target="../media/image316.png"/><Relationship Id="rId65" Type="http://schemas.openxmlformats.org/officeDocument/2006/relationships/customXml" Target="../ink/ink190.xml"/><Relationship Id="rId130" Type="http://schemas.openxmlformats.org/officeDocument/2006/relationships/image" Target="../media/image218.png"/><Relationship Id="rId172" Type="http://schemas.openxmlformats.org/officeDocument/2006/relationships/image" Target="../media/image239.png"/><Relationship Id="rId228" Type="http://schemas.openxmlformats.org/officeDocument/2006/relationships/image" Target="../media/image267.png"/><Relationship Id="rId281" Type="http://schemas.openxmlformats.org/officeDocument/2006/relationships/customXml" Target="../ink/ink298.xml"/><Relationship Id="rId337" Type="http://schemas.openxmlformats.org/officeDocument/2006/relationships/customXml" Target="../ink/ink326.xml"/><Relationship Id="rId34" Type="http://schemas.openxmlformats.org/officeDocument/2006/relationships/image" Target="../media/image171.png"/><Relationship Id="rId76" Type="http://schemas.openxmlformats.org/officeDocument/2006/relationships/image" Target="../media/image192.png"/><Relationship Id="rId141" Type="http://schemas.openxmlformats.org/officeDocument/2006/relationships/customXml" Target="../ink/ink228.xml"/><Relationship Id="rId7" Type="http://schemas.openxmlformats.org/officeDocument/2006/relationships/image" Target="../media/image158.png"/><Relationship Id="rId183" Type="http://schemas.openxmlformats.org/officeDocument/2006/relationships/customXml" Target="../ink/ink249.xml"/><Relationship Id="rId239" Type="http://schemas.openxmlformats.org/officeDocument/2006/relationships/customXml" Target="../ink/ink277.xml"/><Relationship Id="rId250" Type="http://schemas.openxmlformats.org/officeDocument/2006/relationships/image" Target="../media/image278.png"/><Relationship Id="rId292" Type="http://schemas.openxmlformats.org/officeDocument/2006/relationships/image" Target="../media/image299.png"/><Relationship Id="rId306" Type="http://schemas.openxmlformats.org/officeDocument/2006/relationships/image" Target="../media/image306.png"/><Relationship Id="rId45" Type="http://schemas.openxmlformats.org/officeDocument/2006/relationships/customXml" Target="../ink/ink180.xml"/><Relationship Id="rId87" Type="http://schemas.openxmlformats.org/officeDocument/2006/relationships/customXml" Target="../ink/ink201.xml"/><Relationship Id="rId110" Type="http://schemas.openxmlformats.org/officeDocument/2006/relationships/image" Target="../media/image208.png"/><Relationship Id="rId348" Type="http://schemas.openxmlformats.org/officeDocument/2006/relationships/image" Target="../media/image327.png"/><Relationship Id="rId152" Type="http://schemas.openxmlformats.org/officeDocument/2006/relationships/image" Target="../media/image229.png"/><Relationship Id="rId194" Type="http://schemas.openxmlformats.org/officeDocument/2006/relationships/image" Target="../media/image250.png"/><Relationship Id="rId208" Type="http://schemas.openxmlformats.org/officeDocument/2006/relationships/image" Target="../media/image257.png"/><Relationship Id="rId261" Type="http://schemas.openxmlformats.org/officeDocument/2006/relationships/customXml" Target="../ink/ink288.xml"/><Relationship Id="rId14" Type="http://schemas.openxmlformats.org/officeDocument/2006/relationships/customXml" Target="../ink/ink165.xml"/><Relationship Id="rId56" Type="http://schemas.openxmlformats.org/officeDocument/2006/relationships/image" Target="../media/image182.png"/><Relationship Id="rId317" Type="http://schemas.openxmlformats.org/officeDocument/2006/relationships/customXml" Target="../ink/ink316.xml"/><Relationship Id="rId359" Type="http://schemas.openxmlformats.org/officeDocument/2006/relationships/customXml" Target="../ink/ink337.xml"/><Relationship Id="rId98" Type="http://schemas.openxmlformats.org/officeDocument/2006/relationships/image" Target="../media/image202.png"/><Relationship Id="rId121" Type="http://schemas.openxmlformats.org/officeDocument/2006/relationships/customXml" Target="../ink/ink218.xml"/><Relationship Id="rId163" Type="http://schemas.openxmlformats.org/officeDocument/2006/relationships/customXml" Target="../ink/ink239.xml"/><Relationship Id="rId219" Type="http://schemas.openxmlformats.org/officeDocument/2006/relationships/customXml" Target="../ink/ink267.xml"/><Relationship Id="rId230" Type="http://schemas.openxmlformats.org/officeDocument/2006/relationships/image" Target="../media/image268.png"/><Relationship Id="rId25" Type="http://schemas.openxmlformats.org/officeDocument/2006/relationships/customXml" Target="../ink/ink170.xml"/><Relationship Id="rId67" Type="http://schemas.openxmlformats.org/officeDocument/2006/relationships/customXml" Target="../ink/ink191.xml"/><Relationship Id="rId272" Type="http://schemas.openxmlformats.org/officeDocument/2006/relationships/image" Target="../media/image289.png"/><Relationship Id="rId328" Type="http://schemas.openxmlformats.org/officeDocument/2006/relationships/image" Target="../media/image317.png"/><Relationship Id="rId88" Type="http://schemas.openxmlformats.org/officeDocument/2006/relationships/image" Target="../media/image197.png"/><Relationship Id="rId111" Type="http://schemas.openxmlformats.org/officeDocument/2006/relationships/customXml" Target="../ink/ink213.xml"/><Relationship Id="rId132" Type="http://schemas.openxmlformats.org/officeDocument/2006/relationships/image" Target="../media/image219.png"/><Relationship Id="rId153" Type="http://schemas.openxmlformats.org/officeDocument/2006/relationships/customXml" Target="../ink/ink234.xml"/><Relationship Id="rId174" Type="http://schemas.openxmlformats.org/officeDocument/2006/relationships/image" Target="../media/image240.png"/><Relationship Id="rId195" Type="http://schemas.openxmlformats.org/officeDocument/2006/relationships/customXml" Target="../ink/ink255.xml"/><Relationship Id="rId209" Type="http://schemas.openxmlformats.org/officeDocument/2006/relationships/customXml" Target="../ink/ink262.xml"/><Relationship Id="rId360" Type="http://schemas.openxmlformats.org/officeDocument/2006/relationships/image" Target="../media/image333.png"/><Relationship Id="rId220" Type="http://schemas.openxmlformats.org/officeDocument/2006/relationships/image" Target="../media/image263.png"/><Relationship Id="rId241" Type="http://schemas.openxmlformats.org/officeDocument/2006/relationships/customXml" Target="../ink/ink278.xml"/><Relationship Id="rId15" Type="http://schemas.openxmlformats.org/officeDocument/2006/relationships/image" Target="../media/image162.png"/><Relationship Id="rId36" Type="http://schemas.openxmlformats.org/officeDocument/2006/relationships/image" Target="../media/image172.png"/><Relationship Id="rId57" Type="http://schemas.openxmlformats.org/officeDocument/2006/relationships/customXml" Target="../ink/ink186.xml"/><Relationship Id="rId262" Type="http://schemas.openxmlformats.org/officeDocument/2006/relationships/image" Target="../media/image284.png"/><Relationship Id="rId283" Type="http://schemas.openxmlformats.org/officeDocument/2006/relationships/customXml" Target="../ink/ink299.xml"/><Relationship Id="rId318" Type="http://schemas.openxmlformats.org/officeDocument/2006/relationships/image" Target="../media/image312.png"/><Relationship Id="rId339" Type="http://schemas.openxmlformats.org/officeDocument/2006/relationships/customXml" Target="../ink/ink327.xml"/><Relationship Id="rId78" Type="http://schemas.openxmlformats.org/officeDocument/2006/relationships/image" Target="../media/image193.png"/><Relationship Id="rId99" Type="http://schemas.openxmlformats.org/officeDocument/2006/relationships/customXml" Target="../ink/ink207.xml"/><Relationship Id="rId101" Type="http://schemas.openxmlformats.org/officeDocument/2006/relationships/customXml" Target="../ink/ink208.xml"/><Relationship Id="rId122" Type="http://schemas.openxmlformats.org/officeDocument/2006/relationships/image" Target="../media/image214.png"/><Relationship Id="rId143" Type="http://schemas.openxmlformats.org/officeDocument/2006/relationships/customXml" Target="../ink/ink229.xml"/><Relationship Id="rId164" Type="http://schemas.openxmlformats.org/officeDocument/2006/relationships/image" Target="../media/image235.png"/><Relationship Id="rId185" Type="http://schemas.openxmlformats.org/officeDocument/2006/relationships/customXml" Target="../ink/ink250.xml"/><Relationship Id="rId350" Type="http://schemas.openxmlformats.org/officeDocument/2006/relationships/image" Target="../media/image328.png"/><Relationship Id="rId9" Type="http://schemas.openxmlformats.org/officeDocument/2006/relationships/image" Target="../media/image159.png"/><Relationship Id="rId210" Type="http://schemas.openxmlformats.org/officeDocument/2006/relationships/image" Target="../media/image258.png"/><Relationship Id="rId26" Type="http://schemas.openxmlformats.org/officeDocument/2006/relationships/image" Target="../media/image167.png"/><Relationship Id="rId231" Type="http://schemas.openxmlformats.org/officeDocument/2006/relationships/customXml" Target="../ink/ink273.xml"/><Relationship Id="rId252" Type="http://schemas.openxmlformats.org/officeDocument/2006/relationships/image" Target="../media/image279.png"/><Relationship Id="rId273" Type="http://schemas.openxmlformats.org/officeDocument/2006/relationships/customXml" Target="../ink/ink294.xml"/><Relationship Id="rId294" Type="http://schemas.openxmlformats.org/officeDocument/2006/relationships/image" Target="../media/image300.png"/><Relationship Id="rId308" Type="http://schemas.openxmlformats.org/officeDocument/2006/relationships/image" Target="../media/image307.png"/><Relationship Id="rId329" Type="http://schemas.openxmlformats.org/officeDocument/2006/relationships/customXml" Target="../ink/ink322.xml"/><Relationship Id="rId47" Type="http://schemas.openxmlformats.org/officeDocument/2006/relationships/customXml" Target="../ink/ink181.xml"/><Relationship Id="rId68" Type="http://schemas.openxmlformats.org/officeDocument/2006/relationships/image" Target="../media/image188.png"/><Relationship Id="rId89" Type="http://schemas.openxmlformats.org/officeDocument/2006/relationships/customXml" Target="../ink/ink202.xml"/><Relationship Id="rId112" Type="http://schemas.openxmlformats.org/officeDocument/2006/relationships/image" Target="../media/image209.png"/><Relationship Id="rId133" Type="http://schemas.openxmlformats.org/officeDocument/2006/relationships/customXml" Target="../ink/ink224.xml"/><Relationship Id="rId154" Type="http://schemas.openxmlformats.org/officeDocument/2006/relationships/image" Target="../media/image230.png"/><Relationship Id="rId175" Type="http://schemas.openxmlformats.org/officeDocument/2006/relationships/customXml" Target="../ink/ink245.xml"/><Relationship Id="rId340" Type="http://schemas.openxmlformats.org/officeDocument/2006/relationships/image" Target="../media/image323.png"/><Relationship Id="rId361" Type="http://schemas.openxmlformats.org/officeDocument/2006/relationships/customXml" Target="../ink/ink338.xml"/><Relationship Id="rId196" Type="http://schemas.openxmlformats.org/officeDocument/2006/relationships/image" Target="../media/image251.png"/><Relationship Id="rId200" Type="http://schemas.openxmlformats.org/officeDocument/2006/relationships/image" Target="../media/image253.png"/><Relationship Id="rId16" Type="http://schemas.openxmlformats.org/officeDocument/2006/relationships/customXml" Target="../ink/ink166.xml"/><Relationship Id="rId221" Type="http://schemas.openxmlformats.org/officeDocument/2006/relationships/customXml" Target="../ink/ink268.xml"/><Relationship Id="rId242" Type="http://schemas.openxmlformats.org/officeDocument/2006/relationships/image" Target="../media/image274.png"/><Relationship Id="rId263" Type="http://schemas.openxmlformats.org/officeDocument/2006/relationships/customXml" Target="../ink/ink289.xml"/><Relationship Id="rId284" Type="http://schemas.openxmlformats.org/officeDocument/2006/relationships/image" Target="../media/image295.png"/><Relationship Id="rId319" Type="http://schemas.openxmlformats.org/officeDocument/2006/relationships/customXml" Target="../ink/ink317.xml"/><Relationship Id="rId37" Type="http://schemas.openxmlformats.org/officeDocument/2006/relationships/customXml" Target="../ink/ink176.xml"/><Relationship Id="rId58" Type="http://schemas.openxmlformats.org/officeDocument/2006/relationships/image" Target="../media/image183.png"/><Relationship Id="rId79" Type="http://schemas.openxmlformats.org/officeDocument/2006/relationships/customXml" Target="../ink/ink197.xml"/><Relationship Id="rId102" Type="http://schemas.openxmlformats.org/officeDocument/2006/relationships/image" Target="../media/image204.png"/><Relationship Id="rId123" Type="http://schemas.openxmlformats.org/officeDocument/2006/relationships/customXml" Target="../ink/ink219.xml"/><Relationship Id="rId144" Type="http://schemas.openxmlformats.org/officeDocument/2006/relationships/image" Target="../media/image225.png"/><Relationship Id="rId330" Type="http://schemas.openxmlformats.org/officeDocument/2006/relationships/image" Target="../media/image318.png"/><Relationship Id="rId90" Type="http://schemas.openxmlformats.org/officeDocument/2006/relationships/image" Target="../media/image198.png"/><Relationship Id="rId165" Type="http://schemas.openxmlformats.org/officeDocument/2006/relationships/customXml" Target="../ink/ink240.xml"/><Relationship Id="rId186" Type="http://schemas.openxmlformats.org/officeDocument/2006/relationships/image" Target="../media/image246.png"/><Relationship Id="rId351" Type="http://schemas.openxmlformats.org/officeDocument/2006/relationships/customXml" Target="../ink/ink333.xml"/><Relationship Id="rId211" Type="http://schemas.openxmlformats.org/officeDocument/2006/relationships/customXml" Target="../ink/ink263.xml"/><Relationship Id="rId232" Type="http://schemas.openxmlformats.org/officeDocument/2006/relationships/image" Target="../media/image269.png"/><Relationship Id="rId253" Type="http://schemas.openxmlformats.org/officeDocument/2006/relationships/customXml" Target="../ink/ink284.xml"/><Relationship Id="rId274" Type="http://schemas.openxmlformats.org/officeDocument/2006/relationships/image" Target="../media/image290.png"/><Relationship Id="rId295" Type="http://schemas.openxmlformats.org/officeDocument/2006/relationships/customXml" Target="../ink/ink305.xml"/><Relationship Id="rId309" Type="http://schemas.openxmlformats.org/officeDocument/2006/relationships/customXml" Target="../ink/ink312.xml"/><Relationship Id="rId27" Type="http://schemas.openxmlformats.org/officeDocument/2006/relationships/customXml" Target="../ink/ink171.xml"/><Relationship Id="rId48" Type="http://schemas.openxmlformats.org/officeDocument/2006/relationships/image" Target="../media/image178.png"/><Relationship Id="rId69" Type="http://schemas.openxmlformats.org/officeDocument/2006/relationships/customXml" Target="../ink/ink192.xml"/><Relationship Id="rId113" Type="http://schemas.openxmlformats.org/officeDocument/2006/relationships/customXml" Target="../ink/ink214.xml"/><Relationship Id="rId134" Type="http://schemas.openxmlformats.org/officeDocument/2006/relationships/image" Target="../media/image220.png"/><Relationship Id="rId320" Type="http://schemas.openxmlformats.org/officeDocument/2006/relationships/image" Target="../media/image313.png"/><Relationship Id="rId80" Type="http://schemas.openxmlformats.org/officeDocument/2006/relationships/image" Target="../media/image194.png"/><Relationship Id="rId155" Type="http://schemas.openxmlformats.org/officeDocument/2006/relationships/customXml" Target="../ink/ink235.xml"/><Relationship Id="rId176" Type="http://schemas.openxmlformats.org/officeDocument/2006/relationships/image" Target="../media/image241.png"/><Relationship Id="rId197" Type="http://schemas.openxmlformats.org/officeDocument/2006/relationships/customXml" Target="../ink/ink256.xml"/><Relationship Id="rId341" Type="http://schemas.openxmlformats.org/officeDocument/2006/relationships/customXml" Target="../ink/ink328.xml"/><Relationship Id="rId362" Type="http://schemas.openxmlformats.org/officeDocument/2006/relationships/image" Target="../media/image334.png"/><Relationship Id="rId201" Type="http://schemas.openxmlformats.org/officeDocument/2006/relationships/customXml" Target="../ink/ink258.xml"/><Relationship Id="rId222" Type="http://schemas.openxmlformats.org/officeDocument/2006/relationships/image" Target="../media/image264.png"/><Relationship Id="rId243" Type="http://schemas.openxmlformats.org/officeDocument/2006/relationships/customXml" Target="../ink/ink279.xml"/><Relationship Id="rId264" Type="http://schemas.openxmlformats.org/officeDocument/2006/relationships/image" Target="../media/image285.png"/><Relationship Id="rId285" Type="http://schemas.openxmlformats.org/officeDocument/2006/relationships/customXml" Target="../ink/ink300.xml"/><Relationship Id="rId17" Type="http://schemas.openxmlformats.org/officeDocument/2006/relationships/image" Target="../media/image163.png"/><Relationship Id="rId38" Type="http://schemas.openxmlformats.org/officeDocument/2006/relationships/image" Target="../media/image173.png"/><Relationship Id="rId59" Type="http://schemas.openxmlformats.org/officeDocument/2006/relationships/customXml" Target="../ink/ink187.xml"/><Relationship Id="rId103" Type="http://schemas.openxmlformats.org/officeDocument/2006/relationships/customXml" Target="../ink/ink209.xml"/><Relationship Id="rId124" Type="http://schemas.openxmlformats.org/officeDocument/2006/relationships/image" Target="../media/image215.png"/><Relationship Id="rId310" Type="http://schemas.openxmlformats.org/officeDocument/2006/relationships/image" Target="../media/image308.png"/><Relationship Id="rId70" Type="http://schemas.openxmlformats.org/officeDocument/2006/relationships/image" Target="../media/image189.png"/><Relationship Id="rId91" Type="http://schemas.openxmlformats.org/officeDocument/2006/relationships/customXml" Target="../ink/ink203.xml"/><Relationship Id="rId145" Type="http://schemas.openxmlformats.org/officeDocument/2006/relationships/customXml" Target="../ink/ink230.xml"/><Relationship Id="rId166" Type="http://schemas.openxmlformats.org/officeDocument/2006/relationships/image" Target="../media/image236.png"/><Relationship Id="rId187" Type="http://schemas.openxmlformats.org/officeDocument/2006/relationships/customXml" Target="../ink/ink251.xml"/><Relationship Id="rId331" Type="http://schemas.openxmlformats.org/officeDocument/2006/relationships/customXml" Target="../ink/ink323.xml"/><Relationship Id="rId352" Type="http://schemas.openxmlformats.org/officeDocument/2006/relationships/image" Target="../media/image329.png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259.png"/><Relationship Id="rId233" Type="http://schemas.openxmlformats.org/officeDocument/2006/relationships/customXml" Target="../ink/ink274.xml"/><Relationship Id="rId254" Type="http://schemas.openxmlformats.org/officeDocument/2006/relationships/image" Target="../media/image280.png"/><Relationship Id="rId28" Type="http://schemas.openxmlformats.org/officeDocument/2006/relationships/image" Target="../media/image168.png"/><Relationship Id="rId49" Type="http://schemas.openxmlformats.org/officeDocument/2006/relationships/customXml" Target="../ink/ink182.xml"/><Relationship Id="rId114" Type="http://schemas.openxmlformats.org/officeDocument/2006/relationships/image" Target="../media/image210.png"/><Relationship Id="rId275" Type="http://schemas.openxmlformats.org/officeDocument/2006/relationships/customXml" Target="../ink/ink295.xml"/><Relationship Id="rId296" Type="http://schemas.openxmlformats.org/officeDocument/2006/relationships/image" Target="../media/image301.png"/><Relationship Id="rId300" Type="http://schemas.openxmlformats.org/officeDocument/2006/relationships/image" Target="../media/image303.png"/><Relationship Id="rId60" Type="http://schemas.openxmlformats.org/officeDocument/2006/relationships/image" Target="../media/image184.png"/><Relationship Id="rId81" Type="http://schemas.openxmlformats.org/officeDocument/2006/relationships/customXml" Target="../ink/ink198.xml"/><Relationship Id="rId135" Type="http://schemas.openxmlformats.org/officeDocument/2006/relationships/customXml" Target="../ink/ink225.xml"/><Relationship Id="rId156" Type="http://schemas.openxmlformats.org/officeDocument/2006/relationships/image" Target="../media/image231.png"/><Relationship Id="rId177" Type="http://schemas.openxmlformats.org/officeDocument/2006/relationships/customXml" Target="../ink/ink246.xml"/><Relationship Id="rId198" Type="http://schemas.openxmlformats.org/officeDocument/2006/relationships/image" Target="../media/image252.png"/><Relationship Id="rId321" Type="http://schemas.openxmlformats.org/officeDocument/2006/relationships/customXml" Target="../ink/ink318.xml"/><Relationship Id="rId342" Type="http://schemas.openxmlformats.org/officeDocument/2006/relationships/image" Target="../media/image324.png"/><Relationship Id="rId363" Type="http://schemas.openxmlformats.org/officeDocument/2006/relationships/customXml" Target="../ink/ink339.xml"/><Relationship Id="rId202" Type="http://schemas.openxmlformats.org/officeDocument/2006/relationships/image" Target="../media/image254.png"/><Relationship Id="rId223" Type="http://schemas.openxmlformats.org/officeDocument/2006/relationships/customXml" Target="../ink/ink269.xml"/><Relationship Id="rId244" Type="http://schemas.openxmlformats.org/officeDocument/2006/relationships/image" Target="../media/image275.png"/><Relationship Id="rId18" Type="http://schemas.openxmlformats.org/officeDocument/2006/relationships/customXml" Target="../ink/ink167.xml"/><Relationship Id="rId39" Type="http://schemas.openxmlformats.org/officeDocument/2006/relationships/customXml" Target="../ink/ink177.xml"/><Relationship Id="rId265" Type="http://schemas.openxmlformats.org/officeDocument/2006/relationships/customXml" Target="../ink/ink290.xml"/><Relationship Id="rId286" Type="http://schemas.openxmlformats.org/officeDocument/2006/relationships/image" Target="../media/image296.png"/><Relationship Id="rId50" Type="http://schemas.openxmlformats.org/officeDocument/2006/relationships/image" Target="../media/image179.png"/><Relationship Id="rId104" Type="http://schemas.openxmlformats.org/officeDocument/2006/relationships/image" Target="../media/image205.png"/><Relationship Id="rId125" Type="http://schemas.openxmlformats.org/officeDocument/2006/relationships/customXml" Target="../ink/ink220.xml"/><Relationship Id="rId146" Type="http://schemas.openxmlformats.org/officeDocument/2006/relationships/image" Target="../media/image226.png"/><Relationship Id="rId167" Type="http://schemas.openxmlformats.org/officeDocument/2006/relationships/customXml" Target="../ink/ink241.xml"/><Relationship Id="rId188" Type="http://schemas.openxmlformats.org/officeDocument/2006/relationships/image" Target="../media/image247.png"/><Relationship Id="rId311" Type="http://schemas.openxmlformats.org/officeDocument/2006/relationships/customXml" Target="../ink/ink313.xml"/><Relationship Id="rId332" Type="http://schemas.openxmlformats.org/officeDocument/2006/relationships/image" Target="../media/image319.png"/><Relationship Id="rId353" Type="http://schemas.openxmlformats.org/officeDocument/2006/relationships/customXml" Target="../ink/ink334.xml"/><Relationship Id="rId71" Type="http://schemas.openxmlformats.org/officeDocument/2006/relationships/customXml" Target="../ink/ink193.xml"/><Relationship Id="rId92" Type="http://schemas.openxmlformats.org/officeDocument/2006/relationships/image" Target="../media/image199.png"/><Relationship Id="rId213" Type="http://schemas.openxmlformats.org/officeDocument/2006/relationships/customXml" Target="../ink/ink264.xml"/><Relationship Id="rId234" Type="http://schemas.openxmlformats.org/officeDocument/2006/relationships/image" Target="../media/image270.png"/><Relationship Id="rId2" Type="http://schemas.openxmlformats.org/officeDocument/2006/relationships/customXml" Target="../ink/ink159.xml"/><Relationship Id="rId29" Type="http://schemas.openxmlformats.org/officeDocument/2006/relationships/customXml" Target="../ink/ink172.xml"/><Relationship Id="rId255" Type="http://schemas.openxmlformats.org/officeDocument/2006/relationships/customXml" Target="../ink/ink285.xml"/><Relationship Id="rId276" Type="http://schemas.openxmlformats.org/officeDocument/2006/relationships/image" Target="../media/image291.png"/><Relationship Id="rId297" Type="http://schemas.openxmlformats.org/officeDocument/2006/relationships/customXml" Target="../ink/ink306.xml"/><Relationship Id="rId40" Type="http://schemas.openxmlformats.org/officeDocument/2006/relationships/image" Target="../media/image174.png"/><Relationship Id="rId115" Type="http://schemas.openxmlformats.org/officeDocument/2006/relationships/customXml" Target="../ink/ink215.xml"/><Relationship Id="rId136" Type="http://schemas.openxmlformats.org/officeDocument/2006/relationships/image" Target="../media/image221.png"/><Relationship Id="rId157" Type="http://schemas.openxmlformats.org/officeDocument/2006/relationships/customXml" Target="../ink/ink236.xml"/><Relationship Id="rId178" Type="http://schemas.openxmlformats.org/officeDocument/2006/relationships/image" Target="../media/image242.png"/><Relationship Id="rId301" Type="http://schemas.openxmlformats.org/officeDocument/2006/relationships/customXml" Target="../ink/ink308.xml"/><Relationship Id="rId322" Type="http://schemas.openxmlformats.org/officeDocument/2006/relationships/image" Target="../media/image314.png"/><Relationship Id="rId343" Type="http://schemas.openxmlformats.org/officeDocument/2006/relationships/customXml" Target="../ink/ink329.xml"/><Relationship Id="rId364" Type="http://schemas.openxmlformats.org/officeDocument/2006/relationships/image" Target="../media/image335.png"/><Relationship Id="rId61" Type="http://schemas.openxmlformats.org/officeDocument/2006/relationships/customXml" Target="../ink/ink188.xml"/><Relationship Id="rId82" Type="http://schemas.openxmlformats.org/officeDocument/2006/relationships/image" Target="../media/image195.png"/><Relationship Id="rId199" Type="http://schemas.openxmlformats.org/officeDocument/2006/relationships/customXml" Target="../ink/ink257.xml"/><Relationship Id="rId203" Type="http://schemas.openxmlformats.org/officeDocument/2006/relationships/customXml" Target="../ink/ink259.xml"/><Relationship Id="rId19" Type="http://schemas.openxmlformats.org/officeDocument/2006/relationships/image" Target="../media/image164.png"/><Relationship Id="rId224" Type="http://schemas.openxmlformats.org/officeDocument/2006/relationships/image" Target="../media/image265.png"/><Relationship Id="rId245" Type="http://schemas.openxmlformats.org/officeDocument/2006/relationships/customXml" Target="../ink/ink280.xml"/><Relationship Id="rId266" Type="http://schemas.openxmlformats.org/officeDocument/2006/relationships/image" Target="../media/image286.png"/><Relationship Id="rId287" Type="http://schemas.openxmlformats.org/officeDocument/2006/relationships/customXml" Target="../ink/ink301.xml"/><Relationship Id="rId30" Type="http://schemas.openxmlformats.org/officeDocument/2006/relationships/image" Target="../media/image169.png"/><Relationship Id="rId105" Type="http://schemas.openxmlformats.org/officeDocument/2006/relationships/customXml" Target="../ink/ink210.xml"/><Relationship Id="rId126" Type="http://schemas.openxmlformats.org/officeDocument/2006/relationships/image" Target="../media/image216.png"/><Relationship Id="rId147" Type="http://schemas.openxmlformats.org/officeDocument/2006/relationships/customXml" Target="../ink/ink231.xml"/><Relationship Id="rId168" Type="http://schemas.openxmlformats.org/officeDocument/2006/relationships/image" Target="../media/image237.png"/><Relationship Id="rId312" Type="http://schemas.openxmlformats.org/officeDocument/2006/relationships/image" Target="../media/image309.png"/><Relationship Id="rId333" Type="http://schemas.openxmlformats.org/officeDocument/2006/relationships/customXml" Target="../ink/ink324.xml"/><Relationship Id="rId354" Type="http://schemas.openxmlformats.org/officeDocument/2006/relationships/image" Target="../media/image330.png"/><Relationship Id="rId51" Type="http://schemas.openxmlformats.org/officeDocument/2006/relationships/customXml" Target="../ink/ink183.xml"/><Relationship Id="rId72" Type="http://schemas.openxmlformats.org/officeDocument/2006/relationships/image" Target="../media/image190.png"/><Relationship Id="rId93" Type="http://schemas.openxmlformats.org/officeDocument/2006/relationships/customXml" Target="../ink/ink204.xml"/><Relationship Id="rId189" Type="http://schemas.openxmlformats.org/officeDocument/2006/relationships/customXml" Target="../ink/ink252.xml"/><Relationship Id="rId3" Type="http://schemas.openxmlformats.org/officeDocument/2006/relationships/image" Target="../media/image156.png"/><Relationship Id="rId214" Type="http://schemas.openxmlformats.org/officeDocument/2006/relationships/image" Target="../media/image260.png"/><Relationship Id="rId235" Type="http://schemas.openxmlformats.org/officeDocument/2006/relationships/customXml" Target="../ink/ink275.xml"/><Relationship Id="rId256" Type="http://schemas.openxmlformats.org/officeDocument/2006/relationships/image" Target="../media/image281.png"/><Relationship Id="rId277" Type="http://schemas.openxmlformats.org/officeDocument/2006/relationships/customXml" Target="../ink/ink296.xml"/><Relationship Id="rId298" Type="http://schemas.openxmlformats.org/officeDocument/2006/relationships/image" Target="../media/image302.png"/><Relationship Id="rId116" Type="http://schemas.openxmlformats.org/officeDocument/2006/relationships/image" Target="../media/image211.png"/><Relationship Id="rId137" Type="http://schemas.openxmlformats.org/officeDocument/2006/relationships/customXml" Target="../ink/ink226.xml"/><Relationship Id="rId158" Type="http://schemas.openxmlformats.org/officeDocument/2006/relationships/image" Target="../media/image232.png"/><Relationship Id="rId302" Type="http://schemas.openxmlformats.org/officeDocument/2006/relationships/image" Target="../media/image304.png"/><Relationship Id="rId323" Type="http://schemas.openxmlformats.org/officeDocument/2006/relationships/customXml" Target="../ink/ink319.xml"/><Relationship Id="rId344" Type="http://schemas.openxmlformats.org/officeDocument/2006/relationships/image" Target="../media/image325.png"/><Relationship Id="rId20" Type="http://schemas.openxmlformats.org/officeDocument/2006/relationships/image" Target="../media/image31.png"/><Relationship Id="rId41" Type="http://schemas.openxmlformats.org/officeDocument/2006/relationships/customXml" Target="../ink/ink178.xml"/><Relationship Id="rId62" Type="http://schemas.openxmlformats.org/officeDocument/2006/relationships/image" Target="../media/image185.png"/><Relationship Id="rId83" Type="http://schemas.openxmlformats.org/officeDocument/2006/relationships/customXml" Target="../ink/ink199.xml"/><Relationship Id="rId179" Type="http://schemas.openxmlformats.org/officeDocument/2006/relationships/customXml" Target="../ink/ink247.xml"/><Relationship Id="rId190" Type="http://schemas.openxmlformats.org/officeDocument/2006/relationships/image" Target="../media/image248.png"/><Relationship Id="rId204" Type="http://schemas.openxmlformats.org/officeDocument/2006/relationships/image" Target="../media/image255.png"/><Relationship Id="rId225" Type="http://schemas.openxmlformats.org/officeDocument/2006/relationships/customXml" Target="../ink/ink270.xml"/><Relationship Id="rId246" Type="http://schemas.openxmlformats.org/officeDocument/2006/relationships/image" Target="../media/image276.png"/><Relationship Id="rId267" Type="http://schemas.openxmlformats.org/officeDocument/2006/relationships/customXml" Target="../ink/ink291.xml"/><Relationship Id="rId288" Type="http://schemas.openxmlformats.org/officeDocument/2006/relationships/image" Target="../media/image297.png"/><Relationship Id="rId106" Type="http://schemas.openxmlformats.org/officeDocument/2006/relationships/image" Target="../media/image206.png"/><Relationship Id="rId127" Type="http://schemas.openxmlformats.org/officeDocument/2006/relationships/customXml" Target="../ink/ink221.xml"/><Relationship Id="rId313" Type="http://schemas.openxmlformats.org/officeDocument/2006/relationships/customXml" Target="../ink/ink314.xml"/><Relationship Id="rId10" Type="http://schemas.openxmlformats.org/officeDocument/2006/relationships/customXml" Target="../ink/ink163.xml"/><Relationship Id="rId31" Type="http://schemas.openxmlformats.org/officeDocument/2006/relationships/customXml" Target="../ink/ink173.xml"/><Relationship Id="rId52" Type="http://schemas.openxmlformats.org/officeDocument/2006/relationships/image" Target="../media/image180.png"/><Relationship Id="rId73" Type="http://schemas.openxmlformats.org/officeDocument/2006/relationships/customXml" Target="../ink/ink194.xml"/><Relationship Id="rId94" Type="http://schemas.openxmlformats.org/officeDocument/2006/relationships/image" Target="../media/image200.png"/><Relationship Id="rId148" Type="http://schemas.openxmlformats.org/officeDocument/2006/relationships/image" Target="../media/image227.png"/><Relationship Id="rId169" Type="http://schemas.openxmlformats.org/officeDocument/2006/relationships/customXml" Target="../ink/ink242.xml"/><Relationship Id="rId334" Type="http://schemas.openxmlformats.org/officeDocument/2006/relationships/image" Target="../media/image320.png"/><Relationship Id="rId355" Type="http://schemas.openxmlformats.org/officeDocument/2006/relationships/customXml" Target="../ink/ink335.xml"/><Relationship Id="rId4" Type="http://schemas.openxmlformats.org/officeDocument/2006/relationships/customXml" Target="../ink/ink160.xml"/><Relationship Id="rId180" Type="http://schemas.openxmlformats.org/officeDocument/2006/relationships/image" Target="../media/image243.png"/><Relationship Id="rId215" Type="http://schemas.openxmlformats.org/officeDocument/2006/relationships/customXml" Target="../ink/ink265.xml"/><Relationship Id="rId236" Type="http://schemas.openxmlformats.org/officeDocument/2006/relationships/image" Target="../media/image271.png"/><Relationship Id="rId257" Type="http://schemas.openxmlformats.org/officeDocument/2006/relationships/customXml" Target="../ink/ink286.xml"/><Relationship Id="rId278" Type="http://schemas.openxmlformats.org/officeDocument/2006/relationships/image" Target="../media/image292.png"/><Relationship Id="rId303" Type="http://schemas.openxmlformats.org/officeDocument/2006/relationships/customXml" Target="../ink/ink309.xml"/><Relationship Id="rId42" Type="http://schemas.openxmlformats.org/officeDocument/2006/relationships/image" Target="../media/image175.png"/><Relationship Id="rId84" Type="http://schemas.openxmlformats.org/officeDocument/2006/relationships/image" Target="../media/image196.png"/><Relationship Id="rId138" Type="http://schemas.openxmlformats.org/officeDocument/2006/relationships/image" Target="../media/image222.png"/><Relationship Id="rId345" Type="http://schemas.openxmlformats.org/officeDocument/2006/relationships/customXml" Target="../ink/ink330.xml"/><Relationship Id="rId191" Type="http://schemas.openxmlformats.org/officeDocument/2006/relationships/customXml" Target="../ink/ink253.xml"/><Relationship Id="rId205" Type="http://schemas.openxmlformats.org/officeDocument/2006/relationships/customXml" Target="../ink/ink260.xml"/><Relationship Id="rId247" Type="http://schemas.openxmlformats.org/officeDocument/2006/relationships/customXml" Target="../ink/ink281.xml"/><Relationship Id="rId107" Type="http://schemas.openxmlformats.org/officeDocument/2006/relationships/customXml" Target="../ink/ink211.xml"/><Relationship Id="rId289" Type="http://schemas.openxmlformats.org/officeDocument/2006/relationships/customXml" Target="../ink/ink302.xml"/><Relationship Id="rId11" Type="http://schemas.openxmlformats.org/officeDocument/2006/relationships/image" Target="../media/image160.png"/><Relationship Id="rId53" Type="http://schemas.openxmlformats.org/officeDocument/2006/relationships/customXml" Target="../ink/ink184.xml"/><Relationship Id="rId149" Type="http://schemas.openxmlformats.org/officeDocument/2006/relationships/customXml" Target="../ink/ink232.xml"/><Relationship Id="rId314" Type="http://schemas.openxmlformats.org/officeDocument/2006/relationships/image" Target="../media/image310.png"/><Relationship Id="rId356" Type="http://schemas.openxmlformats.org/officeDocument/2006/relationships/image" Target="../media/image331.png"/><Relationship Id="rId95" Type="http://schemas.openxmlformats.org/officeDocument/2006/relationships/customXml" Target="../ink/ink205.xml"/><Relationship Id="rId160" Type="http://schemas.openxmlformats.org/officeDocument/2006/relationships/image" Target="../media/image233.png"/><Relationship Id="rId216" Type="http://schemas.openxmlformats.org/officeDocument/2006/relationships/image" Target="../media/image261.png"/><Relationship Id="rId258" Type="http://schemas.openxmlformats.org/officeDocument/2006/relationships/image" Target="../media/image282.png"/><Relationship Id="rId22" Type="http://schemas.openxmlformats.org/officeDocument/2006/relationships/image" Target="../media/image165.png"/><Relationship Id="rId64" Type="http://schemas.openxmlformats.org/officeDocument/2006/relationships/image" Target="../media/image186.png"/><Relationship Id="rId118" Type="http://schemas.openxmlformats.org/officeDocument/2006/relationships/image" Target="../media/image212.png"/><Relationship Id="rId325" Type="http://schemas.openxmlformats.org/officeDocument/2006/relationships/customXml" Target="../ink/ink320.xml"/><Relationship Id="rId171" Type="http://schemas.openxmlformats.org/officeDocument/2006/relationships/customXml" Target="../ink/ink243.xml"/><Relationship Id="rId227" Type="http://schemas.openxmlformats.org/officeDocument/2006/relationships/customXml" Target="../ink/ink271.xml"/><Relationship Id="rId269" Type="http://schemas.openxmlformats.org/officeDocument/2006/relationships/customXml" Target="../ink/ink292.xml"/><Relationship Id="rId33" Type="http://schemas.openxmlformats.org/officeDocument/2006/relationships/customXml" Target="../ink/ink174.xml"/><Relationship Id="rId129" Type="http://schemas.openxmlformats.org/officeDocument/2006/relationships/customXml" Target="../ink/ink222.xml"/><Relationship Id="rId280" Type="http://schemas.openxmlformats.org/officeDocument/2006/relationships/image" Target="../media/image293.png"/><Relationship Id="rId336" Type="http://schemas.openxmlformats.org/officeDocument/2006/relationships/image" Target="../media/image321.png"/><Relationship Id="rId75" Type="http://schemas.openxmlformats.org/officeDocument/2006/relationships/customXml" Target="../ink/ink195.xml"/><Relationship Id="rId140" Type="http://schemas.openxmlformats.org/officeDocument/2006/relationships/image" Target="../media/image223.png"/><Relationship Id="rId182" Type="http://schemas.openxmlformats.org/officeDocument/2006/relationships/image" Target="../media/image244.png"/><Relationship Id="rId6" Type="http://schemas.openxmlformats.org/officeDocument/2006/relationships/customXml" Target="../ink/ink161.xml"/><Relationship Id="rId238" Type="http://schemas.openxmlformats.org/officeDocument/2006/relationships/image" Target="../media/image272.png"/><Relationship Id="rId291" Type="http://schemas.openxmlformats.org/officeDocument/2006/relationships/customXml" Target="../ink/ink303.xml"/><Relationship Id="rId305" Type="http://schemas.openxmlformats.org/officeDocument/2006/relationships/customXml" Target="../ink/ink310.xml"/><Relationship Id="rId347" Type="http://schemas.openxmlformats.org/officeDocument/2006/relationships/customXml" Target="../ink/ink331.xml"/><Relationship Id="rId44" Type="http://schemas.openxmlformats.org/officeDocument/2006/relationships/image" Target="../media/image176.png"/><Relationship Id="rId86" Type="http://schemas.openxmlformats.org/officeDocument/2006/relationships/image" Target="../media/image50.png"/><Relationship Id="rId151" Type="http://schemas.openxmlformats.org/officeDocument/2006/relationships/customXml" Target="../ink/ink233.xml"/><Relationship Id="rId193" Type="http://schemas.openxmlformats.org/officeDocument/2006/relationships/customXml" Target="../ink/ink254.xml"/><Relationship Id="rId207" Type="http://schemas.openxmlformats.org/officeDocument/2006/relationships/customXml" Target="../ink/ink261.xml"/><Relationship Id="rId249" Type="http://schemas.openxmlformats.org/officeDocument/2006/relationships/customXml" Target="../ink/ink282.xml"/><Relationship Id="rId13" Type="http://schemas.openxmlformats.org/officeDocument/2006/relationships/image" Target="../media/image161.png"/><Relationship Id="rId109" Type="http://schemas.openxmlformats.org/officeDocument/2006/relationships/customXml" Target="../ink/ink212.xml"/><Relationship Id="rId260" Type="http://schemas.openxmlformats.org/officeDocument/2006/relationships/image" Target="../media/image283.png"/><Relationship Id="rId316" Type="http://schemas.openxmlformats.org/officeDocument/2006/relationships/image" Target="../media/image311.png"/><Relationship Id="rId55" Type="http://schemas.openxmlformats.org/officeDocument/2006/relationships/customXml" Target="../ink/ink185.xml"/><Relationship Id="rId97" Type="http://schemas.openxmlformats.org/officeDocument/2006/relationships/customXml" Target="../ink/ink206.xml"/><Relationship Id="rId120" Type="http://schemas.openxmlformats.org/officeDocument/2006/relationships/image" Target="../media/image213.png"/><Relationship Id="rId358" Type="http://schemas.openxmlformats.org/officeDocument/2006/relationships/image" Target="../media/image332.png"/><Relationship Id="rId162" Type="http://schemas.openxmlformats.org/officeDocument/2006/relationships/image" Target="../media/image234.png"/><Relationship Id="rId218" Type="http://schemas.openxmlformats.org/officeDocument/2006/relationships/image" Target="../media/image262.png"/><Relationship Id="rId271" Type="http://schemas.openxmlformats.org/officeDocument/2006/relationships/customXml" Target="../ink/ink293.xml"/><Relationship Id="rId24" Type="http://schemas.openxmlformats.org/officeDocument/2006/relationships/image" Target="../media/image166.png"/><Relationship Id="rId66" Type="http://schemas.openxmlformats.org/officeDocument/2006/relationships/image" Target="../media/image187.png"/><Relationship Id="rId131" Type="http://schemas.openxmlformats.org/officeDocument/2006/relationships/customXml" Target="../ink/ink223.xml"/><Relationship Id="rId327" Type="http://schemas.openxmlformats.org/officeDocument/2006/relationships/customXml" Target="../ink/ink321.xml"/><Relationship Id="rId173" Type="http://schemas.openxmlformats.org/officeDocument/2006/relationships/customXml" Target="../ink/ink244.xml"/><Relationship Id="rId229" Type="http://schemas.openxmlformats.org/officeDocument/2006/relationships/customXml" Target="../ink/ink272.xml"/><Relationship Id="rId240" Type="http://schemas.openxmlformats.org/officeDocument/2006/relationships/image" Target="../media/image273.png"/><Relationship Id="rId35" Type="http://schemas.openxmlformats.org/officeDocument/2006/relationships/customXml" Target="../ink/ink175.xml"/><Relationship Id="rId77" Type="http://schemas.openxmlformats.org/officeDocument/2006/relationships/customXml" Target="../ink/ink196.xml"/><Relationship Id="rId100" Type="http://schemas.openxmlformats.org/officeDocument/2006/relationships/image" Target="../media/image203.png"/><Relationship Id="rId282" Type="http://schemas.openxmlformats.org/officeDocument/2006/relationships/image" Target="../media/image294.png"/><Relationship Id="rId338" Type="http://schemas.openxmlformats.org/officeDocument/2006/relationships/image" Target="../media/image322.png"/><Relationship Id="rId8" Type="http://schemas.openxmlformats.org/officeDocument/2006/relationships/customXml" Target="../ink/ink162.xml"/><Relationship Id="rId142" Type="http://schemas.openxmlformats.org/officeDocument/2006/relationships/image" Target="../media/image224.png"/><Relationship Id="rId184" Type="http://schemas.openxmlformats.org/officeDocument/2006/relationships/image" Target="../media/image245.png"/><Relationship Id="rId251" Type="http://schemas.openxmlformats.org/officeDocument/2006/relationships/customXml" Target="../ink/ink283.xml"/><Relationship Id="rId46" Type="http://schemas.openxmlformats.org/officeDocument/2006/relationships/image" Target="../media/image177.png"/><Relationship Id="rId293" Type="http://schemas.openxmlformats.org/officeDocument/2006/relationships/customXml" Target="../ink/ink304.xml"/><Relationship Id="rId307" Type="http://schemas.openxmlformats.org/officeDocument/2006/relationships/customXml" Target="../ink/ink311.xml"/><Relationship Id="rId349" Type="http://schemas.openxmlformats.org/officeDocument/2006/relationships/customXml" Target="../ink/ink33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3.png"/><Relationship Id="rId21" Type="http://schemas.openxmlformats.org/officeDocument/2006/relationships/image" Target="../media/image345.png"/><Relationship Id="rId42" Type="http://schemas.openxmlformats.org/officeDocument/2006/relationships/customXml" Target="../ink/ink360.xml"/><Relationship Id="rId47" Type="http://schemas.openxmlformats.org/officeDocument/2006/relationships/image" Target="../media/image358.png"/><Relationship Id="rId63" Type="http://schemas.openxmlformats.org/officeDocument/2006/relationships/image" Target="../media/image366.png"/><Relationship Id="rId68" Type="http://schemas.openxmlformats.org/officeDocument/2006/relationships/customXml" Target="../ink/ink373.xml"/><Relationship Id="rId84" Type="http://schemas.openxmlformats.org/officeDocument/2006/relationships/customXml" Target="../ink/ink381.xml"/><Relationship Id="rId89" Type="http://schemas.openxmlformats.org/officeDocument/2006/relationships/image" Target="../media/image379.png"/><Relationship Id="rId112" Type="http://schemas.openxmlformats.org/officeDocument/2006/relationships/customXml" Target="../ink/ink395.xml"/><Relationship Id="rId16" Type="http://schemas.openxmlformats.org/officeDocument/2006/relationships/customXml" Target="../ink/ink347.xml"/><Relationship Id="rId107" Type="http://schemas.openxmlformats.org/officeDocument/2006/relationships/image" Target="../media/image388.png"/><Relationship Id="rId11" Type="http://schemas.openxmlformats.org/officeDocument/2006/relationships/image" Target="../media/image340.png"/><Relationship Id="rId32" Type="http://schemas.openxmlformats.org/officeDocument/2006/relationships/customXml" Target="../ink/ink355.xml"/><Relationship Id="rId37" Type="http://schemas.openxmlformats.org/officeDocument/2006/relationships/image" Target="../media/image353.png"/><Relationship Id="rId53" Type="http://schemas.openxmlformats.org/officeDocument/2006/relationships/image" Target="../media/image361.png"/><Relationship Id="rId58" Type="http://schemas.openxmlformats.org/officeDocument/2006/relationships/customXml" Target="../ink/ink368.xml"/><Relationship Id="rId74" Type="http://schemas.openxmlformats.org/officeDocument/2006/relationships/customXml" Target="../ink/ink376.xml"/><Relationship Id="rId79" Type="http://schemas.openxmlformats.org/officeDocument/2006/relationships/image" Target="../media/image374.png"/><Relationship Id="rId102" Type="http://schemas.openxmlformats.org/officeDocument/2006/relationships/customXml" Target="../ink/ink390.xml"/><Relationship Id="rId123" Type="http://schemas.openxmlformats.org/officeDocument/2006/relationships/image" Target="../media/image396.png"/><Relationship Id="rId128" Type="http://schemas.openxmlformats.org/officeDocument/2006/relationships/customXml" Target="../ink/ink403.xml"/><Relationship Id="rId5" Type="http://schemas.openxmlformats.org/officeDocument/2006/relationships/image" Target="../media/image337.png"/><Relationship Id="rId90" Type="http://schemas.openxmlformats.org/officeDocument/2006/relationships/customXml" Target="../ink/ink384.xml"/><Relationship Id="rId95" Type="http://schemas.openxmlformats.org/officeDocument/2006/relationships/image" Target="../media/image382.png"/><Relationship Id="rId22" Type="http://schemas.openxmlformats.org/officeDocument/2006/relationships/customXml" Target="../ink/ink350.xml"/><Relationship Id="rId27" Type="http://schemas.openxmlformats.org/officeDocument/2006/relationships/image" Target="../media/image348.png"/><Relationship Id="rId43" Type="http://schemas.openxmlformats.org/officeDocument/2006/relationships/image" Target="../media/image356.png"/><Relationship Id="rId48" Type="http://schemas.openxmlformats.org/officeDocument/2006/relationships/customXml" Target="../ink/ink363.xml"/><Relationship Id="rId64" Type="http://schemas.openxmlformats.org/officeDocument/2006/relationships/customXml" Target="../ink/ink371.xml"/><Relationship Id="rId69" Type="http://schemas.openxmlformats.org/officeDocument/2006/relationships/image" Target="../media/image369.png"/><Relationship Id="rId113" Type="http://schemas.openxmlformats.org/officeDocument/2006/relationships/image" Target="../media/image391.png"/><Relationship Id="rId118" Type="http://schemas.openxmlformats.org/officeDocument/2006/relationships/customXml" Target="../ink/ink398.xml"/><Relationship Id="rId80" Type="http://schemas.openxmlformats.org/officeDocument/2006/relationships/customXml" Target="../ink/ink379.xml"/><Relationship Id="rId85" Type="http://schemas.openxmlformats.org/officeDocument/2006/relationships/image" Target="../media/image377.png"/><Relationship Id="rId12" Type="http://schemas.openxmlformats.org/officeDocument/2006/relationships/customXml" Target="../ink/ink345.xml"/><Relationship Id="rId17" Type="http://schemas.openxmlformats.org/officeDocument/2006/relationships/image" Target="../media/image343.png"/><Relationship Id="rId33" Type="http://schemas.openxmlformats.org/officeDocument/2006/relationships/image" Target="../media/image351.png"/><Relationship Id="rId38" Type="http://schemas.openxmlformats.org/officeDocument/2006/relationships/customXml" Target="../ink/ink358.xml"/><Relationship Id="rId59" Type="http://schemas.openxmlformats.org/officeDocument/2006/relationships/image" Target="../media/image364.png"/><Relationship Id="rId103" Type="http://schemas.openxmlformats.org/officeDocument/2006/relationships/image" Target="../media/image386.png"/><Relationship Id="rId108" Type="http://schemas.openxmlformats.org/officeDocument/2006/relationships/customXml" Target="../ink/ink393.xml"/><Relationship Id="rId124" Type="http://schemas.openxmlformats.org/officeDocument/2006/relationships/customXml" Target="../ink/ink401.xml"/><Relationship Id="rId129" Type="http://schemas.openxmlformats.org/officeDocument/2006/relationships/image" Target="../media/image399.png"/><Relationship Id="rId54" Type="http://schemas.openxmlformats.org/officeDocument/2006/relationships/customXml" Target="../ink/ink366.xml"/><Relationship Id="rId70" Type="http://schemas.openxmlformats.org/officeDocument/2006/relationships/customXml" Target="../ink/ink374.xml"/><Relationship Id="rId75" Type="http://schemas.openxmlformats.org/officeDocument/2006/relationships/image" Target="../media/image372.png"/><Relationship Id="rId91" Type="http://schemas.openxmlformats.org/officeDocument/2006/relationships/image" Target="../media/image380.png"/><Relationship Id="rId96" Type="http://schemas.openxmlformats.org/officeDocument/2006/relationships/customXml" Target="../ink/ink38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42.xml"/><Relationship Id="rId23" Type="http://schemas.openxmlformats.org/officeDocument/2006/relationships/image" Target="../media/image346.png"/><Relationship Id="rId28" Type="http://schemas.openxmlformats.org/officeDocument/2006/relationships/customXml" Target="../ink/ink353.xml"/><Relationship Id="rId49" Type="http://schemas.openxmlformats.org/officeDocument/2006/relationships/image" Target="../media/image359.png"/><Relationship Id="rId114" Type="http://schemas.openxmlformats.org/officeDocument/2006/relationships/customXml" Target="../ink/ink396.xml"/><Relationship Id="rId119" Type="http://schemas.openxmlformats.org/officeDocument/2006/relationships/image" Target="../media/image394.png"/><Relationship Id="rId44" Type="http://schemas.openxmlformats.org/officeDocument/2006/relationships/customXml" Target="../ink/ink361.xml"/><Relationship Id="rId60" Type="http://schemas.openxmlformats.org/officeDocument/2006/relationships/customXml" Target="../ink/ink369.xml"/><Relationship Id="rId65" Type="http://schemas.openxmlformats.org/officeDocument/2006/relationships/image" Target="../media/image367.png"/><Relationship Id="rId81" Type="http://schemas.openxmlformats.org/officeDocument/2006/relationships/image" Target="../media/image375.png"/><Relationship Id="rId86" Type="http://schemas.openxmlformats.org/officeDocument/2006/relationships/customXml" Target="../ink/ink382.xml"/><Relationship Id="rId130" Type="http://schemas.openxmlformats.org/officeDocument/2006/relationships/customXml" Target="../ink/ink404.xml"/><Relationship Id="rId13" Type="http://schemas.openxmlformats.org/officeDocument/2006/relationships/image" Target="../media/image341.png"/><Relationship Id="rId18" Type="http://schemas.openxmlformats.org/officeDocument/2006/relationships/customXml" Target="../ink/ink348.xml"/><Relationship Id="rId39" Type="http://schemas.openxmlformats.org/officeDocument/2006/relationships/image" Target="../media/image354.png"/><Relationship Id="rId109" Type="http://schemas.openxmlformats.org/officeDocument/2006/relationships/image" Target="../media/image389.png"/><Relationship Id="rId34" Type="http://schemas.openxmlformats.org/officeDocument/2006/relationships/customXml" Target="../ink/ink356.xml"/><Relationship Id="rId50" Type="http://schemas.openxmlformats.org/officeDocument/2006/relationships/customXml" Target="../ink/ink364.xml"/><Relationship Id="rId55" Type="http://schemas.openxmlformats.org/officeDocument/2006/relationships/image" Target="../media/image362.png"/><Relationship Id="rId76" Type="http://schemas.openxmlformats.org/officeDocument/2006/relationships/customXml" Target="../ink/ink377.xml"/><Relationship Id="rId97" Type="http://schemas.openxmlformats.org/officeDocument/2006/relationships/image" Target="../media/image383.png"/><Relationship Id="rId104" Type="http://schemas.openxmlformats.org/officeDocument/2006/relationships/customXml" Target="../ink/ink391.xml"/><Relationship Id="rId120" Type="http://schemas.openxmlformats.org/officeDocument/2006/relationships/customXml" Target="../ink/ink399.xml"/><Relationship Id="rId125" Type="http://schemas.openxmlformats.org/officeDocument/2006/relationships/image" Target="../media/image397.png"/><Relationship Id="rId7" Type="http://schemas.openxmlformats.org/officeDocument/2006/relationships/image" Target="../media/image338.png"/><Relationship Id="rId71" Type="http://schemas.openxmlformats.org/officeDocument/2006/relationships/image" Target="../media/image370.png"/><Relationship Id="rId92" Type="http://schemas.openxmlformats.org/officeDocument/2006/relationships/customXml" Target="../ink/ink385.xml"/><Relationship Id="rId2" Type="http://schemas.openxmlformats.org/officeDocument/2006/relationships/customXml" Target="../ink/ink340.xml"/><Relationship Id="rId29" Type="http://schemas.openxmlformats.org/officeDocument/2006/relationships/image" Target="../media/image349.png"/><Relationship Id="rId24" Type="http://schemas.openxmlformats.org/officeDocument/2006/relationships/customXml" Target="../ink/ink351.xml"/><Relationship Id="rId40" Type="http://schemas.openxmlformats.org/officeDocument/2006/relationships/customXml" Target="../ink/ink359.xml"/><Relationship Id="rId45" Type="http://schemas.openxmlformats.org/officeDocument/2006/relationships/image" Target="../media/image357.png"/><Relationship Id="rId66" Type="http://schemas.openxmlformats.org/officeDocument/2006/relationships/customXml" Target="../ink/ink372.xml"/><Relationship Id="rId87" Type="http://schemas.openxmlformats.org/officeDocument/2006/relationships/image" Target="../media/image378.png"/><Relationship Id="rId110" Type="http://schemas.openxmlformats.org/officeDocument/2006/relationships/customXml" Target="../ink/ink394.xml"/><Relationship Id="rId115" Type="http://schemas.openxmlformats.org/officeDocument/2006/relationships/image" Target="../media/image392.png"/><Relationship Id="rId131" Type="http://schemas.openxmlformats.org/officeDocument/2006/relationships/image" Target="../media/image400.png"/><Relationship Id="rId61" Type="http://schemas.openxmlformats.org/officeDocument/2006/relationships/image" Target="../media/image365.png"/><Relationship Id="rId82" Type="http://schemas.openxmlformats.org/officeDocument/2006/relationships/customXml" Target="../ink/ink380.xml"/><Relationship Id="rId19" Type="http://schemas.openxmlformats.org/officeDocument/2006/relationships/image" Target="../media/image344.png"/><Relationship Id="rId14" Type="http://schemas.openxmlformats.org/officeDocument/2006/relationships/customXml" Target="../ink/ink346.xml"/><Relationship Id="rId30" Type="http://schemas.openxmlformats.org/officeDocument/2006/relationships/customXml" Target="../ink/ink354.xml"/><Relationship Id="rId35" Type="http://schemas.openxmlformats.org/officeDocument/2006/relationships/image" Target="../media/image352.png"/><Relationship Id="rId56" Type="http://schemas.openxmlformats.org/officeDocument/2006/relationships/customXml" Target="../ink/ink367.xml"/><Relationship Id="rId77" Type="http://schemas.openxmlformats.org/officeDocument/2006/relationships/image" Target="../media/image373.png"/><Relationship Id="rId100" Type="http://schemas.openxmlformats.org/officeDocument/2006/relationships/customXml" Target="../ink/ink389.xml"/><Relationship Id="rId105" Type="http://schemas.openxmlformats.org/officeDocument/2006/relationships/image" Target="../media/image387.png"/><Relationship Id="rId126" Type="http://schemas.openxmlformats.org/officeDocument/2006/relationships/customXml" Target="../ink/ink402.xml"/><Relationship Id="rId8" Type="http://schemas.openxmlformats.org/officeDocument/2006/relationships/customXml" Target="../ink/ink343.xml"/><Relationship Id="rId51" Type="http://schemas.openxmlformats.org/officeDocument/2006/relationships/image" Target="../media/image360.png"/><Relationship Id="rId72" Type="http://schemas.openxmlformats.org/officeDocument/2006/relationships/customXml" Target="../ink/ink375.xml"/><Relationship Id="rId93" Type="http://schemas.openxmlformats.org/officeDocument/2006/relationships/image" Target="../media/image381.png"/><Relationship Id="rId98" Type="http://schemas.openxmlformats.org/officeDocument/2006/relationships/customXml" Target="../ink/ink388.xml"/><Relationship Id="rId121" Type="http://schemas.openxmlformats.org/officeDocument/2006/relationships/image" Target="../media/image395.png"/><Relationship Id="rId3" Type="http://schemas.openxmlformats.org/officeDocument/2006/relationships/image" Target="../media/image336.png"/><Relationship Id="rId25" Type="http://schemas.openxmlformats.org/officeDocument/2006/relationships/image" Target="../media/image347.png"/><Relationship Id="rId46" Type="http://schemas.openxmlformats.org/officeDocument/2006/relationships/customXml" Target="../ink/ink362.xml"/><Relationship Id="rId67" Type="http://schemas.openxmlformats.org/officeDocument/2006/relationships/image" Target="../media/image368.png"/><Relationship Id="rId116" Type="http://schemas.openxmlformats.org/officeDocument/2006/relationships/customXml" Target="../ink/ink397.xml"/><Relationship Id="rId20" Type="http://schemas.openxmlformats.org/officeDocument/2006/relationships/customXml" Target="../ink/ink349.xml"/><Relationship Id="rId41" Type="http://schemas.openxmlformats.org/officeDocument/2006/relationships/image" Target="../media/image355.png"/><Relationship Id="rId62" Type="http://schemas.openxmlformats.org/officeDocument/2006/relationships/customXml" Target="../ink/ink370.xml"/><Relationship Id="rId83" Type="http://schemas.openxmlformats.org/officeDocument/2006/relationships/image" Target="../media/image376.png"/><Relationship Id="rId88" Type="http://schemas.openxmlformats.org/officeDocument/2006/relationships/customXml" Target="../ink/ink383.xml"/><Relationship Id="rId111" Type="http://schemas.openxmlformats.org/officeDocument/2006/relationships/image" Target="../media/image390.png"/><Relationship Id="rId15" Type="http://schemas.openxmlformats.org/officeDocument/2006/relationships/image" Target="../media/image342.png"/><Relationship Id="rId36" Type="http://schemas.openxmlformats.org/officeDocument/2006/relationships/customXml" Target="../ink/ink357.xml"/><Relationship Id="rId57" Type="http://schemas.openxmlformats.org/officeDocument/2006/relationships/image" Target="../media/image363.png"/><Relationship Id="rId106" Type="http://schemas.openxmlformats.org/officeDocument/2006/relationships/customXml" Target="../ink/ink392.xml"/><Relationship Id="rId127" Type="http://schemas.openxmlformats.org/officeDocument/2006/relationships/image" Target="../media/image398.png"/><Relationship Id="rId10" Type="http://schemas.openxmlformats.org/officeDocument/2006/relationships/customXml" Target="../ink/ink344.xml"/><Relationship Id="rId31" Type="http://schemas.openxmlformats.org/officeDocument/2006/relationships/image" Target="../media/image350.png"/><Relationship Id="rId52" Type="http://schemas.openxmlformats.org/officeDocument/2006/relationships/customXml" Target="../ink/ink365.xml"/><Relationship Id="rId73" Type="http://schemas.openxmlformats.org/officeDocument/2006/relationships/image" Target="../media/image371.png"/><Relationship Id="rId78" Type="http://schemas.openxmlformats.org/officeDocument/2006/relationships/customXml" Target="../ink/ink378.xml"/><Relationship Id="rId94" Type="http://schemas.openxmlformats.org/officeDocument/2006/relationships/customXml" Target="../ink/ink386.xml"/><Relationship Id="rId99" Type="http://schemas.openxmlformats.org/officeDocument/2006/relationships/image" Target="../media/image384.png"/><Relationship Id="rId101" Type="http://schemas.openxmlformats.org/officeDocument/2006/relationships/image" Target="../media/image385.png"/><Relationship Id="rId122" Type="http://schemas.openxmlformats.org/officeDocument/2006/relationships/customXml" Target="../ink/ink400.xml"/><Relationship Id="rId4" Type="http://schemas.openxmlformats.org/officeDocument/2006/relationships/customXml" Target="../ink/ink341.xml"/><Relationship Id="rId9" Type="http://schemas.openxmlformats.org/officeDocument/2006/relationships/image" Target="../media/image339.png"/><Relationship Id="rId26" Type="http://schemas.openxmlformats.org/officeDocument/2006/relationships/customXml" Target="../ink/ink35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10.xml"/><Relationship Id="rId18" Type="http://schemas.openxmlformats.org/officeDocument/2006/relationships/image" Target="../media/image409.png"/><Relationship Id="rId26" Type="http://schemas.openxmlformats.org/officeDocument/2006/relationships/image" Target="../media/image413.png"/><Relationship Id="rId39" Type="http://schemas.openxmlformats.org/officeDocument/2006/relationships/customXml" Target="../ink/ink423.xml"/><Relationship Id="rId21" Type="http://schemas.openxmlformats.org/officeDocument/2006/relationships/customXml" Target="../ink/ink414.xml"/><Relationship Id="rId34" Type="http://schemas.openxmlformats.org/officeDocument/2006/relationships/image" Target="../media/image417.png"/><Relationship Id="rId42" Type="http://schemas.openxmlformats.org/officeDocument/2006/relationships/image" Target="../media/image421.png"/><Relationship Id="rId47" Type="http://schemas.openxmlformats.org/officeDocument/2006/relationships/customXml" Target="../ink/ink427.xml"/><Relationship Id="rId7" Type="http://schemas.openxmlformats.org/officeDocument/2006/relationships/customXml" Target="../ink/ink407.xml"/><Relationship Id="rId2" Type="http://schemas.openxmlformats.org/officeDocument/2006/relationships/image" Target="../media/image401.png"/><Relationship Id="rId16" Type="http://schemas.openxmlformats.org/officeDocument/2006/relationships/image" Target="../media/image408.png"/><Relationship Id="rId29" Type="http://schemas.openxmlformats.org/officeDocument/2006/relationships/customXml" Target="../ink/ink4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3.png"/><Relationship Id="rId11" Type="http://schemas.openxmlformats.org/officeDocument/2006/relationships/customXml" Target="../ink/ink409.xml"/><Relationship Id="rId24" Type="http://schemas.openxmlformats.org/officeDocument/2006/relationships/image" Target="../media/image412.png"/><Relationship Id="rId32" Type="http://schemas.openxmlformats.org/officeDocument/2006/relationships/image" Target="../media/image416.png"/><Relationship Id="rId37" Type="http://schemas.openxmlformats.org/officeDocument/2006/relationships/customXml" Target="../ink/ink422.xml"/><Relationship Id="rId40" Type="http://schemas.openxmlformats.org/officeDocument/2006/relationships/image" Target="../media/image420.png"/><Relationship Id="rId45" Type="http://schemas.openxmlformats.org/officeDocument/2006/relationships/customXml" Target="../ink/ink426.xml"/><Relationship Id="rId5" Type="http://schemas.openxmlformats.org/officeDocument/2006/relationships/customXml" Target="../ink/ink406.xml"/><Relationship Id="rId15" Type="http://schemas.openxmlformats.org/officeDocument/2006/relationships/customXml" Target="../ink/ink411.xml"/><Relationship Id="rId23" Type="http://schemas.openxmlformats.org/officeDocument/2006/relationships/customXml" Target="../ink/ink415.xml"/><Relationship Id="rId28" Type="http://schemas.openxmlformats.org/officeDocument/2006/relationships/image" Target="../media/image414.png"/><Relationship Id="rId36" Type="http://schemas.openxmlformats.org/officeDocument/2006/relationships/image" Target="../media/image418.png"/><Relationship Id="rId10" Type="http://schemas.openxmlformats.org/officeDocument/2006/relationships/image" Target="../media/image405.png"/><Relationship Id="rId19" Type="http://schemas.openxmlformats.org/officeDocument/2006/relationships/customXml" Target="../ink/ink413.xml"/><Relationship Id="rId31" Type="http://schemas.openxmlformats.org/officeDocument/2006/relationships/customXml" Target="../ink/ink419.xml"/><Relationship Id="rId44" Type="http://schemas.openxmlformats.org/officeDocument/2006/relationships/image" Target="../media/image422.png"/><Relationship Id="rId4" Type="http://schemas.openxmlformats.org/officeDocument/2006/relationships/image" Target="../media/image402.png"/><Relationship Id="rId9" Type="http://schemas.openxmlformats.org/officeDocument/2006/relationships/customXml" Target="../ink/ink408.xml"/><Relationship Id="rId14" Type="http://schemas.openxmlformats.org/officeDocument/2006/relationships/image" Target="../media/image407.png"/><Relationship Id="rId22" Type="http://schemas.openxmlformats.org/officeDocument/2006/relationships/image" Target="../media/image411.png"/><Relationship Id="rId27" Type="http://schemas.openxmlformats.org/officeDocument/2006/relationships/customXml" Target="../ink/ink417.xml"/><Relationship Id="rId30" Type="http://schemas.openxmlformats.org/officeDocument/2006/relationships/image" Target="../media/image415.png"/><Relationship Id="rId35" Type="http://schemas.openxmlformats.org/officeDocument/2006/relationships/customXml" Target="../ink/ink421.xml"/><Relationship Id="rId43" Type="http://schemas.openxmlformats.org/officeDocument/2006/relationships/customXml" Target="../ink/ink425.xml"/><Relationship Id="rId48" Type="http://schemas.openxmlformats.org/officeDocument/2006/relationships/image" Target="../media/image424.png"/><Relationship Id="rId8" Type="http://schemas.openxmlformats.org/officeDocument/2006/relationships/image" Target="../media/image404.png"/><Relationship Id="rId3" Type="http://schemas.openxmlformats.org/officeDocument/2006/relationships/customXml" Target="../ink/ink405.xml"/><Relationship Id="rId12" Type="http://schemas.openxmlformats.org/officeDocument/2006/relationships/image" Target="../media/image406.png"/><Relationship Id="rId17" Type="http://schemas.openxmlformats.org/officeDocument/2006/relationships/customXml" Target="../ink/ink412.xml"/><Relationship Id="rId25" Type="http://schemas.openxmlformats.org/officeDocument/2006/relationships/customXml" Target="../ink/ink416.xml"/><Relationship Id="rId33" Type="http://schemas.openxmlformats.org/officeDocument/2006/relationships/customXml" Target="../ink/ink420.xml"/><Relationship Id="rId38" Type="http://schemas.openxmlformats.org/officeDocument/2006/relationships/image" Target="../media/image419.png"/><Relationship Id="rId46" Type="http://schemas.openxmlformats.org/officeDocument/2006/relationships/image" Target="../media/image423.png"/><Relationship Id="rId20" Type="http://schemas.openxmlformats.org/officeDocument/2006/relationships/image" Target="../media/image410.png"/><Relationship Id="rId41" Type="http://schemas.openxmlformats.org/officeDocument/2006/relationships/customXml" Target="../ink/ink424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36.png"/><Relationship Id="rId21" Type="http://schemas.openxmlformats.org/officeDocument/2006/relationships/customXml" Target="../ink/ink437.xml"/><Relationship Id="rId42" Type="http://schemas.openxmlformats.org/officeDocument/2006/relationships/image" Target="../media/image444.png"/><Relationship Id="rId47" Type="http://schemas.openxmlformats.org/officeDocument/2006/relationships/customXml" Target="../ink/ink450.xml"/><Relationship Id="rId63" Type="http://schemas.openxmlformats.org/officeDocument/2006/relationships/customXml" Target="../ink/ink458.xml"/><Relationship Id="rId68" Type="http://schemas.openxmlformats.org/officeDocument/2006/relationships/image" Target="../media/image457.png"/><Relationship Id="rId84" Type="http://schemas.openxmlformats.org/officeDocument/2006/relationships/image" Target="../media/image465.png"/><Relationship Id="rId16" Type="http://schemas.openxmlformats.org/officeDocument/2006/relationships/image" Target="../media/image432.png"/><Relationship Id="rId11" Type="http://schemas.openxmlformats.org/officeDocument/2006/relationships/customXml" Target="../ink/ink432.xml"/><Relationship Id="rId32" Type="http://schemas.openxmlformats.org/officeDocument/2006/relationships/image" Target="../media/image439.png"/><Relationship Id="rId37" Type="http://schemas.openxmlformats.org/officeDocument/2006/relationships/customXml" Target="../ink/ink445.xml"/><Relationship Id="rId53" Type="http://schemas.openxmlformats.org/officeDocument/2006/relationships/customXml" Target="../ink/ink453.xml"/><Relationship Id="rId58" Type="http://schemas.openxmlformats.org/officeDocument/2006/relationships/image" Target="../media/image452.png"/><Relationship Id="rId74" Type="http://schemas.openxmlformats.org/officeDocument/2006/relationships/image" Target="../media/image460.png"/><Relationship Id="rId79" Type="http://schemas.openxmlformats.org/officeDocument/2006/relationships/customXml" Target="../ink/ink466.xml"/><Relationship Id="rId5" Type="http://schemas.openxmlformats.org/officeDocument/2006/relationships/customXml" Target="../ink/ink429.xml"/><Relationship Id="rId61" Type="http://schemas.openxmlformats.org/officeDocument/2006/relationships/customXml" Target="../ink/ink457.xml"/><Relationship Id="rId82" Type="http://schemas.openxmlformats.org/officeDocument/2006/relationships/image" Target="../media/image464.png"/><Relationship Id="rId19" Type="http://schemas.openxmlformats.org/officeDocument/2006/relationships/customXml" Target="../ink/ink436.xml"/><Relationship Id="rId14" Type="http://schemas.openxmlformats.org/officeDocument/2006/relationships/image" Target="../media/image431.png"/><Relationship Id="rId22" Type="http://schemas.openxmlformats.org/officeDocument/2006/relationships/image" Target="../media/image50.png"/><Relationship Id="rId27" Type="http://schemas.openxmlformats.org/officeDocument/2006/relationships/customXml" Target="../ink/ink440.xml"/><Relationship Id="rId30" Type="http://schemas.openxmlformats.org/officeDocument/2006/relationships/image" Target="../media/image438.png"/><Relationship Id="rId35" Type="http://schemas.openxmlformats.org/officeDocument/2006/relationships/customXml" Target="../ink/ink444.xml"/><Relationship Id="rId43" Type="http://schemas.openxmlformats.org/officeDocument/2006/relationships/customXml" Target="../ink/ink448.xml"/><Relationship Id="rId48" Type="http://schemas.openxmlformats.org/officeDocument/2006/relationships/image" Target="../media/image447.png"/><Relationship Id="rId56" Type="http://schemas.openxmlformats.org/officeDocument/2006/relationships/image" Target="../media/image451.png"/><Relationship Id="rId64" Type="http://schemas.openxmlformats.org/officeDocument/2006/relationships/image" Target="../media/image455.png"/><Relationship Id="rId69" Type="http://schemas.openxmlformats.org/officeDocument/2006/relationships/customXml" Target="../ink/ink461.xml"/><Relationship Id="rId77" Type="http://schemas.openxmlformats.org/officeDocument/2006/relationships/customXml" Target="../ink/ink465.xml"/><Relationship Id="rId8" Type="http://schemas.openxmlformats.org/officeDocument/2006/relationships/image" Target="../media/image428.png"/><Relationship Id="rId51" Type="http://schemas.openxmlformats.org/officeDocument/2006/relationships/customXml" Target="../ink/ink452.xml"/><Relationship Id="rId72" Type="http://schemas.openxmlformats.org/officeDocument/2006/relationships/image" Target="../media/image459.png"/><Relationship Id="rId80" Type="http://schemas.openxmlformats.org/officeDocument/2006/relationships/image" Target="../media/image463.png"/><Relationship Id="rId3" Type="http://schemas.openxmlformats.org/officeDocument/2006/relationships/customXml" Target="../ink/ink428.xml"/><Relationship Id="rId12" Type="http://schemas.openxmlformats.org/officeDocument/2006/relationships/image" Target="../media/image430.png"/><Relationship Id="rId17" Type="http://schemas.openxmlformats.org/officeDocument/2006/relationships/customXml" Target="../ink/ink435.xml"/><Relationship Id="rId25" Type="http://schemas.openxmlformats.org/officeDocument/2006/relationships/customXml" Target="../ink/ink439.xml"/><Relationship Id="rId33" Type="http://schemas.openxmlformats.org/officeDocument/2006/relationships/customXml" Target="../ink/ink443.xml"/><Relationship Id="rId38" Type="http://schemas.openxmlformats.org/officeDocument/2006/relationships/image" Target="../media/image442.png"/><Relationship Id="rId46" Type="http://schemas.openxmlformats.org/officeDocument/2006/relationships/image" Target="../media/image446.png"/><Relationship Id="rId59" Type="http://schemas.openxmlformats.org/officeDocument/2006/relationships/customXml" Target="../ink/ink456.xml"/><Relationship Id="rId67" Type="http://schemas.openxmlformats.org/officeDocument/2006/relationships/customXml" Target="../ink/ink460.xml"/><Relationship Id="rId20" Type="http://schemas.openxmlformats.org/officeDocument/2006/relationships/image" Target="../media/image434.png"/><Relationship Id="rId41" Type="http://schemas.openxmlformats.org/officeDocument/2006/relationships/customXml" Target="../ink/ink447.xml"/><Relationship Id="rId54" Type="http://schemas.openxmlformats.org/officeDocument/2006/relationships/image" Target="../media/image450.png"/><Relationship Id="rId62" Type="http://schemas.openxmlformats.org/officeDocument/2006/relationships/image" Target="../media/image454.png"/><Relationship Id="rId70" Type="http://schemas.openxmlformats.org/officeDocument/2006/relationships/image" Target="../media/image458.png"/><Relationship Id="rId75" Type="http://schemas.openxmlformats.org/officeDocument/2006/relationships/customXml" Target="../ink/ink464.xml"/><Relationship Id="rId83" Type="http://schemas.openxmlformats.org/officeDocument/2006/relationships/customXml" Target="../ink/ink4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7.png"/><Relationship Id="rId15" Type="http://schemas.openxmlformats.org/officeDocument/2006/relationships/customXml" Target="../ink/ink434.xml"/><Relationship Id="rId23" Type="http://schemas.openxmlformats.org/officeDocument/2006/relationships/customXml" Target="../ink/ink438.xml"/><Relationship Id="rId28" Type="http://schemas.openxmlformats.org/officeDocument/2006/relationships/image" Target="../media/image437.png"/><Relationship Id="rId36" Type="http://schemas.openxmlformats.org/officeDocument/2006/relationships/image" Target="../media/image441.png"/><Relationship Id="rId49" Type="http://schemas.openxmlformats.org/officeDocument/2006/relationships/customXml" Target="../ink/ink451.xml"/><Relationship Id="rId57" Type="http://schemas.openxmlformats.org/officeDocument/2006/relationships/customXml" Target="../ink/ink455.xml"/><Relationship Id="rId10" Type="http://schemas.openxmlformats.org/officeDocument/2006/relationships/image" Target="../media/image429.png"/><Relationship Id="rId31" Type="http://schemas.openxmlformats.org/officeDocument/2006/relationships/customXml" Target="../ink/ink442.xml"/><Relationship Id="rId44" Type="http://schemas.openxmlformats.org/officeDocument/2006/relationships/image" Target="../media/image445.png"/><Relationship Id="rId52" Type="http://schemas.openxmlformats.org/officeDocument/2006/relationships/image" Target="../media/image449.png"/><Relationship Id="rId60" Type="http://schemas.openxmlformats.org/officeDocument/2006/relationships/image" Target="../media/image453.png"/><Relationship Id="rId65" Type="http://schemas.openxmlformats.org/officeDocument/2006/relationships/customXml" Target="../ink/ink459.xml"/><Relationship Id="rId73" Type="http://schemas.openxmlformats.org/officeDocument/2006/relationships/customXml" Target="../ink/ink463.xml"/><Relationship Id="rId78" Type="http://schemas.openxmlformats.org/officeDocument/2006/relationships/image" Target="../media/image462.png"/><Relationship Id="rId81" Type="http://schemas.openxmlformats.org/officeDocument/2006/relationships/customXml" Target="../ink/ink467.xml"/><Relationship Id="rId4" Type="http://schemas.openxmlformats.org/officeDocument/2006/relationships/image" Target="../media/image426.png"/><Relationship Id="rId9" Type="http://schemas.openxmlformats.org/officeDocument/2006/relationships/customXml" Target="../ink/ink431.xml"/><Relationship Id="rId13" Type="http://schemas.openxmlformats.org/officeDocument/2006/relationships/customXml" Target="../ink/ink433.xml"/><Relationship Id="rId18" Type="http://schemas.openxmlformats.org/officeDocument/2006/relationships/image" Target="../media/image433.png"/><Relationship Id="rId39" Type="http://schemas.openxmlformats.org/officeDocument/2006/relationships/customXml" Target="../ink/ink446.xml"/><Relationship Id="rId34" Type="http://schemas.openxmlformats.org/officeDocument/2006/relationships/image" Target="../media/image440.png"/><Relationship Id="rId50" Type="http://schemas.openxmlformats.org/officeDocument/2006/relationships/image" Target="../media/image448.png"/><Relationship Id="rId55" Type="http://schemas.openxmlformats.org/officeDocument/2006/relationships/customXml" Target="../ink/ink454.xml"/><Relationship Id="rId76" Type="http://schemas.openxmlformats.org/officeDocument/2006/relationships/image" Target="../media/image461.png"/><Relationship Id="rId7" Type="http://schemas.openxmlformats.org/officeDocument/2006/relationships/customXml" Target="../ink/ink430.xml"/><Relationship Id="rId71" Type="http://schemas.openxmlformats.org/officeDocument/2006/relationships/customXml" Target="../ink/ink462.xml"/><Relationship Id="rId2" Type="http://schemas.openxmlformats.org/officeDocument/2006/relationships/image" Target="../media/image425.png"/><Relationship Id="rId29" Type="http://schemas.openxmlformats.org/officeDocument/2006/relationships/customXml" Target="../ink/ink441.xml"/><Relationship Id="rId24" Type="http://schemas.openxmlformats.org/officeDocument/2006/relationships/image" Target="../media/image435.png"/><Relationship Id="rId40" Type="http://schemas.openxmlformats.org/officeDocument/2006/relationships/image" Target="../media/image443.png"/><Relationship Id="rId45" Type="http://schemas.openxmlformats.org/officeDocument/2006/relationships/customXml" Target="../ink/ink449.xml"/><Relationship Id="rId66" Type="http://schemas.openxmlformats.org/officeDocument/2006/relationships/image" Target="../media/image456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3.png"/><Relationship Id="rId21" Type="http://schemas.openxmlformats.org/officeDocument/2006/relationships/image" Target="../media/image475.png"/><Relationship Id="rId42" Type="http://schemas.openxmlformats.org/officeDocument/2006/relationships/customXml" Target="../ink/ink489.xml"/><Relationship Id="rId63" Type="http://schemas.openxmlformats.org/officeDocument/2006/relationships/image" Target="../media/image496.png"/><Relationship Id="rId84" Type="http://schemas.openxmlformats.org/officeDocument/2006/relationships/customXml" Target="../ink/ink510.xml"/><Relationship Id="rId138" Type="http://schemas.openxmlformats.org/officeDocument/2006/relationships/customXml" Target="../ink/ink537.xml"/><Relationship Id="rId159" Type="http://schemas.openxmlformats.org/officeDocument/2006/relationships/image" Target="../media/image544.png"/><Relationship Id="rId170" Type="http://schemas.openxmlformats.org/officeDocument/2006/relationships/customXml" Target="../ink/ink553.xml"/><Relationship Id="rId191" Type="http://schemas.openxmlformats.org/officeDocument/2006/relationships/image" Target="../media/image559.png"/><Relationship Id="rId205" Type="http://schemas.openxmlformats.org/officeDocument/2006/relationships/image" Target="../media/image566.png"/><Relationship Id="rId226" Type="http://schemas.openxmlformats.org/officeDocument/2006/relationships/customXml" Target="../ink/ink581.xml"/><Relationship Id="rId247" Type="http://schemas.openxmlformats.org/officeDocument/2006/relationships/image" Target="../media/image587.png"/><Relationship Id="rId107" Type="http://schemas.openxmlformats.org/officeDocument/2006/relationships/image" Target="../media/image518.png"/><Relationship Id="rId11" Type="http://schemas.openxmlformats.org/officeDocument/2006/relationships/image" Target="../media/image470.png"/><Relationship Id="rId32" Type="http://schemas.openxmlformats.org/officeDocument/2006/relationships/customXml" Target="../ink/ink484.xml"/><Relationship Id="rId53" Type="http://schemas.openxmlformats.org/officeDocument/2006/relationships/image" Target="../media/image491.png"/><Relationship Id="rId74" Type="http://schemas.openxmlformats.org/officeDocument/2006/relationships/customXml" Target="../ink/ink505.xml"/><Relationship Id="rId128" Type="http://schemas.openxmlformats.org/officeDocument/2006/relationships/customXml" Target="../ink/ink532.xml"/><Relationship Id="rId149" Type="http://schemas.openxmlformats.org/officeDocument/2006/relationships/image" Target="../media/image539.png"/><Relationship Id="rId5" Type="http://schemas.openxmlformats.org/officeDocument/2006/relationships/image" Target="../media/image467.png"/><Relationship Id="rId95" Type="http://schemas.openxmlformats.org/officeDocument/2006/relationships/image" Target="../media/image512.png"/><Relationship Id="rId160" Type="http://schemas.openxmlformats.org/officeDocument/2006/relationships/customXml" Target="../ink/ink548.xml"/><Relationship Id="rId181" Type="http://schemas.openxmlformats.org/officeDocument/2006/relationships/image" Target="../media/image554.png"/><Relationship Id="rId216" Type="http://schemas.openxmlformats.org/officeDocument/2006/relationships/customXml" Target="../ink/ink576.xml"/><Relationship Id="rId237" Type="http://schemas.openxmlformats.org/officeDocument/2006/relationships/image" Target="../media/image582.png"/><Relationship Id="rId22" Type="http://schemas.openxmlformats.org/officeDocument/2006/relationships/customXml" Target="../ink/ink479.xml"/><Relationship Id="rId43" Type="http://schemas.openxmlformats.org/officeDocument/2006/relationships/image" Target="../media/image486.png"/><Relationship Id="rId64" Type="http://schemas.openxmlformats.org/officeDocument/2006/relationships/customXml" Target="../ink/ink500.xml"/><Relationship Id="rId118" Type="http://schemas.openxmlformats.org/officeDocument/2006/relationships/customXml" Target="../ink/ink527.xml"/><Relationship Id="rId139" Type="http://schemas.openxmlformats.org/officeDocument/2006/relationships/image" Target="../media/image534.png"/><Relationship Id="rId85" Type="http://schemas.openxmlformats.org/officeDocument/2006/relationships/image" Target="../media/image507.png"/><Relationship Id="rId150" Type="http://schemas.openxmlformats.org/officeDocument/2006/relationships/customXml" Target="../ink/ink543.xml"/><Relationship Id="rId171" Type="http://schemas.openxmlformats.org/officeDocument/2006/relationships/image" Target="../media/image549.png"/><Relationship Id="rId192" Type="http://schemas.openxmlformats.org/officeDocument/2006/relationships/customXml" Target="../ink/ink564.xml"/><Relationship Id="rId206" Type="http://schemas.openxmlformats.org/officeDocument/2006/relationships/customXml" Target="../ink/ink571.xml"/><Relationship Id="rId227" Type="http://schemas.openxmlformats.org/officeDocument/2006/relationships/image" Target="../media/image577.png"/><Relationship Id="rId248" Type="http://schemas.openxmlformats.org/officeDocument/2006/relationships/customXml" Target="../ink/ink592.xml"/><Relationship Id="rId12" Type="http://schemas.openxmlformats.org/officeDocument/2006/relationships/customXml" Target="../ink/ink474.xml"/><Relationship Id="rId33" Type="http://schemas.openxmlformats.org/officeDocument/2006/relationships/image" Target="../media/image481.png"/><Relationship Id="rId108" Type="http://schemas.openxmlformats.org/officeDocument/2006/relationships/customXml" Target="../ink/ink522.xml"/><Relationship Id="rId129" Type="http://schemas.openxmlformats.org/officeDocument/2006/relationships/image" Target="../media/image529.png"/><Relationship Id="rId54" Type="http://schemas.openxmlformats.org/officeDocument/2006/relationships/customXml" Target="../ink/ink495.xml"/><Relationship Id="rId75" Type="http://schemas.openxmlformats.org/officeDocument/2006/relationships/image" Target="../media/image502.png"/><Relationship Id="rId96" Type="http://schemas.openxmlformats.org/officeDocument/2006/relationships/customXml" Target="../ink/ink516.xml"/><Relationship Id="rId140" Type="http://schemas.openxmlformats.org/officeDocument/2006/relationships/customXml" Target="../ink/ink538.xml"/><Relationship Id="rId161" Type="http://schemas.openxmlformats.org/officeDocument/2006/relationships/image" Target="../media/image545.png"/><Relationship Id="rId182" Type="http://schemas.openxmlformats.org/officeDocument/2006/relationships/customXml" Target="../ink/ink559.xml"/><Relationship Id="rId217" Type="http://schemas.openxmlformats.org/officeDocument/2006/relationships/image" Target="../media/image572.png"/><Relationship Id="rId6" Type="http://schemas.openxmlformats.org/officeDocument/2006/relationships/customXml" Target="../ink/ink471.xml"/><Relationship Id="rId238" Type="http://schemas.openxmlformats.org/officeDocument/2006/relationships/customXml" Target="../ink/ink587.xml"/><Relationship Id="rId23" Type="http://schemas.openxmlformats.org/officeDocument/2006/relationships/image" Target="../media/image476.png"/><Relationship Id="rId119" Type="http://schemas.openxmlformats.org/officeDocument/2006/relationships/image" Target="../media/image524.png"/><Relationship Id="rId44" Type="http://schemas.openxmlformats.org/officeDocument/2006/relationships/customXml" Target="../ink/ink490.xml"/><Relationship Id="rId65" Type="http://schemas.openxmlformats.org/officeDocument/2006/relationships/image" Target="../media/image497.png"/><Relationship Id="rId86" Type="http://schemas.openxmlformats.org/officeDocument/2006/relationships/customXml" Target="../ink/ink511.xml"/><Relationship Id="rId130" Type="http://schemas.openxmlformats.org/officeDocument/2006/relationships/customXml" Target="../ink/ink533.xml"/><Relationship Id="rId151" Type="http://schemas.openxmlformats.org/officeDocument/2006/relationships/image" Target="../media/image540.png"/><Relationship Id="rId172" Type="http://schemas.openxmlformats.org/officeDocument/2006/relationships/customXml" Target="../ink/ink554.xml"/><Relationship Id="rId193" Type="http://schemas.openxmlformats.org/officeDocument/2006/relationships/image" Target="../media/image560.png"/><Relationship Id="rId207" Type="http://schemas.openxmlformats.org/officeDocument/2006/relationships/image" Target="../media/image567.png"/><Relationship Id="rId228" Type="http://schemas.openxmlformats.org/officeDocument/2006/relationships/customXml" Target="../ink/ink582.xml"/><Relationship Id="rId249" Type="http://schemas.openxmlformats.org/officeDocument/2006/relationships/image" Target="../media/image588.png"/><Relationship Id="rId13" Type="http://schemas.openxmlformats.org/officeDocument/2006/relationships/image" Target="../media/image471.png"/><Relationship Id="rId109" Type="http://schemas.openxmlformats.org/officeDocument/2006/relationships/image" Target="../media/image519.png"/><Relationship Id="rId34" Type="http://schemas.openxmlformats.org/officeDocument/2006/relationships/customXml" Target="../ink/ink485.xml"/><Relationship Id="rId55" Type="http://schemas.openxmlformats.org/officeDocument/2006/relationships/image" Target="../media/image492.png"/><Relationship Id="rId76" Type="http://schemas.openxmlformats.org/officeDocument/2006/relationships/customXml" Target="../ink/ink506.xml"/><Relationship Id="rId97" Type="http://schemas.openxmlformats.org/officeDocument/2006/relationships/image" Target="../media/image513.png"/><Relationship Id="rId120" Type="http://schemas.openxmlformats.org/officeDocument/2006/relationships/customXml" Target="../ink/ink528.xml"/><Relationship Id="rId141" Type="http://schemas.openxmlformats.org/officeDocument/2006/relationships/image" Target="../media/image535.png"/><Relationship Id="rId7" Type="http://schemas.openxmlformats.org/officeDocument/2006/relationships/image" Target="../media/image468.png"/><Relationship Id="rId162" Type="http://schemas.openxmlformats.org/officeDocument/2006/relationships/customXml" Target="../ink/ink549.xml"/><Relationship Id="rId183" Type="http://schemas.openxmlformats.org/officeDocument/2006/relationships/image" Target="../media/image555.png"/><Relationship Id="rId218" Type="http://schemas.openxmlformats.org/officeDocument/2006/relationships/customXml" Target="../ink/ink577.xml"/><Relationship Id="rId239" Type="http://schemas.openxmlformats.org/officeDocument/2006/relationships/image" Target="../media/image583.png"/><Relationship Id="rId250" Type="http://schemas.openxmlformats.org/officeDocument/2006/relationships/customXml" Target="../ink/ink593.xml"/><Relationship Id="rId24" Type="http://schemas.openxmlformats.org/officeDocument/2006/relationships/customXml" Target="../ink/ink480.xml"/><Relationship Id="rId45" Type="http://schemas.openxmlformats.org/officeDocument/2006/relationships/image" Target="../media/image487.png"/><Relationship Id="rId66" Type="http://schemas.openxmlformats.org/officeDocument/2006/relationships/customXml" Target="../ink/ink501.xml"/><Relationship Id="rId87" Type="http://schemas.openxmlformats.org/officeDocument/2006/relationships/image" Target="../media/image508.png"/><Relationship Id="rId110" Type="http://schemas.openxmlformats.org/officeDocument/2006/relationships/customXml" Target="../ink/ink523.xml"/><Relationship Id="rId131" Type="http://schemas.openxmlformats.org/officeDocument/2006/relationships/image" Target="../media/image530.png"/><Relationship Id="rId152" Type="http://schemas.openxmlformats.org/officeDocument/2006/relationships/customXml" Target="../ink/ink544.xml"/><Relationship Id="rId173" Type="http://schemas.openxmlformats.org/officeDocument/2006/relationships/image" Target="../media/image550.png"/><Relationship Id="rId194" Type="http://schemas.openxmlformats.org/officeDocument/2006/relationships/customXml" Target="../ink/ink565.xml"/><Relationship Id="rId208" Type="http://schemas.openxmlformats.org/officeDocument/2006/relationships/customXml" Target="../ink/ink572.xml"/><Relationship Id="rId229" Type="http://schemas.openxmlformats.org/officeDocument/2006/relationships/image" Target="../media/image578.png"/><Relationship Id="rId240" Type="http://schemas.openxmlformats.org/officeDocument/2006/relationships/customXml" Target="../ink/ink588.xml"/><Relationship Id="rId14" Type="http://schemas.openxmlformats.org/officeDocument/2006/relationships/customXml" Target="../ink/ink475.xml"/><Relationship Id="rId35" Type="http://schemas.openxmlformats.org/officeDocument/2006/relationships/image" Target="../media/image482.png"/><Relationship Id="rId56" Type="http://schemas.openxmlformats.org/officeDocument/2006/relationships/customXml" Target="../ink/ink496.xml"/><Relationship Id="rId77" Type="http://schemas.openxmlformats.org/officeDocument/2006/relationships/image" Target="../media/image503.png"/><Relationship Id="rId100" Type="http://schemas.openxmlformats.org/officeDocument/2006/relationships/customXml" Target="../ink/ink518.xml"/><Relationship Id="rId8" Type="http://schemas.openxmlformats.org/officeDocument/2006/relationships/customXml" Target="../ink/ink472.xml"/><Relationship Id="rId98" Type="http://schemas.openxmlformats.org/officeDocument/2006/relationships/customXml" Target="../ink/ink517.xml"/><Relationship Id="rId121" Type="http://schemas.openxmlformats.org/officeDocument/2006/relationships/image" Target="../media/image525.png"/><Relationship Id="rId142" Type="http://schemas.openxmlformats.org/officeDocument/2006/relationships/customXml" Target="../ink/ink539.xml"/><Relationship Id="rId163" Type="http://schemas.openxmlformats.org/officeDocument/2006/relationships/image" Target="../media/image546.png"/><Relationship Id="rId184" Type="http://schemas.openxmlformats.org/officeDocument/2006/relationships/customXml" Target="../ink/ink560.xml"/><Relationship Id="rId219" Type="http://schemas.openxmlformats.org/officeDocument/2006/relationships/image" Target="../media/image573.png"/><Relationship Id="rId230" Type="http://schemas.openxmlformats.org/officeDocument/2006/relationships/customXml" Target="../ink/ink583.xml"/><Relationship Id="rId251" Type="http://schemas.openxmlformats.org/officeDocument/2006/relationships/image" Target="../media/image589.png"/><Relationship Id="rId25" Type="http://schemas.openxmlformats.org/officeDocument/2006/relationships/image" Target="../media/image477.png"/><Relationship Id="rId46" Type="http://schemas.openxmlformats.org/officeDocument/2006/relationships/customXml" Target="../ink/ink491.xml"/><Relationship Id="rId67" Type="http://schemas.openxmlformats.org/officeDocument/2006/relationships/image" Target="../media/image498.png"/><Relationship Id="rId88" Type="http://schemas.openxmlformats.org/officeDocument/2006/relationships/customXml" Target="../ink/ink512.xml"/><Relationship Id="rId111" Type="http://schemas.openxmlformats.org/officeDocument/2006/relationships/image" Target="../media/image520.png"/><Relationship Id="rId132" Type="http://schemas.openxmlformats.org/officeDocument/2006/relationships/customXml" Target="../ink/ink534.xml"/><Relationship Id="rId153" Type="http://schemas.openxmlformats.org/officeDocument/2006/relationships/image" Target="../media/image541.png"/><Relationship Id="rId174" Type="http://schemas.openxmlformats.org/officeDocument/2006/relationships/customXml" Target="../ink/ink555.xml"/><Relationship Id="rId195" Type="http://schemas.openxmlformats.org/officeDocument/2006/relationships/image" Target="../media/image561.png"/><Relationship Id="rId209" Type="http://schemas.openxmlformats.org/officeDocument/2006/relationships/image" Target="../media/image568.png"/><Relationship Id="rId220" Type="http://schemas.openxmlformats.org/officeDocument/2006/relationships/customXml" Target="../ink/ink578.xml"/><Relationship Id="rId241" Type="http://schemas.openxmlformats.org/officeDocument/2006/relationships/image" Target="../media/image584.png"/><Relationship Id="rId15" Type="http://schemas.openxmlformats.org/officeDocument/2006/relationships/image" Target="../media/image472.png"/><Relationship Id="rId36" Type="http://schemas.openxmlformats.org/officeDocument/2006/relationships/customXml" Target="../ink/ink486.xml"/><Relationship Id="rId57" Type="http://schemas.openxmlformats.org/officeDocument/2006/relationships/image" Target="../media/image493.png"/><Relationship Id="rId78" Type="http://schemas.openxmlformats.org/officeDocument/2006/relationships/customXml" Target="../ink/ink507.xml"/><Relationship Id="rId99" Type="http://schemas.openxmlformats.org/officeDocument/2006/relationships/image" Target="../media/image514.png"/><Relationship Id="rId101" Type="http://schemas.openxmlformats.org/officeDocument/2006/relationships/image" Target="../media/image515.png"/><Relationship Id="rId122" Type="http://schemas.openxmlformats.org/officeDocument/2006/relationships/customXml" Target="../ink/ink529.xml"/><Relationship Id="rId143" Type="http://schemas.openxmlformats.org/officeDocument/2006/relationships/image" Target="../media/image536.png"/><Relationship Id="rId164" Type="http://schemas.openxmlformats.org/officeDocument/2006/relationships/customXml" Target="../ink/ink550.xml"/><Relationship Id="rId185" Type="http://schemas.openxmlformats.org/officeDocument/2006/relationships/image" Target="../media/image556.png"/><Relationship Id="rId4" Type="http://schemas.openxmlformats.org/officeDocument/2006/relationships/customXml" Target="../ink/ink470.xml"/><Relationship Id="rId9" Type="http://schemas.openxmlformats.org/officeDocument/2006/relationships/image" Target="../media/image469.png"/><Relationship Id="rId180" Type="http://schemas.openxmlformats.org/officeDocument/2006/relationships/customXml" Target="../ink/ink558.xml"/><Relationship Id="rId210" Type="http://schemas.openxmlformats.org/officeDocument/2006/relationships/customXml" Target="../ink/ink573.xml"/><Relationship Id="rId215" Type="http://schemas.openxmlformats.org/officeDocument/2006/relationships/image" Target="../media/image571.png"/><Relationship Id="rId236" Type="http://schemas.openxmlformats.org/officeDocument/2006/relationships/customXml" Target="../ink/ink586.xml"/><Relationship Id="rId26" Type="http://schemas.openxmlformats.org/officeDocument/2006/relationships/customXml" Target="../ink/ink481.xml"/><Relationship Id="rId231" Type="http://schemas.openxmlformats.org/officeDocument/2006/relationships/image" Target="../media/image579.png"/><Relationship Id="rId47" Type="http://schemas.openxmlformats.org/officeDocument/2006/relationships/image" Target="../media/image488.png"/><Relationship Id="rId68" Type="http://schemas.openxmlformats.org/officeDocument/2006/relationships/customXml" Target="../ink/ink502.xml"/><Relationship Id="rId89" Type="http://schemas.openxmlformats.org/officeDocument/2006/relationships/image" Target="../media/image509.png"/><Relationship Id="rId112" Type="http://schemas.openxmlformats.org/officeDocument/2006/relationships/customXml" Target="../ink/ink524.xml"/><Relationship Id="rId133" Type="http://schemas.openxmlformats.org/officeDocument/2006/relationships/image" Target="../media/image531.png"/><Relationship Id="rId154" Type="http://schemas.openxmlformats.org/officeDocument/2006/relationships/customXml" Target="../ink/ink545.xml"/><Relationship Id="rId175" Type="http://schemas.openxmlformats.org/officeDocument/2006/relationships/image" Target="../media/image551.png"/><Relationship Id="rId196" Type="http://schemas.openxmlformats.org/officeDocument/2006/relationships/customXml" Target="../ink/ink566.xml"/><Relationship Id="rId200" Type="http://schemas.openxmlformats.org/officeDocument/2006/relationships/customXml" Target="../ink/ink568.xml"/><Relationship Id="rId16" Type="http://schemas.openxmlformats.org/officeDocument/2006/relationships/customXml" Target="../ink/ink476.xml"/><Relationship Id="rId221" Type="http://schemas.openxmlformats.org/officeDocument/2006/relationships/image" Target="../media/image574.png"/><Relationship Id="rId242" Type="http://schemas.openxmlformats.org/officeDocument/2006/relationships/customXml" Target="../ink/ink589.xml"/><Relationship Id="rId37" Type="http://schemas.openxmlformats.org/officeDocument/2006/relationships/image" Target="../media/image483.png"/><Relationship Id="rId58" Type="http://schemas.openxmlformats.org/officeDocument/2006/relationships/customXml" Target="../ink/ink497.xml"/><Relationship Id="rId79" Type="http://schemas.openxmlformats.org/officeDocument/2006/relationships/image" Target="../media/image504.png"/><Relationship Id="rId102" Type="http://schemas.openxmlformats.org/officeDocument/2006/relationships/customXml" Target="../ink/ink519.xml"/><Relationship Id="rId123" Type="http://schemas.openxmlformats.org/officeDocument/2006/relationships/image" Target="../media/image526.png"/><Relationship Id="rId144" Type="http://schemas.openxmlformats.org/officeDocument/2006/relationships/customXml" Target="../ink/ink540.xml"/><Relationship Id="rId90" Type="http://schemas.openxmlformats.org/officeDocument/2006/relationships/customXml" Target="../ink/ink513.xml"/><Relationship Id="rId165" Type="http://schemas.openxmlformats.org/officeDocument/2006/relationships/image" Target="../media/image547.png"/><Relationship Id="rId186" Type="http://schemas.openxmlformats.org/officeDocument/2006/relationships/customXml" Target="../ink/ink561.xml"/><Relationship Id="rId211" Type="http://schemas.openxmlformats.org/officeDocument/2006/relationships/image" Target="../media/image569.png"/><Relationship Id="rId232" Type="http://schemas.openxmlformats.org/officeDocument/2006/relationships/customXml" Target="../ink/ink584.xml"/><Relationship Id="rId27" Type="http://schemas.openxmlformats.org/officeDocument/2006/relationships/image" Target="../media/image478.png"/><Relationship Id="rId48" Type="http://schemas.openxmlformats.org/officeDocument/2006/relationships/customXml" Target="../ink/ink492.xml"/><Relationship Id="rId69" Type="http://schemas.openxmlformats.org/officeDocument/2006/relationships/image" Target="../media/image499.png"/><Relationship Id="rId113" Type="http://schemas.openxmlformats.org/officeDocument/2006/relationships/image" Target="../media/image521.png"/><Relationship Id="rId134" Type="http://schemas.openxmlformats.org/officeDocument/2006/relationships/customXml" Target="../ink/ink535.xml"/><Relationship Id="rId80" Type="http://schemas.openxmlformats.org/officeDocument/2006/relationships/customXml" Target="../ink/ink508.xml"/><Relationship Id="rId155" Type="http://schemas.openxmlformats.org/officeDocument/2006/relationships/image" Target="../media/image542.png"/><Relationship Id="rId176" Type="http://schemas.openxmlformats.org/officeDocument/2006/relationships/customXml" Target="../ink/ink556.xml"/><Relationship Id="rId197" Type="http://schemas.openxmlformats.org/officeDocument/2006/relationships/image" Target="../media/image562.png"/><Relationship Id="rId201" Type="http://schemas.openxmlformats.org/officeDocument/2006/relationships/image" Target="../media/image564.png"/><Relationship Id="rId222" Type="http://schemas.openxmlformats.org/officeDocument/2006/relationships/customXml" Target="../ink/ink579.xml"/><Relationship Id="rId243" Type="http://schemas.openxmlformats.org/officeDocument/2006/relationships/image" Target="../media/image585.png"/><Relationship Id="rId17" Type="http://schemas.openxmlformats.org/officeDocument/2006/relationships/image" Target="../media/image473.png"/><Relationship Id="rId38" Type="http://schemas.openxmlformats.org/officeDocument/2006/relationships/customXml" Target="../ink/ink487.xml"/><Relationship Id="rId59" Type="http://schemas.openxmlformats.org/officeDocument/2006/relationships/image" Target="../media/image494.png"/><Relationship Id="rId103" Type="http://schemas.openxmlformats.org/officeDocument/2006/relationships/image" Target="../media/image516.png"/><Relationship Id="rId124" Type="http://schemas.openxmlformats.org/officeDocument/2006/relationships/customXml" Target="../ink/ink530.xml"/><Relationship Id="rId70" Type="http://schemas.openxmlformats.org/officeDocument/2006/relationships/customXml" Target="../ink/ink503.xml"/><Relationship Id="rId91" Type="http://schemas.openxmlformats.org/officeDocument/2006/relationships/image" Target="../media/image510.png"/><Relationship Id="rId145" Type="http://schemas.openxmlformats.org/officeDocument/2006/relationships/image" Target="../media/image537.png"/><Relationship Id="rId166" Type="http://schemas.openxmlformats.org/officeDocument/2006/relationships/customXml" Target="../ink/ink551.xml"/><Relationship Id="rId187" Type="http://schemas.openxmlformats.org/officeDocument/2006/relationships/image" Target="../media/image557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574.xml"/><Relationship Id="rId233" Type="http://schemas.openxmlformats.org/officeDocument/2006/relationships/image" Target="../media/image580.png"/><Relationship Id="rId28" Type="http://schemas.openxmlformats.org/officeDocument/2006/relationships/customXml" Target="../ink/ink482.xml"/><Relationship Id="rId49" Type="http://schemas.openxmlformats.org/officeDocument/2006/relationships/image" Target="../media/image489.png"/><Relationship Id="rId114" Type="http://schemas.openxmlformats.org/officeDocument/2006/relationships/customXml" Target="../ink/ink525.xml"/><Relationship Id="rId60" Type="http://schemas.openxmlformats.org/officeDocument/2006/relationships/customXml" Target="../ink/ink498.xml"/><Relationship Id="rId81" Type="http://schemas.openxmlformats.org/officeDocument/2006/relationships/image" Target="../media/image505.png"/><Relationship Id="rId135" Type="http://schemas.openxmlformats.org/officeDocument/2006/relationships/image" Target="../media/image532.png"/><Relationship Id="rId156" Type="http://schemas.openxmlformats.org/officeDocument/2006/relationships/customXml" Target="../ink/ink546.xml"/><Relationship Id="rId177" Type="http://schemas.openxmlformats.org/officeDocument/2006/relationships/image" Target="../media/image552.png"/><Relationship Id="rId198" Type="http://schemas.openxmlformats.org/officeDocument/2006/relationships/customXml" Target="../ink/ink567.xml"/><Relationship Id="rId202" Type="http://schemas.openxmlformats.org/officeDocument/2006/relationships/customXml" Target="../ink/ink569.xml"/><Relationship Id="rId223" Type="http://schemas.openxmlformats.org/officeDocument/2006/relationships/image" Target="../media/image575.png"/><Relationship Id="rId244" Type="http://schemas.openxmlformats.org/officeDocument/2006/relationships/customXml" Target="../ink/ink590.xml"/><Relationship Id="rId18" Type="http://schemas.openxmlformats.org/officeDocument/2006/relationships/customXml" Target="../ink/ink477.xml"/><Relationship Id="rId39" Type="http://schemas.openxmlformats.org/officeDocument/2006/relationships/image" Target="../media/image484.png"/><Relationship Id="rId50" Type="http://schemas.openxmlformats.org/officeDocument/2006/relationships/customXml" Target="../ink/ink493.xml"/><Relationship Id="rId104" Type="http://schemas.openxmlformats.org/officeDocument/2006/relationships/customXml" Target="../ink/ink520.xml"/><Relationship Id="rId125" Type="http://schemas.openxmlformats.org/officeDocument/2006/relationships/image" Target="../media/image527.png"/><Relationship Id="rId146" Type="http://schemas.openxmlformats.org/officeDocument/2006/relationships/customXml" Target="../ink/ink541.xml"/><Relationship Id="rId167" Type="http://schemas.openxmlformats.org/officeDocument/2006/relationships/image" Target="../media/image548.png"/><Relationship Id="rId188" Type="http://schemas.openxmlformats.org/officeDocument/2006/relationships/customXml" Target="../ink/ink562.xml"/><Relationship Id="rId71" Type="http://schemas.openxmlformats.org/officeDocument/2006/relationships/image" Target="../media/image500.png"/><Relationship Id="rId92" Type="http://schemas.openxmlformats.org/officeDocument/2006/relationships/customXml" Target="../ink/ink514.xml"/><Relationship Id="rId213" Type="http://schemas.openxmlformats.org/officeDocument/2006/relationships/image" Target="../media/image570.png"/><Relationship Id="rId234" Type="http://schemas.openxmlformats.org/officeDocument/2006/relationships/customXml" Target="../ink/ink585.xml"/><Relationship Id="rId2" Type="http://schemas.openxmlformats.org/officeDocument/2006/relationships/customXml" Target="../ink/ink469.xml"/><Relationship Id="rId29" Type="http://schemas.openxmlformats.org/officeDocument/2006/relationships/image" Target="../media/image479.png"/><Relationship Id="rId40" Type="http://schemas.openxmlformats.org/officeDocument/2006/relationships/customXml" Target="../ink/ink488.xml"/><Relationship Id="rId115" Type="http://schemas.openxmlformats.org/officeDocument/2006/relationships/image" Target="../media/image522.png"/><Relationship Id="rId136" Type="http://schemas.openxmlformats.org/officeDocument/2006/relationships/customXml" Target="../ink/ink536.xml"/><Relationship Id="rId157" Type="http://schemas.openxmlformats.org/officeDocument/2006/relationships/image" Target="../media/image543.png"/><Relationship Id="rId178" Type="http://schemas.openxmlformats.org/officeDocument/2006/relationships/customXml" Target="../ink/ink557.xml"/><Relationship Id="rId61" Type="http://schemas.openxmlformats.org/officeDocument/2006/relationships/image" Target="../media/image495.png"/><Relationship Id="rId82" Type="http://schemas.openxmlformats.org/officeDocument/2006/relationships/customXml" Target="../ink/ink509.xml"/><Relationship Id="rId199" Type="http://schemas.openxmlformats.org/officeDocument/2006/relationships/image" Target="../media/image563.png"/><Relationship Id="rId203" Type="http://schemas.openxmlformats.org/officeDocument/2006/relationships/image" Target="../media/image565.png"/><Relationship Id="rId19" Type="http://schemas.openxmlformats.org/officeDocument/2006/relationships/image" Target="../media/image474.png"/><Relationship Id="rId224" Type="http://schemas.openxmlformats.org/officeDocument/2006/relationships/customXml" Target="../ink/ink580.xml"/><Relationship Id="rId245" Type="http://schemas.openxmlformats.org/officeDocument/2006/relationships/image" Target="../media/image586.png"/><Relationship Id="rId30" Type="http://schemas.openxmlformats.org/officeDocument/2006/relationships/customXml" Target="../ink/ink483.xml"/><Relationship Id="rId105" Type="http://schemas.openxmlformats.org/officeDocument/2006/relationships/image" Target="../media/image517.png"/><Relationship Id="rId126" Type="http://schemas.openxmlformats.org/officeDocument/2006/relationships/customXml" Target="../ink/ink531.xml"/><Relationship Id="rId147" Type="http://schemas.openxmlformats.org/officeDocument/2006/relationships/image" Target="../media/image538.png"/><Relationship Id="rId168" Type="http://schemas.openxmlformats.org/officeDocument/2006/relationships/customXml" Target="../ink/ink552.xml"/><Relationship Id="rId51" Type="http://schemas.openxmlformats.org/officeDocument/2006/relationships/image" Target="../media/image490.png"/><Relationship Id="rId72" Type="http://schemas.openxmlformats.org/officeDocument/2006/relationships/customXml" Target="../ink/ink504.xml"/><Relationship Id="rId93" Type="http://schemas.openxmlformats.org/officeDocument/2006/relationships/image" Target="../media/image511.png"/><Relationship Id="rId189" Type="http://schemas.openxmlformats.org/officeDocument/2006/relationships/image" Target="../media/image558.png"/><Relationship Id="rId3" Type="http://schemas.openxmlformats.org/officeDocument/2006/relationships/image" Target="../media/image466.png"/><Relationship Id="rId214" Type="http://schemas.openxmlformats.org/officeDocument/2006/relationships/customXml" Target="../ink/ink575.xml"/><Relationship Id="rId235" Type="http://schemas.openxmlformats.org/officeDocument/2006/relationships/image" Target="../media/image581.png"/><Relationship Id="rId116" Type="http://schemas.openxmlformats.org/officeDocument/2006/relationships/customXml" Target="../ink/ink526.xml"/><Relationship Id="rId137" Type="http://schemas.openxmlformats.org/officeDocument/2006/relationships/image" Target="../media/image533.png"/><Relationship Id="rId158" Type="http://schemas.openxmlformats.org/officeDocument/2006/relationships/customXml" Target="../ink/ink547.xml"/><Relationship Id="rId20" Type="http://schemas.openxmlformats.org/officeDocument/2006/relationships/customXml" Target="../ink/ink478.xml"/><Relationship Id="rId41" Type="http://schemas.openxmlformats.org/officeDocument/2006/relationships/image" Target="../media/image485.png"/><Relationship Id="rId62" Type="http://schemas.openxmlformats.org/officeDocument/2006/relationships/customXml" Target="../ink/ink499.xml"/><Relationship Id="rId83" Type="http://schemas.openxmlformats.org/officeDocument/2006/relationships/image" Target="../media/image506.png"/><Relationship Id="rId179" Type="http://schemas.openxmlformats.org/officeDocument/2006/relationships/image" Target="../media/image553.png"/><Relationship Id="rId190" Type="http://schemas.openxmlformats.org/officeDocument/2006/relationships/customXml" Target="../ink/ink563.xml"/><Relationship Id="rId204" Type="http://schemas.openxmlformats.org/officeDocument/2006/relationships/customXml" Target="../ink/ink570.xml"/><Relationship Id="rId225" Type="http://schemas.openxmlformats.org/officeDocument/2006/relationships/image" Target="../media/image576.png"/><Relationship Id="rId246" Type="http://schemas.openxmlformats.org/officeDocument/2006/relationships/customXml" Target="../ink/ink591.xml"/><Relationship Id="rId106" Type="http://schemas.openxmlformats.org/officeDocument/2006/relationships/customXml" Target="../ink/ink521.xml"/><Relationship Id="rId127" Type="http://schemas.openxmlformats.org/officeDocument/2006/relationships/image" Target="../media/image528.png"/><Relationship Id="rId10" Type="http://schemas.openxmlformats.org/officeDocument/2006/relationships/customXml" Target="../ink/ink473.xml"/><Relationship Id="rId31" Type="http://schemas.openxmlformats.org/officeDocument/2006/relationships/image" Target="../media/image480.png"/><Relationship Id="rId52" Type="http://schemas.openxmlformats.org/officeDocument/2006/relationships/customXml" Target="../ink/ink494.xml"/><Relationship Id="rId73" Type="http://schemas.openxmlformats.org/officeDocument/2006/relationships/image" Target="../media/image501.png"/><Relationship Id="rId94" Type="http://schemas.openxmlformats.org/officeDocument/2006/relationships/customXml" Target="../ink/ink515.xml"/><Relationship Id="rId148" Type="http://schemas.openxmlformats.org/officeDocument/2006/relationships/customXml" Target="../ink/ink542.xml"/><Relationship Id="rId169" Type="http://schemas.openxmlformats.org/officeDocument/2006/relationships/image" Target="../media/image402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6.png"/><Relationship Id="rId299" Type="http://schemas.openxmlformats.org/officeDocument/2006/relationships/image" Target="../media/image736.png"/><Relationship Id="rId21" Type="http://schemas.openxmlformats.org/officeDocument/2006/relationships/image" Target="../media/image599.png"/><Relationship Id="rId63" Type="http://schemas.openxmlformats.org/officeDocument/2006/relationships/image" Target="../media/image619.png"/><Relationship Id="rId159" Type="http://schemas.openxmlformats.org/officeDocument/2006/relationships/image" Target="../media/image667.png"/><Relationship Id="rId324" Type="http://schemas.openxmlformats.org/officeDocument/2006/relationships/customXml" Target="../ink/ink756.xml"/><Relationship Id="rId366" Type="http://schemas.openxmlformats.org/officeDocument/2006/relationships/customXml" Target="../ink/ink777.xml"/><Relationship Id="rId170" Type="http://schemas.openxmlformats.org/officeDocument/2006/relationships/customXml" Target="../ink/ink678.xml"/><Relationship Id="rId226" Type="http://schemas.openxmlformats.org/officeDocument/2006/relationships/image" Target="../media/image700.png"/><Relationship Id="rId433" Type="http://schemas.openxmlformats.org/officeDocument/2006/relationships/customXml" Target="../ink/ink811.xml"/><Relationship Id="rId268" Type="http://schemas.openxmlformats.org/officeDocument/2006/relationships/customXml" Target="../ink/ink728.xml"/><Relationship Id="rId32" Type="http://schemas.openxmlformats.org/officeDocument/2006/relationships/customXml" Target="../ink/ink609.xml"/><Relationship Id="rId74" Type="http://schemas.openxmlformats.org/officeDocument/2006/relationships/customXml" Target="../ink/ink630.xml"/><Relationship Id="rId128" Type="http://schemas.openxmlformats.org/officeDocument/2006/relationships/customXml" Target="../ink/ink657.xml"/><Relationship Id="rId335" Type="http://schemas.openxmlformats.org/officeDocument/2006/relationships/image" Target="../media/image754.png"/><Relationship Id="rId377" Type="http://schemas.openxmlformats.org/officeDocument/2006/relationships/image" Target="../media/image775.png"/><Relationship Id="rId5" Type="http://schemas.openxmlformats.org/officeDocument/2006/relationships/image" Target="../media/image591.png"/><Relationship Id="rId181" Type="http://schemas.openxmlformats.org/officeDocument/2006/relationships/customXml" Target="../ink/ink684.xml"/><Relationship Id="rId237" Type="http://schemas.openxmlformats.org/officeDocument/2006/relationships/customXml" Target="../ink/ink712.xml"/><Relationship Id="rId402" Type="http://schemas.openxmlformats.org/officeDocument/2006/relationships/customXml" Target="../ink/ink795.xml"/><Relationship Id="rId279" Type="http://schemas.openxmlformats.org/officeDocument/2006/relationships/image" Target="../media/image726.png"/><Relationship Id="rId444" Type="http://schemas.openxmlformats.org/officeDocument/2006/relationships/image" Target="../media/image808.png"/><Relationship Id="rId43" Type="http://schemas.openxmlformats.org/officeDocument/2006/relationships/image" Target="../media/image609.png"/><Relationship Id="rId139" Type="http://schemas.openxmlformats.org/officeDocument/2006/relationships/image" Target="../media/image657.png"/><Relationship Id="rId290" Type="http://schemas.openxmlformats.org/officeDocument/2006/relationships/customXml" Target="../ink/ink739.xml"/><Relationship Id="rId304" Type="http://schemas.openxmlformats.org/officeDocument/2006/relationships/customXml" Target="../ink/ink746.xml"/><Relationship Id="rId346" Type="http://schemas.openxmlformats.org/officeDocument/2006/relationships/customXml" Target="../ink/ink767.xml"/><Relationship Id="rId388" Type="http://schemas.openxmlformats.org/officeDocument/2006/relationships/customXml" Target="../ink/ink788.xml"/><Relationship Id="rId85" Type="http://schemas.openxmlformats.org/officeDocument/2006/relationships/image" Target="../media/image630.png"/><Relationship Id="rId150" Type="http://schemas.openxmlformats.org/officeDocument/2006/relationships/customXml" Target="../ink/ink668.xml"/><Relationship Id="rId192" Type="http://schemas.openxmlformats.org/officeDocument/2006/relationships/image" Target="../media/image683.png"/><Relationship Id="rId206" Type="http://schemas.openxmlformats.org/officeDocument/2006/relationships/image" Target="../media/image690.png"/><Relationship Id="rId413" Type="http://schemas.openxmlformats.org/officeDocument/2006/relationships/customXml" Target="../ink/ink801.xml"/><Relationship Id="rId248" Type="http://schemas.openxmlformats.org/officeDocument/2006/relationships/image" Target="../media/image711.png"/><Relationship Id="rId455" Type="http://schemas.openxmlformats.org/officeDocument/2006/relationships/customXml" Target="../ink/ink822.xml"/><Relationship Id="rId12" Type="http://schemas.openxmlformats.org/officeDocument/2006/relationships/customXml" Target="../ink/ink599.xml"/><Relationship Id="rId108" Type="http://schemas.openxmlformats.org/officeDocument/2006/relationships/customXml" Target="../ink/ink647.xml"/><Relationship Id="rId315" Type="http://schemas.openxmlformats.org/officeDocument/2006/relationships/image" Target="../media/image744.png"/><Relationship Id="rId357" Type="http://schemas.openxmlformats.org/officeDocument/2006/relationships/image" Target="../media/image765.png"/><Relationship Id="rId54" Type="http://schemas.openxmlformats.org/officeDocument/2006/relationships/customXml" Target="../ink/ink620.xml"/><Relationship Id="rId96" Type="http://schemas.openxmlformats.org/officeDocument/2006/relationships/customXml" Target="../ink/ink641.xml"/><Relationship Id="rId161" Type="http://schemas.openxmlformats.org/officeDocument/2006/relationships/image" Target="../media/image668.png"/><Relationship Id="rId217" Type="http://schemas.openxmlformats.org/officeDocument/2006/relationships/customXml" Target="../ink/ink702.xml"/><Relationship Id="rId399" Type="http://schemas.openxmlformats.org/officeDocument/2006/relationships/image" Target="../media/image786.png"/><Relationship Id="rId259" Type="http://schemas.openxmlformats.org/officeDocument/2006/relationships/customXml" Target="../ink/ink723.xml"/><Relationship Id="rId424" Type="http://schemas.openxmlformats.org/officeDocument/2006/relationships/image" Target="../media/image798.png"/><Relationship Id="rId466" Type="http://schemas.openxmlformats.org/officeDocument/2006/relationships/image" Target="../media/image819.png"/><Relationship Id="rId23" Type="http://schemas.openxmlformats.org/officeDocument/2006/relationships/image" Target="../media/image600.png"/><Relationship Id="rId119" Type="http://schemas.openxmlformats.org/officeDocument/2006/relationships/image" Target="../media/image647.png"/><Relationship Id="rId270" Type="http://schemas.openxmlformats.org/officeDocument/2006/relationships/customXml" Target="../ink/ink729.xml"/><Relationship Id="rId326" Type="http://schemas.openxmlformats.org/officeDocument/2006/relationships/customXml" Target="../ink/ink757.xml"/><Relationship Id="rId65" Type="http://schemas.openxmlformats.org/officeDocument/2006/relationships/image" Target="../media/image620.png"/><Relationship Id="rId130" Type="http://schemas.openxmlformats.org/officeDocument/2006/relationships/customXml" Target="../ink/ink658.xml"/><Relationship Id="rId368" Type="http://schemas.openxmlformats.org/officeDocument/2006/relationships/customXml" Target="../ink/ink778.xml"/><Relationship Id="rId172" Type="http://schemas.openxmlformats.org/officeDocument/2006/relationships/customXml" Target="../ink/ink679.xml"/><Relationship Id="rId228" Type="http://schemas.openxmlformats.org/officeDocument/2006/relationships/image" Target="../media/image701.png"/><Relationship Id="rId435" Type="http://schemas.openxmlformats.org/officeDocument/2006/relationships/customXml" Target="../ink/ink812.xml"/><Relationship Id="rId281" Type="http://schemas.openxmlformats.org/officeDocument/2006/relationships/image" Target="../media/image727.png"/><Relationship Id="rId337" Type="http://schemas.openxmlformats.org/officeDocument/2006/relationships/image" Target="../media/image755.png"/><Relationship Id="rId34" Type="http://schemas.openxmlformats.org/officeDocument/2006/relationships/customXml" Target="../ink/ink610.xml"/><Relationship Id="rId76" Type="http://schemas.openxmlformats.org/officeDocument/2006/relationships/customXml" Target="../ink/ink631.xml"/><Relationship Id="rId141" Type="http://schemas.openxmlformats.org/officeDocument/2006/relationships/image" Target="../media/image658.png"/><Relationship Id="rId379" Type="http://schemas.openxmlformats.org/officeDocument/2006/relationships/image" Target="../media/image776.png"/><Relationship Id="rId7" Type="http://schemas.openxmlformats.org/officeDocument/2006/relationships/image" Target="../media/image592.png"/><Relationship Id="rId183" Type="http://schemas.openxmlformats.org/officeDocument/2006/relationships/customXml" Target="../ink/ink685.xml"/><Relationship Id="rId239" Type="http://schemas.openxmlformats.org/officeDocument/2006/relationships/customXml" Target="../ink/ink713.xml"/><Relationship Id="rId390" Type="http://schemas.openxmlformats.org/officeDocument/2006/relationships/customXml" Target="../ink/ink789.xml"/><Relationship Id="rId404" Type="http://schemas.openxmlformats.org/officeDocument/2006/relationships/customXml" Target="../ink/ink796.xml"/><Relationship Id="rId446" Type="http://schemas.openxmlformats.org/officeDocument/2006/relationships/image" Target="../media/image809.png"/><Relationship Id="rId250" Type="http://schemas.openxmlformats.org/officeDocument/2006/relationships/image" Target="../media/image712.png"/><Relationship Id="rId292" Type="http://schemas.openxmlformats.org/officeDocument/2006/relationships/customXml" Target="../ink/ink740.xml"/><Relationship Id="rId306" Type="http://schemas.openxmlformats.org/officeDocument/2006/relationships/customXml" Target="../ink/ink747.xml"/><Relationship Id="rId45" Type="http://schemas.openxmlformats.org/officeDocument/2006/relationships/image" Target="../media/image610.png"/><Relationship Id="rId87" Type="http://schemas.openxmlformats.org/officeDocument/2006/relationships/image" Target="../media/image631.png"/><Relationship Id="rId110" Type="http://schemas.openxmlformats.org/officeDocument/2006/relationships/customXml" Target="../ink/ink648.xml"/><Relationship Id="rId348" Type="http://schemas.openxmlformats.org/officeDocument/2006/relationships/customXml" Target="../ink/ink768.xml"/><Relationship Id="rId152" Type="http://schemas.openxmlformats.org/officeDocument/2006/relationships/customXml" Target="../ink/ink669.xml"/><Relationship Id="rId194" Type="http://schemas.openxmlformats.org/officeDocument/2006/relationships/image" Target="../media/image684.png"/><Relationship Id="rId208" Type="http://schemas.openxmlformats.org/officeDocument/2006/relationships/image" Target="../media/image691.png"/><Relationship Id="rId415" Type="http://schemas.openxmlformats.org/officeDocument/2006/relationships/customXml" Target="../ink/ink802.xml"/><Relationship Id="rId457" Type="http://schemas.openxmlformats.org/officeDocument/2006/relationships/customXml" Target="../ink/ink823.xml"/><Relationship Id="rId261" Type="http://schemas.openxmlformats.org/officeDocument/2006/relationships/customXml" Target="../ink/ink724.xml"/><Relationship Id="rId14" Type="http://schemas.openxmlformats.org/officeDocument/2006/relationships/customXml" Target="../ink/ink600.xml"/><Relationship Id="rId56" Type="http://schemas.openxmlformats.org/officeDocument/2006/relationships/customXml" Target="../ink/ink621.xml"/><Relationship Id="rId317" Type="http://schemas.openxmlformats.org/officeDocument/2006/relationships/image" Target="../media/image745.png"/><Relationship Id="rId359" Type="http://schemas.openxmlformats.org/officeDocument/2006/relationships/image" Target="../media/image766.png"/><Relationship Id="rId98" Type="http://schemas.openxmlformats.org/officeDocument/2006/relationships/customXml" Target="../ink/ink642.xml"/><Relationship Id="rId121" Type="http://schemas.openxmlformats.org/officeDocument/2006/relationships/image" Target="../media/image648.png"/><Relationship Id="rId163" Type="http://schemas.openxmlformats.org/officeDocument/2006/relationships/image" Target="../media/image669.png"/><Relationship Id="rId219" Type="http://schemas.openxmlformats.org/officeDocument/2006/relationships/customXml" Target="../ink/ink703.xml"/><Relationship Id="rId370" Type="http://schemas.openxmlformats.org/officeDocument/2006/relationships/customXml" Target="../ink/ink779.xml"/><Relationship Id="rId426" Type="http://schemas.openxmlformats.org/officeDocument/2006/relationships/image" Target="../media/image799.png"/><Relationship Id="rId230" Type="http://schemas.openxmlformats.org/officeDocument/2006/relationships/image" Target="../media/image702.png"/><Relationship Id="rId468" Type="http://schemas.openxmlformats.org/officeDocument/2006/relationships/image" Target="../media/image820.png"/><Relationship Id="rId25" Type="http://schemas.openxmlformats.org/officeDocument/2006/relationships/image" Target="../media/image601.png"/><Relationship Id="rId67" Type="http://schemas.openxmlformats.org/officeDocument/2006/relationships/image" Target="../media/image621.png"/><Relationship Id="rId272" Type="http://schemas.openxmlformats.org/officeDocument/2006/relationships/customXml" Target="../ink/ink730.xml"/><Relationship Id="rId328" Type="http://schemas.openxmlformats.org/officeDocument/2006/relationships/customXml" Target="../ink/ink758.xml"/><Relationship Id="rId132" Type="http://schemas.openxmlformats.org/officeDocument/2006/relationships/customXml" Target="../ink/ink659.xml"/><Relationship Id="rId174" Type="http://schemas.openxmlformats.org/officeDocument/2006/relationships/customXml" Target="../ink/ink680.xml"/><Relationship Id="rId381" Type="http://schemas.openxmlformats.org/officeDocument/2006/relationships/image" Target="../media/image777.png"/><Relationship Id="rId241" Type="http://schemas.openxmlformats.org/officeDocument/2006/relationships/customXml" Target="../ink/ink714.xml"/><Relationship Id="rId437" Type="http://schemas.openxmlformats.org/officeDocument/2006/relationships/customXml" Target="../ink/ink813.xml"/><Relationship Id="rId36" Type="http://schemas.openxmlformats.org/officeDocument/2006/relationships/customXml" Target="../ink/ink611.xml"/><Relationship Id="rId283" Type="http://schemas.openxmlformats.org/officeDocument/2006/relationships/image" Target="../media/image728.png"/><Relationship Id="rId339" Type="http://schemas.openxmlformats.org/officeDocument/2006/relationships/image" Target="../media/image756.png"/><Relationship Id="rId78" Type="http://schemas.openxmlformats.org/officeDocument/2006/relationships/customXml" Target="../ink/ink632.xml"/><Relationship Id="rId101" Type="http://schemas.openxmlformats.org/officeDocument/2006/relationships/image" Target="../media/image638.png"/><Relationship Id="rId143" Type="http://schemas.openxmlformats.org/officeDocument/2006/relationships/image" Target="../media/image659.png"/><Relationship Id="rId185" Type="http://schemas.openxmlformats.org/officeDocument/2006/relationships/customXml" Target="../ink/ink686.xml"/><Relationship Id="rId350" Type="http://schemas.openxmlformats.org/officeDocument/2006/relationships/customXml" Target="../ink/ink769.xml"/><Relationship Id="rId406" Type="http://schemas.openxmlformats.org/officeDocument/2006/relationships/image" Target="../media/image789.png"/><Relationship Id="rId9" Type="http://schemas.openxmlformats.org/officeDocument/2006/relationships/image" Target="../media/image593.png"/><Relationship Id="rId210" Type="http://schemas.openxmlformats.org/officeDocument/2006/relationships/image" Target="../media/image692.png"/><Relationship Id="rId392" Type="http://schemas.openxmlformats.org/officeDocument/2006/relationships/customXml" Target="../ink/ink790.xml"/><Relationship Id="rId448" Type="http://schemas.openxmlformats.org/officeDocument/2006/relationships/image" Target="../media/image810.png"/><Relationship Id="rId252" Type="http://schemas.openxmlformats.org/officeDocument/2006/relationships/image" Target="../media/image713.png"/><Relationship Id="rId294" Type="http://schemas.openxmlformats.org/officeDocument/2006/relationships/customXml" Target="../ink/ink741.xml"/><Relationship Id="rId308" Type="http://schemas.openxmlformats.org/officeDocument/2006/relationships/customXml" Target="../ink/ink748.xml"/><Relationship Id="rId47" Type="http://schemas.openxmlformats.org/officeDocument/2006/relationships/image" Target="../media/image611.png"/><Relationship Id="rId89" Type="http://schemas.openxmlformats.org/officeDocument/2006/relationships/image" Target="../media/image632.png"/><Relationship Id="rId112" Type="http://schemas.openxmlformats.org/officeDocument/2006/relationships/customXml" Target="../ink/ink649.xml"/><Relationship Id="rId154" Type="http://schemas.openxmlformats.org/officeDocument/2006/relationships/customXml" Target="../ink/ink670.xml"/><Relationship Id="rId361" Type="http://schemas.openxmlformats.org/officeDocument/2006/relationships/image" Target="../media/image767.png"/><Relationship Id="rId196" Type="http://schemas.openxmlformats.org/officeDocument/2006/relationships/image" Target="../media/image685.png"/><Relationship Id="rId417" Type="http://schemas.openxmlformats.org/officeDocument/2006/relationships/customXml" Target="../ink/ink803.xml"/><Relationship Id="rId459" Type="http://schemas.openxmlformats.org/officeDocument/2006/relationships/customXml" Target="../ink/ink824.xml"/><Relationship Id="rId16" Type="http://schemas.openxmlformats.org/officeDocument/2006/relationships/customXml" Target="../ink/ink601.xml"/><Relationship Id="rId221" Type="http://schemas.openxmlformats.org/officeDocument/2006/relationships/customXml" Target="../ink/ink704.xml"/><Relationship Id="rId263" Type="http://schemas.openxmlformats.org/officeDocument/2006/relationships/image" Target="../media/image718.png"/><Relationship Id="rId319" Type="http://schemas.openxmlformats.org/officeDocument/2006/relationships/image" Target="../media/image746.png"/><Relationship Id="rId470" Type="http://schemas.openxmlformats.org/officeDocument/2006/relationships/image" Target="../media/image821.png"/><Relationship Id="rId58" Type="http://schemas.openxmlformats.org/officeDocument/2006/relationships/customXml" Target="../ink/ink622.xml"/><Relationship Id="rId123" Type="http://schemas.openxmlformats.org/officeDocument/2006/relationships/image" Target="../media/image649.png"/><Relationship Id="rId330" Type="http://schemas.openxmlformats.org/officeDocument/2006/relationships/customXml" Target="../ink/ink759.xml"/><Relationship Id="rId165" Type="http://schemas.openxmlformats.org/officeDocument/2006/relationships/image" Target="../media/image670.png"/><Relationship Id="rId372" Type="http://schemas.openxmlformats.org/officeDocument/2006/relationships/customXml" Target="../ink/ink780.xml"/><Relationship Id="rId428" Type="http://schemas.openxmlformats.org/officeDocument/2006/relationships/image" Target="../media/image800.png"/><Relationship Id="rId232" Type="http://schemas.openxmlformats.org/officeDocument/2006/relationships/image" Target="../media/image703.png"/><Relationship Id="rId274" Type="http://schemas.openxmlformats.org/officeDocument/2006/relationships/customXml" Target="../ink/ink731.xml"/><Relationship Id="rId27" Type="http://schemas.openxmlformats.org/officeDocument/2006/relationships/image" Target="../media/image602.png"/><Relationship Id="rId69" Type="http://schemas.openxmlformats.org/officeDocument/2006/relationships/image" Target="../media/image622.png"/><Relationship Id="rId134" Type="http://schemas.openxmlformats.org/officeDocument/2006/relationships/customXml" Target="../ink/ink660.xml"/><Relationship Id="rId80" Type="http://schemas.openxmlformats.org/officeDocument/2006/relationships/customXml" Target="../ink/ink633.xml"/><Relationship Id="rId176" Type="http://schemas.openxmlformats.org/officeDocument/2006/relationships/customXml" Target="../ink/ink681.xml"/><Relationship Id="rId341" Type="http://schemas.openxmlformats.org/officeDocument/2006/relationships/image" Target="../media/image757.png"/><Relationship Id="rId383" Type="http://schemas.openxmlformats.org/officeDocument/2006/relationships/image" Target="../media/image778.png"/><Relationship Id="rId439" Type="http://schemas.openxmlformats.org/officeDocument/2006/relationships/customXml" Target="../ink/ink814.xml"/><Relationship Id="rId201" Type="http://schemas.openxmlformats.org/officeDocument/2006/relationships/customXml" Target="../ink/ink694.xml"/><Relationship Id="rId243" Type="http://schemas.openxmlformats.org/officeDocument/2006/relationships/customXml" Target="../ink/ink715.xml"/><Relationship Id="rId285" Type="http://schemas.openxmlformats.org/officeDocument/2006/relationships/image" Target="../media/image729.png"/><Relationship Id="rId450" Type="http://schemas.openxmlformats.org/officeDocument/2006/relationships/image" Target="../media/image811.png"/><Relationship Id="rId38" Type="http://schemas.openxmlformats.org/officeDocument/2006/relationships/customXml" Target="../ink/ink612.xml"/><Relationship Id="rId103" Type="http://schemas.openxmlformats.org/officeDocument/2006/relationships/image" Target="../media/image639.png"/><Relationship Id="rId310" Type="http://schemas.openxmlformats.org/officeDocument/2006/relationships/customXml" Target="../ink/ink749.xml"/><Relationship Id="rId91" Type="http://schemas.openxmlformats.org/officeDocument/2006/relationships/image" Target="../media/image633.png"/><Relationship Id="rId145" Type="http://schemas.openxmlformats.org/officeDocument/2006/relationships/image" Target="../media/image660.png"/><Relationship Id="rId187" Type="http://schemas.openxmlformats.org/officeDocument/2006/relationships/customXml" Target="../ink/ink687.xml"/><Relationship Id="rId352" Type="http://schemas.openxmlformats.org/officeDocument/2006/relationships/customXml" Target="../ink/ink770.xml"/><Relationship Id="rId394" Type="http://schemas.openxmlformats.org/officeDocument/2006/relationships/customXml" Target="../ink/ink791.xml"/><Relationship Id="rId408" Type="http://schemas.openxmlformats.org/officeDocument/2006/relationships/image" Target="../media/image790.png"/><Relationship Id="rId212" Type="http://schemas.openxmlformats.org/officeDocument/2006/relationships/image" Target="../media/image693.png"/><Relationship Id="rId254" Type="http://schemas.openxmlformats.org/officeDocument/2006/relationships/image" Target="../media/image714.png"/><Relationship Id="rId49" Type="http://schemas.openxmlformats.org/officeDocument/2006/relationships/image" Target="../media/image612.png"/><Relationship Id="rId114" Type="http://schemas.openxmlformats.org/officeDocument/2006/relationships/customXml" Target="../ink/ink650.xml"/><Relationship Id="rId296" Type="http://schemas.openxmlformats.org/officeDocument/2006/relationships/customXml" Target="../ink/ink742.xml"/><Relationship Id="rId461" Type="http://schemas.openxmlformats.org/officeDocument/2006/relationships/customXml" Target="../ink/ink825.xml"/><Relationship Id="rId60" Type="http://schemas.openxmlformats.org/officeDocument/2006/relationships/customXml" Target="../ink/ink623.xml"/><Relationship Id="rId156" Type="http://schemas.openxmlformats.org/officeDocument/2006/relationships/customXml" Target="../ink/ink671.xml"/><Relationship Id="rId198" Type="http://schemas.openxmlformats.org/officeDocument/2006/relationships/image" Target="../media/image686.png"/><Relationship Id="rId321" Type="http://schemas.openxmlformats.org/officeDocument/2006/relationships/image" Target="../media/image747.png"/><Relationship Id="rId363" Type="http://schemas.openxmlformats.org/officeDocument/2006/relationships/image" Target="../media/image768.png"/><Relationship Id="rId419" Type="http://schemas.openxmlformats.org/officeDocument/2006/relationships/customXml" Target="../ink/ink804.xml"/><Relationship Id="rId223" Type="http://schemas.openxmlformats.org/officeDocument/2006/relationships/customXml" Target="../ink/ink705.xml"/><Relationship Id="rId430" Type="http://schemas.openxmlformats.org/officeDocument/2006/relationships/image" Target="../media/image801.png"/><Relationship Id="rId18" Type="http://schemas.openxmlformats.org/officeDocument/2006/relationships/customXml" Target="../ink/ink602.xml"/><Relationship Id="rId265" Type="http://schemas.openxmlformats.org/officeDocument/2006/relationships/image" Target="../media/image719.png"/><Relationship Id="rId125" Type="http://schemas.openxmlformats.org/officeDocument/2006/relationships/image" Target="../media/image650.png"/><Relationship Id="rId167" Type="http://schemas.openxmlformats.org/officeDocument/2006/relationships/image" Target="../media/image671.png"/><Relationship Id="rId332" Type="http://schemas.openxmlformats.org/officeDocument/2006/relationships/customXml" Target="../ink/ink760.xml"/><Relationship Id="rId374" Type="http://schemas.openxmlformats.org/officeDocument/2006/relationships/customXml" Target="../ink/ink781.xml"/><Relationship Id="rId71" Type="http://schemas.openxmlformats.org/officeDocument/2006/relationships/image" Target="../media/image623.png"/><Relationship Id="rId234" Type="http://schemas.openxmlformats.org/officeDocument/2006/relationships/image" Target="../media/image704.png"/><Relationship Id="rId2" Type="http://schemas.openxmlformats.org/officeDocument/2006/relationships/customXml" Target="../ink/ink594.xml"/><Relationship Id="rId29" Type="http://schemas.openxmlformats.org/officeDocument/2006/relationships/image" Target="../media/image603.png"/><Relationship Id="rId276" Type="http://schemas.openxmlformats.org/officeDocument/2006/relationships/customXml" Target="../ink/ink732.xml"/><Relationship Id="rId441" Type="http://schemas.openxmlformats.org/officeDocument/2006/relationships/customXml" Target="../ink/ink815.xml"/><Relationship Id="rId40" Type="http://schemas.openxmlformats.org/officeDocument/2006/relationships/customXml" Target="../ink/ink613.xml"/><Relationship Id="rId136" Type="http://schemas.openxmlformats.org/officeDocument/2006/relationships/customXml" Target="../ink/ink661.xml"/><Relationship Id="rId178" Type="http://schemas.openxmlformats.org/officeDocument/2006/relationships/customXml" Target="../ink/ink682.xml"/><Relationship Id="rId301" Type="http://schemas.openxmlformats.org/officeDocument/2006/relationships/image" Target="../media/image737.png"/><Relationship Id="rId343" Type="http://schemas.openxmlformats.org/officeDocument/2006/relationships/image" Target="../media/image758.png"/><Relationship Id="rId82" Type="http://schemas.openxmlformats.org/officeDocument/2006/relationships/customXml" Target="../ink/ink634.xml"/><Relationship Id="rId203" Type="http://schemas.openxmlformats.org/officeDocument/2006/relationships/customXml" Target="../ink/ink695.xml"/><Relationship Id="rId385" Type="http://schemas.openxmlformats.org/officeDocument/2006/relationships/image" Target="../media/image779.png"/><Relationship Id="rId19" Type="http://schemas.openxmlformats.org/officeDocument/2006/relationships/image" Target="../media/image598.png"/><Relationship Id="rId224" Type="http://schemas.openxmlformats.org/officeDocument/2006/relationships/image" Target="../media/image699.png"/><Relationship Id="rId245" Type="http://schemas.openxmlformats.org/officeDocument/2006/relationships/customXml" Target="../ink/ink716.xml"/><Relationship Id="rId266" Type="http://schemas.openxmlformats.org/officeDocument/2006/relationships/customXml" Target="../ink/ink727.xml"/><Relationship Id="rId287" Type="http://schemas.openxmlformats.org/officeDocument/2006/relationships/image" Target="../media/image730.png"/><Relationship Id="rId410" Type="http://schemas.openxmlformats.org/officeDocument/2006/relationships/image" Target="../media/image791.png"/><Relationship Id="rId431" Type="http://schemas.openxmlformats.org/officeDocument/2006/relationships/customXml" Target="../ink/ink810.xml"/><Relationship Id="rId452" Type="http://schemas.openxmlformats.org/officeDocument/2006/relationships/image" Target="../media/image812.png"/><Relationship Id="rId30" Type="http://schemas.openxmlformats.org/officeDocument/2006/relationships/customXml" Target="../ink/ink608.xml"/><Relationship Id="rId105" Type="http://schemas.openxmlformats.org/officeDocument/2006/relationships/image" Target="../media/image640.png"/><Relationship Id="rId126" Type="http://schemas.openxmlformats.org/officeDocument/2006/relationships/customXml" Target="../ink/ink656.xml"/><Relationship Id="rId147" Type="http://schemas.openxmlformats.org/officeDocument/2006/relationships/image" Target="../media/image661.png"/><Relationship Id="rId168" Type="http://schemas.openxmlformats.org/officeDocument/2006/relationships/customXml" Target="../ink/ink677.xml"/><Relationship Id="rId312" Type="http://schemas.openxmlformats.org/officeDocument/2006/relationships/customXml" Target="../ink/ink750.xml"/><Relationship Id="rId333" Type="http://schemas.openxmlformats.org/officeDocument/2006/relationships/image" Target="../media/image753.png"/><Relationship Id="rId354" Type="http://schemas.openxmlformats.org/officeDocument/2006/relationships/customXml" Target="../ink/ink771.xml"/><Relationship Id="rId51" Type="http://schemas.openxmlformats.org/officeDocument/2006/relationships/image" Target="../media/image613.png"/><Relationship Id="rId72" Type="http://schemas.openxmlformats.org/officeDocument/2006/relationships/customXml" Target="../ink/ink629.xml"/><Relationship Id="rId93" Type="http://schemas.openxmlformats.org/officeDocument/2006/relationships/image" Target="../media/image634.png"/><Relationship Id="rId189" Type="http://schemas.openxmlformats.org/officeDocument/2006/relationships/customXml" Target="../ink/ink688.xml"/><Relationship Id="rId375" Type="http://schemas.openxmlformats.org/officeDocument/2006/relationships/image" Target="../media/image774.png"/><Relationship Id="rId396" Type="http://schemas.openxmlformats.org/officeDocument/2006/relationships/customXml" Target="../ink/ink792.xml"/><Relationship Id="rId3" Type="http://schemas.openxmlformats.org/officeDocument/2006/relationships/image" Target="../media/image590.png"/><Relationship Id="rId214" Type="http://schemas.openxmlformats.org/officeDocument/2006/relationships/image" Target="../media/image694.png"/><Relationship Id="rId235" Type="http://schemas.openxmlformats.org/officeDocument/2006/relationships/customXml" Target="../ink/ink711.xml"/><Relationship Id="rId256" Type="http://schemas.openxmlformats.org/officeDocument/2006/relationships/image" Target="../media/image715.png"/><Relationship Id="rId277" Type="http://schemas.openxmlformats.org/officeDocument/2006/relationships/image" Target="../media/image725.png"/><Relationship Id="rId298" Type="http://schemas.openxmlformats.org/officeDocument/2006/relationships/customXml" Target="../ink/ink743.xml"/><Relationship Id="rId400" Type="http://schemas.openxmlformats.org/officeDocument/2006/relationships/customXml" Target="../ink/ink794.xml"/><Relationship Id="rId421" Type="http://schemas.openxmlformats.org/officeDocument/2006/relationships/customXml" Target="../ink/ink805.xml"/><Relationship Id="rId442" Type="http://schemas.openxmlformats.org/officeDocument/2006/relationships/image" Target="../media/image807.png"/><Relationship Id="rId463" Type="http://schemas.openxmlformats.org/officeDocument/2006/relationships/customXml" Target="../ink/ink826.xml"/><Relationship Id="rId116" Type="http://schemas.openxmlformats.org/officeDocument/2006/relationships/customXml" Target="../ink/ink651.xml"/><Relationship Id="rId137" Type="http://schemas.openxmlformats.org/officeDocument/2006/relationships/image" Target="../media/image656.png"/><Relationship Id="rId158" Type="http://schemas.openxmlformats.org/officeDocument/2006/relationships/customXml" Target="../ink/ink672.xml"/><Relationship Id="rId302" Type="http://schemas.openxmlformats.org/officeDocument/2006/relationships/customXml" Target="../ink/ink745.xml"/><Relationship Id="rId323" Type="http://schemas.openxmlformats.org/officeDocument/2006/relationships/image" Target="../media/image748.png"/><Relationship Id="rId344" Type="http://schemas.openxmlformats.org/officeDocument/2006/relationships/customXml" Target="../ink/ink766.xml"/><Relationship Id="rId20" Type="http://schemas.openxmlformats.org/officeDocument/2006/relationships/customXml" Target="../ink/ink603.xml"/><Relationship Id="rId41" Type="http://schemas.openxmlformats.org/officeDocument/2006/relationships/image" Target="../media/image402.png"/><Relationship Id="rId62" Type="http://schemas.openxmlformats.org/officeDocument/2006/relationships/customXml" Target="../ink/ink624.xml"/><Relationship Id="rId83" Type="http://schemas.openxmlformats.org/officeDocument/2006/relationships/image" Target="../media/image629.png"/><Relationship Id="rId179" Type="http://schemas.openxmlformats.org/officeDocument/2006/relationships/image" Target="../media/image677.png"/><Relationship Id="rId365" Type="http://schemas.openxmlformats.org/officeDocument/2006/relationships/image" Target="../media/image769.png"/><Relationship Id="rId386" Type="http://schemas.openxmlformats.org/officeDocument/2006/relationships/customXml" Target="../ink/ink787.xml"/><Relationship Id="rId190" Type="http://schemas.openxmlformats.org/officeDocument/2006/relationships/image" Target="../media/image682.png"/><Relationship Id="rId204" Type="http://schemas.openxmlformats.org/officeDocument/2006/relationships/image" Target="../media/image689.png"/><Relationship Id="rId225" Type="http://schemas.openxmlformats.org/officeDocument/2006/relationships/customXml" Target="../ink/ink706.xml"/><Relationship Id="rId246" Type="http://schemas.openxmlformats.org/officeDocument/2006/relationships/image" Target="../media/image710.png"/><Relationship Id="rId267" Type="http://schemas.openxmlformats.org/officeDocument/2006/relationships/image" Target="../media/image720.png"/><Relationship Id="rId288" Type="http://schemas.openxmlformats.org/officeDocument/2006/relationships/customXml" Target="../ink/ink738.xml"/><Relationship Id="rId411" Type="http://schemas.openxmlformats.org/officeDocument/2006/relationships/customXml" Target="../ink/ink800.xml"/><Relationship Id="rId432" Type="http://schemas.openxmlformats.org/officeDocument/2006/relationships/image" Target="../media/image802.png"/><Relationship Id="rId453" Type="http://schemas.openxmlformats.org/officeDocument/2006/relationships/customXml" Target="../ink/ink821.xml"/><Relationship Id="rId106" Type="http://schemas.openxmlformats.org/officeDocument/2006/relationships/customXml" Target="../ink/ink646.xml"/><Relationship Id="rId127" Type="http://schemas.openxmlformats.org/officeDocument/2006/relationships/image" Target="../media/image651.png"/><Relationship Id="rId313" Type="http://schemas.openxmlformats.org/officeDocument/2006/relationships/image" Target="../media/image743.png"/><Relationship Id="rId10" Type="http://schemas.openxmlformats.org/officeDocument/2006/relationships/customXml" Target="../ink/ink598.xml"/><Relationship Id="rId31" Type="http://schemas.openxmlformats.org/officeDocument/2006/relationships/image" Target="../media/image604.png"/><Relationship Id="rId52" Type="http://schemas.openxmlformats.org/officeDocument/2006/relationships/customXml" Target="../ink/ink619.xml"/><Relationship Id="rId73" Type="http://schemas.openxmlformats.org/officeDocument/2006/relationships/image" Target="../media/image624.png"/><Relationship Id="rId94" Type="http://schemas.openxmlformats.org/officeDocument/2006/relationships/customXml" Target="../ink/ink640.xml"/><Relationship Id="rId148" Type="http://schemas.openxmlformats.org/officeDocument/2006/relationships/customXml" Target="../ink/ink667.xml"/><Relationship Id="rId169" Type="http://schemas.openxmlformats.org/officeDocument/2006/relationships/image" Target="../media/image672.png"/><Relationship Id="rId334" Type="http://schemas.openxmlformats.org/officeDocument/2006/relationships/customXml" Target="../ink/ink761.xml"/><Relationship Id="rId355" Type="http://schemas.openxmlformats.org/officeDocument/2006/relationships/image" Target="../media/image764.png"/><Relationship Id="rId376" Type="http://schemas.openxmlformats.org/officeDocument/2006/relationships/customXml" Target="../ink/ink782.xml"/><Relationship Id="rId397" Type="http://schemas.openxmlformats.org/officeDocument/2006/relationships/image" Target="../media/image785.png"/><Relationship Id="rId4" Type="http://schemas.openxmlformats.org/officeDocument/2006/relationships/customXml" Target="../ink/ink595.xml"/><Relationship Id="rId180" Type="http://schemas.openxmlformats.org/officeDocument/2006/relationships/customXml" Target="../ink/ink683.xml"/><Relationship Id="rId215" Type="http://schemas.openxmlformats.org/officeDocument/2006/relationships/customXml" Target="../ink/ink701.xml"/><Relationship Id="rId236" Type="http://schemas.openxmlformats.org/officeDocument/2006/relationships/image" Target="../media/image705.png"/><Relationship Id="rId257" Type="http://schemas.openxmlformats.org/officeDocument/2006/relationships/customXml" Target="../ink/ink722.xml"/><Relationship Id="rId278" Type="http://schemas.openxmlformats.org/officeDocument/2006/relationships/customXml" Target="../ink/ink733.xml"/><Relationship Id="rId401" Type="http://schemas.openxmlformats.org/officeDocument/2006/relationships/image" Target="../media/image787.png"/><Relationship Id="rId422" Type="http://schemas.openxmlformats.org/officeDocument/2006/relationships/image" Target="../media/image797.png"/><Relationship Id="rId443" Type="http://schemas.openxmlformats.org/officeDocument/2006/relationships/customXml" Target="../ink/ink816.xml"/><Relationship Id="rId464" Type="http://schemas.openxmlformats.org/officeDocument/2006/relationships/image" Target="../media/image818.png"/><Relationship Id="rId303" Type="http://schemas.openxmlformats.org/officeDocument/2006/relationships/image" Target="../media/image738.png"/><Relationship Id="rId42" Type="http://schemas.openxmlformats.org/officeDocument/2006/relationships/customXml" Target="../ink/ink614.xml"/><Relationship Id="rId84" Type="http://schemas.openxmlformats.org/officeDocument/2006/relationships/customXml" Target="../ink/ink635.xml"/><Relationship Id="rId138" Type="http://schemas.openxmlformats.org/officeDocument/2006/relationships/customXml" Target="../ink/ink662.xml"/><Relationship Id="rId345" Type="http://schemas.openxmlformats.org/officeDocument/2006/relationships/image" Target="../media/image759.png"/><Relationship Id="rId387" Type="http://schemas.openxmlformats.org/officeDocument/2006/relationships/image" Target="../media/image780.png"/><Relationship Id="rId191" Type="http://schemas.openxmlformats.org/officeDocument/2006/relationships/customXml" Target="../ink/ink689.xml"/><Relationship Id="rId205" Type="http://schemas.openxmlformats.org/officeDocument/2006/relationships/customXml" Target="../ink/ink696.xml"/><Relationship Id="rId247" Type="http://schemas.openxmlformats.org/officeDocument/2006/relationships/customXml" Target="../ink/ink717.xml"/><Relationship Id="rId412" Type="http://schemas.openxmlformats.org/officeDocument/2006/relationships/image" Target="../media/image792.png"/><Relationship Id="rId107" Type="http://schemas.openxmlformats.org/officeDocument/2006/relationships/image" Target="../media/image641.png"/><Relationship Id="rId289" Type="http://schemas.openxmlformats.org/officeDocument/2006/relationships/image" Target="../media/image731.png"/><Relationship Id="rId454" Type="http://schemas.openxmlformats.org/officeDocument/2006/relationships/image" Target="../media/image813.png"/><Relationship Id="rId11" Type="http://schemas.openxmlformats.org/officeDocument/2006/relationships/image" Target="../media/image594.png"/><Relationship Id="rId53" Type="http://schemas.openxmlformats.org/officeDocument/2006/relationships/image" Target="../media/image614.png"/><Relationship Id="rId149" Type="http://schemas.openxmlformats.org/officeDocument/2006/relationships/image" Target="../media/image662.png"/><Relationship Id="rId314" Type="http://schemas.openxmlformats.org/officeDocument/2006/relationships/customXml" Target="../ink/ink751.xml"/><Relationship Id="rId356" Type="http://schemas.openxmlformats.org/officeDocument/2006/relationships/customXml" Target="../ink/ink772.xml"/><Relationship Id="rId398" Type="http://schemas.openxmlformats.org/officeDocument/2006/relationships/customXml" Target="../ink/ink793.xml"/><Relationship Id="rId95" Type="http://schemas.openxmlformats.org/officeDocument/2006/relationships/image" Target="../media/image635.png"/><Relationship Id="rId160" Type="http://schemas.openxmlformats.org/officeDocument/2006/relationships/customXml" Target="../ink/ink673.xml"/><Relationship Id="rId216" Type="http://schemas.openxmlformats.org/officeDocument/2006/relationships/image" Target="../media/image695.png"/><Relationship Id="rId423" Type="http://schemas.openxmlformats.org/officeDocument/2006/relationships/customXml" Target="../ink/ink806.xml"/><Relationship Id="rId258" Type="http://schemas.openxmlformats.org/officeDocument/2006/relationships/image" Target="../media/image716.png"/><Relationship Id="rId465" Type="http://schemas.openxmlformats.org/officeDocument/2006/relationships/customXml" Target="../ink/ink827.xml"/><Relationship Id="rId22" Type="http://schemas.openxmlformats.org/officeDocument/2006/relationships/customXml" Target="../ink/ink604.xml"/><Relationship Id="rId64" Type="http://schemas.openxmlformats.org/officeDocument/2006/relationships/customXml" Target="../ink/ink625.xml"/><Relationship Id="rId118" Type="http://schemas.openxmlformats.org/officeDocument/2006/relationships/customXml" Target="../ink/ink652.xml"/><Relationship Id="rId325" Type="http://schemas.openxmlformats.org/officeDocument/2006/relationships/image" Target="../media/image749.png"/><Relationship Id="rId367" Type="http://schemas.openxmlformats.org/officeDocument/2006/relationships/image" Target="../media/image770.png"/><Relationship Id="rId171" Type="http://schemas.openxmlformats.org/officeDocument/2006/relationships/image" Target="../media/image673.png"/><Relationship Id="rId227" Type="http://schemas.openxmlformats.org/officeDocument/2006/relationships/customXml" Target="../ink/ink707.xml"/><Relationship Id="rId269" Type="http://schemas.openxmlformats.org/officeDocument/2006/relationships/image" Target="../media/image721.png"/><Relationship Id="rId434" Type="http://schemas.openxmlformats.org/officeDocument/2006/relationships/image" Target="../media/image803.png"/><Relationship Id="rId33" Type="http://schemas.openxmlformats.org/officeDocument/2006/relationships/image" Target="../media/image605.png"/><Relationship Id="rId129" Type="http://schemas.openxmlformats.org/officeDocument/2006/relationships/image" Target="../media/image652.png"/><Relationship Id="rId280" Type="http://schemas.openxmlformats.org/officeDocument/2006/relationships/customXml" Target="../ink/ink734.xml"/><Relationship Id="rId336" Type="http://schemas.openxmlformats.org/officeDocument/2006/relationships/customXml" Target="../ink/ink762.xml"/><Relationship Id="rId75" Type="http://schemas.openxmlformats.org/officeDocument/2006/relationships/image" Target="../media/image625.png"/><Relationship Id="rId140" Type="http://schemas.openxmlformats.org/officeDocument/2006/relationships/customXml" Target="../ink/ink663.xml"/><Relationship Id="rId182" Type="http://schemas.openxmlformats.org/officeDocument/2006/relationships/image" Target="../media/image678.png"/><Relationship Id="rId378" Type="http://schemas.openxmlformats.org/officeDocument/2006/relationships/customXml" Target="../ink/ink783.xml"/><Relationship Id="rId403" Type="http://schemas.openxmlformats.org/officeDocument/2006/relationships/image" Target="../media/image788.png"/><Relationship Id="rId6" Type="http://schemas.openxmlformats.org/officeDocument/2006/relationships/customXml" Target="../ink/ink596.xml"/><Relationship Id="rId238" Type="http://schemas.openxmlformats.org/officeDocument/2006/relationships/image" Target="../media/image706.png"/><Relationship Id="rId445" Type="http://schemas.openxmlformats.org/officeDocument/2006/relationships/customXml" Target="../ink/ink817.xml"/><Relationship Id="rId291" Type="http://schemas.openxmlformats.org/officeDocument/2006/relationships/image" Target="../media/image732.png"/><Relationship Id="rId305" Type="http://schemas.openxmlformats.org/officeDocument/2006/relationships/image" Target="../media/image739.png"/><Relationship Id="rId347" Type="http://schemas.openxmlformats.org/officeDocument/2006/relationships/image" Target="../media/image760.png"/><Relationship Id="rId44" Type="http://schemas.openxmlformats.org/officeDocument/2006/relationships/customXml" Target="../ink/ink615.xml"/><Relationship Id="rId86" Type="http://schemas.openxmlformats.org/officeDocument/2006/relationships/customXml" Target="../ink/ink636.xml"/><Relationship Id="rId151" Type="http://schemas.openxmlformats.org/officeDocument/2006/relationships/image" Target="../media/image663.png"/><Relationship Id="rId389" Type="http://schemas.openxmlformats.org/officeDocument/2006/relationships/image" Target="../media/image781.png"/><Relationship Id="rId193" Type="http://schemas.openxmlformats.org/officeDocument/2006/relationships/customXml" Target="../ink/ink690.xml"/><Relationship Id="rId207" Type="http://schemas.openxmlformats.org/officeDocument/2006/relationships/customXml" Target="../ink/ink697.xml"/><Relationship Id="rId249" Type="http://schemas.openxmlformats.org/officeDocument/2006/relationships/customXml" Target="../ink/ink718.xml"/><Relationship Id="rId414" Type="http://schemas.openxmlformats.org/officeDocument/2006/relationships/image" Target="../media/image793.png"/><Relationship Id="rId456" Type="http://schemas.openxmlformats.org/officeDocument/2006/relationships/image" Target="../media/image814.png"/><Relationship Id="rId13" Type="http://schemas.openxmlformats.org/officeDocument/2006/relationships/image" Target="../media/image595.png"/><Relationship Id="rId109" Type="http://schemas.openxmlformats.org/officeDocument/2006/relationships/image" Target="../media/image642.png"/><Relationship Id="rId260" Type="http://schemas.openxmlformats.org/officeDocument/2006/relationships/image" Target="../media/image717.png"/><Relationship Id="rId316" Type="http://schemas.openxmlformats.org/officeDocument/2006/relationships/customXml" Target="../ink/ink752.xml"/><Relationship Id="rId55" Type="http://schemas.openxmlformats.org/officeDocument/2006/relationships/image" Target="../media/image615.png"/><Relationship Id="rId97" Type="http://schemas.openxmlformats.org/officeDocument/2006/relationships/image" Target="../media/image636.png"/><Relationship Id="rId120" Type="http://schemas.openxmlformats.org/officeDocument/2006/relationships/customXml" Target="../ink/ink653.xml"/><Relationship Id="rId358" Type="http://schemas.openxmlformats.org/officeDocument/2006/relationships/customXml" Target="../ink/ink773.xml"/><Relationship Id="rId162" Type="http://schemas.openxmlformats.org/officeDocument/2006/relationships/customXml" Target="../ink/ink674.xml"/><Relationship Id="rId218" Type="http://schemas.openxmlformats.org/officeDocument/2006/relationships/image" Target="../media/image696.png"/><Relationship Id="rId425" Type="http://schemas.openxmlformats.org/officeDocument/2006/relationships/customXml" Target="../ink/ink807.xml"/><Relationship Id="rId467" Type="http://schemas.openxmlformats.org/officeDocument/2006/relationships/customXml" Target="../ink/ink828.xml"/><Relationship Id="rId271" Type="http://schemas.openxmlformats.org/officeDocument/2006/relationships/image" Target="../media/image722.png"/><Relationship Id="rId24" Type="http://schemas.openxmlformats.org/officeDocument/2006/relationships/customXml" Target="../ink/ink605.xml"/><Relationship Id="rId66" Type="http://schemas.openxmlformats.org/officeDocument/2006/relationships/customXml" Target="../ink/ink626.xml"/><Relationship Id="rId131" Type="http://schemas.openxmlformats.org/officeDocument/2006/relationships/image" Target="../media/image653.png"/><Relationship Id="rId327" Type="http://schemas.openxmlformats.org/officeDocument/2006/relationships/image" Target="../media/image750.png"/><Relationship Id="rId369" Type="http://schemas.openxmlformats.org/officeDocument/2006/relationships/image" Target="../media/image771.png"/><Relationship Id="rId173" Type="http://schemas.openxmlformats.org/officeDocument/2006/relationships/image" Target="../media/image674.png"/><Relationship Id="rId229" Type="http://schemas.openxmlformats.org/officeDocument/2006/relationships/customXml" Target="../ink/ink708.xml"/><Relationship Id="rId380" Type="http://schemas.openxmlformats.org/officeDocument/2006/relationships/customXml" Target="../ink/ink784.xml"/><Relationship Id="rId436" Type="http://schemas.openxmlformats.org/officeDocument/2006/relationships/image" Target="../media/image804.png"/><Relationship Id="rId240" Type="http://schemas.openxmlformats.org/officeDocument/2006/relationships/image" Target="../media/image707.png"/><Relationship Id="rId35" Type="http://schemas.openxmlformats.org/officeDocument/2006/relationships/image" Target="../media/image606.png"/><Relationship Id="rId77" Type="http://schemas.openxmlformats.org/officeDocument/2006/relationships/image" Target="../media/image626.png"/><Relationship Id="rId100" Type="http://schemas.openxmlformats.org/officeDocument/2006/relationships/customXml" Target="../ink/ink643.xml"/><Relationship Id="rId282" Type="http://schemas.openxmlformats.org/officeDocument/2006/relationships/customXml" Target="../ink/ink735.xml"/><Relationship Id="rId338" Type="http://schemas.openxmlformats.org/officeDocument/2006/relationships/customXml" Target="../ink/ink763.xml"/><Relationship Id="rId8" Type="http://schemas.openxmlformats.org/officeDocument/2006/relationships/customXml" Target="../ink/ink597.xml"/><Relationship Id="rId142" Type="http://schemas.openxmlformats.org/officeDocument/2006/relationships/customXml" Target="../ink/ink664.xml"/><Relationship Id="rId184" Type="http://schemas.openxmlformats.org/officeDocument/2006/relationships/image" Target="../media/image679.png"/><Relationship Id="rId391" Type="http://schemas.openxmlformats.org/officeDocument/2006/relationships/image" Target="../media/image782.png"/><Relationship Id="rId405" Type="http://schemas.openxmlformats.org/officeDocument/2006/relationships/customXml" Target="../ink/ink797.xml"/><Relationship Id="rId447" Type="http://schemas.openxmlformats.org/officeDocument/2006/relationships/customXml" Target="../ink/ink818.xml"/><Relationship Id="rId251" Type="http://schemas.openxmlformats.org/officeDocument/2006/relationships/customXml" Target="../ink/ink719.xml"/><Relationship Id="rId46" Type="http://schemas.openxmlformats.org/officeDocument/2006/relationships/customXml" Target="../ink/ink616.xml"/><Relationship Id="rId293" Type="http://schemas.openxmlformats.org/officeDocument/2006/relationships/image" Target="../media/image733.png"/><Relationship Id="rId307" Type="http://schemas.openxmlformats.org/officeDocument/2006/relationships/image" Target="../media/image740.png"/><Relationship Id="rId349" Type="http://schemas.openxmlformats.org/officeDocument/2006/relationships/image" Target="../media/image761.png"/><Relationship Id="rId88" Type="http://schemas.openxmlformats.org/officeDocument/2006/relationships/customXml" Target="../ink/ink637.xml"/><Relationship Id="rId111" Type="http://schemas.openxmlformats.org/officeDocument/2006/relationships/image" Target="../media/image643.png"/><Relationship Id="rId153" Type="http://schemas.openxmlformats.org/officeDocument/2006/relationships/image" Target="../media/image664.png"/><Relationship Id="rId195" Type="http://schemas.openxmlformats.org/officeDocument/2006/relationships/customXml" Target="../ink/ink691.xml"/><Relationship Id="rId209" Type="http://schemas.openxmlformats.org/officeDocument/2006/relationships/customXml" Target="../ink/ink698.xml"/><Relationship Id="rId360" Type="http://schemas.openxmlformats.org/officeDocument/2006/relationships/customXml" Target="../ink/ink774.xml"/><Relationship Id="rId416" Type="http://schemas.openxmlformats.org/officeDocument/2006/relationships/image" Target="../media/image794.png"/><Relationship Id="rId220" Type="http://schemas.openxmlformats.org/officeDocument/2006/relationships/image" Target="../media/image697.png"/><Relationship Id="rId458" Type="http://schemas.openxmlformats.org/officeDocument/2006/relationships/image" Target="../media/image815.png"/><Relationship Id="rId15" Type="http://schemas.openxmlformats.org/officeDocument/2006/relationships/image" Target="../media/image596.png"/><Relationship Id="rId57" Type="http://schemas.openxmlformats.org/officeDocument/2006/relationships/image" Target="../media/image616.png"/><Relationship Id="rId262" Type="http://schemas.openxmlformats.org/officeDocument/2006/relationships/customXml" Target="../ink/ink725.xml"/><Relationship Id="rId318" Type="http://schemas.openxmlformats.org/officeDocument/2006/relationships/customXml" Target="../ink/ink753.xml"/><Relationship Id="rId99" Type="http://schemas.openxmlformats.org/officeDocument/2006/relationships/image" Target="../media/image637.png"/><Relationship Id="rId122" Type="http://schemas.openxmlformats.org/officeDocument/2006/relationships/customXml" Target="../ink/ink654.xml"/><Relationship Id="rId164" Type="http://schemas.openxmlformats.org/officeDocument/2006/relationships/customXml" Target="../ink/ink675.xml"/><Relationship Id="rId371" Type="http://schemas.openxmlformats.org/officeDocument/2006/relationships/image" Target="../media/image772.png"/><Relationship Id="rId427" Type="http://schemas.openxmlformats.org/officeDocument/2006/relationships/customXml" Target="../ink/ink808.xml"/><Relationship Id="rId469" Type="http://schemas.openxmlformats.org/officeDocument/2006/relationships/customXml" Target="../ink/ink829.xml"/><Relationship Id="rId26" Type="http://schemas.openxmlformats.org/officeDocument/2006/relationships/customXml" Target="../ink/ink606.xml"/><Relationship Id="rId231" Type="http://schemas.openxmlformats.org/officeDocument/2006/relationships/customXml" Target="../ink/ink709.xml"/><Relationship Id="rId273" Type="http://schemas.openxmlformats.org/officeDocument/2006/relationships/image" Target="../media/image723.png"/><Relationship Id="rId329" Type="http://schemas.openxmlformats.org/officeDocument/2006/relationships/image" Target="../media/image751.png"/><Relationship Id="rId68" Type="http://schemas.openxmlformats.org/officeDocument/2006/relationships/customXml" Target="../ink/ink627.xml"/><Relationship Id="rId133" Type="http://schemas.openxmlformats.org/officeDocument/2006/relationships/image" Target="../media/image654.png"/><Relationship Id="rId175" Type="http://schemas.openxmlformats.org/officeDocument/2006/relationships/image" Target="../media/image675.png"/><Relationship Id="rId340" Type="http://schemas.openxmlformats.org/officeDocument/2006/relationships/customXml" Target="../ink/ink764.xml"/><Relationship Id="rId200" Type="http://schemas.openxmlformats.org/officeDocument/2006/relationships/image" Target="../media/image687.png"/><Relationship Id="rId382" Type="http://schemas.openxmlformats.org/officeDocument/2006/relationships/customXml" Target="../ink/ink785.xml"/><Relationship Id="rId438" Type="http://schemas.openxmlformats.org/officeDocument/2006/relationships/image" Target="../media/image805.png"/><Relationship Id="rId242" Type="http://schemas.openxmlformats.org/officeDocument/2006/relationships/image" Target="../media/image708.png"/><Relationship Id="rId284" Type="http://schemas.openxmlformats.org/officeDocument/2006/relationships/customXml" Target="../ink/ink736.xml"/><Relationship Id="rId37" Type="http://schemas.openxmlformats.org/officeDocument/2006/relationships/image" Target="../media/image607.png"/><Relationship Id="rId79" Type="http://schemas.openxmlformats.org/officeDocument/2006/relationships/image" Target="../media/image627.png"/><Relationship Id="rId102" Type="http://schemas.openxmlformats.org/officeDocument/2006/relationships/customXml" Target="../ink/ink644.xml"/><Relationship Id="rId144" Type="http://schemas.openxmlformats.org/officeDocument/2006/relationships/customXml" Target="../ink/ink665.xml"/><Relationship Id="rId90" Type="http://schemas.openxmlformats.org/officeDocument/2006/relationships/customXml" Target="../ink/ink638.xml"/><Relationship Id="rId186" Type="http://schemas.openxmlformats.org/officeDocument/2006/relationships/image" Target="../media/image680.png"/><Relationship Id="rId351" Type="http://schemas.openxmlformats.org/officeDocument/2006/relationships/image" Target="../media/image762.png"/><Relationship Id="rId393" Type="http://schemas.openxmlformats.org/officeDocument/2006/relationships/image" Target="../media/image783.png"/><Relationship Id="rId407" Type="http://schemas.openxmlformats.org/officeDocument/2006/relationships/customXml" Target="../ink/ink798.xml"/><Relationship Id="rId449" Type="http://schemas.openxmlformats.org/officeDocument/2006/relationships/customXml" Target="../ink/ink819.xml"/><Relationship Id="rId211" Type="http://schemas.openxmlformats.org/officeDocument/2006/relationships/customXml" Target="../ink/ink699.xml"/><Relationship Id="rId253" Type="http://schemas.openxmlformats.org/officeDocument/2006/relationships/customXml" Target="../ink/ink720.xml"/><Relationship Id="rId295" Type="http://schemas.openxmlformats.org/officeDocument/2006/relationships/image" Target="../media/image734.png"/><Relationship Id="rId309" Type="http://schemas.openxmlformats.org/officeDocument/2006/relationships/image" Target="../media/image741.png"/><Relationship Id="rId460" Type="http://schemas.openxmlformats.org/officeDocument/2006/relationships/image" Target="../media/image816.png"/><Relationship Id="rId48" Type="http://schemas.openxmlformats.org/officeDocument/2006/relationships/customXml" Target="../ink/ink617.xml"/><Relationship Id="rId113" Type="http://schemas.openxmlformats.org/officeDocument/2006/relationships/image" Target="../media/image644.png"/><Relationship Id="rId320" Type="http://schemas.openxmlformats.org/officeDocument/2006/relationships/customXml" Target="../ink/ink754.xml"/><Relationship Id="rId155" Type="http://schemas.openxmlformats.org/officeDocument/2006/relationships/image" Target="../media/image665.png"/><Relationship Id="rId197" Type="http://schemas.openxmlformats.org/officeDocument/2006/relationships/customXml" Target="../ink/ink692.xml"/><Relationship Id="rId362" Type="http://schemas.openxmlformats.org/officeDocument/2006/relationships/customXml" Target="../ink/ink775.xml"/><Relationship Id="rId418" Type="http://schemas.openxmlformats.org/officeDocument/2006/relationships/image" Target="../media/image795.png"/><Relationship Id="rId222" Type="http://schemas.openxmlformats.org/officeDocument/2006/relationships/image" Target="../media/image698.png"/><Relationship Id="rId264" Type="http://schemas.openxmlformats.org/officeDocument/2006/relationships/customXml" Target="../ink/ink726.xml"/><Relationship Id="rId17" Type="http://schemas.openxmlformats.org/officeDocument/2006/relationships/image" Target="../media/image597.png"/><Relationship Id="rId59" Type="http://schemas.openxmlformats.org/officeDocument/2006/relationships/image" Target="../media/image617.png"/><Relationship Id="rId124" Type="http://schemas.openxmlformats.org/officeDocument/2006/relationships/customXml" Target="../ink/ink655.xml"/><Relationship Id="rId70" Type="http://schemas.openxmlformats.org/officeDocument/2006/relationships/customXml" Target="../ink/ink628.xml"/><Relationship Id="rId166" Type="http://schemas.openxmlformats.org/officeDocument/2006/relationships/customXml" Target="../ink/ink676.xml"/><Relationship Id="rId331" Type="http://schemas.openxmlformats.org/officeDocument/2006/relationships/image" Target="../media/image752.png"/><Relationship Id="rId373" Type="http://schemas.openxmlformats.org/officeDocument/2006/relationships/image" Target="../media/image773.png"/><Relationship Id="rId429" Type="http://schemas.openxmlformats.org/officeDocument/2006/relationships/customXml" Target="../ink/ink809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710.xml"/><Relationship Id="rId440" Type="http://schemas.openxmlformats.org/officeDocument/2006/relationships/image" Target="../media/image806.png"/><Relationship Id="rId28" Type="http://schemas.openxmlformats.org/officeDocument/2006/relationships/customXml" Target="../ink/ink607.xml"/><Relationship Id="rId275" Type="http://schemas.openxmlformats.org/officeDocument/2006/relationships/image" Target="../media/image724.png"/><Relationship Id="rId300" Type="http://schemas.openxmlformats.org/officeDocument/2006/relationships/customXml" Target="../ink/ink744.xml"/><Relationship Id="rId81" Type="http://schemas.openxmlformats.org/officeDocument/2006/relationships/image" Target="../media/image628.png"/><Relationship Id="rId135" Type="http://schemas.openxmlformats.org/officeDocument/2006/relationships/image" Target="../media/image655.png"/><Relationship Id="rId177" Type="http://schemas.openxmlformats.org/officeDocument/2006/relationships/image" Target="../media/image676.png"/><Relationship Id="rId342" Type="http://schemas.openxmlformats.org/officeDocument/2006/relationships/customXml" Target="../ink/ink765.xml"/><Relationship Id="rId384" Type="http://schemas.openxmlformats.org/officeDocument/2006/relationships/customXml" Target="../ink/ink786.xml"/><Relationship Id="rId202" Type="http://schemas.openxmlformats.org/officeDocument/2006/relationships/image" Target="../media/image688.png"/><Relationship Id="rId244" Type="http://schemas.openxmlformats.org/officeDocument/2006/relationships/image" Target="../media/image709.png"/><Relationship Id="rId39" Type="http://schemas.openxmlformats.org/officeDocument/2006/relationships/image" Target="../media/image608.png"/><Relationship Id="rId286" Type="http://schemas.openxmlformats.org/officeDocument/2006/relationships/customXml" Target="../ink/ink737.xml"/><Relationship Id="rId451" Type="http://schemas.openxmlformats.org/officeDocument/2006/relationships/customXml" Target="../ink/ink820.xml"/><Relationship Id="rId50" Type="http://schemas.openxmlformats.org/officeDocument/2006/relationships/customXml" Target="../ink/ink618.xml"/><Relationship Id="rId104" Type="http://schemas.openxmlformats.org/officeDocument/2006/relationships/customXml" Target="../ink/ink645.xml"/><Relationship Id="rId146" Type="http://schemas.openxmlformats.org/officeDocument/2006/relationships/customXml" Target="../ink/ink666.xml"/><Relationship Id="rId188" Type="http://schemas.openxmlformats.org/officeDocument/2006/relationships/image" Target="../media/image681.png"/><Relationship Id="rId311" Type="http://schemas.openxmlformats.org/officeDocument/2006/relationships/image" Target="../media/image742.png"/><Relationship Id="rId353" Type="http://schemas.openxmlformats.org/officeDocument/2006/relationships/image" Target="../media/image763.png"/><Relationship Id="rId395" Type="http://schemas.openxmlformats.org/officeDocument/2006/relationships/image" Target="../media/image784.png"/><Relationship Id="rId409" Type="http://schemas.openxmlformats.org/officeDocument/2006/relationships/customXml" Target="../ink/ink799.xml"/><Relationship Id="rId92" Type="http://schemas.openxmlformats.org/officeDocument/2006/relationships/customXml" Target="../ink/ink639.xml"/><Relationship Id="rId213" Type="http://schemas.openxmlformats.org/officeDocument/2006/relationships/customXml" Target="../ink/ink700.xml"/><Relationship Id="rId420" Type="http://schemas.openxmlformats.org/officeDocument/2006/relationships/image" Target="../media/image796.png"/><Relationship Id="rId255" Type="http://schemas.openxmlformats.org/officeDocument/2006/relationships/customXml" Target="../ink/ink721.xml"/><Relationship Id="rId297" Type="http://schemas.openxmlformats.org/officeDocument/2006/relationships/image" Target="../media/image735.png"/><Relationship Id="rId462" Type="http://schemas.openxmlformats.org/officeDocument/2006/relationships/image" Target="../media/image817.png"/><Relationship Id="rId115" Type="http://schemas.openxmlformats.org/officeDocument/2006/relationships/image" Target="../media/image645.png"/><Relationship Id="rId157" Type="http://schemas.openxmlformats.org/officeDocument/2006/relationships/image" Target="../media/image666.png"/><Relationship Id="rId322" Type="http://schemas.openxmlformats.org/officeDocument/2006/relationships/customXml" Target="../ink/ink755.xml"/><Relationship Id="rId364" Type="http://schemas.openxmlformats.org/officeDocument/2006/relationships/customXml" Target="../ink/ink776.xml"/><Relationship Id="rId61" Type="http://schemas.openxmlformats.org/officeDocument/2006/relationships/image" Target="../media/image618.png"/><Relationship Id="rId199" Type="http://schemas.openxmlformats.org/officeDocument/2006/relationships/customXml" Target="../ink/ink693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78.png"/><Relationship Id="rId299" Type="http://schemas.openxmlformats.org/officeDocument/2006/relationships/image" Target="../media/image968.png"/><Relationship Id="rId21" Type="http://schemas.openxmlformats.org/officeDocument/2006/relationships/image" Target="../media/image831.png"/><Relationship Id="rId63" Type="http://schemas.openxmlformats.org/officeDocument/2006/relationships/image" Target="../media/image852.png"/><Relationship Id="rId159" Type="http://schemas.openxmlformats.org/officeDocument/2006/relationships/image" Target="../media/image899.png"/><Relationship Id="rId324" Type="http://schemas.openxmlformats.org/officeDocument/2006/relationships/customXml" Target="../ink/ink992.xml"/><Relationship Id="rId366" Type="http://schemas.openxmlformats.org/officeDocument/2006/relationships/customXml" Target="../ink/ink1013.xml"/><Relationship Id="rId170" Type="http://schemas.openxmlformats.org/officeDocument/2006/relationships/customXml" Target="../ink/ink914.xml"/><Relationship Id="rId226" Type="http://schemas.openxmlformats.org/officeDocument/2006/relationships/customXml" Target="../ink/ink943.xml"/><Relationship Id="rId268" Type="http://schemas.openxmlformats.org/officeDocument/2006/relationships/customXml" Target="../ink/ink964.xml"/><Relationship Id="rId32" Type="http://schemas.openxmlformats.org/officeDocument/2006/relationships/customXml" Target="../ink/ink845.xml"/><Relationship Id="rId74" Type="http://schemas.openxmlformats.org/officeDocument/2006/relationships/customXml" Target="../ink/ink866.xml"/><Relationship Id="rId128" Type="http://schemas.openxmlformats.org/officeDocument/2006/relationships/customXml" Target="../ink/ink893.xml"/><Relationship Id="rId335" Type="http://schemas.openxmlformats.org/officeDocument/2006/relationships/image" Target="../media/image986.png"/><Relationship Id="rId377" Type="http://schemas.openxmlformats.org/officeDocument/2006/relationships/image" Target="../media/image1007.png"/><Relationship Id="rId5" Type="http://schemas.openxmlformats.org/officeDocument/2006/relationships/image" Target="../media/image823.png"/><Relationship Id="rId181" Type="http://schemas.openxmlformats.org/officeDocument/2006/relationships/image" Target="../media/image910.png"/><Relationship Id="rId237" Type="http://schemas.openxmlformats.org/officeDocument/2006/relationships/image" Target="../media/image937.png"/><Relationship Id="rId279" Type="http://schemas.openxmlformats.org/officeDocument/2006/relationships/image" Target="../media/image958.png"/><Relationship Id="rId43" Type="http://schemas.openxmlformats.org/officeDocument/2006/relationships/image" Target="../media/image842.png"/><Relationship Id="rId139" Type="http://schemas.openxmlformats.org/officeDocument/2006/relationships/image" Target="../media/image889.png"/><Relationship Id="rId290" Type="http://schemas.openxmlformats.org/officeDocument/2006/relationships/customXml" Target="../ink/ink975.xml"/><Relationship Id="rId304" Type="http://schemas.openxmlformats.org/officeDocument/2006/relationships/customXml" Target="../ink/ink982.xml"/><Relationship Id="rId346" Type="http://schemas.openxmlformats.org/officeDocument/2006/relationships/customXml" Target="../ink/ink1003.xml"/><Relationship Id="rId85" Type="http://schemas.openxmlformats.org/officeDocument/2006/relationships/image" Target="../media/image863.png"/><Relationship Id="rId150" Type="http://schemas.openxmlformats.org/officeDocument/2006/relationships/customXml" Target="../ink/ink904.xml"/><Relationship Id="rId192" Type="http://schemas.openxmlformats.org/officeDocument/2006/relationships/customXml" Target="../ink/ink925.xml"/><Relationship Id="rId206" Type="http://schemas.openxmlformats.org/officeDocument/2006/relationships/customXml" Target="../ink/ink932.xml"/><Relationship Id="rId248" Type="http://schemas.openxmlformats.org/officeDocument/2006/relationships/customXml" Target="../ink/ink954.xml"/><Relationship Id="rId12" Type="http://schemas.openxmlformats.org/officeDocument/2006/relationships/customXml" Target="../ink/ink835.xml"/><Relationship Id="rId108" Type="http://schemas.openxmlformats.org/officeDocument/2006/relationships/customXml" Target="../ink/ink883.xml"/><Relationship Id="rId315" Type="http://schemas.openxmlformats.org/officeDocument/2006/relationships/image" Target="../media/image976.png"/><Relationship Id="rId357" Type="http://schemas.openxmlformats.org/officeDocument/2006/relationships/image" Target="../media/image997.png"/><Relationship Id="rId54" Type="http://schemas.openxmlformats.org/officeDocument/2006/relationships/customXml" Target="../ink/ink856.xml"/><Relationship Id="rId96" Type="http://schemas.openxmlformats.org/officeDocument/2006/relationships/customXml" Target="../ink/ink877.xml"/><Relationship Id="rId161" Type="http://schemas.openxmlformats.org/officeDocument/2006/relationships/image" Target="../media/image900.png"/><Relationship Id="rId217" Type="http://schemas.openxmlformats.org/officeDocument/2006/relationships/image" Target="../media/image927.png"/><Relationship Id="rId259" Type="http://schemas.openxmlformats.org/officeDocument/2006/relationships/image" Target="../media/image948.png"/><Relationship Id="rId23" Type="http://schemas.openxmlformats.org/officeDocument/2006/relationships/image" Target="../media/image832.png"/><Relationship Id="rId119" Type="http://schemas.openxmlformats.org/officeDocument/2006/relationships/image" Target="../media/image879.png"/><Relationship Id="rId270" Type="http://schemas.openxmlformats.org/officeDocument/2006/relationships/customXml" Target="../ink/ink965.xml"/><Relationship Id="rId326" Type="http://schemas.openxmlformats.org/officeDocument/2006/relationships/customXml" Target="../ink/ink993.xml"/><Relationship Id="rId65" Type="http://schemas.openxmlformats.org/officeDocument/2006/relationships/image" Target="../media/image853.png"/><Relationship Id="rId130" Type="http://schemas.openxmlformats.org/officeDocument/2006/relationships/customXml" Target="../ink/ink894.xml"/><Relationship Id="rId368" Type="http://schemas.openxmlformats.org/officeDocument/2006/relationships/customXml" Target="../ink/ink1014.xml"/><Relationship Id="rId172" Type="http://schemas.openxmlformats.org/officeDocument/2006/relationships/customXml" Target="../ink/ink915.xml"/><Relationship Id="rId228" Type="http://schemas.openxmlformats.org/officeDocument/2006/relationships/customXml" Target="../ink/ink944.xml"/><Relationship Id="rId281" Type="http://schemas.openxmlformats.org/officeDocument/2006/relationships/image" Target="../media/image959.png"/><Relationship Id="rId337" Type="http://schemas.openxmlformats.org/officeDocument/2006/relationships/image" Target="../media/image987.png"/><Relationship Id="rId34" Type="http://schemas.openxmlformats.org/officeDocument/2006/relationships/customXml" Target="../ink/ink846.xml"/><Relationship Id="rId76" Type="http://schemas.openxmlformats.org/officeDocument/2006/relationships/customXml" Target="../ink/ink867.xml"/><Relationship Id="rId141" Type="http://schemas.openxmlformats.org/officeDocument/2006/relationships/image" Target="../media/image890.png"/><Relationship Id="rId379" Type="http://schemas.openxmlformats.org/officeDocument/2006/relationships/image" Target="../media/image1008.png"/><Relationship Id="rId7" Type="http://schemas.openxmlformats.org/officeDocument/2006/relationships/image" Target="../media/image824.png"/><Relationship Id="rId183" Type="http://schemas.openxmlformats.org/officeDocument/2006/relationships/image" Target="../media/image911.png"/><Relationship Id="rId239" Type="http://schemas.openxmlformats.org/officeDocument/2006/relationships/image" Target="../media/image938.png"/><Relationship Id="rId250" Type="http://schemas.openxmlformats.org/officeDocument/2006/relationships/customXml" Target="../ink/ink955.xml"/><Relationship Id="rId292" Type="http://schemas.openxmlformats.org/officeDocument/2006/relationships/customXml" Target="../ink/ink976.xml"/><Relationship Id="rId306" Type="http://schemas.openxmlformats.org/officeDocument/2006/relationships/customXml" Target="../ink/ink983.xml"/><Relationship Id="rId45" Type="http://schemas.openxmlformats.org/officeDocument/2006/relationships/image" Target="../media/image843.png"/><Relationship Id="rId87" Type="http://schemas.openxmlformats.org/officeDocument/2006/relationships/image" Target="../media/image864.png"/><Relationship Id="rId110" Type="http://schemas.openxmlformats.org/officeDocument/2006/relationships/customXml" Target="../ink/ink884.xml"/><Relationship Id="rId348" Type="http://schemas.openxmlformats.org/officeDocument/2006/relationships/customXml" Target="../ink/ink1004.xml"/><Relationship Id="rId152" Type="http://schemas.openxmlformats.org/officeDocument/2006/relationships/customXml" Target="../ink/ink905.xml"/><Relationship Id="rId194" Type="http://schemas.openxmlformats.org/officeDocument/2006/relationships/customXml" Target="../ink/ink926.xml"/><Relationship Id="rId208" Type="http://schemas.openxmlformats.org/officeDocument/2006/relationships/image" Target="../media/image923.png"/><Relationship Id="rId261" Type="http://schemas.openxmlformats.org/officeDocument/2006/relationships/image" Target="../media/image949.png"/><Relationship Id="rId14" Type="http://schemas.openxmlformats.org/officeDocument/2006/relationships/customXml" Target="../ink/ink836.xml"/><Relationship Id="rId56" Type="http://schemas.openxmlformats.org/officeDocument/2006/relationships/customXml" Target="../ink/ink857.xml"/><Relationship Id="rId317" Type="http://schemas.openxmlformats.org/officeDocument/2006/relationships/image" Target="../media/image977.png"/><Relationship Id="rId359" Type="http://schemas.openxmlformats.org/officeDocument/2006/relationships/image" Target="../media/image998.png"/><Relationship Id="rId98" Type="http://schemas.openxmlformats.org/officeDocument/2006/relationships/customXml" Target="../ink/ink878.xml"/><Relationship Id="rId121" Type="http://schemas.openxmlformats.org/officeDocument/2006/relationships/image" Target="../media/image880.png"/><Relationship Id="rId163" Type="http://schemas.openxmlformats.org/officeDocument/2006/relationships/image" Target="../media/image901.png"/><Relationship Id="rId219" Type="http://schemas.openxmlformats.org/officeDocument/2006/relationships/image" Target="../media/image928.png"/><Relationship Id="rId370" Type="http://schemas.openxmlformats.org/officeDocument/2006/relationships/customXml" Target="../ink/ink1015.xml"/><Relationship Id="rId230" Type="http://schemas.openxmlformats.org/officeDocument/2006/relationships/customXml" Target="../ink/ink945.xml"/><Relationship Id="rId25" Type="http://schemas.openxmlformats.org/officeDocument/2006/relationships/image" Target="../media/image833.png"/><Relationship Id="rId67" Type="http://schemas.openxmlformats.org/officeDocument/2006/relationships/image" Target="../media/image854.png"/><Relationship Id="rId272" Type="http://schemas.openxmlformats.org/officeDocument/2006/relationships/customXml" Target="../ink/ink966.xml"/><Relationship Id="rId328" Type="http://schemas.openxmlformats.org/officeDocument/2006/relationships/customXml" Target="../ink/ink994.xml"/><Relationship Id="rId132" Type="http://schemas.openxmlformats.org/officeDocument/2006/relationships/customXml" Target="../ink/ink895.xml"/><Relationship Id="rId174" Type="http://schemas.openxmlformats.org/officeDocument/2006/relationships/customXml" Target="../ink/ink916.xml"/><Relationship Id="rId381" Type="http://schemas.openxmlformats.org/officeDocument/2006/relationships/image" Target="../media/image1009.png"/><Relationship Id="rId241" Type="http://schemas.openxmlformats.org/officeDocument/2006/relationships/image" Target="../media/image939.png"/><Relationship Id="rId36" Type="http://schemas.openxmlformats.org/officeDocument/2006/relationships/customXml" Target="../ink/ink847.xml"/><Relationship Id="rId283" Type="http://schemas.openxmlformats.org/officeDocument/2006/relationships/image" Target="../media/image960.png"/><Relationship Id="rId339" Type="http://schemas.openxmlformats.org/officeDocument/2006/relationships/image" Target="../media/image988.png"/><Relationship Id="rId78" Type="http://schemas.openxmlformats.org/officeDocument/2006/relationships/customXml" Target="../ink/ink868.xml"/><Relationship Id="rId101" Type="http://schemas.openxmlformats.org/officeDocument/2006/relationships/image" Target="../media/image871.png"/><Relationship Id="rId143" Type="http://schemas.openxmlformats.org/officeDocument/2006/relationships/image" Target="../media/image891.png"/><Relationship Id="rId185" Type="http://schemas.openxmlformats.org/officeDocument/2006/relationships/image" Target="../media/image912.png"/><Relationship Id="rId350" Type="http://schemas.openxmlformats.org/officeDocument/2006/relationships/customXml" Target="../ink/ink1005.xml"/><Relationship Id="rId9" Type="http://schemas.openxmlformats.org/officeDocument/2006/relationships/image" Target="../media/image825.png"/><Relationship Id="rId210" Type="http://schemas.openxmlformats.org/officeDocument/2006/relationships/image" Target="../media/image924.png"/><Relationship Id="rId26" Type="http://schemas.openxmlformats.org/officeDocument/2006/relationships/customXml" Target="../ink/ink842.xml"/><Relationship Id="rId231" Type="http://schemas.openxmlformats.org/officeDocument/2006/relationships/image" Target="../media/image934.png"/><Relationship Id="rId252" Type="http://schemas.openxmlformats.org/officeDocument/2006/relationships/customXml" Target="../ink/ink956.xml"/><Relationship Id="rId273" Type="http://schemas.openxmlformats.org/officeDocument/2006/relationships/image" Target="../media/image955.png"/><Relationship Id="rId294" Type="http://schemas.openxmlformats.org/officeDocument/2006/relationships/customXml" Target="../ink/ink977.xml"/><Relationship Id="rId308" Type="http://schemas.openxmlformats.org/officeDocument/2006/relationships/customXml" Target="../ink/ink984.xml"/><Relationship Id="rId329" Type="http://schemas.openxmlformats.org/officeDocument/2006/relationships/image" Target="../media/image983.png"/><Relationship Id="rId47" Type="http://schemas.openxmlformats.org/officeDocument/2006/relationships/image" Target="../media/image844.png"/><Relationship Id="rId68" Type="http://schemas.openxmlformats.org/officeDocument/2006/relationships/customXml" Target="../ink/ink863.xml"/><Relationship Id="rId89" Type="http://schemas.openxmlformats.org/officeDocument/2006/relationships/image" Target="../media/image865.png"/><Relationship Id="rId112" Type="http://schemas.openxmlformats.org/officeDocument/2006/relationships/customXml" Target="../ink/ink885.xml"/><Relationship Id="rId133" Type="http://schemas.openxmlformats.org/officeDocument/2006/relationships/image" Target="../media/image886.png"/><Relationship Id="rId154" Type="http://schemas.openxmlformats.org/officeDocument/2006/relationships/customXml" Target="../ink/ink906.xml"/><Relationship Id="rId175" Type="http://schemas.openxmlformats.org/officeDocument/2006/relationships/image" Target="../media/image907.png"/><Relationship Id="rId340" Type="http://schemas.openxmlformats.org/officeDocument/2006/relationships/customXml" Target="../ink/ink1000.xml"/><Relationship Id="rId361" Type="http://schemas.openxmlformats.org/officeDocument/2006/relationships/image" Target="../media/image999.png"/><Relationship Id="rId196" Type="http://schemas.openxmlformats.org/officeDocument/2006/relationships/customXml" Target="../ink/ink927.xml"/><Relationship Id="rId200" Type="http://schemas.openxmlformats.org/officeDocument/2006/relationships/customXml" Target="../ink/ink929.xml"/><Relationship Id="rId16" Type="http://schemas.openxmlformats.org/officeDocument/2006/relationships/customXml" Target="../ink/ink837.xml"/><Relationship Id="rId221" Type="http://schemas.openxmlformats.org/officeDocument/2006/relationships/image" Target="../media/image929.png"/><Relationship Id="rId242" Type="http://schemas.openxmlformats.org/officeDocument/2006/relationships/customXml" Target="../ink/ink951.xml"/><Relationship Id="rId263" Type="http://schemas.openxmlformats.org/officeDocument/2006/relationships/image" Target="../media/image950.png"/><Relationship Id="rId284" Type="http://schemas.openxmlformats.org/officeDocument/2006/relationships/customXml" Target="../ink/ink972.xml"/><Relationship Id="rId319" Type="http://schemas.openxmlformats.org/officeDocument/2006/relationships/image" Target="../media/image978.png"/><Relationship Id="rId37" Type="http://schemas.openxmlformats.org/officeDocument/2006/relationships/image" Target="../media/image839.png"/><Relationship Id="rId58" Type="http://schemas.openxmlformats.org/officeDocument/2006/relationships/customXml" Target="../ink/ink858.xml"/><Relationship Id="rId79" Type="http://schemas.openxmlformats.org/officeDocument/2006/relationships/image" Target="../media/image860.png"/><Relationship Id="rId102" Type="http://schemas.openxmlformats.org/officeDocument/2006/relationships/customXml" Target="../ink/ink880.xml"/><Relationship Id="rId123" Type="http://schemas.openxmlformats.org/officeDocument/2006/relationships/image" Target="../media/image881.png"/><Relationship Id="rId144" Type="http://schemas.openxmlformats.org/officeDocument/2006/relationships/customXml" Target="../ink/ink901.xml"/><Relationship Id="rId330" Type="http://schemas.openxmlformats.org/officeDocument/2006/relationships/customXml" Target="../ink/ink995.xml"/><Relationship Id="rId90" Type="http://schemas.openxmlformats.org/officeDocument/2006/relationships/customXml" Target="../ink/ink874.xml"/><Relationship Id="rId165" Type="http://schemas.openxmlformats.org/officeDocument/2006/relationships/image" Target="../media/image902.png"/><Relationship Id="rId186" Type="http://schemas.openxmlformats.org/officeDocument/2006/relationships/customXml" Target="../ink/ink922.xml"/><Relationship Id="rId351" Type="http://schemas.openxmlformats.org/officeDocument/2006/relationships/image" Target="../media/image994.png"/><Relationship Id="rId372" Type="http://schemas.openxmlformats.org/officeDocument/2006/relationships/customXml" Target="../ink/ink1016.xml"/><Relationship Id="rId211" Type="http://schemas.openxmlformats.org/officeDocument/2006/relationships/customXml" Target="../ink/ink935.xml"/><Relationship Id="rId232" Type="http://schemas.openxmlformats.org/officeDocument/2006/relationships/customXml" Target="../ink/ink946.xml"/><Relationship Id="rId253" Type="http://schemas.openxmlformats.org/officeDocument/2006/relationships/image" Target="../media/image945.png"/><Relationship Id="rId274" Type="http://schemas.openxmlformats.org/officeDocument/2006/relationships/customXml" Target="../ink/ink967.xml"/><Relationship Id="rId295" Type="http://schemas.openxmlformats.org/officeDocument/2006/relationships/image" Target="../media/image966.png"/><Relationship Id="rId309" Type="http://schemas.openxmlformats.org/officeDocument/2006/relationships/image" Target="../media/image973.png"/><Relationship Id="rId27" Type="http://schemas.openxmlformats.org/officeDocument/2006/relationships/image" Target="../media/image834.png"/><Relationship Id="rId48" Type="http://schemas.openxmlformats.org/officeDocument/2006/relationships/customXml" Target="../ink/ink853.xml"/><Relationship Id="rId69" Type="http://schemas.openxmlformats.org/officeDocument/2006/relationships/image" Target="../media/image855.png"/><Relationship Id="rId113" Type="http://schemas.openxmlformats.org/officeDocument/2006/relationships/image" Target="../media/image402.png"/><Relationship Id="rId134" Type="http://schemas.openxmlformats.org/officeDocument/2006/relationships/customXml" Target="../ink/ink896.xml"/><Relationship Id="rId320" Type="http://schemas.openxmlformats.org/officeDocument/2006/relationships/customXml" Target="../ink/ink990.xml"/><Relationship Id="rId80" Type="http://schemas.openxmlformats.org/officeDocument/2006/relationships/customXml" Target="../ink/ink869.xml"/><Relationship Id="rId155" Type="http://schemas.openxmlformats.org/officeDocument/2006/relationships/image" Target="../media/image897.png"/><Relationship Id="rId176" Type="http://schemas.openxmlformats.org/officeDocument/2006/relationships/customXml" Target="../ink/ink917.xml"/><Relationship Id="rId197" Type="http://schemas.openxmlformats.org/officeDocument/2006/relationships/image" Target="../media/image918.png"/><Relationship Id="rId341" Type="http://schemas.openxmlformats.org/officeDocument/2006/relationships/image" Target="../media/image989.png"/><Relationship Id="rId362" Type="http://schemas.openxmlformats.org/officeDocument/2006/relationships/customXml" Target="../ink/ink1011.xml"/><Relationship Id="rId201" Type="http://schemas.openxmlformats.org/officeDocument/2006/relationships/image" Target="../media/image920.png"/><Relationship Id="rId222" Type="http://schemas.openxmlformats.org/officeDocument/2006/relationships/customXml" Target="../ink/ink941.xml"/><Relationship Id="rId243" Type="http://schemas.openxmlformats.org/officeDocument/2006/relationships/image" Target="../media/image940.png"/><Relationship Id="rId264" Type="http://schemas.openxmlformats.org/officeDocument/2006/relationships/customXml" Target="../ink/ink962.xml"/><Relationship Id="rId285" Type="http://schemas.openxmlformats.org/officeDocument/2006/relationships/image" Target="../media/image961.png"/><Relationship Id="rId17" Type="http://schemas.openxmlformats.org/officeDocument/2006/relationships/image" Target="../media/image829.png"/><Relationship Id="rId38" Type="http://schemas.openxmlformats.org/officeDocument/2006/relationships/customXml" Target="../ink/ink848.xml"/><Relationship Id="rId59" Type="http://schemas.openxmlformats.org/officeDocument/2006/relationships/image" Target="../media/image850.png"/><Relationship Id="rId103" Type="http://schemas.openxmlformats.org/officeDocument/2006/relationships/image" Target="../media/image872.png"/><Relationship Id="rId124" Type="http://schemas.openxmlformats.org/officeDocument/2006/relationships/customXml" Target="../ink/ink891.xml"/><Relationship Id="rId310" Type="http://schemas.openxmlformats.org/officeDocument/2006/relationships/customXml" Target="../ink/ink985.xml"/><Relationship Id="rId70" Type="http://schemas.openxmlformats.org/officeDocument/2006/relationships/customXml" Target="../ink/ink864.xml"/><Relationship Id="rId91" Type="http://schemas.openxmlformats.org/officeDocument/2006/relationships/image" Target="../media/image866.png"/><Relationship Id="rId145" Type="http://schemas.openxmlformats.org/officeDocument/2006/relationships/image" Target="../media/image892.png"/><Relationship Id="rId166" Type="http://schemas.openxmlformats.org/officeDocument/2006/relationships/customXml" Target="../ink/ink912.xml"/><Relationship Id="rId187" Type="http://schemas.openxmlformats.org/officeDocument/2006/relationships/image" Target="../media/image913.png"/><Relationship Id="rId331" Type="http://schemas.openxmlformats.org/officeDocument/2006/relationships/image" Target="../media/image984.png"/><Relationship Id="rId352" Type="http://schemas.openxmlformats.org/officeDocument/2006/relationships/customXml" Target="../ink/ink1006.xml"/><Relationship Id="rId373" Type="http://schemas.openxmlformats.org/officeDocument/2006/relationships/image" Target="../media/image1005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936.xml"/><Relationship Id="rId233" Type="http://schemas.openxmlformats.org/officeDocument/2006/relationships/image" Target="../media/image935.png"/><Relationship Id="rId254" Type="http://schemas.openxmlformats.org/officeDocument/2006/relationships/customXml" Target="../ink/ink957.xml"/><Relationship Id="rId28" Type="http://schemas.openxmlformats.org/officeDocument/2006/relationships/customXml" Target="../ink/ink843.xml"/><Relationship Id="rId49" Type="http://schemas.openxmlformats.org/officeDocument/2006/relationships/image" Target="../media/image845.png"/><Relationship Id="rId114" Type="http://schemas.openxmlformats.org/officeDocument/2006/relationships/customXml" Target="../ink/ink886.xml"/><Relationship Id="rId275" Type="http://schemas.openxmlformats.org/officeDocument/2006/relationships/image" Target="../media/image956.png"/><Relationship Id="rId296" Type="http://schemas.openxmlformats.org/officeDocument/2006/relationships/customXml" Target="../ink/ink978.xml"/><Relationship Id="rId300" Type="http://schemas.openxmlformats.org/officeDocument/2006/relationships/customXml" Target="../ink/ink980.xml"/><Relationship Id="rId60" Type="http://schemas.openxmlformats.org/officeDocument/2006/relationships/customXml" Target="../ink/ink859.xml"/><Relationship Id="rId81" Type="http://schemas.openxmlformats.org/officeDocument/2006/relationships/image" Target="../media/image861.png"/><Relationship Id="rId135" Type="http://schemas.openxmlformats.org/officeDocument/2006/relationships/image" Target="../media/image887.png"/><Relationship Id="rId156" Type="http://schemas.openxmlformats.org/officeDocument/2006/relationships/customXml" Target="../ink/ink907.xml"/><Relationship Id="rId177" Type="http://schemas.openxmlformats.org/officeDocument/2006/relationships/image" Target="../media/image908.png"/><Relationship Id="rId198" Type="http://schemas.openxmlformats.org/officeDocument/2006/relationships/customXml" Target="../ink/ink928.xml"/><Relationship Id="rId321" Type="http://schemas.openxmlformats.org/officeDocument/2006/relationships/image" Target="../media/image979.png"/><Relationship Id="rId342" Type="http://schemas.openxmlformats.org/officeDocument/2006/relationships/customXml" Target="../ink/ink1001.xml"/><Relationship Id="rId363" Type="http://schemas.openxmlformats.org/officeDocument/2006/relationships/image" Target="../media/image1000.png"/><Relationship Id="rId202" Type="http://schemas.openxmlformats.org/officeDocument/2006/relationships/customXml" Target="../ink/ink930.xml"/><Relationship Id="rId223" Type="http://schemas.openxmlformats.org/officeDocument/2006/relationships/image" Target="../media/image930.png"/><Relationship Id="rId244" Type="http://schemas.openxmlformats.org/officeDocument/2006/relationships/customXml" Target="../ink/ink952.xml"/><Relationship Id="rId18" Type="http://schemas.openxmlformats.org/officeDocument/2006/relationships/customXml" Target="../ink/ink838.xml"/><Relationship Id="rId39" Type="http://schemas.openxmlformats.org/officeDocument/2006/relationships/image" Target="../media/image840.png"/><Relationship Id="rId265" Type="http://schemas.openxmlformats.org/officeDocument/2006/relationships/image" Target="../media/image951.png"/><Relationship Id="rId286" Type="http://schemas.openxmlformats.org/officeDocument/2006/relationships/customXml" Target="../ink/ink973.xml"/><Relationship Id="rId50" Type="http://schemas.openxmlformats.org/officeDocument/2006/relationships/customXml" Target="../ink/ink854.xml"/><Relationship Id="rId104" Type="http://schemas.openxmlformats.org/officeDocument/2006/relationships/customXml" Target="../ink/ink881.xml"/><Relationship Id="rId125" Type="http://schemas.openxmlformats.org/officeDocument/2006/relationships/image" Target="../media/image882.png"/><Relationship Id="rId146" Type="http://schemas.openxmlformats.org/officeDocument/2006/relationships/customXml" Target="../ink/ink902.xml"/><Relationship Id="rId167" Type="http://schemas.openxmlformats.org/officeDocument/2006/relationships/image" Target="../media/image903.png"/><Relationship Id="rId188" Type="http://schemas.openxmlformats.org/officeDocument/2006/relationships/customXml" Target="../ink/ink923.xml"/><Relationship Id="rId311" Type="http://schemas.openxmlformats.org/officeDocument/2006/relationships/image" Target="../media/image974.png"/><Relationship Id="rId332" Type="http://schemas.openxmlformats.org/officeDocument/2006/relationships/customXml" Target="../ink/ink996.xml"/><Relationship Id="rId353" Type="http://schemas.openxmlformats.org/officeDocument/2006/relationships/image" Target="../media/image995.png"/><Relationship Id="rId374" Type="http://schemas.openxmlformats.org/officeDocument/2006/relationships/customXml" Target="../ink/ink1017.xml"/><Relationship Id="rId71" Type="http://schemas.openxmlformats.org/officeDocument/2006/relationships/image" Target="../media/image856.png"/><Relationship Id="rId92" Type="http://schemas.openxmlformats.org/officeDocument/2006/relationships/customXml" Target="../ink/ink875.xml"/><Relationship Id="rId213" Type="http://schemas.openxmlformats.org/officeDocument/2006/relationships/image" Target="../media/image925.png"/><Relationship Id="rId234" Type="http://schemas.openxmlformats.org/officeDocument/2006/relationships/customXml" Target="../ink/ink947.xml"/><Relationship Id="rId2" Type="http://schemas.openxmlformats.org/officeDocument/2006/relationships/customXml" Target="../ink/ink830.xml"/><Relationship Id="rId29" Type="http://schemas.openxmlformats.org/officeDocument/2006/relationships/image" Target="../media/image835.png"/><Relationship Id="rId255" Type="http://schemas.openxmlformats.org/officeDocument/2006/relationships/image" Target="../media/image946.png"/><Relationship Id="rId276" Type="http://schemas.openxmlformats.org/officeDocument/2006/relationships/customXml" Target="../ink/ink968.xml"/><Relationship Id="rId297" Type="http://schemas.openxmlformats.org/officeDocument/2006/relationships/image" Target="../media/image967.png"/><Relationship Id="rId40" Type="http://schemas.openxmlformats.org/officeDocument/2006/relationships/customXml" Target="../ink/ink849.xml"/><Relationship Id="rId115" Type="http://schemas.openxmlformats.org/officeDocument/2006/relationships/image" Target="../media/image877.png"/><Relationship Id="rId136" Type="http://schemas.openxmlformats.org/officeDocument/2006/relationships/customXml" Target="../ink/ink897.xml"/><Relationship Id="rId157" Type="http://schemas.openxmlformats.org/officeDocument/2006/relationships/image" Target="../media/image898.png"/><Relationship Id="rId178" Type="http://schemas.openxmlformats.org/officeDocument/2006/relationships/customXml" Target="../ink/ink918.xml"/><Relationship Id="rId301" Type="http://schemas.openxmlformats.org/officeDocument/2006/relationships/image" Target="../media/image969.png"/><Relationship Id="rId322" Type="http://schemas.openxmlformats.org/officeDocument/2006/relationships/customXml" Target="../ink/ink991.xml"/><Relationship Id="rId343" Type="http://schemas.openxmlformats.org/officeDocument/2006/relationships/image" Target="../media/image990.png"/><Relationship Id="rId364" Type="http://schemas.openxmlformats.org/officeDocument/2006/relationships/customXml" Target="../ink/ink1012.xml"/><Relationship Id="rId61" Type="http://schemas.openxmlformats.org/officeDocument/2006/relationships/image" Target="../media/image851.png"/><Relationship Id="rId82" Type="http://schemas.openxmlformats.org/officeDocument/2006/relationships/customXml" Target="../ink/ink870.xml"/><Relationship Id="rId199" Type="http://schemas.openxmlformats.org/officeDocument/2006/relationships/image" Target="../media/image919.png"/><Relationship Id="rId203" Type="http://schemas.openxmlformats.org/officeDocument/2006/relationships/image" Target="../media/image921.png"/><Relationship Id="rId19" Type="http://schemas.openxmlformats.org/officeDocument/2006/relationships/image" Target="../media/image830.png"/><Relationship Id="rId224" Type="http://schemas.openxmlformats.org/officeDocument/2006/relationships/customXml" Target="../ink/ink942.xml"/><Relationship Id="rId245" Type="http://schemas.openxmlformats.org/officeDocument/2006/relationships/image" Target="../media/image941.png"/><Relationship Id="rId266" Type="http://schemas.openxmlformats.org/officeDocument/2006/relationships/customXml" Target="../ink/ink963.xml"/><Relationship Id="rId287" Type="http://schemas.openxmlformats.org/officeDocument/2006/relationships/image" Target="../media/image962.png"/><Relationship Id="rId30" Type="http://schemas.openxmlformats.org/officeDocument/2006/relationships/customXml" Target="../ink/ink844.xml"/><Relationship Id="rId105" Type="http://schemas.openxmlformats.org/officeDocument/2006/relationships/image" Target="../media/image873.png"/><Relationship Id="rId126" Type="http://schemas.openxmlformats.org/officeDocument/2006/relationships/customXml" Target="../ink/ink892.xml"/><Relationship Id="rId147" Type="http://schemas.openxmlformats.org/officeDocument/2006/relationships/image" Target="../media/image893.png"/><Relationship Id="rId168" Type="http://schemas.openxmlformats.org/officeDocument/2006/relationships/customXml" Target="../ink/ink913.xml"/><Relationship Id="rId312" Type="http://schemas.openxmlformats.org/officeDocument/2006/relationships/customXml" Target="../ink/ink986.xml"/><Relationship Id="rId333" Type="http://schemas.openxmlformats.org/officeDocument/2006/relationships/image" Target="../media/image985.png"/><Relationship Id="rId354" Type="http://schemas.openxmlformats.org/officeDocument/2006/relationships/customXml" Target="../ink/ink1007.xml"/><Relationship Id="rId51" Type="http://schemas.openxmlformats.org/officeDocument/2006/relationships/image" Target="../media/image846.png"/><Relationship Id="rId72" Type="http://schemas.openxmlformats.org/officeDocument/2006/relationships/customXml" Target="../ink/ink865.xml"/><Relationship Id="rId93" Type="http://schemas.openxmlformats.org/officeDocument/2006/relationships/image" Target="../media/image867.png"/><Relationship Id="rId189" Type="http://schemas.openxmlformats.org/officeDocument/2006/relationships/image" Target="../media/image914.png"/><Relationship Id="rId375" Type="http://schemas.openxmlformats.org/officeDocument/2006/relationships/image" Target="../media/image1006.png"/><Relationship Id="rId3" Type="http://schemas.openxmlformats.org/officeDocument/2006/relationships/image" Target="../media/image822.png"/><Relationship Id="rId214" Type="http://schemas.openxmlformats.org/officeDocument/2006/relationships/customXml" Target="../ink/ink937.xml"/><Relationship Id="rId235" Type="http://schemas.openxmlformats.org/officeDocument/2006/relationships/image" Target="../media/image936.png"/><Relationship Id="rId256" Type="http://schemas.openxmlformats.org/officeDocument/2006/relationships/customXml" Target="../ink/ink958.xml"/><Relationship Id="rId277" Type="http://schemas.openxmlformats.org/officeDocument/2006/relationships/image" Target="../media/image957.png"/><Relationship Id="rId298" Type="http://schemas.openxmlformats.org/officeDocument/2006/relationships/customXml" Target="../ink/ink979.xml"/><Relationship Id="rId116" Type="http://schemas.openxmlformats.org/officeDocument/2006/relationships/customXml" Target="../ink/ink887.xml"/><Relationship Id="rId137" Type="http://schemas.openxmlformats.org/officeDocument/2006/relationships/image" Target="../media/image888.png"/><Relationship Id="rId158" Type="http://schemas.openxmlformats.org/officeDocument/2006/relationships/customXml" Target="../ink/ink908.xml"/><Relationship Id="rId302" Type="http://schemas.openxmlformats.org/officeDocument/2006/relationships/customXml" Target="../ink/ink981.xml"/><Relationship Id="rId323" Type="http://schemas.openxmlformats.org/officeDocument/2006/relationships/image" Target="../media/image980.png"/><Relationship Id="rId344" Type="http://schemas.openxmlformats.org/officeDocument/2006/relationships/customXml" Target="../ink/ink1002.xml"/><Relationship Id="rId20" Type="http://schemas.openxmlformats.org/officeDocument/2006/relationships/customXml" Target="../ink/ink839.xml"/><Relationship Id="rId41" Type="http://schemas.openxmlformats.org/officeDocument/2006/relationships/image" Target="../media/image841.png"/><Relationship Id="rId62" Type="http://schemas.openxmlformats.org/officeDocument/2006/relationships/customXml" Target="../ink/ink860.xml"/><Relationship Id="rId83" Type="http://schemas.openxmlformats.org/officeDocument/2006/relationships/image" Target="../media/image862.png"/><Relationship Id="rId179" Type="http://schemas.openxmlformats.org/officeDocument/2006/relationships/image" Target="../media/image909.png"/><Relationship Id="rId365" Type="http://schemas.openxmlformats.org/officeDocument/2006/relationships/image" Target="../media/image1001.png"/><Relationship Id="rId190" Type="http://schemas.openxmlformats.org/officeDocument/2006/relationships/customXml" Target="../ink/ink924.xml"/><Relationship Id="rId204" Type="http://schemas.openxmlformats.org/officeDocument/2006/relationships/customXml" Target="../ink/ink931.xml"/><Relationship Id="rId225" Type="http://schemas.openxmlformats.org/officeDocument/2006/relationships/image" Target="../media/image931.png"/><Relationship Id="rId246" Type="http://schemas.openxmlformats.org/officeDocument/2006/relationships/customXml" Target="../ink/ink953.xml"/><Relationship Id="rId267" Type="http://schemas.openxmlformats.org/officeDocument/2006/relationships/image" Target="../media/image952.png"/><Relationship Id="rId288" Type="http://schemas.openxmlformats.org/officeDocument/2006/relationships/customXml" Target="../ink/ink974.xml"/><Relationship Id="rId106" Type="http://schemas.openxmlformats.org/officeDocument/2006/relationships/customXml" Target="../ink/ink882.xml"/><Relationship Id="rId127" Type="http://schemas.openxmlformats.org/officeDocument/2006/relationships/image" Target="../media/image883.png"/><Relationship Id="rId313" Type="http://schemas.openxmlformats.org/officeDocument/2006/relationships/image" Target="../media/image975.png"/><Relationship Id="rId10" Type="http://schemas.openxmlformats.org/officeDocument/2006/relationships/customXml" Target="../ink/ink834.xml"/><Relationship Id="rId31" Type="http://schemas.openxmlformats.org/officeDocument/2006/relationships/image" Target="../media/image836.png"/><Relationship Id="rId52" Type="http://schemas.openxmlformats.org/officeDocument/2006/relationships/customXml" Target="../ink/ink855.xml"/><Relationship Id="rId73" Type="http://schemas.openxmlformats.org/officeDocument/2006/relationships/image" Target="../media/image857.png"/><Relationship Id="rId94" Type="http://schemas.openxmlformats.org/officeDocument/2006/relationships/customXml" Target="../ink/ink876.xml"/><Relationship Id="rId148" Type="http://schemas.openxmlformats.org/officeDocument/2006/relationships/customXml" Target="../ink/ink903.xml"/><Relationship Id="rId169" Type="http://schemas.openxmlformats.org/officeDocument/2006/relationships/image" Target="../media/image904.png"/><Relationship Id="rId334" Type="http://schemas.openxmlformats.org/officeDocument/2006/relationships/customXml" Target="../ink/ink997.xml"/><Relationship Id="rId355" Type="http://schemas.openxmlformats.org/officeDocument/2006/relationships/image" Target="../media/image996.png"/><Relationship Id="rId376" Type="http://schemas.openxmlformats.org/officeDocument/2006/relationships/customXml" Target="../ink/ink1018.xml"/><Relationship Id="rId4" Type="http://schemas.openxmlformats.org/officeDocument/2006/relationships/customXml" Target="../ink/ink831.xml"/><Relationship Id="rId180" Type="http://schemas.openxmlformats.org/officeDocument/2006/relationships/customXml" Target="../ink/ink919.xml"/><Relationship Id="rId215" Type="http://schemas.openxmlformats.org/officeDocument/2006/relationships/image" Target="../media/image926.png"/><Relationship Id="rId236" Type="http://schemas.openxmlformats.org/officeDocument/2006/relationships/customXml" Target="../ink/ink948.xml"/><Relationship Id="rId257" Type="http://schemas.openxmlformats.org/officeDocument/2006/relationships/image" Target="../media/image947.png"/><Relationship Id="rId278" Type="http://schemas.openxmlformats.org/officeDocument/2006/relationships/customXml" Target="../ink/ink969.xml"/><Relationship Id="rId303" Type="http://schemas.openxmlformats.org/officeDocument/2006/relationships/image" Target="../media/image970.png"/><Relationship Id="rId42" Type="http://schemas.openxmlformats.org/officeDocument/2006/relationships/customXml" Target="../ink/ink850.xml"/><Relationship Id="rId84" Type="http://schemas.openxmlformats.org/officeDocument/2006/relationships/customXml" Target="../ink/ink871.xml"/><Relationship Id="rId138" Type="http://schemas.openxmlformats.org/officeDocument/2006/relationships/customXml" Target="../ink/ink898.xml"/><Relationship Id="rId345" Type="http://schemas.openxmlformats.org/officeDocument/2006/relationships/image" Target="../media/image991.png"/><Relationship Id="rId191" Type="http://schemas.openxmlformats.org/officeDocument/2006/relationships/image" Target="../media/image915.png"/><Relationship Id="rId205" Type="http://schemas.openxmlformats.org/officeDocument/2006/relationships/image" Target="../media/image922.png"/><Relationship Id="rId247" Type="http://schemas.openxmlformats.org/officeDocument/2006/relationships/image" Target="../media/image942.png"/><Relationship Id="rId107" Type="http://schemas.openxmlformats.org/officeDocument/2006/relationships/image" Target="../media/image874.png"/><Relationship Id="rId289" Type="http://schemas.openxmlformats.org/officeDocument/2006/relationships/image" Target="../media/image963.png"/><Relationship Id="rId11" Type="http://schemas.openxmlformats.org/officeDocument/2006/relationships/image" Target="../media/image826.png"/><Relationship Id="rId53" Type="http://schemas.openxmlformats.org/officeDocument/2006/relationships/image" Target="../media/image847.png"/><Relationship Id="rId149" Type="http://schemas.openxmlformats.org/officeDocument/2006/relationships/image" Target="../media/image894.png"/><Relationship Id="rId314" Type="http://schemas.openxmlformats.org/officeDocument/2006/relationships/customXml" Target="../ink/ink987.xml"/><Relationship Id="rId356" Type="http://schemas.openxmlformats.org/officeDocument/2006/relationships/customXml" Target="../ink/ink1008.xml"/><Relationship Id="rId95" Type="http://schemas.openxmlformats.org/officeDocument/2006/relationships/image" Target="../media/image868.png"/><Relationship Id="rId160" Type="http://schemas.openxmlformats.org/officeDocument/2006/relationships/customXml" Target="../ink/ink909.xml"/><Relationship Id="rId216" Type="http://schemas.openxmlformats.org/officeDocument/2006/relationships/customXml" Target="../ink/ink938.xml"/><Relationship Id="rId258" Type="http://schemas.openxmlformats.org/officeDocument/2006/relationships/customXml" Target="../ink/ink959.xml"/><Relationship Id="rId22" Type="http://schemas.openxmlformats.org/officeDocument/2006/relationships/customXml" Target="../ink/ink840.xml"/><Relationship Id="rId64" Type="http://schemas.openxmlformats.org/officeDocument/2006/relationships/customXml" Target="../ink/ink861.xml"/><Relationship Id="rId118" Type="http://schemas.openxmlformats.org/officeDocument/2006/relationships/customXml" Target="../ink/ink888.xml"/><Relationship Id="rId325" Type="http://schemas.openxmlformats.org/officeDocument/2006/relationships/image" Target="../media/image981.png"/><Relationship Id="rId367" Type="http://schemas.openxmlformats.org/officeDocument/2006/relationships/image" Target="../media/image1002.png"/><Relationship Id="rId171" Type="http://schemas.openxmlformats.org/officeDocument/2006/relationships/image" Target="../media/image905.png"/><Relationship Id="rId227" Type="http://schemas.openxmlformats.org/officeDocument/2006/relationships/image" Target="../media/image932.png"/><Relationship Id="rId269" Type="http://schemas.openxmlformats.org/officeDocument/2006/relationships/image" Target="../media/image953.png"/><Relationship Id="rId33" Type="http://schemas.openxmlformats.org/officeDocument/2006/relationships/image" Target="../media/image837.png"/><Relationship Id="rId129" Type="http://schemas.openxmlformats.org/officeDocument/2006/relationships/image" Target="../media/image884.png"/><Relationship Id="rId280" Type="http://schemas.openxmlformats.org/officeDocument/2006/relationships/customXml" Target="../ink/ink970.xml"/><Relationship Id="rId336" Type="http://schemas.openxmlformats.org/officeDocument/2006/relationships/customXml" Target="../ink/ink998.xml"/><Relationship Id="rId75" Type="http://schemas.openxmlformats.org/officeDocument/2006/relationships/image" Target="../media/image858.png"/><Relationship Id="rId140" Type="http://schemas.openxmlformats.org/officeDocument/2006/relationships/customXml" Target="../ink/ink899.xml"/><Relationship Id="rId182" Type="http://schemas.openxmlformats.org/officeDocument/2006/relationships/customXml" Target="../ink/ink920.xml"/><Relationship Id="rId378" Type="http://schemas.openxmlformats.org/officeDocument/2006/relationships/customXml" Target="../ink/ink1019.xml"/><Relationship Id="rId6" Type="http://schemas.openxmlformats.org/officeDocument/2006/relationships/customXml" Target="../ink/ink832.xml"/><Relationship Id="rId238" Type="http://schemas.openxmlformats.org/officeDocument/2006/relationships/customXml" Target="../ink/ink949.xml"/><Relationship Id="rId291" Type="http://schemas.openxmlformats.org/officeDocument/2006/relationships/image" Target="../media/image964.png"/><Relationship Id="rId305" Type="http://schemas.openxmlformats.org/officeDocument/2006/relationships/image" Target="../media/image971.png"/><Relationship Id="rId347" Type="http://schemas.openxmlformats.org/officeDocument/2006/relationships/image" Target="../media/image992.png"/><Relationship Id="rId44" Type="http://schemas.openxmlformats.org/officeDocument/2006/relationships/customXml" Target="../ink/ink851.xml"/><Relationship Id="rId86" Type="http://schemas.openxmlformats.org/officeDocument/2006/relationships/customXml" Target="../ink/ink872.xml"/><Relationship Id="rId151" Type="http://schemas.openxmlformats.org/officeDocument/2006/relationships/image" Target="../media/image895.png"/><Relationship Id="rId193" Type="http://schemas.openxmlformats.org/officeDocument/2006/relationships/image" Target="../media/image916.png"/><Relationship Id="rId207" Type="http://schemas.openxmlformats.org/officeDocument/2006/relationships/customXml" Target="../ink/ink933.xml"/><Relationship Id="rId249" Type="http://schemas.openxmlformats.org/officeDocument/2006/relationships/image" Target="../media/image943.png"/><Relationship Id="rId13" Type="http://schemas.openxmlformats.org/officeDocument/2006/relationships/image" Target="../media/image827.png"/><Relationship Id="rId109" Type="http://schemas.openxmlformats.org/officeDocument/2006/relationships/image" Target="../media/image875.png"/><Relationship Id="rId260" Type="http://schemas.openxmlformats.org/officeDocument/2006/relationships/customXml" Target="../ink/ink960.xml"/><Relationship Id="rId316" Type="http://schemas.openxmlformats.org/officeDocument/2006/relationships/customXml" Target="../ink/ink988.xml"/><Relationship Id="rId55" Type="http://schemas.openxmlformats.org/officeDocument/2006/relationships/image" Target="../media/image848.png"/><Relationship Id="rId97" Type="http://schemas.openxmlformats.org/officeDocument/2006/relationships/image" Target="../media/image869.png"/><Relationship Id="rId120" Type="http://schemas.openxmlformats.org/officeDocument/2006/relationships/customXml" Target="../ink/ink889.xml"/><Relationship Id="rId358" Type="http://schemas.openxmlformats.org/officeDocument/2006/relationships/customXml" Target="../ink/ink1009.xml"/><Relationship Id="rId162" Type="http://schemas.openxmlformats.org/officeDocument/2006/relationships/customXml" Target="../ink/ink910.xml"/><Relationship Id="rId218" Type="http://schemas.openxmlformats.org/officeDocument/2006/relationships/customXml" Target="../ink/ink939.xml"/><Relationship Id="rId271" Type="http://schemas.openxmlformats.org/officeDocument/2006/relationships/image" Target="../media/image954.png"/><Relationship Id="rId24" Type="http://schemas.openxmlformats.org/officeDocument/2006/relationships/customXml" Target="../ink/ink841.xml"/><Relationship Id="rId66" Type="http://schemas.openxmlformats.org/officeDocument/2006/relationships/customXml" Target="../ink/ink862.xml"/><Relationship Id="rId131" Type="http://schemas.openxmlformats.org/officeDocument/2006/relationships/image" Target="../media/image885.png"/><Relationship Id="rId327" Type="http://schemas.openxmlformats.org/officeDocument/2006/relationships/image" Target="../media/image982.png"/><Relationship Id="rId369" Type="http://schemas.openxmlformats.org/officeDocument/2006/relationships/image" Target="../media/image1003.png"/><Relationship Id="rId173" Type="http://schemas.openxmlformats.org/officeDocument/2006/relationships/image" Target="../media/image906.png"/><Relationship Id="rId229" Type="http://schemas.openxmlformats.org/officeDocument/2006/relationships/image" Target="../media/image933.png"/><Relationship Id="rId380" Type="http://schemas.openxmlformats.org/officeDocument/2006/relationships/customXml" Target="../ink/ink1020.xml"/><Relationship Id="rId240" Type="http://schemas.openxmlformats.org/officeDocument/2006/relationships/customXml" Target="../ink/ink950.xml"/><Relationship Id="rId35" Type="http://schemas.openxmlformats.org/officeDocument/2006/relationships/image" Target="../media/image838.png"/><Relationship Id="rId77" Type="http://schemas.openxmlformats.org/officeDocument/2006/relationships/image" Target="../media/image859.png"/><Relationship Id="rId100" Type="http://schemas.openxmlformats.org/officeDocument/2006/relationships/customXml" Target="../ink/ink879.xml"/><Relationship Id="rId282" Type="http://schemas.openxmlformats.org/officeDocument/2006/relationships/customXml" Target="../ink/ink971.xml"/><Relationship Id="rId338" Type="http://schemas.openxmlformats.org/officeDocument/2006/relationships/customXml" Target="../ink/ink999.xml"/><Relationship Id="rId8" Type="http://schemas.openxmlformats.org/officeDocument/2006/relationships/customXml" Target="../ink/ink833.xml"/><Relationship Id="rId142" Type="http://schemas.openxmlformats.org/officeDocument/2006/relationships/customXml" Target="../ink/ink900.xml"/><Relationship Id="rId184" Type="http://schemas.openxmlformats.org/officeDocument/2006/relationships/customXml" Target="../ink/ink921.xml"/><Relationship Id="rId251" Type="http://schemas.openxmlformats.org/officeDocument/2006/relationships/image" Target="../media/image944.png"/><Relationship Id="rId46" Type="http://schemas.openxmlformats.org/officeDocument/2006/relationships/customXml" Target="../ink/ink852.xml"/><Relationship Id="rId293" Type="http://schemas.openxmlformats.org/officeDocument/2006/relationships/image" Target="../media/image965.png"/><Relationship Id="rId307" Type="http://schemas.openxmlformats.org/officeDocument/2006/relationships/image" Target="../media/image972.png"/><Relationship Id="rId349" Type="http://schemas.openxmlformats.org/officeDocument/2006/relationships/image" Target="../media/image993.png"/><Relationship Id="rId88" Type="http://schemas.openxmlformats.org/officeDocument/2006/relationships/customXml" Target="../ink/ink873.xml"/><Relationship Id="rId111" Type="http://schemas.openxmlformats.org/officeDocument/2006/relationships/image" Target="../media/image876.png"/><Relationship Id="rId153" Type="http://schemas.openxmlformats.org/officeDocument/2006/relationships/image" Target="../media/image896.png"/><Relationship Id="rId195" Type="http://schemas.openxmlformats.org/officeDocument/2006/relationships/image" Target="../media/image917.png"/><Relationship Id="rId209" Type="http://schemas.openxmlformats.org/officeDocument/2006/relationships/customXml" Target="../ink/ink934.xml"/><Relationship Id="rId360" Type="http://schemas.openxmlformats.org/officeDocument/2006/relationships/customXml" Target="../ink/ink1010.xml"/><Relationship Id="rId220" Type="http://schemas.openxmlformats.org/officeDocument/2006/relationships/customXml" Target="../ink/ink940.xml"/><Relationship Id="rId15" Type="http://schemas.openxmlformats.org/officeDocument/2006/relationships/image" Target="../media/image828.png"/><Relationship Id="rId57" Type="http://schemas.openxmlformats.org/officeDocument/2006/relationships/image" Target="../media/image849.png"/><Relationship Id="rId262" Type="http://schemas.openxmlformats.org/officeDocument/2006/relationships/customXml" Target="../ink/ink961.xml"/><Relationship Id="rId318" Type="http://schemas.openxmlformats.org/officeDocument/2006/relationships/customXml" Target="../ink/ink989.xml"/><Relationship Id="rId99" Type="http://schemas.openxmlformats.org/officeDocument/2006/relationships/image" Target="../media/image870.png"/><Relationship Id="rId122" Type="http://schemas.openxmlformats.org/officeDocument/2006/relationships/customXml" Target="../ink/ink890.xml"/><Relationship Id="rId164" Type="http://schemas.openxmlformats.org/officeDocument/2006/relationships/customXml" Target="../ink/ink911.xml"/><Relationship Id="rId371" Type="http://schemas.openxmlformats.org/officeDocument/2006/relationships/image" Target="../media/image1004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67.png"/><Relationship Id="rId299" Type="http://schemas.openxmlformats.org/officeDocument/2006/relationships/customXml" Target="../ink/ink1170.xml"/><Relationship Id="rId21" Type="http://schemas.openxmlformats.org/officeDocument/2006/relationships/image" Target="../media/image1019.png"/><Relationship Id="rId63" Type="http://schemas.openxmlformats.org/officeDocument/2006/relationships/image" Target="../media/image1040.png"/><Relationship Id="rId159" Type="http://schemas.openxmlformats.org/officeDocument/2006/relationships/image" Target="../media/image1088.png"/><Relationship Id="rId324" Type="http://schemas.openxmlformats.org/officeDocument/2006/relationships/image" Target="../media/image1170.png"/><Relationship Id="rId170" Type="http://schemas.openxmlformats.org/officeDocument/2006/relationships/image" Target="../media/image1093.png"/><Relationship Id="rId226" Type="http://schemas.openxmlformats.org/officeDocument/2006/relationships/image" Target="../media/image1121.png"/><Relationship Id="rId268" Type="http://schemas.openxmlformats.org/officeDocument/2006/relationships/image" Target="../media/image1142.png"/><Relationship Id="rId32" Type="http://schemas.openxmlformats.org/officeDocument/2006/relationships/customXml" Target="../ink/ink1036.xml"/><Relationship Id="rId74" Type="http://schemas.openxmlformats.org/officeDocument/2006/relationships/customXml" Target="../ink/ink1057.xml"/><Relationship Id="rId128" Type="http://schemas.openxmlformats.org/officeDocument/2006/relationships/customXml" Target="../ink/ink1084.xml"/><Relationship Id="rId5" Type="http://schemas.openxmlformats.org/officeDocument/2006/relationships/image" Target="../media/image1011.png"/><Relationship Id="rId181" Type="http://schemas.openxmlformats.org/officeDocument/2006/relationships/customXml" Target="../ink/ink1111.xml"/><Relationship Id="rId237" Type="http://schemas.openxmlformats.org/officeDocument/2006/relationships/customXml" Target="../ink/ink1139.xml"/><Relationship Id="rId279" Type="http://schemas.openxmlformats.org/officeDocument/2006/relationships/customXml" Target="../ink/ink1160.xml"/><Relationship Id="rId43" Type="http://schemas.openxmlformats.org/officeDocument/2006/relationships/image" Target="../media/image1030.png"/><Relationship Id="rId139" Type="http://schemas.openxmlformats.org/officeDocument/2006/relationships/image" Target="../media/image1078.png"/><Relationship Id="rId290" Type="http://schemas.openxmlformats.org/officeDocument/2006/relationships/image" Target="../media/image1153.png"/><Relationship Id="rId304" Type="http://schemas.openxmlformats.org/officeDocument/2006/relationships/image" Target="../media/image1160.png"/><Relationship Id="rId85" Type="http://schemas.openxmlformats.org/officeDocument/2006/relationships/image" Target="../media/image1051.png"/><Relationship Id="rId150" Type="http://schemas.openxmlformats.org/officeDocument/2006/relationships/customXml" Target="../ink/ink1095.xml"/><Relationship Id="rId192" Type="http://schemas.openxmlformats.org/officeDocument/2006/relationships/image" Target="../media/image1104.png"/><Relationship Id="rId206" Type="http://schemas.openxmlformats.org/officeDocument/2006/relationships/image" Target="../media/image1111.png"/><Relationship Id="rId248" Type="http://schemas.openxmlformats.org/officeDocument/2006/relationships/image" Target="../media/image1132.png"/><Relationship Id="rId12" Type="http://schemas.openxmlformats.org/officeDocument/2006/relationships/customXml" Target="../ink/ink1026.xml"/><Relationship Id="rId108" Type="http://schemas.openxmlformats.org/officeDocument/2006/relationships/customXml" Target="../ink/ink1074.xml"/><Relationship Id="rId315" Type="http://schemas.openxmlformats.org/officeDocument/2006/relationships/customXml" Target="../ink/ink1178.xml"/><Relationship Id="rId54" Type="http://schemas.openxmlformats.org/officeDocument/2006/relationships/customXml" Target="../ink/ink1047.xml"/><Relationship Id="rId96" Type="http://schemas.openxmlformats.org/officeDocument/2006/relationships/customXml" Target="../ink/ink1068.xml"/><Relationship Id="rId161" Type="http://schemas.openxmlformats.org/officeDocument/2006/relationships/customXml" Target="../ink/ink1101.xml"/><Relationship Id="rId217" Type="http://schemas.openxmlformats.org/officeDocument/2006/relationships/customXml" Target="../ink/ink1129.xml"/><Relationship Id="rId259" Type="http://schemas.openxmlformats.org/officeDocument/2006/relationships/customXml" Target="../ink/ink1150.xml"/><Relationship Id="rId23" Type="http://schemas.openxmlformats.org/officeDocument/2006/relationships/image" Target="../media/image1020.png"/><Relationship Id="rId119" Type="http://schemas.openxmlformats.org/officeDocument/2006/relationships/image" Target="../media/image1068.png"/><Relationship Id="rId270" Type="http://schemas.openxmlformats.org/officeDocument/2006/relationships/image" Target="../media/image1143.png"/><Relationship Id="rId326" Type="http://schemas.openxmlformats.org/officeDocument/2006/relationships/image" Target="../media/image1171.png"/><Relationship Id="rId65" Type="http://schemas.openxmlformats.org/officeDocument/2006/relationships/image" Target="../media/image1041.png"/><Relationship Id="rId130" Type="http://schemas.openxmlformats.org/officeDocument/2006/relationships/customXml" Target="../ink/ink1085.xml"/><Relationship Id="rId172" Type="http://schemas.openxmlformats.org/officeDocument/2006/relationships/image" Target="../media/image1094.png"/><Relationship Id="rId228" Type="http://schemas.openxmlformats.org/officeDocument/2006/relationships/image" Target="../media/image1122.png"/><Relationship Id="rId281" Type="http://schemas.openxmlformats.org/officeDocument/2006/relationships/customXml" Target="../ink/ink1161.xml"/><Relationship Id="rId34" Type="http://schemas.openxmlformats.org/officeDocument/2006/relationships/customXml" Target="../ink/ink1037.xml"/><Relationship Id="rId76" Type="http://schemas.openxmlformats.org/officeDocument/2006/relationships/customXml" Target="../ink/ink1058.xml"/><Relationship Id="rId141" Type="http://schemas.openxmlformats.org/officeDocument/2006/relationships/image" Target="../media/image1079.png"/><Relationship Id="rId7" Type="http://schemas.openxmlformats.org/officeDocument/2006/relationships/image" Target="../media/image1012.png"/><Relationship Id="rId183" Type="http://schemas.openxmlformats.org/officeDocument/2006/relationships/customXml" Target="../ink/ink1112.xml"/><Relationship Id="rId239" Type="http://schemas.openxmlformats.org/officeDocument/2006/relationships/customXml" Target="../ink/ink1140.xml"/><Relationship Id="rId250" Type="http://schemas.openxmlformats.org/officeDocument/2006/relationships/image" Target="../media/image1133.png"/><Relationship Id="rId292" Type="http://schemas.openxmlformats.org/officeDocument/2006/relationships/image" Target="../media/image1154.png"/><Relationship Id="rId306" Type="http://schemas.openxmlformats.org/officeDocument/2006/relationships/image" Target="../media/image1161.png"/><Relationship Id="rId24" Type="http://schemas.openxmlformats.org/officeDocument/2006/relationships/customXml" Target="../ink/ink1032.xml"/><Relationship Id="rId45" Type="http://schemas.openxmlformats.org/officeDocument/2006/relationships/image" Target="../media/image1031.png"/><Relationship Id="rId66" Type="http://schemas.openxmlformats.org/officeDocument/2006/relationships/customXml" Target="../ink/ink1053.xml"/><Relationship Id="rId87" Type="http://schemas.openxmlformats.org/officeDocument/2006/relationships/image" Target="../media/image1052.png"/><Relationship Id="rId110" Type="http://schemas.openxmlformats.org/officeDocument/2006/relationships/customXml" Target="../ink/ink1075.xml"/><Relationship Id="rId131" Type="http://schemas.openxmlformats.org/officeDocument/2006/relationships/image" Target="../media/image1074.png"/><Relationship Id="rId327" Type="http://schemas.openxmlformats.org/officeDocument/2006/relationships/customXml" Target="../ink/ink1184.xml"/><Relationship Id="rId152" Type="http://schemas.openxmlformats.org/officeDocument/2006/relationships/customXml" Target="../ink/ink1096.xml"/><Relationship Id="rId173" Type="http://schemas.openxmlformats.org/officeDocument/2006/relationships/customXml" Target="../ink/ink1107.xml"/><Relationship Id="rId194" Type="http://schemas.openxmlformats.org/officeDocument/2006/relationships/image" Target="../media/image1105.png"/><Relationship Id="rId208" Type="http://schemas.openxmlformats.org/officeDocument/2006/relationships/image" Target="../media/image1112.png"/><Relationship Id="rId229" Type="http://schemas.openxmlformats.org/officeDocument/2006/relationships/customXml" Target="../ink/ink1135.xml"/><Relationship Id="rId240" Type="http://schemas.openxmlformats.org/officeDocument/2006/relationships/image" Target="../media/image1128.png"/><Relationship Id="rId261" Type="http://schemas.openxmlformats.org/officeDocument/2006/relationships/customXml" Target="../ink/ink1151.xml"/><Relationship Id="rId14" Type="http://schemas.openxmlformats.org/officeDocument/2006/relationships/customXml" Target="../ink/ink1027.xml"/><Relationship Id="rId35" Type="http://schemas.openxmlformats.org/officeDocument/2006/relationships/image" Target="../media/image1026.png"/><Relationship Id="rId56" Type="http://schemas.openxmlformats.org/officeDocument/2006/relationships/customXml" Target="../ink/ink1048.xml"/><Relationship Id="rId77" Type="http://schemas.openxmlformats.org/officeDocument/2006/relationships/image" Target="../media/image1047.png"/><Relationship Id="rId100" Type="http://schemas.openxmlformats.org/officeDocument/2006/relationships/customXml" Target="../ink/ink1070.xml"/><Relationship Id="rId282" Type="http://schemas.openxmlformats.org/officeDocument/2006/relationships/image" Target="../media/image1149.png"/><Relationship Id="rId317" Type="http://schemas.openxmlformats.org/officeDocument/2006/relationships/customXml" Target="../ink/ink1179.xml"/><Relationship Id="rId8" Type="http://schemas.openxmlformats.org/officeDocument/2006/relationships/customXml" Target="../ink/ink1024.xml"/><Relationship Id="rId98" Type="http://schemas.openxmlformats.org/officeDocument/2006/relationships/customXml" Target="../ink/ink1069.xml"/><Relationship Id="rId121" Type="http://schemas.openxmlformats.org/officeDocument/2006/relationships/image" Target="../media/image1069.png"/><Relationship Id="rId142" Type="http://schemas.openxmlformats.org/officeDocument/2006/relationships/customXml" Target="../ink/ink1091.xml"/><Relationship Id="rId163" Type="http://schemas.openxmlformats.org/officeDocument/2006/relationships/customXml" Target="../ink/ink1102.xml"/><Relationship Id="rId184" Type="http://schemas.openxmlformats.org/officeDocument/2006/relationships/image" Target="../media/image1100.png"/><Relationship Id="rId219" Type="http://schemas.openxmlformats.org/officeDocument/2006/relationships/customXml" Target="../ink/ink1130.xml"/><Relationship Id="rId230" Type="http://schemas.openxmlformats.org/officeDocument/2006/relationships/image" Target="../media/image1123.png"/><Relationship Id="rId251" Type="http://schemas.openxmlformats.org/officeDocument/2006/relationships/customXml" Target="../ink/ink1146.xml"/><Relationship Id="rId25" Type="http://schemas.openxmlformats.org/officeDocument/2006/relationships/image" Target="../media/image1021.png"/><Relationship Id="rId46" Type="http://schemas.openxmlformats.org/officeDocument/2006/relationships/customXml" Target="../ink/ink1043.xml"/><Relationship Id="rId67" Type="http://schemas.openxmlformats.org/officeDocument/2006/relationships/image" Target="../media/image1042.png"/><Relationship Id="rId272" Type="http://schemas.openxmlformats.org/officeDocument/2006/relationships/image" Target="../media/image1144.png"/><Relationship Id="rId293" Type="http://schemas.openxmlformats.org/officeDocument/2006/relationships/customXml" Target="../ink/ink1167.xml"/><Relationship Id="rId307" Type="http://schemas.openxmlformats.org/officeDocument/2006/relationships/customXml" Target="../ink/ink1174.xml"/><Relationship Id="rId328" Type="http://schemas.openxmlformats.org/officeDocument/2006/relationships/image" Target="../media/image1172.png"/><Relationship Id="rId88" Type="http://schemas.openxmlformats.org/officeDocument/2006/relationships/customXml" Target="../ink/ink1064.xml"/><Relationship Id="rId111" Type="http://schemas.openxmlformats.org/officeDocument/2006/relationships/image" Target="../media/image1064.png"/><Relationship Id="rId132" Type="http://schemas.openxmlformats.org/officeDocument/2006/relationships/customXml" Target="../ink/ink1086.xml"/><Relationship Id="rId153" Type="http://schemas.openxmlformats.org/officeDocument/2006/relationships/image" Target="../media/image1085.png"/><Relationship Id="rId174" Type="http://schemas.openxmlformats.org/officeDocument/2006/relationships/image" Target="../media/image1095.png"/><Relationship Id="rId195" Type="http://schemas.openxmlformats.org/officeDocument/2006/relationships/customXml" Target="../ink/ink1118.xml"/><Relationship Id="rId209" Type="http://schemas.openxmlformats.org/officeDocument/2006/relationships/customXml" Target="../ink/ink1125.xml"/><Relationship Id="rId220" Type="http://schemas.openxmlformats.org/officeDocument/2006/relationships/image" Target="../media/image1118.png"/><Relationship Id="rId241" Type="http://schemas.openxmlformats.org/officeDocument/2006/relationships/customXml" Target="../ink/ink1141.xml"/><Relationship Id="rId15" Type="http://schemas.openxmlformats.org/officeDocument/2006/relationships/image" Target="../media/image1016.png"/><Relationship Id="rId36" Type="http://schemas.openxmlformats.org/officeDocument/2006/relationships/customXml" Target="../ink/ink1038.xml"/><Relationship Id="rId57" Type="http://schemas.openxmlformats.org/officeDocument/2006/relationships/image" Target="../media/image1037.png"/><Relationship Id="rId262" Type="http://schemas.openxmlformats.org/officeDocument/2006/relationships/image" Target="../media/image1139.png"/><Relationship Id="rId283" Type="http://schemas.openxmlformats.org/officeDocument/2006/relationships/customXml" Target="../ink/ink1162.xml"/><Relationship Id="rId318" Type="http://schemas.openxmlformats.org/officeDocument/2006/relationships/image" Target="../media/image1167.png"/><Relationship Id="rId78" Type="http://schemas.openxmlformats.org/officeDocument/2006/relationships/customXml" Target="../ink/ink1059.xml"/><Relationship Id="rId99" Type="http://schemas.openxmlformats.org/officeDocument/2006/relationships/image" Target="../media/image1058.png"/><Relationship Id="rId101" Type="http://schemas.openxmlformats.org/officeDocument/2006/relationships/image" Target="../media/image1059.png"/><Relationship Id="rId122" Type="http://schemas.openxmlformats.org/officeDocument/2006/relationships/customXml" Target="../ink/ink1081.xml"/><Relationship Id="rId143" Type="http://schemas.openxmlformats.org/officeDocument/2006/relationships/image" Target="../media/image1080.png"/><Relationship Id="rId164" Type="http://schemas.openxmlformats.org/officeDocument/2006/relationships/image" Target="../media/image1090.png"/><Relationship Id="rId185" Type="http://schemas.openxmlformats.org/officeDocument/2006/relationships/customXml" Target="../ink/ink1113.xml"/><Relationship Id="rId9" Type="http://schemas.openxmlformats.org/officeDocument/2006/relationships/image" Target="../media/image1013.png"/><Relationship Id="rId210" Type="http://schemas.openxmlformats.org/officeDocument/2006/relationships/image" Target="../media/image1113.png"/><Relationship Id="rId26" Type="http://schemas.openxmlformats.org/officeDocument/2006/relationships/customXml" Target="../ink/ink1033.xml"/><Relationship Id="rId231" Type="http://schemas.openxmlformats.org/officeDocument/2006/relationships/customXml" Target="../ink/ink1136.xml"/><Relationship Id="rId252" Type="http://schemas.openxmlformats.org/officeDocument/2006/relationships/image" Target="../media/image1134.png"/><Relationship Id="rId273" Type="http://schemas.openxmlformats.org/officeDocument/2006/relationships/customXml" Target="../ink/ink1157.xml"/><Relationship Id="rId294" Type="http://schemas.openxmlformats.org/officeDocument/2006/relationships/image" Target="../media/image1155.png"/><Relationship Id="rId308" Type="http://schemas.openxmlformats.org/officeDocument/2006/relationships/image" Target="../media/image1162.png"/><Relationship Id="rId329" Type="http://schemas.openxmlformats.org/officeDocument/2006/relationships/customXml" Target="../ink/ink1185.xml"/><Relationship Id="rId47" Type="http://schemas.openxmlformats.org/officeDocument/2006/relationships/image" Target="../media/image1032.png"/><Relationship Id="rId68" Type="http://schemas.openxmlformats.org/officeDocument/2006/relationships/customXml" Target="../ink/ink1054.xml"/><Relationship Id="rId89" Type="http://schemas.openxmlformats.org/officeDocument/2006/relationships/image" Target="../media/image1053.png"/><Relationship Id="rId112" Type="http://schemas.openxmlformats.org/officeDocument/2006/relationships/customXml" Target="../ink/ink1076.xml"/><Relationship Id="rId133" Type="http://schemas.openxmlformats.org/officeDocument/2006/relationships/image" Target="../media/image1075.png"/><Relationship Id="rId154" Type="http://schemas.openxmlformats.org/officeDocument/2006/relationships/customXml" Target="../ink/ink1097.xml"/><Relationship Id="rId175" Type="http://schemas.openxmlformats.org/officeDocument/2006/relationships/customXml" Target="../ink/ink1108.xml"/><Relationship Id="rId196" Type="http://schemas.openxmlformats.org/officeDocument/2006/relationships/image" Target="../media/image1106.png"/><Relationship Id="rId200" Type="http://schemas.openxmlformats.org/officeDocument/2006/relationships/image" Target="../media/image1108.png"/><Relationship Id="rId16" Type="http://schemas.openxmlformats.org/officeDocument/2006/relationships/customXml" Target="../ink/ink1028.xml"/><Relationship Id="rId221" Type="http://schemas.openxmlformats.org/officeDocument/2006/relationships/customXml" Target="../ink/ink1131.xml"/><Relationship Id="rId242" Type="http://schemas.openxmlformats.org/officeDocument/2006/relationships/image" Target="../media/image1129.png"/><Relationship Id="rId263" Type="http://schemas.openxmlformats.org/officeDocument/2006/relationships/customXml" Target="../ink/ink1152.xml"/><Relationship Id="rId284" Type="http://schemas.openxmlformats.org/officeDocument/2006/relationships/image" Target="../media/image1150.png"/><Relationship Id="rId319" Type="http://schemas.openxmlformats.org/officeDocument/2006/relationships/customXml" Target="../ink/ink1180.xml"/><Relationship Id="rId37" Type="http://schemas.openxmlformats.org/officeDocument/2006/relationships/image" Target="../media/image1027.png"/><Relationship Id="rId58" Type="http://schemas.openxmlformats.org/officeDocument/2006/relationships/customXml" Target="../ink/ink1049.xml"/><Relationship Id="rId79" Type="http://schemas.openxmlformats.org/officeDocument/2006/relationships/image" Target="../media/image1048.png"/><Relationship Id="rId102" Type="http://schemas.openxmlformats.org/officeDocument/2006/relationships/customXml" Target="../ink/ink1071.xml"/><Relationship Id="rId123" Type="http://schemas.openxmlformats.org/officeDocument/2006/relationships/image" Target="../media/image1070.png"/><Relationship Id="rId144" Type="http://schemas.openxmlformats.org/officeDocument/2006/relationships/customXml" Target="../ink/ink1092.xml"/><Relationship Id="rId330" Type="http://schemas.openxmlformats.org/officeDocument/2006/relationships/image" Target="../media/image1173.png"/><Relationship Id="rId90" Type="http://schemas.openxmlformats.org/officeDocument/2006/relationships/customXml" Target="../ink/ink1065.xml"/><Relationship Id="rId165" Type="http://schemas.openxmlformats.org/officeDocument/2006/relationships/customXml" Target="../ink/ink1103.xml"/><Relationship Id="rId186" Type="http://schemas.openxmlformats.org/officeDocument/2006/relationships/image" Target="../media/image1101.png"/><Relationship Id="rId211" Type="http://schemas.openxmlformats.org/officeDocument/2006/relationships/customXml" Target="../ink/ink1126.xml"/><Relationship Id="rId232" Type="http://schemas.openxmlformats.org/officeDocument/2006/relationships/image" Target="../media/image1124.png"/><Relationship Id="rId253" Type="http://schemas.openxmlformats.org/officeDocument/2006/relationships/customXml" Target="../ink/ink1147.xml"/><Relationship Id="rId274" Type="http://schemas.openxmlformats.org/officeDocument/2006/relationships/image" Target="../media/image1145.png"/><Relationship Id="rId295" Type="http://schemas.openxmlformats.org/officeDocument/2006/relationships/customXml" Target="../ink/ink1168.xml"/><Relationship Id="rId309" Type="http://schemas.openxmlformats.org/officeDocument/2006/relationships/customXml" Target="../ink/ink1175.xml"/><Relationship Id="rId27" Type="http://schemas.openxmlformats.org/officeDocument/2006/relationships/image" Target="../media/image1022.png"/><Relationship Id="rId48" Type="http://schemas.openxmlformats.org/officeDocument/2006/relationships/customXml" Target="../ink/ink1044.xml"/><Relationship Id="rId69" Type="http://schemas.openxmlformats.org/officeDocument/2006/relationships/image" Target="../media/image1043.png"/><Relationship Id="rId113" Type="http://schemas.openxmlformats.org/officeDocument/2006/relationships/image" Target="../media/image1065.png"/><Relationship Id="rId134" Type="http://schemas.openxmlformats.org/officeDocument/2006/relationships/customXml" Target="../ink/ink1087.xml"/><Relationship Id="rId320" Type="http://schemas.openxmlformats.org/officeDocument/2006/relationships/image" Target="../media/image1168.png"/><Relationship Id="rId80" Type="http://schemas.openxmlformats.org/officeDocument/2006/relationships/customXml" Target="../ink/ink1060.xml"/><Relationship Id="rId155" Type="http://schemas.openxmlformats.org/officeDocument/2006/relationships/image" Target="../media/image1086.png"/><Relationship Id="rId176" Type="http://schemas.openxmlformats.org/officeDocument/2006/relationships/image" Target="../media/image1096.png"/><Relationship Id="rId197" Type="http://schemas.openxmlformats.org/officeDocument/2006/relationships/customXml" Target="../ink/ink1119.xml"/><Relationship Id="rId201" Type="http://schemas.openxmlformats.org/officeDocument/2006/relationships/customXml" Target="../ink/ink1121.xml"/><Relationship Id="rId222" Type="http://schemas.openxmlformats.org/officeDocument/2006/relationships/image" Target="../media/image1119.png"/><Relationship Id="rId243" Type="http://schemas.openxmlformats.org/officeDocument/2006/relationships/customXml" Target="../ink/ink1142.xml"/><Relationship Id="rId264" Type="http://schemas.openxmlformats.org/officeDocument/2006/relationships/image" Target="../media/image1140.png"/><Relationship Id="rId285" Type="http://schemas.openxmlformats.org/officeDocument/2006/relationships/customXml" Target="../ink/ink1163.xml"/><Relationship Id="rId17" Type="http://schemas.openxmlformats.org/officeDocument/2006/relationships/image" Target="../media/image1017.png"/><Relationship Id="rId38" Type="http://schemas.openxmlformats.org/officeDocument/2006/relationships/customXml" Target="../ink/ink1039.xml"/><Relationship Id="rId59" Type="http://schemas.openxmlformats.org/officeDocument/2006/relationships/image" Target="../media/image1038.png"/><Relationship Id="rId103" Type="http://schemas.openxmlformats.org/officeDocument/2006/relationships/image" Target="../media/image1060.png"/><Relationship Id="rId124" Type="http://schemas.openxmlformats.org/officeDocument/2006/relationships/customXml" Target="../ink/ink1082.xml"/><Relationship Id="rId310" Type="http://schemas.openxmlformats.org/officeDocument/2006/relationships/image" Target="../media/image1163.png"/><Relationship Id="rId70" Type="http://schemas.openxmlformats.org/officeDocument/2006/relationships/customXml" Target="../ink/ink1055.xml"/><Relationship Id="rId91" Type="http://schemas.openxmlformats.org/officeDocument/2006/relationships/image" Target="../media/image1054.png"/><Relationship Id="rId145" Type="http://schemas.openxmlformats.org/officeDocument/2006/relationships/image" Target="../media/image1081.png"/><Relationship Id="rId166" Type="http://schemas.openxmlformats.org/officeDocument/2006/relationships/image" Target="../media/image1091.png"/><Relationship Id="rId187" Type="http://schemas.openxmlformats.org/officeDocument/2006/relationships/customXml" Target="../ink/ink1114.xml"/><Relationship Id="rId331" Type="http://schemas.openxmlformats.org/officeDocument/2006/relationships/customXml" Target="../ink/ink1186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114.png"/><Relationship Id="rId233" Type="http://schemas.openxmlformats.org/officeDocument/2006/relationships/customXml" Target="../ink/ink1137.xml"/><Relationship Id="rId254" Type="http://schemas.openxmlformats.org/officeDocument/2006/relationships/image" Target="../media/image1135.png"/><Relationship Id="rId28" Type="http://schemas.openxmlformats.org/officeDocument/2006/relationships/customXml" Target="../ink/ink1034.xml"/><Relationship Id="rId49" Type="http://schemas.openxmlformats.org/officeDocument/2006/relationships/image" Target="../media/image1033.png"/><Relationship Id="rId114" Type="http://schemas.openxmlformats.org/officeDocument/2006/relationships/customXml" Target="../ink/ink1077.xml"/><Relationship Id="rId275" Type="http://schemas.openxmlformats.org/officeDocument/2006/relationships/customXml" Target="../ink/ink1158.xml"/><Relationship Id="rId296" Type="http://schemas.openxmlformats.org/officeDocument/2006/relationships/image" Target="../media/image1156.png"/><Relationship Id="rId300" Type="http://schemas.openxmlformats.org/officeDocument/2006/relationships/image" Target="../media/image1158.png"/><Relationship Id="rId60" Type="http://schemas.openxmlformats.org/officeDocument/2006/relationships/customXml" Target="../ink/ink1050.xml"/><Relationship Id="rId81" Type="http://schemas.openxmlformats.org/officeDocument/2006/relationships/image" Target="../media/image1049.png"/><Relationship Id="rId135" Type="http://schemas.openxmlformats.org/officeDocument/2006/relationships/image" Target="../media/image1076.png"/><Relationship Id="rId156" Type="http://schemas.openxmlformats.org/officeDocument/2006/relationships/customXml" Target="../ink/ink1098.xml"/><Relationship Id="rId177" Type="http://schemas.openxmlformats.org/officeDocument/2006/relationships/customXml" Target="../ink/ink1109.xml"/><Relationship Id="rId198" Type="http://schemas.openxmlformats.org/officeDocument/2006/relationships/image" Target="../media/image1107.png"/><Relationship Id="rId321" Type="http://schemas.openxmlformats.org/officeDocument/2006/relationships/customXml" Target="../ink/ink1181.xml"/><Relationship Id="rId202" Type="http://schemas.openxmlformats.org/officeDocument/2006/relationships/image" Target="../media/image1109.png"/><Relationship Id="rId223" Type="http://schemas.openxmlformats.org/officeDocument/2006/relationships/customXml" Target="../ink/ink1132.xml"/><Relationship Id="rId244" Type="http://schemas.openxmlformats.org/officeDocument/2006/relationships/image" Target="../media/image1130.png"/><Relationship Id="rId18" Type="http://schemas.openxmlformats.org/officeDocument/2006/relationships/customXml" Target="../ink/ink1029.xml"/><Relationship Id="rId39" Type="http://schemas.openxmlformats.org/officeDocument/2006/relationships/image" Target="../media/image1028.png"/><Relationship Id="rId265" Type="http://schemas.openxmlformats.org/officeDocument/2006/relationships/customXml" Target="../ink/ink1153.xml"/><Relationship Id="rId286" Type="http://schemas.openxmlformats.org/officeDocument/2006/relationships/image" Target="../media/image1151.png"/><Relationship Id="rId50" Type="http://schemas.openxmlformats.org/officeDocument/2006/relationships/customXml" Target="../ink/ink1045.xml"/><Relationship Id="rId104" Type="http://schemas.openxmlformats.org/officeDocument/2006/relationships/customXml" Target="../ink/ink1072.xml"/><Relationship Id="rId125" Type="http://schemas.openxmlformats.org/officeDocument/2006/relationships/image" Target="../media/image1071.png"/><Relationship Id="rId146" Type="http://schemas.openxmlformats.org/officeDocument/2006/relationships/customXml" Target="../ink/ink1093.xml"/><Relationship Id="rId167" Type="http://schemas.openxmlformats.org/officeDocument/2006/relationships/customXml" Target="../ink/ink1104.xml"/><Relationship Id="rId188" Type="http://schemas.openxmlformats.org/officeDocument/2006/relationships/image" Target="../media/image1102.png"/><Relationship Id="rId311" Type="http://schemas.openxmlformats.org/officeDocument/2006/relationships/customXml" Target="../ink/ink1176.xml"/><Relationship Id="rId332" Type="http://schemas.openxmlformats.org/officeDocument/2006/relationships/image" Target="../media/image1174.png"/><Relationship Id="rId71" Type="http://schemas.openxmlformats.org/officeDocument/2006/relationships/image" Target="../media/image1044.png"/><Relationship Id="rId92" Type="http://schemas.openxmlformats.org/officeDocument/2006/relationships/customXml" Target="../ink/ink1066.xml"/><Relationship Id="rId213" Type="http://schemas.openxmlformats.org/officeDocument/2006/relationships/customXml" Target="../ink/ink1127.xml"/><Relationship Id="rId234" Type="http://schemas.openxmlformats.org/officeDocument/2006/relationships/image" Target="../media/image1125.png"/><Relationship Id="rId2" Type="http://schemas.openxmlformats.org/officeDocument/2006/relationships/customXml" Target="../ink/ink1021.xml"/><Relationship Id="rId29" Type="http://schemas.openxmlformats.org/officeDocument/2006/relationships/image" Target="../media/image1023.png"/><Relationship Id="rId255" Type="http://schemas.openxmlformats.org/officeDocument/2006/relationships/customXml" Target="../ink/ink1148.xml"/><Relationship Id="rId276" Type="http://schemas.openxmlformats.org/officeDocument/2006/relationships/image" Target="../media/image1146.png"/><Relationship Id="rId297" Type="http://schemas.openxmlformats.org/officeDocument/2006/relationships/customXml" Target="../ink/ink1169.xml"/><Relationship Id="rId40" Type="http://schemas.openxmlformats.org/officeDocument/2006/relationships/customXml" Target="../ink/ink1040.xml"/><Relationship Id="rId115" Type="http://schemas.openxmlformats.org/officeDocument/2006/relationships/image" Target="../media/image1066.png"/><Relationship Id="rId136" Type="http://schemas.openxmlformats.org/officeDocument/2006/relationships/customXml" Target="../ink/ink1088.xml"/><Relationship Id="rId157" Type="http://schemas.openxmlformats.org/officeDocument/2006/relationships/image" Target="../media/image1087.png"/><Relationship Id="rId178" Type="http://schemas.openxmlformats.org/officeDocument/2006/relationships/image" Target="../media/image1097.png"/><Relationship Id="rId301" Type="http://schemas.openxmlformats.org/officeDocument/2006/relationships/customXml" Target="../ink/ink1171.xml"/><Relationship Id="rId322" Type="http://schemas.openxmlformats.org/officeDocument/2006/relationships/image" Target="../media/image1169.png"/><Relationship Id="rId61" Type="http://schemas.openxmlformats.org/officeDocument/2006/relationships/image" Target="../media/image1039.png"/><Relationship Id="rId82" Type="http://schemas.openxmlformats.org/officeDocument/2006/relationships/customXml" Target="../ink/ink1061.xml"/><Relationship Id="rId199" Type="http://schemas.openxmlformats.org/officeDocument/2006/relationships/customXml" Target="../ink/ink1120.xml"/><Relationship Id="rId203" Type="http://schemas.openxmlformats.org/officeDocument/2006/relationships/customXml" Target="../ink/ink1122.xml"/><Relationship Id="rId19" Type="http://schemas.openxmlformats.org/officeDocument/2006/relationships/image" Target="../media/image1018.png"/><Relationship Id="rId224" Type="http://schemas.openxmlformats.org/officeDocument/2006/relationships/image" Target="../media/image1120.png"/><Relationship Id="rId245" Type="http://schemas.openxmlformats.org/officeDocument/2006/relationships/customXml" Target="../ink/ink1143.xml"/><Relationship Id="rId266" Type="http://schemas.openxmlformats.org/officeDocument/2006/relationships/image" Target="../media/image1141.png"/><Relationship Id="rId287" Type="http://schemas.openxmlformats.org/officeDocument/2006/relationships/customXml" Target="../ink/ink1164.xml"/><Relationship Id="rId30" Type="http://schemas.openxmlformats.org/officeDocument/2006/relationships/customXml" Target="../ink/ink1035.xml"/><Relationship Id="rId105" Type="http://schemas.openxmlformats.org/officeDocument/2006/relationships/image" Target="../media/image1061.png"/><Relationship Id="rId126" Type="http://schemas.openxmlformats.org/officeDocument/2006/relationships/customXml" Target="../ink/ink1083.xml"/><Relationship Id="rId147" Type="http://schemas.openxmlformats.org/officeDocument/2006/relationships/image" Target="../media/image1082.png"/><Relationship Id="rId168" Type="http://schemas.openxmlformats.org/officeDocument/2006/relationships/image" Target="../media/image1092.png"/><Relationship Id="rId312" Type="http://schemas.openxmlformats.org/officeDocument/2006/relationships/image" Target="../media/image1164.png"/><Relationship Id="rId333" Type="http://schemas.openxmlformats.org/officeDocument/2006/relationships/customXml" Target="../ink/ink1187.xml"/><Relationship Id="rId51" Type="http://schemas.openxmlformats.org/officeDocument/2006/relationships/image" Target="../media/image1034.png"/><Relationship Id="rId72" Type="http://schemas.openxmlformats.org/officeDocument/2006/relationships/customXml" Target="../ink/ink1056.xml"/><Relationship Id="rId93" Type="http://schemas.openxmlformats.org/officeDocument/2006/relationships/image" Target="../media/image1055.png"/><Relationship Id="rId189" Type="http://schemas.openxmlformats.org/officeDocument/2006/relationships/customXml" Target="../ink/ink1115.xml"/><Relationship Id="rId3" Type="http://schemas.openxmlformats.org/officeDocument/2006/relationships/image" Target="../media/image1010.png"/><Relationship Id="rId214" Type="http://schemas.openxmlformats.org/officeDocument/2006/relationships/image" Target="../media/image1115.png"/><Relationship Id="rId235" Type="http://schemas.openxmlformats.org/officeDocument/2006/relationships/customXml" Target="../ink/ink1138.xml"/><Relationship Id="rId256" Type="http://schemas.openxmlformats.org/officeDocument/2006/relationships/image" Target="../media/image1136.png"/><Relationship Id="rId277" Type="http://schemas.openxmlformats.org/officeDocument/2006/relationships/customXml" Target="../ink/ink1159.xml"/><Relationship Id="rId298" Type="http://schemas.openxmlformats.org/officeDocument/2006/relationships/image" Target="../media/image1157.png"/><Relationship Id="rId116" Type="http://schemas.openxmlformats.org/officeDocument/2006/relationships/customXml" Target="../ink/ink1078.xml"/><Relationship Id="rId137" Type="http://schemas.openxmlformats.org/officeDocument/2006/relationships/image" Target="../media/image1077.png"/><Relationship Id="rId158" Type="http://schemas.openxmlformats.org/officeDocument/2006/relationships/customXml" Target="../ink/ink1099.xml"/><Relationship Id="rId302" Type="http://schemas.openxmlformats.org/officeDocument/2006/relationships/image" Target="../media/image1159.png"/><Relationship Id="rId323" Type="http://schemas.openxmlformats.org/officeDocument/2006/relationships/customXml" Target="../ink/ink1182.xml"/><Relationship Id="rId20" Type="http://schemas.openxmlformats.org/officeDocument/2006/relationships/customXml" Target="../ink/ink1030.xml"/><Relationship Id="rId41" Type="http://schemas.openxmlformats.org/officeDocument/2006/relationships/image" Target="../media/image1029.png"/><Relationship Id="rId62" Type="http://schemas.openxmlformats.org/officeDocument/2006/relationships/customXml" Target="../ink/ink1051.xml"/><Relationship Id="rId83" Type="http://schemas.openxmlformats.org/officeDocument/2006/relationships/image" Target="../media/image1050.png"/><Relationship Id="rId179" Type="http://schemas.openxmlformats.org/officeDocument/2006/relationships/customXml" Target="../ink/ink1110.xml"/><Relationship Id="rId190" Type="http://schemas.openxmlformats.org/officeDocument/2006/relationships/image" Target="../media/image1103.png"/><Relationship Id="rId204" Type="http://schemas.openxmlformats.org/officeDocument/2006/relationships/image" Target="../media/image1110.png"/><Relationship Id="rId225" Type="http://schemas.openxmlformats.org/officeDocument/2006/relationships/customXml" Target="../ink/ink1133.xml"/><Relationship Id="rId246" Type="http://schemas.openxmlformats.org/officeDocument/2006/relationships/image" Target="../media/image1131.png"/><Relationship Id="rId267" Type="http://schemas.openxmlformats.org/officeDocument/2006/relationships/customXml" Target="../ink/ink1154.xml"/><Relationship Id="rId288" Type="http://schemas.openxmlformats.org/officeDocument/2006/relationships/image" Target="../media/image1152.png"/><Relationship Id="rId106" Type="http://schemas.openxmlformats.org/officeDocument/2006/relationships/customXml" Target="../ink/ink1073.xml"/><Relationship Id="rId127" Type="http://schemas.openxmlformats.org/officeDocument/2006/relationships/image" Target="../media/image1072.png"/><Relationship Id="rId313" Type="http://schemas.openxmlformats.org/officeDocument/2006/relationships/customXml" Target="../ink/ink1177.xml"/><Relationship Id="rId10" Type="http://schemas.openxmlformats.org/officeDocument/2006/relationships/customXml" Target="../ink/ink1025.xml"/><Relationship Id="rId31" Type="http://schemas.openxmlformats.org/officeDocument/2006/relationships/image" Target="../media/image1024.png"/><Relationship Id="rId52" Type="http://schemas.openxmlformats.org/officeDocument/2006/relationships/customXml" Target="../ink/ink1046.xml"/><Relationship Id="rId73" Type="http://schemas.openxmlformats.org/officeDocument/2006/relationships/image" Target="../media/image1045.png"/><Relationship Id="rId94" Type="http://schemas.openxmlformats.org/officeDocument/2006/relationships/customXml" Target="../ink/ink1067.xml"/><Relationship Id="rId148" Type="http://schemas.openxmlformats.org/officeDocument/2006/relationships/customXml" Target="../ink/ink1094.xml"/><Relationship Id="rId169" Type="http://schemas.openxmlformats.org/officeDocument/2006/relationships/customXml" Target="../ink/ink1105.xml"/><Relationship Id="rId334" Type="http://schemas.openxmlformats.org/officeDocument/2006/relationships/image" Target="../media/image1175.png"/><Relationship Id="rId4" Type="http://schemas.openxmlformats.org/officeDocument/2006/relationships/customXml" Target="../ink/ink1022.xml"/><Relationship Id="rId180" Type="http://schemas.openxmlformats.org/officeDocument/2006/relationships/image" Target="../media/image1098.png"/><Relationship Id="rId215" Type="http://schemas.openxmlformats.org/officeDocument/2006/relationships/customXml" Target="../ink/ink1128.xml"/><Relationship Id="rId236" Type="http://schemas.openxmlformats.org/officeDocument/2006/relationships/image" Target="../media/image1126.png"/><Relationship Id="rId257" Type="http://schemas.openxmlformats.org/officeDocument/2006/relationships/customXml" Target="../ink/ink1149.xml"/><Relationship Id="rId278" Type="http://schemas.openxmlformats.org/officeDocument/2006/relationships/image" Target="../media/image1147.png"/><Relationship Id="rId303" Type="http://schemas.openxmlformats.org/officeDocument/2006/relationships/customXml" Target="../ink/ink1172.xml"/><Relationship Id="rId42" Type="http://schemas.openxmlformats.org/officeDocument/2006/relationships/customXml" Target="../ink/ink1041.xml"/><Relationship Id="rId84" Type="http://schemas.openxmlformats.org/officeDocument/2006/relationships/customXml" Target="../ink/ink1062.xml"/><Relationship Id="rId138" Type="http://schemas.openxmlformats.org/officeDocument/2006/relationships/customXml" Target="../ink/ink1089.xml"/><Relationship Id="rId191" Type="http://schemas.openxmlformats.org/officeDocument/2006/relationships/customXml" Target="../ink/ink1116.xml"/><Relationship Id="rId205" Type="http://schemas.openxmlformats.org/officeDocument/2006/relationships/customXml" Target="../ink/ink1123.xml"/><Relationship Id="rId247" Type="http://schemas.openxmlformats.org/officeDocument/2006/relationships/customXml" Target="../ink/ink1144.xml"/><Relationship Id="rId107" Type="http://schemas.openxmlformats.org/officeDocument/2006/relationships/image" Target="../media/image1062.png"/><Relationship Id="rId289" Type="http://schemas.openxmlformats.org/officeDocument/2006/relationships/customXml" Target="../ink/ink1165.xml"/><Relationship Id="rId11" Type="http://schemas.openxmlformats.org/officeDocument/2006/relationships/image" Target="../media/image1014.png"/><Relationship Id="rId53" Type="http://schemas.openxmlformats.org/officeDocument/2006/relationships/image" Target="../media/image1035.png"/><Relationship Id="rId149" Type="http://schemas.openxmlformats.org/officeDocument/2006/relationships/image" Target="../media/image1083.png"/><Relationship Id="rId314" Type="http://schemas.openxmlformats.org/officeDocument/2006/relationships/image" Target="../media/image1165.png"/><Relationship Id="rId95" Type="http://schemas.openxmlformats.org/officeDocument/2006/relationships/image" Target="../media/image1056.png"/><Relationship Id="rId160" Type="http://schemas.openxmlformats.org/officeDocument/2006/relationships/customXml" Target="../ink/ink1100.xml"/><Relationship Id="rId216" Type="http://schemas.openxmlformats.org/officeDocument/2006/relationships/image" Target="../media/image1116.png"/><Relationship Id="rId258" Type="http://schemas.openxmlformats.org/officeDocument/2006/relationships/image" Target="../media/image1137.png"/><Relationship Id="rId22" Type="http://schemas.openxmlformats.org/officeDocument/2006/relationships/customXml" Target="../ink/ink1031.xml"/><Relationship Id="rId64" Type="http://schemas.openxmlformats.org/officeDocument/2006/relationships/customXml" Target="../ink/ink1052.xml"/><Relationship Id="rId118" Type="http://schemas.openxmlformats.org/officeDocument/2006/relationships/customXml" Target="../ink/ink1079.xml"/><Relationship Id="rId325" Type="http://schemas.openxmlformats.org/officeDocument/2006/relationships/customXml" Target="../ink/ink1183.xml"/><Relationship Id="rId171" Type="http://schemas.openxmlformats.org/officeDocument/2006/relationships/customXml" Target="../ink/ink1106.xml"/><Relationship Id="rId227" Type="http://schemas.openxmlformats.org/officeDocument/2006/relationships/customXml" Target="../ink/ink1134.xml"/><Relationship Id="rId269" Type="http://schemas.openxmlformats.org/officeDocument/2006/relationships/customXml" Target="../ink/ink1155.xml"/><Relationship Id="rId33" Type="http://schemas.openxmlformats.org/officeDocument/2006/relationships/image" Target="../media/image1025.png"/><Relationship Id="rId129" Type="http://schemas.openxmlformats.org/officeDocument/2006/relationships/image" Target="../media/image1073.png"/><Relationship Id="rId280" Type="http://schemas.openxmlformats.org/officeDocument/2006/relationships/image" Target="../media/image1148.png"/><Relationship Id="rId75" Type="http://schemas.openxmlformats.org/officeDocument/2006/relationships/image" Target="../media/image1046.png"/><Relationship Id="rId140" Type="http://schemas.openxmlformats.org/officeDocument/2006/relationships/customXml" Target="../ink/ink1090.xml"/><Relationship Id="rId182" Type="http://schemas.openxmlformats.org/officeDocument/2006/relationships/image" Target="../media/image1099.png"/><Relationship Id="rId6" Type="http://schemas.openxmlformats.org/officeDocument/2006/relationships/customXml" Target="../ink/ink1023.xml"/><Relationship Id="rId238" Type="http://schemas.openxmlformats.org/officeDocument/2006/relationships/image" Target="../media/image1127.png"/><Relationship Id="rId291" Type="http://schemas.openxmlformats.org/officeDocument/2006/relationships/customXml" Target="../ink/ink1166.xml"/><Relationship Id="rId305" Type="http://schemas.openxmlformats.org/officeDocument/2006/relationships/customXml" Target="../ink/ink1173.xml"/><Relationship Id="rId44" Type="http://schemas.openxmlformats.org/officeDocument/2006/relationships/customXml" Target="../ink/ink1042.xml"/><Relationship Id="rId86" Type="http://schemas.openxmlformats.org/officeDocument/2006/relationships/customXml" Target="../ink/ink1063.xml"/><Relationship Id="rId151" Type="http://schemas.openxmlformats.org/officeDocument/2006/relationships/image" Target="../media/image1084.png"/><Relationship Id="rId193" Type="http://schemas.openxmlformats.org/officeDocument/2006/relationships/customXml" Target="../ink/ink1117.xml"/><Relationship Id="rId207" Type="http://schemas.openxmlformats.org/officeDocument/2006/relationships/customXml" Target="../ink/ink1124.xml"/><Relationship Id="rId249" Type="http://schemas.openxmlformats.org/officeDocument/2006/relationships/customXml" Target="../ink/ink1145.xml"/><Relationship Id="rId13" Type="http://schemas.openxmlformats.org/officeDocument/2006/relationships/image" Target="../media/image1015.png"/><Relationship Id="rId109" Type="http://schemas.openxmlformats.org/officeDocument/2006/relationships/image" Target="../media/image1063.png"/><Relationship Id="rId260" Type="http://schemas.openxmlformats.org/officeDocument/2006/relationships/image" Target="../media/image1138.png"/><Relationship Id="rId316" Type="http://schemas.openxmlformats.org/officeDocument/2006/relationships/image" Target="../media/image1166.png"/><Relationship Id="rId55" Type="http://schemas.openxmlformats.org/officeDocument/2006/relationships/image" Target="../media/image1036.png"/><Relationship Id="rId97" Type="http://schemas.openxmlformats.org/officeDocument/2006/relationships/image" Target="../media/image1057.png"/><Relationship Id="rId120" Type="http://schemas.openxmlformats.org/officeDocument/2006/relationships/customXml" Target="../ink/ink1080.xml"/><Relationship Id="rId162" Type="http://schemas.openxmlformats.org/officeDocument/2006/relationships/image" Target="../media/image1089.png"/><Relationship Id="rId218" Type="http://schemas.openxmlformats.org/officeDocument/2006/relationships/image" Target="../media/image1117.png"/><Relationship Id="rId271" Type="http://schemas.openxmlformats.org/officeDocument/2006/relationships/customXml" Target="../ink/ink1156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00.xml"/><Relationship Id="rId117" Type="http://schemas.openxmlformats.org/officeDocument/2006/relationships/image" Target="../media/image1233.png"/><Relationship Id="rId21" Type="http://schemas.openxmlformats.org/officeDocument/2006/relationships/image" Target="../media/image1185.png"/><Relationship Id="rId42" Type="http://schemas.openxmlformats.org/officeDocument/2006/relationships/customXml" Target="../ink/ink1208.xml"/><Relationship Id="rId47" Type="http://schemas.openxmlformats.org/officeDocument/2006/relationships/image" Target="../media/image1198.png"/><Relationship Id="rId63" Type="http://schemas.openxmlformats.org/officeDocument/2006/relationships/image" Target="../media/image1206.png"/><Relationship Id="rId68" Type="http://schemas.openxmlformats.org/officeDocument/2006/relationships/customXml" Target="../ink/ink1221.xml"/><Relationship Id="rId84" Type="http://schemas.openxmlformats.org/officeDocument/2006/relationships/customXml" Target="../ink/ink1229.xml"/><Relationship Id="rId89" Type="http://schemas.openxmlformats.org/officeDocument/2006/relationships/image" Target="../media/image1219.png"/><Relationship Id="rId112" Type="http://schemas.openxmlformats.org/officeDocument/2006/relationships/customXml" Target="../ink/ink1243.xml"/><Relationship Id="rId16" Type="http://schemas.openxmlformats.org/officeDocument/2006/relationships/customXml" Target="../ink/ink1195.xml"/><Relationship Id="rId107" Type="http://schemas.openxmlformats.org/officeDocument/2006/relationships/image" Target="../media/image1228.png"/><Relationship Id="rId11" Type="http://schemas.openxmlformats.org/officeDocument/2006/relationships/image" Target="../media/image1180.png"/><Relationship Id="rId32" Type="http://schemas.openxmlformats.org/officeDocument/2006/relationships/customXml" Target="../ink/ink1203.xml"/><Relationship Id="rId37" Type="http://schemas.openxmlformats.org/officeDocument/2006/relationships/image" Target="../media/image1193.png"/><Relationship Id="rId53" Type="http://schemas.openxmlformats.org/officeDocument/2006/relationships/image" Target="../media/image1201.png"/><Relationship Id="rId58" Type="http://schemas.openxmlformats.org/officeDocument/2006/relationships/customXml" Target="../ink/ink1216.xml"/><Relationship Id="rId74" Type="http://schemas.openxmlformats.org/officeDocument/2006/relationships/customXml" Target="../ink/ink1224.xml"/><Relationship Id="rId79" Type="http://schemas.openxmlformats.org/officeDocument/2006/relationships/image" Target="../media/image1214.png"/><Relationship Id="rId102" Type="http://schemas.openxmlformats.org/officeDocument/2006/relationships/customXml" Target="../ink/ink1238.xml"/><Relationship Id="rId5" Type="http://schemas.openxmlformats.org/officeDocument/2006/relationships/image" Target="../media/image1177.png"/><Relationship Id="rId90" Type="http://schemas.openxmlformats.org/officeDocument/2006/relationships/customXml" Target="../ink/ink1232.xml"/><Relationship Id="rId95" Type="http://schemas.openxmlformats.org/officeDocument/2006/relationships/image" Target="../media/image1222.png"/><Relationship Id="rId22" Type="http://schemas.openxmlformats.org/officeDocument/2006/relationships/customXml" Target="../ink/ink1198.xml"/><Relationship Id="rId27" Type="http://schemas.openxmlformats.org/officeDocument/2006/relationships/image" Target="../media/image1188.png"/><Relationship Id="rId43" Type="http://schemas.openxmlformats.org/officeDocument/2006/relationships/image" Target="../media/image1196.png"/><Relationship Id="rId48" Type="http://schemas.openxmlformats.org/officeDocument/2006/relationships/customXml" Target="../ink/ink1211.xml"/><Relationship Id="rId64" Type="http://schemas.openxmlformats.org/officeDocument/2006/relationships/customXml" Target="../ink/ink1219.xml"/><Relationship Id="rId69" Type="http://schemas.openxmlformats.org/officeDocument/2006/relationships/image" Target="../media/image1209.png"/><Relationship Id="rId113" Type="http://schemas.openxmlformats.org/officeDocument/2006/relationships/image" Target="../media/image1231.png"/><Relationship Id="rId80" Type="http://schemas.openxmlformats.org/officeDocument/2006/relationships/customXml" Target="../ink/ink1227.xml"/><Relationship Id="rId85" Type="http://schemas.openxmlformats.org/officeDocument/2006/relationships/image" Target="../media/image1217.png"/><Relationship Id="rId12" Type="http://schemas.openxmlformats.org/officeDocument/2006/relationships/customXml" Target="../ink/ink1193.xml"/><Relationship Id="rId17" Type="http://schemas.openxmlformats.org/officeDocument/2006/relationships/image" Target="../media/image1183.png"/><Relationship Id="rId33" Type="http://schemas.openxmlformats.org/officeDocument/2006/relationships/image" Target="../media/image1191.png"/><Relationship Id="rId38" Type="http://schemas.openxmlformats.org/officeDocument/2006/relationships/customXml" Target="../ink/ink1206.xml"/><Relationship Id="rId59" Type="http://schemas.openxmlformats.org/officeDocument/2006/relationships/image" Target="../media/image1204.png"/><Relationship Id="rId103" Type="http://schemas.openxmlformats.org/officeDocument/2006/relationships/image" Target="../media/image1226.png"/><Relationship Id="rId108" Type="http://schemas.openxmlformats.org/officeDocument/2006/relationships/customXml" Target="../ink/ink1241.xml"/><Relationship Id="rId54" Type="http://schemas.openxmlformats.org/officeDocument/2006/relationships/customXml" Target="../ink/ink1214.xml"/><Relationship Id="rId70" Type="http://schemas.openxmlformats.org/officeDocument/2006/relationships/customXml" Target="../ink/ink1222.xml"/><Relationship Id="rId75" Type="http://schemas.openxmlformats.org/officeDocument/2006/relationships/image" Target="../media/image1212.png"/><Relationship Id="rId91" Type="http://schemas.openxmlformats.org/officeDocument/2006/relationships/image" Target="../media/image1220.png"/><Relationship Id="rId96" Type="http://schemas.openxmlformats.org/officeDocument/2006/relationships/customXml" Target="../ink/ink123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190.xml"/><Relationship Id="rId23" Type="http://schemas.openxmlformats.org/officeDocument/2006/relationships/image" Target="../media/image1186.png"/><Relationship Id="rId28" Type="http://schemas.openxmlformats.org/officeDocument/2006/relationships/customXml" Target="../ink/ink1201.xml"/><Relationship Id="rId49" Type="http://schemas.openxmlformats.org/officeDocument/2006/relationships/image" Target="../media/image1199.png"/><Relationship Id="rId114" Type="http://schemas.openxmlformats.org/officeDocument/2006/relationships/customXml" Target="../ink/ink1244.xml"/><Relationship Id="rId10" Type="http://schemas.openxmlformats.org/officeDocument/2006/relationships/customXml" Target="../ink/ink1192.xml"/><Relationship Id="rId31" Type="http://schemas.openxmlformats.org/officeDocument/2006/relationships/image" Target="../media/image1190.png"/><Relationship Id="rId44" Type="http://schemas.openxmlformats.org/officeDocument/2006/relationships/customXml" Target="../ink/ink1209.xml"/><Relationship Id="rId52" Type="http://schemas.openxmlformats.org/officeDocument/2006/relationships/customXml" Target="../ink/ink1213.xml"/><Relationship Id="rId60" Type="http://schemas.openxmlformats.org/officeDocument/2006/relationships/customXml" Target="../ink/ink1217.xml"/><Relationship Id="rId65" Type="http://schemas.openxmlformats.org/officeDocument/2006/relationships/image" Target="../media/image1207.png"/><Relationship Id="rId73" Type="http://schemas.openxmlformats.org/officeDocument/2006/relationships/image" Target="../media/image1211.png"/><Relationship Id="rId78" Type="http://schemas.openxmlformats.org/officeDocument/2006/relationships/customXml" Target="../ink/ink1226.xml"/><Relationship Id="rId81" Type="http://schemas.openxmlformats.org/officeDocument/2006/relationships/image" Target="../media/image1215.png"/><Relationship Id="rId86" Type="http://schemas.openxmlformats.org/officeDocument/2006/relationships/customXml" Target="../ink/ink1230.xml"/><Relationship Id="rId94" Type="http://schemas.openxmlformats.org/officeDocument/2006/relationships/customXml" Target="../ink/ink1234.xml"/><Relationship Id="rId99" Type="http://schemas.openxmlformats.org/officeDocument/2006/relationships/image" Target="../media/image1224.png"/><Relationship Id="rId101" Type="http://schemas.openxmlformats.org/officeDocument/2006/relationships/image" Target="../media/image1225.png"/><Relationship Id="rId4" Type="http://schemas.openxmlformats.org/officeDocument/2006/relationships/customXml" Target="../ink/ink1189.xml"/><Relationship Id="rId9" Type="http://schemas.openxmlformats.org/officeDocument/2006/relationships/image" Target="../media/image1179.png"/><Relationship Id="rId13" Type="http://schemas.openxmlformats.org/officeDocument/2006/relationships/image" Target="../media/image1181.png"/><Relationship Id="rId18" Type="http://schemas.openxmlformats.org/officeDocument/2006/relationships/customXml" Target="../ink/ink1196.xml"/><Relationship Id="rId39" Type="http://schemas.openxmlformats.org/officeDocument/2006/relationships/image" Target="../media/image1194.png"/><Relationship Id="rId109" Type="http://schemas.openxmlformats.org/officeDocument/2006/relationships/image" Target="../media/image1229.png"/><Relationship Id="rId34" Type="http://schemas.openxmlformats.org/officeDocument/2006/relationships/customXml" Target="../ink/ink1204.xml"/><Relationship Id="rId50" Type="http://schemas.openxmlformats.org/officeDocument/2006/relationships/customXml" Target="../ink/ink1212.xml"/><Relationship Id="rId55" Type="http://schemas.openxmlformats.org/officeDocument/2006/relationships/image" Target="../media/image1202.png"/><Relationship Id="rId76" Type="http://schemas.openxmlformats.org/officeDocument/2006/relationships/customXml" Target="../ink/ink1225.xml"/><Relationship Id="rId97" Type="http://schemas.openxmlformats.org/officeDocument/2006/relationships/image" Target="../media/image1223.png"/><Relationship Id="rId104" Type="http://schemas.openxmlformats.org/officeDocument/2006/relationships/customXml" Target="../ink/ink1239.xml"/><Relationship Id="rId7" Type="http://schemas.openxmlformats.org/officeDocument/2006/relationships/image" Target="../media/image1178.png"/><Relationship Id="rId71" Type="http://schemas.openxmlformats.org/officeDocument/2006/relationships/image" Target="../media/image1210.png"/><Relationship Id="rId92" Type="http://schemas.openxmlformats.org/officeDocument/2006/relationships/customXml" Target="../ink/ink1233.xml"/><Relationship Id="rId2" Type="http://schemas.openxmlformats.org/officeDocument/2006/relationships/customXml" Target="../ink/ink1188.xml"/><Relationship Id="rId29" Type="http://schemas.openxmlformats.org/officeDocument/2006/relationships/image" Target="../media/image1189.png"/><Relationship Id="rId24" Type="http://schemas.openxmlformats.org/officeDocument/2006/relationships/customXml" Target="../ink/ink1199.xml"/><Relationship Id="rId40" Type="http://schemas.openxmlformats.org/officeDocument/2006/relationships/customXml" Target="../ink/ink1207.xml"/><Relationship Id="rId45" Type="http://schemas.openxmlformats.org/officeDocument/2006/relationships/image" Target="../media/image1197.png"/><Relationship Id="rId66" Type="http://schemas.openxmlformats.org/officeDocument/2006/relationships/customXml" Target="../ink/ink1220.xml"/><Relationship Id="rId87" Type="http://schemas.openxmlformats.org/officeDocument/2006/relationships/image" Target="../media/image1218.png"/><Relationship Id="rId110" Type="http://schemas.openxmlformats.org/officeDocument/2006/relationships/customXml" Target="../ink/ink1242.xml"/><Relationship Id="rId115" Type="http://schemas.openxmlformats.org/officeDocument/2006/relationships/image" Target="../media/image1232.png"/><Relationship Id="rId61" Type="http://schemas.openxmlformats.org/officeDocument/2006/relationships/image" Target="../media/image1205.png"/><Relationship Id="rId82" Type="http://schemas.openxmlformats.org/officeDocument/2006/relationships/customXml" Target="../ink/ink1228.xml"/><Relationship Id="rId19" Type="http://schemas.openxmlformats.org/officeDocument/2006/relationships/image" Target="../media/image1184.png"/><Relationship Id="rId14" Type="http://schemas.openxmlformats.org/officeDocument/2006/relationships/customXml" Target="../ink/ink1194.xml"/><Relationship Id="rId30" Type="http://schemas.openxmlformats.org/officeDocument/2006/relationships/customXml" Target="../ink/ink1202.xml"/><Relationship Id="rId35" Type="http://schemas.openxmlformats.org/officeDocument/2006/relationships/image" Target="../media/image1192.png"/><Relationship Id="rId56" Type="http://schemas.openxmlformats.org/officeDocument/2006/relationships/customXml" Target="../ink/ink1215.xml"/><Relationship Id="rId77" Type="http://schemas.openxmlformats.org/officeDocument/2006/relationships/image" Target="../media/image1213.png"/><Relationship Id="rId100" Type="http://schemas.openxmlformats.org/officeDocument/2006/relationships/customXml" Target="../ink/ink1237.xml"/><Relationship Id="rId105" Type="http://schemas.openxmlformats.org/officeDocument/2006/relationships/image" Target="../media/image1227.png"/><Relationship Id="rId8" Type="http://schemas.openxmlformats.org/officeDocument/2006/relationships/customXml" Target="../ink/ink1191.xml"/><Relationship Id="rId51" Type="http://schemas.openxmlformats.org/officeDocument/2006/relationships/image" Target="../media/image1200.png"/><Relationship Id="rId72" Type="http://schemas.openxmlformats.org/officeDocument/2006/relationships/customXml" Target="../ink/ink1223.xml"/><Relationship Id="rId93" Type="http://schemas.openxmlformats.org/officeDocument/2006/relationships/image" Target="../media/image1221.png"/><Relationship Id="rId98" Type="http://schemas.openxmlformats.org/officeDocument/2006/relationships/customXml" Target="../ink/ink1236.xml"/><Relationship Id="rId3" Type="http://schemas.openxmlformats.org/officeDocument/2006/relationships/image" Target="../media/image1176.png"/><Relationship Id="rId25" Type="http://schemas.openxmlformats.org/officeDocument/2006/relationships/image" Target="../media/image1187.png"/><Relationship Id="rId46" Type="http://schemas.openxmlformats.org/officeDocument/2006/relationships/customXml" Target="../ink/ink1210.xml"/><Relationship Id="rId67" Type="http://schemas.openxmlformats.org/officeDocument/2006/relationships/image" Target="../media/image1208.png"/><Relationship Id="rId116" Type="http://schemas.openxmlformats.org/officeDocument/2006/relationships/customXml" Target="../ink/ink1245.xml"/><Relationship Id="rId20" Type="http://schemas.openxmlformats.org/officeDocument/2006/relationships/customXml" Target="../ink/ink1197.xml"/><Relationship Id="rId41" Type="http://schemas.openxmlformats.org/officeDocument/2006/relationships/image" Target="../media/image1195.png"/><Relationship Id="rId62" Type="http://schemas.openxmlformats.org/officeDocument/2006/relationships/customXml" Target="../ink/ink1218.xml"/><Relationship Id="rId83" Type="http://schemas.openxmlformats.org/officeDocument/2006/relationships/image" Target="../media/image1216.png"/><Relationship Id="rId88" Type="http://schemas.openxmlformats.org/officeDocument/2006/relationships/customXml" Target="../ink/ink1231.xml"/><Relationship Id="rId111" Type="http://schemas.openxmlformats.org/officeDocument/2006/relationships/image" Target="../media/image1230.png"/><Relationship Id="rId15" Type="http://schemas.openxmlformats.org/officeDocument/2006/relationships/image" Target="../media/image1182.png"/><Relationship Id="rId36" Type="http://schemas.openxmlformats.org/officeDocument/2006/relationships/customXml" Target="../ink/ink1205.xml"/><Relationship Id="rId57" Type="http://schemas.openxmlformats.org/officeDocument/2006/relationships/image" Target="../media/image1203.png"/><Relationship Id="rId106" Type="http://schemas.openxmlformats.org/officeDocument/2006/relationships/customXml" Target="../ink/ink1240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92.png"/><Relationship Id="rId21" Type="http://schemas.openxmlformats.org/officeDocument/2006/relationships/image" Target="../media/image1244.png"/><Relationship Id="rId42" Type="http://schemas.openxmlformats.org/officeDocument/2006/relationships/customXml" Target="../ink/ink1265.xml"/><Relationship Id="rId63" Type="http://schemas.openxmlformats.org/officeDocument/2006/relationships/image" Target="../media/image1265.png"/><Relationship Id="rId84" Type="http://schemas.openxmlformats.org/officeDocument/2006/relationships/customXml" Target="../ink/ink1286.xml"/><Relationship Id="rId138" Type="http://schemas.openxmlformats.org/officeDocument/2006/relationships/customXml" Target="../ink/ink1313.xml"/><Relationship Id="rId159" Type="http://schemas.openxmlformats.org/officeDocument/2006/relationships/image" Target="../media/image1313.png"/><Relationship Id="rId170" Type="http://schemas.openxmlformats.org/officeDocument/2006/relationships/customXml" Target="../ink/ink1329.xml"/><Relationship Id="rId107" Type="http://schemas.openxmlformats.org/officeDocument/2006/relationships/image" Target="../media/image1287.png"/><Relationship Id="rId11" Type="http://schemas.openxmlformats.org/officeDocument/2006/relationships/image" Target="../media/image1239.png"/><Relationship Id="rId32" Type="http://schemas.openxmlformats.org/officeDocument/2006/relationships/customXml" Target="../ink/ink1260.xml"/><Relationship Id="rId53" Type="http://schemas.openxmlformats.org/officeDocument/2006/relationships/image" Target="../media/image1260.png"/><Relationship Id="rId74" Type="http://schemas.openxmlformats.org/officeDocument/2006/relationships/customXml" Target="../ink/ink1281.xml"/><Relationship Id="rId128" Type="http://schemas.openxmlformats.org/officeDocument/2006/relationships/customXml" Target="../ink/ink1308.xml"/><Relationship Id="rId149" Type="http://schemas.openxmlformats.org/officeDocument/2006/relationships/image" Target="../media/image1308.png"/><Relationship Id="rId5" Type="http://schemas.openxmlformats.org/officeDocument/2006/relationships/image" Target="../media/image1236.png"/><Relationship Id="rId95" Type="http://schemas.openxmlformats.org/officeDocument/2006/relationships/image" Target="../media/image1281.png"/><Relationship Id="rId160" Type="http://schemas.openxmlformats.org/officeDocument/2006/relationships/customXml" Target="../ink/ink1324.xml"/><Relationship Id="rId22" Type="http://schemas.openxmlformats.org/officeDocument/2006/relationships/customXml" Target="../ink/ink1255.xml"/><Relationship Id="rId43" Type="http://schemas.openxmlformats.org/officeDocument/2006/relationships/image" Target="../media/image1255.png"/><Relationship Id="rId64" Type="http://schemas.openxmlformats.org/officeDocument/2006/relationships/customXml" Target="../ink/ink1276.xml"/><Relationship Id="rId118" Type="http://schemas.openxmlformats.org/officeDocument/2006/relationships/customXml" Target="../ink/ink1303.xml"/><Relationship Id="rId139" Type="http://schemas.openxmlformats.org/officeDocument/2006/relationships/image" Target="../media/image1303.png"/><Relationship Id="rId85" Type="http://schemas.openxmlformats.org/officeDocument/2006/relationships/image" Target="../media/image1276.png"/><Relationship Id="rId150" Type="http://schemas.openxmlformats.org/officeDocument/2006/relationships/customXml" Target="../ink/ink1319.xml"/><Relationship Id="rId171" Type="http://schemas.openxmlformats.org/officeDocument/2006/relationships/image" Target="../media/image1319.png"/><Relationship Id="rId12" Type="http://schemas.openxmlformats.org/officeDocument/2006/relationships/customXml" Target="../ink/ink1250.xml"/><Relationship Id="rId33" Type="http://schemas.openxmlformats.org/officeDocument/2006/relationships/image" Target="../media/image1250.png"/><Relationship Id="rId108" Type="http://schemas.openxmlformats.org/officeDocument/2006/relationships/customXml" Target="../ink/ink1298.xml"/><Relationship Id="rId129" Type="http://schemas.openxmlformats.org/officeDocument/2006/relationships/image" Target="../media/image1298.png"/><Relationship Id="rId54" Type="http://schemas.openxmlformats.org/officeDocument/2006/relationships/customXml" Target="../ink/ink1271.xml"/><Relationship Id="rId75" Type="http://schemas.openxmlformats.org/officeDocument/2006/relationships/image" Target="../media/image1271.png"/><Relationship Id="rId96" Type="http://schemas.openxmlformats.org/officeDocument/2006/relationships/customXml" Target="../ink/ink1292.xml"/><Relationship Id="rId140" Type="http://schemas.openxmlformats.org/officeDocument/2006/relationships/customXml" Target="../ink/ink1314.xml"/><Relationship Id="rId161" Type="http://schemas.openxmlformats.org/officeDocument/2006/relationships/image" Target="../media/image1314.png"/><Relationship Id="rId6" Type="http://schemas.openxmlformats.org/officeDocument/2006/relationships/customXml" Target="../ink/ink1247.xml"/><Relationship Id="rId23" Type="http://schemas.openxmlformats.org/officeDocument/2006/relationships/image" Target="../media/image1245.png"/><Relationship Id="rId28" Type="http://schemas.openxmlformats.org/officeDocument/2006/relationships/customXml" Target="../ink/ink1258.xml"/><Relationship Id="rId49" Type="http://schemas.openxmlformats.org/officeDocument/2006/relationships/image" Target="../media/image1258.png"/><Relationship Id="rId114" Type="http://schemas.openxmlformats.org/officeDocument/2006/relationships/customXml" Target="../ink/ink1301.xml"/><Relationship Id="rId119" Type="http://schemas.openxmlformats.org/officeDocument/2006/relationships/image" Target="../media/image1293.png"/><Relationship Id="rId44" Type="http://schemas.openxmlformats.org/officeDocument/2006/relationships/customXml" Target="../ink/ink1266.xml"/><Relationship Id="rId60" Type="http://schemas.openxmlformats.org/officeDocument/2006/relationships/customXml" Target="../ink/ink1274.xml"/><Relationship Id="rId65" Type="http://schemas.openxmlformats.org/officeDocument/2006/relationships/image" Target="../media/image1266.png"/><Relationship Id="rId81" Type="http://schemas.openxmlformats.org/officeDocument/2006/relationships/image" Target="../media/image1274.png"/><Relationship Id="rId86" Type="http://schemas.openxmlformats.org/officeDocument/2006/relationships/customXml" Target="../ink/ink1287.xml"/><Relationship Id="rId130" Type="http://schemas.openxmlformats.org/officeDocument/2006/relationships/customXml" Target="../ink/ink1309.xml"/><Relationship Id="rId135" Type="http://schemas.openxmlformats.org/officeDocument/2006/relationships/image" Target="../media/image1301.png"/><Relationship Id="rId151" Type="http://schemas.openxmlformats.org/officeDocument/2006/relationships/image" Target="../media/image1309.png"/><Relationship Id="rId156" Type="http://schemas.openxmlformats.org/officeDocument/2006/relationships/customXml" Target="../ink/ink1322.xml"/><Relationship Id="rId177" Type="http://schemas.openxmlformats.org/officeDocument/2006/relationships/image" Target="../media/image1322.png"/><Relationship Id="rId172" Type="http://schemas.openxmlformats.org/officeDocument/2006/relationships/customXml" Target="../ink/ink1330.xml"/><Relationship Id="rId13" Type="http://schemas.openxmlformats.org/officeDocument/2006/relationships/image" Target="../media/image1240.png"/><Relationship Id="rId18" Type="http://schemas.openxmlformats.org/officeDocument/2006/relationships/customXml" Target="../ink/ink1253.xml"/><Relationship Id="rId39" Type="http://schemas.openxmlformats.org/officeDocument/2006/relationships/image" Target="../media/image1253.png"/><Relationship Id="rId109" Type="http://schemas.openxmlformats.org/officeDocument/2006/relationships/image" Target="../media/image1288.png"/><Relationship Id="rId34" Type="http://schemas.openxmlformats.org/officeDocument/2006/relationships/customXml" Target="../ink/ink1261.xml"/><Relationship Id="rId50" Type="http://schemas.openxmlformats.org/officeDocument/2006/relationships/customXml" Target="../ink/ink1269.xml"/><Relationship Id="rId55" Type="http://schemas.openxmlformats.org/officeDocument/2006/relationships/image" Target="../media/image1261.png"/><Relationship Id="rId76" Type="http://schemas.openxmlformats.org/officeDocument/2006/relationships/customXml" Target="../ink/ink1282.xml"/><Relationship Id="rId97" Type="http://schemas.openxmlformats.org/officeDocument/2006/relationships/image" Target="../media/image1282.png"/><Relationship Id="rId104" Type="http://schemas.openxmlformats.org/officeDocument/2006/relationships/customXml" Target="../ink/ink1296.xml"/><Relationship Id="rId120" Type="http://schemas.openxmlformats.org/officeDocument/2006/relationships/customXml" Target="../ink/ink1304.xml"/><Relationship Id="rId125" Type="http://schemas.openxmlformats.org/officeDocument/2006/relationships/image" Target="../media/image1296.png"/><Relationship Id="rId141" Type="http://schemas.openxmlformats.org/officeDocument/2006/relationships/image" Target="../media/image1304.png"/><Relationship Id="rId146" Type="http://schemas.openxmlformats.org/officeDocument/2006/relationships/customXml" Target="../ink/ink1317.xml"/><Relationship Id="rId167" Type="http://schemas.openxmlformats.org/officeDocument/2006/relationships/image" Target="../media/image1317.png"/><Relationship Id="rId7" Type="http://schemas.openxmlformats.org/officeDocument/2006/relationships/image" Target="../media/image1237.png"/><Relationship Id="rId71" Type="http://schemas.openxmlformats.org/officeDocument/2006/relationships/image" Target="../media/image1269.png"/><Relationship Id="rId92" Type="http://schemas.openxmlformats.org/officeDocument/2006/relationships/customXml" Target="../ink/ink1290.xml"/><Relationship Id="rId162" Type="http://schemas.openxmlformats.org/officeDocument/2006/relationships/customXml" Target="../ink/ink1325.xml"/><Relationship Id="rId2" Type="http://schemas.openxmlformats.org/officeDocument/2006/relationships/image" Target="../media/image1234.png"/><Relationship Id="rId29" Type="http://schemas.openxmlformats.org/officeDocument/2006/relationships/image" Target="../media/image1248.png"/><Relationship Id="rId24" Type="http://schemas.openxmlformats.org/officeDocument/2006/relationships/customXml" Target="../ink/ink1256.xml"/><Relationship Id="rId40" Type="http://schemas.openxmlformats.org/officeDocument/2006/relationships/customXml" Target="../ink/ink1264.xml"/><Relationship Id="rId45" Type="http://schemas.openxmlformats.org/officeDocument/2006/relationships/image" Target="../media/image1256.png"/><Relationship Id="rId66" Type="http://schemas.openxmlformats.org/officeDocument/2006/relationships/customXml" Target="../ink/ink1277.xml"/><Relationship Id="rId87" Type="http://schemas.openxmlformats.org/officeDocument/2006/relationships/image" Target="../media/image1277.png"/><Relationship Id="rId110" Type="http://schemas.openxmlformats.org/officeDocument/2006/relationships/customXml" Target="../ink/ink1299.xml"/><Relationship Id="rId115" Type="http://schemas.openxmlformats.org/officeDocument/2006/relationships/image" Target="../media/image1291.png"/><Relationship Id="rId131" Type="http://schemas.openxmlformats.org/officeDocument/2006/relationships/image" Target="../media/image1299.png"/><Relationship Id="rId136" Type="http://schemas.openxmlformats.org/officeDocument/2006/relationships/customXml" Target="../ink/ink1312.xml"/><Relationship Id="rId157" Type="http://schemas.openxmlformats.org/officeDocument/2006/relationships/image" Target="../media/image1312.png"/><Relationship Id="rId178" Type="http://schemas.openxmlformats.org/officeDocument/2006/relationships/customXml" Target="../ink/ink1333.xml"/><Relationship Id="rId61" Type="http://schemas.openxmlformats.org/officeDocument/2006/relationships/image" Target="../media/image1264.png"/><Relationship Id="rId82" Type="http://schemas.openxmlformats.org/officeDocument/2006/relationships/customXml" Target="../ink/ink1285.xml"/><Relationship Id="rId152" Type="http://schemas.openxmlformats.org/officeDocument/2006/relationships/customXml" Target="../ink/ink1320.xml"/><Relationship Id="rId173" Type="http://schemas.openxmlformats.org/officeDocument/2006/relationships/image" Target="../media/image1320.png"/><Relationship Id="rId19" Type="http://schemas.openxmlformats.org/officeDocument/2006/relationships/image" Target="../media/image1243.png"/><Relationship Id="rId14" Type="http://schemas.openxmlformats.org/officeDocument/2006/relationships/customXml" Target="../ink/ink1251.xml"/><Relationship Id="rId30" Type="http://schemas.openxmlformats.org/officeDocument/2006/relationships/customXml" Target="../ink/ink1259.xml"/><Relationship Id="rId35" Type="http://schemas.openxmlformats.org/officeDocument/2006/relationships/image" Target="../media/image1251.png"/><Relationship Id="rId56" Type="http://schemas.openxmlformats.org/officeDocument/2006/relationships/customXml" Target="../ink/ink1272.xml"/><Relationship Id="rId77" Type="http://schemas.openxmlformats.org/officeDocument/2006/relationships/image" Target="../media/image1272.png"/><Relationship Id="rId100" Type="http://schemas.openxmlformats.org/officeDocument/2006/relationships/customXml" Target="../ink/ink1294.xml"/><Relationship Id="rId105" Type="http://schemas.openxmlformats.org/officeDocument/2006/relationships/image" Target="../media/image1286.png"/><Relationship Id="rId126" Type="http://schemas.openxmlformats.org/officeDocument/2006/relationships/customXml" Target="../ink/ink1307.xml"/><Relationship Id="rId147" Type="http://schemas.openxmlformats.org/officeDocument/2006/relationships/image" Target="../media/image1307.png"/><Relationship Id="rId168" Type="http://schemas.openxmlformats.org/officeDocument/2006/relationships/customXml" Target="../ink/ink1328.xml"/><Relationship Id="rId8" Type="http://schemas.openxmlformats.org/officeDocument/2006/relationships/customXml" Target="../ink/ink1248.xml"/><Relationship Id="rId51" Type="http://schemas.openxmlformats.org/officeDocument/2006/relationships/image" Target="../media/image1259.png"/><Relationship Id="rId72" Type="http://schemas.openxmlformats.org/officeDocument/2006/relationships/customXml" Target="../ink/ink1280.xml"/><Relationship Id="rId93" Type="http://schemas.openxmlformats.org/officeDocument/2006/relationships/image" Target="../media/image1280.png"/><Relationship Id="rId98" Type="http://schemas.openxmlformats.org/officeDocument/2006/relationships/customXml" Target="../ink/ink1293.xml"/><Relationship Id="rId121" Type="http://schemas.openxmlformats.org/officeDocument/2006/relationships/image" Target="../media/image1294.png"/><Relationship Id="rId142" Type="http://schemas.openxmlformats.org/officeDocument/2006/relationships/customXml" Target="../ink/ink1315.xml"/><Relationship Id="rId163" Type="http://schemas.openxmlformats.org/officeDocument/2006/relationships/image" Target="../media/image1315.png"/><Relationship Id="rId3" Type="http://schemas.openxmlformats.org/officeDocument/2006/relationships/image" Target="../media/image1235.png"/><Relationship Id="rId25" Type="http://schemas.openxmlformats.org/officeDocument/2006/relationships/image" Target="../media/image1246.png"/><Relationship Id="rId46" Type="http://schemas.openxmlformats.org/officeDocument/2006/relationships/customXml" Target="../ink/ink1267.xml"/><Relationship Id="rId67" Type="http://schemas.openxmlformats.org/officeDocument/2006/relationships/image" Target="../media/image1267.png"/><Relationship Id="rId116" Type="http://schemas.openxmlformats.org/officeDocument/2006/relationships/customXml" Target="../ink/ink1302.xml"/><Relationship Id="rId137" Type="http://schemas.openxmlformats.org/officeDocument/2006/relationships/image" Target="../media/image1302.png"/><Relationship Id="rId158" Type="http://schemas.openxmlformats.org/officeDocument/2006/relationships/customXml" Target="../ink/ink1323.xml"/><Relationship Id="rId20" Type="http://schemas.openxmlformats.org/officeDocument/2006/relationships/customXml" Target="../ink/ink1254.xml"/><Relationship Id="rId41" Type="http://schemas.openxmlformats.org/officeDocument/2006/relationships/image" Target="../media/image1254.png"/><Relationship Id="rId62" Type="http://schemas.openxmlformats.org/officeDocument/2006/relationships/customXml" Target="../ink/ink1275.xml"/><Relationship Id="rId83" Type="http://schemas.openxmlformats.org/officeDocument/2006/relationships/image" Target="../media/image1275.png"/><Relationship Id="rId88" Type="http://schemas.openxmlformats.org/officeDocument/2006/relationships/customXml" Target="../ink/ink1288.xml"/><Relationship Id="rId111" Type="http://schemas.openxmlformats.org/officeDocument/2006/relationships/image" Target="../media/image1289.png"/><Relationship Id="rId132" Type="http://schemas.openxmlformats.org/officeDocument/2006/relationships/customXml" Target="../ink/ink1310.xml"/><Relationship Id="rId153" Type="http://schemas.openxmlformats.org/officeDocument/2006/relationships/image" Target="../media/image1310.png"/><Relationship Id="rId174" Type="http://schemas.openxmlformats.org/officeDocument/2006/relationships/customXml" Target="../ink/ink1331.xml"/><Relationship Id="rId179" Type="http://schemas.openxmlformats.org/officeDocument/2006/relationships/image" Target="../media/image1323.png"/><Relationship Id="rId15" Type="http://schemas.openxmlformats.org/officeDocument/2006/relationships/image" Target="../media/image1241.png"/><Relationship Id="rId36" Type="http://schemas.openxmlformats.org/officeDocument/2006/relationships/customXml" Target="../ink/ink1262.xml"/><Relationship Id="rId57" Type="http://schemas.openxmlformats.org/officeDocument/2006/relationships/image" Target="../media/image1262.png"/><Relationship Id="rId106" Type="http://schemas.openxmlformats.org/officeDocument/2006/relationships/customXml" Target="../ink/ink1297.xml"/><Relationship Id="rId127" Type="http://schemas.openxmlformats.org/officeDocument/2006/relationships/image" Target="../media/image1297.png"/><Relationship Id="rId10" Type="http://schemas.openxmlformats.org/officeDocument/2006/relationships/customXml" Target="../ink/ink1249.xml"/><Relationship Id="rId31" Type="http://schemas.openxmlformats.org/officeDocument/2006/relationships/image" Target="../media/image1249.png"/><Relationship Id="rId52" Type="http://schemas.openxmlformats.org/officeDocument/2006/relationships/customXml" Target="../ink/ink1270.xml"/><Relationship Id="rId73" Type="http://schemas.openxmlformats.org/officeDocument/2006/relationships/image" Target="../media/image1270.png"/><Relationship Id="rId78" Type="http://schemas.openxmlformats.org/officeDocument/2006/relationships/customXml" Target="../ink/ink1283.xml"/><Relationship Id="rId94" Type="http://schemas.openxmlformats.org/officeDocument/2006/relationships/customXml" Target="../ink/ink1291.xml"/><Relationship Id="rId99" Type="http://schemas.openxmlformats.org/officeDocument/2006/relationships/image" Target="../media/image1283.png"/><Relationship Id="rId101" Type="http://schemas.openxmlformats.org/officeDocument/2006/relationships/image" Target="../media/image1284.png"/><Relationship Id="rId122" Type="http://schemas.openxmlformats.org/officeDocument/2006/relationships/customXml" Target="../ink/ink1305.xml"/><Relationship Id="rId143" Type="http://schemas.openxmlformats.org/officeDocument/2006/relationships/image" Target="../media/image1305.png"/><Relationship Id="rId148" Type="http://schemas.openxmlformats.org/officeDocument/2006/relationships/customXml" Target="../ink/ink1318.xml"/><Relationship Id="rId164" Type="http://schemas.openxmlformats.org/officeDocument/2006/relationships/customXml" Target="../ink/ink1326.xml"/><Relationship Id="rId169" Type="http://schemas.openxmlformats.org/officeDocument/2006/relationships/image" Target="../media/image1318.png"/><Relationship Id="rId4" Type="http://schemas.openxmlformats.org/officeDocument/2006/relationships/customXml" Target="../ink/ink1246.xml"/><Relationship Id="rId9" Type="http://schemas.openxmlformats.org/officeDocument/2006/relationships/image" Target="../media/image1238.png"/><Relationship Id="rId26" Type="http://schemas.openxmlformats.org/officeDocument/2006/relationships/customXml" Target="../ink/ink1257.xml"/><Relationship Id="rId47" Type="http://schemas.openxmlformats.org/officeDocument/2006/relationships/image" Target="../media/image1257.png"/><Relationship Id="rId68" Type="http://schemas.openxmlformats.org/officeDocument/2006/relationships/customXml" Target="../ink/ink1278.xml"/><Relationship Id="rId89" Type="http://schemas.openxmlformats.org/officeDocument/2006/relationships/image" Target="../media/image1278.png"/><Relationship Id="rId112" Type="http://schemas.openxmlformats.org/officeDocument/2006/relationships/customXml" Target="../ink/ink1300.xml"/><Relationship Id="rId133" Type="http://schemas.openxmlformats.org/officeDocument/2006/relationships/image" Target="../media/image1300.png"/><Relationship Id="rId154" Type="http://schemas.openxmlformats.org/officeDocument/2006/relationships/customXml" Target="../ink/ink1321.xml"/><Relationship Id="rId175" Type="http://schemas.openxmlformats.org/officeDocument/2006/relationships/image" Target="../media/image1321.png"/><Relationship Id="rId16" Type="http://schemas.openxmlformats.org/officeDocument/2006/relationships/customXml" Target="../ink/ink1252.xml"/><Relationship Id="rId37" Type="http://schemas.openxmlformats.org/officeDocument/2006/relationships/image" Target="../media/image1252.png"/><Relationship Id="rId58" Type="http://schemas.openxmlformats.org/officeDocument/2006/relationships/customXml" Target="../ink/ink1273.xml"/><Relationship Id="rId79" Type="http://schemas.openxmlformats.org/officeDocument/2006/relationships/image" Target="../media/image1273.png"/><Relationship Id="rId102" Type="http://schemas.openxmlformats.org/officeDocument/2006/relationships/customXml" Target="../ink/ink1295.xml"/><Relationship Id="rId123" Type="http://schemas.openxmlformats.org/officeDocument/2006/relationships/image" Target="../media/image1295.png"/><Relationship Id="rId144" Type="http://schemas.openxmlformats.org/officeDocument/2006/relationships/customXml" Target="../ink/ink1316.xml"/><Relationship Id="rId90" Type="http://schemas.openxmlformats.org/officeDocument/2006/relationships/customXml" Target="../ink/ink1289.xml"/><Relationship Id="rId165" Type="http://schemas.openxmlformats.org/officeDocument/2006/relationships/image" Target="../media/image1316.png"/><Relationship Id="rId27" Type="http://schemas.openxmlformats.org/officeDocument/2006/relationships/image" Target="../media/image1247.png"/><Relationship Id="rId48" Type="http://schemas.openxmlformats.org/officeDocument/2006/relationships/customXml" Target="../ink/ink1268.xml"/><Relationship Id="rId69" Type="http://schemas.openxmlformats.org/officeDocument/2006/relationships/image" Target="../media/image1268.png"/><Relationship Id="rId113" Type="http://schemas.openxmlformats.org/officeDocument/2006/relationships/image" Target="../media/image1290.png"/><Relationship Id="rId134" Type="http://schemas.openxmlformats.org/officeDocument/2006/relationships/customXml" Target="../ink/ink1311.xml"/><Relationship Id="rId80" Type="http://schemas.openxmlformats.org/officeDocument/2006/relationships/customXml" Target="../ink/ink1284.xml"/><Relationship Id="rId155" Type="http://schemas.openxmlformats.org/officeDocument/2006/relationships/image" Target="../media/image1311.png"/><Relationship Id="rId176" Type="http://schemas.openxmlformats.org/officeDocument/2006/relationships/customXml" Target="../ink/ink1332.xml"/><Relationship Id="rId17" Type="http://schemas.openxmlformats.org/officeDocument/2006/relationships/image" Target="../media/image1242.png"/><Relationship Id="rId38" Type="http://schemas.openxmlformats.org/officeDocument/2006/relationships/customXml" Target="../ink/ink1263.xml"/><Relationship Id="rId59" Type="http://schemas.openxmlformats.org/officeDocument/2006/relationships/image" Target="../media/image1263.png"/><Relationship Id="rId103" Type="http://schemas.openxmlformats.org/officeDocument/2006/relationships/image" Target="../media/image1285.png"/><Relationship Id="rId124" Type="http://schemas.openxmlformats.org/officeDocument/2006/relationships/customXml" Target="../ink/ink1306.xml"/><Relationship Id="rId70" Type="http://schemas.openxmlformats.org/officeDocument/2006/relationships/customXml" Target="../ink/ink1279.xml"/><Relationship Id="rId91" Type="http://schemas.openxmlformats.org/officeDocument/2006/relationships/image" Target="../media/image1279.png"/><Relationship Id="rId145" Type="http://schemas.openxmlformats.org/officeDocument/2006/relationships/image" Target="../media/image1306.png"/><Relationship Id="rId166" Type="http://schemas.openxmlformats.org/officeDocument/2006/relationships/customXml" Target="../ink/ink132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81.png"/><Relationship Id="rId21" Type="http://schemas.openxmlformats.org/officeDocument/2006/relationships/image" Target="../media/image1333.png"/><Relationship Id="rId42" Type="http://schemas.openxmlformats.org/officeDocument/2006/relationships/customXml" Target="../ink/ink1354.xml"/><Relationship Id="rId63" Type="http://schemas.openxmlformats.org/officeDocument/2006/relationships/image" Target="../media/image1354.png"/><Relationship Id="rId84" Type="http://schemas.openxmlformats.org/officeDocument/2006/relationships/customXml" Target="../ink/ink1375.xml"/><Relationship Id="rId138" Type="http://schemas.openxmlformats.org/officeDocument/2006/relationships/customXml" Target="../ink/ink1402.xml"/><Relationship Id="rId159" Type="http://schemas.openxmlformats.org/officeDocument/2006/relationships/image" Target="../media/image1402.png"/><Relationship Id="rId170" Type="http://schemas.openxmlformats.org/officeDocument/2006/relationships/customXml" Target="../ink/ink1418.xml"/><Relationship Id="rId191" Type="http://schemas.openxmlformats.org/officeDocument/2006/relationships/image" Target="../media/image1418.png"/><Relationship Id="rId205" Type="http://schemas.openxmlformats.org/officeDocument/2006/relationships/image" Target="../media/image1425.png"/><Relationship Id="rId226" Type="http://schemas.openxmlformats.org/officeDocument/2006/relationships/customXml" Target="../ink/ink1446.xml"/><Relationship Id="rId247" Type="http://schemas.openxmlformats.org/officeDocument/2006/relationships/image" Target="../media/image1446.png"/><Relationship Id="rId107" Type="http://schemas.openxmlformats.org/officeDocument/2006/relationships/image" Target="../media/image1376.png"/><Relationship Id="rId11" Type="http://schemas.openxmlformats.org/officeDocument/2006/relationships/image" Target="../media/image1328.png"/><Relationship Id="rId32" Type="http://schemas.openxmlformats.org/officeDocument/2006/relationships/customXml" Target="../ink/ink1349.xml"/><Relationship Id="rId53" Type="http://schemas.openxmlformats.org/officeDocument/2006/relationships/image" Target="../media/image1349.png"/><Relationship Id="rId74" Type="http://schemas.openxmlformats.org/officeDocument/2006/relationships/customXml" Target="../ink/ink1370.xml"/><Relationship Id="rId128" Type="http://schemas.openxmlformats.org/officeDocument/2006/relationships/customXml" Target="../ink/ink1397.xml"/><Relationship Id="rId149" Type="http://schemas.openxmlformats.org/officeDocument/2006/relationships/image" Target="../media/image1397.png"/><Relationship Id="rId5" Type="http://schemas.openxmlformats.org/officeDocument/2006/relationships/image" Target="../media/image1325.png"/><Relationship Id="rId95" Type="http://schemas.openxmlformats.org/officeDocument/2006/relationships/image" Target="../media/image1370.png"/><Relationship Id="rId160" Type="http://schemas.openxmlformats.org/officeDocument/2006/relationships/customXml" Target="../ink/ink1413.xml"/><Relationship Id="rId181" Type="http://schemas.openxmlformats.org/officeDocument/2006/relationships/image" Target="../media/image1413.png"/><Relationship Id="rId216" Type="http://schemas.openxmlformats.org/officeDocument/2006/relationships/customXml" Target="../ink/ink1441.xml"/><Relationship Id="rId237" Type="http://schemas.openxmlformats.org/officeDocument/2006/relationships/image" Target="../media/image1441.png"/><Relationship Id="rId22" Type="http://schemas.openxmlformats.org/officeDocument/2006/relationships/customXml" Target="../ink/ink1344.xml"/><Relationship Id="rId43" Type="http://schemas.openxmlformats.org/officeDocument/2006/relationships/image" Target="../media/image1344.png"/><Relationship Id="rId64" Type="http://schemas.openxmlformats.org/officeDocument/2006/relationships/customXml" Target="../ink/ink1365.xml"/><Relationship Id="rId118" Type="http://schemas.openxmlformats.org/officeDocument/2006/relationships/customXml" Target="../ink/ink1392.xml"/><Relationship Id="rId139" Type="http://schemas.openxmlformats.org/officeDocument/2006/relationships/image" Target="../media/image1392.png"/><Relationship Id="rId85" Type="http://schemas.openxmlformats.org/officeDocument/2006/relationships/image" Target="../media/image1365.png"/><Relationship Id="rId150" Type="http://schemas.openxmlformats.org/officeDocument/2006/relationships/customXml" Target="../ink/ink1408.xml"/><Relationship Id="rId171" Type="http://schemas.openxmlformats.org/officeDocument/2006/relationships/image" Target="../media/image1408.png"/><Relationship Id="rId192" Type="http://schemas.openxmlformats.org/officeDocument/2006/relationships/customXml" Target="../ink/ink1429.xml"/><Relationship Id="rId206" Type="http://schemas.openxmlformats.org/officeDocument/2006/relationships/customXml" Target="../ink/ink1436.xml"/><Relationship Id="rId227" Type="http://schemas.openxmlformats.org/officeDocument/2006/relationships/image" Target="../media/image1436.png"/><Relationship Id="rId12" Type="http://schemas.openxmlformats.org/officeDocument/2006/relationships/customXml" Target="../ink/ink1339.xml"/><Relationship Id="rId33" Type="http://schemas.openxmlformats.org/officeDocument/2006/relationships/image" Target="../media/image1339.png"/><Relationship Id="rId108" Type="http://schemas.openxmlformats.org/officeDocument/2006/relationships/customXml" Target="../ink/ink1387.xml"/><Relationship Id="rId129" Type="http://schemas.openxmlformats.org/officeDocument/2006/relationships/image" Target="../media/image1387.png"/><Relationship Id="rId54" Type="http://schemas.openxmlformats.org/officeDocument/2006/relationships/customXml" Target="../ink/ink1360.xml"/><Relationship Id="rId75" Type="http://schemas.openxmlformats.org/officeDocument/2006/relationships/image" Target="../media/image1360.png"/><Relationship Id="rId96" Type="http://schemas.openxmlformats.org/officeDocument/2006/relationships/customXml" Target="../ink/ink1381.xml"/><Relationship Id="rId140" Type="http://schemas.openxmlformats.org/officeDocument/2006/relationships/customXml" Target="../ink/ink1403.xml"/><Relationship Id="rId161" Type="http://schemas.openxmlformats.org/officeDocument/2006/relationships/image" Target="../media/image1403.png"/><Relationship Id="rId182" Type="http://schemas.openxmlformats.org/officeDocument/2006/relationships/customXml" Target="../ink/ink1424.xml"/><Relationship Id="rId217" Type="http://schemas.openxmlformats.org/officeDocument/2006/relationships/image" Target="../media/image1431.png"/><Relationship Id="rId6" Type="http://schemas.openxmlformats.org/officeDocument/2006/relationships/customXml" Target="../ink/ink1336.xml"/><Relationship Id="rId238" Type="http://schemas.openxmlformats.org/officeDocument/2006/relationships/customXml" Target="../ink/ink1452.xml"/><Relationship Id="rId23" Type="http://schemas.openxmlformats.org/officeDocument/2006/relationships/image" Target="../media/image1334.png"/><Relationship Id="rId119" Type="http://schemas.openxmlformats.org/officeDocument/2006/relationships/image" Target="../media/image1382.png"/><Relationship Id="rId44" Type="http://schemas.openxmlformats.org/officeDocument/2006/relationships/customXml" Target="../ink/ink1355.xml"/><Relationship Id="rId65" Type="http://schemas.openxmlformats.org/officeDocument/2006/relationships/image" Target="../media/image1355.png"/><Relationship Id="rId86" Type="http://schemas.openxmlformats.org/officeDocument/2006/relationships/customXml" Target="../ink/ink1376.xml"/><Relationship Id="rId130" Type="http://schemas.openxmlformats.org/officeDocument/2006/relationships/customXml" Target="../ink/ink1398.xml"/><Relationship Id="rId151" Type="http://schemas.openxmlformats.org/officeDocument/2006/relationships/image" Target="../media/image1398.png"/><Relationship Id="rId172" Type="http://schemas.openxmlformats.org/officeDocument/2006/relationships/customXml" Target="../ink/ink1419.xml"/><Relationship Id="rId193" Type="http://schemas.openxmlformats.org/officeDocument/2006/relationships/image" Target="../media/image1419.png"/><Relationship Id="rId207" Type="http://schemas.openxmlformats.org/officeDocument/2006/relationships/image" Target="../media/image1426.png"/><Relationship Id="rId228" Type="http://schemas.openxmlformats.org/officeDocument/2006/relationships/customXml" Target="../ink/ink1447.xml"/><Relationship Id="rId13" Type="http://schemas.openxmlformats.org/officeDocument/2006/relationships/image" Target="../media/image1329.png"/><Relationship Id="rId109" Type="http://schemas.openxmlformats.org/officeDocument/2006/relationships/image" Target="../media/image1377.png"/><Relationship Id="rId34" Type="http://schemas.openxmlformats.org/officeDocument/2006/relationships/customXml" Target="../ink/ink1350.xml"/><Relationship Id="rId55" Type="http://schemas.openxmlformats.org/officeDocument/2006/relationships/image" Target="../media/image1350.png"/><Relationship Id="rId76" Type="http://schemas.openxmlformats.org/officeDocument/2006/relationships/customXml" Target="../ink/ink1371.xml"/><Relationship Id="rId97" Type="http://schemas.openxmlformats.org/officeDocument/2006/relationships/image" Target="../media/image1371.png"/><Relationship Id="rId120" Type="http://schemas.openxmlformats.org/officeDocument/2006/relationships/customXml" Target="../ink/ink1393.xml"/><Relationship Id="rId141" Type="http://schemas.openxmlformats.org/officeDocument/2006/relationships/image" Target="../media/image1393.png"/><Relationship Id="rId7" Type="http://schemas.openxmlformats.org/officeDocument/2006/relationships/image" Target="../media/image1326.png"/><Relationship Id="rId162" Type="http://schemas.openxmlformats.org/officeDocument/2006/relationships/customXml" Target="../ink/ink1414.xml"/><Relationship Id="rId183" Type="http://schemas.openxmlformats.org/officeDocument/2006/relationships/image" Target="../media/image1414.png"/><Relationship Id="rId218" Type="http://schemas.openxmlformats.org/officeDocument/2006/relationships/customXml" Target="../ink/ink1442.xml"/><Relationship Id="rId239" Type="http://schemas.openxmlformats.org/officeDocument/2006/relationships/image" Target="../media/image1442.png"/><Relationship Id="rId24" Type="http://schemas.openxmlformats.org/officeDocument/2006/relationships/customXml" Target="../ink/ink1345.xml"/><Relationship Id="rId45" Type="http://schemas.openxmlformats.org/officeDocument/2006/relationships/image" Target="../media/image1345.png"/><Relationship Id="rId66" Type="http://schemas.openxmlformats.org/officeDocument/2006/relationships/customXml" Target="../ink/ink1366.xml"/><Relationship Id="rId87" Type="http://schemas.openxmlformats.org/officeDocument/2006/relationships/image" Target="../media/image1366.png"/><Relationship Id="rId110" Type="http://schemas.openxmlformats.org/officeDocument/2006/relationships/customXml" Target="../ink/ink1388.xml"/><Relationship Id="rId131" Type="http://schemas.openxmlformats.org/officeDocument/2006/relationships/image" Target="../media/image1388.png"/><Relationship Id="rId152" Type="http://schemas.openxmlformats.org/officeDocument/2006/relationships/customXml" Target="../ink/ink1409.xml"/><Relationship Id="rId173" Type="http://schemas.openxmlformats.org/officeDocument/2006/relationships/image" Target="../media/image1409.png"/><Relationship Id="rId194" Type="http://schemas.openxmlformats.org/officeDocument/2006/relationships/customXml" Target="../ink/ink1430.xml"/><Relationship Id="rId208" Type="http://schemas.openxmlformats.org/officeDocument/2006/relationships/customXml" Target="../ink/ink1437.xml"/><Relationship Id="rId229" Type="http://schemas.openxmlformats.org/officeDocument/2006/relationships/image" Target="../media/image1437.png"/><Relationship Id="rId240" Type="http://schemas.openxmlformats.org/officeDocument/2006/relationships/customXml" Target="../ink/ink1453.xml"/><Relationship Id="rId14" Type="http://schemas.openxmlformats.org/officeDocument/2006/relationships/customXml" Target="../ink/ink1340.xml"/><Relationship Id="rId35" Type="http://schemas.openxmlformats.org/officeDocument/2006/relationships/image" Target="../media/image1340.png"/><Relationship Id="rId56" Type="http://schemas.openxmlformats.org/officeDocument/2006/relationships/customXml" Target="../ink/ink1361.xml"/><Relationship Id="rId77" Type="http://schemas.openxmlformats.org/officeDocument/2006/relationships/image" Target="../media/image1361.png"/><Relationship Id="rId100" Type="http://schemas.openxmlformats.org/officeDocument/2006/relationships/customXml" Target="../ink/ink1383.xml"/><Relationship Id="rId8" Type="http://schemas.openxmlformats.org/officeDocument/2006/relationships/customXml" Target="../ink/ink1337.xml"/><Relationship Id="rId98" Type="http://schemas.openxmlformats.org/officeDocument/2006/relationships/customXml" Target="../ink/ink1382.xml"/><Relationship Id="rId121" Type="http://schemas.openxmlformats.org/officeDocument/2006/relationships/image" Target="../media/image1383.png"/><Relationship Id="rId142" Type="http://schemas.openxmlformats.org/officeDocument/2006/relationships/customXml" Target="../ink/ink1404.xml"/><Relationship Id="rId163" Type="http://schemas.openxmlformats.org/officeDocument/2006/relationships/image" Target="../media/image1404.png"/><Relationship Id="rId184" Type="http://schemas.openxmlformats.org/officeDocument/2006/relationships/customXml" Target="../ink/ink1425.xml"/><Relationship Id="rId219" Type="http://schemas.openxmlformats.org/officeDocument/2006/relationships/image" Target="../media/image1432.png"/><Relationship Id="rId230" Type="http://schemas.openxmlformats.org/officeDocument/2006/relationships/customXml" Target="../ink/ink1448.xml"/><Relationship Id="rId25" Type="http://schemas.openxmlformats.org/officeDocument/2006/relationships/image" Target="../media/image1335.png"/><Relationship Id="rId46" Type="http://schemas.openxmlformats.org/officeDocument/2006/relationships/customXml" Target="../ink/ink1356.xml"/><Relationship Id="rId67" Type="http://schemas.openxmlformats.org/officeDocument/2006/relationships/image" Target="../media/image1356.png"/><Relationship Id="rId88" Type="http://schemas.openxmlformats.org/officeDocument/2006/relationships/customXml" Target="../ink/ink1377.xml"/><Relationship Id="rId111" Type="http://schemas.openxmlformats.org/officeDocument/2006/relationships/image" Target="../media/image1378.png"/><Relationship Id="rId132" Type="http://schemas.openxmlformats.org/officeDocument/2006/relationships/customXml" Target="../ink/ink1399.xml"/><Relationship Id="rId153" Type="http://schemas.openxmlformats.org/officeDocument/2006/relationships/image" Target="../media/image1399.png"/><Relationship Id="rId174" Type="http://schemas.openxmlformats.org/officeDocument/2006/relationships/customXml" Target="../ink/ink1420.xml"/><Relationship Id="rId195" Type="http://schemas.openxmlformats.org/officeDocument/2006/relationships/image" Target="../media/image1420.png"/><Relationship Id="rId209" Type="http://schemas.openxmlformats.org/officeDocument/2006/relationships/image" Target="../media/image1427.png"/><Relationship Id="rId220" Type="http://schemas.openxmlformats.org/officeDocument/2006/relationships/customXml" Target="../ink/ink1443.xml"/><Relationship Id="rId241" Type="http://schemas.openxmlformats.org/officeDocument/2006/relationships/image" Target="../media/image1443.png"/><Relationship Id="rId15" Type="http://schemas.openxmlformats.org/officeDocument/2006/relationships/image" Target="../media/image1330.png"/><Relationship Id="rId36" Type="http://schemas.openxmlformats.org/officeDocument/2006/relationships/customXml" Target="../ink/ink1351.xml"/><Relationship Id="rId57" Type="http://schemas.openxmlformats.org/officeDocument/2006/relationships/image" Target="../media/image1351.png"/><Relationship Id="rId10" Type="http://schemas.openxmlformats.org/officeDocument/2006/relationships/customXml" Target="../ink/ink1338.xml"/><Relationship Id="rId31" Type="http://schemas.openxmlformats.org/officeDocument/2006/relationships/image" Target="../media/image1338.png"/><Relationship Id="rId52" Type="http://schemas.openxmlformats.org/officeDocument/2006/relationships/customXml" Target="../ink/ink1359.xml"/><Relationship Id="rId73" Type="http://schemas.openxmlformats.org/officeDocument/2006/relationships/image" Target="../media/image1359.png"/><Relationship Id="rId78" Type="http://schemas.openxmlformats.org/officeDocument/2006/relationships/customXml" Target="../ink/ink1372.xml"/><Relationship Id="rId94" Type="http://schemas.openxmlformats.org/officeDocument/2006/relationships/customXml" Target="../ink/ink1380.xml"/><Relationship Id="rId99" Type="http://schemas.openxmlformats.org/officeDocument/2006/relationships/image" Target="../media/image1372.png"/><Relationship Id="rId101" Type="http://schemas.openxmlformats.org/officeDocument/2006/relationships/image" Target="../media/image1373.png"/><Relationship Id="rId122" Type="http://schemas.openxmlformats.org/officeDocument/2006/relationships/customXml" Target="../ink/ink1394.xml"/><Relationship Id="rId143" Type="http://schemas.openxmlformats.org/officeDocument/2006/relationships/image" Target="../media/image1394.png"/><Relationship Id="rId148" Type="http://schemas.openxmlformats.org/officeDocument/2006/relationships/customXml" Target="../ink/ink1407.xml"/><Relationship Id="rId164" Type="http://schemas.openxmlformats.org/officeDocument/2006/relationships/customXml" Target="../ink/ink1415.xml"/><Relationship Id="rId169" Type="http://schemas.openxmlformats.org/officeDocument/2006/relationships/image" Target="../media/image1407.png"/><Relationship Id="rId185" Type="http://schemas.openxmlformats.org/officeDocument/2006/relationships/image" Target="../media/image1415.png"/><Relationship Id="rId4" Type="http://schemas.openxmlformats.org/officeDocument/2006/relationships/customXml" Target="../ink/ink1335.xml"/><Relationship Id="rId9" Type="http://schemas.openxmlformats.org/officeDocument/2006/relationships/image" Target="../media/image1327.png"/><Relationship Id="rId180" Type="http://schemas.openxmlformats.org/officeDocument/2006/relationships/customXml" Target="../ink/ink1423.xml"/><Relationship Id="rId210" Type="http://schemas.openxmlformats.org/officeDocument/2006/relationships/customXml" Target="../ink/ink1438.xml"/><Relationship Id="rId215" Type="http://schemas.openxmlformats.org/officeDocument/2006/relationships/image" Target="../media/image1430.png"/><Relationship Id="rId236" Type="http://schemas.openxmlformats.org/officeDocument/2006/relationships/customXml" Target="../ink/ink1451.xml"/><Relationship Id="rId26" Type="http://schemas.openxmlformats.org/officeDocument/2006/relationships/customXml" Target="../ink/ink1346.xml"/><Relationship Id="rId231" Type="http://schemas.openxmlformats.org/officeDocument/2006/relationships/image" Target="../media/image1438.png"/><Relationship Id="rId47" Type="http://schemas.openxmlformats.org/officeDocument/2006/relationships/image" Target="../media/image1346.png"/><Relationship Id="rId68" Type="http://schemas.openxmlformats.org/officeDocument/2006/relationships/customXml" Target="../ink/ink1367.xml"/><Relationship Id="rId89" Type="http://schemas.openxmlformats.org/officeDocument/2006/relationships/image" Target="../media/image1367.png"/><Relationship Id="rId112" Type="http://schemas.openxmlformats.org/officeDocument/2006/relationships/customXml" Target="../ink/ink1389.xml"/><Relationship Id="rId133" Type="http://schemas.openxmlformats.org/officeDocument/2006/relationships/image" Target="../media/image1389.png"/><Relationship Id="rId154" Type="http://schemas.openxmlformats.org/officeDocument/2006/relationships/customXml" Target="../ink/ink1410.xml"/><Relationship Id="rId175" Type="http://schemas.openxmlformats.org/officeDocument/2006/relationships/image" Target="../media/image1410.png"/><Relationship Id="rId196" Type="http://schemas.openxmlformats.org/officeDocument/2006/relationships/customXml" Target="../ink/ink1431.xml"/><Relationship Id="rId200" Type="http://schemas.openxmlformats.org/officeDocument/2006/relationships/customXml" Target="../ink/ink1433.xml"/><Relationship Id="rId16" Type="http://schemas.openxmlformats.org/officeDocument/2006/relationships/customXml" Target="../ink/ink1341.xml"/><Relationship Id="rId221" Type="http://schemas.openxmlformats.org/officeDocument/2006/relationships/image" Target="../media/image1433.png"/><Relationship Id="rId242" Type="http://schemas.openxmlformats.org/officeDocument/2006/relationships/customXml" Target="../ink/ink1454.xml"/><Relationship Id="rId37" Type="http://schemas.openxmlformats.org/officeDocument/2006/relationships/image" Target="../media/image1341.png"/><Relationship Id="rId58" Type="http://schemas.openxmlformats.org/officeDocument/2006/relationships/customXml" Target="../ink/ink1362.xml"/><Relationship Id="rId79" Type="http://schemas.openxmlformats.org/officeDocument/2006/relationships/image" Target="../media/image1362.png"/><Relationship Id="rId102" Type="http://schemas.openxmlformats.org/officeDocument/2006/relationships/customXml" Target="../ink/ink1384.xml"/><Relationship Id="rId123" Type="http://schemas.openxmlformats.org/officeDocument/2006/relationships/image" Target="../media/image1384.png"/><Relationship Id="rId144" Type="http://schemas.openxmlformats.org/officeDocument/2006/relationships/customXml" Target="../ink/ink1405.xml"/><Relationship Id="rId90" Type="http://schemas.openxmlformats.org/officeDocument/2006/relationships/customXml" Target="../ink/ink1378.xml"/><Relationship Id="rId165" Type="http://schemas.openxmlformats.org/officeDocument/2006/relationships/image" Target="../media/image1405.png"/><Relationship Id="rId186" Type="http://schemas.openxmlformats.org/officeDocument/2006/relationships/customXml" Target="../ink/ink1426.xml"/><Relationship Id="rId211" Type="http://schemas.openxmlformats.org/officeDocument/2006/relationships/image" Target="../media/image1428.png"/><Relationship Id="rId232" Type="http://schemas.openxmlformats.org/officeDocument/2006/relationships/customXml" Target="../ink/ink1449.xml"/><Relationship Id="rId27" Type="http://schemas.openxmlformats.org/officeDocument/2006/relationships/image" Target="../media/image1336.png"/><Relationship Id="rId48" Type="http://schemas.openxmlformats.org/officeDocument/2006/relationships/customXml" Target="../ink/ink1357.xml"/><Relationship Id="rId69" Type="http://schemas.openxmlformats.org/officeDocument/2006/relationships/image" Target="../media/image1357.png"/><Relationship Id="rId113" Type="http://schemas.openxmlformats.org/officeDocument/2006/relationships/image" Target="../media/image1379.png"/><Relationship Id="rId134" Type="http://schemas.openxmlformats.org/officeDocument/2006/relationships/customXml" Target="../ink/ink1400.xml"/><Relationship Id="rId80" Type="http://schemas.openxmlformats.org/officeDocument/2006/relationships/customXml" Target="../ink/ink1373.xml"/><Relationship Id="rId155" Type="http://schemas.openxmlformats.org/officeDocument/2006/relationships/image" Target="../media/image1400.png"/><Relationship Id="rId176" Type="http://schemas.openxmlformats.org/officeDocument/2006/relationships/customXml" Target="../ink/ink1421.xml"/><Relationship Id="rId197" Type="http://schemas.openxmlformats.org/officeDocument/2006/relationships/image" Target="../media/image1421.png"/><Relationship Id="rId201" Type="http://schemas.openxmlformats.org/officeDocument/2006/relationships/image" Target="../media/image1423.png"/><Relationship Id="rId222" Type="http://schemas.openxmlformats.org/officeDocument/2006/relationships/customXml" Target="../ink/ink1444.xml"/><Relationship Id="rId243" Type="http://schemas.openxmlformats.org/officeDocument/2006/relationships/image" Target="../media/image1444.png"/><Relationship Id="rId17" Type="http://schemas.openxmlformats.org/officeDocument/2006/relationships/image" Target="../media/image1331.png"/><Relationship Id="rId38" Type="http://schemas.openxmlformats.org/officeDocument/2006/relationships/customXml" Target="../ink/ink1352.xml"/><Relationship Id="rId59" Type="http://schemas.openxmlformats.org/officeDocument/2006/relationships/image" Target="../media/image1352.png"/><Relationship Id="rId103" Type="http://schemas.openxmlformats.org/officeDocument/2006/relationships/image" Target="../media/image1374.png"/><Relationship Id="rId124" Type="http://schemas.openxmlformats.org/officeDocument/2006/relationships/customXml" Target="../ink/ink1395.xml"/><Relationship Id="rId70" Type="http://schemas.openxmlformats.org/officeDocument/2006/relationships/customXml" Target="../ink/ink1368.xml"/><Relationship Id="rId91" Type="http://schemas.openxmlformats.org/officeDocument/2006/relationships/image" Target="../media/image1368.png"/><Relationship Id="rId145" Type="http://schemas.openxmlformats.org/officeDocument/2006/relationships/image" Target="../media/image1395.png"/><Relationship Id="rId166" Type="http://schemas.openxmlformats.org/officeDocument/2006/relationships/customXml" Target="../ink/ink1416.xml"/><Relationship Id="rId187" Type="http://schemas.openxmlformats.org/officeDocument/2006/relationships/image" Target="../media/image1416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439.xml"/><Relationship Id="rId233" Type="http://schemas.openxmlformats.org/officeDocument/2006/relationships/image" Target="../media/image1439.png"/><Relationship Id="rId28" Type="http://schemas.openxmlformats.org/officeDocument/2006/relationships/customXml" Target="../ink/ink1347.xml"/><Relationship Id="rId49" Type="http://schemas.openxmlformats.org/officeDocument/2006/relationships/image" Target="../media/image1347.png"/><Relationship Id="rId114" Type="http://schemas.openxmlformats.org/officeDocument/2006/relationships/customXml" Target="../ink/ink1390.xml"/><Relationship Id="rId60" Type="http://schemas.openxmlformats.org/officeDocument/2006/relationships/customXml" Target="../ink/ink1363.xml"/><Relationship Id="rId81" Type="http://schemas.openxmlformats.org/officeDocument/2006/relationships/image" Target="../media/image1363.png"/><Relationship Id="rId135" Type="http://schemas.openxmlformats.org/officeDocument/2006/relationships/image" Target="../media/image1390.png"/><Relationship Id="rId156" Type="http://schemas.openxmlformats.org/officeDocument/2006/relationships/customXml" Target="../ink/ink1411.xml"/><Relationship Id="rId177" Type="http://schemas.openxmlformats.org/officeDocument/2006/relationships/image" Target="../media/image1411.png"/><Relationship Id="rId198" Type="http://schemas.openxmlformats.org/officeDocument/2006/relationships/customXml" Target="../ink/ink1432.xml"/><Relationship Id="rId202" Type="http://schemas.openxmlformats.org/officeDocument/2006/relationships/customXml" Target="../ink/ink1434.xml"/><Relationship Id="rId223" Type="http://schemas.openxmlformats.org/officeDocument/2006/relationships/image" Target="../media/image1434.png"/><Relationship Id="rId244" Type="http://schemas.openxmlformats.org/officeDocument/2006/relationships/customXml" Target="../ink/ink1455.xml"/><Relationship Id="rId18" Type="http://schemas.openxmlformats.org/officeDocument/2006/relationships/customXml" Target="../ink/ink1342.xml"/><Relationship Id="rId39" Type="http://schemas.openxmlformats.org/officeDocument/2006/relationships/image" Target="../media/image1342.png"/><Relationship Id="rId50" Type="http://schemas.openxmlformats.org/officeDocument/2006/relationships/customXml" Target="../ink/ink1358.xml"/><Relationship Id="rId104" Type="http://schemas.openxmlformats.org/officeDocument/2006/relationships/customXml" Target="../ink/ink1385.xml"/><Relationship Id="rId125" Type="http://schemas.openxmlformats.org/officeDocument/2006/relationships/image" Target="../media/image1385.png"/><Relationship Id="rId146" Type="http://schemas.openxmlformats.org/officeDocument/2006/relationships/customXml" Target="../ink/ink1406.xml"/><Relationship Id="rId167" Type="http://schemas.openxmlformats.org/officeDocument/2006/relationships/image" Target="../media/image1406.png"/><Relationship Id="rId188" Type="http://schemas.openxmlformats.org/officeDocument/2006/relationships/customXml" Target="../ink/ink1427.xml"/><Relationship Id="rId71" Type="http://schemas.openxmlformats.org/officeDocument/2006/relationships/image" Target="../media/image1358.png"/><Relationship Id="rId92" Type="http://schemas.openxmlformats.org/officeDocument/2006/relationships/customXml" Target="../ink/ink1379.xml"/><Relationship Id="rId213" Type="http://schemas.openxmlformats.org/officeDocument/2006/relationships/image" Target="../media/image1429.png"/><Relationship Id="rId234" Type="http://schemas.openxmlformats.org/officeDocument/2006/relationships/customXml" Target="../ink/ink1450.xml"/><Relationship Id="rId2" Type="http://schemas.openxmlformats.org/officeDocument/2006/relationships/customXml" Target="../ink/ink1334.xml"/><Relationship Id="rId29" Type="http://schemas.openxmlformats.org/officeDocument/2006/relationships/image" Target="../media/image1337.png"/><Relationship Id="rId40" Type="http://schemas.openxmlformats.org/officeDocument/2006/relationships/customXml" Target="../ink/ink1353.xml"/><Relationship Id="rId115" Type="http://schemas.openxmlformats.org/officeDocument/2006/relationships/image" Target="../media/image1380.png"/><Relationship Id="rId136" Type="http://schemas.openxmlformats.org/officeDocument/2006/relationships/customXml" Target="../ink/ink1401.xml"/><Relationship Id="rId157" Type="http://schemas.openxmlformats.org/officeDocument/2006/relationships/image" Target="../media/image1401.png"/><Relationship Id="rId178" Type="http://schemas.openxmlformats.org/officeDocument/2006/relationships/customXml" Target="../ink/ink1422.xml"/><Relationship Id="rId61" Type="http://schemas.openxmlformats.org/officeDocument/2006/relationships/image" Target="../media/image1353.png"/><Relationship Id="rId82" Type="http://schemas.openxmlformats.org/officeDocument/2006/relationships/customXml" Target="../ink/ink1374.xml"/><Relationship Id="rId199" Type="http://schemas.openxmlformats.org/officeDocument/2006/relationships/image" Target="../media/image1422.png"/><Relationship Id="rId203" Type="http://schemas.openxmlformats.org/officeDocument/2006/relationships/image" Target="../media/image1424.png"/><Relationship Id="rId19" Type="http://schemas.openxmlformats.org/officeDocument/2006/relationships/image" Target="../media/image1332.png"/><Relationship Id="rId224" Type="http://schemas.openxmlformats.org/officeDocument/2006/relationships/customXml" Target="../ink/ink1445.xml"/><Relationship Id="rId245" Type="http://schemas.openxmlformats.org/officeDocument/2006/relationships/image" Target="../media/image1445.png"/><Relationship Id="rId30" Type="http://schemas.openxmlformats.org/officeDocument/2006/relationships/customXml" Target="../ink/ink1348.xml"/><Relationship Id="rId105" Type="http://schemas.openxmlformats.org/officeDocument/2006/relationships/image" Target="../media/image1375.png"/><Relationship Id="rId126" Type="http://schemas.openxmlformats.org/officeDocument/2006/relationships/customXml" Target="../ink/ink1396.xml"/><Relationship Id="rId147" Type="http://schemas.openxmlformats.org/officeDocument/2006/relationships/image" Target="../media/image1396.png"/><Relationship Id="rId168" Type="http://schemas.openxmlformats.org/officeDocument/2006/relationships/customXml" Target="../ink/ink1417.xml"/><Relationship Id="rId51" Type="http://schemas.openxmlformats.org/officeDocument/2006/relationships/image" Target="../media/image1348.png"/><Relationship Id="rId72" Type="http://schemas.openxmlformats.org/officeDocument/2006/relationships/customXml" Target="../ink/ink1369.xml"/><Relationship Id="rId93" Type="http://schemas.openxmlformats.org/officeDocument/2006/relationships/image" Target="../media/image1369.png"/><Relationship Id="rId189" Type="http://schemas.openxmlformats.org/officeDocument/2006/relationships/image" Target="../media/image1417.png"/><Relationship Id="rId3" Type="http://schemas.openxmlformats.org/officeDocument/2006/relationships/image" Target="../media/image1324.png"/><Relationship Id="rId214" Type="http://schemas.openxmlformats.org/officeDocument/2006/relationships/customXml" Target="../ink/ink1440.xml"/><Relationship Id="rId235" Type="http://schemas.openxmlformats.org/officeDocument/2006/relationships/image" Target="../media/image1440.png"/><Relationship Id="rId116" Type="http://schemas.openxmlformats.org/officeDocument/2006/relationships/customXml" Target="../ink/ink1391.xml"/><Relationship Id="rId137" Type="http://schemas.openxmlformats.org/officeDocument/2006/relationships/image" Target="../media/image1391.png"/><Relationship Id="rId158" Type="http://schemas.openxmlformats.org/officeDocument/2006/relationships/customXml" Target="../ink/ink1412.xml"/><Relationship Id="rId20" Type="http://schemas.openxmlformats.org/officeDocument/2006/relationships/customXml" Target="../ink/ink1343.xml"/><Relationship Id="rId41" Type="http://schemas.openxmlformats.org/officeDocument/2006/relationships/image" Target="../media/image1343.png"/><Relationship Id="rId62" Type="http://schemas.openxmlformats.org/officeDocument/2006/relationships/customXml" Target="../ink/ink1364.xml"/><Relationship Id="rId83" Type="http://schemas.openxmlformats.org/officeDocument/2006/relationships/image" Target="../media/image1364.png"/><Relationship Id="rId179" Type="http://schemas.openxmlformats.org/officeDocument/2006/relationships/image" Target="../media/image1412.png"/><Relationship Id="rId190" Type="http://schemas.openxmlformats.org/officeDocument/2006/relationships/customXml" Target="../ink/ink1428.xml"/><Relationship Id="rId204" Type="http://schemas.openxmlformats.org/officeDocument/2006/relationships/customXml" Target="../ink/ink1435.xml"/><Relationship Id="rId225" Type="http://schemas.openxmlformats.org/officeDocument/2006/relationships/image" Target="../media/image1435.png"/><Relationship Id="rId246" Type="http://schemas.openxmlformats.org/officeDocument/2006/relationships/customXml" Target="../ink/ink1456.xml"/><Relationship Id="rId106" Type="http://schemas.openxmlformats.org/officeDocument/2006/relationships/customXml" Target="../ink/ink1386.xml"/><Relationship Id="rId127" Type="http://schemas.openxmlformats.org/officeDocument/2006/relationships/image" Target="../media/image1386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62.xml"/><Relationship Id="rId18" Type="http://schemas.openxmlformats.org/officeDocument/2006/relationships/image" Target="../media/image1453.png"/><Relationship Id="rId26" Type="http://schemas.openxmlformats.org/officeDocument/2006/relationships/image" Target="../media/image1457.png"/><Relationship Id="rId39" Type="http://schemas.openxmlformats.org/officeDocument/2006/relationships/customXml" Target="../ink/ink1475.xml"/><Relationship Id="rId21" Type="http://schemas.openxmlformats.org/officeDocument/2006/relationships/customXml" Target="../ink/ink1466.xml"/><Relationship Id="rId34" Type="http://schemas.openxmlformats.org/officeDocument/2006/relationships/image" Target="../media/image1461.png"/><Relationship Id="rId42" Type="http://schemas.openxmlformats.org/officeDocument/2006/relationships/image" Target="../media/image1465.png"/><Relationship Id="rId7" Type="http://schemas.openxmlformats.org/officeDocument/2006/relationships/customXml" Target="../ink/ink1459.xml"/><Relationship Id="rId2" Type="http://schemas.openxmlformats.org/officeDocument/2006/relationships/image" Target="../media/image1235.png"/><Relationship Id="rId16" Type="http://schemas.openxmlformats.org/officeDocument/2006/relationships/image" Target="../media/image1452.png"/><Relationship Id="rId29" Type="http://schemas.openxmlformats.org/officeDocument/2006/relationships/customXml" Target="../ink/ink14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7.png"/><Relationship Id="rId11" Type="http://schemas.openxmlformats.org/officeDocument/2006/relationships/customXml" Target="../ink/ink1461.xml"/><Relationship Id="rId24" Type="http://schemas.openxmlformats.org/officeDocument/2006/relationships/image" Target="../media/image1456.png"/><Relationship Id="rId32" Type="http://schemas.openxmlformats.org/officeDocument/2006/relationships/image" Target="../media/image1460.png"/><Relationship Id="rId37" Type="http://schemas.openxmlformats.org/officeDocument/2006/relationships/customXml" Target="../ink/ink1474.xml"/><Relationship Id="rId40" Type="http://schemas.openxmlformats.org/officeDocument/2006/relationships/image" Target="../media/image1464.png"/><Relationship Id="rId45" Type="http://schemas.openxmlformats.org/officeDocument/2006/relationships/customXml" Target="../ink/ink1478.xml"/><Relationship Id="rId5" Type="http://schemas.openxmlformats.org/officeDocument/2006/relationships/customXml" Target="../ink/ink1458.xml"/><Relationship Id="rId15" Type="http://schemas.openxmlformats.org/officeDocument/2006/relationships/customXml" Target="../ink/ink1463.xml"/><Relationship Id="rId23" Type="http://schemas.openxmlformats.org/officeDocument/2006/relationships/customXml" Target="../ink/ink1467.xml"/><Relationship Id="rId28" Type="http://schemas.openxmlformats.org/officeDocument/2006/relationships/image" Target="../media/image1458.png"/><Relationship Id="rId36" Type="http://schemas.openxmlformats.org/officeDocument/2006/relationships/image" Target="../media/image1462.png"/><Relationship Id="rId10" Type="http://schemas.openxmlformats.org/officeDocument/2006/relationships/image" Target="../media/image1449.png"/><Relationship Id="rId19" Type="http://schemas.openxmlformats.org/officeDocument/2006/relationships/customXml" Target="../ink/ink1465.xml"/><Relationship Id="rId31" Type="http://schemas.openxmlformats.org/officeDocument/2006/relationships/customXml" Target="../ink/ink1471.xml"/><Relationship Id="rId44" Type="http://schemas.openxmlformats.org/officeDocument/2006/relationships/image" Target="../media/image1466.png"/><Relationship Id="rId4" Type="http://schemas.openxmlformats.org/officeDocument/2006/relationships/image" Target="../media/image1317.png"/><Relationship Id="rId9" Type="http://schemas.openxmlformats.org/officeDocument/2006/relationships/customXml" Target="../ink/ink1460.xml"/><Relationship Id="rId14" Type="http://schemas.openxmlformats.org/officeDocument/2006/relationships/image" Target="../media/image1451.png"/><Relationship Id="rId22" Type="http://schemas.openxmlformats.org/officeDocument/2006/relationships/image" Target="../media/image1455.png"/><Relationship Id="rId27" Type="http://schemas.openxmlformats.org/officeDocument/2006/relationships/customXml" Target="../ink/ink1469.xml"/><Relationship Id="rId30" Type="http://schemas.openxmlformats.org/officeDocument/2006/relationships/image" Target="../media/image1459.png"/><Relationship Id="rId35" Type="http://schemas.openxmlformats.org/officeDocument/2006/relationships/customXml" Target="../ink/ink1473.xml"/><Relationship Id="rId43" Type="http://schemas.openxmlformats.org/officeDocument/2006/relationships/customXml" Target="../ink/ink1477.xml"/><Relationship Id="rId8" Type="http://schemas.openxmlformats.org/officeDocument/2006/relationships/image" Target="../media/image1448.png"/><Relationship Id="rId3" Type="http://schemas.openxmlformats.org/officeDocument/2006/relationships/customXml" Target="../ink/ink1457.xml"/><Relationship Id="rId12" Type="http://schemas.openxmlformats.org/officeDocument/2006/relationships/image" Target="../media/image1450.png"/><Relationship Id="rId17" Type="http://schemas.openxmlformats.org/officeDocument/2006/relationships/customXml" Target="../ink/ink1464.xml"/><Relationship Id="rId25" Type="http://schemas.openxmlformats.org/officeDocument/2006/relationships/customXml" Target="../ink/ink1468.xml"/><Relationship Id="rId33" Type="http://schemas.openxmlformats.org/officeDocument/2006/relationships/customXml" Target="../ink/ink1472.xml"/><Relationship Id="rId38" Type="http://schemas.openxmlformats.org/officeDocument/2006/relationships/image" Target="../media/image1463.png"/><Relationship Id="rId46" Type="http://schemas.openxmlformats.org/officeDocument/2006/relationships/image" Target="../media/image1467.png"/><Relationship Id="rId20" Type="http://schemas.openxmlformats.org/officeDocument/2006/relationships/image" Target="../media/image1454.png"/><Relationship Id="rId41" Type="http://schemas.openxmlformats.org/officeDocument/2006/relationships/customXml" Target="../ink/ink1476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25.png"/><Relationship Id="rId299" Type="http://schemas.openxmlformats.org/officeDocument/2006/relationships/image" Target="../media/image1615.png"/><Relationship Id="rId21" Type="http://schemas.openxmlformats.org/officeDocument/2006/relationships/image" Target="../media/image1477.png"/><Relationship Id="rId63" Type="http://schemas.openxmlformats.org/officeDocument/2006/relationships/image" Target="../media/image1498.png"/><Relationship Id="rId159" Type="http://schemas.openxmlformats.org/officeDocument/2006/relationships/image" Target="../media/image1546.png"/><Relationship Id="rId324" Type="http://schemas.openxmlformats.org/officeDocument/2006/relationships/customXml" Target="../ink/ink1640.xml"/><Relationship Id="rId366" Type="http://schemas.openxmlformats.org/officeDocument/2006/relationships/image" Target="../media/image1648.png"/><Relationship Id="rId170" Type="http://schemas.openxmlformats.org/officeDocument/2006/relationships/customXml" Target="../ink/ink1563.xml"/><Relationship Id="rId226" Type="http://schemas.openxmlformats.org/officeDocument/2006/relationships/customXml" Target="../ink/ink1591.xml"/><Relationship Id="rId268" Type="http://schemas.openxmlformats.org/officeDocument/2006/relationships/customXml" Target="../ink/ink1612.xml"/><Relationship Id="rId32" Type="http://schemas.openxmlformats.org/officeDocument/2006/relationships/customXml" Target="../ink/ink1494.xml"/><Relationship Id="rId74" Type="http://schemas.openxmlformats.org/officeDocument/2006/relationships/customXml" Target="../ink/ink1515.xml"/><Relationship Id="rId128" Type="http://schemas.openxmlformats.org/officeDocument/2006/relationships/customXml" Target="../ink/ink1542.xml"/><Relationship Id="rId335" Type="http://schemas.openxmlformats.org/officeDocument/2006/relationships/customXml" Target="../ink/ink1646.xml"/><Relationship Id="rId377" Type="http://schemas.openxmlformats.org/officeDocument/2006/relationships/image" Target="../media/image1653.png"/><Relationship Id="rId5" Type="http://schemas.openxmlformats.org/officeDocument/2006/relationships/image" Target="../media/image1469.png"/><Relationship Id="rId181" Type="http://schemas.openxmlformats.org/officeDocument/2006/relationships/image" Target="../media/image1557.png"/><Relationship Id="rId237" Type="http://schemas.openxmlformats.org/officeDocument/2006/relationships/image" Target="../media/image1584.png"/><Relationship Id="rId402" Type="http://schemas.openxmlformats.org/officeDocument/2006/relationships/customXml" Target="../ink/ink1680.xml"/><Relationship Id="rId279" Type="http://schemas.openxmlformats.org/officeDocument/2006/relationships/image" Target="../media/image1605.png"/><Relationship Id="rId43" Type="http://schemas.openxmlformats.org/officeDocument/2006/relationships/image" Target="../media/image1488.png"/><Relationship Id="rId139" Type="http://schemas.openxmlformats.org/officeDocument/2006/relationships/image" Target="../media/image1536.png"/><Relationship Id="rId290" Type="http://schemas.openxmlformats.org/officeDocument/2006/relationships/customXml" Target="../ink/ink1623.xml"/><Relationship Id="rId304" Type="http://schemas.openxmlformats.org/officeDocument/2006/relationships/customXml" Target="../ink/ink1630.xml"/><Relationship Id="rId346" Type="http://schemas.openxmlformats.org/officeDocument/2006/relationships/image" Target="../media/image1638.png"/><Relationship Id="rId388" Type="http://schemas.openxmlformats.org/officeDocument/2006/relationships/customXml" Target="../ink/ink1673.xml"/><Relationship Id="rId85" Type="http://schemas.openxmlformats.org/officeDocument/2006/relationships/image" Target="../media/image1509.png"/><Relationship Id="rId150" Type="http://schemas.openxmlformats.org/officeDocument/2006/relationships/customXml" Target="../ink/ink1553.xml"/><Relationship Id="rId192" Type="http://schemas.openxmlformats.org/officeDocument/2006/relationships/customXml" Target="../ink/ink1574.xml"/><Relationship Id="rId206" Type="http://schemas.openxmlformats.org/officeDocument/2006/relationships/customXml" Target="../ink/ink1581.xml"/><Relationship Id="rId248" Type="http://schemas.openxmlformats.org/officeDocument/2006/relationships/customXml" Target="../ink/ink1602.xml"/><Relationship Id="rId12" Type="http://schemas.openxmlformats.org/officeDocument/2006/relationships/customXml" Target="../ink/ink1484.xml"/><Relationship Id="rId108" Type="http://schemas.openxmlformats.org/officeDocument/2006/relationships/customXml" Target="../ink/ink1532.xml"/><Relationship Id="rId315" Type="http://schemas.openxmlformats.org/officeDocument/2006/relationships/image" Target="../media/image1623.png"/><Relationship Id="rId357" Type="http://schemas.openxmlformats.org/officeDocument/2006/relationships/customXml" Target="../ink/ink1657.xml"/><Relationship Id="rId54" Type="http://schemas.openxmlformats.org/officeDocument/2006/relationships/customXml" Target="../ink/ink1505.xml"/><Relationship Id="rId96" Type="http://schemas.openxmlformats.org/officeDocument/2006/relationships/customXml" Target="../ink/ink1526.xml"/><Relationship Id="rId161" Type="http://schemas.openxmlformats.org/officeDocument/2006/relationships/image" Target="../media/image1547.png"/><Relationship Id="rId217" Type="http://schemas.openxmlformats.org/officeDocument/2006/relationships/image" Target="../media/image1575.png"/><Relationship Id="rId399" Type="http://schemas.openxmlformats.org/officeDocument/2006/relationships/image" Target="../media/image1664.png"/><Relationship Id="rId259" Type="http://schemas.openxmlformats.org/officeDocument/2006/relationships/image" Target="../media/image1595.png"/><Relationship Id="rId23" Type="http://schemas.openxmlformats.org/officeDocument/2006/relationships/image" Target="../media/image1478.png"/><Relationship Id="rId119" Type="http://schemas.openxmlformats.org/officeDocument/2006/relationships/image" Target="../media/image1526.png"/><Relationship Id="rId270" Type="http://schemas.openxmlformats.org/officeDocument/2006/relationships/customXml" Target="../ink/ink1613.xml"/><Relationship Id="rId326" Type="http://schemas.openxmlformats.org/officeDocument/2006/relationships/customXml" Target="../ink/ink1641.xml"/><Relationship Id="rId65" Type="http://schemas.openxmlformats.org/officeDocument/2006/relationships/image" Target="../media/image1499.png"/><Relationship Id="rId130" Type="http://schemas.openxmlformats.org/officeDocument/2006/relationships/customXml" Target="../ink/ink1543.xml"/><Relationship Id="rId368" Type="http://schemas.openxmlformats.org/officeDocument/2006/relationships/image" Target="../media/image1649.png"/><Relationship Id="rId172" Type="http://schemas.openxmlformats.org/officeDocument/2006/relationships/customXml" Target="../ink/ink1564.xml"/><Relationship Id="rId228" Type="http://schemas.openxmlformats.org/officeDocument/2006/relationships/customXml" Target="../ink/ink1592.xml"/><Relationship Id="rId281" Type="http://schemas.openxmlformats.org/officeDocument/2006/relationships/image" Target="../media/image1606.png"/><Relationship Id="rId337" Type="http://schemas.openxmlformats.org/officeDocument/2006/relationships/customXml" Target="../ink/ink1647.xml"/><Relationship Id="rId34" Type="http://schemas.openxmlformats.org/officeDocument/2006/relationships/customXml" Target="../ink/ink1495.xml"/><Relationship Id="rId76" Type="http://schemas.openxmlformats.org/officeDocument/2006/relationships/customXml" Target="../ink/ink1516.xml"/><Relationship Id="rId141" Type="http://schemas.openxmlformats.org/officeDocument/2006/relationships/image" Target="../media/image1537.png"/><Relationship Id="rId379" Type="http://schemas.openxmlformats.org/officeDocument/2006/relationships/image" Target="../media/image1654.png"/><Relationship Id="rId7" Type="http://schemas.openxmlformats.org/officeDocument/2006/relationships/image" Target="../media/image1470.png"/><Relationship Id="rId183" Type="http://schemas.openxmlformats.org/officeDocument/2006/relationships/image" Target="../media/image1558.png"/><Relationship Id="rId239" Type="http://schemas.openxmlformats.org/officeDocument/2006/relationships/image" Target="../media/image1585.png"/><Relationship Id="rId390" Type="http://schemas.openxmlformats.org/officeDocument/2006/relationships/customXml" Target="../ink/ink1674.xml"/><Relationship Id="rId404" Type="http://schemas.openxmlformats.org/officeDocument/2006/relationships/customXml" Target="../ink/ink1681.xml"/><Relationship Id="rId250" Type="http://schemas.openxmlformats.org/officeDocument/2006/relationships/customXml" Target="../ink/ink1603.xml"/><Relationship Id="rId292" Type="http://schemas.openxmlformats.org/officeDocument/2006/relationships/customXml" Target="../ink/ink1624.xml"/><Relationship Id="rId306" Type="http://schemas.openxmlformats.org/officeDocument/2006/relationships/customXml" Target="../ink/ink1631.xml"/><Relationship Id="rId45" Type="http://schemas.openxmlformats.org/officeDocument/2006/relationships/image" Target="../media/image1489.png"/><Relationship Id="rId87" Type="http://schemas.openxmlformats.org/officeDocument/2006/relationships/image" Target="../media/image1510.png"/><Relationship Id="rId110" Type="http://schemas.openxmlformats.org/officeDocument/2006/relationships/customXml" Target="../ink/ink1533.xml"/><Relationship Id="rId348" Type="http://schemas.openxmlformats.org/officeDocument/2006/relationships/image" Target="../media/image1639.png"/><Relationship Id="rId152" Type="http://schemas.openxmlformats.org/officeDocument/2006/relationships/customXml" Target="../ink/ink1554.xml"/><Relationship Id="rId194" Type="http://schemas.openxmlformats.org/officeDocument/2006/relationships/customXml" Target="../ink/ink1575.xml"/><Relationship Id="rId208" Type="http://schemas.openxmlformats.org/officeDocument/2006/relationships/customXml" Target="../ink/ink1582.xml"/><Relationship Id="rId261" Type="http://schemas.openxmlformats.org/officeDocument/2006/relationships/image" Target="../media/image1596.png"/><Relationship Id="rId14" Type="http://schemas.openxmlformats.org/officeDocument/2006/relationships/customXml" Target="../ink/ink1485.xml"/><Relationship Id="rId56" Type="http://schemas.openxmlformats.org/officeDocument/2006/relationships/customXml" Target="../ink/ink1506.xml"/><Relationship Id="rId317" Type="http://schemas.openxmlformats.org/officeDocument/2006/relationships/image" Target="../media/image1624.png"/><Relationship Id="rId359" Type="http://schemas.openxmlformats.org/officeDocument/2006/relationships/customXml" Target="../ink/ink1658.xml"/><Relationship Id="rId98" Type="http://schemas.openxmlformats.org/officeDocument/2006/relationships/customXml" Target="../ink/ink1527.xml"/><Relationship Id="rId121" Type="http://schemas.openxmlformats.org/officeDocument/2006/relationships/image" Target="../media/image1527.png"/><Relationship Id="rId163" Type="http://schemas.openxmlformats.org/officeDocument/2006/relationships/image" Target="../media/image1548.png"/><Relationship Id="rId219" Type="http://schemas.openxmlformats.org/officeDocument/2006/relationships/image" Target="../media/image1576.png"/><Relationship Id="rId370" Type="http://schemas.openxmlformats.org/officeDocument/2006/relationships/image" Target="../media/image1650.png"/><Relationship Id="rId230" Type="http://schemas.openxmlformats.org/officeDocument/2006/relationships/customXml" Target="../ink/ink1593.xml"/><Relationship Id="rId25" Type="http://schemas.openxmlformats.org/officeDocument/2006/relationships/image" Target="../media/image1479.png"/><Relationship Id="rId67" Type="http://schemas.openxmlformats.org/officeDocument/2006/relationships/image" Target="../media/image1500.png"/><Relationship Id="rId272" Type="http://schemas.openxmlformats.org/officeDocument/2006/relationships/customXml" Target="../ink/ink1614.xml"/><Relationship Id="rId328" Type="http://schemas.openxmlformats.org/officeDocument/2006/relationships/customXml" Target="../ink/ink1642.xml"/><Relationship Id="rId132" Type="http://schemas.openxmlformats.org/officeDocument/2006/relationships/customXml" Target="../ink/ink1544.xml"/><Relationship Id="rId174" Type="http://schemas.openxmlformats.org/officeDocument/2006/relationships/customXml" Target="../ink/ink1565.xml"/><Relationship Id="rId381" Type="http://schemas.openxmlformats.org/officeDocument/2006/relationships/image" Target="../media/image1655.png"/><Relationship Id="rId241" Type="http://schemas.openxmlformats.org/officeDocument/2006/relationships/image" Target="../media/image1586.png"/><Relationship Id="rId36" Type="http://schemas.openxmlformats.org/officeDocument/2006/relationships/customXml" Target="../ink/ink1496.xml"/><Relationship Id="rId283" Type="http://schemas.openxmlformats.org/officeDocument/2006/relationships/image" Target="../media/image1607.png"/><Relationship Id="rId339" Type="http://schemas.openxmlformats.org/officeDocument/2006/relationships/customXml" Target="../ink/ink1648.xml"/><Relationship Id="rId78" Type="http://schemas.openxmlformats.org/officeDocument/2006/relationships/customXml" Target="../ink/ink1517.xml"/><Relationship Id="rId101" Type="http://schemas.openxmlformats.org/officeDocument/2006/relationships/image" Target="../media/image1517.png"/><Relationship Id="rId143" Type="http://schemas.openxmlformats.org/officeDocument/2006/relationships/image" Target="../media/image1538.png"/><Relationship Id="rId185" Type="http://schemas.openxmlformats.org/officeDocument/2006/relationships/image" Target="../media/image1559.png"/><Relationship Id="rId350" Type="http://schemas.openxmlformats.org/officeDocument/2006/relationships/image" Target="../media/image1640.png"/><Relationship Id="rId406" Type="http://schemas.openxmlformats.org/officeDocument/2006/relationships/customXml" Target="../ink/ink1682.xml"/><Relationship Id="rId9" Type="http://schemas.openxmlformats.org/officeDocument/2006/relationships/image" Target="../media/image1471.png"/><Relationship Id="rId210" Type="http://schemas.openxmlformats.org/officeDocument/2006/relationships/customXml" Target="../ink/ink1583.xml"/><Relationship Id="rId392" Type="http://schemas.openxmlformats.org/officeDocument/2006/relationships/customXml" Target="../ink/ink1675.xml"/><Relationship Id="rId252" Type="http://schemas.openxmlformats.org/officeDocument/2006/relationships/customXml" Target="../ink/ink1604.xml"/><Relationship Id="rId294" Type="http://schemas.openxmlformats.org/officeDocument/2006/relationships/customXml" Target="../ink/ink1625.xml"/><Relationship Id="rId308" Type="http://schemas.openxmlformats.org/officeDocument/2006/relationships/customXml" Target="../ink/ink1632.xml"/><Relationship Id="rId47" Type="http://schemas.openxmlformats.org/officeDocument/2006/relationships/image" Target="../media/image1490.png"/><Relationship Id="rId89" Type="http://schemas.openxmlformats.org/officeDocument/2006/relationships/image" Target="../media/image1511.png"/><Relationship Id="rId112" Type="http://schemas.openxmlformats.org/officeDocument/2006/relationships/customXml" Target="../ink/ink1534.xml"/><Relationship Id="rId154" Type="http://schemas.openxmlformats.org/officeDocument/2006/relationships/customXml" Target="../ink/ink1555.xml"/><Relationship Id="rId361" Type="http://schemas.openxmlformats.org/officeDocument/2006/relationships/customXml" Target="../ink/ink1659.xml"/><Relationship Id="rId196" Type="http://schemas.openxmlformats.org/officeDocument/2006/relationships/customXml" Target="../ink/ink1576.xml"/><Relationship Id="rId16" Type="http://schemas.openxmlformats.org/officeDocument/2006/relationships/customXml" Target="../ink/ink1486.xml"/><Relationship Id="rId221" Type="http://schemas.openxmlformats.org/officeDocument/2006/relationships/image" Target="../media/image1577.png"/><Relationship Id="rId263" Type="http://schemas.openxmlformats.org/officeDocument/2006/relationships/image" Target="../media/image1597.png"/><Relationship Id="rId319" Type="http://schemas.openxmlformats.org/officeDocument/2006/relationships/image" Target="../media/image1625.png"/><Relationship Id="rId58" Type="http://schemas.openxmlformats.org/officeDocument/2006/relationships/customXml" Target="../ink/ink1507.xml"/><Relationship Id="rId123" Type="http://schemas.openxmlformats.org/officeDocument/2006/relationships/image" Target="../media/image1528.png"/><Relationship Id="rId330" Type="http://schemas.openxmlformats.org/officeDocument/2006/relationships/customXml" Target="../ink/ink1643.xml"/><Relationship Id="rId165" Type="http://schemas.openxmlformats.org/officeDocument/2006/relationships/image" Target="../media/image1549.png"/><Relationship Id="rId372" Type="http://schemas.openxmlformats.org/officeDocument/2006/relationships/customXml" Target="../ink/ink1665.xml"/><Relationship Id="rId232" Type="http://schemas.openxmlformats.org/officeDocument/2006/relationships/customXml" Target="../ink/ink1594.xml"/><Relationship Id="rId274" Type="http://schemas.openxmlformats.org/officeDocument/2006/relationships/customXml" Target="../ink/ink1615.xml"/><Relationship Id="rId27" Type="http://schemas.openxmlformats.org/officeDocument/2006/relationships/image" Target="../media/image1480.png"/><Relationship Id="rId48" Type="http://schemas.openxmlformats.org/officeDocument/2006/relationships/customXml" Target="../ink/ink1502.xml"/><Relationship Id="rId69" Type="http://schemas.openxmlformats.org/officeDocument/2006/relationships/image" Target="../media/image1501.png"/><Relationship Id="rId113" Type="http://schemas.openxmlformats.org/officeDocument/2006/relationships/image" Target="../media/image1523.png"/><Relationship Id="rId134" Type="http://schemas.openxmlformats.org/officeDocument/2006/relationships/customXml" Target="../ink/ink1545.xml"/><Relationship Id="rId320" Type="http://schemas.openxmlformats.org/officeDocument/2006/relationships/customXml" Target="../ink/ink1638.xml"/><Relationship Id="rId80" Type="http://schemas.openxmlformats.org/officeDocument/2006/relationships/customXml" Target="../ink/ink1518.xml"/><Relationship Id="rId155" Type="http://schemas.openxmlformats.org/officeDocument/2006/relationships/image" Target="../media/image1544.png"/><Relationship Id="rId176" Type="http://schemas.openxmlformats.org/officeDocument/2006/relationships/customXml" Target="../ink/ink1566.xml"/><Relationship Id="rId197" Type="http://schemas.openxmlformats.org/officeDocument/2006/relationships/image" Target="../media/image1565.png"/><Relationship Id="rId341" Type="http://schemas.openxmlformats.org/officeDocument/2006/relationships/customXml" Target="../ink/ink1649.xml"/><Relationship Id="rId362" Type="http://schemas.openxmlformats.org/officeDocument/2006/relationships/image" Target="../media/image1646.png"/><Relationship Id="rId383" Type="http://schemas.openxmlformats.org/officeDocument/2006/relationships/image" Target="../media/image1656.png"/><Relationship Id="rId201" Type="http://schemas.openxmlformats.org/officeDocument/2006/relationships/image" Target="../media/image1567.png"/><Relationship Id="rId222" Type="http://schemas.openxmlformats.org/officeDocument/2006/relationships/customXml" Target="../ink/ink1589.xml"/><Relationship Id="rId243" Type="http://schemas.openxmlformats.org/officeDocument/2006/relationships/image" Target="../media/image1587.png"/><Relationship Id="rId264" Type="http://schemas.openxmlformats.org/officeDocument/2006/relationships/customXml" Target="../ink/ink1610.xml"/><Relationship Id="rId285" Type="http://schemas.openxmlformats.org/officeDocument/2006/relationships/image" Target="../media/image1608.png"/><Relationship Id="rId17" Type="http://schemas.openxmlformats.org/officeDocument/2006/relationships/image" Target="../media/image1475.png"/><Relationship Id="rId38" Type="http://schemas.openxmlformats.org/officeDocument/2006/relationships/customXml" Target="../ink/ink1497.xml"/><Relationship Id="rId59" Type="http://schemas.openxmlformats.org/officeDocument/2006/relationships/image" Target="../media/image1496.png"/><Relationship Id="rId103" Type="http://schemas.openxmlformats.org/officeDocument/2006/relationships/image" Target="../media/image1518.png"/><Relationship Id="rId124" Type="http://schemas.openxmlformats.org/officeDocument/2006/relationships/customXml" Target="../ink/ink1540.xml"/><Relationship Id="rId310" Type="http://schemas.openxmlformats.org/officeDocument/2006/relationships/customXml" Target="../ink/ink1633.xml"/><Relationship Id="rId70" Type="http://schemas.openxmlformats.org/officeDocument/2006/relationships/customXml" Target="../ink/ink1513.xml"/><Relationship Id="rId91" Type="http://schemas.openxmlformats.org/officeDocument/2006/relationships/image" Target="../media/image1512.png"/><Relationship Id="rId145" Type="http://schemas.openxmlformats.org/officeDocument/2006/relationships/image" Target="../media/image1539.png"/><Relationship Id="rId166" Type="http://schemas.openxmlformats.org/officeDocument/2006/relationships/customXml" Target="../ink/ink1561.xml"/><Relationship Id="rId187" Type="http://schemas.openxmlformats.org/officeDocument/2006/relationships/image" Target="../media/image1560.png"/><Relationship Id="rId331" Type="http://schemas.openxmlformats.org/officeDocument/2006/relationships/image" Target="../media/image1631.png"/><Relationship Id="rId352" Type="http://schemas.openxmlformats.org/officeDocument/2006/relationships/image" Target="../media/image1641.png"/><Relationship Id="rId373" Type="http://schemas.openxmlformats.org/officeDocument/2006/relationships/image" Target="../media/image1651.png"/><Relationship Id="rId394" Type="http://schemas.openxmlformats.org/officeDocument/2006/relationships/customXml" Target="../ink/ink1676.xml"/><Relationship Id="rId408" Type="http://schemas.openxmlformats.org/officeDocument/2006/relationships/customXml" Target="../ink/ink1683.xml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584.xml"/><Relationship Id="rId233" Type="http://schemas.openxmlformats.org/officeDocument/2006/relationships/image" Target="../media/image1582.png"/><Relationship Id="rId254" Type="http://schemas.openxmlformats.org/officeDocument/2006/relationships/customXml" Target="../ink/ink1605.xml"/><Relationship Id="rId28" Type="http://schemas.openxmlformats.org/officeDocument/2006/relationships/customXml" Target="../ink/ink1492.xml"/><Relationship Id="rId49" Type="http://schemas.openxmlformats.org/officeDocument/2006/relationships/image" Target="../media/image1491.png"/><Relationship Id="rId114" Type="http://schemas.openxmlformats.org/officeDocument/2006/relationships/customXml" Target="../ink/ink1535.xml"/><Relationship Id="rId275" Type="http://schemas.openxmlformats.org/officeDocument/2006/relationships/image" Target="../media/image1603.png"/><Relationship Id="rId296" Type="http://schemas.openxmlformats.org/officeDocument/2006/relationships/customXml" Target="../ink/ink1626.xml"/><Relationship Id="rId300" Type="http://schemas.openxmlformats.org/officeDocument/2006/relationships/customXml" Target="../ink/ink1628.xml"/><Relationship Id="rId60" Type="http://schemas.openxmlformats.org/officeDocument/2006/relationships/customXml" Target="../ink/ink1508.xml"/><Relationship Id="rId81" Type="http://schemas.openxmlformats.org/officeDocument/2006/relationships/image" Target="../media/image1507.png"/><Relationship Id="rId135" Type="http://schemas.openxmlformats.org/officeDocument/2006/relationships/image" Target="../media/image1534.png"/><Relationship Id="rId156" Type="http://schemas.openxmlformats.org/officeDocument/2006/relationships/customXml" Target="../ink/ink1556.xml"/><Relationship Id="rId177" Type="http://schemas.openxmlformats.org/officeDocument/2006/relationships/image" Target="../media/image1555.png"/><Relationship Id="rId198" Type="http://schemas.openxmlformats.org/officeDocument/2006/relationships/customXml" Target="../ink/ink1577.xml"/><Relationship Id="rId321" Type="http://schemas.openxmlformats.org/officeDocument/2006/relationships/image" Target="../media/image1626.png"/><Relationship Id="rId342" Type="http://schemas.openxmlformats.org/officeDocument/2006/relationships/image" Target="../media/image1636.png"/><Relationship Id="rId363" Type="http://schemas.openxmlformats.org/officeDocument/2006/relationships/customXml" Target="../ink/ink1660.xml"/><Relationship Id="rId384" Type="http://schemas.openxmlformats.org/officeDocument/2006/relationships/customXml" Target="../ink/ink1671.xml"/><Relationship Id="rId202" Type="http://schemas.openxmlformats.org/officeDocument/2006/relationships/customXml" Target="../ink/ink1579.xml"/><Relationship Id="rId223" Type="http://schemas.openxmlformats.org/officeDocument/2006/relationships/image" Target="../media/image1578.png"/><Relationship Id="rId244" Type="http://schemas.openxmlformats.org/officeDocument/2006/relationships/customXml" Target="../ink/ink1600.xml"/><Relationship Id="rId18" Type="http://schemas.openxmlformats.org/officeDocument/2006/relationships/customXml" Target="../ink/ink1487.xml"/><Relationship Id="rId39" Type="http://schemas.openxmlformats.org/officeDocument/2006/relationships/image" Target="../media/image1486.png"/><Relationship Id="rId265" Type="http://schemas.openxmlformats.org/officeDocument/2006/relationships/image" Target="../media/image1598.png"/><Relationship Id="rId286" Type="http://schemas.openxmlformats.org/officeDocument/2006/relationships/customXml" Target="../ink/ink1621.xml"/><Relationship Id="rId50" Type="http://schemas.openxmlformats.org/officeDocument/2006/relationships/customXml" Target="../ink/ink1503.xml"/><Relationship Id="rId104" Type="http://schemas.openxmlformats.org/officeDocument/2006/relationships/customXml" Target="../ink/ink1530.xml"/><Relationship Id="rId125" Type="http://schemas.openxmlformats.org/officeDocument/2006/relationships/image" Target="../media/image1529.png"/><Relationship Id="rId146" Type="http://schemas.openxmlformats.org/officeDocument/2006/relationships/customXml" Target="../ink/ink1551.xml"/><Relationship Id="rId167" Type="http://schemas.openxmlformats.org/officeDocument/2006/relationships/image" Target="../media/image1550.png"/><Relationship Id="rId188" Type="http://schemas.openxmlformats.org/officeDocument/2006/relationships/customXml" Target="../ink/ink1572.xml"/><Relationship Id="rId311" Type="http://schemas.openxmlformats.org/officeDocument/2006/relationships/image" Target="../media/image1621.png"/><Relationship Id="rId332" Type="http://schemas.openxmlformats.org/officeDocument/2006/relationships/customXml" Target="../ink/ink1644.xml"/><Relationship Id="rId353" Type="http://schemas.openxmlformats.org/officeDocument/2006/relationships/customXml" Target="../ink/ink1655.xml"/><Relationship Id="rId374" Type="http://schemas.openxmlformats.org/officeDocument/2006/relationships/customXml" Target="../ink/ink1666.xml"/><Relationship Id="rId395" Type="http://schemas.openxmlformats.org/officeDocument/2006/relationships/image" Target="../media/image1662.png"/><Relationship Id="rId409" Type="http://schemas.openxmlformats.org/officeDocument/2006/relationships/image" Target="../media/image1669.png"/><Relationship Id="rId71" Type="http://schemas.openxmlformats.org/officeDocument/2006/relationships/image" Target="../media/image1502.png"/><Relationship Id="rId92" Type="http://schemas.openxmlformats.org/officeDocument/2006/relationships/customXml" Target="../ink/ink1524.xml"/><Relationship Id="rId213" Type="http://schemas.openxmlformats.org/officeDocument/2006/relationships/image" Target="../media/image1573.png"/><Relationship Id="rId234" Type="http://schemas.openxmlformats.org/officeDocument/2006/relationships/customXml" Target="../ink/ink1595.xml"/><Relationship Id="rId2" Type="http://schemas.openxmlformats.org/officeDocument/2006/relationships/customXml" Target="../ink/ink1479.xml"/><Relationship Id="rId29" Type="http://schemas.openxmlformats.org/officeDocument/2006/relationships/image" Target="../media/image1481.png"/><Relationship Id="rId255" Type="http://schemas.openxmlformats.org/officeDocument/2006/relationships/image" Target="../media/image1593.png"/><Relationship Id="rId276" Type="http://schemas.openxmlformats.org/officeDocument/2006/relationships/customXml" Target="../ink/ink1616.xml"/><Relationship Id="rId297" Type="http://schemas.openxmlformats.org/officeDocument/2006/relationships/image" Target="../media/image1614.png"/><Relationship Id="rId40" Type="http://schemas.openxmlformats.org/officeDocument/2006/relationships/customXml" Target="../ink/ink1498.xml"/><Relationship Id="rId115" Type="http://schemas.openxmlformats.org/officeDocument/2006/relationships/image" Target="../media/image1524.png"/><Relationship Id="rId136" Type="http://schemas.openxmlformats.org/officeDocument/2006/relationships/customXml" Target="../ink/ink1546.xml"/><Relationship Id="rId157" Type="http://schemas.openxmlformats.org/officeDocument/2006/relationships/image" Target="../media/image1545.png"/><Relationship Id="rId178" Type="http://schemas.openxmlformats.org/officeDocument/2006/relationships/customXml" Target="../ink/ink1567.xml"/><Relationship Id="rId301" Type="http://schemas.openxmlformats.org/officeDocument/2006/relationships/image" Target="../media/image1616.png"/><Relationship Id="rId322" Type="http://schemas.openxmlformats.org/officeDocument/2006/relationships/customXml" Target="../ink/ink1639.xml"/><Relationship Id="rId343" Type="http://schemas.openxmlformats.org/officeDocument/2006/relationships/customXml" Target="../ink/ink1650.xml"/><Relationship Id="rId364" Type="http://schemas.openxmlformats.org/officeDocument/2006/relationships/image" Target="../media/image1647.png"/><Relationship Id="rId61" Type="http://schemas.openxmlformats.org/officeDocument/2006/relationships/image" Target="../media/image1497.png"/><Relationship Id="rId82" Type="http://schemas.openxmlformats.org/officeDocument/2006/relationships/customXml" Target="../ink/ink1519.xml"/><Relationship Id="rId199" Type="http://schemas.openxmlformats.org/officeDocument/2006/relationships/image" Target="../media/image1566.png"/><Relationship Id="rId203" Type="http://schemas.openxmlformats.org/officeDocument/2006/relationships/image" Target="../media/image1568.png"/><Relationship Id="rId385" Type="http://schemas.openxmlformats.org/officeDocument/2006/relationships/image" Target="../media/image1657.png"/><Relationship Id="rId19" Type="http://schemas.openxmlformats.org/officeDocument/2006/relationships/image" Target="../media/image1476.png"/><Relationship Id="rId224" Type="http://schemas.openxmlformats.org/officeDocument/2006/relationships/customXml" Target="../ink/ink1590.xml"/><Relationship Id="rId245" Type="http://schemas.openxmlformats.org/officeDocument/2006/relationships/image" Target="../media/image1588.png"/><Relationship Id="rId266" Type="http://schemas.openxmlformats.org/officeDocument/2006/relationships/customXml" Target="../ink/ink1611.xml"/><Relationship Id="rId287" Type="http://schemas.openxmlformats.org/officeDocument/2006/relationships/image" Target="../media/image1609.png"/><Relationship Id="rId410" Type="http://schemas.openxmlformats.org/officeDocument/2006/relationships/customXml" Target="../ink/ink1684.xml"/><Relationship Id="rId30" Type="http://schemas.openxmlformats.org/officeDocument/2006/relationships/customXml" Target="../ink/ink1493.xml"/><Relationship Id="rId105" Type="http://schemas.openxmlformats.org/officeDocument/2006/relationships/image" Target="../media/image1519.png"/><Relationship Id="rId126" Type="http://schemas.openxmlformats.org/officeDocument/2006/relationships/customXml" Target="../ink/ink1541.xml"/><Relationship Id="rId147" Type="http://schemas.openxmlformats.org/officeDocument/2006/relationships/image" Target="../media/image1540.png"/><Relationship Id="rId168" Type="http://schemas.openxmlformats.org/officeDocument/2006/relationships/customXml" Target="../ink/ink1562.xml"/><Relationship Id="rId312" Type="http://schemas.openxmlformats.org/officeDocument/2006/relationships/customXml" Target="../ink/ink1634.xml"/><Relationship Id="rId333" Type="http://schemas.openxmlformats.org/officeDocument/2006/relationships/customXml" Target="../ink/ink1645.xml"/><Relationship Id="rId354" Type="http://schemas.openxmlformats.org/officeDocument/2006/relationships/image" Target="../media/image1642.png"/><Relationship Id="rId51" Type="http://schemas.openxmlformats.org/officeDocument/2006/relationships/image" Target="../media/image1492.png"/><Relationship Id="rId72" Type="http://schemas.openxmlformats.org/officeDocument/2006/relationships/customXml" Target="../ink/ink1514.xml"/><Relationship Id="rId93" Type="http://schemas.openxmlformats.org/officeDocument/2006/relationships/image" Target="../media/image1513.png"/><Relationship Id="rId189" Type="http://schemas.openxmlformats.org/officeDocument/2006/relationships/image" Target="../media/image1561.png"/><Relationship Id="rId375" Type="http://schemas.openxmlformats.org/officeDocument/2006/relationships/image" Target="../media/image1652.png"/><Relationship Id="rId396" Type="http://schemas.openxmlformats.org/officeDocument/2006/relationships/customXml" Target="../ink/ink1677.xml"/><Relationship Id="rId3" Type="http://schemas.openxmlformats.org/officeDocument/2006/relationships/image" Target="../media/image1468.png"/><Relationship Id="rId214" Type="http://schemas.openxmlformats.org/officeDocument/2006/relationships/customXml" Target="../ink/ink1585.xml"/><Relationship Id="rId235" Type="http://schemas.openxmlformats.org/officeDocument/2006/relationships/image" Target="../media/image1583.png"/><Relationship Id="rId256" Type="http://schemas.openxmlformats.org/officeDocument/2006/relationships/customXml" Target="../ink/ink1606.xml"/><Relationship Id="rId277" Type="http://schemas.openxmlformats.org/officeDocument/2006/relationships/image" Target="../media/image1604.png"/><Relationship Id="rId298" Type="http://schemas.openxmlformats.org/officeDocument/2006/relationships/customXml" Target="../ink/ink1627.xml"/><Relationship Id="rId400" Type="http://schemas.openxmlformats.org/officeDocument/2006/relationships/customXml" Target="../ink/ink1679.xml"/><Relationship Id="rId116" Type="http://schemas.openxmlformats.org/officeDocument/2006/relationships/customXml" Target="../ink/ink1536.xml"/><Relationship Id="rId137" Type="http://schemas.openxmlformats.org/officeDocument/2006/relationships/image" Target="../media/image1535.png"/><Relationship Id="rId158" Type="http://schemas.openxmlformats.org/officeDocument/2006/relationships/customXml" Target="../ink/ink1557.xml"/><Relationship Id="rId302" Type="http://schemas.openxmlformats.org/officeDocument/2006/relationships/customXml" Target="../ink/ink1629.xml"/><Relationship Id="rId323" Type="http://schemas.openxmlformats.org/officeDocument/2006/relationships/image" Target="../media/image1627.png"/><Relationship Id="rId344" Type="http://schemas.openxmlformats.org/officeDocument/2006/relationships/image" Target="../media/image1637.png"/><Relationship Id="rId20" Type="http://schemas.openxmlformats.org/officeDocument/2006/relationships/customXml" Target="../ink/ink1488.xml"/><Relationship Id="rId41" Type="http://schemas.openxmlformats.org/officeDocument/2006/relationships/image" Target="../media/image1487.png"/><Relationship Id="rId62" Type="http://schemas.openxmlformats.org/officeDocument/2006/relationships/customXml" Target="../ink/ink1509.xml"/><Relationship Id="rId83" Type="http://schemas.openxmlformats.org/officeDocument/2006/relationships/image" Target="../media/image1508.png"/><Relationship Id="rId179" Type="http://schemas.openxmlformats.org/officeDocument/2006/relationships/image" Target="../media/image1556.png"/><Relationship Id="rId365" Type="http://schemas.openxmlformats.org/officeDocument/2006/relationships/customXml" Target="../ink/ink1661.xml"/><Relationship Id="rId386" Type="http://schemas.openxmlformats.org/officeDocument/2006/relationships/customXml" Target="../ink/ink1672.xml"/><Relationship Id="rId190" Type="http://schemas.openxmlformats.org/officeDocument/2006/relationships/customXml" Target="../ink/ink1573.xml"/><Relationship Id="rId204" Type="http://schemas.openxmlformats.org/officeDocument/2006/relationships/customXml" Target="../ink/ink1580.xml"/><Relationship Id="rId225" Type="http://schemas.openxmlformats.org/officeDocument/2006/relationships/image" Target="../media/image1317.png"/><Relationship Id="rId246" Type="http://schemas.openxmlformats.org/officeDocument/2006/relationships/customXml" Target="../ink/ink1601.xml"/><Relationship Id="rId267" Type="http://schemas.openxmlformats.org/officeDocument/2006/relationships/image" Target="../media/image1599.png"/><Relationship Id="rId288" Type="http://schemas.openxmlformats.org/officeDocument/2006/relationships/customXml" Target="../ink/ink1622.xml"/><Relationship Id="rId106" Type="http://schemas.openxmlformats.org/officeDocument/2006/relationships/customXml" Target="../ink/ink1531.xml"/><Relationship Id="rId127" Type="http://schemas.openxmlformats.org/officeDocument/2006/relationships/image" Target="../media/image1530.png"/><Relationship Id="rId313" Type="http://schemas.openxmlformats.org/officeDocument/2006/relationships/image" Target="../media/image1622.png"/><Relationship Id="rId10" Type="http://schemas.openxmlformats.org/officeDocument/2006/relationships/customXml" Target="../ink/ink1483.xml"/><Relationship Id="rId31" Type="http://schemas.openxmlformats.org/officeDocument/2006/relationships/image" Target="../media/image1482.png"/><Relationship Id="rId52" Type="http://schemas.openxmlformats.org/officeDocument/2006/relationships/customXml" Target="../ink/ink1504.xml"/><Relationship Id="rId73" Type="http://schemas.openxmlformats.org/officeDocument/2006/relationships/image" Target="../media/image1503.png"/><Relationship Id="rId94" Type="http://schemas.openxmlformats.org/officeDocument/2006/relationships/customXml" Target="../ink/ink1525.xml"/><Relationship Id="rId148" Type="http://schemas.openxmlformats.org/officeDocument/2006/relationships/customXml" Target="../ink/ink1552.xml"/><Relationship Id="rId169" Type="http://schemas.openxmlformats.org/officeDocument/2006/relationships/image" Target="../media/image1551.png"/><Relationship Id="rId334" Type="http://schemas.openxmlformats.org/officeDocument/2006/relationships/image" Target="../media/image1632.png"/><Relationship Id="rId355" Type="http://schemas.openxmlformats.org/officeDocument/2006/relationships/customXml" Target="../ink/ink1656.xml"/><Relationship Id="rId376" Type="http://schemas.openxmlformats.org/officeDocument/2006/relationships/customXml" Target="../ink/ink1667.xml"/><Relationship Id="rId397" Type="http://schemas.openxmlformats.org/officeDocument/2006/relationships/image" Target="../media/image1663.png"/><Relationship Id="rId4" Type="http://schemas.openxmlformats.org/officeDocument/2006/relationships/customXml" Target="../ink/ink1480.xml"/><Relationship Id="rId180" Type="http://schemas.openxmlformats.org/officeDocument/2006/relationships/customXml" Target="../ink/ink1568.xml"/><Relationship Id="rId215" Type="http://schemas.openxmlformats.org/officeDocument/2006/relationships/image" Target="../media/image1574.png"/><Relationship Id="rId236" Type="http://schemas.openxmlformats.org/officeDocument/2006/relationships/customXml" Target="../ink/ink1596.xml"/><Relationship Id="rId257" Type="http://schemas.openxmlformats.org/officeDocument/2006/relationships/image" Target="../media/image1594.png"/><Relationship Id="rId278" Type="http://schemas.openxmlformats.org/officeDocument/2006/relationships/customXml" Target="../ink/ink1617.xml"/><Relationship Id="rId401" Type="http://schemas.openxmlformats.org/officeDocument/2006/relationships/image" Target="../media/image1665.png"/><Relationship Id="rId303" Type="http://schemas.openxmlformats.org/officeDocument/2006/relationships/image" Target="../media/image1617.png"/><Relationship Id="rId42" Type="http://schemas.openxmlformats.org/officeDocument/2006/relationships/customXml" Target="../ink/ink1499.xml"/><Relationship Id="rId84" Type="http://schemas.openxmlformats.org/officeDocument/2006/relationships/customXml" Target="../ink/ink1520.xml"/><Relationship Id="rId138" Type="http://schemas.openxmlformats.org/officeDocument/2006/relationships/customXml" Target="../ink/ink1547.xml"/><Relationship Id="rId345" Type="http://schemas.openxmlformats.org/officeDocument/2006/relationships/customXml" Target="../ink/ink1651.xml"/><Relationship Id="rId387" Type="http://schemas.openxmlformats.org/officeDocument/2006/relationships/image" Target="../media/image1658.png"/><Relationship Id="rId191" Type="http://schemas.openxmlformats.org/officeDocument/2006/relationships/image" Target="../media/image1562.png"/><Relationship Id="rId205" Type="http://schemas.openxmlformats.org/officeDocument/2006/relationships/image" Target="../media/image1569.png"/><Relationship Id="rId247" Type="http://schemas.openxmlformats.org/officeDocument/2006/relationships/image" Target="../media/image1589.png"/><Relationship Id="rId107" Type="http://schemas.openxmlformats.org/officeDocument/2006/relationships/image" Target="../media/image1520.png"/><Relationship Id="rId289" Type="http://schemas.openxmlformats.org/officeDocument/2006/relationships/image" Target="../media/image1610.png"/><Relationship Id="rId11" Type="http://schemas.openxmlformats.org/officeDocument/2006/relationships/image" Target="../media/image1472.png"/><Relationship Id="rId53" Type="http://schemas.openxmlformats.org/officeDocument/2006/relationships/image" Target="../media/image1493.png"/><Relationship Id="rId149" Type="http://schemas.openxmlformats.org/officeDocument/2006/relationships/image" Target="../media/image1541.png"/><Relationship Id="rId314" Type="http://schemas.openxmlformats.org/officeDocument/2006/relationships/customXml" Target="../ink/ink1635.xml"/><Relationship Id="rId356" Type="http://schemas.openxmlformats.org/officeDocument/2006/relationships/image" Target="../media/image1643.png"/><Relationship Id="rId398" Type="http://schemas.openxmlformats.org/officeDocument/2006/relationships/customXml" Target="../ink/ink1678.xml"/><Relationship Id="rId95" Type="http://schemas.openxmlformats.org/officeDocument/2006/relationships/image" Target="../media/image1514.png"/><Relationship Id="rId160" Type="http://schemas.openxmlformats.org/officeDocument/2006/relationships/customXml" Target="../ink/ink1558.xml"/><Relationship Id="rId216" Type="http://schemas.openxmlformats.org/officeDocument/2006/relationships/customXml" Target="../ink/ink1586.xml"/><Relationship Id="rId258" Type="http://schemas.openxmlformats.org/officeDocument/2006/relationships/customXml" Target="../ink/ink1607.xml"/><Relationship Id="rId22" Type="http://schemas.openxmlformats.org/officeDocument/2006/relationships/customXml" Target="../ink/ink1489.xml"/><Relationship Id="rId64" Type="http://schemas.openxmlformats.org/officeDocument/2006/relationships/customXml" Target="../ink/ink1510.xml"/><Relationship Id="rId118" Type="http://schemas.openxmlformats.org/officeDocument/2006/relationships/customXml" Target="../ink/ink1537.xml"/><Relationship Id="rId325" Type="http://schemas.openxmlformats.org/officeDocument/2006/relationships/image" Target="../media/image1628.png"/><Relationship Id="rId367" Type="http://schemas.openxmlformats.org/officeDocument/2006/relationships/customXml" Target="../ink/ink1662.xml"/><Relationship Id="rId171" Type="http://schemas.openxmlformats.org/officeDocument/2006/relationships/image" Target="../media/image1552.png"/><Relationship Id="rId227" Type="http://schemas.openxmlformats.org/officeDocument/2006/relationships/image" Target="../media/image1579.png"/><Relationship Id="rId269" Type="http://schemas.openxmlformats.org/officeDocument/2006/relationships/image" Target="../media/image1600.png"/><Relationship Id="rId33" Type="http://schemas.openxmlformats.org/officeDocument/2006/relationships/image" Target="../media/image1483.png"/><Relationship Id="rId129" Type="http://schemas.openxmlformats.org/officeDocument/2006/relationships/image" Target="../media/image1531.png"/><Relationship Id="rId280" Type="http://schemas.openxmlformats.org/officeDocument/2006/relationships/customXml" Target="../ink/ink1618.xml"/><Relationship Id="rId336" Type="http://schemas.openxmlformats.org/officeDocument/2006/relationships/image" Target="../media/image1633.png"/><Relationship Id="rId75" Type="http://schemas.openxmlformats.org/officeDocument/2006/relationships/image" Target="../media/image1504.png"/><Relationship Id="rId140" Type="http://schemas.openxmlformats.org/officeDocument/2006/relationships/customXml" Target="../ink/ink1548.xml"/><Relationship Id="rId182" Type="http://schemas.openxmlformats.org/officeDocument/2006/relationships/customXml" Target="../ink/ink1569.xml"/><Relationship Id="rId378" Type="http://schemas.openxmlformats.org/officeDocument/2006/relationships/customXml" Target="../ink/ink1668.xml"/><Relationship Id="rId403" Type="http://schemas.openxmlformats.org/officeDocument/2006/relationships/image" Target="../media/image1666.png"/><Relationship Id="rId6" Type="http://schemas.openxmlformats.org/officeDocument/2006/relationships/customXml" Target="../ink/ink1481.xml"/><Relationship Id="rId238" Type="http://schemas.openxmlformats.org/officeDocument/2006/relationships/customXml" Target="../ink/ink1597.xml"/><Relationship Id="rId291" Type="http://schemas.openxmlformats.org/officeDocument/2006/relationships/image" Target="../media/image1611.png"/><Relationship Id="rId305" Type="http://schemas.openxmlformats.org/officeDocument/2006/relationships/image" Target="../media/image1618.png"/><Relationship Id="rId347" Type="http://schemas.openxmlformats.org/officeDocument/2006/relationships/customXml" Target="../ink/ink1652.xml"/><Relationship Id="rId44" Type="http://schemas.openxmlformats.org/officeDocument/2006/relationships/customXml" Target="../ink/ink1500.xml"/><Relationship Id="rId86" Type="http://schemas.openxmlformats.org/officeDocument/2006/relationships/customXml" Target="../ink/ink1521.xml"/><Relationship Id="rId151" Type="http://schemas.openxmlformats.org/officeDocument/2006/relationships/image" Target="../media/image1542.png"/><Relationship Id="rId389" Type="http://schemas.openxmlformats.org/officeDocument/2006/relationships/image" Target="../media/image1659.png"/><Relationship Id="rId193" Type="http://schemas.openxmlformats.org/officeDocument/2006/relationships/image" Target="../media/image1563.png"/><Relationship Id="rId207" Type="http://schemas.openxmlformats.org/officeDocument/2006/relationships/image" Target="../media/image1570.png"/><Relationship Id="rId249" Type="http://schemas.openxmlformats.org/officeDocument/2006/relationships/image" Target="../media/image1590.png"/><Relationship Id="rId13" Type="http://schemas.openxmlformats.org/officeDocument/2006/relationships/image" Target="../media/image1473.png"/><Relationship Id="rId109" Type="http://schemas.openxmlformats.org/officeDocument/2006/relationships/image" Target="../media/image1521.png"/><Relationship Id="rId260" Type="http://schemas.openxmlformats.org/officeDocument/2006/relationships/customXml" Target="../ink/ink1608.xml"/><Relationship Id="rId316" Type="http://schemas.openxmlformats.org/officeDocument/2006/relationships/customXml" Target="../ink/ink1636.xml"/><Relationship Id="rId55" Type="http://schemas.openxmlformats.org/officeDocument/2006/relationships/image" Target="../media/image1494.png"/><Relationship Id="rId97" Type="http://schemas.openxmlformats.org/officeDocument/2006/relationships/image" Target="../media/image1515.png"/><Relationship Id="rId120" Type="http://schemas.openxmlformats.org/officeDocument/2006/relationships/customXml" Target="../ink/ink1538.xml"/><Relationship Id="rId358" Type="http://schemas.openxmlformats.org/officeDocument/2006/relationships/image" Target="../media/image1644.png"/><Relationship Id="rId162" Type="http://schemas.openxmlformats.org/officeDocument/2006/relationships/customXml" Target="../ink/ink1559.xml"/><Relationship Id="rId218" Type="http://schemas.openxmlformats.org/officeDocument/2006/relationships/customXml" Target="../ink/ink1587.xml"/><Relationship Id="rId271" Type="http://schemas.openxmlformats.org/officeDocument/2006/relationships/image" Target="../media/image1601.png"/><Relationship Id="rId24" Type="http://schemas.openxmlformats.org/officeDocument/2006/relationships/customXml" Target="../ink/ink1490.xml"/><Relationship Id="rId66" Type="http://schemas.openxmlformats.org/officeDocument/2006/relationships/customXml" Target="../ink/ink1511.xml"/><Relationship Id="rId131" Type="http://schemas.openxmlformats.org/officeDocument/2006/relationships/image" Target="../media/image1532.png"/><Relationship Id="rId327" Type="http://schemas.openxmlformats.org/officeDocument/2006/relationships/image" Target="../media/image1629.png"/><Relationship Id="rId369" Type="http://schemas.openxmlformats.org/officeDocument/2006/relationships/customXml" Target="../ink/ink1663.xml"/><Relationship Id="rId173" Type="http://schemas.openxmlformats.org/officeDocument/2006/relationships/image" Target="../media/image1553.png"/><Relationship Id="rId229" Type="http://schemas.openxmlformats.org/officeDocument/2006/relationships/image" Target="../media/image1580.png"/><Relationship Id="rId380" Type="http://schemas.openxmlformats.org/officeDocument/2006/relationships/customXml" Target="../ink/ink1669.xml"/><Relationship Id="rId240" Type="http://schemas.openxmlformats.org/officeDocument/2006/relationships/customXml" Target="../ink/ink1598.xml"/><Relationship Id="rId35" Type="http://schemas.openxmlformats.org/officeDocument/2006/relationships/image" Target="../media/image1484.png"/><Relationship Id="rId77" Type="http://schemas.openxmlformats.org/officeDocument/2006/relationships/image" Target="../media/image1505.png"/><Relationship Id="rId100" Type="http://schemas.openxmlformats.org/officeDocument/2006/relationships/customXml" Target="../ink/ink1528.xml"/><Relationship Id="rId282" Type="http://schemas.openxmlformats.org/officeDocument/2006/relationships/customXml" Target="../ink/ink1619.xml"/><Relationship Id="rId338" Type="http://schemas.openxmlformats.org/officeDocument/2006/relationships/image" Target="../media/image1634.png"/><Relationship Id="rId8" Type="http://schemas.openxmlformats.org/officeDocument/2006/relationships/customXml" Target="../ink/ink1482.xml"/><Relationship Id="rId142" Type="http://schemas.openxmlformats.org/officeDocument/2006/relationships/customXml" Target="../ink/ink1549.xml"/><Relationship Id="rId184" Type="http://schemas.openxmlformats.org/officeDocument/2006/relationships/customXml" Target="../ink/ink1570.xml"/><Relationship Id="rId391" Type="http://schemas.openxmlformats.org/officeDocument/2006/relationships/image" Target="../media/image1660.png"/><Relationship Id="rId405" Type="http://schemas.openxmlformats.org/officeDocument/2006/relationships/image" Target="../media/image1667.png"/><Relationship Id="rId251" Type="http://schemas.openxmlformats.org/officeDocument/2006/relationships/image" Target="../media/image1591.png"/><Relationship Id="rId46" Type="http://schemas.openxmlformats.org/officeDocument/2006/relationships/customXml" Target="../ink/ink1501.xml"/><Relationship Id="rId293" Type="http://schemas.openxmlformats.org/officeDocument/2006/relationships/image" Target="../media/image1612.png"/><Relationship Id="rId307" Type="http://schemas.openxmlformats.org/officeDocument/2006/relationships/image" Target="../media/image1619.png"/><Relationship Id="rId349" Type="http://schemas.openxmlformats.org/officeDocument/2006/relationships/customXml" Target="../ink/ink1653.xml"/><Relationship Id="rId88" Type="http://schemas.openxmlformats.org/officeDocument/2006/relationships/customXml" Target="../ink/ink1522.xml"/><Relationship Id="rId111" Type="http://schemas.openxmlformats.org/officeDocument/2006/relationships/image" Target="../media/image1522.png"/><Relationship Id="rId153" Type="http://schemas.openxmlformats.org/officeDocument/2006/relationships/image" Target="../media/image1543.png"/><Relationship Id="rId195" Type="http://schemas.openxmlformats.org/officeDocument/2006/relationships/image" Target="../media/image1564.png"/><Relationship Id="rId209" Type="http://schemas.openxmlformats.org/officeDocument/2006/relationships/image" Target="../media/image1571.png"/><Relationship Id="rId360" Type="http://schemas.openxmlformats.org/officeDocument/2006/relationships/image" Target="../media/image1645.png"/><Relationship Id="rId220" Type="http://schemas.openxmlformats.org/officeDocument/2006/relationships/customXml" Target="../ink/ink1588.xml"/><Relationship Id="rId15" Type="http://schemas.openxmlformats.org/officeDocument/2006/relationships/image" Target="../media/image1474.png"/><Relationship Id="rId57" Type="http://schemas.openxmlformats.org/officeDocument/2006/relationships/image" Target="../media/image1495.png"/><Relationship Id="rId262" Type="http://schemas.openxmlformats.org/officeDocument/2006/relationships/customXml" Target="../ink/ink1609.xml"/><Relationship Id="rId318" Type="http://schemas.openxmlformats.org/officeDocument/2006/relationships/customXml" Target="../ink/ink1637.xml"/><Relationship Id="rId99" Type="http://schemas.openxmlformats.org/officeDocument/2006/relationships/image" Target="../media/image1516.png"/><Relationship Id="rId122" Type="http://schemas.openxmlformats.org/officeDocument/2006/relationships/customXml" Target="../ink/ink1539.xml"/><Relationship Id="rId164" Type="http://schemas.openxmlformats.org/officeDocument/2006/relationships/customXml" Target="../ink/ink1560.xml"/><Relationship Id="rId371" Type="http://schemas.openxmlformats.org/officeDocument/2006/relationships/customXml" Target="../ink/ink1664.xml"/><Relationship Id="rId26" Type="http://schemas.openxmlformats.org/officeDocument/2006/relationships/customXml" Target="../ink/ink1491.xml"/><Relationship Id="rId231" Type="http://schemas.openxmlformats.org/officeDocument/2006/relationships/image" Target="../media/image1581.png"/><Relationship Id="rId273" Type="http://schemas.openxmlformats.org/officeDocument/2006/relationships/image" Target="../media/image1602.png"/><Relationship Id="rId329" Type="http://schemas.openxmlformats.org/officeDocument/2006/relationships/image" Target="../media/image1630.png"/><Relationship Id="rId68" Type="http://schemas.openxmlformats.org/officeDocument/2006/relationships/customXml" Target="../ink/ink1512.xml"/><Relationship Id="rId133" Type="http://schemas.openxmlformats.org/officeDocument/2006/relationships/image" Target="../media/image1533.png"/><Relationship Id="rId175" Type="http://schemas.openxmlformats.org/officeDocument/2006/relationships/image" Target="../media/image1554.png"/><Relationship Id="rId340" Type="http://schemas.openxmlformats.org/officeDocument/2006/relationships/image" Target="../media/image1635.png"/><Relationship Id="rId200" Type="http://schemas.openxmlformats.org/officeDocument/2006/relationships/customXml" Target="../ink/ink1578.xml"/><Relationship Id="rId382" Type="http://schemas.openxmlformats.org/officeDocument/2006/relationships/customXml" Target="../ink/ink1670.xml"/><Relationship Id="rId242" Type="http://schemas.openxmlformats.org/officeDocument/2006/relationships/customXml" Target="../ink/ink1599.xml"/><Relationship Id="rId284" Type="http://schemas.openxmlformats.org/officeDocument/2006/relationships/customXml" Target="../ink/ink1620.xml"/><Relationship Id="rId37" Type="http://schemas.openxmlformats.org/officeDocument/2006/relationships/image" Target="../media/image1485.png"/><Relationship Id="rId79" Type="http://schemas.openxmlformats.org/officeDocument/2006/relationships/image" Target="../media/image1506.png"/><Relationship Id="rId102" Type="http://schemas.openxmlformats.org/officeDocument/2006/relationships/customXml" Target="../ink/ink1529.xml"/><Relationship Id="rId144" Type="http://schemas.openxmlformats.org/officeDocument/2006/relationships/customXml" Target="../ink/ink1550.xml"/><Relationship Id="rId90" Type="http://schemas.openxmlformats.org/officeDocument/2006/relationships/customXml" Target="../ink/ink1523.xml"/><Relationship Id="rId186" Type="http://schemas.openxmlformats.org/officeDocument/2006/relationships/customXml" Target="../ink/ink1571.xml"/><Relationship Id="rId351" Type="http://schemas.openxmlformats.org/officeDocument/2006/relationships/customXml" Target="../ink/ink1654.xml"/><Relationship Id="rId393" Type="http://schemas.openxmlformats.org/officeDocument/2006/relationships/image" Target="../media/image1661.png"/><Relationship Id="rId407" Type="http://schemas.openxmlformats.org/officeDocument/2006/relationships/image" Target="../media/image1668.png"/><Relationship Id="rId211" Type="http://schemas.openxmlformats.org/officeDocument/2006/relationships/image" Target="../media/image1572.png"/><Relationship Id="rId253" Type="http://schemas.openxmlformats.org/officeDocument/2006/relationships/image" Target="../media/image1592.png"/><Relationship Id="rId295" Type="http://schemas.openxmlformats.org/officeDocument/2006/relationships/image" Target="../media/image1613.png"/><Relationship Id="rId309" Type="http://schemas.openxmlformats.org/officeDocument/2006/relationships/image" Target="../media/image1620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25.png"/><Relationship Id="rId21" Type="http://schemas.openxmlformats.org/officeDocument/2006/relationships/image" Target="../media/image1679.png"/><Relationship Id="rId63" Type="http://schemas.openxmlformats.org/officeDocument/2006/relationships/image" Target="../media/image1699.png"/><Relationship Id="rId159" Type="http://schemas.openxmlformats.org/officeDocument/2006/relationships/image" Target="../media/image1746.png"/><Relationship Id="rId170" Type="http://schemas.openxmlformats.org/officeDocument/2006/relationships/customXml" Target="../ink/ink1769.xml"/><Relationship Id="rId226" Type="http://schemas.openxmlformats.org/officeDocument/2006/relationships/customXml" Target="../ink/ink1796.xml"/><Relationship Id="rId268" Type="http://schemas.openxmlformats.org/officeDocument/2006/relationships/customXml" Target="../ink/ink1817.xml"/><Relationship Id="rId32" Type="http://schemas.openxmlformats.org/officeDocument/2006/relationships/customXml" Target="../ink/ink1700.xml"/><Relationship Id="rId74" Type="http://schemas.openxmlformats.org/officeDocument/2006/relationships/customXml" Target="../ink/ink1721.xml"/><Relationship Id="rId128" Type="http://schemas.openxmlformats.org/officeDocument/2006/relationships/customXml" Target="../ink/ink1748.xml"/><Relationship Id="rId5" Type="http://schemas.openxmlformats.org/officeDocument/2006/relationships/image" Target="../media/image1671.png"/><Relationship Id="rId181" Type="http://schemas.openxmlformats.org/officeDocument/2006/relationships/image" Target="../media/image1757.png"/><Relationship Id="rId237" Type="http://schemas.openxmlformats.org/officeDocument/2006/relationships/image" Target="../media/image1786.png"/><Relationship Id="rId279" Type="http://schemas.openxmlformats.org/officeDocument/2006/relationships/image" Target="../media/image1806.png"/><Relationship Id="rId43" Type="http://schemas.openxmlformats.org/officeDocument/2006/relationships/image" Target="../media/image1690.png"/><Relationship Id="rId139" Type="http://schemas.openxmlformats.org/officeDocument/2006/relationships/image" Target="../media/image1736.png"/><Relationship Id="rId85" Type="http://schemas.openxmlformats.org/officeDocument/2006/relationships/image" Target="../media/image1710.png"/><Relationship Id="rId150" Type="http://schemas.openxmlformats.org/officeDocument/2006/relationships/customXml" Target="../ink/ink1759.xml"/><Relationship Id="rId192" Type="http://schemas.openxmlformats.org/officeDocument/2006/relationships/customXml" Target="../ink/ink1779.xml"/><Relationship Id="rId206" Type="http://schemas.openxmlformats.org/officeDocument/2006/relationships/customXml" Target="../ink/ink1786.xml"/><Relationship Id="rId248" Type="http://schemas.openxmlformats.org/officeDocument/2006/relationships/customXml" Target="../ink/ink1807.xml"/><Relationship Id="rId269" Type="http://schemas.openxmlformats.org/officeDocument/2006/relationships/image" Target="../media/image1802.png"/><Relationship Id="rId12" Type="http://schemas.openxmlformats.org/officeDocument/2006/relationships/customXml" Target="../ink/ink1690.xml"/><Relationship Id="rId33" Type="http://schemas.openxmlformats.org/officeDocument/2006/relationships/image" Target="../media/image1685.png"/><Relationship Id="rId108" Type="http://schemas.openxmlformats.org/officeDocument/2006/relationships/customXml" Target="../ink/ink1738.xml"/><Relationship Id="rId129" Type="http://schemas.openxmlformats.org/officeDocument/2006/relationships/image" Target="../media/image1731.png"/><Relationship Id="rId280" Type="http://schemas.openxmlformats.org/officeDocument/2006/relationships/customXml" Target="../ink/ink1823.xml"/><Relationship Id="rId54" Type="http://schemas.openxmlformats.org/officeDocument/2006/relationships/customXml" Target="../ink/ink1711.xml"/><Relationship Id="rId75" Type="http://schemas.openxmlformats.org/officeDocument/2006/relationships/image" Target="../media/image1705.png"/><Relationship Id="rId96" Type="http://schemas.openxmlformats.org/officeDocument/2006/relationships/customXml" Target="../ink/ink1732.xml"/><Relationship Id="rId140" Type="http://schemas.openxmlformats.org/officeDocument/2006/relationships/customXml" Target="../ink/ink1754.xml"/><Relationship Id="rId161" Type="http://schemas.openxmlformats.org/officeDocument/2006/relationships/image" Target="../media/image1747.png"/><Relationship Id="rId182" Type="http://schemas.openxmlformats.org/officeDocument/2006/relationships/customXml" Target="../ink/ink1775.xml"/><Relationship Id="rId217" Type="http://schemas.openxmlformats.org/officeDocument/2006/relationships/image" Target="../media/image1776.png"/><Relationship Id="rId6" Type="http://schemas.openxmlformats.org/officeDocument/2006/relationships/customXml" Target="../ink/ink1687.xml"/><Relationship Id="rId238" Type="http://schemas.openxmlformats.org/officeDocument/2006/relationships/customXml" Target="../ink/ink1802.xml"/><Relationship Id="rId259" Type="http://schemas.openxmlformats.org/officeDocument/2006/relationships/image" Target="../media/image1797.png"/><Relationship Id="rId23" Type="http://schemas.openxmlformats.org/officeDocument/2006/relationships/image" Target="../media/image1680.png"/><Relationship Id="rId119" Type="http://schemas.openxmlformats.org/officeDocument/2006/relationships/image" Target="../media/image1726.png"/><Relationship Id="rId270" Type="http://schemas.openxmlformats.org/officeDocument/2006/relationships/customXml" Target="../ink/ink1818.xml"/><Relationship Id="rId44" Type="http://schemas.openxmlformats.org/officeDocument/2006/relationships/customXml" Target="../ink/ink1706.xml"/><Relationship Id="rId65" Type="http://schemas.openxmlformats.org/officeDocument/2006/relationships/image" Target="../media/image1700.png"/><Relationship Id="rId86" Type="http://schemas.openxmlformats.org/officeDocument/2006/relationships/customXml" Target="../ink/ink1727.xml"/><Relationship Id="rId130" Type="http://schemas.openxmlformats.org/officeDocument/2006/relationships/customXml" Target="../ink/ink1749.xml"/><Relationship Id="rId151" Type="http://schemas.openxmlformats.org/officeDocument/2006/relationships/image" Target="../media/image1742.png"/><Relationship Id="rId172" Type="http://schemas.openxmlformats.org/officeDocument/2006/relationships/customXml" Target="../ink/ink1770.xml"/><Relationship Id="rId193" Type="http://schemas.openxmlformats.org/officeDocument/2006/relationships/image" Target="../media/image1764.png"/><Relationship Id="rId207" Type="http://schemas.openxmlformats.org/officeDocument/2006/relationships/image" Target="../media/image1771.png"/><Relationship Id="rId228" Type="http://schemas.openxmlformats.org/officeDocument/2006/relationships/customXml" Target="../ink/ink1797.xml"/><Relationship Id="rId249" Type="http://schemas.openxmlformats.org/officeDocument/2006/relationships/image" Target="../media/image1792.png"/><Relationship Id="rId13" Type="http://schemas.openxmlformats.org/officeDocument/2006/relationships/image" Target="../media/image1675.png"/><Relationship Id="rId109" Type="http://schemas.openxmlformats.org/officeDocument/2006/relationships/image" Target="../media/image1721.png"/><Relationship Id="rId260" Type="http://schemas.openxmlformats.org/officeDocument/2006/relationships/customXml" Target="../ink/ink1813.xml"/><Relationship Id="rId281" Type="http://schemas.openxmlformats.org/officeDocument/2006/relationships/image" Target="../media/image1807.png"/><Relationship Id="rId34" Type="http://schemas.openxmlformats.org/officeDocument/2006/relationships/customXml" Target="../ink/ink1701.xml"/><Relationship Id="rId55" Type="http://schemas.openxmlformats.org/officeDocument/2006/relationships/image" Target="../media/image1695.png"/><Relationship Id="rId76" Type="http://schemas.openxmlformats.org/officeDocument/2006/relationships/customXml" Target="../ink/ink1722.xml"/><Relationship Id="rId97" Type="http://schemas.openxmlformats.org/officeDocument/2006/relationships/image" Target="../media/image1715.png"/><Relationship Id="rId120" Type="http://schemas.openxmlformats.org/officeDocument/2006/relationships/customXml" Target="../ink/ink1744.xml"/><Relationship Id="rId141" Type="http://schemas.openxmlformats.org/officeDocument/2006/relationships/image" Target="../media/image1737.png"/><Relationship Id="rId7" Type="http://schemas.openxmlformats.org/officeDocument/2006/relationships/image" Target="../media/image1672.png"/><Relationship Id="rId162" Type="http://schemas.openxmlformats.org/officeDocument/2006/relationships/customXml" Target="../ink/ink1765.xml"/><Relationship Id="rId183" Type="http://schemas.openxmlformats.org/officeDocument/2006/relationships/image" Target="../media/image1758.png"/><Relationship Id="rId218" Type="http://schemas.openxmlformats.org/officeDocument/2006/relationships/customXml" Target="../ink/ink1792.xml"/><Relationship Id="rId239" Type="http://schemas.openxmlformats.org/officeDocument/2006/relationships/image" Target="../media/image1787.png"/><Relationship Id="rId250" Type="http://schemas.openxmlformats.org/officeDocument/2006/relationships/customXml" Target="../ink/ink1808.xml"/><Relationship Id="rId271" Type="http://schemas.openxmlformats.org/officeDocument/2006/relationships/image" Target="../media/image1803.png"/><Relationship Id="rId24" Type="http://schemas.openxmlformats.org/officeDocument/2006/relationships/customXml" Target="../ink/ink1696.xml"/><Relationship Id="rId45" Type="http://schemas.openxmlformats.org/officeDocument/2006/relationships/image" Target="../media/image1691.png"/><Relationship Id="rId66" Type="http://schemas.openxmlformats.org/officeDocument/2006/relationships/customXml" Target="../ink/ink1717.xml"/><Relationship Id="rId87" Type="http://schemas.openxmlformats.org/officeDocument/2006/relationships/image" Target="../media/image1711.png"/><Relationship Id="rId110" Type="http://schemas.openxmlformats.org/officeDocument/2006/relationships/customXml" Target="../ink/ink1739.xml"/><Relationship Id="rId131" Type="http://schemas.openxmlformats.org/officeDocument/2006/relationships/image" Target="../media/image1732.png"/><Relationship Id="rId152" Type="http://schemas.openxmlformats.org/officeDocument/2006/relationships/customXml" Target="../ink/ink1760.xml"/><Relationship Id="rId173" Type="http://schemas.openxmlformats.org/officeDocument/2006/relationships/image" Target="../media/image1753.png"/><Relationship Id="rId194" Type="http://schemas.openxmlformats.org/officeDocument/2006/relationships/customXml" Target="../ink/ink1780.xml"/><Relationship Id="rId208" Type="http://schemas.openxmlformats.org/officeDocument/2006/relationships/customXml" Target="../ink/ink1787.xml"/><Relationship Id="rId229" Type="http://schemas.openxmlformats.org/officeDocument/2006/relationships/image" Target="../media/image1782.png"/><Relationship Id="rId240" Type="http://schemas.openxmlformats.org/officeDocument/2006/relationships/customXml" Target="../ink/ink1803.xml"/><Relationship Id="rId261" Type="http://schemas.openxmlformats.org/officeDocument/2006/relationships/image" Target="../media/image1798.png"/><Relationship Id="rId14" Type="http://schemas.openxmlformats.org/officeDocument/2006/relationships/customXml" Target="../ink/ink1691.xml"/><Relationship Id="rId35" Type="http://schemas.openxmlformats.org/officeDocument/2006/relationships/image" Target="../media/image1686.png"/><Relationship Id="rId56" Type="http://schemas.openxmlformats.org/officeDocument/2006/relationships/customXml" Target="../ink/ink1712.xml"/><Relationship Id="rId77" Type="http://schemas.openxmlformats.org/officeDocument/2006/relationships/image" Target="../media/image1706.png"/><Relationship Id="rId100" Type="http://schemas.openxmlformats.org/officeDocument/2006/relationships/customXml" Target="../ink/ink1734.xml"/><Relationship Id="rId282" Type="http://schemas.openxmlformats.org/officeDocument/2006/relationships/customXml" Target="../ink/ink1824.xml"/><Relationship Id="rId8" Type="http://schemas.openxmlformats.org/officeDocument/2006/relationships/customXml" Target="../ink/ink1688.xml"/><Relationship Id="rId98" Type="http://schemas.openxmlformats.org/officeDocument/2006/relationships/customXml" Target="../ink/ink1733.xml"/><Relationship Id="rId121" Type="http://schemas.openxmlformats.org/officeDocument/2006/relationships/image" Target="../media/image1727.png"/><Relationship Id="rId142" Type="http://schemas.openxmlformats.org/officeDocument/2006/relationships/customXml" Target="../ink/ink1755.xml"/><Relationship Id="rId163" Type="http://schemas.openxmlformats.org/officeDocument/2006/relationships/image" Target="../media/image1748.png"/><Relationship Id="rId184" Type="http://schemas.openxmlformats.org/officeDocument/2006/relationships/customXml" Target="../ink/ink1776.xml"/><Relationship Id="rId219" Type="http://schemas.openxmlformats.org/officeDocument/2006/relationships/image" Target="../media/image1777.png"/><Relationship Id="rId230" Type="http://schemas.openxmlformats.org/officeDocument/2006/relationships/customXml" Target="../ink/ink1798.xml"/><Relationship Id="rId251" Type="http://schemas.openxmlformats.org/officeDocument/2006/relationships/image" Target="../media/image1793.png"/><Relationship Id="rId25" Type="http://schemas.openxmlformats.org/officeDocument/2006/relationships/image" Target="../media/image1681.png"/><Relationship Id="rId46" Type="http://schemas.openxmlformats.org/officeDocument/2006/relationships/customXml" Target="../ink/ink1707.xml"/><Relationship Id="rId67" Type="http://schemas.openxmlformats.org/officeDocument/2006/relationships/image" Target="../media/image1701.png"/><Relationship Id="rId272" Type="http://schemas.openxmlformats.org/officeDocument/2006/relationships/customXml" Target="../ink/ink1819.xml"/><Relationship Id="rId88" Type="http://schemas.openxmlformats.org/officeDocument/2006/relationships/customXml" Target="../ink/ink1728.xml"/><Relationship Id="rId111" Type="http://schemas.openxmlformats.org/officeDocument/2006/relationships/image" Target="../media/image1722.png"/><Relationship Id="rId132" Type="http://schemas.openxmlformats.org/officeDocument/2006/relationships/customXml" Target="../ink/ink1750.xml"/><Relationship Id="rId153" Type="http://schemas.openxmlformats.org/officeDocument/2006/relationships/image" Target="../media/image1743.png"/><Relationship Id="rId174" Type="http://schemas.openxmlformats.org/officeDocument/2006/relationships/customXml" Target="../ink/ink1771.xml"/><Relationship Id="rId195" Type="http://schemas.openxmlformats.org/officeDocument/2006/relationships/image" Target="../media/image1765.png"/><Relationship Id="rId209" Type="http://schemas.openxmlformats.org/officeDocument/2006/relationships/image" Target="../media/image1772.png"/><Relationship Id="rId220" Type="http://schemas.openxmlformats.org/officeDocument/2006/relationships/customXml" Target="../ink/ink1793.xml"/><Relationship Id="rId241" Type="http://schemas.openxmlformats.org/officeDocument/2006/relationships/image" Target="../media/image1788.png"/><Relationship Id="rId15" Type="http://schemas.openxmlformats.org/officeDocument/2006/relationships/image" Target="../media/image1676.png"/><Relationship Id="rId36" Type="http://schemas.openxmlformats.org/officeDocument/2006/relationships/customXml" Target="../ink/ink1702.xml"/><Relationship Id="rId57" Type="http://schemas.openxmlformats.org/officeDocument/2006/relationships/image" Target="../media/image1696.png"/><Relationship Id="rId262" Type="http://schemas.openxmlformats.org/officeDocument/2006/relationships/customXml" Target="../ink/ink1814.xml"/><Relationship Id="rId283" Type="http://schemas.openxmlformats.org/officeDocument/2006/relationships/image" Target="../media/image1808.png"/><Relationship Id="rId78" Type="http://schemas.openxmlformats.org/officeDocument/2006/relationships/customXml" Target="../ink/ink1723.xml"/><Relationship Id="rId99" Type="http://schemas.openxmlformats.org/officeDocument/2006/relationships/image" Target="../media/image1716.png"/><Relationship Id="rId101" Type="http://schemas.openxmlformats.org/officeDocument/2006/relationships/image" Target="../media/image1717.png"/><Relationship Id="rId122" Type="http://schemas.openxmlformats.org/officeDocument/2006/relationships/customXml" Target="../ink/ink1745.xml"/><Relationship Id="rId143" Type="http://schemas.openxmlformats.org/officeDocument/2006/relationships/image" Target="../media/image1738.png"/><Relationship Id="rId164" Type="http://schemas.openxmlformats.org/officeDocument/2006/relationships/customXml" Target="../ink/ink1766.xml"/><Relationship Id="rId185" Type="http://schemas.openxmlformats.org/officeDocument/2006/relationships/image" Target="../media/image1759.png"/><Relationship Id="rId9" Type="http://schemas.openxmlformats.org/officeDocument/2006/relationships/image" Target="../media/image1673.png"/><Relationship Id="rId210" Type="http://schemas.openxmlformats.org/officeDocument/2006/relationships/customXml" Target="../ink/ink1788.xml"/><Relationship Id="rId26" Type="http://schemas.openxmlformats.org/officeDocument/2006/relationships/customXml" Target="../ink/ink1697.xml"/><Relationship Id="rId231" Type="http://schemas.openxmlformats.org/officeDocument/2006/relationships/image" Target="../media/image1783.png"/><Relationship Id="rId252" Type="http://schemas.openxmlformats.org/officeDocument/2006/relationships/customXml" Target="../ink/ink1809.xml"/><Relationship Id="rId273" Type="http://schemas.openxmlformats.org/officeDocument/2006/relationships/image" Target="../media/image1804.png"/><Relationship Id="rId47" Type="http://schemas.openxmlformats.org/officeDocument/2006/relationships/image" Target="../media/image1645.png"/><Relationship Id="rId68" Type="http://schemas.openxmlformats.org/officeDocument/2006/relationships/customXml" Target="../ink/ink1718.xml"/><Relationship Id="rId89" Type="http://schemas.openxmlformats.org/officeDocument/2006/relationships/image" Target="../media/image1712.png"/><Relationship Id="rId112" Type="http://schemas.openxmlformats.org/officeDocument/2006/relationships/customXml" Target="../ink/ink1740.xml"/><Relationship Id="rId133" Type="http://schemas.openxmlformats.org/officeDocument/2006/relationships/image" Target="../media/image1733.png"/><Relationship Id="rId154" Type="http://schemas.openxmlformats.org/officeDocument/2006/relationships/customXml" Target="../ink/ink1761.xml"/><Relationship Id="rId175" Type="http://schemas.openxmlformats.org/officeDocument/2006/relationships/image" Target="../media/image1754.png"/><Relationship Id="rId196" Type="http://schemas.openxmlformats.org/officeDocument/2006/relationships/customXml" Target="../ink/ink1781.xml"/><Relationship Id="rId200" Type="http://schemas.openxmlformats.org/officeDocument/2006/relationships/customXml" Target="../ink/ink1783.xml"/><Relationship Id="rId16" Type="http://schemas.openxmlformats.org/officeDocument/2006/relationships/customXml" Target="../ink/ink1692.xml"/><Relationship Id="rId221" Type="http://schemas.openxmlformats.org/officeDocument/2006/relationships/image" Target="../media/image1778.png"/><Relationship Id="rId242" Type="http://schemas.openxmlformats.org/officeDocument/2006/relationships/customXml" Target="../ink/ink1804.xml"/><Relationship Id="rId263" Type="http://schemas.openxmlformats.org/officeDocument/2006/relationships/image" Target="../media/image1799.png"/><Relationship Id="rId284" Type="http://schemas.openxmlformats.org/officeDocument/2006/relationships/customXml" Target="../ink/ink1825.xml"/><Relationship Id="rId37" Type="http://schemas.openxmlformats.org/officeDocument/2006/relationships/image" Target="../media/image1687.png"/><Relationship Id="rId58" Type="http://schemas.openxmlformats.org/officeDocument/2006/relationships/customXml" Target="../ink/ink1713.xml"/><Relationship Id="rId79" Type="http://schemas.openxmlformats.org/officeDocument/2006/relationships/image" Target="../media/image1707.png"/><Relationship Id="rId102" Type="http://schemas.openxmlformats.org/officeDocument/2006/relationships/customXml" Target="../ink/ink1735.xml"/><Relationship Id="rId123" Type="http://schemas.openxmlformats.org/officeDocument/2006/relationships/image" Target="../media/image1728.png"/><Relationship Id="rId144" Type="http://schemas.openxmlformats.org/officeDocument/2006/relationships/customXml" Target="../ink/ink1756.xml"/><Relationship Id="rId90" Type="http://schemas.openxmlformats.org/officeDocument/2006/relationships/customXml" Target="../ink/ink1729.xml"/><Relationship Id="rId165" Type="http://schemas.openxmlformats.org/officeDocument/2006/relationships/image" Target="../media/image1749.png"/><Relationship Id="rId186" Type="http://schemas.openxmlformats.org/officeDocument/2006/relationships/customXml" Target="../ink/ink1777.xml"/><Relationship Id="rId211" Type="http://schemas.openxmlformats.org/officeDocument/2006/relationships/image" Target="../media/image1773.png"/><Relationship Id="rId232" Type="http://schemas.openxmlformats.org/officeDocument/2006/relationships/customXml" Target="../ink/ink1799.xml"/><Relationship Id="rId253" Type="http://schemas.openxmlformats.org/officeDocument/2006/relationships/image" Target="../media/image1794.png"/><Relationship Id="rId274" Type="http://schemas.openxmlformats.org/officeDocument/2006/relationships/customXml" Target="../ink/ink1820.xml"/><Relationship Id="rId27" Type="http://schemas.openxmlformats.org/officeDocument/2006/relationships/image" Target="../media/image1682.png"/><Relationship Id="rId48" Type="http://schemas.openxmlformats.org/officeDocument/2006/relationships/customXml" Target="../ink/ink1708.xml"/><Relationship Id="rId69" Type="http://schemas.openxmlformats.org/officeDocument/2006/relationships/image" Target="../media/image1702.png"/><Relationship Id="rId113" Type="http://schemas.openxmlformats.org/officeDocument/2006/relationships/image" Target="../media/image1723.png"/><Relationship Id="rId134" Type="http://schemas.openxmlformats.org/officeDocument/2006/relationships/customXml" Target="../ink/ink1751.xml"/><Relationship Id="rId80" Type="http://schemas.openxmlformats.org/officeDocument/2006/relationships/customXml" Target="../ink/ink1724.xml"/><Relationship Id="rId155" Type="http://schemas.openxmlformats.org/officeDocument/2006/relationships/image" Target="../media/image1744.png"/><Relationship Id="rId176" Type="http://schemas.openxmlformats.org/officeDocument/2006/relationships/customXml" Target="../ink/ink1772.xml"/><Relationship Id="rId197" Type="http://schemas.openxmlformats.org/officeDocument/2006/relationships/image" Target="../media/image1766.png"/><Relationship Id="rId201" Type="http://schemas.openxmlformats.org/officeDocument/2006/relationships/image" Target="../media/image1768.png"/><Relationship Id="rId222" Type="http://schemas.openxmlformats.org/officeDocument/2006/relationships/customXml" Target="../ink/ink1794.xml"/><Relationship Id="rId243" Type="http://schemas.openxmlformats.org/officeDocument/2006/relationships/image" Target="../media/image1789.png"/><Relationship Id="rId264" Type="http://schemas.openxmlformats.org/officeDocument/2006/relationships/customXml" Target="../ink/ink1815.xml"/><Relationship Id="rId285" Type="http://schemas.openxmlformats.org/officeDocument/2006/relationships/image" Target="../media/image1809.png"/><Relationship Id="rId17" Type="http://schemas.openxmlformats.org/officeDocument/2006/relationships/image" Target="../media/image1677.png"/><Relationship Id="rId38" Type="http://schemas.openxmlformats.org/officeDocument/2006/relationships/customXml" Target="../ink/ink1703.xml"/><Relationship Id="rId59" Type="http://schemas.openxmlformats.org/officeDocument/2006/relationships/image" Target="../media/image1697.png"/><Relationship Id="rId103" Type="http://schemas.openxmlformats.org/officeDocument/2006/relationships/image" Target="../media/image1718.png"/><Relationship Id="rId124" Type="http://schemas.openxmlformats.org/officeDocument/2006/relationships/customXml" Target="../ink/ink1746.xml"/><Relationship Id="rId70" Type="http://schemas.openxmlformats.org/officeDocument/2006/relationships/customXml" Target="../ink/ink1719.xml"/><Relationship Id="rId91" Type="http://schemas.openxmlformats.org/officeDocument/2006/relationships/image" Target="../media/image1713.png"/><Relationship Id="rId145" Type="http://schemas.openxmlformats.org/officeDocument/2006/relationships/image" Target="../media/image1739.png"/><Relationship Id="rId166" Type="http://schemas.openxmlformats.org/officeDocument/2006/relationships/customXml" Target="../ink/ink1767.xml"/><Relationship Id="rId187" Type="http://schemas.openxmlformats.org/officeDocument/2006/relationships/image" Target="../media/image1760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789.xml"/><Relationship Id="rId233" Type="http://schemas.openxmlformats.org/officeDocument/2006/relationships/image" Target="../media/image1784.png"/><Relationship Id="rId254" Type="http://schemas.openxmlformats.org/officeDocument/2006/relationships/customXml" Target="../ink/ink1810.xml"/><Relationship Id="rId28" Type="http://schemas.openxmlformats.org/officeDocument/2006/relationships/customXml" Target="../ink/ink1698.xml"/><Relationship Id="rId49" Type="http://schemas.openxmlformats.org/officeDocument/2006/relationships/image" Target="../media/image1692.png"/><Relationship Id="rId114" Type="http://schemas.openxmlformats.org/officeDocument/2006/relationships/customXml" Target="../ink/ink1741.xml"/><Relationship Id="rId275" Type="http://schemas.openxmlformats.org/officeDocument/2006/relationships/image" Target="../media/image1805.png"/><Relationship Id="rId60" Type="http://schemas.openxmlformats.org/officeDocument/2006/relationships/customXml" Target="../ink/ink1714.xml"/><Relationship Id="rId81" Type="http://schemas.openxmlformats.org/officeDocument/2006/relationships/image" Target="../media/image1708.png"/><Relationship Id="rId135" Type="http://schemas.openxmlformats.org/officeDocument/2006/relationships/image" Target="../media/image1734.png"/><Relationship Id="rId156" Type="http://schemas.openxmlformats.org/officeDocument/2006/relationships/customXml" Target="../ink/ink1762.xml"/><Relationship Id="rId177" Type="http://schemas.openxmlformats.org/officeDocument/2006/relationships/image" Target="../media/image1755.png"/><Relationship Id="rId198" Type="http://schemas.openxmlformats.org/officeDocument/2006/relationships/customXml" Target="../ink/ink1782.xml"/><Relationship Id="rId202" Type="http://schemas.openxmlformats.org/officeDocument/2006/relationships/customXml" Target="../ink/ink1784.xml"/><Relationship Id="rId223" Type="http://schemas.openxmlformats.org/officeDocument/2006/relationships/image" Target="../media/image1779.png"/><Relationship Id="rId244" Type="http://schemas.openxmlformats.org/officeDocument/2006/relationships/customXml" Target="../ink/ink1805.xml"/><Relationship Id="rId18" Type="http://schemas.openxmlformats.org/officeDocument/2006/relationships/customXml" Target="../ink/ink1693.xml"/><Relationship Id="rId39" Type="http://schemas.openxmlformats.org/officeDocument/2006/relationships/image" Target="../media/image1688.png"/><Relationship Id="rId265" Type="http://schemas.openxmlformats.org/officeDocument/2006/relationships/image" Target="../media/image1800.png"/><Relationship Id="rId286" Type="http://schemas.openxmlformats.org/officeDocument/2006/relationships/customXml" Target="../ink/ink1826.xml"/><Relationship Id="rId50" Type="http://schemas.openxmlformats.org/officeDocument/2006/relationships/customXml" Target="../ink/ink1709.xml"/><Relationship Id="rId104" Type="http://schemas.openxmlformats.org/officeDocument/2006/relationships/customXml" Target="../ink/ink1736.xml"/><Relationship Id="rId125" Type="http://schemas.openxmlformats.org/officeDocument/2006/relationships/image" Target="../media/image1729.png"/><Relationship Id="rId146" Type="http://schemas.openxmlformats.org/officeDocument/2006/relationships/customXml" Target="../ink/ink1757.xml"/><Relationship Id="rId167" Type="http://schemas.openxmlformats.org/officeDocument/2006/relationships/image" Target="../media/image1750.png"/><Relationship Id="rId188" Type="http://schemas.openxmlformats.org/officeDocument/2006/relationships/image" Target="../media/image1761.png"/><Relationship Id="rId71" Type="http://schemas.openxmlformats.org/officeDocument/2006/relationships/image" Target="../media/image1703.png"/><Relationship Id="rId92" Type="http://schemas.openxmlformats.org/officeDocument/2006/relationships/customXml" Target="../ink/ink1730.xml"/><Relationship Id="rId213" Type="http://schemas.openxmlformats.org/officeDocument/2006/relationships/image" Target="../media/image1774.png"/><Relationship Id="rId234" Type="http://schemas.openxmlformats.org/officeDocument/2006/relationships/customXml" Target="../ink/ink1800.xml"/><Relationship Id="rId2" Type="http://schemas.openxmlformats.org/officeDocument/2006/relationships/customXml" Target="../ink/ink1685.xml"/><Relationship Id="rId29" Type="http://schemas.openxmlformats.org/officeDocument/2006/relationships/image" Target="../media/image1683.png"/><Relationship Id="rId255" Type="http://schemas.openxmlformats.org/officeDocument/2006/relationships/image" Target="../media/image1795.png"/><Relationship Id="rId276" Type="http://schemas.openxmlformats.org/officeDocument/2006/relationships/customXml" Target="../ink/ink1821.xml"/><Relationship Id="rId40" Type="http://schemas.openxmlformats.org/officeDocument/2006/relationships/customXml" Target="../ink/ink1704.xml"/><Relationship Id="rId115" Type="http://schemas.openxmlformats.org/officeDocument/2006/relationships/image" Target="../media/image1724.png"/><Relationship Id="rId136" Type="http://schemas.openxmlformats.org/officeDocument/2006/relationships/customXml" Target="../ink/ink1752.xml"/><Relationship Id="rId157" Type="http://schemas.openxmlformats.org/officeDocument/2006/relationships/image" Target="../media/image1745.png"/><Relationship Id="rId178" Type="http://schemas.openxmlformats.org/officeDocument/2006/relationships/customXml" Target="../ink/ink1773.xml"/><Relationship Id="rId61" Type="http://schemas.openxmlformats.org/officeDocument/2006/relationships/image" Target="../media/image1698.png"/><Relationship Id="rId82" Type="http://schemas.openxmlformats.org/officeDocument/2006/relationships/customXml" Target="../ink/ink1725.xml"/><Relationship Id="rId199" Type="http://schemas.openxmlformats.org/officeDocument/2006/relationships/image" Target="../media/image1767.png"/><Relationship Id="rId203" Type="http://schemas.openxmlformats.org/officeDocument/2006/relationships/image" Target="../media/image1769.png"/><Relationship Id="rId19" Type="http://schemas.openxmlformats.org/officeDocument/2006/relationships/image" Target="../media/image1678.png"/><Relationship Id="rId224" Type="http://schemas.openxmlformats.org/officeDocument/2006/relationships/customXml" Target="../ink/ink1795.xml"/><Relationship Id="rId245" Type="http://schemas.openxmlformats.org/officeDocument/2006/relationships/image" Target="../media/image1790.png"/><Relationship Id="rId266" Type="http://schemas.openxmlformats.org/officeDocument/2006/relationships/customXml" Target="../ink/ink1816.xml"/><Relationship Id="rId287" Type="http://schemas.openxmlformats.org/officeDocument/2006/relationships/image" Target="../media/image1810.png"/><Relationship Id="rId30" Type="http://schemas.openxmlformats.org/officeDocument/2006/relationships/customXml" Target="../ink/ink1699.xml"/><Relationship Id="rId105" Type="http://schemas.openxmlformats.org/officeDocument/2006/relationships/image" Target="../media/image1719.png"/><Relationship Id="rId126" Type="http://schemas.openxmlformats.org/officeDocument/2006/relationships/customXml" Target="../ink/ink1747.xml"/><Relationship Id="rId147" Type="http://schemas.openxmlformats.org/officeDocument/2006/relationships/image" Target="../media/image1740.png"/><Relationship Id="rId168" Type="http://schemas.openxmlformats.org/officeDocument/2006/relationships/customXml" Target="../ink/ink1768.xml"/><Relationship Id="rId51" Type="http://schemas.openxmlformats.org/officeDocument/2006/relationships/image" Target="../media/image1693.png"/><Relationship Id="rId72" Type="http://schemas.openxmlformats.org/officeDocument/2006/relationships/customXml" Target="../ink/ink1720.xml"/><Relationship Id="rId93" Type="http://schemas.openxmlformats.org/officeDocument/2006/relationships/image" Target="../media/image1714.png"/><Relationship Id="rId189" Type="http://schemas.openxmlformats.org/officeDocument/2006/relationships/image" Target="../media/image1762.png"/><Relationship Id="rId3" Type="http://schemas.openxmlformats.org/officeDocument/2006/relationships/image" Target="../media/image1670.png"/><Relationship Id="rId214" Type="http://schemas.openxmlformats.org/officeDocument/2006/relationships/customXml" Target="../ink/ink1790.xml"/><Relationship Id="rId235" Type="http://schemas.openxmlformats.org/officeDocument/2006/relationships/image" Target="../media/image1785.png"/><Relationship Id="rId256" Type="http://schemas.openxmlformats.org/officeDocument/2006/relationships/customXml" Target="../ink/ink1811.xml"/><Relationship Id="rId277" Type="http://schemas.openxmlformats.org/officeDocument/2006/relationships/image" Target="../media/image1317.png"/><Relationship Id="rId116" Type="http://schemas.openxmlformats.org/officeDocument/2006/relationships/customXml" Target="../ink/ink1742.xml"/><Relationship Id="rId137" Type="http://schemas.openxmlformats.org/officeDocument/2006/relationships/image" Target="../media/image1735.png"/><Relationship Id="rId158" Type="http://schemas.openxmlformats.org/officeDocument/2006/relationships/customXml" Target="../ink/ink1763.xml"/><Relationship Id="rId20" Type="http://schemas.openxmlformats.org/officeDocument/2006/relationships/customXml" Target="../ink/ink1694.xml"/><Relationship Id="rId41" Type="http://schemas.openxmlformats.org/officeDocument/2006/relationships/image" Target="../media/image1689.png"/><Relationship Id="rId62" Type="http://schemas.openxmlformats.org/officeDocument/2006/relationships/customXml" Target="../ink/ink1715.xml"/><Relationship Id="rId83" Type="http://schemas.openxmlformats.org/officeDocument/2006/relationships/image" Target="../media/image1709.png"/><Relationship Id="rId179" Type="http://schemas.openxmlformats.org/officeDocument/2006/relationships/image" Target="../media/image1756.png"/><Relationship Id="rId190" Type="http://schemas.openxmlformats.org/officeDocument/2006/relationships/customXml" Target="../ink/ink1778.xml"/><Relationship Id="rId204" Type="http://schemas.openxmlformats.org/officeDocument/2006/relationships/customXml" Target="../ink/ink1785.xml"/><Relationship Id="rId225" Type="http://schemas.openxmlformats.org/officeDocument/2006/relationships/image" Target="../media/image1780.png"/><Relationship Id="rId246" Type="http://schemas.openxmlformats.org/officeDocument/2006/relationships/customXml" Target="../ink/ink1806.xml"/><Relationship Id="rId267" Type="http://schemas.openxmlformats.org/officeDocument/2006/relationships/image" Target="../media/image1801.png"/><Relationship Id="rId288" Type="http://schemas.openxmlformats.org/officeDocument/2006/relationships/customXml" Target="../ink/ink1827.xml"/><Relationship Id="rId106" Type="http://schemas.openxmlformats.org/officeDocument/2006/relationships/customXml" Target="../ink/ink1737.xml"/><Relationship Id="rId127" Type="http://schemas.openxmlformats.org/officeDocument/2006/relationships/image" Target="../media/image1730.png"/><Relationship Id="rId10" Type="http://schemas.openxmlformats.org/officeDocument/2006/relationships/customXml" Target="../ink/ink1689.xml"/><Relationship Id="rId31" Type="http://schemas.openxmlformats.org/officeDocument/2006/relationships/image" Target="../media/image1684.png"/><Relationship Id="rId52" Type="http://schemas.openxmlformats.org/officeDocument/2006/relationships/customXml" Target="../ink/ink1710.xml"/><Relationship Id="rId73" Type="http://schemas.openxmlformats.org/officeDocument/2006/relationships/image" Target="../media/image1704.png"/><Relationship Id="rId94" Type="http://schemas.openxmlformats.org/officeDocument/2006/relationships/customXml" Target="../ink/ink1731.xml"/><Relationship Id="rId148" Type="http://schemas.openxmlformats.org/officeDocument/2006/relationships/customXml" Target="../ink/ink1758.xml"/><Relationship Id="rId169" Type="http://schemas.openxmlformats.org/officeDocument/2006/relationships/image" Target="../media/image1751.png"/><Relationship Id="rId4" Type="http://schemas.openxmlformats.org/officeDocument/2006/relationships/customXml" Target="../ink/ink1686.xml"/><Relationship Id="rId180" Type="http://schemas.openxmlformats.org/officeDocument/2006/relationships/customXml" Target="../ink/ink1774.xml"/><Relationship Id="rId215" Type="http://schemas.openxmlformats.org/officeDocument/2006/relationships/image" Target="../media/image1775.png"/><Relationship Id="rId236" Type="http://schemas.openxmlformats.org/officeDocument/2006/relationships/customXml" Target="../ink/ink1801.xml"/><Relationship Id="rId257" Type="http://schemas.openxmlformats.org/officeDocument/2006/relationships/image" Target="../media/image1796.png"/><Relationship Id="rId278" Type="http://schemas.openxmlformats.org/officeDocument/2006/relationships/customXml" Target="../ink/ink1822.xml"/><Relationship Id="rId42" Type="http://schemas.openxmlformats.org/officeDocument/2006/relationships/customXml" Target="../ink/ink1705.xml"/><Relationship Id="rId84" Type="http://schemas.openxmlformats.org/officeDocument/2006/relationships/customXml" Target="../ink/ink1726.xml"/><Relationship Id="rId138" Type="http://schemas.openxmlformats.org/officeDocument/2006/relationships/customXml" Target="../ink/ink1753.xml"/><Relationship Id="rId191" Type="http://schemas.openxmlformats.org/officeDocument/2006/relationships/image" Target="../media/image1763.png"/><Relationship Id="rId205" Type="http://schemas.openxmlformats.org/officeDocument/2006/relationships/image" Target="../media/image1770.png"/><Relationship Id="rId247" Type="http://schemas.openxmlformats.org/officeDocument/2006/relationships/image" Target="../media/image1791.png"/><Relationship Id="rId107" Type="http://schemas.openxmlformats.org/officeDocument/2006/relationships/image" Target="../media/image1720.png"/><Relationship Id="rId289" Type="http://schemas.openxmlformats.org/officeDocument/2006/relationships/image" Target="../media/image1811.png"/><Relationship Id="rId11" Type="http://schemas.openxmlformats.org/officeDocument/2006/relationships/image" Target="../media/image1674.png"/><Relationship Id="rId53" Type="http://schemas.openxmlformats.org/officeDocument/2006/relationships/image" Target="../media/image1694.png"/><Relationship Id="rId149" Type="http://schemas.openxmlformats.org/officeDocument/2006/relationships/image" Target="../media/image1741.png"/><Relationship Id="rId95" Type="http://schemas.openxmlformats.org/officeDocument/2006/relationships/image" Target="../media/image1332.png"/><Relationship Id="rId160" Type="http://schemas.openxmlformats.org/officeDocument/2006/relationships/customXml" Target="../ink/ink1764.xml"/><Relationship Id="rId216" Type="http://schemas.openxmlformats.org/officeDocument/2006/relationships/customXml" Target="../ink/ink1791.xml"/><Relationship Id="rId258" Type="http://schemas.openxmlformats.org/officeDocument/2006/relationships/customXml" Target="../ink/ink1812.xml"/><Relationship Id="rId22" Type="http://schemas.openxmlformats.org/officeDocument/2006/relationships/customXml" Target="../ink/ink1695.xml"/><Relationship Id="rId64" Type="http://schemas.openxmlformats.org/officeDocument/2006/relationships/customXml" Target="../ink/ink1716.xml"/><Relationship Id="rId118" Type="http://schemas.openxmlformats.org/officeDocument/2006/relationships/customXml" Target="../ink/ink1743.xml"/><Relationship Id="rId171" Type="http://schemas.openxmlformats.org/officeDocument/2006/relationships/image" Target="../media/image1752.png"/><Relationship Id="rId227" Type="http://schemas.openxmlformats.org/officeDocument/2006/relationships/image" Target="../media/image17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DB46323D-A459-4792-AB76-5289C3C3C1AF}"/>
              </a:ext>
            </a:extLst>
          </p:cNvPr>
          <p:cNvGrpSpPr/>
          <p:nvPr/>
        </p:nvGrpSpPr>
        <p:grpSpPr>
          <a:xfrm>
            <a:off x="1075930" y="493946"/>
            <a:ext cx="1843920" cy="848520"/>
            <a:chOff x="1075930" y="493946"/>
            <a:chExt cx="1843920" cy="84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CC52E85A-715F-4E37-8447-37093727C36A}"/>
                    </a:ext>
                  </a:extLst>
                </p14:cNvPr>
                <p14:cNvContentPartPr/>
                <p14:nvPr/>
              </p14:nvContentPartPr>
              <p14:xfrm>
                <a:off x="1165210" y="493946"/>
                <a:ext cx="257760" cy="84852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CC52E85A-715F-4E37-8447-37093727C36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6570" y="484946"/>
                  <a:ext cx="275400" cy="86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3CAAD108-4912-4026-8365-695D2B1DAC2F}"/>
                    </a:ext>
                  </a:extLst>
                </p14:cNvPr>
                <p14:cNvContentPartPr/>
                <p14:nvPr/>
              </p14:nvContentPartPr>
              <p14:xfrm>
                <a:off x="1075930" y="856826"/>
                <a:ext cx="1261440" cy="44496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3CAAD108-4912-4026-8365-695D2B1DAC2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67290" y="848186"/>
                  <a:ext cx="127908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A36AE4BD-BDDC-4A6A-9A54-014EB8C0F224}"/>
                    </a:ext>
                  </a:extLst>
                </p14:cNvPr>
                <p14:cNvContentPartPr/>
                <p14:nvPr/>
              </p14:nvContentPartPr>
              <p14:xfrm>
                <a:off x="2333770" y="843146"/>
                <a:ext cx="161280" cy="36792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A36AE4BD-BDDC-4A6A-9A54-014EB8C0F2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24770" y="834146"/>
                  <a:ext cx="17892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3BB9DBF7-C933-41D4-9621-D94D28EED934}"/>
                    </a:ext>
                  </a:extLst>
                </p14:cNvPr>
                <p14:cNvContentPartPr/>
                <p14:nvPr/>
              </p14:nvContentPartPr>
              <p14:xfrm>
                <a:off x="2621770" y="986426"/>
                <a:ext cx="298080" cy="1857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3BB9DBF7-C933-41D4-9621-D94D28EED9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13130" y="977786"/>
                  <a:ext cx="31572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23AC94BC-623C-4372-A832-E059E93058DA}"/>
              </a:ext>
            </a:extLst>
          </p:cNvPr>
          <p:cNvGrpSpPr/>
          <p:nvPr/>
        </p:nvGrpSpPr>
        <p:grpSpPr>
          <a:xfrm>
            <a:off x="3206770" y="488546"/>
            <a:ext cx="1437840" cy="1710720"/>
            <a:chOff x="3206770" y="488546"/>
            <a:chExt cx="1437840" cy="171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0391487D-02D6-4BF9-AA8D-E4885A7DE4FC}"/>
                    </a:ext>
                  </a:extLst>
                </p14:cNvPr>
                <p14:cNvContentPartPr/>
                <p14:nvPr/>
              </p14:nvContentPartPr>
              <p14:xfrm>
                <a:off x="3206770" y="488546"/>
                <a:ext cx="238320" cy="171072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0391487D-02D6-4BF9-AA8D-E4885A7DE4F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89130" y="470546"/>
                  <a:ext cx="273960" cy="17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65263F09-507A-4C6E-B05F-653414E0BA58}"/>
                    </a:ext>
                  </a:extLst>
                </p14:cNvPr>
                <p14:cNvContentPartPr/>
                <p14:nvPr/>
              </p14:nvContentPartPr>
              <p14:xfrm>
                <a:off x="3667570" y="713186"/>
                <a:ext cx="242280" cy="2887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65263F09-507A-4C6E-B05F-653414E0BA5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49570" y="695186"/>
                  <a:ext cx="2779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543133BA-A69C-4A70-A643-80BAAA2F1D2F}"/>
                    </a:ext>
                  </a:extLst>
                </p14:cNvPr>
                <p14:cNvContentPartPr/>
                <p14:nvPr/>
              </p14:nvContentPartPr>
              <p14:xfrm>
                <a:off x="4022170" y="816146"/>
                <a:ext cx="128880" cy="2808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543133BA-A69C-4A70-A643-80BAAA2F1D2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04530" y="798506"/>
                  <a:ext cx="1645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82E93C3C-12B6-4CC8-8264-8314F8B29480}"/>
                    </a:ext>
                  </a:extLst>
                </p14:cNvPr>
                <p14:cNvContentPartPr/>
                <p14:nvPr/>
              </p14:nvContentPartPr>
              <p14:xfrm>
                <a:off x="4216570" y="766466"/>
                <a:ext cx="168120" cy="21816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82E93C3C-12B6-4CC8-8264-8314F8B2948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98570" y="748826"/>
                  <a:ext cx="2037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4CCEAD4F-E71D-49A9-A05E-E37E3C61DE1D}"/>
                    </a:ext>
                  </a:extLst>
                </p14:cNvPr>
                <p14:cNvContentPartPr/>
                <p14:nvPr/>
              </p14:nvContentPartPr>
              <p14:xfrm>
                <a:off x="4365250" y="676106"/>
                <a:ext cx="279360" cy="2793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4CCEAD4F-E71D-49A9-A05E-E37E3C61DE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47250" y="658106"/>
                  <a:ext cx="315000" cy="31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7633F97-ED1E-48E6-B798-F2234C786F53}"/>
              </a:ext>
            </a:extLst>
          </p:cNvPr>
          <p:cNvGrpSpPr/>
          <p:nvPr/>
        </p:nvGrpSpPr>
        <p:grpSpPr>
          <a:xfrm>
            <a:off x="3861250" y="1441826"/>
            <a:ext cx="780480" cy="380880"/>
            <a:chOff x="3861250" y="1441826"/>
            <a:chExt cx="780480" cy="3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5C141CCF-A429-460F-AFA1-276D36C73A75}"/>
                    </a:ext>
                  </a:extLst>
                </p14:cNvPr>
                <p14:cNvContentPartPr/>
                <p14:nvPr/>
              </p14:nvContentPartPr>
              <p14:xfrm>
                <a:off x="3861250" y="1584386"/>
                <a:ext cx="147960" cy="23184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5C141CCF-A429-460F-AFA1-276D36C73A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43610" y="1566386"/>
                  <a:ext cx="183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09CACA49-4D72-4FB4-80D4-C0313A6565FC}"/>
                    </a:ext>
                  </a:extLst>
                </p14:cNvPr>
                <p14:cNvContentPartPr/>
                <p14:nvPr/>
              </p14:nvContentPartPr>
              <p14:xfrm>
                <a:off x="3980770" y="1542626"/>
                <a:ext cx="198000" cy="2800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09CACA49-4D72-4FB4-80D4-C0313A6565F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62770" y="1524626"/>
                  <a:ext cx="2336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B9855F19-6568-4A3A-8B86-80B0B179A074}"/>
                    </a:ext>
                  </a:extLst>
                </p14:cNvPr>
                <p14:cNvContentPartPr/>
                <p14:nvPr/>
              </p14:nvContentPartPr>
              <p14:xfrm>
                <a:off x="4256890" y="1441826"/>
                <a:ext cx="384840" cy="26496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B9855F19-6568-4A3A-8B86-80B0B179A07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38890" y="1424186"/>
                  <a:ext cx="420480" cy="30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279F7D2A-F911-40EE-B0FD-0F022FA6E440}"/>
                  </a:ext>
                </a:extLst>
              </p14:cNvPr>
              <p14:cNvContentPartPr/>
              <p14:nvPr/>
            </p14:nvContentPartPr>
            <p14:xfrm>
              <a:off x="4391890" y="2072546"/>
              <a:ext cx="254880" cy="29340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279F7D2A-F911-40EE-B0FD-0F022FA6E44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74250" y="2054906"/>
                <a:ext cx="290520" cy="32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upo 24">
            <a:extLst>
              <a:ext uri="{FF2B5EF4-FFF2-40B4-BE49-F238E27FC236}">
                <a16:creationId xmlns:a16="http://schemas.microsoft.com/office/drawing/2014/main" id="{FE5715CB-9E8F-47DA-8020-7D11358518EB}"/>
              </a:ext>
            </a:extLst>
          </p:cNvPr>
          <p:cNvGrpSpPr/>
          <p:nvPr/>
        </p:nvGrpSpPr>
        <p:grpSpPr>
          <a:xfrm>
            <a:off x="6196570" y="389906"/>
            <a:ext cx="1866600" cy="493920"/>
            <a:chOff x="6196570" y="389906"/>
            <a:chExt cx="1866600" cy="49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986D90F8-FE2D-46FA-80C2-61FAB18F183C}"/>
                    </a:ext>
                  </a:extLst>
                </p14:cNvPr>
                <p14:cNvContentPartPr/>
                <p14:nvPr/>
              </p14:nvContentPartPr>
              <p14:xfrm>
                <a:off x="7000810" y="414746"/>
                <a:ext cx="264600" cy="35424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986D90F8-FE2D-46FA-80C2-61FAB18F183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82810" y="396746"/>
                  <a:ext cx="3002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6DD8C02D-28A0-4B70-BBB6-4BF19074DE30}"/>
                    </a:ext>
                  </a:extLst>
                </p14:cNvPr>
                <p14:cNvContentPartPr/>
                <p14:nvPr/>
              </p14:nvContentPartPr>
              <p14:xfrm>
                <a:off x="6942130" y="408266"/>
                <a:ext cx="266040" cy="3333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6DD8C02D-28A0-4B70-BBB6-4BF19074DE3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24490" y="390266"/>
                  <a:ext cx="3016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D4500A7D-18A4-458F-A030-D3F559C18F06}"/>
                    </a:ext>
                  </a:extLst>
                </p14:cNvPr>
                <p14:cNvContentPartPr/>
                <p14:nvPr/>
              </p14:nvContentPartPr>
              <p14:xfrm>
                <a:off x="6633970" y="452186"/>
                <a:ext cx="185040" cy="27360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D4500A7D-18A4-458F-A030-D3F559C18F0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15970" y="434186"/>
                  <a:ext cx="2206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65CCBACC-7173-439A-8835-6FD89372F959}"/>
                    </a:ext>
                  </a:extLst>
                </p14:cNvPr>
                <p14:cNvContentPartPr/>
                <p14:nvPr/>
              </p14:nvContentPartPr>
              <p14:xfrm>
                <a:off x="6465850" y="857906"/>
                <a:ext cx="285120" cy="2592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65CCBACC-7173-439A-8835-6FD89372F95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48210" y="840266"/>
                  <a:ext cx="320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8AF17F91-5391-4132-8B00-12BFC7763170}"/>
                    </a:ext>
                  </a:extLst>
                </p14:cNvPr>
                <p14:cNvContentPartPr/>
                <p14:nvPr/>
              </p14:nvContentPartPr>
              <p14:xfrm>
                <a:off x="6196570" y="624266"/>
                <a:ext cx="193680" cy="2268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8AF17F91-5391-4132-8B00-12BFC776317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78570" y="606626"/>
                  <a:ext cx="2293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2018B9B8-BC32-49ED-BE8C-5DC4D028973A}"/>
                    </a:ext>
                  </a:extLst>
                </p14:cNvPr>
                <p14:cNvContentPartPr/>
                <p14:nvPr/>
              </p14:nvContentPartPr>
              <p14:xfrm>
                <a:off x="7419850" y="389906"/>
                <a:ext cx="255240" cy="26820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2018B9B8-BC32-49ED-BE8C-5DC4D028973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01850" y="372266"/>
                  <a:ext cx="2908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01E2B775-6D4F-48A3-B1FD-82412D499D75}"/>
                    </a:ext>
                  </a:extLst>
                </p14:cNvPr>
                <p14:cNvContentPartPr/>
                <p14:nvPr/>
              </p14:nvContentPartPr>
              <p14:xfrm>
                <a:off x="7838890" y="398906"/>
                <a:ext cx="224280" cy="38700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01E2B775-6D4F-48A3-B1FD-82412D499D7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21250" y="380906"/>
                  <a:ext cx="259920" cy="42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75687B4E-AD3D-417B-BA3F-A6BF80A58037}"/>
              </a:ext>
            </a:extLst>
          </p:cNvPr>
          <p:cNvGrpSpPr/>
          <p:nvPr/>
        </p:nvGrpSpPr>
        <p:grpSpPr>
          <a:xfrm>
            <a:off x="7092250" y="1197746"/>
            <a:ext cx="273240" cy="326160"/>
            <a:chOff x="7092250" y="1197746"/>
            <a:chExt cx="273240" cy="32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A9BE8338-626E-4C11-8A93-AFCA3B1F884B}"/>
                    </a:ext>
                  </a:extLst>
                </p14:cNvPr>
                <p14:cNvContentPartPr/>
                <p14:nvPr/>
              </p14:nvContentPartPr>
              <p14:xfrm>
                <a:off x="7092250" y="1197746"/>
                <a:ext cx="273240" cy="32616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A9BE8338-626E-4C11-8A93-AFCA3B1F884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74610" y="1179746"/>
                  <a:ext cx="3088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3A5C5097-CB13-4CC6-9723-2291007916DA}"/>
                    </a:ext>
                  </a:extLst>
                </p14:cNvPr>
                <p14:cNvContentPartPr/>
                <p14:nvPr/>
              </p14:nvContentPartPr>
              <p14:xfrm>
                <a:off x="7140130" y="1254266"/>
                <a:ext cx="119520" cy="21888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3A5C5097-CB13-4CC6-9723-2291007916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22130" y="1236626"/>
                  <a:ext cx="15516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FA6944A2-1147-4EBF-82A6-689C087B4076}"/>
              </a:ext>
            </a:extLst>
          </p:cNvPr>
          <p:cNvGrpSpPr/>
          <p:nvPr/>
        </p:nvGrpSpPr>
        <p:grpSpPr>
          <a:xfrm>
            <a:off x="6081370" y="1289906"/>
            <a:ext cx="693360" cy="443520"/>
            <a:chOff x="6081370" y="1289906"/>
            <a:chExt cx="693360" cy="44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3D74DD37-60C8-4E22-803C-1E4ED321959A}"/>
                    </a:ext>
                  </a:extLst>
                </p14:cNvPr>
                <p14:cNvContentPartPr/>
                <p14:nvPr/>
              </p14:nvContentPartPr>
              <p14:xfrm>
                <a:off x="6608770" y="1289906"/>
                <a:ext cx="165960" cy="2394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3D74DD37-60C8-4E22-803C-1E4ED321959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91130" y="1271906"/>
                  <a:ext cx="2016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7D7CBE2B-D51D-42B1-BAE5-413ED9E0EB68}"/>
                    </a:ext>
                  </a:extLst>
                </p14:cNvPr>
                <p14:cNvContentPartPr/>
                <p14:nvPr/>
              </p14:nvContentPartPr>
              <p14:xfrm>
                <a:off x="6081370" y="1482506"/>
                <a:ext cx="657720" cy="2509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7D7CBE2B-D51D-42B1-BAE5-413ED9E0EB6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63370" y="1464866"/>
                  <a:ext cx="69336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3BF6DAA5-1EDF-4B37-8EED-78515AC54707}"/>
              </a:ext>
            </a:extLst>
          </p:cNvPr>
          <p:cNvGrpSpPr/>
          <p:nvPr/>
        </p:nvGrpSpPr>
        <p:grpSpPr>
          <a:xfrm>
            <a:off x="7657090" y="1204226"/>
            <a:ext cx="675360" cy="361080"/>
            <a:chOff x="7657090" y="1204226"/>
            <a:chExt cx="67536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0089DB59-20BE-46C4-9AB4-D294BADD81C2}"/>
                    </a:ext>
                  </a:extLst>
                </p14:cNvPr>
                <p14:cNvContentPartPr/>
                <p14:nvPr/>
              </p14:nvContentPartPr>
              <p14:xfrm>
                <a:off x="7657090" y="1204226"/>
                <a:ext cx="254880" cy="28764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0089DB59-20BE-46C4-9AB4-D294BADD81C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39090" y="1186226"/>
                  <a:ext cx="2905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820B92FF-FF3C-4573-A9BA-B326FD9F52D7}"/>
                    </a:ext>
                  </a:extLst>
                </p14:cNvPr>
                <p14:cNvContentPartPr/>
                <p14:nvPr/>
              </p14:nvContentPartPr>
              <p14:xfrm>
                <a:off x="7770130" y="1536146"/>
                <a:ext cx="230040" cy="2916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820B92FF-FF3C-4573-A9BA-B326FD9F52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52130" y="1518146"/>
                  <a:ext cx="265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3FAC46A9-A4E9-410B-8326-B2D2E0470DC6}"/>
                    </a:ext>
                  </a:extLst>
                </p14:cNvPr>
                <p14:cNvContentPartPr/>
                <p14:nvPr/>
              </p14:nvContentPartPr>
              <p14:xfrm>
                <a:off x="8089090" y="1274426"/>
                <a:ext cx="243360" cy="27468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3FAC46A9-A4E9-410B-8326-B2D2E0470DC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71450" y="1256426"/>
                  <a:ext cx="27900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BB4A843C-B6F6-409F-B463-D3A497A13886}"/>
              </a:ext>
            </a:extLst>
          </p:cNvPr>
          <p:cNvGrpSpPr/>
          <p:nvPr/>
        </p:nvGrpSpPr>
        <p:grpSpPr>
          <a:xfrm>
            <a:off x="6629650" y="2012786"/>
            <a:ext cx="851400" cy="358560"/>
            <a:chOff x="6629650" y="2012786"/>
            <a:chExt cx="85140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48406D49-5D82-459F-A5DC-264B6C93A0EA}"/>
                    </a:ext>
                  </a:extLst>
                </p14:cNvPr>
                <p14:cNvContentPartPr/>
                <p14:nvPr/>
              </p14:nvContentPartPr>
              <p14:xfrm>
                <a:off x="6629650" y="2012786"/>
                <a:ext cx="236880" cy="3585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48406D49-5D82-459F-A5DC-264B6C93A0E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12010" y="1995146"/>
                  <a:ext cx="27252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9F800184-262B-4081-B391-5F3FEF04B28E}"/>
                    </a:ext>
                  </a:extLst>
                </p14:cNvPr>
                <p14:cNvContentPartPr/>
                <p14:nvPr/>
              </p14:nvContentPartPr>
              <p14:xfrm>
                <a:off x="6933490" y="2091986"/>
                <a:ext cx="231480" cy="17316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9F800184-262B-4081-B391-5F3FEF04B28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15850" y="2074346"/>
                  <a:ext cx="267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891D04F0-A262-41CE-864B-ADE175332AC1}"/>
                    </a:ext>
                  </a:extLst>
                </p14:cNvPr>
                <p14:cNvContentPartPr/>
                <p14:nvPr/>
              </p14:nvContentPartPr>
              <p14:xfrm>
                <a:off x="7218610" y="2014946"/>
                <a:ext cx="262440" cy="24768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891D04F0-A262-41CE-864B-ADE175332AC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00610" y="1997306"/>
                  <a:ext cx="298080" cy="283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3" name="Imagen 42">
            <a:extLst>
              <a:ext uri="{FF2B5EF4-FFF2-40B4-BE49-F238E27FC236}">
                <a16:creationId xmlns:a16="http://schemas.microsoft.com/office/drawing/2014/main" id="{C0FFBEC5-F141-443C-88F1-38E658BD02D3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530295" y="2816306"/>
            <a:ext cx="5518935" cy="32522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49ADBC4F-3CFD-4F9C-9324-D6539247FAC8}"/>
                  </a:ext>
                </a:extLst>
              </p14:cNvPr>
              <p14:cNvContentPartPr/>
              <p14:nvPr/>
            </p14:nvContentPartPr>
            <p14:xfrm>
              <a:off x="8695330" y="392066"/>
              <a:ext cx="173160" cy="16524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49ADBC4F-3CFD-4F9C-9324-D6539247FAC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677330" y="374426"/>
                <a:ext cx="2088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53AAF0FC-BB92-43F8-8E5A-57EE97479011}"/>
                  </a:ext>
                </a:extLst>
              </p14:cNvPr>
              <p14:cNvContentPartPr/>
              <p14:nvPr/>
            </p14:nvContentPartPr>
            <p14:xfrm>
              <a:off x="8888290" y="1158146"/>
              <a:ext cx="340920" cy="21780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53AAF0FC-BB92-43F8-8E5A-57EE9747901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870290" y="1140146"/>
                <a:ext cx="3765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7" name="Vista general de diapositiva 46">
                <a:extLst>
                  <a:ext uri="{FF2B5EF4-FFF2-40B4-BE49-F238E27FC236}">
                    <a16:creationId xmlns:a16="http://schemas.microsoft.com/office/drawing/2014/main" id="{C910699F-3C42-47DF-9385-D7CAFDBF1B3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5472651"/>
                  </p:ext>
                </p:extLst>
              </p:nvPr>
            </p:nvGraphicFramePr>
            <p:xfrm>
              <a:off x="-3087757" y="1870063"/>
              <a:ext cx="3048000" cy="1714500"/>
            </p:xfrm>
            <a:graphic>
              <a:graphicData uri="http://schemas.microsoft.com/office/powerpoint/2016/slidezoom">
                <pslz:sldZm>
                  <pslz:sldZmObj sldId="257" cId="3728710647">
                    <pslz:zmPr id="{0F47C641-F9D6-4176-80DD-73D98CA4D1EE}" returnToParent="0" transitionDur="1000">
                      <p166:blipFill xmlns:p166="http://schemas.microsoft.com/office/powerpoint/2016/6/main">
                        <a:blip r:embed="rId6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7" name="Vista general de diapositiva 46">
                <a:hlinkClick r:id="rId68" action="ppaction://hlinksldjump"/>
                <a:extLst>
                  <a:ext uri="{FF2B5EF4-FFF2-40B4-BE49-F238E27FC236}">
                    <a16:creationId xmlns:a16="http://schemas.microsoft.com/office/drawing/2014/main" id="{C910699F-3C42-47DF-9385-D7CAFDBF1B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-3087757" y="187006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041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7515F3F7-DE8C-406F-AE7A-C9956AA24D7A}"/>
              </a:ext>
            </a:extLst>
          </p:cNvPr>
          <p:cNvGrpSpPr/>
          <p:nvPr/>
        </p:nvGrpSpPr>
        <p:grpSpPr>
          <a:xfrm>
            <a:off x="794770" y="531386"/>
            <a:ext cx="285120" cy="562680"/>
            <a:chOff x="794770" y="531386"/>
            <a:chExt cx="285120" cy="56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33E588D6-35A3-45FC-BA81-4D35FB7CAB84}"/>
                    </a:ext>
                  </a:extLst>
                </p14:cNvPr>
                <p14:cNvContentPartPr/>
                <p14:nvPr/>
              </p14:nvContentPartPr>
              <p14:xfrm>
                <a:off x="794770" y="692666"/>
                <a:ext cx="137520" cy="1972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33E588D6-35A3-45FC-BA81-4D35FB7CAB8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77130" y="675026"/>
                  <a:ext cx="1731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9CD2FAF9-F02F-498F-B755-673F7AC5C0A7}"/>
                    </a:ext>
                  </a:extLst>
                </p14:cNvPr>
                <p14:cNvContentPartPr/>
                <p14:nvPr/>
              </p14:nvContentPartPr>
              <p14:xfrm>
                <a:off x="994930" y="531386"/>
                <a:ext cx="84960" cy="56268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9CD2FAF9-F02F-498F-B755-673F7AC5C0A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7290" y="513386"/>
                  <a:ext cx="120600" cy="59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84E01F06-C130-42FD-A6A4-42BCD6E2E03B}"/>
              </a:ext>
            </a:extLst>
          </p:cNvPr>
          <p:cNvGrpSpPr/>
          <p:nvPr/>
        </p:nvGrpSpPr>
        <p:grpSpPr>
          <a:xfrm>
            <a:off x="1599010" y="685466"/>
            <a:ext cx="1586520" cy="652680"/>
            <a:chOff x="1599010" y="685466"/>
            <a:chExt cx="1586520" cy="65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0F8D6E38-C4B8-4231-9E92-9426FE26CD94}"/>
                    </a:ext>
                  </a:extLst>
                </p14:cNvPr>
                <p14:cNvContentPartPr/>
                <p14:nvPr/>
              </p14:nvContentPartPr>
              <p14:xfrm>
                <a:off x="1745170" y="689786"/>
                <a:ext cx="28800" cy="5842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0F8D6E38-C4B8-4231-9E92-9426FE26CD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27530" y="672146"/>
                  <a:ext cx="6444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415ADC4B-33CD-4BAD-9F31-C2977FD95AFF}"/>
                    </a:ext>
                  </a:extLst>
                </p14:cNvPr>
                <p14:cNvContentPartPr/>
                <p14:nvPr/>
              </p14:nvContentPartPr>
              <p14:xfrm>
                <a:off x="1599010" y="685466"/>
                <a:ext cx="298080" cy="11160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415ADC4B-33CD-4BAD-9F31-C2977FD95AF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81010" y="667826"/>
                  <a:ext cx="333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D785DCB6-4FDC-43B5-A3D3-4701903BE386}"/>
                    </a:ext>
                  </a:extLst>
                </p14:cNvPr>
                <p14:cNvContentPartPr/>
                <p14:nvPr/>
              </p14:nvContentPartPr>
              <p14:xfrm>
                <a:off x="1727530" y="862226"/>
                <a:ext cx="519480" cy="4140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D785DCB6-4FDC-43B5-A3D3-4701903BE3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09530" y="844586"/>
                  <a:ext cx="55512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A2AB44A9-FD78-4E76-B7EF-95FA57AE7345}"/>
                    </a:ext>
                  </a:extLst>
                </p14:cNvPr>
                <p14:cNvContentPartPr/>
                <p14:nvPr/>
              </p14:nvContentPartPr>
              <p14:xfrm>
                <a:off x="2320450" y="957626"/>
                <a:ext cx="220680" cy="2080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A2AB44A9-FD78-4E76-B7EF-95FA57AE734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02810" y="939986"/>
                  <a:ext cx="2563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68A330EC-5148-47C0-8435-1BE61565E321}"/>
                    </a:ext>
                  </a:extLst>
                </p14:cNvPr>
                <p14:cNvContentPartPr/>
                <p14:nvPr/>
              </p14:nvContentPartPr>
              <p14:xfrm>
                <a:off x="2308570" y="943586"/>
                <a:ext cx="227880" cy="3132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68A330EC-5148-47C0-8435-1BE61565E32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90930" y="925946"/>
                  <a:ext cx="2635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7630B01C-E22C-43AB-84CD-CDB36ED41FE9}"/>
                    </a:ext>
                  </a:extLst>
                </p14:cNvPr>
                <p14:cNvContentPartPr/>
                <p14:nvPr/>
              </p14:nvContentPartPr>
              <p14:xfrm>
                <a:off x="2582530" y="863306"/>
                <a:ext cx="471960" cy="4748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7630B01C-E22C-43AB-84CD-CDB36ED41FE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64530" y="845666"/>
                  <a:ext cx="50760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D5BB53A6-8EDE-4F38-9BDA-996225E316E4}"/>
                    </a:ext>
                  </a:extLst>
                </p14:cNvPr>
                <p14:cNvContentPartPr/>
                <p14:nvPr/>
              </p14:nvContentPartPr>
              <p14:xfrm>
                <a:off x="2930290" y="1137626"/>
                <a:ext cx="255240" cy="442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D5BB53A6-8EDE-4F38-9BDA-996225E316E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12290" y="1119986"/>
                  <a:ext cx="29088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EF045776-8103-43BE-8931-030AC0C53D3C}"/>
                  </a:ext>
                </a:extLst>
              </p14:cNvPr>
              <p14:cNvContentPartPr/>
              <p14:nvPr/>
            </p14:nvContentPartPr>
            <p14:xfrm>
              <a:off x="3576130" y="700586"/>
              <a:ext cx="220320" cy="102204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EF045776-8103-43BE-8931-030AC0C53D3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58490" y="682586"/>
                <a:ext cx="255960" cy="10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upo 26">
            <a:extLst>
              <a:ext uri="{FF2B5EF4-FFF2-40B4-BE49-F238E27FC236}">
                <a16:creationId xmlns:a16="http://schemas.microsoft.com/office/drawing/2014/main" id="{F93E43EE-2DF6-4F05-A352-F90C61D2EC3C}"/>
              </a:ext>
            </a:extLst>
          </p:cNvPr>
          <p:cNvGrpSpPr/>
          <p:nvPr/>
        </p:nvGrpSpPr>
        <p:grpSpPr>
          <a:xfrm>
            <a:off x="3250690" y="1796426"/>
            <a:ext cx="630360" cy="236160"/>
            <a:chOff x="3250690" y="1796426"/>
            <a:chExt cx="63036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87CB4A60-A8B9-449F-9612-F433078539FD}"/>
                    </a:ext>
                  </a:extLst>
                </p14:cNvPr>
                <p14:cNvContentPartPr/>
                <p14:nvPr/>
              </p14:nvContentPartPr>
              <p14:xfrm>
                <a:off x="3250690" y="1947626"/>
                <a:ext cx="246960" cy="399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87CB4A60-A8B9-449F-9612-F433078539F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32690" y="1929626"/>
                  <a:ext cx="282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C060F7DE-C825-4AD7-AF03-2F0EABE2B386}"/>
                    </a:ext>
                  </a:extLst>
                </p14:cNvPr>
                <p14:cNvContentPartPr/>
                <p14:nvPr/>
              </p14:nvContentPartPr>
              <p14:xfrm>
                <a:off x="3505930" y="1887146"/>
                <a:ext cx="178560" cy="14544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C060F7DE-C825-4AD7-AF03-2F0EABE2B38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87930" y="1869506"/>
                  <a:ext cx="2142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B63C1B80-EA68-430E-B6EE-577F2D24195D}"/>
                    </a:ext>
                  </a:extLst>
                </p14:cNvPr>
                <p14:cNvContentPartPr/>
                <p14:nvPr/>
              </p14:nvContentPartPr>
              <p14:xfrm>
                <a:off x="3683050" y="1831706"/>
                <a:ext cx="198000" cy="18648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B63C1B80-EA68-430E-B6EE-577F2D2419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65050" y="1814066"/>
                  <a:ext cx="2336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AA090EAF-F696-4B02-A133-FE958FE7E1D6}"/>
                    </a:ext>
                  </a:extLst>
                </p14:cNvPr>
                <p14:cNvContentPartPr/>
                <p14:nvPr/>
              </p14:nvContentPartPr>
              <p14:xfrm>
                <a:off x="3672250" y="1806146"/>
                <a:ext cx="56160" cy="8064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AA090EAF-F696-4B02-A133-FE958FE7E1D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54250" y="1788146"/>
                  <a:ext cx="918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3FED8A05-BA5D-489A-8D8B-905AE773DF01}"/>
                    </a:ext>
                  </a:extLst>
                </p14:cNvPr>
                <p14:cNvContentPartPr/>
                <p14:nvPr/>
              </p14:nvContentPartPr>
              <p14:xfrm>
                <a:off x="3674410" y="1796426"/>
                <a:ext cx="49320" cy="14400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3FED8A05-BA5D-489A-8D8B-905AE773DF0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56770" y="1778786"/>
                  <a:ext cx="849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6BB46755-E066-4332-855C-46234CB622B3}"/>
                    </a:ext>
                  </a:extLst>
                </p14:cNvPr>
                <p14:cNvContentPartPr/>
                <p14:nvPr/>
              </p14:nvContentPartPr>
              <p14:xfrm>
                <a:off x="3732730" y="1853306"/>
                <a:ext cx="360" cy="36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6BB46755-E066-4332-855C-46234CB622B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15090" y="183530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9414C90A-FF5B-44BB-97F1-D6941752E9B6}"/>
              </a:ext>
            </a:extLst>
          </p:cNvPr>
          <p:cNvGrpSpPr/>
          <p:nvPr/>
        </p:nvGrpSpPr>
        <p:grpSpPr>
          <a:xfrm>
            <a:off x="3569290" y="315026"/>
            <a:ext cx="229320" cy="269280"/>
            <a:chOff x="3569290" y="315026"/>
            <a:chExt cx="229320" cy="2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7B279157-105B-4037-AE09-E780278C8C20}"/>
                    </a:ext>
                  </a:extLst>
                </p14:cNvPr>
                <p14:cNvContentPartPr/>
                <p14:nvPr/>
              </p14:nvContentPartPr>
              <p14:xfrm>
                <a:off x="3569290" y="375506"/>
                <a:ext cx="229320" cy="1314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7B279157-105B-4037-AE09-E780278C8C2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51650" y="357506"/>
                  <a:ext cx="2649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4676B1F8-3E60-4346-BE64-9062CB5D9D02}"/>
                    </a:ext>
                  </a:extLst>
                </p14:cNvPr>
                <p14:cNvContentPartPr/>
                <p14:nvPr/>
              </p14:nvContentPartPr>
              <p14:xfrm>
                <a:off x="3626890" y="315026"/>
                <a:ext cx="126720" cy="26928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4676B1F8-3E60-4346-BE64-9062CB5D9D0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09250" y="297026"/>
                  <a:ext cx="16236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B0586627-16B3-442F-B7D9-063B7743BA48}"/>
              </a:ext>
            </a:extLst>
          </p:cNvPr>
          <p:cNvGrpSpPr/>
          <p:nvPr/>
        </p:nvGrpSpPr>
        <p:grpSpPr>
          <a:xfrm>
            <a:off x="4175890" y="775826"/>
            <a:ext cx="1468800" cy="526680"/>
            <a:chOff x="4175890" y="775826"/>
            <a:chExt cx="1468800" cy="52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79526E55-1459-4A84-8391-4814717A8C59}"/>
                    </a:ext>
                  </a:extLst>
                </p14:cNvPr>
                <p14:cNvContentPartPr/>
                <p14:nvPr/>
              </p14:nvContentPartPr>
              <p14:xfrm>
                <a:off x="4275970" y="775826"/>
                <a:ext cx="105120" cy="52668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79526E55-1459-4A84-8391-4814717A8C5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57970" y="757826"/>
                  <a:ext cx="14076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533BA420-15D3-4B5D-BF33-97EA6FC7281E}"/>
                    </a:ext>
                  </a:extLst>
                </p14:cNvPr>
                <p14:cNvContentPartPr/>
                <p14:nvPr/>
              </p14:nvContentPartPr>
              <p14:xfrm>
                <a:off x="4175890" y="1110986"/>
                <a:ext cx="162360" cy="10980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533BA420-15D3-4B5D-BF33-97EA6FC7281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58250" y="1092986"/>
                  <a:ext cx="1980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20D99E07-C957-4F90-B0A5-8D81C16FF6C7}"/>
                    </a:ext>
                  </a:extLst>
                </p14:cNvPr>
                <p14:cNvContentPartPr/>
                <p14:nvPr/>
              </p14:nvContentPartPr>
              <p14:xfrm>
                <a:off x="4528330" y="871946"/>
                <a:ext cx="372960" cy="34092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20D99E07-C957-4F90-B0A5-8D81C16FF6C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10690" y="854306"/>
                  <a:ext cx="4086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E55585E6-4585-4997-9F26-350A2489B201}"/>
                    </a:ext>
                  </a:extLst>
                </p14:cNvPr>
                <p14:cNvContentPartPr/>
                <p14:nvPr/>
              </p14:nvContentPartPr>
              <p14:xfrm>
                <a:off x="4736770" y="1003706"/>
                <a:ext cx="155160" cy="860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E55585E6-4585-4997-9F26-350A2489B2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19130" y="986066"/>
                  <a:ext cx="1908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19A8D86F-CEAC-408C-A9C8-19768B86ED38}"/>
                    </a:ext>
                  </a:extLst>
                </p14:cNvPr>
                <p14:cNvContentPartPr/>
                <p14:nvPr/>
              </p14:nvContentPartPr>
              <p14:xfrm>
                <a:off x="4927210" y="844226"/>
                <a:ext cx="112680" cy="34200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19A8D86F-CEAC-408C-A9C8-19768B86ED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09570" y="826226"/>
                  <a:ext cx="14832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DA139E56-63D6-444B-A114-EF43A215F819}"/>
                    </a:ext>
                  </a:extLst>
                </p14:cNvPr>
                <p14:cNvContentPartPr/>
                <p14:nvPr/>
              </p14:nvContentPartPr>
              <p14:xfrm>
                <a:off x="5177050" y="816146"/>
                <a:ext cx="231840" cy="31140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DA139E56-63D6-444B-A114-EF43A215F8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59050" y="798506"/>
                  <a:ext cx="2674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7DF145D3-826F-492A-85E3-C520E111A155}"/>
                    </a:ext>
                  </a:extLst>
                </p14:cNvPr>
                <p14:cNvContentPartPr/>
                <p14:nvPr/>
              </p14:nvContentPartPr>
              <p14:xfrm>
                <a:off x="5494570" y="865466"/>
                <a:ext cx="136800" cy="33768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7DF145D3-826F-492A-85E3-C520E111A15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76930" y="847826"/>
                  <a:ext cx="1724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F6FE1911-380D-44E7-BE4B-855099FED42A}"/>
                    </a:ext>
                  </a:extLst>
                </p14:cNvPr>
                <p14:cNvContentPartPr/>
                <p14:nvPr/>
              </p14:nvContentPartPr>
              <p14:xfrm>
                <a:off x="5482330" y="1043306"/>
                <a:ext cx="162360" cy="6048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F6FE1911-380D-44E7-BE4B-855099FED42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64330" y="1025666"/>
                  <a:ext cx="198000" cy="9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E176407A-6037-4C89-B9D0-6D8DFBEB0ACB}"/>
                  </a:ext>
                </a:extLst>
              </p14:cNvPr>
              <p14:cNvContentPartPr/>
              <p14:nvPr/>
            </p14:nvContentPartPr>
            <p14:xfrm>
              <a:off x="1559410" y="2141306"/>
              <a:ext cx="6480" cy="18108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E176407A-6037-4C89-B9D0-6D8DFBEB0AC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41770" y="2123666"/>
                <a:ext cx="421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3F63B818-70B1-4344-813F-EF3DA46E1A5F}"/>
                  </a:ext>
                </a:extLst>
              </p14:cNvPr>
              <p14:cNvContentPartPr/>
              <p14:nvPr/>
            </p14:nvContentPartPr>
            <p14:xfrm>
              <a:off x="1403530" y="2777426"/>
              <a:ext cx="169200" cy="19404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3F63B818-70B1-4344-813F-EF3DA46E1A5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385530" y="2759426"/>
                <a:ext cx="204840" cy="22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upo 49">
            <a:extLst>
              <a:ext uri="{FF2B5EF4-FFF2-40B4-BE49-F238E27FC236}">
                <a16:creationId xmlns:a16="http://schemas.microsoft.com/office/drawing/2014/main" id="{5E4A1432-CC65-4DF0-A9D9-4C9A96A2937F}"/>
              </a:ext>
            </a:extLst>
          </p:cNvPr>
          <p:cNvGrpSpPr/>
          <p:nvPr/>
        </p:nvGrpSpPr>
        <p:grpSpPr>
          <a:xfrm>
            <a:off x="2622850" y="2765906"/>
            <a:ext cx="1383120" cy="342720"/>
            <a:chOff x="2622850" y="2765906"/>
            <a:chExt cx="1383120" cy="34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42A11387-46C2-4082-A5D3-CD95C335B7DF}"/>
                    </a:ext>
                  </a:extLst>
                </p14:cNvPr>
                <p14:cNvContentPartPr/>
                <p14:nvPr/>
              </p14:nvContentPartPr>
              <p14:xfrm>
                <a:off x="3414850" y="2800106"/>
                <a:ext cx="230040" cy="22860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42A11387-46C2-4082-A5D3-CD95C335B7D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97210" y="2782466"/>
                  <a:ext cx="2656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873BBB02-5934-4662-BADE-DB0CCA9959B9}"/>
                    </a:ext>
                  </a:extLst>
                </p14:cNvPr>
                <p14:cNvContentPartPr/>
                <p14:nvPr/>
              </p14:nvContentPartPr>
              <p14:xfrm>
                <a:off x="3373090" y="2773466"/>
                <a:ext cx="221760" cy="26388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873BBB02-5934-4662-BADE-DB0CCA9959B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55450" y="2755466"/>
                  <a:ext cx="2574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C8DFB776-5B71-4491-B69E-321331455810}"/>
                    </a:ext>
                  </a:extLst>
                </p14:cNvPr>
                <p14:cNvContentPartPr/>
                <p14:nvPr/>
              </p14:nvContentPartPr>
              <p14:xfrm>
                <a:off x="3014890" y="2765906"/>
                <a:ext cx="198000" cy="22212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C8DFB776-5B71-4491-B69E-32133145581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96890" y="2747906"/>
                  <a:ext cx="2336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B438E907-6928-42C8-88B6-67E6380D4FF5}"/>
                    </a:ext>
                  </a:extLst>
                </p14:cNvPr>
                <p14:cNvContentPartPr/>
                <p14:nvPr/>
              </p14:nvContentPartPr>
              <p14:xfrm>
                <a:off x="2952970" y="3057146"/>
                <a:ext cx="214920" cy="5148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B438E907-6928-42C8-88B6-67E6380D4FF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34970" y="3039506"/>
                  <a:ext cx="2505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625837B4-D264-4EDE-8B17-3C76044DB196}"/>
                    </a:ext>
                  </a:extLst>
                </p14:cNvPr>
                <p14:cNvContentPartPr/>
                <p14:nvPr/>
              </p14:nvContentPartPr>
              <p14:xfrm>
                <a:off x="2622850" y="2895506"/>
                <a:ext cx="126360" cy="17712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625837B4-D264-4EDE-8B17-3C76044DB19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05210" y="2877866"/>
                  <a:ext cx="1620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74914A70-286D-4179-810A-71B4E0FCF5D5}"/>
                    </a:ext>
                  </a:extLst>
                </p14:cNvPr>
                <p14:cNvContentPartPr/>
                <p14:nvPr/>
              </p14:nvContentPartPr>
              <p14:xfrm>
                <a:off x="3813010" y="2772386"/>
                <a:ext cx="192960" cy="20628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74914A70-286D-4179-810A-71B4E0FCF5D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95010" y="2754386"/>
                  <a:ext cx="228600" cy="24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B728810C-D495-4CC6-B416-F6F8FBCAB2E1}"/>
                  </a:ext>
                </a:extLst>
              </p14:cNvPr>
              <p14:cNvContentPartPr/>
              <p14:nvPr/>
            </p14:nvContentPartPr>
            <p14:xfrm>
              <a:off x="4214770" y="2733146"/>
              <a:ext cx="154440" cy="36972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B728810C-D495-4CC6-B416-F6F8FBCAB2E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197130" y="2715146"/>
                <a:ext cx="190080" cy="405360"/>
              </a:xfrm>
              <a:prstGeom prst="rect">
                <a:avLst/>
              </a:prstGeom>
            </p:spPr>
          </p:pic>
        </mc:Fallback>
      </mc:AlternateContent>
      <p:pic>
        <p:nvPicPr>
          <p:cNvPr id="54" name="Imagen 53">
            <a:extLst>
              <a:ext uri="{FF2B5EF4-FFF2-40B4-BE49-F238E27FC236}">
                <a16:creationId xmlns:a16="http://schemas.microsoft.com/office/drawing/2014/main" id="{AC35C0EE-1418-46FA-987A-5D367471101C}"/>
              </a:ext>
            </a:extLst>
      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246502" y="3342986"/>
            <a:ext cx="5518935" cy="32522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75BAC484-423A-4607-A020-595C11C170A0}"/>
                  </a:ext>
                </a:extLst>
              </p14:cNvPr>
              <p14:cNvContentPartPr/>
              <p14:nvPr/>
            </p14:nvContentPartPr>
            <p14:xfrm>
              <a:off x="1802410" y="6170066"/>
              <a:ext cx="360" cy="36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75BAC484-423A-4607-A020-595C11C170A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84770" y="6152426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upo 87">
            <a:extLst>
              <a:ext uri="{FF2B5EF4-FFF2-40B4-BE49-F238E27FC236}">
                <a16:creationId xmlns:a16="http://schemas.microsoft.com/office/drawing/2014/main" id="{C1E40492-B639-444C-9D43-61E3E8FC4F8F}"/>
              </a:ext>
            </a:extLst>
          </p:cNvPr>
          <p:cNvGrpSpPr/>
          <p:nvPr/>
        </p:nvGrpSpPr>
        <p:grpSpPr>
          <a:xfrm>
            <a:off x="4828570" y="2776346"/>
            <a:ext cx="312480" cy="314640"/>
            <a:chOff x="4828570" y="2776346"/>
            <a:chExt cx="31248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79953CD5-8AED-4426-87A8-261F0EA3697E}"/>
                    </a:ext>
                  </a:extLst>
                </p14:cNvPr>
                <p14:cNvContentPartPr/>
                <p14:nvPr/>
              </p14:nvContentPartPr>
              <p14:xfrm>
                <a:off x="4889410" y="2807666"/>
                <a:ext cx="118080" cy="1224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79953CD5-8AED-4426-87A8-261F0EA3697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871410" y="2790026"/>
                  <a:ext cx="1537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EC1A4C1A-0677-48DF-AB40-0CC7CE0AF1F7}"/>
                    </a:ext>
                  </a:extLst>
                </p14:cNvPr>
                <p14:cNvContentPartPr/>
                <p14:nvPr/>
              </p14:nvContentPartPr>
              <p14:xfrm>
                <a:off x="4894090" y="2975786"/>
                <a:ext cx="360" cy="36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EC1A4C1A-0677-48DF-AB40-0CC7CE0AF1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76090" y="295814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809B79EB-AE92-4FA5-9B32-1526B148F17F}"/>
                    </a:ext>
                  </a:extLst>
                </p14:cNvPr>
                <p14:cNvContentPartPr/>
                <p14:nvPr/>
              </p14:nvContentPartPr>
              <p14:xfrm>
                <a:off x="4828570" y="2841866"/>
                <a:ext cx="220680" cy="5940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809B79EB-AE92-4FA5-9B32-1526B148F17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810570" y="2824226"/>
                  <a:ext cx="2563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D3833562-F5B5-45C7-A7E0-90A77C17C0D3}"/>
                    </a:ext>
                  </a:extLst>
                </p14:cNvPr>
                <p14:cNvContentPartPr/>
                <p14:nvPr/>
              </p14:nvContentPartPr>
              <p14:xfrm>
                <a:off x="4921450" y="2776346"/>
                <a:ext cx="219600" cy="31464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D3833562-F5B5-45C7-A7E0-90A77C17C0D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903450" y="2758346"/>
                  <a:ext cx="255240" cy="35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DA8E2BE4-B25E-4A13-AA0B-CE4BF0CF4FFC}"/>
                  </a:ext>
                </a:extLst>
              </p14:cNvPr>
              <p14:cNvContentPartPr/>
              <p14:nvPr/>
            </p14:nvContentPartPr>
            <p14:xfrm>
              <a:off x="1945330" y="6213986"/>
              <a:ext cx="360" cy="36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DA8E2BE4-B25E-4A13-AA0B-CE4BF0CF4FF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27690" y="6196346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upo 106">
            <a:extLst>
              <a:ext uri="{FF2B5EF4-FFF2-40B4-BE49-F238E27FC236}">
                <a16:creationId xmlns:a16="http://schemas.microsoft.com/office/drawing/2014/main" id="{D50D96ED-F829-431D-B373-99ECB6E807A6}"/>
              </a:ext>
            </a:extLst>
          </p:cNvPr>
          <p:cNvGrpSpPr/>
          <p:nvPr/>
        </p:nvGrpSpPr>
        <p:grpSpPr>
          <a:xfrm>
            <a:off x="1846690" y="5105546"/>
            <a:ext cx="1450800" cy="1539360"/>
            <a:chOff x="1846690" y="5105546"/>
            <a:chExt cx="1450800" cy="153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B413852C-DF15-485D-BC30-E072CDF134DD}"/>
                    </a:ext>
                  </a:extLst>
                </p14:cNvPr>
                <p14:cNvContentPartPr/>
                <p14:nvPr/>
              </p14:nvContentPartPr>
              <p14:xfrm>
                <a:off x="2519530" y="6429266"/>
                <a:ext cx="177840" cy="18900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B413852C-DF15-485D-BC30-E072CDF134D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01530" y="6411626"/>
                  <a:ext cx="2134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E9CD7EF0-7661-4D96-A794-9684DEA72628}"/>
                    </a:ext>
                  </a:extLst>
                </p14:cNvPr>
                <p14:cNvContentPartPr/>
                <p14:nvPr/>
              </p14:nvContentPartPr>
              <p14:xfrm>
                <a:off x="2557690" y="6436826"/>
                <a:ext cx="100440" cy="20808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E9CD7EF0-7661-4D96-A794-9684DEA7262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539690" y="6419186"/>
                  <a:ext cx="1360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7AD816AC-511A-4461-8C7B-C89064B6AD72}"/>
                    </a:ext>
                  </a:extLst>
                </p14:cNvPr>
                <p14:cNvContentPartPr/>
                <p14:nvPr/>
              </p14:nvContentPartPr>
              <p14:xfrm>
                <a:off x="2117050" y="6530066"/>
                <a:ext cx="360" cy="36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7AD816AC-511A-4461-8C7B-C89064B6AD7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99050" y="651242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E2F78E9F-C292-4886-A7D8-A9C015D31AAD}"/>
                    </a:ext>
                  </a:extLst>
                </p14:cNvPr>
                <p14:cNvContentPartPr/>
                <p14:nvPr/>
              </p14:nvContentPartPr>
              <p14:xfrm>
                <a:off x="2058370" y="6481826"/>
                <a:ext cx="354240" cy="4860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E2F78E9F-C292-4886-A7D8-A9C015D31AA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040730" y="6464186"/>
                  <a:ext cx="3898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C014FBA1-A07D-4E7F-B7A5-B15D36E9CC99}"/>
                    </a:ext>
                  </a:extLst>
                </p14:cNvPr>
                <p14:cNvContentPartPr/>
                <p14:nvPr/>
              </p14:nvContentPartPr>
              <p14:xfrm>
                <a:off x="2026330" y="6415586"/>
                <a:ext cx="19440" cy="13464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C014FBA1-A07D-4E7F-B7A5-B15D36E9CC9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008330" y="6397586"/>
                  <a:ext cx="550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C27147B0-9333-4CBF-BBB3-97EEC11F2D81}"/>
                    </a:ext>
                  </a:extLst>
                </p14:cNvPr>
                <p14:cNvContentPartPr/>
                <p14:nvPr/>
              </p14:nvContentPartPr>
              <p14:xfrm>
                <a:off x="2942170" y="6431786"/>
                <a:ext cx="353160" cy="6264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C27147B0-9333-4CBF-BBB3-97EEC11F2D8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924170" y="6413786"/>
                  <a:ext cx="3888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BBEA0B3C-EFE5-47E8-AEF9-9DFD9F9D2720}"/>
                    </a:ext>
                  </a:extLst>
                </p14:cNvPr>
                <p14:cNvContentPartPr/>
                <p14:nvPr/>
              </p14:nvContentPartPr>
              <p14:xfrm>
                <a:off x="3285250" y="6367346"/>
                <a:ext cx="12240" cy="21024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BBEA0B3C-EFE5-47E8-AEF9-9DFD9F9D272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267250" y="6349346"/>
                  <a:ext cx="478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93CDA8E6-53EC-4433-9E46-23CC0035C8AF}"/>
                    </a:ext>
                  </a:extLst>
                </p14:cNvPr>
                <p14:cNvContentPartPr/>
                <p14:nvPr/>
              </p14:nvContentPartPr>
              <p14:xfrm>
                <a:off x="2845690" y="5637986"/>
                <a:ext cx="16920" cy="61416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93CDA8E6-53EC-4433-9E46-23CC0035C8A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828050" y="5619986"/>
                  <a:ext cx="52560" cy="6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E4A7ACC1-6630-4494-8029-75402F02686B}"/>
                    </a:ext>
                  </a:extLst>
                </p14:cNvPr>
                <p14:cNvContentPartPr/>
                <p14:nvPr/>
              </p14:nvContentPartPr>
              <p14:xfrm>
                <a:off x="1951450" y="5105546"/>
                <a:ext cx="217080" cy="24156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E4A7ACC1-6630-4494-8029-75402F02686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933450" y="5087546"/>
                  <a:ext cx="2527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D73AD593-6995-4EDE-B5A2-9667CCF72EEE}"/>
                    </a:ext>
                  </a:extLst>
                </p14:cNvPr>
                <p14:cNvContentPartPr/>
                <p14:nvPr/>
              </p14:nvContentPartPr>
              <p14:xfrm>
                <a:off x="1908610" y="5114186"/>
                <a:ext cx="433800" cy="43632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D73AD593-6995-4EDE-B5A2-9667CCF72EE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890610" y="5096186"/>
                  <a:ext cx="46944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79B003D2-F384-4843-BB7B-87648C1C4725}"/>
                    </a:ext>
                  </a:extLst>
                </p14:cNvPr>
                <p14:cNvContentPartPr/>
                <p14:nvPr/>
              </p14:nvContentPartPr>
              <p14:xfrm>
                <a:off x="1897810" y="5210306"/>
                <a:ext cx="556560" cy="62604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79B003D2-F384-4843-BB7B-87648C1C472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879810" y="5192666"/>
                  <a:ext cx="59220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AA059218-3261-471B-A1BB-7C4B75B1E438}"/>
                    </a:ext>
                  </a:extLst>
                </p14:cNvPr>
                <p14:cNvContentPartPr/>
                <p14:nvPr/>
              </p14:nvContentPartPr>
              <p14:xfrm>
                <a:off x="1995370" y="5376626"/>
                <a:ext cx="549360" cy="62820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AA059218-3261-471B-A1BB-7C4B75B1E43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977730" y="5358626"/>
                  <a:ext cx="58500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9B7CC0B6-8B3C-49AC-B436-4E168F602C96}"/>
                    </a:ext>
                  </a:extLst>
                </p14:cNvPr>
                <p14:cNvContentPartPr/>
                <p14:nvPr/>
              </p14:nvContentPartPr>
              <p14:xfrm>
                <a:off x="1934530" y="5478146"/>
                <a:ext cx="767160" cy="87120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9B7CC0B6-8B3C-49AC-B436-4E168F602C9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916890" y="5460506"/>
                  <a:ext cx="802800" cy="90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0BEE08CA-58F7-49FB-8AF5-F400B38E655B}"/>
                    </a:ext>
                  </a:extLst>
                </p14:cNvPr>
                <p14:cNvContentPartPr/>
                <p14:nvPr/>
              </p14:nvContentPartPr>
              <p14:xfrm>
                <a:off x="2340610" y="5764346"/>
                <a:ext cx="332640" cy="46116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0BEE08CA-58F7-49FB-8AF5-F400B38E655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322970" y="5746346"/>
                  <a:ext cx="36828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9D0A43A0-54F8-4EE1-A35C-F3E8E1D47339}"/>
                    </a:ext>
                  </a:extLst>
                </p14:cNvPr>
                <p14:cNvContentPartPr/>
                <p14:nvPr/>
              </p14:nvContentPartPr>
              <p14:xfrm>
                <a:off x="2628970" y="5909786"/>
                <a:ext cx="105120" cy="18144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9D0A43A0-54F8-4EE1-A35C-F3E8E1D4733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610970" y="5892146"/>
                  <a:ext cx="1407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42CA6526-95E1-4642-ACE9-4A338B18C443}"/>
                    </a:ext>
                  </a:extLst>
                </p14:cNvPr>
                <p14:cNvContentPartPr/>
                <p14:nvPr/>
              </p14:nvContentPartPr>
              <p14:xfrm>
                <a:off x="1879810" y="6221546"/>
                <a:ext cx="6840" cy="19656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42CA6526-95E1-4642-ACE9-4A338B18C44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862170" y="6203906"/>
                  <a:ext cx="42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9E6F6203-92C4-4105-B0D1-C5D834BBFEAB}"/>
                    </a:ext>
                  </a:extLst>
                </p14:cNvPr>
                <p14:cNvContentPartPr/>
                <p14:nvPr/>
              </p14:nvContentPartPr>
              <p14:xfrm>
                <a:off x="1852450" y="6145586"/>
                <a:ext cx="30240" cy="27792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9E6F6203-92C4-4105-B0D1-C5D834BBFEA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834810" y="6127946"/>
                  <a:ext cx="658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19ED559F-966F-42D3-BFB1-989B83E196CC}"/>
                    </a:ext>
                  </a:extLst>
                </p14:cNvPr>
                <p14:cNvContentPartPr/>
                <p14:nvPr/>
              </p14:nvContentPartPr>
              <p14:xfrm>
                <a:off x="1852450" y="6098426"/>
                <a:ext cx="27720" cy="30996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19ED559F-966F-42D3-BFB1-989B83E196C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834810" y="6080786"/>
                  <a:ext cx="633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D1BBD383-FCD3-4793-B594-9322B2915D5A}"/>
                    </a:ext>
                  </a:extLst>
                </p14:cNvPr>
                <p14:cNvContentPartPr/>
                <p14:nvPr/>
              </p14:nvContentPartPr>
              <p14:xfrm>
                <a:off x="1846690" y="6231266"/>
                <a:ext cx="360" cy="36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D1BBD383-FCD3-4793-B594-9322B2915D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28690" y="621362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081712F2-1007-4443-A395-DBF80464EB3E}"/>
                    </a:ext>
                  </a:extLst>
                </p14:cNvPr>
                <p14:cNvContentPartPr/>
                <p14:nvPr/>
              </p14:nvContentPartPr>
              <p14:xfrm>
                <a:off x="1846690" y="6224786"/>
                <a:ext cx="169560" cy="1872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081712F2-1007-4443-A395-DBF80464EB3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28690" y="6207146"/>
                  <a:ext cx="20520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9A406FB0-F219-4BDC-91F4-ED2955056125}"/>
                  </a:ext>
                </a:extLst>
              </p14:cNvPr>
              <p14:cNvContentPartPr/>
              <p14:nvPr/>
            </p14:nvContentPartPr>
            <p14:xfrm>
              <a:off x="9372850" y="2219426"/>
              <a:ext cx="193680" cy="94644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9A406FB0-F219-4BDC-91F4-ED295505612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355210" y="2201786"/>
                <a:ext cx="229320" cy="9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A9E431C5-B83D-412D-AB45-C28C704CD341}"/>
                  </a:ext>
                </a:extLst>
              </p14:cNvPr>
              <p14:cNvContentPartPr/>
              <p14:nvPr/>
            </p14:nvContentPartPr>
            <p14:xfrm>
              <a:off x="9474370" y="3328586"/>
              <a:ext cx="100440" cy="19044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A9E431C5-B83D-412D-AB45-C28C704CD341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456370" y="3310586"/>
                <a:ext cx="136080" cy="22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upo 114">
            <a:extLst>
              <a:ext uri="{FF2B5EF4-FFF2-40B4-BE49-F238E27FC236}">
                <a16:creationId xmlns:a16="http://schemas.microsoft.com/office/drawing/2014/main" id="{59FD788E-6587-4A42-9F92-313E2F638D73}"/>
              </a:ext>
            </a:extLst>
          </p:cNvPr>
          <p:cNvGrpSpPr/>
          <p:nvPr/>
        </p:nvGrpSpPr>
        <p:grpSpPr>
          <a:xfrm>
            <a:off x="9350170" y="1863026"/>
            <a:ext cx="232560" cy="273600"/>
            <a:chOff x="9350170" y="1863026"/>
            <a:chExt cx="232560" cy="2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C98D03D4-5F03-424B-86CE-FBFEADDE607C}"/>
                    </a:ext>
                  </a:extLst>
                </p14:cNvPr>
                <p14:cNvContentPartPr/>
                <p14:nvPr/>
              </p14:nvContentPartPr>
              <p14:xfrm>
                <a:off x="9350170" y="1924586"/>
                <a:ext cx="232560" cy="17496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C98D03D4-5F03-424B-86CE-FBFEADDE607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332530" y="1906586"/>
                  <a:ext cx="2682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CE3048CA-72F0-4A50-AC2E-D11E87A33306}"/>
                    </a:ext>
                  </a:extLst>
                </p14:cNvPr>
                <p14:cNvContentPartPr/>
                <p14:nvPr/>
              </p14:nvContentPartPr>
              <p14:xfrm>
                <a:off x="9381130" y="1863026"/>
                <a:ext cx="174240" cy="27360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CE3048CA-72F0-4A50-AC2E-D11E87A3330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363490" y="1845026"/>
                  <a:ext cx="209880" cy="30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257CE7C6-53FD-4949-AED3-EC86D7D350EA}"/>
              </a:ext>
            </a:extLst>
          </p:cNvPr>
          <p:cNvGrpSpPr/>
          <p:nvPr/>
        </p:nvGrpSpPr>
        <p:grpSpPr>
          <a:xfrm>
            <a:off x="9886210" y="2197826"/>
            <a:ext cx="1440000" cy="522360"/>
            <a:chOff x="9886210" y="2197826"/>
            <a:chExt cx="1440000" cy="52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795727A8-1138-4BFC-A76C-C9EC8037F90E}"/>
                    </a:ext>
                  </a:extLst>
                </p14:cNvPr>
                <p14:cNvContentPartPr/>
                <p14:nvPr/>
              </p14:nvContentPartPr>
              <p14:xfrm>
                <a:off x="9886210" y="2353346"/>
                <a:ext cx="102600" cy="36684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795727A8-1138-4BFC-A76C-C9EC8037F9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868210" y="2335706"/>
                  <a:ext cx="1382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83DAF2C5-F41F-4175-945B-767ECBB5F006}"/>
                    </a:ext>
                  </a:extLst>
                </p14:cNvPr>
                <p14:cNvContentPartPr/>
                <p14:nvPr/>
              </p14:nvContentPartPr>
              <p14:xfrm>
                <a:off x="10088530" y="2411306"/>
                <a:ext cx="119520" cy="22608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83DAF2C5-F41F-4175-945B-767ECBB5F00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70890" y="2393666"/>
                  <a:ext cx="1551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C921E3E1-A9BE-4A4E-8DE3-C3860E008286}"/>
                    </a:ext>
                  </a:extLst>
                </p14:cNvPr>
                <p14:cNvContentPartPr/>
                <p14:nvPr/>
              </p14:nvContentPartPr>
              <p14:xfrm>
                <a:off x="10296970" y="2481866"/>
                <a:ext cx="118080" cy="1872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C921E3E1-A9BE-4A4E-8DE3-C3860E00828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279330" y="2464226"/>
                  <a:ext cx="153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6A382DA0-2C5E-4C4F-90CD-2450B486AF21}"/>
                    </a:ext>
                  </a:extLst>
                </p14:cNvPr>
                <p14:cNvContentPartPr/>
                <p14:nvPr/>
              </p14:nvContentPartPr>
              <p14:xfrm>
                <a:off x="10511530" y="2278466"/>
                <a:ext cx="127440" cy="33948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6A382DA0-2C5E-4C4F-90CD-2450B486AF2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93890" y="2260826"/>
                  <a:ext cx="1630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A213104E-F15B-4A34-BE83-2D07835ED276}"/>
                    </a:ext>
                  </a:extLst>
                </p14:cNvPr>
                <p14:cNvContentPartPr/>
                <p14:nvPr/>
              </p14:nvContentPartPr>
              <p14:xfrm>
                <a:off x="10494610" y="2222666"/>
                <a:ext cx="280080" cy="37512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A213104E-F15B-4A34-BE83-2D07835ED27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476970" y="2205026"/>
                  <a:ext cx="3157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753B9340-D17F-4648-B5D5-3F6DA87746EB}"/>
                    </a:ext>
                  </a:extLst>
                </p14:cNvPr>
                <p14:cNvContentPartPr/>
                <p14:nvPr/>
              </p14:nvContentPartPr>
              <p14:xfrm>
                <a:off x="10916170" y="2197826"/>
                <a:ext cx="196920" cy="36180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753B9340-D17F-4648-B5D5-3F6DA87746E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898530" y="2179826"/>
                  <a:ext cx="2325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23FCBF05-B6CE-4F49-BB27-B2AD5273E787}"/>
                    </a:ext>
                  </a:extLst>
                </p14:cNvPr>
                <p14:cNvContentPartPr/>
                <p14:nvPr/>
              </p14:nvContentPartPr>
              <p14:xfrm>
                <a:off x="11217490" y="2265506"/>
                <a:ext cx="93240" cy="27252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23FCBF05-B6CE-4F49-BB27-B2AD5273E78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199850" y="2247866"/>
                  <a:ext cx="1288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2271ABB2-DA05-4B8D-968A-108720232BDD}"/>
                    </a:ext>
                  </a:extLst>
                </p14:cNvPr>
                <p14:cNvContentPartPr/>
                <p14:nvPr/>
              </p14:nvContentPartPr>
              <p14:xfrm>
                <a:off x="11194810" y="2396186"/>
                <a:ext cx="131400" cy="4860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2271ABB2-DA05-4B8D-968A-108720232BD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177170" y="2378546"/>
                  <a:ext cx="16704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C607E512-B478-46EA-B733-2658CB616F2B}"/>
              </a:ext>
            </a:extLst>
          </p:cNvPr>
          <p:cNvGrpSpPr/>
          <p:nvPr/>
        </p:nvGrpSpPr>
        <p:grpSpPr>
          <a:xfrm>
            <a:off x="6844570" y="4337306"/>
            <a:ext cx="212400" cy="170640"/>
            <a:chOff x="6844570" y="4337306"/>
            <a:chExt cx="212400" cy="17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DEDBB910-8CA2-4D84-B560-E7ED4E10E56F}"/>
                    </a:ext>
                  </a:extLst>
                </p14:cNvPr>
                <p14:cNvContentPartPr/>
                <p14:nvPr/>
              </p14:nvContentPartPr>
              <p14:xfrm>
                <a:off x="6844570" y="4337306"/>
                <a:ext cx="135000" cy="2268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DEDBB910-8CA2-4D84-B560-E7ED4E10E56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26930" y="4319666"/>
                  <a:ext cx="1706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3C37D642-807D-4798-B0F1-A6FD328D91D9}"/>
                    </a:ext>
                  </a:extLst>
                </p14:cNvPr>
                <p14:cNvContentPartPr/>
                <p14:nvPr/>
              </p14:nvContentPartPr>
              <p14:xfrm>
                <a:off x="6850690" y="4441346"/>
                <a:ext cx="206280" cy="6660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3C37D642-807D-4798-B0F1-A6FD328D91D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32690" y="4423346"/>
                  <a:ext cx="24192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DBBD1C25-E6C2-45B2-9D3C-E8616EAC0CC7}"/>
              </a:ext>
            </a:extLst>
          </p:cNvPr>
          <p:cNvGrpSpPr/>
          <p:nvPr/>
        </p:nvGrpSpPr>
        <p:grpSpPr>
          <a:xfrm>
            <a:off x="5726410" y="1665026"/>
            <a:ext cx="3392280" cy="1848960"/>
            <a:chOff x="5726410" y="1665026"/>
            <a:chExt cx="3392280" cy="184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1D2876D8-CB35-4236-B79A-55006F5EA290}"/>
                    </a:ext>
                  </a:extLst>
                </p14:cNvPr>
                <p14:cNvContentPartPr/>
                <p14:nvPr/>
              </p14:nvContentPartPr>
              <p14:xfrm>
                <a:off x="5873650" y="2382506"/>
                <a:ext cx="63720" cy="48420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1D2876D8-CB35-4236-B79A-55006F5EA29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56010" y="2364506"/>
                  <a:ext cx="9936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7A7D3146-78F0-4F9C-A5D4-E3303AB8E6EF}"/>
                    </a:ext>
                  </a:extLst>
                </p14:cNvPr>
                <p14:cNvContentPartPr/>
                <p14:nvPr/>
              </p14:nvContentPartPr>
              <p14:xfrm>
                <a:off x="5726410" y="2301146"/>
                <a:ext cx="273240" cy="10548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7A7D3146-78F0-4F9C-A5D4-E3303AB8E6E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708770" y="2283146"/>
                  <a:ext cx="308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F7D27699-13BE-4F86-B426-5779BA54CFA4}"/>
                    </a:ext>
                  </a:extLst>
                </p14:cNvPr>
                <p14:cNvContentPartPr/>
                <p14:nvPr/>
              </p14:nvContentPartPr>
              <p14:xfrm>
                <a:off x="5803810" y="2583746"/>
                <a:ext cx="297000" cy="4752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F7D27699-13BE-4F86-B426-5779BA54CFA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786170" y="2566106"/>
                  <a:ext cx="3326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796389FF-2FA7-4C96-A582-761269487DEE}"/>
                    </a:ext>
                  </a:extLst>
                </p14:cNvPr>
                <p14:cNvContentPartPr/>
                <p14:nvPr/>
              </p14:nvContentPartPr>
              <p14:xfrm>
                <a:off x="6243370" y="2485106"/>
                <a:ext cx="361080" cy="32724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796389FF-2FA7-4C96-A582-761269487DE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225370" y="2467466"/>
                  <a:ext cx="3967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900D8E8B-AD97-434E-8B5D-CB01191E87DE}"/>
                    </a:ext>
                  </a:extLst>
                </p14:cNvPr>
                <p14:cNvContentPartPr/>
                <p14:nvPr/>
              </p14:nvContentPartPr>
              <p14:xfrm>
                <a:off x="6451810" y="2557106"/>
                <a:ext cx="139680" cy="26280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900D8E8B-AD97-434E-8B5D-CB01191E87D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33810" y="2539106"/>
                  <a:ext cx="1753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81F5F899-5FAB-4AB1-ABE7-2C809031920B}"/>
                    </a:ext>
                  </a:extLst>
                </p14:cNvPr>
                <p14:cNvContentPartPr/>
                <p14:nvPr/>
              </p14:nvContentPartPr>
              <p14:xfrm>
                <a:off x="6687610" y="2469266"/>
                <a:ext cx="71640" cy="46008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81F5F899-5FAB-4AB1-ABE7-2C809031920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69610" y="2451266"/>
                  <a:ext cx="10728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A4A3F918-0A8F-4D4B-9DE7-5AE975754940}"/>
                    </a:ext>
                  </a:extLst>
                </p14:cNvPr>
                <p14:cNvContentPartPr/>
                <p14:nvPr/>
              </p14:nvContentPartPr>
              <p14:xfrm>
                <a:off x="6969850" y="2610746"/>
                <a:ext cx="130320" cy="576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A4A3F918-0A8F-4D4B-9DE7-5AE97575494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951850" y="2592746"/>
                  <a:ext cx="165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9CE66EA2-7433-464D-AC4F-E1F41F233EE1}"/>
                    </a:ext>
                  </a:extLst>
                </p14:cNvPr>
                <p14:cNvContentPartPr/>
                <p14:nvPr/>
              </p14:nvContentPartPr>
              <p14:xfrm>
                <a:off x="7001890" y="2734946"/>
                <a:ext cx="125280" cy="360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9CE66EA2-7433-464D-AC4F-E1F41F233EE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983890" y="2716946"/>
                  <a:ext cx="160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AD1917BE-F3FC-4C58-AAF7-447E948ED4FB}"/>
                    </a:ext>
                  </a:extLst>
                </p14:cNvPr>
                <p14:cNvContentPartPr/>
                <p14:nvPr/>
              </p14:nvContentPartPr>
              <p14:xfrm>
                <a:off x="7523530" y="2293226"/>
                <a:ext cx="115200" cy="86040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AD1917BE-F3FC-4C58-AAF7-447E948ED4F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05530" y="2275586"/>
                  <a:ext cx="150840" cy="89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D130D9C8-54AC-4A1A-9F80-73D6FC5562E0}"/>
                    </a:ext>
                  </a:extLst>
                </p14:cNvPr>
                <p14:cNvContentPartPr/>
                <p14:nvPr/>
              </p14:nvContentPartPr>
              <p14:xfrm>
                <a:off x="7314010" y="3452426"/>
                <a:ext cx="192240" cy="2808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D130D9C8-54AC-4A1A-9F80-73D6FC5562E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296010" y="3434786"/>
                  <a:ext cx="2278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B5C2FEB2-4385-4094-BECC-8401E89A183A}"/>
                    </a:ext>
                  </a:extLst>
                </p14:cNvPr>
                <p14:cNvContentPartPr/>
                <p14:nvPr/>
              </p14:nvContentPartPr>
              <p14:xfrm>
                <a:off x="7524610" y="3374306"/>
                <a:ext cx="159480" cy="13968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B5C2FEB2-4385-4094-BECC-8401E89A183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506970" y="3356666"/>
                  <a:ext cx="195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A3FC389F-692B-4924-8FE1-D9C1E10E1B97}"/>
                    </a:ext>
                  </a:extLst>
                </p14:cNvPr>
                <p14:cNvContentPartPr/>
                <p14:nvPr/>
              </p14:nvContentPartPr>
              <p14:xfrm>
                <a:off x="7667530" y="3304826"/>
                <a:ext cx="205200" cy="14652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A3FC389F-692B-4924-8FE1-D9C1E10E1B9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649890" y="3286826"/>
                  <a:ext cx="240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0F962308-6152-43F2-813B-A2F3492450E5}"/>
                    </a:ext>
                  </a:extLst>
                </p14:cNvPr>
                <p14:cNvContentPartPr/>
                <p14:nvPr/>
              </p14:nvContentPartPr>
              <p14:xfrm>
                <a:off x="7359010" y="1823066"/>
                <a:ext cx="222480" cy="24372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0F962308-6152-43F2-813B-A2F3492450E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41370" y="1805426"/>
                  <a:ext cx="2581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C3FD0762-EC31-4F04-A114-1FF57249F396}"/>
                    </a:ext>
                  </a:extLst>
                </p14:cNvPr>
                <p14:cNvContentPartPr/>
                <p14:nvPr/>
              </p14:nvContentPartPr>
              <p14:xfrm>
                <a:off x="7874890" y="2611106"/>
                <a:ext cx="171720" cy="21132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C3FD0762-EC31-4F04-A114-1FF57249F39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57250" y="2593466"/>
                  <a:ext cx="2073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81FF2FCC-E069-4D81-B4C6-8CD767519484}"/>
                    </a:ext>
                  </a:extLst>
                </p14:cNvPr>
                <p14:cNvContentPartPr/>
                <p14:nvPr/>
              </p14:nvContentPartPr>
              <p14:xfrm>
                <a:off x="8173690" y="2554586"/>
                <a:ext cx="201600" cy="20304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81FF2FCC-E069-4D81-B4C6-8CD76751948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155690" y="2536586"/>
                  <a:ext cx="2372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29569D5B-208D-49B6-BE62-7060D002DAE1}"/>
                    </a:ext>
                  </a:extLst>
                </p14:cNvPr>
                <p14:cNvContentPartPr/>
                <p14:nvPr/>
              </p14:nvContentPartPr>
              <p14:xfrm>
                <a:off x="8331370" y="2352266"/>
                <a:ext cx="43920" cy="34452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29569D5B-208D-49B6-BE62-7060D002DAE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313730" y="2334266"/>
                  <a:ext cx="795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23BB1C98-8B18-431B-BD1E-58F207CAC7CF}"/>
                    </a:ext>
                  </a:extLst>
                </p14:cNvPr>
                <p14:cNvContentPartPr/>
                <p14:nvPr/>
              </p14:nvContentPartPr>
              <p14:xfrm>
                <a:off x="8477170" y="2470346"/>
                <a:ext cx="144360" cy="29808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23BB1C98-8B18-431B-BD1E-58F207CAC7C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459530" y="2452346"/>
                  <a:ext cx="1800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9564A6BE-3DE1-4DCF-B94C-695DC6DD5B78}"/>
                    </a:ext>
                  </a:extLst>
                </p14:cNvPr>
                <p14:cNvContentPartPr/>
                <p14:nvPr/>
              </p14:nvContentPartPr>
              <p14:xfrm>
                <a:off x="8991970" y="2449826"/>
                <a:ext cx="49320" cy="35064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9564A6BE-3DE1-4DCF-B94C-695DC6DD5B7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973970" y="2432186"/>
                  <a:ext cx="849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F30F841B-4E8A-45CD-8906-537714D4761F}"/>
                    </a:ext>
                  </a:extLst>
                </p14:cNvPr>
                <p14:cNvContentPartPr/>
                <p14:nvPr/>
              </p14:nvContentPartPr>
              <p14:xfrm>
                <a:off x="8899090" y="2622266"/>
                <a:ext cx="219600" cy="7092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F30F841B-4E8A-45CD-8906-537714D4761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81090" y="2604626"/>
                  <a:ext cx="2552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B87CBB96-9B02-47D0-A7AE-A98CCE89DB73}"/>
                    </a:ext>
                  </a:extLst>
                </p14:cNvPr>
                <p14:cNvContentPartPr/>
                <p14:nvPr/>
              </p14:nvContentPartPr>
              <p14:xfrm>
                <a:off x="7125730" y="1935386"/>
                <a:ext cx="1296360" cy="136512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B87CBB96-9B02-47D0-A7AE-A98CCE89DB7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107730" y="1917746"/>
                  <a:ext cx="1332000" cy="14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5B90E44E-C7CF-4EA9-8DB5-FD1D5F5E9248}"/>
                    </a:ext>
                  </a:extLst>
                </p14:cNvPr>
                <p14:cNvContentPartPr/>
                <p14:nvPr/>
              </p14:nvContentPartPr>
              <p14:xfrm>
                <a:off x="8546290" y="1665026"/>
                <a:ext cx="220320" cy="24120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5B90E44E-C7CF-4EA9-8DB5-FD1D5F5E924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28650" y="1647386"/>
                  <a:ext cx="255960" cy="27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C88737A8-602E-4036-86D1-45692BFD99E2}"/>
                  </a:ext>
                </a:extLst>
              </p14:cNvPr>
              <p14:cNvContentPartPr/>
              <p14:nvPr/>
            </p14:nvContentPartPr>
            <p14:xfrm>
              <a:off x="7966330" y="4376906"/>
              <a:ext cx="194040" cy="4104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C88737A8-602E-4036-86D1-45692BFD99E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948690" y="4359266"/>
                <a:ext cx="229680" cy="7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upo 146">
            <a:extLst>
              <a:ext uri="{FF2B5EF4-FFF2-40B4-BE49-F238E27FC236}">
                <a16:creationId xmlns:a16="http://schemas.microsoft.com/office/drawing/2014/main" id="{D7C81FB6-A815-4750-8D10-90477774BCA1}"/>
              </a:ext>
            </a:extLst>
          </p:cNvPr>
          <p:cNvGrpSpPr/>
          <p:nvPr/>
        </p:nvGrpSpPr>
        <p:grpSpPr>
          <a:xfrm>
            <a:off x="8498770" y="4037426"/>
            <a:ext cx="348120" cy="996480"/>
            <a:chOff x="8498770" y="4037426"/>
            <a:chExt cx="348120" cy="9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119055A0-F87F-4463-9A1F-708127A18C5D}"/>
                    </a:ext>
                  </a:extLst>
                </p14:cNvPr>
                <p14:cNvContentPartPr/>
                <p14:nvPr/>
              </p14:nvContentPartPr>
              <p14:xfrm>
                <a:off x="8591650" y="4173506"/>
                <a:ext cx="59760" cy="35568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119055A0-F87F-4463-9A1F-708127A18C5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74010" y="4155506"/>
                  <a:ext cx="9540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8DF71F31-876B-4BF5-A22A-2B98FE7D5D3A}"/>
                    </a:ext>
                  </a:extLst>
                </p14:cNvPr>
                <p14:cNvContentPartPr/>
                <p14:nvPr/>
              </p14:nvContentPartPr>
              <p14:xfrm>
                <a:off x="8498770" y="4341626"/>
                <a:ext cx="167040" cy="12348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8DF71F31-876B-4BF5-A22A-2B98FE7D5D3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81130" y="4323986"/>
                  <a:ext cx="2026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886E7A75-4D13-4996-B1AD-AA5C6BF21E8A}"/>
                    </a:ext>
                  </a:extLst>
                </p14:cNvPr>
                <p14:cNvContentPartPr/>
                <p14:nvPr/>
              </p14:nvContentPartPr>
              <p14:xfrm>
                <a:off x="8712970" y="4037426"/>
                <a:ext cx="107640" cy="17064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886E7A75-4D13-4996-B1AD-AA5C6BF21E8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695330" y="4019786"/>
                  <a:ext cx="143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268879A8-7B58-4D45-A736-449B1F16265B}"/>
                    </a:ext>
                  </a:extLst>
                </p14:cNvPr>
                <p14:cNvContentPartPr/>
                <p14:nvPr/>
              </p14:nvContentPartPr>
              <p14:xfrm>
                <a:off x="8559610" y="4656626"/>
                <a:ext cx="287280" cy="5076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268879A8-7B58-4D45-A736-449B1F16265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541610" y="4638626"/>
                  <a:ext cx="322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867B6216-70F2-4FC3-93FB-95127A8F81D7}"/>
                    </a:ext>
                  </a:extLst>
                </p14:cNvPr>
                <p14:cNvContentPartPr/>
                <p14:nvPr/>
              </p14:nvContentPartPr>
              <p14:xfrm>
                <a:off x="8626210" y="4818626"/>
                <a:ext cx="216000" cy="21528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867B6216-70F2-4FC3-93FB-95127A8F81D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608210" y="4800626"/>
                  <a:ext cx="25164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C5F52154-FF44-4193-A855-C70331CFF2E0}"/>
              </a:ext>
            </a:extLst>
          </p:cNvPr>
          <p:cNvGrpSpPr/>
          <p:nvPr/>
        </p:nvGrpSpPr>
        <p:grpSpPr>
          <a:xfrm>
            <a:off x="7408690" y="4165946"/>
            <a:ext cx="307080" cy="1141200"/>
            <a:chOff x="7408690" y="4165946"/>
            <a:chExt cx="307080" cy="11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748C28EC-B730-46A9-BCB6-1E9D6F846C93}"/>
                    </a:ext>
                  </a:extLst>
                </p14:cNvPr>
                <p14:cNvContentPartPr/>
                <p14:nvPr/>
              </p14:nvContentPartPr>
              <p14:xfrm>
                <a:off x="7592290" y="4245866"/>
                <a:ext cx="52920" cy="40788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748C28EC-B730-46A9-BCB6-1E9D6F846C9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574650" y="4228226"/>
                  <a:ext cx="8856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E213F1B6-4152-4001-83C3-A05BC002CEB6}"/>
                    </a:ext>
                  </a:extLst>
                </p14:cNvPr>
                <p14:cNvContentPartPr/>
                <p14:nvPr/>
              </p14:nvContentPartPr>
              <p14:xfrm>
                <a:off x="7511650" y="4444586"/>
                <a:ext cx="204120" cy="8172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E213F1B6-4152-4001-83C3-A05BC002CEB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493650" y="4426586"/>
                  <a:ext cx="2397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355226A1-8D55-4054-809E-D0E80435D134}"/>
                    </a:ext>
                  </a:extLst>
                </p14:cNvPr>
                <p14:cNvContentPartPr/>
                <p14:nvPr/>
              </p14:nvContentPartPr>
              <p14:xfrm>
                <a:off x="7408690" y="4165946"/>
                <a:ext cx="179640" cy="114120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355226A1-8D55-4054-809E-D0E80435D13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390690" y="4148306"/>
                  <a:ext cx="215280" cy="117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upo 144">
            <a:extLst>
              <a:ext uri="{FF2B5EF4-FFF2-40B4-BE49-F238E27FC236}">
                <a16:creationId xmlns:a16="http://schemas.microsoft.com/office/drawing/2014/main" id="{46DF6128-2D1C-4E2F-9C62-29EFB73969CB}"/>
              </a:ext>
            </a:extLst>
          </p:cNvPr>
          <p:cNvGrpSpPr/>
          <p:nvPr/>
        </p:nvGrpSpPr>
        <p:grpSpPr>
          <a:xfrm>
            <a:off x="9170530" y="4010786"/>
            <a:ext cx="546840" cy="1134000"/>
            <a:chOff x="9170530" y="4010786"/>
            <a:chExt cx="546840" cy="113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1358E114-C0FB-4E99-ADB4-7F11442ADACC}"/>
                    </a:ext>
                  </a:extLst>
                </p14:cNvPr>
                <p14:cNvContentPartPr/>
                <p14:nvPr/>
              </p14:nvContentPartPr>
              <p14:xfrm>
                <a:off x="9170530" y="4010786"/>
                <a:ext cx="215640" cy="106704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1358E114-C0FB-4E99-ADB4-7F11442ADAC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152530" y="3992786"/>
                  <a:ext cx="251280" cy="11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2572747B-E386-4AAF-885F-8BAE6D48AB22}"/>
                    </a:ext>
                  </a:extLst>
                </p14:cNvPr>
                <p14:cNvContentPartPr/>
                <p14:nvPr/>
              </p14:nvContentPartPr>
              <p14:xfrm>
                <a:off x="9581650" y="4126346"/>
                <a:ext cx="135720" cy="101844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2572747B-E386-4AAF-885F-8BAE6D48AB2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564010" y="4108706"/>
                  <a:ext cx="171360" cy="10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upo 157">
            <a:extLst>
              <a:ext uri="{FF2B5EF4-FFF2-40B4-BE49-F238E27FC236}">
                <a16:creationId xmlns:a16="http://schemas.microsoft.com/office/drawing/2014/main" id="{F596D5A4-95B2-4CB8-9436-8FAA32477603}"/>
              </a:ext>
            </a:extLst>
          </p:cNvPr>
          <p:cNvGrpSpPr/>
          <p:nvPr/>
        </p:nvGrpSpPr>
        <p:grpSpPr>
          <a:xfrm>
            <a:off x="9943450" y="5099066"/>
            <a:ext cx="549360" cy="209520"/>
            <a:chOff x="9943450" y="5099066"/>
            <a:chExt cx="549360" cy="2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1C403A1A-CAEC-4F1A-B931-16179049DC75}"/>
                    </a:ext>
                  </a:extLst>
                </p14:cNvPr>
                <p14:cNvContentPartPr/>
                <p14:nvPr/>
              </p14:nvContentPartPr>
              <p14:xfrm>
                <a:off x="9956050" y="5099066"/>
                <a:ext cx="83880" cy="20952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1C403A1A-CAEC-4F1A-B931-16179049DC7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938410" y="5081066"/>
                  <a:ext cx="119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9558E4A7-EE2C-4E67-8E67-D9D4859BD8DC}"/>
                    </a:ext>
                  </a:extLst>
                </p14:cNvPr>
                <p14:cNvContentPartPr/>
                <p14:nvPr/>
              </p14:nvContentPartPr>
              <p14:xfrm>
                <a:off x="9943450" y="5192306"/>
                <a:ext cx="120600" cy="4428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9558E4A7-EE2C-4E67-8E67-D9D4859BD8D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925450" y="5174306"/>
                  <a:ext cx="1562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E4A1C399-DE92-42C6-BB8A-6CB5689B7B8E}"/>
                    </a:ext>
                  </a:extLst>
                </p14:cNvPr>
                <p14:cNvContentPartPr/>
                <p14:nvPr/>
              </p14:nvContentPartPr>
              <p14:xfrm>
                <a:off x="10095730" y="5135426"/>
                <a:ext cx="182520" cy="11376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E4A1C399-DE92-42C6-BB8A-6CB5689B7B8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078090" y="5117786"/>
                  <a:ext cx="218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FC50FE4B-F790-4F51-B6D4-6EF7E8FB4588}"/>
                    </a:ext>
                  </a:extLst>
                </p14:cNvPr>
                <p14:cNvContentPartPr/>
                <p14:nvPr/>
              </p14:nvContentPartPr>
              <p14:xfrm>
                <a:off x="10342330" y="5118866"/>
                <a:ext cx="150480" cy="10440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FC50FE4B-F790-4F51-B6D4-6EF7E8FB458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324330" y="5100866"/>
                  <a:ext cx="18612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upo 156">
            <a:extLst>
              <a:ext uri="{FF2B5EF4-FFF2-40B4-BE49-F238E27FC236}">
                <a16:creationId xmlns:a16="http://schemas.microsoft.com/office/drawing/2014/main" id="{EC5FC86D-F177-4C16-9517-0C205B9543B9}"/>
              </a:ext>
            </a:extLst>
          </p:cNvPr>
          <p:cNvGrpSpPr/>
          <p:nvPr/>
        </p:nvGrpSpPr>
        <p:grpSpPr>
          <a:xfrm>
            <a:off x="9619450" y="3747626"/>
            <a:ext cx="563760" cy="302040"/>
            <a:chOff x="9619450" y="3747626"/>
            <a:chExt cx="56376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94EA7BAB-E950-4BCA-8747-47A101BFBFAD}"/>
                    </a:ext>
                  </a:extLst>
                </p14:cNvPr>
                <p14:cNvContentPartPr/>
                <p14:nvPr/>
              </p14:nvContentPartPr>
              <p14:xfrm>
                <a:off x="9657610" y="3747626"/>
                <a:ext cx="70920" cy="22032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94EA7BAB-E950-4BCA-8747-47A101BFBFA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639610" y="3729986"/>
                  <a:ext cx="106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1D4DADB3-A348-43B5-96DE-E19B1D6AF710}"/>
                    </a:ext>
                  </a:extLst>
                </p14:cNvPr>
                <p14:cNvContentPartPr/>
                <p14:nvPr/>
              </p14:nvContentPartPr>
              <p14:xfrm>
                <a:off x="9619450" y="3783626"/>
                <a:ext cx="268200" cy="12456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1D4DADB3-A348-43B5-96DE-E19B1D6AF71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601450" y="3765626"/>
                  <a:ext cx="3038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BF0F3F0F-8588-43D8-8329-5196564F2A1F}"/>
                    </a:ext>
                  </a:extLst>
                </p14:cNvPr>
                <p14:cNvContentPartPr/>
                <p14:nvPr/>
              </p14:nvContentPartPr>
              <p14:xfrm>
                <a:off x="9801610" y="3818906"/>
                <a:ext cx="178920" cy="6768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BF0F3F0F-8588-43D8-8329-5196564F2A1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783610" y="3801266"/>
                  <a:ext cx="2145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3BD06B68-AB30-4900-83AF-684E1D0C6FE8}"/>
                    </a:ext>
                  </a:extLst>
                </p14:cNvPr>
                <p14:cNvContentPartPr/>
                <p14:nvPr/>
              </p14:nvContentPartPr>
              <p14:xfrm>
                <a:off x="10001770" y="3777146"/>
                <a:ext cx="181440" cy="15948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3BD06B68-AB30-4900-83AF-684E1D0C6FE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83770" y="3759146"/>
                  <a:ext cx="217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4751AB16-3AAE-46BC-B2D8-298D6121D2C3}"/>
                    </a:ext>
                  </a:extLst>
                </p14:cNvPr>
                <p14:cNvContentPartPr/>
                <p14:nvPr/>
              </p14:nvContentPartPr>
              <p14:xfrm>
                <a:off x="9978010" y="3777146"/>
                <a:ext cx="171720" cy="27252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4751AB16-3AAE-46BC-B2D8-298D6121D2C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60010" y="3759146"/>
                  <a:ext cx="20736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upo 160">
            <a:extLst>
              <a:ext uri="{FF2B5EF4-FFF2-40B4-BE49-F238E27FC236}">
                <a16:creationId xmlns:a16="http://schemas.microsoft.com/office/drawing/2014/main" id="{8C129CFA-803C-404A-A233-752DE1EF2CA7}"/>
              </a:ext>
            </a:extLst>
          </p:cNvPr>
          <p:cNvGrpSpPr/>
          <p:nvPr/>
        </p:nvGrpSpPr>
        <p:grpSpPr>
          <a:xfrm>
            <a:off x="7045810" y="5869106"/>
            <a:ext cx="232560" cy="119520"/>
            <a:chOff x="7045810" y="5869106"/>
            <a:chExt cx="232560" cy="11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90291E49-C466-40EB-947A-1D8D10F76DD7}"/>
                    </a:ext>
                  </a:extLst>
                </p14:cNvPr>
                <p14:cNvContentPartPr/>
                <p14:nvPr/>
              </p14:nvContentPartPr>
              <p14:xfrm>
                <a:off x="7045810" y="5869106"/>
                <a:ext cx="220680" cy="3564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90291E49-C466-40EB-947A-1D8D10F76DD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028170" y="5851466"/>
                  <a:ext cx="256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DD92349E-6B03-48AA-AB37-2F5C16B92B06}"/>
                    </a:ext>
                  </a:extLst>
                </p14:cNvPr>
                <p14:cNvContentPartPr/>
                <p14:nvPr/>
              </p14:nvContentPartPr>
              <p14:xfrm>
                <a:off x="7135090" y="5937866"/>
                <a:ext cx="143280" cy="5076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DD92349E-6B03-48AA-AB37-2F5C16B92B0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117450" y="5919866"/>
                  <a:ext cx="17892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EDEDFA3C-8CD9-4C73-A093-155CDB372B5A}"/>
              </a:ext>
            </a:extLst>
          </p:cNvPr>
          <p:cNvGrpSpPr/>
          <p:nvPr/>
        </p:nvGrpSpPr>
        <p:grpSpPr>
          <a:xfrm>
            <a:off x="7680490" y="5636906"/>
            <a:ext cx="221760" cy="267840"/>
            <a:chOff x="7680490" y="5636906"/>
            <a:chExt cx="22176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60D741C4-C620-4E86-AAAE-ACB59CD3CF8A}"/>
                    </a:ext>
                  </a:extLst>
                </p14:cNvPr>
                <p14:cNvContentPartPr/>
                <p14:nvPr/>
              </p14:nvContentPartPr>
              <p14:xfrm>
                <a:off x="7680490" y="5691986"/>
                <a:ext cx="221760" cy="21276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60D741C4-C620-4E86-AAAE-ACB59CD3CF8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662850" y="5674346"/>
                  <a:ext cx="2574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BC38474A-7324-49E3-9979-E3A5F2A00AD5}"/>
                    </a:ext>
                  </a:extLst>
                </p14:cNvPr>
                <p14:cNvContentPartPr/>
                <p14:nvPr/>
              </p14:nvContentPartPr>
              <p14:xfrm>
                <a:off x="7687330" y="5636906"/>
                <a:ext cx="174600" cy="24660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BC38474A-7324-49E3-9979-E3A5F2A00AD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669690" y="5618906"/>
                  <a:ext cx="21024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D14653E3-8BE3-4641-A531-8A8CF935B405}"/>
              </a:ext>
            </a:extLst>
          </p:cNvPr>
          <p:cNvGrpSpPr/>
          <p:nvPr/>
        </p:nvGrpSpPr>
        <p:grpSpPr>
          <a:xfrm>
            <a:off x="8211850" y="5351786"/>
            <a:ext cx="733680" cy="914760"/>
            <a:chOff x="8211850" y="5351786"/>
            <a:chExt cx="733680" cy="91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DBA23470-DF70-4B6E-A259-374355900790}"/>
                    </a:ext>
                  </a:extLst>
                </p14:cNvPr>
                <p14:cNvContentPartPr/>
                <p14:nvPr/>
              </p14:nvContentPartPr>
              <p14:xfrm>
                <a:off x="8211850" y="5747066"/>
                <a:ext cx="178920" cy="1548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DBA23470-DF70-4B6E-A259-37435590079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193850" y="5729426"/>
                  <a:ext cx="214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DCC26218-6C5D-4A96-8E1F-5E4E3659B99B}"/>
                    </a:ext>
                  </a:extLst>
                </p14:cNvPr>
                <p14:cNvContentPartPr/>
                <p14:nvPr/>
              </p14:nvContentPartPr>
              <p14:xfrm>
                <a:off x="8639170" y="5532866"/>
                <a:ext cx="170640" cy="22212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DCC26218-6C5D-4A96-8E1F-5E4E3659B99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621530" y="5514866"/>
                  <a:ext cx="2062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377593FA-7534-46AC-A93F-74B628B32BE3}"/>
                    </a:ext>
                  </a:extLst>
                </p14:cNvPr>
                <p14:cNvContentPartPr/>
                <p14:nvPr/>
              </p14:nvContentPartPr>
              <p14:xfrm>
                <a:off x="8601010" y="5482466"/>
                <a:ext cx="182880" cy="27648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377593FA-7534-46AC-A93F-74B628B32BE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583010" y="5464826"/>
                  <a:ext cx="2185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9F74460E-52E9-48E9-B159-906CD60B9049}"/>
                    </a:ext>
                  </a:extLst>
                </p14:cNvPr>
                <p14:cNvContentPartPr/>
                <p14:nvPr/>
              </p14:nvContentPartPr>
              <p14:xfrm>
                <a:off x="8810890" y="5351786"/>
                <a:ext cx="126720" cy="21672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9F74460E-52E9-48E9-B159-906CD60B904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792890" y="5333786"/>
                  <a:ext cx="1623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927AA888-CD80-4237-B129-47461516F9F7}"/>
                    </a:ext>
                  </a:extLst>
                </p14:cNvPr>
                <p14:cNvContentPartPr/>
                <p14:nvPr/>
              </p14:nvContentPartPr>
              <p14:xfrm>
                <a:off x="8510650" y="5895026"/>
                <a:ext cx="434880" cy="6048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927AA888-CD80-4237-B129-47461516F9F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493010" y="5877026"/>
                  <a:ext cx="4705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1AF1B9A5-814E-4354-9096-1A7A2377FE7A}"/>
                    </a:ext>
                  </a:extLst>
                </p14:cNvPr>
                <p14:cNvContentPartPr/>
                <p14:nvPr/>
              </p14:nvContentPartPr>
              <p14:xfrm>
                <a:off x="8659690" y="6066746"/>
                <a:ext cx="173880" cy="19980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1AF1B9A5-814E-4354-9096-1A7A2377FE7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642050" y="6048746"/>
                  <a:ext cx="209520" cy="23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1533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CA975337-CD87-4BFF-BF26-C1F19B237433}"/>
                  </a:ext>
                </a:extLst>
              </p14:cNvPr>
              <p14:cNvContentPartPr/>
              <p14:nvPr/>
            </p14:nvContentPartPr>
            <p14:xfrm>
              <a:off x="240730" y="323666"/>
              <a:ext cx="127440" cy="1641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CA975337-CD87-4BFF-BF26-C1F19B2374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2730" y="305666"/>
                <a:ext cx="16308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9923D8F1-CB73-4849-B648-20DF1EF11746}"/>
                  </a:ext>
                </a:extLst>
              </p14:cNvPr>
              <p14:cNvContentPartPr/>
              <p14:nvPr/>
            </p14:nvContentPartPr>
            <p14:xfrm>
              <a:off x="2209930" y="298466"/>
              <a:ext cx="238680" cy="29844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9923D8F1-CB73-4849-B648-20DF1EF117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1930" y="280466"/>
                <a:ext cx="27432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80AA759D-E276-40C5-B095-D56B3388D51F}"/>
                  </a:ext>
                </a:extLst>
              </p14:cNvPr>
              <p14:cNvContentPartPr/>
              <p14:nvPr/>
            </p14:nvContentPartPr>
            <p14:xfrm>
              <a:off x="2190850" y="327626"/>
              <a:ext cx="236160" cy="2703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80AA759D-E276-40C5-B095-D56B3388D51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72850" y="309986"/>
                <a:ext cx="27180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F5321D8-9CDB-4EE7-833B-858541DED342}"/>
                  </a:ext>
                </a:extLst>
              </p14:cNvPr>
              <p14:cNvContentPartPr/>
              <p14:nvPr/>
            </p14:nvContentPartPr>
            <p14:xfrm>
              <a:off x="1851010" y="285866"/>
              <a:ext cx="105480" cy="2210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F5321D8-9CDB-4EE7-833B-858541DED34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33010" y="268226"/>
                <a:ext cx="14112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333B0D91-57F0-496E-860F-428AF672F03E}"/>
                  </a:ext>
                </a:extLst>
              </p14:cNvPr>
              <p14:cNvContentPartPr/>
              <p14:nvPr/>
            </p14:nvContentPartPr>
            <p14:xfrm>
              <a:off x="1667770" y="553706"/>
              <a:ext cx="350640" cy="324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333B0D91-57F0-496E-860F-428AF672F03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50130" y="536066"/>
                <a:ext cx="38628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BB908566-3CCB-469D-A77C-A9D4A578FC6E}"/>
                  </a:ext>
                </a:extLst>
              </p14:cNvPr>
              <p14:cNvContentPartPr/>
              <p14:nvPr/>
            </p14:nvContentPartPr>
            <p14:xfrm>
              <a:off x="1476250" y="348146"/>
              <a:ext cx="52920" cy="2779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BB908566-3CCB-469D-A77C-A9D4A578FC6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58250" y="330506"/>
                <a:ext cx="8856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4ECE56E2-8C83-4581-BF99-CD020C09ADBC}"/>
                  </a:ext>
                </a:extLst>
              </p14:cNvPr>
              <p14:cNvContentPartPr/>
              <p14:nvPr/>
            </p14:nvContentPartPr>
            <p14:xfrm>
              <a:off x="2565970" y="206666"/>
              <a:ext cx="174240" cy="1965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4ECE56E2-8C83-4581-BF99-CD020C09AD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47970" y="189026"/>
                <a:ext cx="20988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33E3C787-B0A1-4BD0-811A-0A86D289D470}"/>
                  </a:ext>
                </a:extLst>
              </p14:cNvPr>
              <p14:cNvContentPartPr/>
              <p14:nvPr/>
            </p14:nvContentPartPr>
            <p14:xfrm>
              <a:off x="2581450" y="540026"/>
              <a:ext cx="188640" cy="1440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33E3C787-B0A1-4BD0-811A-0A86D289D47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63450" y="522026"/>
                <a:ext cx="2242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7F0F3CA7-4897-4EEF-B41E-E4F3AA7F3707}"/>
                  </a:ext>
                </a:extLst>
              </p14:cNvPr>
              <p14:cNvContentPartPr/>
              <p14:nvPr/>
            </p14:nvContentPartPr>
            <p14:xfrm>
              <a:off x="3050530" y="243026"/>
              <a:ext cx="239760" cy="28512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7F0F3CA7-4897-4EEF-B41E-E4F3AA7F370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32890" y="225026"/>
                <a:ext cx="275400" cy="32076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Imagen 13">
            <a:extLst>
              <a:ext uri="{FF2B5EF4-FFF2-40B4-BE49-F238E27FC236}">
                <a16:creationId xmlns:a16="http://schemas.microsoft.com/office/drawing/2014/main" id="{B65AE95B-6F4A-46A9-8FB0-6EE1B5DEDEB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1062" y="997924"/>
            <a:ext cx="5518935" cy="32522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3226BB23-CD5C-40A9-9374-58A7E60ABA12}"/>
                  </a:ext>
                </a:extLst>
              </p14:cNvPr>
              <p14:cNvContentPartPr/>
              <p14:nvPr/>
            </p14:nvContentPartPr>
            <p14:xfrm>
              <a:off x="3444730" y="2970386"/>
              <a:ext cx="37440" cy="84780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3226BB23-CD5C-40A9-9374-58A7E60ABA1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26730" y="2952746"/>
                <a:ext cx="73080" cy="88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upo 41">
            <a:extLst>
              <a:ext uri="{FF2B5EF4-FFF2-40B4-BE49-F238E27FC236}">
                <a16:creationId xmlns:a16="http://schemas.microsoft.com/office/drawing/2014/main" id="{F5C143EC-4FF1-4506-84B7-1FE0673F3AF7}"/>
              </a:ext>
            </a:extLst>
          </p:cNvPr>
          <p:cNvGrpSpPr/>
          <p:nvPr/>
        </p:nvGrpSpPr>
        <p:grpSpPr>
          <a:xfrm>
            <a:off x="3935410" y="319346"/>
            <a:ext cx="1574640" cy="479160"/>
            <a:chOff x="3935410" y="319346"/>
            <a:chExt cx="1574640" cy="47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BB85A379-F677-4167-9B45-FEBFAA4CE405}"/>
                    </a:ext>
                  </a:extLst>
                </p14:cNvPr>
                <p14:cNvContentPartPr/>
                <p14:nvPr/>
              </p14:nvContentPartPr>
              <p14:xfrm>
                <a:off x="3935410" y="425186"/>
                <a:ext cx="187200" cy="302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BB85A379-F677-4167-9B45-FEBFAA4CE40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17410" y="407546"/>
                  <a:ext cx="222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6450B772-CA5D-4D59-946F-1F46B4352DBD}"/>
                    </a:ext>
                  </a:extLst>
                </p14:cNvPr>
                <p14:cNvContentPartPr/>
                <p14:nvPr/>
              </p14:nvContentPartPr>
              <p14:xfrm>
                <a:off x="3935410" y="497186"/>
                <a:ext cx="233640" cy="5508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6450B772-CA5D-4D59-946F-1F46B4352DB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17410" y="479186"/>
                  <a:ext cx="269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BED2ADC6-0ED8-47C1-BDD1-B1D61FCED960}"/>
                    </a:ext>
                  </a:extLst>
                </p14:cNvPr>
                <p14:cNvContentPartPr/>
                <p14:nvPr/>
              </p14:nvContentPartPr>
              <p14:xfrm>
                <a:off x="4118650" y="319346"/>
                <a:ext cx="410040" cy="47916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BED2ADC6-0ED8-47C1-BDD1-B1D61FCED96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101010" y="301346"/>
                  <a:ext cx="44568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13FE9C47-DD54-4D84-9BDD-1E4C91B22C00}"/>
                    </a:ext>
                  </a:extLst>
                </p14:cNvPr>
                <p14:cNvContentPartPr/>
                <p14:nvPr/>
              </p14:nvContentPartPr>
              <p14:xfrm>
                <a:off x="4415290" y="324746"/>
                <a:ext cx="345600" cy="19116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13FE9C47-DD54-4D84-9BDD-1E4C91B22C0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397290" y="306746"/>
                  <a:ext cx="381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8FDDC089-5F91-4573-B467-729C06487FF6}"/>
                    </a:ext>
                  </a:extLst>
                </p14:cNvPr>
                <p14:cNvContentPartPr/>
                <p14:nvPr/>
              </p14:nvContentPartPr>
              <p14:xfrm>
                <a:off x="4816690" y="398546"/>
                <a:ext cx="146880" cy="28008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8FDDC089-5F91-4573-B467-729C06487FF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798690" y="380546"/>
                  <a:ext cx="182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771D1BDF-F11E-4C04-93E3-ADF7CA2A7F62}"/>
                    </a:ext>
                  </a:extLst>
                </p14:cNvPr>
                <p14:cNvContentPartPr/>
                <p14:nvPr/>
              </p14:nvContentPartPr>
              <p14:xfrm>
                <a:off x="4949890" y="441386"/>
                <a:ext cx="175320" cy="21132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771D1BDF-F11E-4C04-93E3-ADF7CA2A7F6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932250" y="423386"/>
                  <a:ext cx="210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7B0F9383-8EA7-4C34-9392-3785624F9AD5}"/>
                    </a:ext>
                  </a:extLst>
                </p14:cNvPr>
                <p14:cNvContentPartPr/>
                <p14:nvPr/>
              </p14:nvContentPartPr>
              <p14:xfrm>
                <a:off x="5197570" y="339506"/>
                <a:ext cx="66960" cy="36144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7B0F9383-8EA7-4C34-9392-3785624F9AD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179930" y="321866"/>
                  <a:ext cx="10260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16B7D186-3FFB-4365-8C8B-92900024C27A}"/>
                    </a:ext>
                  </a:extLst>
                </p14:cNvPr>
                <p14:cNvContentPartPr/>
                <p14:nvPr/>
              </p14:nvContentPartPr>
              <p14:xfrm>
                <a:off x="5357410" y="475586"/>
                <a:ext cx="152640" cy="18144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16B7D186-3FFB-4365-8C8B-92900024C27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339410" y="457946"/>
                  <a:ext cx="188280" cy="21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DE59CC10-0A7C-475D-AAE6-752A7A990A16}"/>
                  </a:ext>
                </a:extLst>
              </p14:cNvPr>
              <p14:cNvContentPartPr/>
              <p14:nvPr/>
            </p14:nvContentPartPr>
            <p14:xfrm>
              <a:off x="5969410" y="118826"/>
              <a:ext cx="110880" cy="12924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DE59CC10-0A7C-475D-AAE6-752A7A990A1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951410" y="101186"/>
                <a:ext cx="146520" cy="1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upo 51">
            <a:extLst>
              <a:ext uri="{FF2B5EF4-FFF2-40B4-BE49-F238E27FC236}">
                <a16:creationId xmlns:a16="http://schemas.microsoft.com/office/drawing/2014/main" id="{B01F757E-A5B1-4126-A353-EA5FBBB1BC56}"/>
              </a:ext>
            </a:extLst>
          </p:cNvPr>
          <p:cNvGrpSpPr/>
          <p:nvPr/>
        </p:nvGrpSpPr>
        <p:grpSpPr>
          <a:xfrm>
            <a:off x="5551450" y="384146"/>
            <a:ext cx="909360" cy="1162080"/>
            <a:chOff x="5551450" y="384146"/>
            <a:chExt cx="909360" cy="11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26115267-3784-4A26-BFCD-C2CFB4E0942E}"/>
                    </a:ext>
                  </a:extLst>
                </p14:cNvPr>
                <p14:cNvContentPartPr/>
                <p14:nvPr/>
              </p14:nvContentPartPr>
              <p14:xfrm>
                <a:off x="5782570" y="384146"/>
                <a:ext cx="244440" cy="83844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26115267-3784-4A26-BFCD-C2CFB4E0942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64570" y="366506"/>
                  <a:ext cx="280080" cy="87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66940ACA-4118-48E4-B933-F0B8E4025922}"/>
                    </a:ext>
                  </a:extLst>
                </p14:cNvPr>
                <p14:cNvContentPartPr/>
                <p14:nvPr/>
              </p14:nvContentPartPr>
              <p14:xfrm>
                <a:off x="5551450" y="1481426"/>
                <a:ext cx="204120" cy="6480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66940ACA-4118-48E4-B933-F0B8E402592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533450" y="1463786"/>
                  <a:ext cx="239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7AD4B4F7-3003-44AC-AF33-2B71428CA348}"/>
                    </a:ext>
                  </a:extLst>
                </p14:cNvPr>
                <p14:cNvContentPartPr/>
                <p14:nvPr/>
              </p14:nvContentPartPr>
              <p14:xfrm>
                <a:off x="5852050" y="1370906"/>
                <a:ext cx="127440" cy="14940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7AD4B4F7-3003-44AC-AF33-2B71428CA34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834050" y="1353266"/>
                  <a:ext cx="163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90CCEEB8-3A54-4152-B9A7-9E01D51E0136}"/>
                    </a:ext>
                  </a:extLst>
                </p14:cNvPr>
                <p14:cNvContentPartPr/>
                <p14:nvPr/>
              </p14:nvContentPartPr>
              <p14:xfrm>
                <a:off x="6028810" y="1241666"/>
                <a:ext cx="75240" cy="23400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90CCEEB8-3A54-4152-B9A7-9E01D51E013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011170" y="1223666"/>
                  <a:ext cx="1108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F813E037-7264-4AED-8AA0-F28E605D57B4}"/>
                    </a:ext>
                  </a:extLst>
                </p14:cNvPr>
                <p14:cNvContentPartPr/>
                <p14:nvPr/>
              </p14:nvContentPartPr>
              <p14:xfrm>
                <a:off x="6320770" y="706706"/>
                <a:ext cx="140040" cy="18036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F813E037-7264-4AED-8AA0-F28E605D57B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302770" y="689066"/>
                  <a:ext cx="17568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7CAB34D4-A640-449D-81FC-58DBDCAA1165}"/>
              </a:ext>
            </a:extLst>
          </p:cNvPr>
          <p:cNvGrpSpPr/>
          <p:nvPr/>
        </p:nvGrpSpPr>
        <p:grpSpPr>
          <a:xfrm>
            <a:off x="6710290" y="466586"/>
            <a:ext cx="746640" cy="344160"/>
            <a:chOff x="6710290" y="466586"/>
            <a:chExt cx="746640" cy="34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3D295543-067D-4E6D-8E9E-8B68BE19DB8D}"/>
                    </a:ext>
                  </a:extLst>
                </p14:cNvPr>
                <p14:cNvContentPartPr/>
                <p14:nvPr/>
              </p14:nvContentPartPr>
              <p14:xfrm>
                <a:off x="6710290" y="466586"/>
                <a:ext cx="160920" cy="34200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3D295543-067D-4E6D-8E9E-8B68BE19DB8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692290" y="448946"/>
                  <a:ext cx="19656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6D2736B0-0C6F-42FE-B5CC-3F7B098F8D1D}"/>
                    </a:ext>
                  </a:extLst>
                </p14:cNvPr>
                <p14:cNvContentPartPr/>
                <p14:nvPr/>
              </p14:nvContentPartPr>
              <p14:xfrm>
                <a:off x="6984970" y="532466"/>
                <a:ext cx="90000" cy="27828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6D2736B0-0C6F-42FE-B5CC-3F7B098F8D1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966970" y="514466"/>
                  <a:ext cx="1256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DE25881C-86BA-4B1A-B21D-7D57A2F5F711}"/>
                    </a:ext>
                  </a:extLst>
                </p14:cNvPr>
                <p14:cNvContentPartPr/>
                <p14:nvPr/>
              </p14:nvContentPartPr>
              <p14:xfrm>
                <a:off x="6943570" y="663146"/>
                <a:ext cx="149040" cy="4860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DE25881C-86BA-4B1A-B21D-7D57A2F5F71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925570" y="645146"/>
                  <a:ext cx="1846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4EBA73AE-E2A2-49CF-B578-AADF62E6FF30}"/>
                    </a:ext>
                  </a:extLst>
                </p14:cNvPr>
                <p14:cNvContentPartPr/>
                <p14:nvPr/>
              </p14:nvContentPartPr>
              <p14:xfrm>
                <a:off x="7266130" y="483146"/>
                <a:ext cx="190800" cy="27252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4EBA73AE-E2A2-49CF-B578-AADF62E6FF3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48490" y="465146"/>
                  <a:ext cx="226440" cy="30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85347DD0-BF21-4D6A-B29F-B224621E8C60}"/>
                  </a:ext>
                </a:extLst>
              </p14:cNvPr>
              <p14:cNvContentPartPr/>
              <p14:nvPr/>
            </p14:nvContentPartPr>
            <p14:xfrm>
              <a:off x="7707850" y="1613546"/>
              <a:ext cx="156600" cy="174600"/>
            </p14:xfrm>
          </p:contentPart>
        </mc:Choice>
        <mc:Fallback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85347DD0-BF21-4D6A-B29F-B224621E8C6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690210" y="1595546"/>
                <a:ext cx="192240" cy="21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upo 71">
            <a:extLst>
              <a:ext uri="{FF2B5EF4-FFF2-40B4-BE49-F238E27FC236}">
                <a16:creationId xmlns:a16="http://schemas.microsoft.com/office/drawing/2014/main" id="{8FECB989-6DE5-42B9-99F3-8B9C203A886A}"/>
              </a:ext>
            </a:extLst>
          </p:cNvPr>
          <p:cNvGrpSpPr/>
          <p:nvPr/>
        </p:nvGrpSpPr>
        <p:grpSpPr>
          <a:xfrm>
            <a:off x="7723690" y="69506"/>
            <a:ext cx="405000" cy="1325160"/>
            <a:chOff x="7723690" y="69506"/>
            <a:chExt cx="405000" cy="132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9A08DC18-E63A-40B3-96BE-79FAD2A4A4CD}"/>
                    </a:ext>
                  </a:extLst>
                </p14:cNvPr>
                <p14:cNvContentPartPr/>
                <p14:nvPr/>
              </p14:nvContentPartPr>
              <p14:xfrm>
                <a:off x="7723690" y="380906"/>
                <a:ext cx="327960" cy="101376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9A08DC18-E63A-40B3-96BE-79FAD2A4A4C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05690" y="362906"/>
                  <a:ext cx="363600" cy="10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CF02E89E-10B9-4FCF-81B9-3A5BF53B3575}"/>
                    </a:ext>
                  </a:extLst>
                </p14:cNvPr>
                <p14:cNvContentPartPr/>
                <p14:nvPr/>
              </p14:nvContentPartPr>
              <p14:xfrm>
                <a:off x="7914490" y="69506"/>
                <a:ext cx="214200" cy="21852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CF02E89E-10B9-4FCF-81B9-3A5BF53B357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896850" y="51866"/>
                  <a:ext cx="24984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623FDEE7-956F-436A-AA1B-13622B8C6058}"/>
              </a:ext>
            </a:extLst>
          </p:cNvPr>
          <p:cNvGrpSpPr/>
          <p:nvPr/>
        </p:nvGrpSpPr>
        <p:grpSpPr>
          <a:xfrm>
            <a:off x="24370" y="2652506"/>
            <a:ext cx="2476080" cy="1481400"/>
            <a:chOff x="24370" y="2652506"/>
            <a:chExt cx="2476080" cy="148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CE85A8C8-1FE7-4B15-8925-57CB985B888E}"/>
                    </a:ext>
                  </a:extLst>
                </p14:cNvPr>
                <p14:cNvContentPartPr/>
                <p14:nvPr/>
              </p14:nvContentPartPr>
              <p14:xfrm>
                <a:off x="24370" y="3850946"/>
                <a:ext cx="109800" cy="12672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CE85A8C8-1FE7-4B15-8925-57CB985B888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730" y="3833306"/>
                  <a:ext cx="145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F9A6DC68-E5F9-4CF9-973B-5DC67981925B}"/>
                    </a:ext>
                  </a:extLst>
                </p14:cNvPr>
                <p14:cNvContentPartPr/>
                <p14:nvPr/>
              </p14:nvContentPartPr>
              <p14:xfrm>
                <a:off x="85210" y="3885146"/>
                <a:ext cx="104040" cy="795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F9A6DC68-E5F9-4CF9-973B-5DC67981925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7570" y="3867506"/>
                  <a:ext cx="139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494A38D1-02A3-45EC-A558-2A46FB8A510D}"/>
                    </a:ext>
                  </a:extLst>
                </p14:cNvPr>
                <p14:cNvContentPartPr/>
                <p14:nvPr/>
              </p14:nvContentPartPr>
              <p14:xfrm>
                <a:off x="211570" y="3852026"/>
                <a:ext cx="115920" cy="1299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494A38D1-02A3-45EC-A558-2A46FB8A510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93570" y="3834386"/>
                  <a:ext cx="151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C5A3812C-556A-49B9-A7D4-41B22DF26D27}"/>
                    </a:ext>
                  </a:extLst>
                </p14:cNvPr>
                <p14:cNvContentPartPr/>
                <p14:nvPr/>
              </p14:nvContentPartPr>
              <p14:xfrm>
                <a:off x="300850" y="3887306"/>
                <a:ext cx="331560" cy="1497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C5A3812C-556A-49B9-A7D4-41B22DF26D2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82850" y="3869666"/>
                  <a:ext cx="3672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39185073-A9DB-4A60-BCCA-AA9F1DFE82EA}"/>
                    </a:ext>
                  </a:extLst>
                </p14:cNvPr>
                <p14:cNvContentPartPr/>
                <p14:nvPr/>
              </p14:nvContentPartPr>
              <p14:xfrm>
                <a:off x="742570" y="3958226"/>
                <a:ext cx="39600" cy="7740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39185073-A9DB-4A60-BCCA-AA9F1DFE82E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24930" y="3940226"/>
                  <a:ext cx="752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9FD0835C-3395-4183-92E9-35D1D198DCF2}"/>
                    </a:ext>
                  </a:extLst>
                </p14:cNvPr>
                <p14:cNvContentPartPr/>
                <p14:nvPr/>
              </p14:nvContentPartPr>
              <p14:xfrm>
                <a:off x="1014010" y="2847266"/>
                <a:ext cx="288720" cy="31644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9FD0835C-3395-4183-92E9-35D1D198DCF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96370" y="2829626"/>
                  <a:ext cx="3243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39FD32CC-B075-4C75-BFA9-86DE2473862D}"/>
                    </a:ext>
                  </a:extLst>
                </p14:cNvPr>
                <p14:cNvContentPartPr/>
                <p14:nvPr/>
              </p14:nvContentPartPr>
              <p14:xfrm>
                <a:off x="1046410" y="2928626"/>
                <a:ext cx="401760" cy="52740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39FD32CC-B075-4C75-BFA9-86DE2473862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28410" y="2910986"/>
                  <a:ext cx="43740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526F0E29-1E07-4FF5-AD4E-39F8B2E6A7E6}"/>
                    </a:ext>
                  </a:extLst>
                </p14:cNvPr>
                <p14:cNvContentPartPr/>
                <p14:nvPr/>
              </p14:nvContentPartPr>
              <p14:xfrm>
                <a:off x="1019050" y="3187826"/>
                <a:ext cx="627840" cy="5702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526F0E29-1E07-4FF5-AD4E-39F8B2E6A7E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01050" y="3170186"/>
                  <a:ext cx="66348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F7522B21-F757-46CC-A4AF-0D8DCE6CB163}"/>
                    </a:ext>
                  </a:extLst>
                </p14:cNvPr>
                <p14:cNvContentPartPr/>
                <p14:nvPr/>
              </p14:nvContentPartPr>
              <p14:xfrm>
                <a:off x="1610890" y="3373226"/>
                <a:ext cx="442080" cy="47808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F7522B21-F757-46CC-A4AF-0D8DCE6CB16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592890" y="3355586"/>
                  <a:ext cx="47772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287712A7-C748-4F87-8BCC-0EE78426F6A1}"/>
                    </a:ext>
                  </a:extLst>
                </p14:cNvPr>
                <p14:cNvContentPartPr/>
                <p14:nvPr/>
              </p14:nvContentPartPr>
              <p14:xfrm>
                <a:off x="270970" y="4111226"/>
                <a:ext cx="18360" cy="2268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287712A7-C748-4F87-8BCC-0EE78426F6A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53330" y="4093586"/>
                  <a:ext cx="54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0BF14124-7D4E-452C-8A2E-B2454171167D}"/>
                    </a:ext>
                  </a:extLst>
                </p14:cNvPr>
                <p14:cNvContentPartPr/>
                <p14:nvPr/>
              </p14:nvContentPartPr>
              <p14:xfrm>
                <a:off x="924730" y="3913226"/>
                <a:ext cx="360" cy="36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0BF14124-7D4E-452C-8A2E-B2454171167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07090" y="389522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E2A6D53D-C936-4E42-A6BE-0A5729F58F7B}"/>
                    </a:ext>
                  </a:extLst>
                </p14:cNvPr>
                <p14:cNvContentPartPr/>
                <p14:nvPr/>
              </p14:nvContentPartPr>
              <p14:xfrm>
                <a:off x="913930" y="3913226"/>
                <a:ext cx="11160" cy="360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E2A6D53D-C936-4E42-A6BE-0A5729F58F7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96290" y="3895226"/>
                  <a:ext cx="46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F28E6BF0-7B00-4DB3-92AA-85B8066FE124}"/>
                    </a:ext>
                  </a:extLst>
                </p14:cNvPr>
                <p14:cNvContentPartPr/>
                <p14:nvPr/>
              </p14:nvContentPartPr>
              <p14:xfrm>
                <a:off x="940210" y="2652506"/>
                <a:ext cx="202680" cy="20808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F28E6BF0-7B00-4DB3-92AA-85B8066FE12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22570" y="2634506"/>
                  <a:ext cx="2383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EE39FF3A-E070-4FC2-AD4F-5279D1F160A4}"/>
                    </a:ext>
                  </a:extLst>
                </p14:cNvPr>
                <p14:cNvContentPartPr/>
                <p14:nvPr/>
              </p14:nvContentPartPr>
              <p14:xfrm>
                <a:off x="1038130" y="2784266"/>
                <a:ext cx="307440" cy="29700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EE39FF3A-E070-4FC2-AD4F-5279D1F160A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20130" y="2766266"/>
                  <a:ext cx="3430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23FC7790-6F31-4C08-9C87-95F94B889DF5}"/>
                    </a:ext>
                  </a:extLst>
                </p14:cNvPr>
                <p14:cNvContentPartPr/>
                <p14:nvPr/>
              </p14:nvContentPartPr>
              <p14:xfrm>
                <a:off x="1044970" y="2884706"/>
                <a:ext cx="476640" cy="50184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23FC7790-6F31-4C08-9C87-95F94B889DF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27330" y="2867066"/>
                  <a:ext cx="51228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71864038-F0F2-413F-857D-BF35B2D96500}"/>
                    </a:ext>
                  </a:extLst>
                </p14:cNvPr>
                <p14:cNvContentPartPr/>
                <p14:nvPr/>
              </p14:nvContentPartPr>
              <p14:xfrm>
                <a:off x="1110490" y="3035906"/>
                <a:ext cx="565920" cy="5990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71864038-F0F2-413F-857D-BF35B2D9650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92850" y="3017906"/>
                  <a:ext cx="60156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FBAD40A0-8E6D-44CF-9CD8-31A2EC9F0313}"/>
                    </a:ext>
                  </a:extLst>
                </p14:cNvPr>
                <p14:cNvContentPartPr/>
                <p14:nvPr/>
              </p14:nvContentPartPr>
              <p14:xfrm>
                <a:off x="1167730" y="3260906"/>
                <a:ext cx="514800" cy="54144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FBAD40A0-8E6D-44CF-9CD8-31A2EC9F031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50090" y="3242906"/>
                  <a:ext cx="55044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4A269E24-9A41-47DB-806B-99797B710247}"/>
                    </a:ext>
                  </a:extLst>
                </p14:cNvPr>
                <p14:cNvContentPartPr/>
                <p14:nvPr/>
              </p14:nvContentPartPr>
              <p14:xfrm>
                <a:off x="1325050" y="3297266"/>
                <a:ext cx="676800" cy="60444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4A269E24-9A41-47DB-806B-99797B71024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307050" y="3279266"/>
                  <a:ext cx="71244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3CD2A302-AC04-4182-8E39-BC8BF74D027F}"/>
                    </a:ext>
                  </a:extLst>
                </p14:cNvPr>
                <p14:cNvContentPartPr/>
                <p14:nvPr/>
              </p14:nvContentPartPr>
              <p14:xfrm>
                <a:off x="1819330" y="3622706"/>
                <a:ext cx="307440" cy="28224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3CD2A302-AC04-4182-8E39-BC8BF74D027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801330" y="3605066"/>
                  <a:ext cx="3430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6649D8E2-420A-4442-A1B7-028F56D4360F}"/>
                    </a:ext>
                  </a:extLst>
                </p14:cNvPr>
                <p14:cNvContentPartPr/>
                <p14:nvPr/>
              </p14:nvContentPartPr>
              <p14:xfrm>
                <a:off x="2113450" y="3721346"/>
                <a:ext cx="163440" cy="19116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6649D8E2-420A-4442-A1B7-028F56D4360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095450" y="3703706"/>
                  <a:ext cx="1990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85854C3A-3CA0-4AB4-9404-880A72A97215}"/>
                    </a:ext>
                  </a:extLst>
                </p14:cNvPr>
                <p14:cNvContentPartPr/>
                <p14:nvPr/>
              </p14:nvContentPartPr>
              <p14:xfrm>
                <a:off x="2483530" y="3927266"/>
                <a:ext cx="16920" cy="3888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85854C3A-3CA0-4AB4-9404-880A72A9721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465890" y="3909266"/>
                  <a:ext cx="52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0B97BE0E-3F6A-4119-9E3F-74511AAB16F1}"/>
                    </a:ext>
                  </a:extLst>
                </p14:cNvPr>
                <p14:cNvContentPartPr/>
                <p14:nvPr/>
              </p14:nvContentPartPr>
              <p14:xfrm>
                <a:off x="1168810" y="3161186"/>
                <a:ext cx="168120" cy="35712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0B97BE0E-3F6A-4119-9E3F-74511AAB16F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51170" y="3143186"/>
                  <a:ext cx="2037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16F160A4-2701-43FA-8B3B-8915B01D9777}"/>
                    </a:ext>
                  </a:extLst>
                </p14:cNvPr>
                <p14:cNvContentPartPr/>
                <p14:nvPr/>
              </p14:nvContentPartPr>
              <p14:xfrm>
                <a:off x="1165210" y="2971466"/>
                <a:ext cx="262440" cy="24552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16F160A4-2701-43FA-8B3B-8915B01D977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47570" y="2953826"/>
                  <a:ext cx="2980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587B134F-A0CD-4291-B15E-4D00B577DBC5}"/>
                    </a:ext>
                  </a:extLst>
                </p14:cNvPr>
                <p14:cNvContentPartPr/>
                <p14:nvPr/>
              </p14:nvContentPartPr>
              <p14:xfrm>
                <a:off x="1055770" y="2781026"/>
                <a:ext cx="94320" cy="53712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587B134F-A0CD-4291-B15E-4D00B577DBC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38130" y="2763026"/>
                  <a:ext cx="129960" cy="57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upo 84">
            <a:extLst>
              <a:ext uri="{FF2B5EF4-FFF2-40B4-BE49-F238E27FC236}">
                <a16:creationId xmlns:a16="http://schemas.microsoft.com/office/drawing/2014/main" id="{0A6F987F-94EB-4135-A79C-D5970A75DA3B}"/>
              </a:ext>
            </a:extLst>
          </p:cNvPr>
          <p:cNvGrpSpPr/>
          <p:nvPr/>
        </p:nvGrpSpPr>
        <p:grpSpPr>
          <a:xfrm>
            <a:off x="8290330" y="390986"/>
            <a:ext cx="1729800" cy="475920"/>
            <a:chOff x="8290330" y="390986"/>
            <a:chExt cx="1729800" cy="4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A9E3B7EC-5034-48CA-BFFF-889D0A01CC3C}"/>
                    </a:ext>
                  </a:extLst>
                </p14:cNvPr>
                <p14:cNvContentPartPr/>
                <p14:nvPr/>
              </p14:nvContentPartPr>
              <p14:xfrm>
                <a:off x="8290330" y="524906"/>
                <a:ext cx="133560" cy="34200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A9E3B7EC-5034-48CA-BFFF-889D0A01CC3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272690" y="506906"/>
                  <a:ext cx="1692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8E3A34BE-87D3-48A0-9765-25728E08AE70}"/>
                    </a:ext>
                  </a:extLst>
                </p14:cNvPr>
                <p14:cNvContentPartPr/>
                <p14:nvPr/>
              </p14:nvContentPartPr>
              <p14:xfrm>
                <a:off x="8571490" y="585746"/>
                <a:ext cx="75240" cy="22320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8E3A34BE-87D3-48A0-9765-25728E08AE7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553490" y="568106"/>
                  <a:ext cx="1108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BBD8760E-81A8-4025-89F2-22EC11FEF810}"/>
                    </a:ext>
                  </a:extLst>
                </p14:cNvPr>
                <p14:cNvContentPartPr/>
                <p14:nvPr/>
              </p14:nvContentPartPr>
              <p14:xfrm>
                <a:off x="8773810" y="681146"/>
                <a:ext cx="135000" cy="144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BBD8760E-81A8-4025-89F2-22EC11FEF81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756170" y="663506"/>
                  <a:ext cx="170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F7D9BEC1-8242-4544-8C27-2813DE02B99C}"/>
                    </a:ext>
                  </a:extLst>
                </p14:cNvPr>
                <p14:cNvContentPartPr/>
                <p14:nvPr/>
              </p14:nvContentPartPr>
              <p14:xfrm>
                <a:off x="9045250" y="514106"/>
                <a:ext cx="167040" cy="23832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F7D9BEC1-8242-4544-8C27-2813DE02B99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027610" y="496466"/>
                  <a:ext cx="2026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8607ABBB-5436-49BF-B607-75584722F9C1}"/>
                    </a:ext>
                  </a:extLst>
                </p14:cNvPr>
                <p14:cNvContentPartPr/>
                <p14:nvPr/>
              </p14:nvContentPartPr>
              <p14:xfrm>
                <a:off x="9309850" y="452186"/>
                <a:ext cx="60840" cy="30636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8607ABBB-5436-49BF-B607-75584722F9C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292210" y="434186"/>
                  <a:ext cx="964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6DC0EA18-BA49-44C5-A85A-BB26BF4880A0}"/>
                    </a:ext>
                  </a:extLst>
                </p14:cNvPr>
                <p14:cNvContentPartPr/>
                <p14:nvPr/>
              </p14:nvContentPartPr>
              <p14:xfrm>
                <a:off x="9502450" y="390986"/>
                <a:ext cx="198360" cy="34344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6DC0EA18-BA49-44C5-A85A-BB26BF4880A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484810" y="373346"/>
                  <a:ext cx="2340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C08E4A50-B4EC-46E8-A4E5-237328809C5A}"/>
                    </a:ext>
                  </a:extLst>
                </p14:cNvPr>
                <p14:cNvContentPartPr/>
                <p14:nvPr/>
              </p14:nvContentPartPr>
              <p14:xfrm>
                <a:off x="9788650" y="489626"/>
                <a:ext cx="231480" cy="30348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C08E4A50-B4EC-46E8-A4E5-237328809C5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770650" y="471626"/>
                  <a:ext cx="267120" cy="33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930920A3-450A-4CD5-84F7-59AD2DE59262}"/>
                  </a:ext>
                </a:extLst>
              </p14:cNvPr>
              <p14:cNvContentPartPr/>
              <p14:nvPr/>
            </p14:nvContentPartPr>
            <p14:xfrm>
              <a:off x="10296970" y="448946"/>
              <a:ext cx="217080" cy="21852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930920A3-450A-4CD5-84F7-59AD2DE59262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279330" y="430946"/>
                <a:ext cx="252720" cy="25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upo 97">
            <a:extLst>
              <a:ext uri="{FF2B5EF4-FFF2-40B4-BE49-F238E27FC236}">
                <a16:creationId xmlns:a16="http://schemas.microsoft.com/office/drawing/2014/main" id="{55E446EC-4CDA-4935-B8DE-85A6F21EE25B}"/>
              </a:ext>
            </a:extLst>
          </p:cNvPr>
          <p:cNvGrpSpPr/>
          <p:nvPr/>
        </p:nvGrpSpPr>
        <p:grpSpPr>
          <a:xfrm>
            <a:off x="6276850" y="1793186"/>
            <a:ext cx="230040" cy="1560240"/>
            <a:chOff x="6276850" y="1793186"/>
            <a:chExt cx="230040" cy="156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ABC32971-261A-48DC-BCB1-01BC7E04C44F}"/>
                    </a:ext>
                  </a:extLst>
                </p14:cNvPr>
                <p14:cNvContentPartPr/>
                <p14:nvPr/>
              </p14:nvContentPartPr>
              <p14:xfrm>
                <a:off x="6276850" y="2186306"/>
                <a:ext cx="185040" cy="79524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ABC32971-261A-48DC-BCB1-01BC7E04C44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258850" y="2168306"/>
                  <a:ext cx="220680" cy="83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631F5B62-FEB6-4239-995F-0EEFE158AC92}"/>
                    </a:ext>
                  </a:extLst>
                </p14:cNvPr>
                <p14:cNvContentPartPr/>
                <p14:nvPr/>
              </p14:nvContentPartPr>
              <p14:xfrm>
                <a:off x="6307450" y="3063266"/>
                <a:ext cx="168120" cy="29016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631F5B62-FEB6-4239-995F-0EEFE158AC9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289810" y="3045266"/>
                  <a:ext cx="2037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ECC85EF7-DD31-42C8-91F2-F545E238F7C5}"/>
                    </a:ext>
                  </a:extLst>
                </p14:cNvPr>
                <p14:cNvContentPartPr/>
                <p14:nvPr/>
              </p14:nvContentPartPr>
              <p14:xfrm>
                <a:off x="6283690" y="1845746"/>
                <a:ext cx="223200" cy="16992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ECC85EF7-DD31-42C8-91F2-F545E238F7C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266050" y="1828106"/>
                  <a:ext cx="2588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8DCBC743-88F3-42FB-A52B-8C4ADA780BCB}"/>
                    </a:ext>
                  </a:extLst>
                </p14:cNvPr>
                <p14:cNvContentPartPr/>
                <p14:nvPr/>
              </p14:nvContentPartPr>
              <p14:xfrm>
                <a:off x="6330130" y="1793186"/>
                <a:ext cx="158760" cy="29592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8DCBC743-88F3-42FB-A52B-8C4ADA780BC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312490" y="1775546"/>
                  <a:ext cx="194400" cy="33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435AE4F7-3534-44E8-B088-609384B6B157}"/>
              </a:ext>
            </a:extLst>
          </p:cNvPr>
          <p:cNvGrpSpPr/>
          <p:nvPr/>
        </p:nvGrpSpPr>
        <p:grpSpPr>
          <a:xfrm>
            <a:off x="2666050" y="3135626"/>
            <a:ext cx="898560" cy="1197360"/>
            <a:chOff x="2666050" y="3135626"/>
            <a:chExt cx="898560" cy="11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E43CC2E6-B8C1-4D4B-A248-8DAF4A382771}"/>
                    </a:ext>
                  </a:extLst>
                </p14:cNvPr>
                <p14:cNvContentPartPr/>
                <p14:nvPr/>
              </p14:nvContentPartPr>
              <p14:xfrm>
                <a:off x="3459130" y="3937706"/>
                <a:ext cx="15840" cy="13968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E43CC2E6-B8C1-4D4B-A248-8DAF4A38277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441130" y="3920066"/>
                  <a:ext cx="514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C29FF99E-6F3D-4FB1-912E-F6D758F33112}"/>
                    </a:ext>
                  </a:extLst>
                </p14:cNvPr>
                <p14:cNvContentPartPr/>
                <p14:nvPr/>
              </p14:nvContentPartPr>
              <p14:xfrm>
                <a:off x="3411250" y="4155506"/>
                <a:ext cx="153360" cy="1774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C29FF99E-6F3D-4FB1-912E-F6D758F3311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393610" y="4137866"/>
                  <a:ext cx="1890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84D663D3-BDB6-4C9F-8C30-DB97C10D2A94}"/>
                    </a:ext>
                  </a:extLst>
                </p14:cNvPr>
                <p14:cNvContentPartPr/>
                <p14:nvPr/>
              </p14:nvContentPartPr>
              <p14:xfrm>
                <a:off x="3394690" y="4147946"/>
                <a:ext cx="158760" cy="1738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84D663D3-BDB6-4C9F-8C30-DB97C10D2A9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377050" y="4129946"/>
                  <a:ext cx="194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DB02156D-E3A2-4690-8167-BD4A43545608}"/>
                    </a:ext>
                  </a:extLst>
                </p14:cNvPr>
                <p14:cNvContentPartPr/>
                <p14:nvPr/>
              </p14:nvContentPartPr>
              <p14:xfrm>
                <a:off x="2832730" y="3135626"/>
                <a:ext cx="504000" cy="6163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DB02156D-E3A2-4690-8167-BD4A4354560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814730" y="3117626"/>
                  <a:ext cx="53964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640B7561-F5D6-442F-B66F-FC9CCA90421A}"/>
                    </a:ext>
                  </a:extLst>
                </p14:cNvPr>
                <p14:cNvContentPartPr/>
                <p14:nvPr/>
              </p14:nvContentPartPr>
              <p14:xfrm>
                <a:off x="2986090" y="3413906"/>
                <a:ext cx="358920" cy="42336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640B7561-F5D6-442F-B66F-FC9CCA90421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968450" y="3396266"/>
                  <a:ext cx="39456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433EF17C-5AD9-4BFF-A029-1DE76246F1C7}"/>
                    </a:ext>
                  </a:extLst>
                </p14:cNvPr>
                <p14:cNvContentPartPr/>
                <p14:nvPr/>
              </p14:nvContentPartPr>
              <p14:xfrm>
                <a:off x="3114970" y="3593906"/>
                <a:ext cx="316080" cy="34308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433EF17C-5AD9-4BFF-A029-1DE76246F1C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096970" y="3576266"/>
                  <a:ext cx="3517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CFFA2C4A-A021-4461-BB96-EE9B2CF5625B}"/>
                    </a:ext>
                  </a:extLst>
                </p14:cNvPr>
                <p14:cNvContentPartPr/>
                <p14:nvPr/>
              </p14:nvContentPartPr>
              <p14:xfrm>
                <a:off x="2711050" y="3785786"/>
                <a:ext cx="11160" cy="5400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CFFA2C4A-A021-4461-BB96-EE9B2CF5625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693410" y="3767786"/>
                  <a:ext cx="468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1D3DA5BA-5AAD-42CC-96EB-F1BB9D1C1D86}"/>
                    </a:ext>
                  </a:extLst>
                </p14:cNvPr>
                <p14:cNvContentPartPr/>
                <p14:nvPr/>
              </p14:nvContentPartPr>
              <p14:xfrm>
                <a:off x="2666050" y="3839426"/>
                <a:ext cx="56160" cy="12240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1D3DA5BA-5AAD-42CC-96EB-F1BB9D1C1D8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648050" y="3821426"/>
                  <a:ext cx="91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67645ECE-2BB8-4C85-B69F-4CD49C056175}"/>
                    </a:ext>
                  </a:extLst>
                </p14:cNvPr>
                <p14:cNvContentPartPr/>
                <p14:nvPr/>
              </p14:nvContentPartPr>
              <p14:xfrm>
                <a:off x="2737330" y="3659426"/>
                <a:ext cx="204120" cy="3506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67645ECE-2BB8-4C85-B69F-4CD49C05617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719690" y="3641426"/>
                  <a:ext cx="2397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0745D63E-4861-4F7D-9705-74EE63295849}"/>
                    </a:ext>
                  </a:extLst>
                </p14:cNvPr>
                <p14:cNvContentPartPr/>
                <p14:nvPr/>
              </p14:nvContentPartPr>
              <p14:xfrm>
                <a:off x="2991130" y="3537026"/>
                <a:ext cx="115920" cy="42660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0745D63E-4861-4F7D-9705-74EE6329584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973130" y="3519386"/>
                  <a:ext cx="15156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20DE5444-E68C-4D39-AF6B-F1B368BB6E03}"/>
                    </a:ext>
                  </a:extLst>
                </p14:cNvPr>
                <p14:cNvContentPartPr/>
                <p14:nvPr/>
              </p14:nvContentPartPr>
              <p14:xfrm>
                <a:off x="3151690" y="3335786"/>
                <a:ext cx="176760" cy="85824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20DE5444-E68C-4D39-AF6B-F1B368BB6E0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134050" y="3317786"/>
                  <a:ext cx="212400" cy="89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A39509E3-27EB-461B-B33D-7C6C46233415}"/>
                    </a:ext>
                  </a:extLst>
                </p14:cNvPr>
                <p14:cNvContentPartPr/>
                <p14:nvPr/>
              </p14:nvContentPartPr>
              <p14:xfrm>
                <a:off x="2952970" y="3633506"/>
                <a:ext cx="6480" cy="4860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A39509E3-27EB-461B-B33D-7C6C4623341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934970" y="3615866"/>
                  <a:ext cx="4212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611C2038-146C-4728-A27C-92E7B9C809B6}"/>
              </a:ext>
            </a:extLst>
          </p:cNvPr>
          <p:cNvGrpSpPr/>
          <p:nvPr/>
        </p:nvGrpSpPr>
        <p:grpSpPr>
          <a:xfrm>
            <a:off x="2663530" y="3066866"/>
            <a:ext cx="838800" cy="885240"/>
            <a:chOff x="2663530" y="3066866"/>
            <a:chExt cx="838800" cy="88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CDC52E42-9BF9-4908-8AD5-F305E61A2614}"/>
                    </a:ext>
                  </a:extLst>
                </p14:cNvPr>
                <p14:cNvContentPartPr/>
                <p14:nvPr/>
              </p14:nvContentPartPr>
              <p14:xfrm>
                <a:off x="2663530" y="3813506"/>
                <a:ext cx="187200" cy="13320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CDC52E42-9BF9-4908-8AD5-F305E61A261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645530" y="3795866"/>
                  <a:ext cx="2228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CE8A32AF-5E90-4977-9A29-78FD005127AB}"/>
                    </a:ext>
                  </a:extLst>
                </p14:cNvPr>
                <p14:cNvContentPartPr/>
                <p14:nvPr/>
              </p14:nvContentPartPr>
              <p14:xfrm>
                <a:off x="2807530" y="3764186"/>
                <a:ext cx="168120" cy="18792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CE8A32AF-5E90-4977-9A29-78FD005127A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789890" y="3746546"/>
                  <a:ext cx="2037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8492CDD8-C04C-4157-8351-FF290AFD2D9F}"/>
                    </a:ext>
                  </a:extLst>
                </p14:cNvPr>
                <p14:cNvContentPartPr/>
                <p14:nvPr/>
              </p14:nvContentPartPr>
              <p14:xfrm>
                <a:off x="2848210" y="3610106"/>
                <a:ext cx="430200" cy="32616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8492CDD8-C04C-4157-8351-FF290AFD2D9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830210" y="3592106"/>
                  <a:ext cx="4658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B5A1AF1B-ECA8-476C-905A-6C376C4692A6}"/>
                    </a:ext>
                  </a:extLst>
                </p14:cNvPr>
                <p14:cNvContentPartPr/>
                <p14:nvPr/>
              </p14:nvContentPartPr>
              <p14:xfrm>
                <a:off x="3142330" y="3439826"/>
                <a:ext cx="232560" cy="33768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B5A1AF1B-ECA8-476C-905A-6C376C4692A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124330" y="3421826"/>
                  <a:ext cx="2682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7C88415B-7BD4-4F59-8743-131B329077C9}"/>
                    </a:ext>
                  </a:extLst>
                </p14:cNvPr>
                <p14:cNvContentPartPr/>
                <p14:nvPr/>
              </p14:nvContentPartPr>
              <p14:xfrm>
                <a:off x="3282730" y="3086306"/>
                <a:ext cx="219600" cy="33228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7C88415B-7BD4-4F59-8743-131B329077C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265090" y="3068306"/>
                  <a:ext cx="25524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EDD60959-4815-495B-9401-09005ACB9F26}"/>
                    </a:ext>
                  </a:extLst>
                </p14:cNvPr>
                <p14:cNvContentPartPr/>
                <p14:nvPr/>
              </p14:nvContentPartPr>
              <p14:xfrm>
                <a:off x="2837410" y="3066866"/>
                <a:ext cx="480240" cy="66672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EDD60959-4815-495B-9401-09005ACB9F2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819410" y="3049226"/>
                  <a:ext cx="51588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DCFE87EE-8FE9-4C66-9354-A20BD90ECCD8}"/>
                    </a:ext>
                  </a:extLst>
                </p14:cNvPr>
                <p14:cNvContentPartPr/>
                <p14:nvPr/>
              </p14:nvContentPartPr>
              <p14:xfrm>
                <a:off x="2820850" y="3364586"/>
                <a:ext cx="421920" cy="45252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DCFE87EE-8FE9-4C66-9354-A20BD90ECCD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802850" y="3346946"/>
                  <a:ext cx="45756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B19C1989-8530-4738-BA20-B3F7A581534A}"/>
                    </a:ext>
                  </a:extLst>
                </p14:cNvPr>
                <p14:cNvContentPartPr/>
                <p14:nvPr/>
              </p14:nvContentPartPr>
              <p14:xfrm>
                <a:off x="3211450" y="3418226"/>
                <a:ext cx="220680" cy="31860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B19C1989-8530-4738-BA20-B3F7A581534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193450" y="3400586"/>
                  <a:ext cx="256320" cy="35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3EA1B391-3F71-4DC9-A113-2E7786A4B659}"/>
              </a:ext>
            </a:extLst>
          </p:cNvPr>
          <p:cNvGrpSpPr/>
          <p:nvPr/>
        </p:nvGrpSpPr>
        <p:grpSpPr>
          <a:xfrm>
            <a:off x="6688330" y="2294666"/>
            <a:ext cx="718560" cy="466200"/>
            <a:chOff x="6688330" y="2294666"/>
            <a:chExt cx="718560" cy="46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A130EC06-CB2A-426A-BCC4-1951916C3B35}"/>
                    </a:ext>
                  </a:extLst>
                </p14:cNvPr>
                <p14:cNvContentPartPr/>
                <p14:nvPr/>
              </p14:nvContentPartPr>
              <p14:xfrm>
                <a:off x="6904330" y="2294666"/>
                <a:ext cx="208800" cy="34884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A130EC06-CB2A-426A-BCC4-1951916C3B3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886330" y="2276666"/>
                  <a:ext cx="2444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2D03CE8E-04BC-445E-97A8-16AC3B5FA6BA}"/>
                    </a:ext>
                  </a:extLst>
                </p14:cNvPr>
                <p14:cNvContentPartPr/>
                <p14:nvPr/>
              </p14:nvContentPartPr>
              <p14:xfrm>
                <a:off x="6887410" y="2444426"/>
                <a:ext cx="137160" cy="5076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2D03CE8E-04BC-445E-97A8-16AC3B5FA6B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869770" y="2426786"/>
                  <a:ext cx="172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3129ADDA-6DAA-41C9-9C9E-9EE488CE4408}"/>
                    </a:ext>
                  </a:extLst>
                </p14:cNvPr>
                <p14:cNvContentPartPr/>
                <p14:nvPr/>
              </p14:nvContentPartPr>
              <p14:xfrm>
                <a:off x="7208890" y="2365226"/>
                <a:ext cx="198000" cy="22752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3129ADDA-6DAA-41C9-9C9E-9EE488CE440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191250" y="2347586"/>
                  <a:ext cx="233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14C95A14-3D06-4E84-A469-F939274D162C}"/>
                    </a:ext>
                  </a:extLst>
                </p14:cNvPr>
                <p14:cNvContentPartPr/>
                <p14:nvPr/>
              </p14:nvContentPartPr>
              <p14:xfrm>
                <a:off x="6688330" y="2313746"/>
                <a:ext cx="292320" cy="44712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14C95A14-3D06-4E84-A469-F939274D162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670690" y="2296106"/>
                  <a:ext cx="327960" cy="48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upo 116">
            <a:extLst>
              <a:ext uri="{FF2B5EF4-FFF2-40B4-BE49-F238E27FC236}">
                <a16:creationId xmlns:a16="http://schemas.microsoft.com/office/drawing/2014/main" id="{1A335FD3-0C35-44CA-8FA6-9DD04A322589}"/>
              </a:ext>
            </a:extLst>
          </p:cNvPr>
          <p:cNvGrpSpPr/>
          <p:nvPr/>
        </p:nvGrpSpPr>
        <p:grpSpPr>
          <a:xfrm>
            <a:off x="7658170" y="2135906"/>
            <a:ext cx="739800" cy="437760"/>
            <a:chOff x="7658170" y="2135906"/>
            <a:chExt cx="739800" cy="43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F471137F-FCED-45C1-B4D7-FAC32C583B08}"/>
                    </a:ext>
                  </a:extLst>
                </p14:cNvPr>
                <p14:cNvContentPartPr/>
                <p14:nvPr/>
              </p14:nvContentPartPr>
              <p14:xfrm>
                <a:off x="7658170" y="2205746"/>
                <a:ext cx="28800" cy="36792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F471137F-FCED-45C1-B4D7-FAC32C583B0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640170" y="2187746"/>
                  <a:ext cx="6444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B1C496F8-B93E-4AD1-81DF-A11F95EC0519}"/>
                    </a:ext>
                  </a:extLst>
                </p14:cNvPr>
                <p14:cNvContentPartPr/>
                <p14:nvPr/>
              </p14:nvContentPartPr>
              <p14:xfrm>
                <a:off x="7844650" y="2135906"/>
                <a:ext cx="264240" cy="37440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B1C496F8-B93E-4AD1-81DF-A11F95EC051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826650" y="2118266"/>
                  <a:ext cx="29988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6AD3CDC6-50DD-4128-A547-893CACCB1BBA}"/>
                    </a:ext>
                  </a:extLst>
                </p14:cNvPr>
                <p14:cNvContentPartPr/>
                <p14:nvPr/>
              </p14:nvContentPartPr>
              <p14:xfrm>
                <a:off x="8201050" y="2138066"/>
                <a:ext cx="196920" cy="39024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6AD3CDC6-50DD-4128-A547-893CACCB1BB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183410" y="2120426"/>
                  <a:ext cx="232560" cy="42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upo 120">
            <a:extLst>
              <a:ext uri="{FF2B5EF4-FFF2-40B4-BE49-F238E27FC236}">
                <a16:creationId xmlns:a16="http://schemas.microsoft.com/office/drawing/2014/main" id="{834D3336-3AC3-4AF4-B7FD-85DC65604C00}"/>
              </a:ext>
            </a:extLst>
          </p:cNvPr>
          <p:cNvGrpSpPr/>
          <p:nvPr/>
        </p:nvGrpSpPr>
        <p:grpSpPr>
          <a:xfrm>
            <a:off x="5334730" y="194066"/>
            <a:ext cx="1838160" cy="1646640"/>
            <a:chOff x="5334730" y="194066"/>
            <a:chExt cx="1838160" cy="164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F4843155-0F06-4285-959B-9A563CA028FC}"/>
                    </a:ext>
                  </a:extLst>
                </p14:cNvPr>
                <p14:cNvContentPartPr/>
                <p14:nvPr/>
              </p14:nvContentPartPr>
              <p14:xfrm>
                <a:off x="5334730" y="410066"/>
                <a:ext cx="1430280" cy="143064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F4843155-0F06-4285-959B-9A563CA028F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316730" y="392066"/>
                  <a:ext cx="1465920" cy="14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E4D57D0C-FB66-4CB0-86A0-B400F4658E5F}"/>
                    </a:ext>
                  </a:extLst>
                </p14:cNvPr>
                <p14:cNvContentPartPr/>
                <p14:nvPr/>
              </p14:nvContentPartPr>
              <p14:xfrm>
                <a:off x="6924850" y="194066"/>
                <a:ext cx="248040" cy="24444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E4D57D0C-FB66-4CB0-86A0-B400F4658E5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906850" y="176426"/>
                  <a:ext cx="28368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4BC206C3-8B1A-45D7-B9BD-42B7DAE8C29E}"/>
              </a:ext>
            </a:extLst>
          </p:cNvPr>
          <p:cNvGrpSpPr/>
          <p:nvPr/>
        </p:nvGrpSpPr>
        <p:grpSpPr>
          <a:xfrm>
            <a:off x="285370" y="5144066"/>
            <a:ext cx="237600" cy="163080"/>
            <a:chOff x="285370" y="5144066"/>
            <a:chExt cx="237600" cy="1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0C164B88-F825-4C4C-BCFD-E7E5B40AB157}"/>
                    </a:ext>
                  </a:extLst>
                </p14:cNvPr>
                <p14:cNvContentPartPr/>
                <p14:nvPr/>
              </p14:nvContentPartPr>
              <p14:xfrm>
                <a:off x="285370" y="5144066"/>
                <a:ext cx="198000" cy="2916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0C164B88-F825-4C4C-BCFD-E7E5B40AB15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67370" y="5126066"/>
                  <a:ext cx="233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82840852-1BD0-4453-8143-1AD9AC9BB791}"/>
                    </a:ext>
                  </a:extLst>
                </p14:cNvPr>
                <p14:cNvContentPartPr/>
                <p14:nvPr/>
              </p14:nvContentPartPr>
              <p14:xfrm>
                <a:off x="315250" y="5260706"/>
                <a:ext cx="207720" cy="4644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82840852-1BD0-4453-8143-1AD9AC9BB79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97250" y="5243066"/>
                  <a:ext cx="24336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3A8CC0A3-2BFA-4455-8C9A-6E0F13A74B12}"/>
              </a:ext>
            </a:extLst>
          </p:cNvPr>
          <p:cNvGrpSpPr/>
          <p:nvPr/>
        </p:nvGrpSpPr>
        <p:grpSpPr>
          <a:xfrm>
            <a:off x="1516570" y="4844906"/>
            <a:ext cx="682920" cy="881280"/>
            <a:chOff x="1516570" y="4844906"/>
            <a:chExt cx="682920" cy="88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978C591F-4A27-44E7-8050-ED512DA8ED62}"/>
                    </a:ext>
                  </a:extLst>
                </p14:cNvPr>
                <p14:cNvContentPartPr/>
                <p14:nvPr/>
              </p14:nvContentPartPr>
              <p14:xfrm>
                <a:off x="1516570" y="5134346"/>
                <a:ext cx="199080" cy="1116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978C591F-4A27-44E7-8050-ED512DA8ED6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498930" y="5116706"/>
                  <a:ext cx="2347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0C335F3C-E1D6-43F3-B398-5876441F2556}"/>
                    </a:ext>
                  </a:extLst>
                </p14:cNvPr>
                <p14:cNvContentPartPr/>
                <p14:nvPr/>
              </p14:nvContentPartPr>
              <p14:xfrm>
                <a:off x="1890970" y="4943546"/>
                <a:ext cx="175320" cy="28224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0C335F3C-E1D6-43F3-B398-5876441F255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872970" y="4925906"/>
                  <a:ext cx="2109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E11C70E4-C137-4F9B-803B-DCB1B3442A5B}"/>
                    </a:ext>
                  </a:extLst>
                </p14:cNvPr>
                <p14:cNvContentPartPr/>
                <p14:nvPr/>
              </p14:nvContentPartPr>
              <p14:xfrm>
                <a:off x="1851370" y="5069186"/>
                <a:ext cx="143280" cy="7524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E11C70E4-C137-4F9B-803B-DCB1B3442A5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833370" y="5051186"/>
                  <a:ext cx="178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25EEE061-50C6-41C7-8906-929551B477EB}"/>
                    </a:ext>
                  </a:extLst>
                </p14:cNvPr>
                <p14:cNvContentPartPr/>
                <p14:nvPr/>
              </p14:nvContentPartPr>
              <p14:xfrm>
                <a:off x="2034610" y="4844906"/>
                <a:ext cx="164880" cy="16452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25EEE061-50C6-41C7-8906-929551B477E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016970" y="4827266"/>
                  <a:ext cx="2005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AB505B0B-1C89-4E39-A798-6A55EA1571F4}"/>
                    </a:ext>
                  </a:extLst>
                </p14:cNvPr>
                <p14:cNvContentPartPr/>
                <p14:nvPr/>
              </p14:nvContentPartPr>
              <p14:xfrm>
                <a:off x="1876210" y="5270426"/>
                <a:ext cx="317160" cy="7848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AB505B0B-1C89-4E39-A798-6A55EA1571F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858570" y="5252426"/>
                  <a:ext cx="3528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D937EC86-3B2E-4990-9C99-9EE26B678620}"/>
                    </a:ext>
                  </a:extLst>
                </p14:cNvPr>
                <p14:cNvContentPartPr/>
                <p14:nvPr/>
              </p14:nvContentPartPr>
              <p14:xfrm>
                <a:off x="1990690" y="5489306"/>
                <a:ext cx="164880" cy="23688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D937EC86-3B2E-4990-9C99-9EE26B67862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972690" y="5471666"/>
                  <a:ext cx="20052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8E583C8A-4EDE-40B9-8547-36CBD4C4EAC7}"/>
              </a:ext>
            </a:extLst>
          </p:cNvPr>
          <p:cNvGrpSpPr/>
          <p:nvPr/>
        </p:nvGrpSpPr>
        <p:grpSpPr>
          <a:xfrm>
            <a:off x="849130" y="4807466"/>
            <a:ext cx="382320" cy="1103760"/>
            <a:chOff x="849130" y="4807466"/>
            <a:chExt cx="382320" cy="11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CD83E37A-CC94-4CD4-B98D-C32127EEB848}"/>
                    </a:ext>
                  </a:extLst>
                </p14:cNvPr>
                <p14:cNvContentPartPr/>
                <p14:nvPr/>
              </p14:nvContentPartPr>
              <p14:xfrm>
                <a:off x="1039210" y="4935626"/>
                <a:ext cx="170640" cy="39672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CD83E37A-CC94-4CD4-B98D-C32127EEB84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21210" y="4917626"/>
                  <a:ext cx="20628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B8DCD7C3-4AD8-41FF-941A-37908529A87B}"/>
                    </a:ext>
                  </a:extLst>
                </p14:cNvPr>
                <p14:cNvContentPartPr/>
                <p14:nvPr/>
              </p14:nvContentPartPr>
              <p14:xfrm>
                <a:off x="1035610" y="5146226"/>
                <a:ext cx="195840" cy="4320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B8DCD7C3-4AD8-41FF-941A-37908529A87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17610" y="5128226"/>
                  <a:ext cx="231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15B82A9B-829E-479E-91FB-842E850B5BA1}"/>
                    </a:ext>
                  </a:extLst>
                </p14:cNvPr>
                <p14:cNvContentPartPr/>
                <p14:nvPr/>
              </p14:nvContentPartPr>
              <p14:xfrm>
                <a:off x="849130" y="4807466"/>
                <a:ext cx="290160" cy="110376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15B82A9B-829E-479E-91FB-842E850B5BA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31490" y="4789826"/>
                  <a:ext cx="325800" cy="11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upo 146">
            <a:extLst>
              <a:ext uri="{FF2B5EF4-FFF2-40B4-BE49-F238E27FC236}">
                <a16:creationId xmlns:a16="http://schemas.microsoft.com/office/drawing/2014/main" id="{122CB466-0107-4427-8344-0FCEB730002E}"/>
              </a:ext>
            </a:extLst>
          </p:cNvPr>
          <p:cNvGrpSpPr/>
          <p:nvPr/>
        </p:nvGrpSpPr>
        <p:grpSpPr>
          <a:xfrm>
            <a:off x="2456170" y="4939226"/>
            <a:ext cx="1043640" cy="1277280"/>
            <a:chOff x="2456170" y="4939226"/>
            <a:chExt cx="1043640" cy="12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113EAE1B-6078-41E2-B5F9-6A87D3414D69}"/>
                    </a:ext>
                  </a:extLst>
                </p14:cNvPr>
                <p14:cNvContentPartPr/>
                <p14:nvPr/>
              </p14:nvContentPartPr>
              <p14:xfrm>
                <a:off x="2456170" y="4939226"/>
                <a:ext cx="124560" cy="100692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113EAE1B-6078-41E2-B5F9-6A87D3414D6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438530" y="4921586"/>
                  <a:ext cx="160200" cy="10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EC2A659A-6276-48B8-832B-30E45D1A5D0B}"/>
                    </a:ext>
                  </a:extLst>
                </p14:cNvPr>
                <p14:cNvContentPartPr/>
                <p14:nvPr/>
              </p14:nvContentPartPr>
              <p14:xfrm>
                <a:off x="2762170" y="5004746"/>
                <a:ext cx="26280" cy="83592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EC2A659A-6276-48B8-832B-30E45D1A5D0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744530" y="4987106"/>
                  <a:ext cx="61920" cy="87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00E56B6B-D526-47E5-B9B0-02B3396DCA7E}"/>
                    </a:ext>
                  </a:extLst>
                </p14:cNvPr>
                <p14:cNvContentPartPr/>
                <p14:nvPr/>
              </p14:nvContentPartPr>
              <p14:xfrm>
                <a:off x="2784850" y="5900426"/>
                <a:ext cx="155160" cy="31608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00E56B6B-D526-47E5-B9B0-02B3396DCA7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767210" y="5882426"/>
                  <a:ext cx="1908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81D7279B-0552-42CB-9282-42BF4743ED3E}"/>
                    </a:ext>
                  </a:extLst>
                </p14:cNvPr>
                <p14:cNvContentPartPr/>
                <p14:nvPr/>
              </p14:nvContentPartPr>
              <p14:xfrm>
                <a:off x="2781250" y="5976386"/>
                <a:ext cx="395640" cy="10116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81D7279B-0552-42CB-9282-42BF4743ED3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763610" y="5958386"/>
                  <a:ext cx="4312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AB81FC28-1C14-4B9C-887A-01306B3C298E}"/>
                    </a:ext>
                  </a:extLst>
                </p14:cNvPr>
                <p14:cNvContentPartPr/>
                <p14:nvPr/>
              </p14:nvContentPartPr>
              <p14:xfrm>
                <a:off x="3108850" y="6031106"/>
                <a:ext cx="174240" cy="3888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AB81FC28-1C14-4B9C-887A-01306B3C298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091210" y="6013106"/>
                  <a:ext cx="209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F2D4DD48-6F68-400F-AD99-68026E1151A8}"/>
                    </a:ext>
                  </a:extLst>
                </p14:cNvPr>
                <p14:cNvContentPartPr/>
                <p14:nvPr/>
              </p14:nvContentPartPr>
              <p14:xfrm>
                <a:off x="3363730" y="5937866"/>
                <a:ext cx="136080" cy="14904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F2D4DD48-6F68-400F-AD99-68026E1151A8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345730" y="5919866"/>
                  <a:ext cx="17172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upo 148">
            <a:extLst>
              <a:ext uri="{FF2B5EF4-FFF2-40B4-BE49-F238E27FC236}">
                <a16:creationId xmlns:a16="http://schemas.microsoft.com/office/drawing/2014/main" id="{64DF87A1-65E8-4040-938D-9DE97E6F1218}"/>
              </a:ext>
            </a:extLst>
          </p:cNvPr>
          <p:cNvGrpSpPr/>
          <p:nvPr/>
        </p:nvGrpSpPr>
        <p:grpSpPr>
          <a:xfrm>
            <a:off x="2798170" y="4480586"/>
            <a:ext cx="583920" cy="299160"/>
            <a:chOff x="2798170" y="4480586"/>
            <a:chExt cx="58392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77BA46DB-84CF-4402-8F19-FE00224F09E2}"/>
                    </a:ext>
                  </a:extLst>
                </p14:cNvPr>
                <p14:cNvContentPartPr/>
                <p14:nvPr/>
              </p14:nvContentPartPr>
              <p14:xfrm>
                <a:off x="2810410" y="4480586"/>
                <a:ext cx="152640" cy="27324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77BA46DB-84CF-4402-8F19-FE00224F09E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792410" y="4462946"/>
                  <a:ext cx="1882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1C2132AA-C9F8-4CC8-9806-AA2686191FFB}"/>
                    </a:ext>
                  </a:extLst>
                </p14:cNvPr>
                <p14:cNvContentPartPr/>
                <p14:nvPr/>
              </p14:nvContentPartPr>
              <p14:xfrm>
                <a:off x="2798170" y="4573106"/>
                <a:ext cx="198000" cy="5940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1C2132AA-C9F8-4CC8-9806-AA2686191FF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780170" y="4555106"/>
                  <a:ext cx="2336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C190362D-5902-48B8-AF31-88143F021F3F}"/>
                    </a:ext>
                  </a:extLst>
                </p14:cNvPr>
                <p14:cNvContentPartPr/>
                <p14:nvPr/>
              </p14:nvContentPartPr>
              <p14:xfrm>
                <a:off x="3053050" y="4608386"/>
                <a:ext cx="186120" cy="12240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C190362D-5902-48B8-AF31-88143F021F3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035050" y="4590746"/>
                  <a:ext cx="221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B6A07B11-CF1E-48CA-8115-C66A5B65AF04}"/>
                    </a:ext>
                  </a:extLst>
                </p14:cNvPr>
                <p14:cNvContentPartPr/>
                <p14:nvPr/>
              </p14:nvContentPartPr>
              <p14:xfrm>
                <a:off x="3237010" y="4556906"/>
                <a:ext cx="145080" cy="22284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B6A07B11-CF1E-48CA-8115-C66A5B65AF0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219010" y="4539266"/>
                  <a:ext cx="18072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upo 151">
            <a:extLst>
              <a:ext uri="{FF2B5EF4-FFF2-40B4-BE49-F238E27FC236}">
                <a16:creationId xmlns:a16="http://schemas.microsoft.com/office/drawing/2014/main" id="{46F7D746-4FA5-45B7-8377-A85D279CB287}"/>
              </a:ext>
            </a:extLst>
          </p:cNvPr>
          <p:cNvGrpSpPr/>
          <p:nvPr/>
        </p:nvGrpSpPr>
        <p:grpSpPr>
          <a:xfrm>
            <a:off x="3662530" y="5166386"/>
            <a:ext cx="271800" cy="370440"/>
            <a:chOff x="3662530" y="5166386"/>
            <a:chExt cx="27180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31512969-BF31-409B-AD1D-62C47CC69A8F}"/>
                    </a:ext>
                  </a:extLst>
                </p14:cNvPr>
                <p14:cNvContentPartPr/>
                <p14:nvPr/>
              </p14:nvContentPartPr>
              <p14:xfrm>
                <a:off x="3768730" y="5166386"/>
                <a:ext cx="23040" cy="37044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31512969-BF31-409B-AD1D-62C47CC69A8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750730" y="5148746"/>
                  <a:ext cx="5868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3CFB528A-C02A-4810-81A0-65167E497600}"/>
                    </a:ext>
                  </a:extLst>
                </p14:cNvPr>
                <p14:cNvContentPartPr/>
                <p14:nvPr/>
              </p14:nvContentPartPr>
              <p14:xfrm>
                <a:off x="3662530" y="5365826"/>
                <a:ext cx="271800" cy="5832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3CFB528A-C02A-4810-81A0-65167E49760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644890" y="5347826"/>
                  <a:ext cx="3074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upo 164">
            <a:extLst>
              <a:ext uri="{FF2B5EF4-FFF2-40B4-BE49-F238E27FC236}">
                <a16:creationId xmlns:a16="http://schemas.microsoft.com/office/drawing/2014/main" id="{49E9262C-B484-4AD4-A2BF-4A5C3374142E}"/>
              </a:ext>
            </a:extLst>
          </p:cNvPr>
          <p:cNvGrpSpPr/>
          <p:nvPr/>
        </p:nvGrpSpPr>
        <p:grpSpPr>
          <a:xfrm>
            <a:off x="5584570" y="4998626"/>
            <a:ext cx="200520" cy="315000"/>
            <a:chOff x="5584570" y="4998626"/>
            <a:chExt cx="200520" cy="31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02BA2F5A-23C7-42FD-B578-3CDC92595112}"/>
                    </a:ext>
                  </a:extLst>
                </p14:cNvPr>
                <p14:cNvContentPartPr/>
                <p14:nvPr/>
              </p14:nvContentPartPr>
              <p14:xfrm>
                <a:off x="5584570" y="4998626"/>
                <a:ext cx="149400" cy="31500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02BA2F5A-23C7-42FD-B578-3CDC9259511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566930" y="4980626"/>
                  <a:ext cx="18504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EE0028DF-A90C-46CA-9F19-1EE1A25E7061}"/>
                    </a:ext>
                  </a:extLst>
                </p14:cNvPr>
                <p14:cNvContentPartPr/>
                <p14:nvPr/>
              </p14:nvContentPartPr>
              <p14:xfrm>
                <a:off x="5602570" y="5119226"/>
                <a:ext cx="182520" cy="6876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EE0028DF-A90C-46CA-9F19-1EE1A25E706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584930" y="5101586"/>
                  <a:ext cx="21816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upo 163">
            <a:extLst>
              <a:ext uri="{FF2B5EF4-FFF2-40B4-BE49-F238E27FC236}">
                <a16:creationId xmlns:a16="http://schemas.microsoft.com/office/drawing/2014/main" id="{9A2A6121-1914-4084-B022-52F3A3FC7EEB}"/>
              </a:ext>
            </a:extLst>
          </p:cNvPr>
          <p:cNvGrpSpPr/>
          <p:nvPr/>
        </p:nvGrpSpPr>
        <p:grpSpPr>
          <a:xfrm>
            <a:off x="4261930" y="4979186"/>
            <a:ext cx="988560" cy="1247760"/>
            <a:chOff x="4261930" y="4979186"/>
            <a:chExt cx="988560" cy="12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021D33EE-EF8F-4E5C-8D06-35E463C5E086}"/>
                    </a:ext>
                  </a:extLst>
                </p14:cNvPr>
                <p14:cNvContentPartPr/>
                <p14:nvPr/>
              </p14:nvContentPartPr>
              <p14:xfrm>
                <a:off x="4510330" y="5109866"/>
                <a:ext cx="108720" cy="28044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021D33EE-EF8F-4E5C-8D06-35E463C5E08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492690" y="5092226"/>
                  <a:ext cx="144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A7A068B5-1FAB-407C-9CEF-CE50357DB65A}"/>
                    </a:ext>
                  </a:extLst>
                </p14:cNvPr>
                <p14:cNvContentPartPr/>
                <p14:nvPr/>
              </p14:nvContentPartPr>
              <p14:xfrm>
                <a:off x="4429690" y="5222186"/>
                <a:ext cx="176760" cy="6264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A7A068B5-1FAB-407C-9CEF-CE50357DB65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411690" y="5204546"/>
                  <a:ext cx="212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7D052C6E-AEC4-4CA0-B3D0-CB32902A2EB6}"/>
                    </a:ext>
                  </a:extLst>
                </p14:cNvPr>
                <p14:cNvContentPartPr/>
                <p14:nvPr/>
              </p14:nvContentPartPr>
              <p14:xfrm>
                <a:off x="4635610" y="4981346"/>
                <a:ext cx="132480" cy="20484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7D052C6E-AEC4-4CA0-B3D0-CB32902A2EB6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617610" y="4963706"/>
                  <a:ext cx="1681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32C54644-C7A3-4043-BD6C-F075E2BB3E66}"/>
                    </a:ext>
                  </a:extLst>
                </p14:cNvPr>
                <p14:cNvContentPartPr/>
                <p14:nvPr/>
              </p14:nvContentPartPr>
              <p14:xfrm>
                <a:off x="4496290" y="5486786"/>
                <a:ext cx="235080" cy="5076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32C54644-C7A3-4043-BD6C-F075E2BB3E66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478290" y="5468786"/>
                  <a:ext cx="270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87A747C2-E595-48D5-9377-5151749E85AE}"/>
                    </a:ext>
                  </a:extLst>
                </p14:cNvPr>
                <p14:cNvContentPartPr/>
                <p14:nvPr/>
              </p14:nvContentPartPr>
              <p14:xfrm>
                <a:off x="4562890" y="5662466"/>
                <a:ext cx="281520" cy="23508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87A747C2-E595-48D5-9377-5151749E85A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545250" y="5644826"/>
                  <a:ext cx="3171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F75956FC-086B-4E08-AD31-ADCE06E35561}"/>
                    </a:ext>
                  </a:extLst>
                </p14:cNvPr>
                <p14:cNvContentPartPr/>
                <p14:nvPr/>
              </p14:nvContentPartPr>
              <p14:xfrm>
                <a:off x="5006050" y="5290586"/>
                <a:ext cx="244440" cy="6876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F75956FC-086B-4E08-AD31-ADCE06E3556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988050" y="5272946"/>
                  <a:ext cx="280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F1A7D6AB-9C40-43DE-96BF-EA06949D6E70}"/>
                    </a:ext>
                  </a:extLst>
                </p14:cNvPr>
                <p14:cNvContentPartPr/>
                <p14:nvPr/>
              </p14:nvContentPartPr>
              <p14:xfrm>
                <a:off x="4261930" y="4979186"/>
                <a:ext cx="309960" cy="124776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F1A7D6AB-9C40-43DE-96BF-EA06949D6E7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243930" y="4961186"/>
                  <a:ext cx="345600" cy="128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upo 176">
            <a:extLst>
              <a:ext uri="{FF2B5EF4-FFF2-40B4-BE49-F238E27FC236}">
                <a16:creationId xmlns:a16="http://schemas.microsoft.com/office/drawing/2014/main" id="{CB1F6B66-E495-49A9-948B-40758BA37DB5}"/>
              </a:ext>
            </a:extLst>
          </p:cNvPr>
          <p:cNvGrpSpPr/>
          <p:nvPr/>
        </p:nvGrpSpPr>
        <p:grpSpPr>
          <a:xfrm>
            <a:off x="6028450" y="4483106"/>
            <a:ext cx="1178640" cy="1632600"/>
            <a:chOff x="6028450" y="4483106"/>
            <a:chExt cx="1178640" cy="163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249227D0-756A-4AC1-AE30-175E7F0590FA}"/>
                    </a:ext>
                  </a:extLst>
                </p14:cNvPr>
                <p14:cNvContentPartPr/>
                <p14:nvPr/>
              </p14:nvContentPartPr>
              <p14:xfrm>
                <a:off x="6028450" y="4833386"/>
                <a:ext cx="180360" cy="110988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249227D0-756A-4AC1-AE30-175E7F0590FA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010450" y="4815386"/>
                  <a:ext cx="216000" cy="11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9263A4FD-F966-4EC0-8459-3D759CF705CF}"/>
                    </a:ext>
                  </a:extLst>
                </p14:cNvPr>
                <p14:cNvContentPartPr/>
                <p14:nvPr/>
              </p14:nvContentPartPr>
              <p14:xfrm>
                <a:off x="6386290" y="4903946"/>
                <a:ext cx="47880" cy="103536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9263A4FD-F966-4EC0-8459-3D759CF705C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368290" y="4886306"/>
                  <a:ext cx="83520" cy="10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BA183176-F73A-4E28-AF15-D37D5ADE6A46}"/>
                    </a:ext>
                  </a:extLst>
                </p14:cNvPr>
                <p14:cNvContentPartPr/>
                <p14:nvPr/>
              </p14:nvContentPartPr>
              <p14:xfrm>
                <a:off x="6603010" y="5797466"/>
                <a:ext cx="127800" cy="31824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BA183176-F73A-4E28-AF15-D37D5ADE6A4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585370" y="5779466"/>
                  <a:ext cx="16344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D7629754-B7D3-4BDF-9ECA-B29DAE24A321}"/>
                    </a:ext>
                  </a:extLst>
                </p14:cNvPr>
                <p14:cNvContentPartPr/>
                <p14:nvPr/>
              </p14:nvContentPartPr>
              <p14:xfrm>
                <a:off x="6576730" y="5911946"/>
                <a:ext cx="282600" cy="6264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D7629754-B7D3-4BDF-9ECA-B29DAE24A32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558730" y="5894306"/>
                  <a:ext cx="318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2BE87AF5-75A8-4F8F-BB26-AFBB5C416545}"/>
                    </a:ext>
                  </a:extLst>
                </p14:cNvPr>
                <p14:cNvContentPartPr/>
                <p14:nvPr/>
              </p14:nvContentPartPr>
              <p14:xfrm>
                <a:off x="6807850" y="5978546"/>
                <a:ext cx="177840" cy="5616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2BE87AF5-75A8-4F8F-BB26-AFBB5C41654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789850" y="5960546"/>
                  <a:ext cx="213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D7200714-8F07-46CF-B210-0DB8AA4C0CD4}"/>
                    </a:ext>
                  </a:extLst>
                </p14:cNvPr>
                <p14:cNvContentPartPr/>
                <p14:nvPr/>
              </p14:nvContentPartPr>
              <p14:xfrm>
                <a:off x="7080370" y="5873426"/>
                <a:ext cx="19440" cy="21780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D7200714-8F07-46CF-B210-0DB8AA4C0CD4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062730" y="5855786"/>
                  <a:ext cx="55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B61DFAC1-310A-4DFD-A5E0-FDFCA3CEED41}"/>
                    </a:ext>
                  </a:extLst>
                </p14:cNvPr>
                <p14:cNvContentPartPr/>
                <p14:nvPr/>
              </p14:nvContentPartPr>
              <p14:xfrm>
                <a:off x="6556570" y="4483106"/>
                <a:ext cx="107640" cy="32580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B61DFAC1-310A-4DFD-A5E0-FDFCA3CEED4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538570" y="4465106"/>
                  <a:ext cx="1432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1A99DD46-517C-4734-9FFF-18F225DBC427}"/>
                    </a:ext>
                  </a:extLst>
                </p14:cNvPr>
                <p14:cNvContentPartPr/>
                <p14:nvPr/>
              </p14:nvContentPartPr>
              <p14:xfrm>
                <a:off x="6482770" y="4621346"/>
                <a:ext cx="216000" cy="9360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1A99DD46-517C-4734-9FFF-18F225DBC42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464770" y="4603346"/>
                  <a:ext cx="251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F17A050F-21BC-4C3A-A29D-E6395863D7E1}"/>
                    </a:ext>
                  </a:extLst>
                </p14:cNvPr>
                <p14:cNvContentPartPr/>
                <p14:nvPr/>
              </p14:nvContentPartPr>
              <p14:xfrm>
                <a:off x="6756370" y="4611626"/>
                <a:ext cx="163440" cy="11808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F17A050F-21BC-4C3A-A29D-E6395863D7E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738730" y="4593626"/>
                  <a:ext cx="199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A7A1101E-689A-49F7-8192-7F4DCDD3BF6E}"/>
                    </a:ext>
                  </a:extLst>
                </p14:cNvPr>
                <p14:cNvContentPartPr/>
                <p14:nvPr/>
              </p14:nvContentPartPr>
              <p14:xfrm>
                <a:off x="7013770" y="4543946"/>
                <a:ext cx="193320" cy="12456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A7A1101E-689A-49F7-8192-7F4DCDD3BF6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995770" y="4525946"/>
                  <a:ext cx="228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6890A7E3-AF26-49C5-9AC4-62F7ED7D34A5}"/>
                    </a:ext>
                  </a:extLst>
                </p14:cNvPr>
                <p14:cNvContentPartPr/>
                <p14:nvPr/>
              </p14:nvContentPartPr>
              <p14:xfrm>
                <a:off x="6994690" y="4498226"/>
                <a:ext cx="173160" cy="24552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6890A7E3-AF26-49C5-9AC4-62F7ED7D34A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977050" y="4480226"/>
                  <a:ext cx="20880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D57D93D1-D259-4A7B-97A2-79BA12CA6C04}"/>
              </a:ext>
            </a:extLst>
          </p:cNvPr>
          <p:cNvGrpSpPr/>
          <p:nvPr/>
        </p:nvGrpSpPr>
        <p:grpSpPr>
          <a:xfrm>
            <a:off x="7456930" y="5135426"/>
            <a:ext cx="241920" cy="139680"/>
            <a:chOff x="7456930" y="5135426"/>
            <a:chExt cx="241920" cy="13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514892DF-3043-48EC-8FDF-ACFD7036C130}"/>
                    </a:ext>
                  </a:extLst>
                </p14:cNvPr>
                <p14:cNvContentPartPr/>
                <p14:nvPr/>
              </p14:nvContentPartPr>
              <p14:xfrm>
                <a:off x="7456930" y="5135426"/>
                <a:ext cx="207720" cy="1332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514892DF-3043-48EC-8FDF-ACFD7036C13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438930" y="5117786"/>
                  <a:ext cx="2433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5B2AD94E-4E0D-4439-829C-2F48C5730E09}"/>
                    </a:ext>
                  </a:extLst>
                </p14:cNvPr>
                <p14:cNvContentPartPr/>
                <p14:nvPr/>
              </p14:nvContentPartPr>
              <p14:xfrm>
                <a:off x="7535410" y="5222186"/>
                <a:ext cx="163440" cy="5292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5B2AD94E-4E0D-4439-829C-2F48C5730E0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517410" y="5204546"/>
                  <a:ext cx="19908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upo 187">
            <a:extLst>
              <a:ext uri="{FF2B5EF4-FFF2-40B4-BE49-F238E27FC236}">
                <a16:creationId xmlns:a16="http://schemas.microsoft.com/office/drawing/2014/main" id="{89839650-05A4-4F2A-8075-6CC99CDAD166}"/>
              </a:ext>
            </a:extLst>
          </p:cNvPr>
          <p:cNvGrpSpPr/>
          <p:nvPr/>
        </p:nvGrpSpPr>
        <p:grpSpPr>
          <a:xfrm>
            <a:off x="8083330" y="4798106"/>
            <a:ext cx="250560" cy="708120"/>
            <a:chOff x="8083330" y="4798106"/>
            <a:chExt cx="250560" cy="70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C8F92436-B625-4579-995A-8A209AFA1822}"/>
                    </a:ext>
                  </a:extLst>
                </p14:cNvPr>
                <p14:cNvContentPartPr/>
                <p14:nvPr/>
              </p14:nvContentPartPr>
              <p14:xfrm>
                <a:off x="8229490" y="4798106"/>
                <a:ext cx="8640" cy="23148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C8F92436-B625-4579-995A-8A209AFA1822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211850" y="4780466"/>
                  <a:ext cx="442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1E04C712-6A1D-4FAC-8BAB-26BDE596B475}"/>
                    </a:ext>
                  </a:extLst>
                </p14:cNvPr>
                <p14:cNvContentPartPr/>
                <p14:nvPr/>
              </p14:nvContentPartPr>
              <p14:xfrm>
                <a:off x="8126170" y="5097986"/>
                <a:ext cx="207720" cy="3240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1E04C712-6A1D-4FAC-8BAB-26BDE596B47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108170" y="5079986"/>
                  <a:ext cx="2433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E4496BE3-7B11-44CC-BE63-2BF1F67410EB}"/>
                    </a:ext>
                  </a:extLst>
                </p14:cNvPr>
                <p14:cNvContentPartPr/>
                <p14:nvPr/>
              </p14:nvContentPartPr>
              <p14:xfrm>
                <a:off x="8083330" y="5209946"/>
                <a:ext cx="230040" cy="29628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E4496BE3-7B11-44CC-BE63-2BF1F67410E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065330" y="5191946"/>
                  <a:ext cx="265680" cy="3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89" name="Entrada de lápiz 188">
                <a:extLst>
                  <a:ext uri="{FF2B5EF4-FFF2-40B4-BE49-F238E27FC236}">
                    <a16:creationId xmlns:a16="http://schemas.microsoft.com/office/drawing/2014/main" id="{2B2B078F-3140-4FF2-B1A4-6497BFBC1C64}"/>
                  </a:ext>
                </a:extLst>
              </p14:cNvPr>
              <p14:cNvContentPartPr/>
              <p14:nvPr/>
            </p14:nvContentPartPr>
            <p14:xfrm>
              <a:off x="8653570" y="4925546"/>
              <a:ext cx="46800" cy="306720"/>
            </p14:xfrm>
          </p:contentPart>
        </mc:Choice>
        <mc:Fallback>
          <p:pic>
            <p:nvPicPr>
              <p:cNvPr id="189" name="Entrada de lápiz 188">
                <a:extLst>
                  <a:ext uri="{FF2B5EF4-FFF2-40B4-BE49-F238E27FC236}">
                    <a16:creationId xmlns:a16="http://schemas.microsoft.com/office/drawing/2014/main" id="{2B2B078F-3140-4FF2-B1A4-6497BFBC1C64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8635930" y="4907546"/>
                <a:ext cx="824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190" name="Entrada de lápiz 189">
                <a:extLst>
                  <a:ext uri="{FF2B5EF4-FFF2-40B4-BE49-F238E27FC236}">
                    <a16:creationId xmlns:a16="http://schemas.microsoft.com/office/drawing/2014/main" id="{6559CE2D-D877-4203-B796-D6C1F1DB1122}"/>
                  </a:ext>
                </a:extLst>
              </p14:cNvPr>
              <p14:cNvContentPartPr/>
              <p14:nvPr/>
            </p14:nvContentPartPr>
            <p14:xfrm>
              <a:off x="8609650" y="5029226"/>
              <a:ext cx="189720" cy="68760"/>
            </p14:xfrm>
          </p:contentPart>
        </mc:Choice>
        <mc:Fallback>
          <p:pic>
            <p:nvPicPr>
              <p:cNvPr id="190" name="Entrada de lápiz 189">
                <a:extLst>
                  <a:ext uri="{FF2B5EF4-FFF2-40B4-BE49-F238E27FC236}">
                    <a16:creationId xmlns:a16="http://schemas.microsoft.com/office/drawing/2014/main" id="{6559CE2D-D877-4203-B796-D6C1F1DB1122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8591650" y="5011586"/>
                <a:ext cx="225360" cy="10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upo 210">
            <a:extLst>
              <a:ext uri="{FF2B5EF4-FFF2-40B4-BE49-F238E27FC236}">
                <a16:creationId xmlns:a16="http://schemas.microsoft.com/office/drawing/2014/main" id="{5C95EC25-5B5B-4F58-9681-BC0AE343C7CC}"/>
              </a:ext>
            </a:extLst>
          </p:cNvPr>
          <p:cNvGrpSpPr/>
          <p:nvPr/>
        </p:nvGrpSpPr>
        <p:grpSpPr>
          <a:xfrm>
            <a:off x="9128770" y="4476626"/>
            <a:ext cx="2000880" cy="1132560"/>
            <a:chOff x="9128770" y="4476626"/>
            <a:chExt cx="2000880" cy="11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063FB557-4EFC-476C-A2E8-54F94E8D72A2}"/>
                    </a:ext>
                  </a:extLst>
                </p14:cNvPr>
                <p14:cNvContentPartPr/>
                <p14:nvPr/>
              </p14:nvContentPartPr>
              <p14:xfrm>
                <a:off x="9128770" y="4768586"/>
                <a:ext cx="128160" cy="24516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063FB557-4EFC-476C-A2E8-54F94E8D72A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110770" y="4750586"/>
                  <a:ext cx="1638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27187E08-8987-4919-B784-972AF8EC83A1}"/>
                    </a:ext>
                  </a:extLst>
                </p14:cNvPr>
                <p14:cNvContentPartPr/>
                <p14:nvPr/>
              </p14:nvContentPartPr>
              <p14:xfrm>
                <a:off x="9288250" y="4710266"/>
                <a:ext cx="142200" cy="20916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27187E08-8987-4919-B784-972AF8EC83A1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270250" y="4692266"/>
                  <a:ext cx="1778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CC86873E-F8C1-4C81-8B1E-F8F8B4ACC9F5}"/>
                    </a:ext>
                  </a:extLst>
                </p14:cNvPr>
                <p14:cNvContentPartPr/>
                <p14:nvPr/>
              </p14:nvContentPartPr>
              <p14:xfrm>
                <a:off x="9375370" y="4576346"/>
                <a:ext cx="145800" cy="20052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CC86873E-F8C1-4C81-8B1E-F8F8B4ACC9F5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357370" y="4558706"/>
                  <a:ext cx="1814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AD3820EE-B141-40C9-9560-DABF220937D9}"/>
                    </a:ext>
                  </a:extLst>
                </p14:cNvPr>
                <p14:cNvContentPartPr/>
                <p14:nvPr/>
              </p14:nvContentPartPr>
              <p14:xfrm>
                <a:off x="9208690" y="5126786"/>
                <a:ext cx="262440" cy="5616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AD3820EE-B141-40C9-9560-DABF220937D9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190690" y="5109146"/>
                  <a:ext cx="298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C319E77C-9E32-4B34-A084-376296C3CEFF}"/>
                    </a:ext>
                  </a:extLst>
                </p14:cNvPr>
                <p14:cNvContentPartPr/>
                <p14:nvPr/>
              </p14:nvContentPartPr>
              <p14:xfrm>
                <a:off x="9306250" y="5256386"/>
                <a:ext cx="263520" cy="21960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C319E77C-9E32-4B34-A084-376296C3CEF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288250" y="5238746"/>
                  <a:ext cx="2991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80DD6425-1094-499E-9F95-CE252D35E5B9}"/>
                    </a:ext>
                  </a:extLst>
                </p14:cNvPr>
                <p14:cNvContentPartPr/>
                <p14:nvPr/>
              </p14:nvContentPartPr>
              <p14:xfrm>
                <a:off x="9717010" y="4957586"/>
                <a:ext cx="156240" cy="2088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80DD6425-1094-499E-9F95-CE252D35E5B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699370" y="4939946"/>
                  <a:ext cx="191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BF0E9B46-083D-4F9D-9A5F-E8F0132635F0}"/>
                    </a:ext>
                  </a:extLst>
                </p14:cNvPr>
                <p14:cNvContentPartPr/>
                <p14:nvPr/>
              </p14:nvContentPartPr>
              <p14:xfrm>
                <a:off x="10049290" y="4802426"/>
                <a:ext cx="123840" cy="15912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BF0E9B46-083D-4F9D-9A5F-E8F0132635F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031650" y="4784426"/>
                  <a:ext cx="159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0A6DADBA-B13F-4ECC-95C8-4AB4B9935A8C}"/>
                    </a:ext>
                  </a:extLst>
                </p14:cNvPr>
                <p14:cNvContentPartPr/>
                <p14:nvPr/>
              </p14:nvContentPartPr>
              <p14:xfrm>
                <a:off x="10152970" y="4754186"/>
                <a:ext cx="143280" cy="21996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0A6DADBA-B13F-4ECC-95C8-4AB4B9935A8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134970" y="4736186"/>
                  <a:ext cx="1789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AC9FAE58-B5E4-4265-843D-2A119C6552D5}"/>
                    </a:ext>
                  </a:extLst>
                </p14:cNvPr>
                <p14:cNvContentPartPr/>
                <p14:nvPr/>
              </p14:nvContentPartPr>
              <p14:xfrm>
                <a:off x="10375450" y="4804586"/>
                <a:ext cx="123120" cy="3456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AC9FAE58-B5E4-4265-843D-2A119C6552D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357810" y="4786586"/>
                  <a:ext cx="1587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112EB704-5255-4257-AC7F-34B35B8093F3}"/>
                    </a:ext>
                  </a:extLst>
                </p14:cNvPr>
                <p14:cNvContentPartPr/>
                <p14:nvPr/>
              </p14:nvContentPartPr>
              <p14:xfrm>
                <a:off x="10623130" y="4476626"/>
                <a:ext cx="167040" cy="4320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112EB704-5255-4257-AC7F-34B35B8093F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605490" y="4458986"/>
                  <a:ext cx="202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C7A59887-5292-44F5-887B-16015841A0A5}"/>
                    </a:ext>
                  </a:extLst>
                </p14:cNvPr>
                <p14:cNvContentPartPr/>
                <p14:nvPr/>
              </p14:nvContentPartPr>
              <p14:xfrm>
                <a:off x="10622050" y="4506506"/>
                <a:ext cx="200520" cy="110268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C7A59887-5292-44F5-887B-16015841A0A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604410" y="4488866"/>
                  <a:ext cx="236160" cy="11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2B9BE5E7-66E9-45EB-90B7-25C78B8DD6CC}"/>
                    </a:ext>
                  </a:extLst>
                </p14:cNvPr>
                <p14:cNvContentPartPr/>
                <p14:nvPr/>
              </p14:nvContentPartPr>
              <p14:xfrm>
                <a:off x="11001850" y="4607666"/>
                <a:ext cx="52920" cy="17604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2B9BE5E7-66E9-45EB-90B7-25C78B8DD6C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984210" y="4589666"/>
                  <a:ext cx="885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6375E68D-FD46-49D9-B27F-81F3003367DB}"/>
                    </a:ext>
                  </a:extLst>
                </p14:cNvPr>
                <p14:cNvContentPartPr/>
                <p14:nvPr/>
              </p14:nvContentPartPr>
              <p14:xfrm>
                <a:off x="10973410" y="4857866"/>
                <a:ext cx="109800" cy="2376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6375E68D-FD46-49D9-B27F-81F3003367D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955770" y="4840226"/>
                  <a:ext cx="145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B5D627D9-1298-45FF-8F5B-CBCE1B12B3D7}"/>
                    </a:ext>
                  </a:extLst>
                </p14:cNvPr>
                <p14:cNvContentPartPr/>
                <p14:nvPr/>
              </p14:nvContentPartPr>
              <p14:xfrm>
                <a:off x="11005450" y="5000786"/>
                <a:ext cx="124200" cy="23148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B5D627D9-1298-45FF-8F5B-CBCE1B12B3D7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987810" y="4982786"/>
                  <a:ext cx="159840" cy="26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210" name="Entrada de lápiz 209">
                <a:extLst>
                  <a:ext uri="{FF2B5EF4-FFF2-40B4-BE49-F238E27FC236}">
                    <a16:creationId xmlns:a16="http://schemas.microsoft.com/office/drawing/2014/main" id="{DF1A975E-120F-4495-A345-12648B4D2E07}"/>
                  </a:ext>
                </a:extLst>
              </p14:cNvPr>
              <p14:cNvContentPartPr/>
              <p14:nvPr/>
            </p14:nvContentPartPr>
            <p14:xfrm>
              <a:off x="11403610" y="4746626"/>
              <a:ext cx="132480" cy="64800"/>
            </p14:xfrm>
          </p:contentPart>
        </mc:Choice>
        <mc:Fallback>
          <p:pic>
            <p:nvPicPr>
              <p:cNvPr id="210" name="Entrada de lápiz 209">
                <a:extLst>
                  <a:ext uri="{FF2B5EF4-FFF2-40B4-BE49-F238E27FC236}">
                    <a16:creationId xmlns:a16="http://schemas.microsoft.com/office/drawing/2014/main" id="{DF1A975E-120F-4495-A345-12648B4D2E07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11385610" y="4728626"/>
                <a:ext cx="16812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upo 213">
            <a:extLst>
              <a:ext uri="{FF2B5EF4-FFF2-40B4-BE49-F238E27FC236}">
                <a16:creationId xmlns:a16="http://schemas.microsoft.com/office/drawing/2014/main" id="{4C0DA1BF-E836-4432-8818-89C5385ED58D}"/>
              </a:ext>
            </a:extLst>
          </p:cNvPr>
          <p:cNvGrpSpPr/>
          <p:nvPr/>
        </p:nvGrpSpPr>
        <p:grpSpPr>
          <a:xfrm>
            <a:off x="11734450" y="4392026"/>
            <a:ext cx="370800" cy="943200"/>
            <a:chOff x="11734450" y="4392026"/>
            <a:chExt cx="370800" cy="94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A141E0A3-DDB5-44FB-A84D-74B620177ED6}"/>
                    </a:ext>
                  </a:extLst>
                </p14:cNvPr>
                <p14:cNvContentPartPr/>
                <p14:nvPr/>
              </p14:nvContentPartPr>
              <p14:xfrm>
                <a:off x="11734450" y="4542866"/>
                <a:ext cx="158760" cy="29448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A141E0A3-DDB5-44FB-A84D-74B620177ED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716450" y="4524866"/>
                  <a:ext cx="1944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FC198999-BADC-4308-A8FF-114753D9B76F}"/>
                    </a:ext>
                  </a:extLst>
                </p14:cNvPr>
                <p14:cNvContentPartPr/>
                <p14:nvPr/>
              </p14:nvContentPartPr>
              <p14:xfrm>
                <a:off x="11830930" y="4392026"/>
                <a:ext cx="274320" cy="94320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FC198999-BADC-4308-A8FF-114753D9B76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812930" y="4374026"/>
                  <a:ext cx="309960" cy="9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upo 220">
            <a:extLst>
              <a:ext uri="{FF2B5EF4-FFF2-40B4-BE49-F238E27FC236}">
                <a16:creationId xmlns:a16="http://schemas.microsoft.com/office/drawing/2014/main" id="{17E5E00F-CCA2-4A2B-A3EE-342404C77C9A}"/>
              </a:ext>
            </a:extLst>
          </p:cNvPr>
          <p:cNvGrpSpPr/>
          <p:nvPr/>
        </p:nvGrpSpPr>
        <p:grpSpPr>
          <a:xfrm>
            <a:off x="7570690" y="6150986"/>
            <a:ext cx="152280" cy="126720"/>
            <a:chOff x="7570690" y="6150986"/>
            <a:chExt cx="152280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240237B8-135A-4EAE-948F-16C7628C7EE1}"/>
                    </a:ext>
                  </a:extLst>
                </p14:cNvPr>
                <p14:cNvContentPartPr/>
                <p14:nvPr/>
              </p14:nvContentPartPr>
              <p14:xfrm>
                <a:off x="7570690" y="6150986"/>
                <a:ext cx="132840" cy="2196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240237B8-135A-4EAE-948F-16C7628C7EE1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553050" y="6132986"/>
                  <a:ext cx="168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A69FBADD-372D-4D68-A4F0-0C016183FC69}"/>
                    </a:ext>
                  </a:extLst>
                </p14:cNvPr>
                <p14:cNvContentPartPr/>
                <p14:nvPr/>
              </p14:nvContentPartPr>
              <p14:xfrm>
                <a:off x="7608130" y="6234506"/>
                <a:ext cx="114840" cy="4320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A69FBADD-372D-4D68-A4F0-0C016183FC69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590130" y="6216866"/>
                  <a:ext cx="15048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upo 219">
            <a:extLst>
              <a:ext uri="{FF2B5EF4-FFF2-40B4-BE49-F238E27FC236}">
                <a16:creationId xmlns:a16="http://schemas.microsoft.com/office/drawing/2014/main" id="{8A7618A3-4280-42AF-82C1-228BCC9F1E90}"/>
              </a:ext>
            </a:extLst>
          </p:cNvPr>
          <p:cNvGrpSpPr/>
          <p:nvPr/>
        </p:nvGrpSpPr>
        <p:grpSpPr>
          <a:xfrm>
            <a:off x="7965250" y="5940026"/>
            <a:ext cx="237240" cy="587520"/>
            <a:chOff x="7965250" y="5940026"/>
            <a:chExt cx="237240" cy="58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E366A35C-7EEF-47D4-99D3-D87D00D36139}"/>
                    </a:ext>
                  </a:extLst>
                </p14:cNvPr>
                <p14:cNvContentPartPr/>
                <p14:nvPr/>
              </p14:nvContentPartPr>
              <p14:xfrm>
                <a:off x="8005930" y="5940026"/>
                <a:ext cx="11160" cy="16524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E366A35C-7EEF-47D4-99D3-D87D00D3613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987930" y="5922386"/>
                  <a:ext cx="46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1B9D6547-278B-4943-9EFC-495DB00E405C}"/>
                    </a:ext>
                  </a:extLst>
                </p14:cNvPr>
                <p14:cNvContentPartPr/>
                <p14:nvPr/>
              </p14:nvContentPartPr>
              <p14:xfrm>
                <a:off x="7965250" y="6171146"/>
                <a:ext cx="149040" cy="3888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1B9D6547-278B-4943-9EFC-495DB00E405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947610" y="6153506"/>
                  <a:ext cx="1846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04139E7E-251F-4B82-A9E9-FF43FF25E4AD}"/>
                    </a:ext>
                  </a:extLst>
                </p14:cNvPr>
                <p14:cNvContentPartPr/>
                <p14:nvPr/>
              </p14:nvContentPartPr>
              <p14:xfrm>
                <a:off x="7982530" y="6289946"/>
                <a:ext cx="219960" cy="23760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04139E7E-251F-4B82-A9E9-FF43FF25E4AD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964890" y="6272306"/>
                  <a:ext cx="25560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upo 231">
            <a:extLst>
              <a:ext uri="{FF2B5EF4-FFF2-40B4-BE49-F238E27FC236}">
                <a16:creationId xmlns:a16="http://schemas.microsoft.com/office/drawing/2014/main" id="{FDC81699-C097-4CA7-8531-C6D7737DE406}"/>
              </a:ext>
            </a:extLst>
          </p:cNvPr>
          <p:cNvGrpSpPr/>
          <p:nvPr/>
        </p:nvGrpSpPr>
        <p:grpSpPr>
          <a:xfrm>
            <a:off x="8479690" y="5668946"/>
            <a:ext cx="706680" cy="766800"/>
            <a:chOff x="8479690" y="5668946"/>
            <a:chExt cx="706680" cy="76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F306E197-52A8-4020-AE78-C4F5F0DFF956}"/>
                    </a:ext>
                  </a:extLst>
                </p14:cNvPr>
                <p14:cNvContentPartPr/>
                <p14:nvPr/>
              </p14:nvContentPartPr>
              <p14:xfrm>
                <a:off x="8527930" y="5959106"/>
                <a:ext cx="41760" cy="21240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F306E197-52A8-4020-AE78-C4F5F0DFF956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509930" y="5941466"/>
                  <a:ext cx="774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6DEA1A16-7373-44CC-8DE9-A4DC0EA547C8}"/>
                    </a:ext>
                  </a:extLst>
                </p14:cNvPr>
                <p14:cNvContentPartPr/>
                <p14:nvPr/>
              </p14:nvContentPartPr>
              <p14:xfrm>
                <a:off x="8479690" y="6009506"/>
                <a:ext cx="168120" cy="11268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6DEA1A16-7373-44CC-8DE9-A4DC0EA547C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462050" y="5991866"/>
                  <a:ext cx="203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06122904-3732-418A-8B06-113C03921588}"/>
                    </a:ext>
                  </a:extLst>
                </p14:cNvPr>
                <p14:cNvContentPartPr/>
                <p14:nvPr/>
              </p14:nvContentPartPr>
              <p14:xfrm>
                <a:off x="8753650" y="5840306"/>
                <a:ext cx="326520" cy="20052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06122904-3732-418A-8B06-113C03921588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735650" y="5822306"/>
                  <a:ext cx="3621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1A7F3680-0D35-4FAD-B89E-E0AD270E8A28}"/>
                    </a:ext>
                  </a:extLst>
                </p14:cNvPr>
                <p14:cNvContentPartPr/>
                <p14:nvPr/>
              </p14:nvContentPartPr>
              <p14:xfrm>
                <a:off x="9031210" y="5668946"/>
                <a:ext cx="155160" cy="16236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1A7F3680-0D35-4FAD-B89E-E0AD270E8A2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013210" y="5651306"/>
                  <a:ext cx="1908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6ED41585-8871-488F-9C9E-10803E86E43C}"/>
                    </a:ext>
                  </a:extLst>
                </p14:cNvPr>
                <p14:cNvContentPartPr/>
                <p14:nvPr/>
              </p14:nvContentPartPr>
              <p14:xfrm>
                <a:off x="8827450" y="6069626"/>
                <a:ext cx="339840" cy="9036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6ED41585-8871-488F-9C9E-10803E86E43C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809810" y="6051626"/>
                  <a:ext cx="375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9602B13E-954F-42C1-AD8E-8ADA89987945}"/>
                    </a:ext>
                  </a:extLst>
                </p14:cNvPr>
                <p14:cNvContentPartPr/>
                <p14:nvPr/>
              </p14:nvContentPartPr>
              <p14:xfrm>
                <a:off x="8969290" y="6199946"/>
                <a:ext cx="212400" cy="23580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9602B13E-954F-42C1-AD8E-8ADA89987945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951290" y="6181946"/>
                  <a:ext cx="24804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upo 230">
            <a:extLst>
              <a:ext uri="{FF2B5EF4-FFF2-40B4-BE49-F238E27FC236}">
                <a16:creationId xmlns:a16="http://schemas.microsoft.com/office/drawing/2014/main" id="{B994D001-C957-4CF1-B072-6B4AE17A338E}"/>
              </a:ext>
            </a:extLst>
          </p:cNvPr>
          <p:cNvGrpSpPr/>
          <p:nvPr/>
        </p:nvGrpSpPr>
        <p:grpSpPr>
          <a:xfrm>
            <a:off x="9491290" y="5784506"/>
            <a:ext cx="628560" cy="211680"/>
            <a:chOff x="9491290" y="5784506"/>
            <a:chExt cx="628560" cy="2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50B1C2D4-9215-4E86-9EFD-E8E8EBA2229C}"/>
                    </a:ext>
                  </a:extLst>
                </p14:cNvPr>
                <p14:cNvContentPartPr/>
                <p14:nvPr/>
              </p14:nvContentPartPr>
              <p14:xfrm>
                <a:off x="9491290" y="5964866"/>
                <a:ext cx="131400" cy="3132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50B1C2D4-9215-4E86-9EFD-E8E8EBA2229C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473290" y="5947226"/>
                  <a:ext cx="167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AA71BAF1-2C71-4032-A39D-0F14E932A7AF}"/>
                    </a:ext>
                  </a:extLst>
                </p14:cNvPr>
                <p14:cNvContentPartPr/>
                <p14:nvPr/>
              </p14:nvContentPartPr>
              <p14:xfrm>
                <a:off x="9777850" y="5837786"/>
                <a:ext cx="131400" cy="14868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AA71BAF1-2C71-4032-A39D-0F14E932A7AF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759850" y="5819786"/>
                  <a:ext cx="167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46D6C6D0-E0EC-4AF0-B991-973B50DD6EC2}"/>
                    </a:ext>
                  </a:extLst>
                </p14:cNvPr>
                <p14:cNvContentPartPr/>
                <p14:nvPr/>
              </p14:nvContentPartPr>
              <p14:xfrm>
                <a:off x="9913930" y="5784506"/>
                <a:ext cx="205920" cy="18612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46D6C6D0-E0EC-4AF0-B991-973B50DD6EC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896290" y="5766866"/>
                  <a:ext cx="24156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upo 236">
            <a:extLst>
              <a:ext uri="{FF2B5EF4-FFF2-40B4-BE49-F238E27FC236}">
                <a16:creationId xmlns:a16="http://schemas.microsoft.com/office/drawing/2014/main" id="{6DCD168E-C8AA-4B43-8EFB-2B3DC80E3309}"/>
              </a:ext>
            </a:extLst>
          </p:cNvPr>
          <p:cNvGrpSpPr/>
          <p:nvPr/>
        </p:nvGrpSpPr>
        <p:grpSpPr>
          <a:xfrm>
            <a:off x="10301650" y="5790986"/>
            <a:ext cx="404280" cy="271440"/>
            <a:chOff x="10301650" y="5790986"/>
            <a:chExt cx="404280" cy="2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17E26D01-136E-4735-9FA2-9816D7AF61AB}"/>
                    </a:ext>
                  </a:extLst>
                </p14:cNvPr>
                <p14:cNvContentPartPr/>
                <p14:nvPr/>
              </p14:nvContentPartPr>
              <p14:xfrm>
                <a:off x="10389850" y="5790986"/>
                <a:ext cx="5040" cy="19224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17E26D01-136E-4735-9FA2-9816D7AF61A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372210" y="5773346"/>
                  <a:ext cx="40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89702839-5E9F-4B41-9E4D-E284A74D9786}"/>
                    </a:ext>
                  </a:extLst>
                </p14:cNvPr>
                <p14:cNvContentPartPr/>
                <p14:nvPr/>
              </p14:nvContentPartPr>
              <p14:xfrm>
                <a:off x="10301650" y="5904746"/>
                <a:ext cx="225360" cy="7200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89702839-5E9F-4B41-9E4D-E284A74D978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284010" y="5886746"/>
                  <a:ext cx="261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C3308022-F330-4012-A07B-5068069DB322}"/>
                    </a:ext>
                  </a:extLst>
                </p14:cNvPr>
                <p14:cNvContentPartPr/>
                <p14:nvPr/>
              </p14:nvContentPartPr>
              <p14:xfrm>
                <a:off x="10559050" y="5805026"/>
                <a:ext cx="146880" cy="25740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C3308022-F330-4012-A07B-5068069DB32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541050" y="5787026"/>
                  <a:ext cx="182520" cy="29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36" name="Entrada de lápiz 235">
                <a:extLst>
                  <a:ext uri="{FF2B5EF4-FFF2-40B4-BE49-F238E27FC236}">
                    <a16:creationId xmlns:a16="http://schemas.microsoft.com/office/drawing/2014/main" id="{C367A0FE-2877-4B29-9543-664531F0B944}"/>
                  </a:ext>
                </a:extLst>
              </p14:cNvPr>
              <p14:cNvContentPartPr/>
              <p14:nvPr/>
            </p14:nvContentPartPr>
            <p14:xfrm>
              <a:off x="10573450" y="6178346"/>
              <a:ext cx="140040" cy="206640"/>
            </p14:xfrm>
          </p:contentPart>
        </mc:Choice>
        <mc:Fallback>
          <p:pic>
            <p:nvPicPr>
              <p:cNvPr id="236" name="Entrada de lápiz 235">
                <a:extLst>
                  <a:ext uri="{FF2B5EF4-FFF2-40B4-BE49-F238E27FC236}">
                    <a16:creationId xmlns:a16="http://schemas.microsoft.com/office/drawing/2014/main" id="{C367A0FE-2877-4B29-9543-664531F0B944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10555450" y="6160706"/>
                <a:ext cx="175680" cy="24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8710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583F598A-FF2E-4F2D-A358-0436F2F91CE8}"/>
                  </a:ext>
                </a:extLst>
              </p14:cNvPr>
              <p14:cNvContentPartPr/>
              <p14:nvPr/>
            </p14:nvContentPartPr>
            <p14:xfrm>
              <a:off x="493810" y="461546"/>
              <a:ext cx="171720" cy="2055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583F598A-FF2E-4F2D-A358-0436F2F91C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810" y="443906"/>
                <a:ext cx="207360" cy="24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upo 10">
            <a:extLst>
              <a:ext uri="{FF2B5EF4-FFF2-40B4-BE49-F238E27FC236}">
                <a16:creationId xmlns:a16="http://schemas.microsoft.com/office/drawing/2014/main" id="{DDCDA2C3-0D75-4294-985E-487499937A4F}"/>
              </a:ext>
            </a:extLst>
          </p:cNvPr>
          <p:cNvGrpSpPr/>
          <p:nvPr/>
        </p:nvGrpSpPr>
        <p:grpSpPr>
          <a:xfrm>
            <a:off x="1244050" y="347066"/>
            <a:ext cx="443880" cy="980640"/>
            <a:chOff x="1244050" y="347066"/>
            <a:chExt cx="443880" cy="98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32C38241-13C9-4EF7-8013-17D42E91E5F7}"/>
                    </a:ext>
                  </a:extLst>
                </p14:cNvPr>
                <p14:cNvContentPartPr/>
                <p14:nvPr/>
              </p14:nvContentPartPr>
              <p14:xfrm>
                <a:off x="1263130" y="526346"/>
                <a:ext cx="153360" cy="25128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32C38241-13C9-4EF7-8013-17D42E91E5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45130" y="508706"/>
                  <a:ext cx="1890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8EC634FC-1108-4719-B82B-F1DDA23DC7AC}"/>
                    </a:ext>
                  </a:extLst>
                </p14:cNvPr>
                <p14:cNvContentPartPr/>
                <p14:nvPr/>
              </p14:nvContentPartPr>
              <p14:xfrm>
                <a:off x="1415050" y="482066"/>
                <a:ext cx="175680" cy="21636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8EC634FC-1108-4719-B82B-F1DDA23DC7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97050" y="464066"/>
                  <a:ext cx="211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0215A7F5-045D-4467-B8B8-1C21FD75F067}"/>
                    </a:ext>
                  </a:extLst>
                </p14:cNvPr>
                <p14:cNvContentPartPr/>
                <p14:nvPr/>
              </p14:nvContentPartPr>
              <p14:xfrm>
                <a:off x="1568050" y="347066"/>
                <a:ext cx="119520" cy="22104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0215A7F5-045D-4467-B8B8-1C21FD75F0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50050" y="329426"/>
                  <a:ext cx="1551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B9536B50-DC18-428C-8727-5210553D9DDF}"/>
                    </a:ext>
                  </a:extLst>
                </p14:cNvPr>
                <p14:cNvContentPartPr/>
                <p14:nvPr/>
              </p14:nvContentPartPr>
              <p14:xfrm>
                <a:off x="1244050" y="859706"/>
                <a:ext cx="443880" cy="9828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B9536B50-DC18-428C-8727-5210553D9DD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26050" y="842066"/>
                  <a:ext cx="479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B3BD9ECB-846A-4FF7-837D-F5C263182475}"/>
                    </a:ext>
                  </a:extLst>
                </p14:cNvPr>
                <p14:cNvContentPartPr/>
                <p14:nvPr/>
              </p14:nvContentPartPr>
              <p14:xfrm>
                <a:off x="1384450" y="1072466"/>
                <a:ext cx="228960" cy="2552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B3BD9ECB-846A-4FF7-837D-F5C26318247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66810" y="1054826"/>
                  <a:ext cx="26460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D352B368-518E-4EC2-A359-C5E1801281E7}"/>
              </a:ext>
            </a:extLst>
          </p:cNvPr>
          <p:cNvGrpSpPr/>
          <p:nvPr/>
        </p:nvGrpSpPr>
        <p:grpSpPr>
          <a:xfrm>
            <a:off x="2032450" y="490706"/>
            <a:ext cx="1074600" cy="306720"/>
            <a:chOff x="2032450" y="490706"/>
            <a:chExt cx="107460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4DDE89A7-AFA2-426B-9723-80789426B530}"/>
                    </a:ext>
                  </a:extLst>
                </p14:cNvPr>
                <p14:cNvContentPartPr/>
                <p14:nvPr/>
              </p14:nvContentPartPr>
              <p14:xfrm>
                <a:off x="2032450" y="669626"/>
                <a:ext cx="157680" cy="334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4DDE89A7-AFA2-426B-9723-80789426B53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14450" y="651626"/>
                  <a:ext cx="1933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11364946-D5BA-4480-935D-B7EA75F5FCB4}"/>
                    </a:ext>
                  </a:extLst>
                </p14:cNvPr>
                <p14:cNvContentPartPr/>
                <p14:nvPr/>
              </p14:nvContentPartPr>
              <p14:xfrm>
                <a:off x="2281210" y="554786"/>
                <a:ext cx="184320" cy="24264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11364946-D5BA-4480-935D-B7EA75F5FC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63570" y="537146"/>
                  <a:ext cx="2199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0E8BBA46-70FF-4027-9A3F-0AC5AC04F1E7}"/>
                    </a:ext>
                  </a:extLst>
                </p14:cNvPr>
                <p14:cNvContentPartPr/>
                <p14:nvPr/>
              </p14:nvContentPartPr>
              <p14:xfrm>
                <a:off x="2448970" y="590426"/>
                <a:ext cx="233640" cy="18792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0E8BBA46-70FF-4027-9A3F-0AC5AC04F1E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31330" y="572426"/>
                  <a:ext cx="2692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62518BA6-CA74-4BAC-A074-0F9DA46223DF}"/>
                    </a:ext>
                  </a:extLst>
                </p14:cNvPr>
                <p14:cNvContentPartPr/>
                <p14:nvPr/>
              </p14:nvContentPartPr>
              <p14:xfrm>
                <a:off x="2732650" y="490706"/>
                <a:ext cx="231480" cy="2736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62518BA6-CA74-4BAC-A074-0F9DA46223D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14650" y="472706"/>
                  <a:ext cx="2671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4E2E7B78-6AD4-4599-A705-EF48C45F4E01}"/>
                    </a:ext>
                  </a:extLst>
                </p14:cNvPr>
                <p14:cNvContentPartPr/>
                <p14:nvPr/>
              </p14:nvContentPartPr>
              <p14:xfrm>
                <a:off x="3099490" y="491786"/>
                <a:ext cx="7560" cy="2926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4E2E7B78-6AD4-4599-A705-EF48C45F4E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81490" y="473786"/>
                  <a:ext cx="43200" cy="32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9C1368CF-4CB4-4CA9-9DE2-7811A6CFAA85}"/>
              </a:ext>
            </a:extLst>
          </p:cNvPr>
          <p:cNvGrpSpPr/>
          <p:nvPr/>
        </p:nvGrpSpPr>
        <p:grpSpPr>
          <a:xfrm>
            <a:off x="671290" y="2360906"/>
            <a:ext cx="1234080" cy="622800"/>
            <a:chOff x="671290" y="2360906"/>
            <a:chExt cx="1234080" cy="62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3A8E90FC-3C1D-4FB1-87B7-120513BF00FF}"/>
                    </a:ext>
                  </a:extLst>
                </p14:cNvPr>
                <p14:cNvContentPartPr/>
                <p14:nvPr/>
              </p14:nvContentPartPr>
              <p14:xfrm>
                <a:off x="856690" y="2437946"/>
                <a:ext cx="19800" cy="5457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3A8E90FC-3C1D-4FB1-87B7-120513BF00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8690" y="2420306"/>
                  <a:ext cx="5544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190BDF81-00A7-4143-8C40-A6B3153D4359}"/>
                    </a:ext>
                  </a:extLst>
                </p14:cNvPr>
                <p14:cNvContentPartPr/>
                <p14:nvPr/>
              </p14:nvContentPartPr>
              <p14:xfrm>
                <a:off x="671290" y="2360906"/>
                <a:ext cx="316080" cy="8604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190BDF81-00A7-4143-8C40-A6B3153D435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3290" y="2343266"/>
                  <a:ext cx="351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15FC8B67-3C1E-4FEC-B187-510BBD6C0853}"/>
                    </a:ext>
                  </a:extLst>
                </p14:cNvPr>
                <p14:cNvContentPartPr/>
                <p14:nvPr/>
              </p14:nvContentPartPr>
              <p14:xfrm>
                <a:off x="814210" y="2489426"/>
                <a:ext cx="630360" cy="43308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15FC8B67-3C1E-4FEC-B187-510BBD6C085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6210" y="2471786"/>
                  <a:ext cx="66600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62F5E4A3-4569-4E89-9431-46324EE778A9}"/>
                    </a:ext>
                  </a:extLst>
                </p14:cNvPr>
                <p14:cNvContentPartPr/>
                <p14:nvPr/>
              </p14:nvContentPartPr>
              <p14:xfrm>
                <a:off x="1453570" y="2581586"/>
                <a:ext cx="267120" cy="25092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62F5E4A3-4569-4E89-9431-46324EE778A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435930" y="2563946"/>
                  <a:ext cx="302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234C51E3-F162-44E7-A958-7F913F6AF9E6}"/>
                    </a:ext>
                  </a:extLst>
                </p14:cNvPr>
                <p14:cNvContentPartPr/>
                <p14:nvPr/>
              </p14:nvContentPartPr>
              <p14:xfrm>
                <a:off x="1478410" y="2562506"/>
                <a:ext cx="250560" cy="36252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234C51E3-F162-44E7-A958-7F913F6AF9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60770" y="2544506"/>
                  <a:ext cx="28620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7CF60BCF-4F42-4D74-808F-282D91BB2EBF}"/>
                    </a:ext>
                  </a:extLst>
                </p14:cNvPr>
                <p14:cNvContentPartPr/>
                <p14:nvPr/>
              </p14:nvContentPartPr>
              <p14:xfrm>
                <a:off x="1775050" y="2442266"/>
                <a:ext cx="130320" cy="51012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7CF60BCF-4F42-4D74-808F-282D91BB2EB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57410" y="2424626"/>
                  <a:ext cx="165960" cy="54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C792749B-B7A0-405A-A276-8B405D638873}"/>
                  </a:ext>
                </a:extLst>
              </p14:cNvPr>
              <p14:cNvContentPartPr/>
              <p14:nvPr/>
            </p14:nvContentPartPr>
            <p14:xfrm>
              <a:off x="2158450" y="2623346"/>
              <a:ext cx="216000" cy="20916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C792749B-B7A0-405A-A276-8B405D63887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140810" y="2605706"/>
                <a:ext cx="25164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6F66D413-8491-4CE5-8D83-268D7189906D}"/>
                  </a:ext>
                </a:extLst>
              </p14:cNvPr>
              <p14:cNvContentPartPr/>
              <p14:nvPr/>
            </p14:nvContentPartPr>
            <p14:xfrm>
              <a:off x="3550210" y="2480786"/>
              <a:ext cx="213120" cy="33156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6F66D413-8491-4CE5-8D83-268D7189906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532210" y="2462786"/>
                <a:ext cx="248760" cy="36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upo 39">
            <a:extLst>
              <a:ext uri="{FF2B5EF4-FFF2-40B4-BE49-F238E27FC236}">
                <a16:creationId xmlns:a16="http://schemas.microsoft.com/office/drawing/2014/main" id="{508EC2F8-7268-43FB-A8D0-324E0EA3D555}"/>
              </a:ext>
            </a:extLst>
          </p:cNvPr>
          <p:cNvGrpSpPr/>
          <p:nvPr/>
        </p:nvGrpSpPr>
        <p:grpSpPr>
          <a:xfrm>
            <a:off x="5987050" y="2351186"/>
            <a:ext cx="1085760" cy="392760"/>
            <a:chOff x="5987050" y="2351186"/>
            <a:chExt cx="1085760" cy="3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F84DFD36-4056-464C-99E6-C05EE2E5655D}"/>
                    </a:ext>
                  </a:extLst>
                </p14:cNvPr>
                <p14:cNvContentPartPr/>
                <p14:nvPr/>
              </p14:nvContentPartPr>
              <p14:xfrm>
                <a:off x="6002530" y="2487626"/>
                <a:ext cx="223200" cy="25632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F84DFD36-4056-464C-99E6-C05EE2E5655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84890" y="2469626"/>
                  <a:ext cx="2588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56B1FB2F-B35C-4748-9741-6EE563C84111}"/>
                    </a:ext>
                  </a:extLst>
                </p14:cNvPr>
                <p14:cNvContentPartPr/>
                <p14:nvPr/>
              </p14:nvContentPartPr>
              <p14:xfrm>
                <a:off x="5987050" y="2351186"/>
                <a:ext cx="258840" cy="37044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56B1FB2F-B35C-4748-9741-6EE563C8411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69410" y="2333546"/>
                  <a:ext cx="29448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8960F4F6-7F85-4DD1-BA91-8E5B7AF1B45B}"/>
                    </a:ext>
                  </a:extLst>
                </p14:cNvPr>
                <p14:cNvContentPartPr/>
                <p14:nvPr/>
              </p14:nvContentPartPr>
              <p14:xfrm>
                <a:off x="6373330" y="2472506"/>
                <a:ext cx="251280" cy="18864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8960F4F6-7F85-4DD1-BA91-8E5B7AF1B45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55330" y="2454506"/>
                  <a:ext cx="2869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8AC03883-F2E6-4D5C-9FAB-D5948B8D4949}"/>
                    </a:ext>
                  </a:extLst>
                </p14:cNvPr>
                <p14:cNvContentPartPr/>
                <p14:nvPr/>
              </p14:nvContentPartPr>
              <p14:xfrm>
                <a:off x="6784450" y="2393306"/>
                <a:ext cx="288360" cy="25128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8AC03883-F2E6-4D5C-9FAB-D5948B8D494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66810" y="2375306"/>
                  <a:ext cx="32400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5516587B-E709-4482-824D-44EC3EE4231C}"/>
              </a:ext>
            </a:extLst>
          </p:cNvPr>
          <p:cNvGrpSpPr/>
          <p:nvPr/>
        </p:nvGrpSpPr>
        <p:grpSpPr>
          <a:xfrm>
            <a:off x="6414730" y="3080186"/>
            <a:ext cx="1940400" cy="374760"/>
            <a:chOff x="6414730" y="3080186"/>
            <a:chExt cx="194040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BB4B5D4F-FAD6-4D2D-A48F-12B55CD4A8FA}"/>
                    </a:ext>
                  </a:extLst>
                </p14:cNvPr>
                <p14:cNvContentPartPr/>
                <p14:nvPr/>
              </p14:nvContentPartPr>
              <p14:xfrm>
                <a:off x="7355410" y="3162266"/>
                <a:ext cx="185040" cy="24876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BB4B5D4F-FAD6-4D2D-A48F-12B55CD4A8F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37770" y="3144266"/>
                  <a:ext cx="2206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EDD185C3-1609-4423-A22D-E16CF4A39EA3}"/>
                    </a:ext>
                  </a:extLst>
                </p14:cNvPr>
                <p14:cNvContentPartPr/>
                <p14:nvPr/>
              </p14:nvContentPartPr>
              <p14:xfrm>
                <a:off x="7333090" y="3115106"/>
                <a:ext cx="220680" cy="3099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EDD185C3-1609-4423-A22D-E16CF4A39E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15090" y="3097466"/>
                  <a:ext cx="2563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54783AA3-A276-4EDD-A55A-BCBA5B3056B6}"/>
                    </a:ext>
                  </a:extLst>
                </p14:cNvPr>
                <p14:cNvContentPartPr/>
                <p14:nvPr/>
              </p14:nvContentPartPr>
              <p14:xfrm>
                <a:off x="6968770" y="3135626"/>
                <a:ext cx="233640" cy="22104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54783AA3-A276-4EDD-A55A-BCBA5B3056B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50770" y="3117626"/>
                  <a:ext cx="2692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DB40EBEF-AE62-47AF-B8C6-82168DDFFEF5}"/>
                    </a:ext>
                  </a:extLst>
                </p14:cNvPr>
                <p14:cNvContentPartPr/>
                <p14:nvPr/>
              </p14:nvContentPartPr>
              <p14:xfrm>
                <a:off x="6916210" y="3430106"/>
                <a:ext cx="267120" cy="248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DB40EBEF-AE62-47AF-B8C6-82168DDFFEF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98210" y="3412106"/>
                  <a:ext cx="3027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C0E9D8A9-14B9-4277-95CF-E6BE090F85D5}"/>
                    </a:ext>
                  </a:extLst>
                </p14:cNvPr>
                <p14:cNvContentPartPr/>
                <p14:nvPr/>
              </p14:nvContentPartPr>
              <p14:xfrm>
                <a:off x="6414730" y="3163346"/>
                <a:ext cx="272880" cy="25740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C0E9D8A9-14B9-4277-95CF-E6BE090F85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97090" y="3145346"/>
                  <a:ext cx="3085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0B3A971D-4351-49DA-894C-773D4BF53208}"/>
                    </a:ext>
                  </a:extLst>
                </p14:cNvPr>
                <p14:cNvContentPartPr/>
                <p14:nvPr/>
              </p14:nvContentPartPr>
              <p14:xfrm>
                <a:off x="7789930" y="3096746"/>
                <a:ext cx="218520" cy="27036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0B3A971D-4351-49DA-894C-773D4BF5320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72290" y="3079106"/>
                  <a:ext cx="2541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406B8D22-69D0-4ACF-BA26-4273BC4B26DE}"/>
                    </a:ext>
                  </a:extLst>
                </p14:cNvPr>
                <p14:cNvContentPartPr/>
                <p14:nvPr/>
              </p14:nvContentPartPr>
              <p14:xfrm>
                <a:off x="8174770" y="3080186"/>
                <a:ext cx="69480" cy="27000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406B8D22-69D0-4ACF-BA26-4273BC4B26D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57130" y="3062186"/>
                  <a:ext cx="1051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E6592DA3-6D62-4296-A2C6-CA9823761F14}"/>
                    </a:ext>
                  </a:extLst>
                </p14:cNvPr>
                <p14:cNvContentPartPr/>
                <p14:nvPr/>
              </p14:nvContentPartPr>
              <p14:xfrm>
                <a:off x="8138050" y="3403106"/>
                <a:ext cx="217080" cy="1440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E6592DA3-6D62-4296-A2C6-CA9823761F1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20050" y="3385466"/>
                  <a:ext cx="25272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0907258E-10CD-4F9D-98C2-9CC79FE0ADA8}"/>
              </a:ext>
            </a:extLst>
          </p:cNvPr>
          <p:cNvGrpSpPr/>
          <p:nvPr/>
        </p:nvGrpSpPr>
        <p:grpSpPr>
          <a:xfrm>
            <a:off x="3168610" y="3239306"/>
            <a:ext cx="181440" cy="315360"/>
            <a:chOff x="3168610" y="3239306"/>
            <a:chExt cx="18144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63DEB72C-4F50-460C-8DAC-BEC54278E5FE}"/>
                    </a:ext>
                  </a:extLst>
                </p14:cNvPr>
                <p14:cNvContentPartPr/>
                <p14:nvPr/>
              </p14:nvContentPartPr>
              <p14:xfrm>
                <a:off x="3168610" y="3290786"/>
                <a:ext cx="181440" cy="25524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63DEB72C-4F50-460C-8DAC-BEC54278E5F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50610" y="3273146"/>
                  <a:ext cx="2170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20041692-B50D-4649-B2D7-C2850DB76BD0}"/>
                    </a:ext>
                  </a:extLst>
                </p14:cNvPr>
                <p14:cNvContentPartPr/>
                <p14:nvPr/>
              </p14:nvContentPartPr>
              <p14:xfrm>
                <a:off x="3181570" y="3239306"/>
                <a:ext cx="150480" cy="31536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20041692-B50D-4649-B2D7-C2850DB76BD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63570" y="3221666"/>
                  <a:ext cx="186120" cy="35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9C512ED6-0218-42AB-B2FC-9313AACFFA80}"/>
              </a:ext>
            </a:extLst>
          </p:cNvPr>
          <p:cNvGrpSpPr/>
          <p:nvPr/>
        </p:nvGrpSpPr>
        <p:grpSpPr>
          <a:xfrm>
            <a:off x="3617530" y="3110786"/>
            <a:ext cx="622800" cy="363240"/>
            <a:chOff x="3617530" y="3110786"/>
            <a:chExt cx="622800" cy="36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A52EDDC2-526B-4FCF-857B-6AC8A0DBC6C9}"/>
                    </a:ext>
                  </a:extLst>
                </p14:cNvPr>
                <p14:cNvContentPartPr/>
                <p14:nvPr/>
              </p14:nvContentPartPr>
              <p14:xfrm>
                <a:off x="3617530" y="3404186"/>
                <a:ext cx="102600" cy="2592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A52EDDC2-526B-4FCF-857B-6AC8A0DBC6C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99530" y="3386546"/>
                  <a:ext cx="1382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2C007A26-04F6-4C23-B691-C9AFD59217CF}"/>
                    </a:ext>
                  </a:extLst>
                </p14:cNvPr>
                <p14:cNvContentPartPr/>
                <p14:nvPr/>
              </p14:nvContentPartPr>
              <p14:xfrm>
                <a:off x="3958090" y="3279986"/>
                <a:ext cx="182520" cy="16956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2C007A26-04F6-4C23-B691-C9AFD59217C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40090" y="3262346"/>
                  <a:ext cx="2181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41F7BD0C-0A19-44DA-968D-2A3FCA46E23D}"/>
                    </a:ext>
                  </a:extLst>
                </p14:cNvPr>
                <p14:cNvContentPartPr/>
                <p14:nvPr/>
              </p14:nvContentPartPr>
              <p14:xfrm>
                <a:off x="3927130" y="3229586"/>
                <a:ext cx="176760" cy="24444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41F7BD0C-0A19-44DA-968D-2A3FCA46E23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09130" y="3211946"/>
                  <a:ext cx="2124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4DC8DF32-1A38-483F-8E01-F3765AF05A97}"/>
                    </a:ext>
                  </a:extLst>
                </p14:cNvPr>
                <p14:cNvContentPartPr/>
                <p14:nvPr/>
              </p14:nvContentPartPr>
              <p14:xfrm>
                <a:off x="4103170" y="3110786"/>
                <a:ext cx="137160" cy="19332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4DC8DF32-1A38-483F-8E01-F3765AF05A9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85530" y="3093146"/>
                  <a:ext cx="17280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13021E42-DF58-4AB9-8082-A55708B784F3}"/>
              </a:ext>
            </a:extLst>
          </p:cNvPr>
          <p:cNvGrpSpPr/>
          <p:nvPr/>
        </p:nvGrpSpPr>
        <p:grpSpPr>
          <a:xfrm>
            <a:off x="3870970" y="3639986"/>
            <a:ext cx="388800" cy="396360"/>
            <a:chOff x="3870970" y="3639986"/>
            <a:chExt cx="388800" cy="39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86BD45CD-DB77-4E31-B5E7-08480DB018C8}"/>
                    </a:ext>
                  </a:extLst>
                </p14:cNvPr>
                <p14:cNvContentPartPr/>
                <p14:nvPr/>
              </p14:nvContentPartPr>
              <p14:xfrm>
                <a:off x="3870970" y="3639986"/>
                <a:ext cx="348120" cy="8712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86BD45CD-DB77-4E31-B5E7-08480DB018C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53330" y="3621986"/>
                  <a:ext cx="3837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591FD214-176B-42E2-B4A9-5C686CF5515F}"/>
                    </a:ext>
                  </a:extLst>
                </p14:cNvPr>
                <p14:cNvContentPartPr/>
                <p14:nvPr/>
              </p14:nvContentPartPr>
              <p14:xfrm>
                <a:off x="4031890" y="3817826"/>
                <a:ext cx="227880" cy="21852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591FD214-176B-42E2-B4A9-5C686CF5515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13890" y="3800186"/>
                  <a:ext cx="26352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27089E03-5024-486F-8249-707643710386}"/>
              </a:ext>
            </a:extLst>
          </p:cNvPr>
          <p:cNvGrpSpPr/>
          <p:nvPr/>
        </p:nvGrpSpPr>
        <p:grpSpPr>
          <a:xfrm>
            <a:off x="7014850" y="4467986"/>
            <a:ext cx="625680" cy="390240"/>
            <a:chOff x="7014850" y="4467986"/>
            <a:chExt cx="62568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F2087EE3-B8B3-4190-A607-62879DF3636B}"/>
                    </a:ext>
                  </a:extLst>
                </p14:cNvPr>
                <p14:cNvContentPartPr/>
                <p14:nvPr/>
              </p14:nvContentPartPr>
              <p14:xfrm>
                <a:off x="7432810" y="4622786"/>
                <a:ext cx="207720" cy="18540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F2087EE3-B8B3-4190-A607-62879DF3636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15170" y="4605146"/>
                  <a:ext cx="243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AFAC4E9F-A283-40E3-9112-7D7DBA2400F7}"/>
                    </a:ext>
                  </a:extLst>
                </p14:cNvPr>
                <p14:cNvContentPartPr/>
                <p14:nvPr/>
              </p14:nvContentPartPr>
              <p14:xfrm>
                <a:off x="7475650" y="4563386"/>
                <a:ext cx="164880" cy="29484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AFAC4E9F-A283-40E3-9112-7D7DBA2400F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58010" y="4545746"/>
                  <a:ext cx="2005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1310E111-F563-4746-BFAA-4D290B538391}"/>
                    </a:ext>
                  </a:extLst>
                </p14:cNvPr>
                <p14:cNvContentPartPr/>
                <p14:nvPr/>
              </p14:nvContentPartPr>
              <p14:xfrm>
                <a:off x="7108450" y="4467986"/>
                <a:ext cx="149760" cy="21132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1310E111-F563-4746-BFAA-4D290B5383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90810" y="4450346"/>
                  <a:ext cx="1854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F5E68AED-774E-48E5-BB85-47FAFF73D515}"/>
                    </a:ext>
                  </a:extLst>
                </p14:cNvPr>
                <p14:cNvContentPartPr/>
                <p14:nvPr/>
              </p14:nvContentPartPr>
              <p14:xfrm>
                <a:off x="7014850" y="4780826"/>
                <a:ext cx="252720" cy="111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F5E68AED-774E-48E5-BB85-47FAFF73D51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97210" y="4763186"/>
                  <a:ext cx="28836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E0290720-1A2F-4134-911A-AE84EC329A40}"/>
                  </a:ext>
                </a:extLst>
              </p14:cNvPr>
              <p14:cNvContentPartPr/>
              <p14:nvPr/>
            </p14:nvContentPartPr>
            <p14:xfrm>
              <a:off x="6691210" y="4563386"/>
              <a:ext cx="52920" cy="313200"/>
            </p14:xfrm>
          </p:contentPart>
        </mc:Choice>
        <mc:Fallback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E0290720-1A2F-4134-911A-AE84EC329A4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673210" y="4545746"/>
                <a:ext cx="88560" cy="34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upo 59">
            <a:extLst>
              <a:ext uri="{FF2B5EF4-FFF2-40B4-BE49-F238E27FC236}">
                <a16:creationId xmlns:a16="http://schemas.microsoft.com/office/drawing/2014/main" id="{095ACEC5-F9E9-49C5-A9B2-7D2B5E9673CE}"/>
              </a:ext>
            </a:extLst>
          </p:cNvPr>
          <p:cNvGrpSpPr/>
          <p:nvPr/>
        </p:nvGrpSpPr>
        <p:grpSpPr>
          <a:xfrm>
            <a:off x="7968850" y="4501106"/>
            <a:ext cx="576720" cy="309960"/>
            <a:chOff x="7968850" y="4501106"/>
            <a:chExt cx="57672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2590646F-F151-43D5-94B0-C0CDEA4A87FE}"/>
                    </a:ext>
                  </a:extLst>
                </p14:cNvPr>
                <p14:cNvContentPartPr/>
                <p14:nvPr/>
              </p14:nvContentPartPr>
              <p14:xfrm>
                <a:off x="7968850" y="4501106"/>
                <a:ext cx="238320" cy="19548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2590646F-F151-43D5-94B0-C0CDEA4A87F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51210" y="4483466"/>
                  <a:ext cx="2739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2EC63886-CE6E-4B60-9169-E504C509EECC}"/>
                    </a:ext>
                  </a:extLst>
                </p14:cNvPr>
                <p14:cNvContentPartPr/>
                <p14:nvPr/>
              </p14:nvContentPartPr>
              <p14:xfrm>
                <a:off x="8029690" y="4773266"/>
                <a:ext cx="242280" cy="3780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2EC63886-CE6E-4B60-9169-E504C509EEC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11690" y="4755626"/>
                  <a:ext cx="277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6B9F3754-7A64-4B29-9F8A-23F273E1BD0B}"/>
                    </a:ext>
                  </a:extLst>
                </p14:cNvPr>
                <p14:cNvContentPartPr/>
                <p14:nvPr/>
              </p14:nvContentPartPr>
              <p14:xfrm>
                <a:off x="8386810" y="4505066"/>
                <a:ext cx="158760" cy="27468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6B9F3754-7A64-4B29-9F8A-23F273E1BD0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69170" y="4487066"/>
                  <a:ext cx="19440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0F276128-4864-45FB-B307-488067BA781F}"/>
              </a:ext>
            </a:extLst>
          </p:cNvPr>
          <p:cNvGrpSpPr/>
          <p:nvPr/>
        </p:nvGrpSpPr>
        <p:grpSpPr>
          <a:xfrm>
            <a:off x="2924170" y="4415786"/>
            <a:ext cx="511560" cy="909000"/>
            <a:chOff x="2924170" y="4415786"/>
            <a:chExt cx="511560" cy="90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2E4D0ED8-39B8-4B89-9670-0898B7146909}"/>
                    </a:ext>
                  </a:extLst>
                </p14:cNvPr>
                <p14:cNvContentPartPr/>
                <p14:nvPr/>
              </p14:nvContentPartPr>
              <p14:xfrm>
                <a:off x="2924170" y="4539266"/>
                <a:ext cx="185760" cy="30564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2E4D0ED8-39B8-4B89-9670-0898B714690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06530" y="4521626"/>
                  <a:ext cx="2214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C34D3C6B-E1FB-41DF-9ADC-006924BC2674}"/>
                    </a:ext>
                  </a:extLst>
                </p14:cNvPr>
                <p14:cNvContentPartPr/>
                <p14:nvPr/>
              </p14:nvContentPartPr>
              <p14:xfrm>
                <a:off x="3106330" y="4494986"/>
                <a:ext cx="200520" cy="2606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C34D3C6B-E1FB-41DF-9ADC-006924BC267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088690" y="4476986"/>
                  <a:ext cx="2361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143175F5-EA16-4995-8400-2C38374D0141}"/>
                    </a:ext>
                  </a:extLst>
                </p14:cNvPr>
                <p14:cNvContentPartPr/>
                <p14:nvPr/>
              </p14:nvContentPartPr>
              <p14:xfrm>
                <a:off x="3262570" y="4415786"/>
                <a:ext cx="154080" cy="21672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143175F5-EA16-4995-8400-2C38374D014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44570" y="4398146"/>
                  <a:ext cx="1897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921A279A-190B-44BA-9648-A34A94C507A9}"/>
                    </a:ext>
                  </a:extLst>
                </p14:cNvPr>
                <p14:cNvContentPartPr/>
                <p14:nvPr/>
              </p14:nvContentPartPr>
              <p14:xfrm>
                <a:off x="3064930" y="4970546"/>
                <a:ext cx="345600" cy="10764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921A279A-190B-44BA-9648-A34A94C507A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46930" y="4952546"/>
                  <a:ext cx="3812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6FA08523-09ED-4134-86E0-F9DE47818013}"/>
                    </a:ext>
                  </a:extLst>
                </p14:cNvPr>
                <p14:cNvContentPartPr/>
                <p14:nvPr/>
              </p14:nvContentPartPr>
              <p14:xfrm>
                <a:off x="3192370" y="5092586"/>
                <a:ext cx="243360" cy="23220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6FA08523-09ED-4134-86E0-F9DE4781801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74370" y="5074586"/>
                  <a:ext cx="27900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E50E0E19-07FA-473A-9F59-3C7A23EF8672}"/>
              </a:ext>
            </a:extLst>
          </p:cNvPr>
          <p:cNvGrpSpPr/>
          <p:nvPr/>
        </p:nvGrpSpPr>
        <p:grpSpPr>
          <a:xfrm>
            <a:off x="3669730" y="4566626"/>
            <a:ext cx="1061280" cy="353880"/>
            <a:chOff x="3669730" y="4566626"/>
            <a:chExt cx="106128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42E14F51-0847-4D4F-A093-720D6234E93E}"/>
                    </a:ext>
                  </a:extLst>
                </p14:cNvPr>
                <p14:cNvContentPartPr/>
                <p14:nvPr/>
              </p14:nvContentPartPr>
              <p14:xfrm>
                <a:off x="3669730" y="4842026"/>
                <a:ext cx="150480" cy="5472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42E14F51-0847-4D4F-A093-720D6234E93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52090" y="4824026"/>
                  <a:ext cx="1861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B457B760-2EA6-4C8C-9954-8AFF1CA4B8A9}"/>
                    </a:ext>
                  </a:extLst>
                </p14:cNvPr>
                <p14:cNvContentPartPr/>
                <p14:nvPr/>
              </p14:nvContentPartPr>
              <p14:xfrm>
                <a:off x="3928210" y="4704866"/>
                <a:ext cx="121680" cy="2156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B457B760-2EA6-4C8C-9954-8AFF1CA4B8A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10570" y="4686866"/>
                  <a:ext cx="1573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13B4C185-3D3A-4C63-9F42-89814797F0D2}"/>
                    </a:ext>
                  </a:extLst>
                </p14:cNvPr>
                <p14:cNvContentPartPr/>
                <p14:nvPr/>
              </p14:nvContentPartPr>
              <p14:xfrm>
                <a:off x="4034410" y="4653386"/>
                <a:ext cx="169200" cy="20664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13B4C185-3D3A-4C63-9F42-89814797F0D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16410" y="4635746"/>
                  <a:ext cx="2048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030B69B4-30EB-4D40-AE05-168CF3749329}"/>
                    </a:ext>
                  </a:extLst>
                </p14:cNvPr>
                <p14:cNvContentPartPr/>
                <p14:nvPr/>
              </p14:nvContentPartPr>
              <p14:xfrm>
                <a:off x="4361650" y="4566626"/>
                <a:ext cx="58680" cy="28116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030B69B4-30EB-4D40-AE05-168CF374932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44010" y="4548626"/>
                  <a:ext cx="943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39D4775D-5E33-48C2-B0A3-C1861214F520}"/>
                    </a:ext>
                  </a:extLst>
                </p14:cNvPr>
                <p14:cNvContentPartPr/>
                <p14:nvPr/>
              </p14:nvContentPartPr>
              <p14:xfrm>
                <a:off x="4299730" y="4573106"/>
                <a:ext cx="431280" cy="24552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39D4775D-5E33-48C2-B0A3-C1861214F52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82090" y="4555466"/>
                  <a:ext cx="466920" cy="28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FCE52206-7515-4CA7-80EC-5FE0C2CA1D03}"/>
                  </a:ext>
                </a:extLst>
              </p14:cNvPr>
              <p14:cNvContentPartPr/>
              <p14:nvPr/>
            </p14:nvContentPartPr>
            <p14:xfrm>
              <a:off x="2355730" y="2376746"/>
              <a:ext cx="395280" cy="383544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FCE52206-7515-4CA7-80EC-5FE0C2CA1D0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337730" y="2359106"/>
                <a:ext cx="430920" cy="38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123C506F-BF91-4BF2-A83D-DE66CB2036EA}"/>
                  </a:ext>
                </a:extLst>
              </p14:cNvPr>
              <p14:cNvContentPartPr/>
              <p14:nvPr/>
            </p14:nvContentPartPr>
            <p14:xfrm>
              <a:off x="7245970" y="5517746"/>
              <a:ext cx="218160" cy="292320"/>
            </p14:xfrm>
          </p:contentPart>
        </mc:Choice>
        <mc:Fallback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123C506F-BF91-4BF2-A83D-DE66CB2036E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228330" y="5499746"/>
                <a:ext cx="25380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5172F26A-8048-4A40-8FDE-E07BB25D15DC}"/>
                  </a:ext>
                </a:extLst>
              </p14:cNvPr>
              <p14:cNvContentPartPr/>
              <p14:nvPr/>
            </p14:nvContentPartPr>
            <p14:xfrm>
              <a:off x="7326250" y="5506226"/>
              <a:ext cx="154800" cy="259920"/>
            </p14:xfrm>
          </p:contentPart>
        </mc:Choice>
        <mc:Fallback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5172F26A-8048-4A40-8FDE-E07BB25D15D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308250" y="5488226"/>
                <a:ext cx="19044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62EB9973-8954-4E94-BEC7-EA9193B84567}"/>
                  </a:ext>
                </a:extLst>
              </p14:cNvPr>
              <p14:cNvContentPartPr/>
              <p14:nvPr/>
            </p14:nvContentPartPr>
            <p14:xfrm>
              <a:off x="7579330" y="5549066"/>
              <a:ext cx="199440" cy="233640"/>
            </p14:xfrm>
          </p:contentPart>
        </mc:Choice>
        <mc:Fallback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62EB9973-8954-4E94-BEC7-EA9193B8456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561690" y="5531066"/>
                <a:ext cx="23508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2EBA7237-7C71-4728-8E57-86475D83A18D}"/>
                  </a:ext>
                </a:extLst>
              </p14:cNvPr>
              <p14:cNvContentPartPr/>
              <p14:nvPr/>
            </p14:nvContentPartPr>
            <p14:xfrm>
              <a:off x="7953370" y="5529266"/>
              <a:ext cx="139680" cy="277200"/>
            </p14:xfrm>
          </p:contentPart>
        </mc:Choice>
        <mc:Fallback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2EBA7237-7C71-4728-8E57-86475D83A18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935370" y="5511266"/>
                <a:ext cx="175320" cy="31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upo 85">
            <a:extLst>
              <a:ext uri="{FF2B5EF4-FFF2-40B4-BE49-F238E27FC236}">
                <a16:creationId xmlns:a16="http://schemas.microsoft.com/office/drawing/2014/main" id="{59D1AECF-FB06-4CC8-B004-0E46A1C7B96D}"/>
              </a:ext>
            </a:extLst>
          </p:cNvPr>
          <p:cNvGrpSpPr/>
          <p:nvPr/>
        </p:nvGrpSpPr>
        <p:grpSpPr>
          <a:xfrm>
            <a:off x="3978610" y="5506226"/>
            <a:ext cx="268200" cy="484560"/>
            <a:chOff x="3978610" y="5506226"/>
            <a:chExt cx="268200" cy="48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03E471C2-FAB4-4C7A-9830-95BD832D7DC6}"/>
                    </a:ext>
                  </a:extLst>
                </p14:cNvPr>
                <p14:cNvContentPartPr/>
                <p14:nvPr/>
              </p14:nvContentPartPr>
              <p14:xfrm>
                <a:off x="4139170" y="5506226"/>
                <a:ext cx="36000" cy="38916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03E471C2-FAB4-4C7A-9830-95BD832D7DC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121170" y="5488226"/>
                  <a:ext cx="7164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6824EE5A-5157-4064-BDEA-7FCAAB35EA75}"/>
                    </a:ext>
                  </a:extLst>
                </p14:cNvPr>
                <p14:cNvContentPartPr/>
                <p14:nvPr/>
              </p14:nvContentPartPr>
              <p14:xfrm>
                <a:off x="3978610" y="5935706"/>
                <a:ext cx="268200" cy="5508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6824EE5A-5157-4064-BDEA-7FCAAB35EA7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960610" y="5917706"/>
                  <a:ext cx="303840" cy="9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B378BA0D-D50A-47CF-B5A8-8C66FF49BFB2}"/>
                  </a:ext>
                </a:extLst>
              </p14:cNvPr>
              <p14:cNvContentPartPr/>
              <p14:nvPr/>
            </p14:nvContentPartPr>
            <p14:xfrm>
              <a:off x="3613930" y="1208186"/>
              <a:ext cx="194760" cy="733680"/>
            </p14:xfrm>
          </p:contentPart>
        </mc:Choice>
        <mc:Fallback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B378BA0D-D50A-47CF-B5A8-8C66FF49BFB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596290" y="1190546"/>
                <a:ext cx="230400" cy="76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9231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95A436C-660F-4063-8DF1-8ACFF2B42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470" y="328541"/>
            <a:ext cx="8520552" cy="520354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17969F76-57B6-4D29-BA52-819746B58873}"/>
                  </a:ext>
                </a:extLst>
              </p14:cNvPr>
              <p14:cNvContentPartPr/>
              <p14:nvPr/>
            </p14:nvContentPartPr>
            <p14:xfrm>
              <a:off x="2134690" y="5028146"/>
              <a:ext cx="360" cy="3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17969F76-57B6-4D29-BA52-819746B588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7050" y="501050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709BCBD3-145E-430A-8BFB-22957BF08605}"/>
                  </a:ext>
                </a:extLst>
              </p14:cNvPr>
              <p14:cNvContentPartPr/>
              <p14:nvPr/>
            </p14:nvContentPartPr>
            <p14:xfrm>
              <a:off x="5294410" y="3051386"/>
              <a:ext cx="32400" cy="3042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709BCBD3-145E-430A-8BFB-22957BF086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76410" y="3033386"/>
                <a:ext cx="68040" cy="33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upo 16">
            <a:extLst>
              <a:ext uri="{FF2B5EF4-FFF2-40B4-BE49-F238E27FC236}">
                <a16:creationId xmlns:a16="http://schemas.microsoft.com/office/drawing/2014/main" id="{AA80876A-D09F-462C-B043-B2FCBEAA6E0E}"/>
              </a:ext>
            </a:extLst>
          </p:cNvPr>
          <p:cNvGrpSpPr/>
          <p:nvPr/>
        </p:nvGrpSpPr>
        <p:grpSpPr>
          <a:xfrm>
            <a:off x="2531410" y="2398346"/>
            <a:ext cx="1146240" cy="405360"/>
            <a:chOff x="2531410" y="2398346"/>
            <a:chExt cx="114624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34C280BE-C48A-4FF9-9FBE-4BC9273EA97C}"/>
                    </a:ext>
                  </a:extLst>
                </p14:cNvPr>
                <p14:cNvContentPartPr/>
                <p14:nvPr/>
              </p14:nvContentPartPr>
              <p14:xfrm>
                <a:off x="3013450" y="2539106"/>
                <a:ext cx="141840" cy="19512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34C280BE-C48A-4FF9-9FBE-4BC9273EA97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95810" y="2521466"/>
                  <a:ext cx="1774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71AD8698-DFB9-4169-B415-C7A5F31CA689}"/>
                    </a:ext>
                  </a:extLst>
                </p14:cNvPr>
                <p14:cNvContentPartPr/>
                <p14:nvPr/>
              </p14:nvContentPartPr>
              <p14:xfrm>
                <a:off x="2995810" y="2512106"/>
                <a:ext cx="147960" cy="23616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71AD8698-DFB9-4169-B415-C7A5F31CA68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77810" y="2494106"/>
                  <a:ext cx="1836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8B71DB8A-A90B-4C4D-8F7E-CB694AF52430}"/>
                    </a:ext>
                  </a:extLst>
                </p14:cNvPr>
                <p14:cNvContentPartPr/>
                <p14:nvPr/>
              </p14:nvContentPartPr>
              <p14:xfrm>
                <a:off x="3225490" y="2548466"/>
                <a:ext cx="150480" cy="871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8B71DB8A-A90B-4C4D-8F7E-CB694AF5243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207850" y="2530466"/>
                  <a:ext cx="186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10577FE5-DA58-4B19-9945-10436DAC88D3}"/>
                    </a:ext>
                  </a:extLst>
                </p14:cNvPr>
                <p14:cNvContentPartPr/>
                <p14:nvPr/>
              </p14:nvContentPartPr>
              <p14:xfrm>
                <a:off x="2734450" y="2515346"/>
                <a:ext cx="127080" cy="2210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10577FE5-DA58-4B19-9945-10436DAC88D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16810" y="2497346"/>
                  <a:ext cx="1627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ABDA94A9-1941-4097-8908-DB23672A0A5C}"/>
                    </a:ext>
                  </a:extLst>
                </p14:cNvPr>
                <p14:cNvContentPartPr/>
                <p14:nvPr/>
              </p14:nvContentPartPr>
              <p14:xfrm>
                <a:off x="2531410" y="2491226"/>
                <a:ext cx="79560" cy="1378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ABDA94A9-1941-4097-8908-DB23672A0A5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13410" y="2473226"/>
                  <a:ext cx="1152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85FC9AA1-4D2E-4A2F-826E-D4BBFC6F4167}"/>
                    </a:ext>
                  </a:extLst>
                </p14:cNvPr>
                <p14:cNvContentPartPr/>
                <p14:nvPr/>
              </p14:nvContentPartPr>
              <p14:xfrm>
                <a:off x="2677930" y="2790386"/>
                <a:ext cx="124200" cy="133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85FC9AA1-4D2E-4A2F-826E-D4BBFC6F416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659930" y="2772746"/>
                  <a:ext cx="159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61A90828-8120-4871-9154-24D7A9927A0C}"/>
                    </a:ext>
                  </a:extLst>
                </p14:cNvPr>
                <p14:cNvContentPartPr/>
                <p14:nvPr/>
              </p14:nvContentPartPr>
              <p14:xfrm>
                <a:off x="3516010" y="2467106"/>
                <a:ext cx="20520" cy="1548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61A90828-8120-4871-9154-24D7A9927A0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498370" y="2449106"/>
                  <a:ext cx="56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E9920260-CD25-41F6-A348-C84261FE1DFE}"/>
                    </a:ext>
                  </a:extLst>
                </p14:cNvPr>
                <p14:cNvContentPartPr/>
                <p14:nvPr/>
              </p14:nvContentPartPr>
              <p14:xfrm>
                <a:off x="3231610" y="2398346"/>
                <a:ext cx="178560" cy="21096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E9920260-CD25-41F6-A348-C84261FE1DF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13970" y="2380706"/>
                  <a:ext cx="214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169134BF-92C3-443E-8D12-29F2B8FF0382}"/>
                    </a:ext>
                  </a:extLst>
                </p14:cNvPr>
                <p14:cNvContentPartPr/>
                <p14:nvPr/>
              </p14:nvContentPartPr>
              <p14:xfrm>
                <a:off x="3525730" y="2422106"/>
                <a:ext cx="151920" cy="2278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169134BF-92C3-443E-8D12-29F2B8FF038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07730" y="2404106"/>
                  <a:ext cx="18756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09A155C7-73E9-417C-B327-6B19F2ACFA6B}"/>
              </a:ext>
            </a:extLst>
          </p:cNvPr>
          <p:cNvGrpSpPr/>
          <p:nvPr/>
        </p:nvGrpSpPr>
        <p:grpSpPr>
          <a:xfrm>
            <a:off x="6415810" y="2223746"/>
            <a:ext cx="506520" cy="362520"/>
            <a:chOff x="6415810" y="2223746"/>
            <a:chExt cx="506520" cy="36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884F7253-0D30-44DD-ADAB-025F399B1ACA}"/>
                    </a:ext>
                  </a:extLst>
                </p14:cNvPr>
                <p14:cNvContentPartPr/>
                <p14:nvPr/>
              </p14:nvContentPartPr>
              <p14:xfrm>
                <a:off x="6732610" y="2342906"/>
                <a:ext cx="157680" cy="18648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884F7253-0D30-44DD-ADAB-025F399B1AC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714970" y="2324906"/>
                  <a:ext cx="1933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E6F003CD-41FD-4C72-B1D1-EF8E7A00D0CC}"/>
                    </a:ext>
                  </a:extLst>
                </p14:cNvPr>
                <p14:cNvContentPartPr/>
                <p14:nvPr/>
              </p14:nvContentPartPr>
              <p14:xfrm>
                <a:off x="6740890" y="2228066"/>
                <a:ext cx="181440" cy="35820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E6F003CD-41FD-4C72-B1D1-EF8E7A00D0C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723250" y="2210426"/>
                  <a:ext cx="2170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7B9D40B4-E044-4AFE-AB55-FB237E01A139}"/>
                    </a:ext>
                  </a:extLst>
                </p14:cNvPr>
                <p14:cNvContentPartPr/>
                <p14:nvPr/>
              </p14:nvContentPartPr>
              <p14:xfrm>
                <a:off x="6484930" y="2223746"/>
                <a:ext cx="114840" cy="15444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7B9D40B4-E044-4AFE-AB55-FB237E01A13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67290" y="2206106"/>
                  <a:ext cx="150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3D1F6D00-1E22-455E-9EE8-4F6FE49A6A9A}"/>
                    </a:ext>
                  </a:extLst>
                </p14:cNvPr>
                <p14:cNvContentPartPr/>
                <p14:nvPr/>
              </p14:nvContentPartPr>
              <p14:xfrm>
                <a:off x="6415810" y="2489426"/>
                <a:ext cx="212400" cy="792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3D1F6D00-1E22-455E-9EE8-4F6FE49A6A9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398170" y="2471786"/>
                  <a:ext cx="24804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EE38D920-BA31-4553-A382-A1AE6EA4D779}"/>
                  </a:ext>
                </a:extLst>
              </p14:cNvPr>
              <p14:cNvContentPartPr/>
              <p14:nvPr/>
            </p14:nvContentPartPr>
            <p14:xfrm>
              <a:off x="6135010" y="2316986"/>
              <a:ext cx="25200" cy="25632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EE38D920-BA31-4553-A382-A1AE6EA4D77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117010" y="2299346"/>
                <a:ext cx="60840" cy="29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upo 26">
            <a:extLst>
              <a:ext uri="{FF2B5EF4-FFF2-40B4-BE49-F238E27FC236}">
                <a16:creationId xmlns:a16="http://schemas.microsoft.com/office/drawing/2014/main" id="{D30DA3DF-8AC1-4A84-B427-7B5EC105A079}"/>
              </a:ext>
            </a:extLst>
          </p:cNvPr>
          <p:cNvGrpSpPr/>
          <p:nvPr/>
        </p:nvGrpSpPr>
        <p:grpSpPr>
          <a:xfrm>
            <a:off x="7131490" y="2097386"/>
            <a:ext cx="360360" cy="325800"/>
            <a:chOff x="7131490" y="2097386"/>
            <a:chExt cx="36036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858CC509-BFEC-47BC-9620-B20314E5049A}"/>
                    </a:ext>
                  </a:extLst>
                </p14:cNvPr>
                <p14:cNvContentPartPr/>
                <p14:nvPr/>
              </p14:nvContentPartPr>
              <p14:xfrm>
                <a:off x="7131490" y="2097386"/>
                <a:ext cx="155160" cy="19116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858CC509-BFEC-47BC-9620-B20314E5049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13850" y="2079746"/>
                  <a:ext cx="190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977EC20F-1FFA-4665-BB0C-4F4D5DE1B963}"/>
                    </a:ext>
                  </a:extLst>
                </p14:cNvPr>
                <p14:cNvContentPartPr/>
                <p14:nvPr/>
              </p14:nvContentPartPr>
              <p14:xfrm>
                <a:off x="7132930" y="2394026"/>
                <a:ext cx="143280" cy="291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977EC20F-1FFA-4665-BB0C-4F4D5DE1B96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114930" y="2376386"/>
                  <a:ext cx="1789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7C65B274-3D90-4DE7-8100-40650E5E1444}"/>
                    </a:ext>
                  </a:extLst>
                </p14:cNvPr>
                <p14:cNvContentPartPr/>
                <p14:nvPr/>
              </p14:nvContentPartPr>
              <p14:xfrm>
                <a:off x="7384210" y="2168306"/>
                <a:ext cx="107640" cy="1526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7C65B274-3D90-4DE7-8100-40650E5E144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66210" y="2150666"/>
                  <a:ext cx="14328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6993542-B973-45ED-B52B-4D5670041CEF}"/>
              </a:ext>
            </a:extLst>
          </p:cNvPr>
          <p:cNvGrpSpPr/>
          <p:nvPr/>
        </p:nvGrpSpPr>
        <p:grpSpPr>
          <a:xfrm>
            <a:off x="8498770" y="2005946"/>
            <a:ext cx="712440" cy="262080"/>
            <a:chOff x="8498770" y="2005946"/>
            <a:chExt cx="71244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725487A6-ECC1-483F-9897-3AE0EA1869B3}"/>
                    </a:ext>
                  </a:extLst>
                </p14:cNvPr>
                <p14:cNvContentPartPr/>
                <p14:nvPr/>
              </p14:nvContentPartPr>
              <p14:xfrm>
                <a:off x="8498770" y="2012786"/>
                <a:ext cx="212400" cy="17748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725487A6-ECC1-483F-9897-3AE0EA1869B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81130" y="1995146"/>
                  <a:ext cx="248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8C0A75D2-3694-4A70-97B6-DDB228132A68}"/>
                    </a:ext>
                  </a:extLst>
                </p14:cNvPr>
                <p14:cNvContentPartPr/>
                <p14:nvPr/>
              </p14:nvContentPartPr>
              <p14:xfrm>
                <a:off x="8526130" y="2025746"/>
                <a:ext cx="161280" cy="24228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8C0A75D2-3694-4A70-97B6-DDB228132A6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08490" y="2007746"/>
                  <a:ext cx="1969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6AF06C19-24B1-4F25-8EF7-72DFFBB33960}"/>
                    </a:ext>
                  </a:extLst>
                </p14:cNvPr>
                <p14:cNvContentPartPr/>
                <p14:nvPr/>
              </p14:nvContentPartPr>
              <p14:xfrm>
                <a:off x="8815570" y="2012786"/>
                <a:ext cx="137880" cy="1872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6AF06C19-24B1-4F25-8EF7-72DFFBB3396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797570" y="1995146"/>
                  <a:ext cx="1735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4BD2F292-63D7-4BB4-B416-1595AE81EB08}"/>
                    </a:ext>
                  </a:extLst>
                </p14:cNvPr>
                <p14:cNvContentPartPr/>
                <p14:nvPr/>
              </p14:nvContentPartPr>
              <p14:xfrm>
                <a:off x="9045250" y="2005946"/>
                <a:ext cx="165960" cy="1767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4BD2F292-63D7-4BB4-B416-1595AE81EB0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27610" y="1987946"/>
                  <a:ext cx="201600" cy="212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73133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F4E7274-7931-4DB1-BAF1-8BEFBA4F3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04" y="330891"/>
            <a:ext cx="11130792" cy="339297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B5FBC4CF-CD8C-4B45-A002-D3E219D13D2D}"/>
              </a:ext>
            </a:extLst>
          </p:cNvPr>
          <p:cNvGrpSpPr/>
          <p:nvPr/>
        </p:nvGrpSpPr>
        <p:grpSpPr>
          <a:xfrm>
            <a:off x="748690" y="3791906"/>
            <a:ext cx="669600" cy="767880"/>
            <a:chOff x="748690" y="3791906"/>
            <a:chExt cx="669600" cy="76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08772E7A-54B9-448F-82CD-4206DDDAE300}"/>
                    </a:ext>
                  </a:extLst>
                </p14:cNvPr>
                <p14:cNvContentPartPr/>
                <p14:nvPr/>
              </p14:nvContentPartPr>
              <p14:xfrm>
                <a:off x="1044610" y="3791906"/>
                <a:ext cx="268920" cy="64224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08772E7A-54B9-448F-82CD-4206DDDAE30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26610" y="3773906"/>
                  <a:ext cx="30456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F2D19BDC-E77E-49F8-9FCF-12FCDF423989}"/>
                    </a:ext>
                  </a:extLst>
                </p14:cNvPr>
                <p14:cNvContentPartPr/>
                <p14:nvPr/>
              </p14:nvContentPartPr>
              <p14:xfrm>
                <a:off x="748690" y="4502186"/>
                <a:ext cx="669600" cy="5760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F2D19BDC-E77E-49F8-9FCF-12FCDF42398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0690" y="4484546"/>
                  <a:ext cx="70524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DA7A50C-F23D-40CD-AA31-0C07A001D8F7}"/>
              </a:ext>
            </a:extLst>
          </p:cNvPr>
          <p:cNvGrpSpPr/>
          <p:nvPr/>
        </p:nvGrpSpPr>
        <p:grpSpPr>
          <a:xfrm>
            <a:off x="780370" y="4787306"/>
            <a:ext cx="550800" cy="361800"/>
            <a:chOff x="780370" y="4787306"/>
            <a:chExt cx="55080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939863A4-1F3E-4276-B297-4646D619F907}"/>
                    </a:ext>
                  </a:extLst>
                </p14:cNvPr>
                <p14:cNvContentPartPr/>
                <p14:nvPr/>
              </p14:nvContentPartPr>
              <p14:xfrm>
                <a:off x="780370" y="4787306"/>
                <a:ext cx="281880" cy="36180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939863A4-1F3E-4276-B297-4646D619F90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2730" y="4769306"/>
                  <a:ext cx="31752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4084633D-43A6-42DE-8FF8-430071FED336}"/>
                    </a:ext>
                  </a:extLst>
                </p14:cNvPr>
                <p14:cNvContentPartPr/>
                <p14:nvPr/>
              </p14:nvContentPartPr>
              <p14:xfrm>
                <a:off x="1132090" y="4896386"/>
                <a:ext cx="173160" cy="17820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4084633D-43A6-42DE-8FF8-430071FED33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14090" y="4878746"/>
                  <a:ext cx="208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90F25B51-0833-4544-8680-F6CED57845AF}"/>
                    </a:ext>
                  </a:extLst>
                </p14:cNvPr>
                <p14:cNvContentPartPr/>
                <p14:nvPr/>
              </p14:nvContentPartPr>
              <p14:xfrm>
                <a:off x="1197610" y="4848506"/>
                <a:ext cx="133560" cy="24444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90F25B51-0833-4544-8680-F6CED57845A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79610" y="4830506"/>
                  <a:ext cx="16920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82ACFD1-9EF5-492E-9441-96E9D1AA9FD4}"/>
              </a:ext>
            </a:extLst>
          </p:cNvPr>
          <p:cNvGrpSpPr/>
          <p:nvPr/>
        </p:nvGrpSpPr>
        <p:grpSpPr>
          <a:xfrm>
            <a:off x="1692970" y="4251626"/>
            <a:ext cx="1341360" cy="453240"/>
            <a:chOff x="1692970" y="4251626"/>
            <a:chExt cx="1341360" cy="45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B679705-8A49-4291-815B-60900501FF7E}"/>
                    </a:ext>
                  </a:extLst>
                </p14:cNvPr>
                <p14:cNvContentPartPr/>
                <p14:nvPr/>
              </p14:nvContentPartPr>
              <p14:xfrm>
                <a:off x="1692970" y="4324346"/>
                <a:ext cx="243360" cy="3805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B679705-8A49-4291-815B-60900501FF7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74970" y="4306706"/>
                  <a:ext cx="27900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E9900A24-D402-4295-BD69-2FA27D99B521}"/>
                    </a:ext>
                  </a:extLst>
                </p14:cNvPr>
                <p14:cNvContentPartPr/>
                <p14:nvPr/>
              </p14:nvContentPartPr>
              <p14:xfrm>
                <a:off x="1769290" y="4345946"/>
                <a:ext cx="505440" cy="2671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E9900A24-D402-4295-BD69-2FA27D99B52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51290" y="4328306"/>
                  <a:ext cx="5410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410E6CE5-2DCA-462E-BAF2-0ACE723EA67E}"/>
                    </a:ext>
                  </a:extLst>
                </p14:cNvPr>
                <p14:cNvContentPartPr/>
                <p14:nvPr/>
              </p14:nvContentPartPr>
              <p14:xfrm>
                <a:off x="2289490" y="4410386"/>
                <a:ext cx="199080" cy="15660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410E6CE5-2DCA-462E-BAF2-0ACE723EA67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71850" y="4392386"/>
                  <a:ext cx="2347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4944DF5C-EAD1-47D6-AB4F-9FAD2FCAE31C}"/>
                    </a:ext>
                  </a:extLst>
                </p14:cNvPr>
                <p14:cNvContentPartPr/>
                <p14:nvPr/>
              </p14:nvContentPartPr>
              <p14:xfrm>
                <a:off x="2280130" y="4251626"/>
                <a:ext cx="316080" cy="3614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4944DF5C-EAD1-47D6-AB4F-9FAD2FCAE31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62130" y="4233986"/>
                  <a:ext cx="3517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B16AD008-C488-4C6E-B64A-B4E7D1888143}"/>
                    </a:ext>
                  </a:extLst>
                </p14:cNvPr>
                <p14:cNvContentPartPr/>
                <p14:nvPr/>
              </p14:nvContentPartPr>
              <p14:xfrm>
                <a:off x="2768290" y="4474466"/>
                <a:ext cx="360" cy="36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B16AD008-C488-4C6E-B64A-B4E7D188814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50650" y="445682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A716FEFB-5C9E-47A7-81D5-64DC95351D62}"/>
                    </a:ext>
                  </a:extLst>
                </p14:cNvPr>
                <p14:cNvContentPartPr/>
                <p14:nvPr/>
              </p14:nvContentPartPr>
              <p14:xfrm>
                <a:off x="2837410" y="4444586"/>
                <a:ext cx="196920" cy="46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A716FEFB-5C9E-47A7-81D5-64DC95351D6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19410" y="4426586"/>
                  <a:ext cx="232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DDBA5D30-3E4B-43B8-9710-5AF1A517BDCB}"/>
                    </a:ext>
                  </a:extLst>
                </p14:cNvPr>
                <p14:cNvContentPartPr/>
                <p14:nvPr/>
              </p14:nvContentPartPr>
              <p14:xfrm>
                <a:off x="2799250" y="4595426"/>
                <a:ext cx="199080" cy="57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DDBA5D30-3E4B-43B8-9710-5AF1A517BDC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81610" y="4577786"/>
                  <a:ext cx="23472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BA3C4D7-89CE-4036-B1A1-91AF20F58682}"/>
              </a:ext>
            </a:extLst>
          </p:cNvPr>
          <p:cNvGrpSpPr/>
          <p:nvPr/>
        </p:nvGrpSpPr>
        <p:grpSpPr>
          <a:xfrm>
            <a:off x="3461290" y="4104026"/>
            <a:ext cx="1207800" cy="594360"/>
            <a:chOff x="3461290" y="4104026"/>
            <a:chExt cx="1207800" cy="59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CCAA849B-24C3-4EF1-B357-D914EE1B597F}"/>
                    </a:ext>
                  </a:extLst>
                </p14:cNvPr>
                <p14:cNvContentPartPr/>
                <p14:nvPr/>
              </p14:nvContentPartPr>
              <p14:xfrm>
                <a:off x="3543730" y="4104026"/>
                <a:ext cx="76680" cy="5943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CCAA849B-24C3-4EF1-B357-D914EE1B597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526090" y="4086386"/>
                  <a:ext cx="11232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77A41BB2-260A-42E0-AF33-D1685052796E}"/>
                    </a:ext>
                  </a:extLst>
                </p14:cNvPr>
                <p14:cNvContentPartPr/>
                <p14:nvPr/>
              </p14:nvContentPartPr>
              <p14:xfrm>
                <a:off x="3461290" y="4442426"/>
                <a:ext cx="236160" cy="8604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77A41BB2-260A-42E0-AF33-D1685052796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43650" y="4424426"/>
                  <a:ext cx="2718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C1FE3363-41BF-43B3-A718-783C05F106CA}"/>
                    </a:ext>
                  </a:extLst>
                </p14:cNvPr>
                <p14:cNvContentPartPr/>
                <p14:nvPr/>
              </p14:nvContentPartPr>
              <p14:xfrm>
                <a:off x="3848290" y="4331906"/>
                <a:ext cx="338400" cy="3121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C1FE3363-41BF-43B3-A718-783C05F106C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830650" y="4314266"/>
                  <a:ext cx="3740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DDF9DEA4-D5D3-4519-A37F-C6D15BA34286}"/>
                    </a:ext>
                  </a:extLst>
                </p14:cNvPr>
                <p14:cNvContentPartPr/>
                <p14:nvPr/>
              </p14:nvContentPartPr>
              <p14:xfrm>
                <a:off x="4018570" y="4415426"/>
                <a:ext cx="175320" cy="2145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DDF9DEA4-D5D3-4519-A37F-C6D15BA3428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000930" y="4397786"/>
                  <a:ext cx="2109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637B1A85-EED5-4238-B21B-549CF8DCDC60}"/>
                    </a:ext>
                  </a:extLst>
                </p14:cNvPr>
                <p14:cNvContentPartPr/>
                <p14:nvPr/>
              </p14:nvContentPartPr>
              <p14:xfrm>
                <a:off x="4199650" y="4281506"/>
                <a:ext cx="90720" cy="3988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637B1A85-EED5-4238-B21B-549CF8DCDC6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182010" y="4263866"/>
                  <a:ext cx="12636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05CE933D-224C-4244-B72A-F62AF842440E}"/>
                    </a:ext>
                  </a:extLst>
                </p14:cNvPr>
                <p14:cNvContentPartPr/>
                <p14:nvPr/>
              </p14:nvContentPartPr>
              <p14:xfrm>
                <a:off x="4505650" y="4453226"/>
                <a:ext cx="163440" cy="1202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05CE933D-224C-4244-B72A-F62AF842440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488010" y="4435226"/>
                  <a:ext cx="199080" cy="15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DBCE09B2-19EA-47C8-8020-AC800C63F32B}"/>
                  </a:ext>
                </a:extLst>
              </p14:cNvPr>
              <p14:cNvContentPartPr/>
              <p14:nvPr/>
            </p14:nvContentPartPr>
            <p14:xfrm>
              <a:off x="5580970" y="3942026"/>
              <a:ext cx="224280" cy="23832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DBCE09B2-19EA-47C8-8020-AC800C63F32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563330" y="3924386"/>
                <a:ext cx="25992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6699D706-68BE-41AD-91C5-0E002DD3F2F7}"/>
                  </a:ext>
                </a:extLst>
              </p14:cNvPr>
              <p14:cNvContentPartPr/>
              <p14:nvPr/>
            </p14:nvContentPartPr>
            <p14:xfrm>
              <a:off x="5090290" y="3745106"/>
              <a:ext cx="215280" cy="236520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6699D706-68BE-41AD-91C5-0E002DD3F2F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072290" y="3727106"/>
                <a:ext cx="250920" cy="240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upo 34">
            <a:extLst>
              <a:ext uri="{FF2B5EF4-FFF2-40B4-BE49-F238E27FC236}">
                <a16:creationId xmlns:a16="http://schemas.microsoft.com/office/drawing/2014/main" id="{9161CD41-2220-464F-878E-6EEBA510DBE1}"/>
              </a:ext>
            </a:extLst>
          </p:cNvPr>
          <p:cNvGrpSpPr/>
          <p:nvPr/>
        </p:nvGrpSpPr>
        <p:grpSpPr>
          <a:xfrm>
            <a:off x="7531810" y="3768506"/>
            <a:ext cx="814320" cy="266760"/>
            <a:chOff x="7531810" y="3768506"/>
            <a:chExt cx="81432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6B1037AF-8D7C-4E2F-B73D-9CD73C9361BD}"/>
                    </a:ext>
                  </a:extLst>
                </p14:cNvPr>
                <p14:cNvContentPartPr/>
                <p14:nvPr/>
              </p14:nvContentPartPr>
              <p14:xfrm>
                <a:off x="7531810" y="3804866"/>
                <a:ext cx="201600" cy="2304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6B1037AF-8D7C-4E2F-B73D-9CD73C9361B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513810" y="3786866"/>
                  <a:ext cx="2372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EB2CDAF3-84E5-4AF6-A537-C3A46024271B}"/>
                    </a:ext>
                  </a:extLst>
                </p14:cNvPr>
                <p14:cNvContentPartPr/>
                <p14:nvPr/>
              </p14:nvContentPartPr>
              <p14:xfrm>
                <a:off x="7590130" y="3768506"/>
                <a:ext cx="146880" cy="26388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EB2CDAF3-84E5-4AF6-A537-C3A46024271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572490" y="3750866"/>
                  <a:ext cx="1825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09CE96C8-0267-41B0-82C1-77605B2D3D51}"/>
                    </a:ext>
                  </a:extLst>
                </p14:cNvPr>
                <p14:cNvContentPartPr/>
                <p14:nvPr/>
              </p14:nvContentPartPr>
              <p14:xfrm>
                <a:off x="7893970" y="3798386"/>
                <a:ext cx="215640" cy="21132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09CE96C8-0267-41B0-82C1-77605B2D3D5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876330" y="3780746"/>
                  <a:ext cx="251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4C90032C-57FA-40A9-AF15-18DCE49B973D}"/>
                    </a:ext>
                  </a:extLst>
                </p14:cNvPr>
                <p14:cNvContentPartPr/>
                <p14:nvPr/>
              </p14:nvContentPartPr>
              <p14:xfrm>
                <a:off x="8105650" y="3770666"/>
                <a:ext cx="240480" cy="2178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4C90032C-57FA-40A9-AF15-18DCE49B973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088010" y="3753026"/>
                  <a:ext cx="27612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18C1525D-441A-4653-95BA-A6DE024A75D9}"/>
              </a:ext>
            </a:extLst>
          </p:cNvPr>
          <p:cNvGrpSpPr/>
          <p:nvPr/>
        </p:nvGrpSpPr>
        <p:grpSpPr>
          <a:xfrm>
            <a:off x="5390530" y="4684346"/>
            <a:ext cx="1241280" cy="345960"/>
            <a:chOff x="5390530" y="4684346"/>
            <a:chExt cx="124128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E68B474A-166C-42F2-82D9-1494A4D3E6BD}"/>
                    </a:ext>
                  </a:extLst>
                </p14:cNvPr>
                <p14:cNvContentPartPr/>
                <p14:nvPr/>
              </p14:nvContentPartPr>
              <p14:xfrm>
                <a:off x="5390530" y="4697666"/>
                <a:ext cx="228960" cy="33264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E68B474A-166C-42F2-82D9-1494A4D3E6B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372890" y="4679666"/>
                  <a:ext cx="2646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55FA7DC6-3228-4C50-BB90-5229D0E92C10}"/>
                    </a:ext>
                  </a:extLst>
                </p14:cNvPr>
                <p14:cNvContentPartPr/>
                <p14:nvPr/>
              </p14:nvContentPartPr>
              <p14:xfrm>
                <a:off x="5780050" y="4888106"/>
                <a:ext cx="186120" cy="14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55FA7DC6-3228-4C50-BB90-5229D0E92C1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762050" y="4870106"/>
                  <a:ext cx="221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48A04B0F-4068-40CE-94BA-2697CDC65140}"/>
                    </a:ext>
                  </a:extLst>
                </p14:cNvPr>
                <p14:cNvContentPartPr/>
                <p14:nvPr/>
              </p14:nvContentPartPr>
              <p14:xfrm>
                <a:off x="6078130" y="4698026"/>
                <a:ext cx="210600" cy="24336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48A04B0F-4068-40CE-94BA-2697CDC6514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060490" y="4680026"/>
                  <a:ext cx="2462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85B09EA0-1453-40F5-87D6-78628FECBE13}"/>
                    </a:ext>
                  </a:extLst>
                </p14:cNvPr>
                <p14:cNvContentPartPr/>
                <p14:nvPr/>
              </p14:nvContentPartPr>
              <p14:xfrm>
                <a:off x="6441010" y="4745546"/>
                <a:ext cx="149040" cy="15768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85B09EA0-1453-40F5-87D6-78628FECBE1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23010" y="4727546"/>
                  <a:ext cx="1846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DFA6AA45-1CBD-4B80-8D0D-7DF30C804575}"/>
                    </a:ext>
                  </a:extLst>
                </p14:cNvPr>
                <p14:cNvContentPartPr/>
                <p14:nvPr/>
              </p14:nvContentPartPr>
              <p14:xfrm>
                <a:off x="6426610" y="4684346"/>
                <a:ext cx="205200" cy="21888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DFA6AA45-1CBD-4B80-8D0D-7DF30C80457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408970" y="4666706"/>
                  <a:ext cx="24084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430473CA-1B7A-48EC-82A3-1DAEDF663304}"/>
              </a:ext>
            </a:extLst>
          </p:cNvPr>
          <p:cNvGrpSpPr/>
          <p:nvPr/>
        </p:nvGrpSpPr>
        <p:grpSpPr>
          <a:xfrm>
            <a:off x="7870210" y="4503266"/>
            <a:ext cx="923040" cy="304560"/>
            <a:chOff x="7870210" y="4503266"/>
            <a:chExt cx="92304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63517380-41FC-4F48-8999-40ACA3F6021A}"/>
                    </a:ext>
                  </a:extLst>
                </p14:cNvPr>
                <p14:cNvContentPartPr/>
                <p14:nvPr/>
              </p14:nvContentPartPr>
              <p14:xfrm>
                <a:off x="8583370" y="4559066"/>
                <a:ext cx="155160" cy="21564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63517380-41FC-4F48-8999-40ACA3F6021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565370" y="4541426"/>
                  <a:ext cx="190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358E79D7-5DB8-45F9-8AD5-2F066A2FFA12}"/>
                    </a:ext>
                  </a:extLst>
                </p14:cNvPr>
                <p14:cNvContentPartPr/>
                <p14:nvPr/>
              </p14:nvContentPartPr>
              <p14:xfrm>
                <a:off x="8553490" y="4509746"/>
                <a:ext cx="239760" cy="24660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358E79D7-5DB8-45F9-8AD5-2F066A2FFA1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535850" y="4492106"/>
                  <a:ext cx="2754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95FDB0A2-D951-47E2-87B2-6418B2013B09}"/>
                    </a:ext>
                  </a:extLst>
                </p14:cNvPr>
                <p14:cNvContentPartPr/>
                <p14:nvPr/>
              </p14:nvContentPartPr>
              <p14:xfrm>
                <a:off x="8304370" y="4503266"/>
                <a:ext cx="210240" cy="18468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95FDB0A2-D951-47E2-87B2-6418B2013B0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286370" y="4485626"/>
                  <a:ext cx="245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B0B6278A-BE04-481C-941E-B508DA95CA71}"/>
                    </a:ext>
                  </a:extLst>
                </p14:cNvPr>
                <p14:cNvContentPartPr/>
                <p14:nvPr/>
              </p14:nvContentPartPr>
              <p14:xfrm>
                <a:off x="8169010" y="4741226"/>
                <a:ext cx="304200" cy="6660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B0B6278A-BE04-481C-941E-B508DA95CA7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151010" y="4723586"/>
                  <a:ext cx="3398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BEBA98CD-BF1F-464E-A1F6-CECF052A20B6}"/>
                    </a:ext>
                  </a:extLst>
                </p14:cNvPr>
                <p14:cNvContentPartPr/>
                <p14:nvPr/>
              </p14:nvContentPartPr>
              <p14:xfrm>
                <a:off x="7870210" y="4573106"/>
                <a:ext cx="228600" cy="16092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BEBA98CD-BF1F-464E-A1F6-CECF052A20B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852210" y="4555106"/>
                  <a:ext cx="26424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401E1405-A971-46DA-A2D6-9C275F30320A}"/>
              </a:ext>
            </a:extLst>
          </p:cNvPr>
          <p:cNvGrpSpPr/>
          <p:nvPr/>
        </p:nvGrpSpPr>
        <p:grpSpPr>
          <a:xfrm>
            <a:off x="9110410" y="4506506"/>
            <a:ext cx="471240" cy="315360"/>
            <a:chOff x="9110410" y="4506506"/>
            <a:chExt cx="47124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E66BADE3-E98B-4ED4-A5E3-C02BBF8A668D}"/>
                    </a:ext>
                  </a:extLst>
                </p14:cNvPr>
                <p14:cNvContentPartPr/>
                <p14:nvPr/>
              </p14:nvContentPartPr>
              <p14:xfrm>
                <a:off x="9110410" y="4543946"/>
                <a:ext cx="294840" cy="27792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E66BADE3-E98B-4ED4-A5E3-C02BBF8A668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092770" y="4526306"/>
                  <a:ext cx="3304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B520F32C-9653-43BB-8179-15A3104342CC}"/>
                    </a:ext>
                  </a:extLst>
                </p14:cNvPr>
                <p14:cNvContentPartPr/>
                <p14:nvPr/>
              </p14:nvContentPartPr>
              <p14:xfrm>
                <a:off x="9558610" y="4506506"/>
                <a:ext cx="23040" cy="29808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B520F32C-9653-43BB-8179-15A3104342C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40970" y="4488866"/>
                  <a:ext cx="58680" cy="33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F0D51C5F-9145-4DAA-A883-60EEFFA43D49}"/>
                  </a:ext>
                </a:extLst>
              </p14:cNvPr>
              <p14:cNvContentPartPr/>
              <p14:nvPr/>
            </p14:nvContentPartPr>
            <p14:xfrm>
              <a:off x="5700850" y="5461226"/>
              <a:ext cx="137520" cy="21492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F0D51C5F-9145-4DAA-A883-60EEFFA43D4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682850" y="5443226"/>
                <a:ext cx="173160" cy="25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upo 64">
            <a:extLst>
              <a:ext uri="{FF2B5EF4-FFF2-40B4-BE49-F238E27FC236}">
                <a16:creationId xmlns:a16="http://schemas.microsoft.com/office/drawing/2014/main" id="{6F3706BA-8FFA-4AEB-A666-D05BD0B4F267}"/>
              </a:ext>
            </a:extLst>
          </p:cNvPr>
          <p:cNvGrpSpPr/>
          <p:nvPr/>
        </p:nvGrpSpPr>
        <p:grpSpPr>
          <a:xfrm>
            <a:off x="7979650" y="5293826"/>
            <a:ext cx="636120" cy="300240"/>
            <a:chOff x="7979650" y="5293826"/>
            <a:chExt cx="63612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CB6113EE-735B-4767-B211-2E7E7B5D91BC}"/>
                    </a:ext>
                  </a:extLst>
                </p14:cNvPr>
                <p14:cNvContentPartPr/>
                <p14:nvPr/>
              </p14:nvContentPartPr>
              <p14:xfrm>
                <a:off x="7979650" y="5327306"/>
                <a:ext cx="208800" cy="19116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CB6113EE-735B-4767-B211-2E7E7B5D91B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61650" y="5309306"/>
                  <a:ext cx="2444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81F5590D-1EA5-4253-B1EB-BC9BFBAB7548}"/>
                    </a:ext>
                  </a:extLst>
                </p14:cNvPr>
                <p14:cNvContentPartPr/>
                <p14:nvPr/>
              </p14:nvContentPartPr>
              <p14:xfrm>
                <a:off x="8070010" y="5293826"/>
                <a:ext cx="181440" cy="21348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81F5590D-1EA5-4253-B1EB-BC9BFBAB754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052370" y="5276186"/>
                  <a:ext cx="2170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F46831A0-E4BA-4E56-A891-A7C0BA0E5A1D}"/>
                    </a:ext>
                  </a:extLst>
                </p14:cNvPr>
                <p14:cNvContentPartPr/>
                <p14:nvPr/>
              </p14:nvContentPartPr>
              <p14:xfrm>
                <a:off x="8319130" y="5361506"/>
                <a:ext cx="110520" cy="23256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F46831A0-E4BA-4E56-A891-A7C0BA0E5A1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01130" y="5343506"/>
                  <a:ext cx="1461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7A66F26C-4C8B-4579-A354-B255F3B371E7}"/>
                    </a:ext>
                  </a:extLst>
                </p14:cNvPr>
                <p14:cNvContentPartPr/>
                <p14:nvPr/>
              </p14:nvContentPartPr>
              <p14:xfrm>
                <a:off x="8568970" y="5376266"/>
                <a:ext cx="46800" cy="21636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7A66F26C-4C8B-4579-A354-B255F3B371E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551330" y="5358626"/>
                  <a:ext cx="82440" cy="25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48920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o 27">
            <a:extLst>
              <a:ext uri="{FF2B5EF4-FFF2-40B4-BE49-F238E27FC236}">
                <a16:creationId xmlns:a16="http://schemas.microsoft.com/office/drawing/2014/main" id="{AD69417A-EFB3-4116-AFA3-8F4A5971486C}"/>
              </a:ext>
            </a:extLst>
          </p:cNvPr>
          <p:cNvGrpSpPr/>
          <p:nvPr/>
        </p:nvGrpSpPr>
        <p:grpSpPr>
          <a:xfrm>
            <a:off x="1033090" y="558026"/>
            <a:ext cx="1291320" cy="587520"/>
            <a:chOff x="1033090" y="558026"/>
            <a:chExt cx="1291320" cy="58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78A7AC85-677F-4740-99A9-8747968CC128}"/>
                    </a:ext>
                  </a:extLst>
                </p14:cNvPr>
                <p14:cNvContentPartPr/>
                <p14:nvPr/>
              </p14:nvContentPartPr>
              <p14:xfrm>
                <a:off x="1113010" y="558026"/>
                <a:ext cx="115920" cy="53856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78A7AC85-677F-4740-99A9-8747968CC1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95010" y="540386"/>
                  <a:ext cx="15156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167BB7B9-529A-4E15-9462-DF67643CFDC9}"/>
                    </a:ext>
                  </a:extLst>
                </p14:cNvPr>
                <p14:cNvContentPartPr/>
                <p14:nvPr/>
              </p14:nvContentPartPr>
              <p14:xfrm>
                <a:off x="1033090" y="830186"/>
                <a:ext cx="470880" cy="26928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167BB7B9-529A-4E15-9462-DF67643CFDC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5450" y="812546"/>
                  <a:ext cx="5065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62AFAC1F-D722-4A63-9A11-1732B082D987}"/>
                    </a:ext>
                  </a:extLst>
                </p14:cNvPr>
                <p14:cNvContentPartPr/>
                <p14:nvPr/>
              </p14:nvContentPartPr>
              <p14:xfrm>
                <a:off x="1601170" y="943586"/>
                <a:ext cx="202680" cy="14940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62AFAC1F-D722-4A63-9A11-1732B082D98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83530" y="925946"/>
                  <a:ext cx="2383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6BE922F5-A897-4963-BD86-25F356D4635B}"/>
                    </a:ext>
                  </a:extLst>
                </p14:cNvPr>
                <p14:cNvContentPartPr/>
                <p14:nvPr/>
              </p14:nvContentPartPr>
              <p14:xfrm>
                <a:off x="1628530" y="817226"/>
                <a:ext cx="299160" cy="32832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6BE922F5-A897-4963-BD86-25F356D4635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10890" y="799586"/>
                  <a:ext cx="33480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896F64A7-F626-4712-AA72-4AF6E72B934A}"/>
                    </a:ext>
                  </a:extLst>
                </p14:cNvPr>
                <p14:cNvContentPartPr/>
                <p14:nvPr/>
              </p14:nvContentPartPr>
              <p14:xfrm>
                <a:off x="2127490" y="963026"/>
                <a:ext cx="196920" cy="13428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896F64A7-F626-4712-AA72-4AF6E72B934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09850" y="945386"/>
                  <a:ext cx="23256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508B66A6-A158-4481-96BB-20A712CCDBA4}"/>
              </a:ext>
            </a:extLst>
          </p:cNvPr>
          <p:cNvGrpSpPr/>
          <p:nvPr/>
        </p:nvGrpSpPr>
        <p:grpSpPr>
          <a:xfrm>
            <a:off x="6687610" y="1319786"/>
            <a:ext cx="1004040" cy="294840"/>
            <a:chOff x="6687610" y="1319786"/>
            <a:chExt cx="1004040" cy="2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203BE818-8400-46A5-9675-6561BDBF08A6}"/>
                    </a:ext>
                  </a:extLst>
                </p14:cNvPr>
                <p14:cNvContentPartPr/>
                <p14:nvPr/>
              </p14:nvContentPartPr>
              <p14:xfrm>
                <a:off x="6687610" y="1319786"/>
                <a:ext cx="200520" cy="29484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203BE818-8400-46A5-9675-6561BDBF08A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69610" y="1301786"/>
                  <a:ext cx="2361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9A4FC30A-93A1-4D5B-AB84-BBDBBBFE9433}"/>
                    </a:ext>
                  </a:extLst>
                </p14:cNvPr>
                <p14:cNvContentPartPr/>
                <p14:nvPr/>
              </p14:nvContentPartPr>
              <p14:xfrm>
                <a:off x="7048330" y="1406546"/>
                <a:ext cx="182520" cy="15084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9A4FC30A-93A1-4D5B-AB84-BBDBBBFE94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30330" y="1388546"/>
                  <a:ext cx="218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9DFE426B-4B50-4D11-9BA5-1067853ACBE9}"/>
                    </a:ext>
                  </a:extLst>
                </p14:cNvPr>
                <p14:cNvContentPartPr/>
                <p14:nvPr/>
              </p14:nvContentPartPr>
              <p14:xfrm>
                <a:off x="7373410" y="1353986"/>
                <a:ext cx="318240" cy="18252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9DFE426B-4B50-4D11-9BA5-1067853ACBE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55410" y="1336346"/>
                  <a:ext cx="35388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5651F382-96A2-4883-9407-B1C8813DC715}"/>
              </a:ext>
            </a:extLst>
          </p:cNvPr>
          <p:cNvGrpSpPr/>
          <p:nvPr/>
        </p:nvGrpSpPr>
        <p:grpSpPr>
          <a:xfrm>
            <a:off x="2810050" y="576386"/>
            <a:ext cx="1417320" cy="1509840"/>
            <a:chOff x="2810050" y="576386"/>
            <a:chExt cx="1417320" cy="150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34BA2549-BD1E-4D66-97E9-12A213458AA8}"/>
                    </a:ext>
                  </a:extLst>
                </p14:cNvPr>
                <p14:cNvContentPartPr/>
                <p14:nvPr/>
              </p14:nvContentPartPr>
              <p14:xfrm>
                <a:off x="3073570" y="765746"/>
                <a:ext cx="222840" cy="25704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34BA2549-BD1E-4D66-97E9-12A213458AA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55570" y="747746"/>
                  <a:ext cx="2584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4C2F0F2-0DB5-4166-89F9-CE3A587AED0A}"/>
                    </a:ext>
                  </a:extLst>
                </p14:cNvPr>
                <p14:cNvContentPartPr/>
                <p14:nvPr/>
              </p14:nvContentPartPr>
              <p14:xfrm>
                <a:off x="3402970" y="854666"/>
                <a:ext cx="162360" cy="4644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4C2F0F2-0DB5-4166-89F9-CE3A587AED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85330" y="837026"/>
                  <a:ext cx="198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0DCD52E4-7DF8-4208-81A2-61EB6068C2FE}"/>
                    </a:ext>
                  </a:extLst>
                </p14:cNvPr>
                <p14:cNvContentPartPr/>
                <p14:nvPr/>
              </p14:nvContentPartPr>
              <p14:xfrm>
                <a:off x="3679090" y="805706"/>
                <a:ext cx="217440" cy="18396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0DCD52E4-7DF8-4208-81A2-61EB6068C2F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61090" y="787706"/>
                  <a:ext cx="2530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F7B30492-B9EF-4DE5-9DD4-60FD35647184}"/>
                    </a:ext>
                  </a:extLst>
                </p14:cNvPr>
                <p14:cNvContentPartPr/>
                <p14:nvPr/>
              </p14:nvContentPartPr>
              <p14:xfrm>
                <a:off x="4000930" y="815066"/>
                <a:ext cx="167040" cy="1609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F7B30492-B9EF-4DE5-9DD4-60FD356471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82930" y="797426"/>
                  <a:ext cx="2026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EC787340-F4CE-4F17-B5EA-608A2CABC656}"/>
                    </a:ext>
                  </a:extLst>
                </p14:cNvPr>
                <p14:cNvContentPartPr/>
                <p14:nvPr/>
              </p14:nvContentPartPr>
              <p14:xfrm>
                <a:off x="4056730" y="763946"/>
                <a:ext cx="170640" cy="1994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EC787340-F4CE-4F17-B5EA-608A2CABC65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39090" y="745946"/>
                  <a:ext cx="206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D1620319-6E11-4B2A-A00C-3B50DC5724CA}"/>
                    </a:ext>
                  </a:extLst>
                </p14:cNvPr>
                <p14:cNvContentPartPr/>
                <p14:nvPr/>
              </p14:nvContentPartPr>
              <p14:xfrm>
                <a:off x="3703930" y="1636946"/>
                <a:ext cx="225720" cy="2181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D1620319-6E11-4B2A-A00C-3B50DC5724C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85930" y="1618946"/>
                  <a:ext cx="2613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1FFA7BF0-DD1B-4279-80C6-B0BBDABCAB18}"/>
                    </a:ext>
                  </a:extLst>
                </p14:cNvPr>
                <p14:cNvContentPartPr/>
                <p14:nvPr/>
              </p14:nvContentPartPr>
              <p14:xfrm>
                <a:off x="2810050" y="576386"/>
                <a:ext cx="369360" cy="150984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1FFA7BF0-DD1B-4279-80C6-B0BBDABCAB1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92050" y="558386"/>
                  <a:ext cx="405000" cy="154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19DA006B-3E5F-4345-A97E-27E05F7A0488}"/>
              </a:ext>
            </a:extLst>
          </p:cNvPr>
          <p:cNvGrpSpPr/>
          <p:nvPr/>
        </p:nvGrpSpPr>
        <p:grpSpPr>
          <a:xfrm>
            <a:off x="6482410" y="452186"/>
            <a:ext cx="6114600" cy="4804560"/>
            <a:chOff x="6482410" y="452186"/>
            <a:chExt cx="6114600" cy="48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AD828ACF-4712-4568-B819-7B57C1CC8E41}"/>
                    </a:ext>
                  </a:extLst>
                </p14:cNvPr>
                <p14:cNvContentPartPr/>
                <p14:nvPr/>
              </p14:nvContentPartPr>
              <p14:xfrm>
                <a:off x="7172170" y="551546"/>
                <a:ext cx="204840" cy="28584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AD828ACF-4712-4568-B819-7B57C1CC8E4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54170" y="533906"/>
                  <a:ext cx="2404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DB04F01C-92D9-4DFF-AB4E-E40EF7EC9039}"/>
                    </a:ext>
                  </a:extLst>
                </p14:cNvPr>
                <p14:cNvContentPartPr/>
                <p14:nvPr/>
              </p14:nvContentPartPr>
              <p14:xfrm>
                <a:off x="7163890" y="462626"/>
                <a:ext cx="230040" cy="30780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DB04F01C-92D9-4DFF-AB4E-E40EF7EC90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45890" y="444986"/>
                  <a:ext cx="2656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3950D51F-C8D6-44C8-8792-0900792819D8}"/>
                    </a:ext>
                  </a:extLst>
                </p14:cNvPr>
                <p14:cNvContentPartPr/>
                <p14:nvPr/>
              </p14:nvContentPartPr>
              <p14:xfrm>
                <a:off x="6859690" y="495026"/>
                <a:ext cx="128160" cy="27252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3950D51F-C8D6-44C8-8792-0900792819D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42050" y="477026"/>
                  <a:ext cx="1638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8376DBA8-A246-41C2-ACB8-1D4C0D044D6A}"/>
                    </a:ext>
                  </a:extLst>
                </p14:cNvPr>
                <p14:cNvContentPartPr/>
                <p14:nvPr/>
              </p14:nvContentPartPr>
              <p14:xfrm>
                <a:off x="6782650" y="821546"/>
                <a:ext cx="257760" cy="3852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8376DBA8-A246-41C2-ACB8-1D4C0D044D6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65010" y="803906"/>
                  <a:ext cx="293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BC26B40E-98E5-4177-8D1B-940C9ABD7B4F}"/>
                    </a:ext>
                  </a:extLst>
                </p14:cNvPr>
                <p14:cNvContentPartPr/>
                <p14:nvPr/>
              </p14:nvContentPartPr>
              <p14:xfrm>
                <a:off x="6482410" y="575306"/>
                <a:ext cx="142560" cy="17244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BC26B40E-98E5-4177-8D1B-940C9ABD7B4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64410" y="557306"/>
                  <a:ext cx="1782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C36D9465-6766-4322-8C08-2B9A0A1B33F3}"/>
                    </a:ext>
                  </a:extLst>
                </p14:cNvPr>
                <p14:cNvContentPartPr/>
                <p14:nvPr/>
              </p14:nvContentPartPr>
              <p14:xfrm>
                <a:off x="7675810" y="498266"/>
                <a:ext cx="182520" cy="22860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C36D9465-6766-4322-8C08-2B9A0A1B33F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58170" y="480266"/>
                  <a:ext cx="2181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883B6A63-4256-4C22-B68C-BD1CC3E9385B}"/>
                    </a:ext>
                  </a:extLst>
                </p14:cNvPr>
                <p14:cNvContentPartPr/>
                <p14:nvPr/>
              </p14:nvContentPartPr>
              <p14:xfrm>
                <a:off x="7684090" y="767906"/>
                <a:ext cx="225360" cy="6372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883B6A63-4256-4C22-B68C-BD1CC3E9385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66450" y="750266"/>
                  <a:ext cx="2610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1D4F0A91-2B99-4597-9CCB-27769584DC12}"/>
                    </a:ext>
                  </a:extLst>
                </p14:cNvPr>
                <p14:cNvContentPartPr/>
                <p14:nvPr/>
              </p14:nvContentPartPr>
              <p14:xfrm>
                <a:off x="8154610" y="452186"/>
                <a:ext cx="18720" cy="29916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1D4F0A91-2B99-4597-9CCB-27769584DC1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36970" y="434186"/>
                  <a:ext cx="543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F1757D43-0750-4C52-A4A4-1D863F176D29}"/>
                    </a:ext>
                  </a:extLst>
                </p14:cNvPr>
                <p14:cNvContentPartPr/>
                <p14:nvPr/>
              </p14:nvContentPartPr>
              <p14:xfrm>
                <a:off x="8050930" y="786266"/>
                <a:ext cx="216000" cy="345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F1757D43-0750-4C52-A4A4-1D863F176D2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33290" y="768626"/>
                  <a:ext cx="251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98C032A6-09E9-43FD-8DFA-87E2BF058971}"/>
                    </a:ext>
                  </a:extLst>
                </p14:cNvPr>
                <p14:cNvContentPartPr/>
                <p14:nvPr/>
              </p14:nvContentPartPr>
              <p14:xfrm>
                <a:off x="9289330" y="2088746"/>
                <a:ext cx="135000" cy="23436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98C032A6-09E9-43FD-8DFA-87E2BF05897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271690" y="2071106"/>
                  <a:ext cx="1706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DA129ACA-10E1-414D-96F7-FC046AE890DC}"/>
                    </a:ext>
                  </a:extLst>
                </p14:cNvPr>
                <p14:cNvContentPartPr/>
                <p14:nvPr/>
              </p14:nvContentPartPr>
              <p14:xfrm>
                <a:off x="9283570" y="1289186"/>
                <a:ext cx="100440" cy="65628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DA129ACA-10E1-414D-96F7-FC046AE890D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65570" y="1271186"/>
                  <a:ext cx="13608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BDB421ED-6600-4C87-A55E-64253805CF7D}"/>
                    </a:ext>
                  </a:extLst>
                </p14:cNvPr>
                <p14:cNvContentPartPr/>
                <p14:nvPr/>
              </p14:nvContentPartPr>
              <p14:xfrm>
                <a:off x="9395530" y="954026"/>
                <a:ext cx="168120" cy="20700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BDB421ED-6600-4C87-A55E-64253805CF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77890" y="936386"/>
                  <a:ext cx="2037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EA834067-D49F-43DC-A8E3-A9430470AAE2}"/>
                    </a:ext>
                  </a:extLst>
                </p14:cNvPr>
                <p14:cNvContentPartPr/>
                <p14:nvPr/>
              </p14:nvContentPartPr>
              <p14:xfrm>
                <a:off x="9686050" y="1432106"/>
                <a:ext cx="180360" cy="25092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EA834067-D49F-43DC-A8E3-A9430470AAE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668050" y="1414466"/>
                  <a:ext cx="2160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1B1658E1-8B11-4C2F-AF98-36333DFD1587}"/>
                    </a:ext>
                  </a:extLst>
                </p14:cNvPr>
                <p14:cNvContentPartPr/>
                <p14:nvPr/>
              </p14:nvContentPartPr>
              <p14:xfrm>
                <a:off x="9531250" y="1401146"/>
                <a:ext cx="192240" cy="32508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1B1658E1-8B11-4C2F-AF98-36333DFD158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13610" y="1383506"/>
                  <a:ext cx="22788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0E65DCE6-3BB6-440B-81F3-E7A188787522}"/>
                    </a:ext>
                  </a:extLst>
                </p14:cNvPr>
                <p14:cNvContentPartPr/>
                <p14:nvPr/>
              </p14:nvContentPartPr>
              <p14:xfrm>
                <a:off x="10007530" y="1563866"/>
                <a:ext cx="86040" cy="900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0E65DCE6-3BB6-440B-81F3-E7A18878752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89890" y="1546226"/>
                  <a:ext cx="121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A358C06F-31B5-424C-B0ED-E79E8CF61C28}"/>
                    </a:ext>
                  </a:extLst>
                </p14:cNvPr>
                <p14:cNvContentPartPr/>
                <p14:nvPr/>
              </p14:nvContentPartPr>
              <p14:xfrm>
                <a:off x="10208770" y="1455866"/>
                <a:ext cx="161280" cy="1778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A358C06F-31B5-424C-B0ED-E79E8CF61C2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191130" y="1437866"/>
                  <a:ext cx="1969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332671B8-3088-4659-BD71-1F3429ABAB54}"/>
                    </a:ext>
                  </a:extLst>
                </p14:cNvPr>
                <p14:cNvContentPartPr/>
                <p14:nvPr/>
              </p14:nvContentPartPr>
              <p14:xfrm>
                <a:off x="10444570" y="1447226"/>
                <a:ext cx="178920" cy="10116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332671B8-3088-4659-BD71-1F3429ABAB5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426930" y="1429226"/>
                  <a:ext cx="2145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584911B3-12B6-4AEB-8655-D21E64A156E6}"/>
                    </a:ext>
                  </a:extLst>
                </p14:cNvPr>
                <p14:cNvContentPartPr/>
                <p14:nvPr/>
              </p14:nvContentPartPr>
              <p14:xfrm>
                <a:off x="10497130" y="1390346"/>
                <a:ext cx="145800" cy="18360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584911B3-12B6-4AEB-8655-D21E64A156E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479130" y="1372706"/>
                  <a:ext cx="1814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BABAFFFA-8C39-4A19-8EA2-E5E79A63321F}"/>
                    </a:ext>
                  </a:extLst>
                </p14:cNvPr>
                <p14:cNvContentPartPr/>
                <p14:nvPr/>
              </p14:nvContentPartPr>
              <p14:xfrm>
                <a:off x="10731850" y="1310066"/>
                <a:ext cx="64800" cy="32832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BABAFFFA-8C39-4A19-8EA2-E5E79A63321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13850" y="1292426"/>
                  <a:ext cx="1004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D6DFF86E-FE85-473B-A62D-2B1D234C51F7}"/>
                    </a:ext>
                  </a:extLst>
                </p14:cNvPr>
                <p14:cNvContentPartPr/>
                <p14:nvPr/>
              </p14:nvContentPartPr>
              <p14:xfrm>
                <a:off x="10933090" y="1419506"/>
                <a:ext cx="73080" cy="1008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D6DFF86E-FE85-473B-A62D-2B1D234C51F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915090" y="1401506"/>
                  <a:ext cx="108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6C877186-30B9-42C8-8606-AEF0533CF916}"/>
                    </a:ext>
                  </a:extLst>
                </p14:cNvPr>
                <p14:cNvContentPartPr/>
                <p14:nvPr/>
              </p14:nvContentPartPr>
              <p14:xfrm>
                <a:off x="10912570" y="1531826"/>
                <a:ext cx="108720" cy="1008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6C877186-30B9-42C8-8606-AEF0533CF91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94930" y="1514186"/>
                  <a:ext cx="144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4E6D0EF8-B973-47F6-8A12-6CB1C9441CA0}"/>
                    </a:ext>
                  </a:extLst>
                </p14:cNvPr>
                <p14:cNvContentPartPr/>
                <p14:nvPr/>
              </p14:nvContentPartPr>
              <p14:xfrm>
                <a:off x="8768050" y="2832146"/>
                <a:ext cx="127800" cy="2196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4E6D0EF8-B973-47F6-8A12-6CB1C9441CA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750050" y="2814506"/>
                  <a:ext cx="163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B2EAF073-7752-4C22-B3BA-39CA74234843}"/>
                    </a:ext>
                  </a:extLst>
                </p14:cNvPr>
                <p14:cNvContentPartPr/>
                <p14:nvPr/>
              </p14:nvContentPartPr>
              <p14:xfrm>
                <a:off x="8788210" y="2930786"/>
                <a:ext cx="154080" cy="1008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B2EAF073-7752-4C22-B3BA-39CA7423484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70210" y="2913146"/>
                  <a:ext cx="189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A94EBA69-9BC6-4764-B6B1-F046339867A4}"/>
                    </a:ext>
                  </a:extLst>
                </p14:cNvPr>
                <p14:cNvContentPartPr/>
                <p14:nvPr/>
              </p14:nvContentPartPr>
              <p14:xfrm>
                <a:off x="9260890" y="2680946"/>
                <a:ext cx="199080" cy="23220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A94EBA69-9BC6-4764-B6B1-F046339867A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43250" y="2663306"/>
                  <a:ext cx="2347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8BDE5C48-1A93-4F1C-9F36-E10D0D0BDB45}"/>
                    </a:ext>
                  </a:extLst>
                </p14:cNvPr>
                <p14:cNvContentPartPr/>
                <p14:nvPr/>
              </p14:nvContentPartPr>
              <p14:xfrm>
                <a:off x="9519370" y="2671586"/>
                <a:ext cx="137160" cy="16848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8BDE5C48-1A93-4F1C-9F36-E10D0D0BDB4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01370" y="2653946"/>
                  <a:ext cx="172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1358CB6B-24F4-4611-A91D-32C3D6B8BBD2}"/>
                    </a:ext>
                  </a:extLst>
                </p14:cNvPr>
                <p14:cNvContentPartPr/>
                <p14:nvPr/>
              </p14:nvContentPartPr>
              <p14:xfrm>
                <a:off x="9545650" y="2650346"/>
                <a:ext cx="107640" cy="2059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1358CB6B-24F4-4611-A91D-32C3D6B8BBD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27650" y="2632346"/>
                  <a:ext cx="1432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9FE8E01E-5AF1-4960-800C-D73364B0C95B}"/>
                    </a:ext>
                  </a:extLst>
                </p14:cNvPr>
                <p14:cNvContentPartPr/>
                <p14:nvPr/>
              </p14:nvContentPartPr>
              <p14:xfrm>
                <a:off x="9769570" y="2688866"/>
                <a:ext cx="131400" cy="3024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9FE8E01E-5AF1-4960-800C-D73364B0C95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51570" y="2670866"/>
                  <a:ext cx="167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C5A17BB0-BF65-4FA4-97E6-58A0FEA45088}"/>
                    </a:ext>
                  </a:extLst>
                </p14:cNvPr>
                <p14:cNvContentPartPr/>
                <p14:nvPr/>
              </p14:nvContentPartPr>
              <p14:xfrm>
                <a:off x="9967210" y="2610746"/>
                <a:ext cx="144360" cy="13644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C5A17BB0-BF65-4FA4-97E6-58A0FEA4508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949210" y="2592746"/>
                  <a:ext cx="1800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AA746093-48A3-4150-98C7-4A7C54A1F8CA}"/>
                    </a:ext>
                  </a:extLst>
                </p14:cNvPr>
                <p14:cNvContentPartPr/>
                <p14:nvPr/>
              </p14:nvContentPartPr>
              <p14:xfrm>
                <a:off x="9999250" y="2563586"/>
                <a:ext cx="102600" cy="19440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AA746093-48A3-4150-98C7-4A7C54A1F8C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981610" y="2545586"/>
                  <a:ext cx="1382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7D6B6ABB-2618-4958-B0A4-9AC7B9608D92}"/>
                    </a:ext>
                  </a:extLst>
                </p14:cNvPr>
                <p14:cNvContentPartPr/>
                <p14:nvPr/>
              </p14:nvContentPartPr>
              <p14:xfrm>
                <a:off x="10154050" y="2476826"/>
                <a:ext cx="80640" cy="12132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7D6B6ABB-2618-4958-B0A4-9AC7B9608D9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136410" y="2458826"/>
                  <a:ext cx="1162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263BCEA5-CDE7-46E0-86D6-5D78A0362F32}"/>
                    </a:ext>
                  </a:extLst>
                </p14:cNvPr>
                <p14:cNvContentPartPr/>
                <p14:nvPr/>
              </p14:nvContentPartPr>
              <p14:xfrm>
                <a:off x="10610170" y="3535586"/>
                <a:ext cx="89640" cy="17856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263BCEA5-CDE7-46E0-86D6-5D78A0362F3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92530" y="3517586"/>
                  <a:ext cx="125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962FD21F-B7C5-48A3-8CBB-2A9AC5316C0E}"/>
                    </a:ext>
                  </a:extLst>
                </p14:cNvPr>
                <p14:cNvContentPartPr/>
                <p14:nvPr/>
              </p14:nvContentPartPr>
              <p14:xfrm>
                <a:off x="10599370" y="3530906"/>
                <a:ext cx="111240" cy="20484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962FD21F-B7C5-48A3-8CBB-2A9AC5316C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81730" y="3512906"/>
                  <a:ext cx="146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9A333EC2-117C-4AE3-9942-12029A8A1DC0}"/>
                    </a:ext>
                  </a:extLst>
                </p14:cNvPr>
                <p14:cNvContentPartPr/>
                <p14:nvPr/>
              </p14:nvContentPartPr>
              <p14:xfrm>
                <a:off x="10759210" y="3553226"/>
                <a:ext cx="188640" cy="914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9A333EC2-117C-4AE3-9942-12029A8A1D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741210" y="3535586"/>
                  <a:ext cx="2242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B8C9F8FE-1187-44D6-9FBF-5715E0366870}"/>
                    </a:ext>
                  </a:extLst>
                </p14:cNvPr>
                <p14:cNvContentPartPr/>
                <p14:nvPr/>
              </p14:nvContentPartPr>
              <p14:xfrm>
                <a:off x="10936330" y="3536306"/>
                <a:ext cx="128520" cy="8856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B8C9F8FE-1187-44D6-9FBF-5715E036687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918690" y="3518666"/>
                  <a:ext cx="164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CAB4F283-326B-4B48-9361-C3F275850F26}"/>
                    </a:ext>
                  </a:extLst>
                </p14:cNvPr>
                <p14:cNvContentPartPr/>
                <p14:nvPr/>
              </p14:nvContentPartPr>
              <p14:xfrm>
                <a:off x="10469770" y="2463866"/>
                <a:ext cx="133560" cy="85140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CAB4F283-326B-4B48-9361-C3F275850F2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451770" y="2445866"/>
                  <a:ext cx="169200" cy="88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BB66618C-6EEB-4858-B469-873A01592F72}"/>
                    </a:ext>
                  </a:extLst>
                </p14:cNvPr>
                <p14:cNvContentPartPr/>
                <p14:nvPr/>
              </p14:nvContentPartPr>
              <p14:xfrm>
                <a:off x="10525570" y="2258306"/>
                <a:ext cx="158760" cy="6156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BB66618C-6EEB-4858-B469-873A01592F7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507930" y="2240306"/>
                  <a:ext cx="1944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3DF6450B-D908-471F-A98D-5E94063F4A64}"/>
                    </a:ext>
                  </a:extLst>
                </p14:cNvPr>
                <p14:cNvContentPartPr/>
                <p14:nvPr/>
              </p14:nvContentPartPr>
              <p14:xfrm>
                <a:off x="10619890" y="2210066"/>
                <a:ext cx="61200" cy="16092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3DF6450B-D908-471F-A98D-5E94063F4A6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601890" y="2192066"/>
                  <a:ext cx="96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4338646A-3766-4BB4-B36D-0CFE42DB44EF}"/>
                    </a:ext>
                  </a:extLst>
                </p14:cNvPr>
                <p14:cNvContentPartPr/>
                <p14:nvPr/>
              </p14:nvContentPartPr>
              <p14:xfrm>
                <a:off x="10743730" y="2212226"/>
                <a:ext cx="151560" cy="9792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4338646A-3766-4BB4-B36D-0CFE42DB44E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725730" y="2194226"/>
                  <a:ext cx="1872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B1843A33-D43B-4AC7-9F02-BA8DDDB716F9}"/>
                    </a:ext>
                  </a:extLst>
                </p14:cNvPr>
                <p14:cNvContentPartPr/>
                <p14:nvPr/>
              </p14:nvContentPartPr>
              <p14:xfrm>
                <a:off x="11000770" y="2166146"/>
                <a:ext cx="12240" cy="14076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B1843A33-D43B-4AC7-9F02-BA8DDDB716F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983130" y="2148146"/>
                  <a:ext cx="478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220C1893-3BDA-4F32-96E6-949CFCE786A1}"/>
                    </a:ext>
                  </a:extLst>
                </p14:cNvPr>
                <p14:cNvContentPartPr/>
                <p14:nvPr/>
              </p14:nvContentPartPr>
              <p14:xfrm>
                <a:off x="9083410" y="4298786"/>
                <a:ext cx="119520" cy="684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220C1893-3BDA-4F32-96E6-949CFCE786A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65770" y="4281146"/>
                  <a:ext cx="155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054F7A18-151D-455E-A1F3-2F6F641B67D0}"/>
                    </a:ext>
                  </a:extLst>
                </p14:cNvPr>
                <p14:cNvContentPartPr/>
                <p14:nvPr/>
              </p14:nvContentPartPr>
              <p14:xfrm>
                <a:off x="9131290" y="4407146"/>
                <a:ext cx="136080" cy="1764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054F7A18-151D-455E-A1F3-2F6F641B67D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13290" y="4389146"/>
                  <a:ext cx="1717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5D57588D-1784-47BA-8AEF-92DAD23553E7}"/>
                    </a:ext>
                  </a:extLst>
                </p14:cNvPr>
                <p14:cNvContentPartPr/>
                <p14:nvPr/>
              </p14:nvContentPartPr>
              <p14:xfrm>
                <a:off x="9513250" y="4201586"/>
                <a:ext cx="188640" cy="19296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5D57588D-1784-47BA-8AEF-92DAD23553E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495610" y="4183946"/>
                  <a:ext cx="2242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D6CFB9C1-4E98-4D40-BE15-DADBBEE719F3}"/>
                    </a:ext>
                  </a:extLst>
                </p14:cNvPr>
                <p14:cNvContentPartPr/>
                <p14:nvPr/>
              </p14:nvContentPartPr>
              <p14:xfrm>
                <a:off x="9827890" y="4264586"/>
                <a:ext cx="79920" cy="3420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D6CFB9C1-4E98-4D40-BE15-DADBBEE719F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809890" y="4246586"/>
                  <a:ext cx="1155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4BD311B9-1853-447E-877B-AEE95F579C2A}"/>
                    </a:ext>
                  </a:extLst>
                </p14:cNvPr>
                <p14:cNvContentPartPr/>
                <p14:nvPr/>
              </p14:nvContentPartPr>
              <p14:xfrm>
                <a:off x="10042450" y="4167746"/>
                <a:ext cx="163440" cy="22104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4BD311B9-1853-447E-877B-AEE95F579C2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24450" y="4149746"/>
                  <a:ext cx="1990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4C8EBEC3-7189-48B9-8A3B-31BC864BEDCD}"/>
                    </a:ext>
                  </a:extLst>
                </p14:cNvPr>
                <p14:cNvContentPartPr/>
                <p14:nvPr/>
              </p14:nvContentPartPr>
              <p14:xfrm>
                <a:off x="10345930" y="4228226"/>
                <a:ext cx="74160" cy="360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4C8EBEC3-7189-48B9-8A3B-31BC864BEDC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327930" y="4210226"/>
                  <a:ext cx="109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4AB47BDE-0A83-4653-81E1-795B8809AB4E}"/>
                    </a:ext>
                  </a:extLst>
                </p14:cNvPr>
                <p14:cNvContentPartPr/>
                <p14:nvPr/>
              </p14:nvContentPartPr>
              <p14:xfrm>
                <a:off x="10366090" y="4317146"/>
                <a:ext cx="137160" cy="2484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4AB47BDE-0A83-4653-81E1-795B8809AB4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48090" y="4299146"/>
                  <a:ext cx="172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DABF73D4-24CC-40EB-8AB2-330539613807}"/>
                    </a:ext>
                  </a:extLst>
                </p14:cNvPr>
                <p14:cNvContentPartPr/>
                <p14:nvPr/>
              </p14:nvContentPartPr>
              <p14:xfrm>
                <a:off x="10670650" y="4123106"/>
                <a:ext cx="138960" cy="21420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DABF73D4-24CC-40EB-8AB2-33053961380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653010" y="4105466"/>
                  <a:ext cx="174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CDC70BEB-B706-405D-880C-4CBB644A0914}"/>
                    </a:ext>
                  </a:extLst>
                </p14:cNvPr>
                <p14:cNvContentPartPr/>
                <p14:nvPr/>
              </p14:nvContentPartPr>
              <p14:xfrm>
                <a:off x="8509570" y="583946"/>
                <a:ext cx="3501720" cy="6048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CDC70BEB-B706-405D-880C-4CBB644A091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91570" y="565946"/>
                  <a:ext cx="3537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5926BF34-17E6-4381-8BFF-6CB983E026B4}"/>
                    </a:ext>
                  </a:extLst>
                </p14:cNvPr>
                <p14:cNvContentPartPr/>
                <p14:nvPr/>
              </p14:nvContentPartPr>
              <p14:xfrm>
                <a:off x="8343970" y="611666"/>
                <a:ext cx="145800" cy="684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5926BF34-17E6-4381-8BFF-6CB983E026B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325970" y="594026"/>
                  <a:ext cx="181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F3047751-8D26-4768-94B5-5B151DC5784D}"/>
                    </a:ext>
                  </a:extLst>
                </p14:cNvPr>
                <p14:cNvContentPartPr/>
                <p14:nvPr/>
              </p14:nvContentPartPr>
              <p14:xfrm>
                <a:off x="8324890" y="619226"/>
                <a:ext cx="4272120" cy="463752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F3047751-8D26-4768-94B5-5B151DC5784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307250" y="601226"/>
                  <a:ext cx="4307760" cy="46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E898AF35-84C0-4621-B3BC-D54D6ED9CCE5}"/>
                  </a:ext>
                </a:extLst>
              </p14:cNvPr>
              <p14:cNvContentPartPr/>
              <p14:nvPr/>
            </p14:nvContentPartPr>
            <p14:xfrm>
              <a:off x="740410" y="2866706"/>
              <a:ext cx="137160" cy="51336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E898AF35-84C0-4621-B3BC-D54D6ED9CCE5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22770" y="2848706"/>
                <a:ext cx="172800" cy="54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upo 124">
            <a:extLst>
              <a:ext uri="{FF2B5EF4-FFF2-40B4-BE49-F238E27FC236}">
                <a16:creationId xmlns:a16="http://schemas.microsoft.com/office/drawing/2014/main" id="{9C322158-645B-4DB4-92A3-909589869F46}"/>
              </a:ext>
            </a:extLst>
          </p:cNvPr>
          <p:cNvGrpSpPr/>
          <p:nvPr/>
        </p:nvGrpSpPr>
        <p:grpSpPr>
          <a:xfrm>
            <a:off x="1100050" y="2942666"/>
            <a:ext cx="1463760" cy="328320"/>
            <a:chOff x="1100050" y="2942666"/>
            <a:chExt cx="146376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10B0C948-08E0-40E2-8764-DA166679F7FC}"/>
                    </a:ext>
                  </a:extLst>
                </p14:cNvPr>
                <p14:cNvContentPartPr/>
                <p14:nvPr/>
              </p14:nvContentPartPr>
              <p14:xfrm>
                <a:off x="1100050" y="3047786"/>
                <a:ext cx="124200" cy="1224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10B0C948-08E0-40E2-8764-DA166679F7F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82050" y="3029786"/>
                  <a:ext cx="1598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77B1CFE2-D74F-4377-B3B8-A5B958EE19DC}"/>
                    </a:ext>
                  </a:extLst>
                </p14:cNvPr>
                <p14:cNvContentPartPr/>
                <p14:nvPr/>
              </p14:nvContentPartPr>
              <p14:xfrm>
                <a:off x="1129570" y="3171986"/>
                <a:ext cx="169560" cy="1224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77B1CFE2-D74F-4377-B3B8-A5B958EE19D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11930" y="3153986"/>
                  <a:ext cx="205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1E81AD4B-59CB-49E9-BDBE-82ABE08FEB98}"/>
                    </a:ext>
                  </a:extLst>
                </p14:cNvPr>
                <p14:cNvContentPartPr/>
                <p14:nvPr/>
              </p14:nvContentPartPr>
              <p14:xfrm>
                <a:off x="1423690" y="3077666"/>
                <a:ext cx="132480" cy="900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1E81AD4B-59CB-49E9-BDBE-82ABE08FEB9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06050" y="3059666"/>
                  <a:ext cx="1681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80117B87-85C1-4B59-B35E-AF362B029AB1}"/>
                    </a:ext>
                  </a:extLst>
                </p14:cNvPr>
                <p14:cNvContentPartPr/>
                <p14:nvPr/>
              </p14:nvContentPartPr>
              <p14:xfrm>
                <a:off x="1645090" y="2994146"/>
                <a:ext cx="160200" cy="27684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80117B87-85C1-4B59-B35E-AF362B029AB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27450" y="2976146"/>
                  <a:ext cx="1958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7437EFBF-AF60-49F0-8291-D30B3197E65C}"/>
                    </a:ext>
                  </a:extLst>
                </p14:cNvPr>
                <p14:cNvContentPartPr/>
                <p14:nvPr/>
              </p14:nvContentPartPr>
              <p14:xfrm>
                <a:off x="1888090" y="3009986"/>
                <a:ext cx="164880" cy="18144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7437EFBF-AF60-49F0-8291-D30B3197E65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870450" y="2992346"/>
                  <a:ext cx="2005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F6D0E35D-30FA-4D0E-B108-A3A8DCC75A00}"/>
                    </a:ext>
                  </a:extLst>
                </p14:cNvPr>
                <p14:cNvContentPartPr/>
                <p14:nvPr/>
              </p14:nvContentPartPr>
              <p14:xfrm>
                <a:off x="2250250" y="2942666"/>
                <a:ext cx="18360" cy="27036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F6D0E35D-30FA-4D0E-B108-A3A8DCC75A0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232610" y="2924666"/>
                  <a:ext cx="540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709A8997-5104-4A98-9184-7961463079CE}"/>
                    </a:ext>
                  </a:extLst>
                </p14:cNvPr>
                <p14:cNvContentPartPr/>
                <p14:nvPr/>
              </p14:nvContentPartPr>
              <p14:xfrm>
                <a:off x="2169250" y="3039146"/>
                <a:ext cx="187200" cy="7740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709A8997-5104-4A98-9184-7961463079C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51610" y="3021146"/>
                  <a:ext cx="222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AB457166-86A0-48F8-A9AB-F4E1D9F61640}"/>
                    </a:ext>
                  </a:extLst>
                </p14:cNvPr>
                <p14:cNvContentPartPr/>
                <p14:nvPr/>
              </p14:nvContentPartPr>
              <p14:xfrm>
                <a:off x="2419450" y="2994866"/>
                <a:ext cx="144360" cy="23400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AB457166-86A0-48F8-A9AB-F4E1D9F6164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401450" y="2976866"/>
                  <a:ext cx="18000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E51120A6-B8B2-4FD2-BD28-11B1FF80C2BF}"/>
              </a:ext>
            </a:extLst>
          </p:cNvPr>
          <p:cNvGrpSpPr/>
          <p:nvPr/>
        </p:nvGrpSpPr>
        <p:grpSpPr>
          <a:xfrm>
            <a:off x="3797890" y="2881826"/>
            <a:ext cx="1214640" cy="245880"/>
            <a:chOff x="3797890" y="2881826"/>
            <a:chExt cx="1214640" cy="24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0E8DB958-677F-4CFE-BE02-8595B3553C43}"/>
                    </a:ext>
                  </a:extLst>
                </p14:cNvPr>
                <p14:cNvContentPartPr/>
                <p14:nvPr/>
              </p14:nvContentPartPr>
              <p14:xfrm>
                <a:off x="3797890" y="2943746"/>
                <a:ext cx="352080" cy="18396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0E8DB958-677F-4CFE-BE02-8595B3553C4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779890" y="2925746"/>
                  <a:ext cx="387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B1903AD3-C485-4CBA-A3CD-3E897FA2EF50}"/>
                    </a:ext>
                  </a:extLst>
                </p14:cNvPr>
                <p14:cNvContentPartPr/>
                <p14:nvPr/>
              </p14:nvContentPartPr>
              <p14:xfrm>
                <a:off x="4214050" y="2968226"/>
                <a:ext cx="143280" cy="1332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B1903AD3-C485-4CBA-A3CD-3E897FA2EF5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96050" y="2950586"/>
                  <a:ext cx="1789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CD6A2533-6F18-4F83-8EAD-D1A02A7FEE7E}"/>
                    </a:ext>
                  </a:extLst>
                </p14:cNvPr>
                <p14:cNvContentPartPr/>
                <p14:nvPr/>
              </p14:nvContentPartPr>
              <p14:xfrm>
                <a:off x="4278490" y="3080906"/>
                <a:ext cx="133560" cy="792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CD6A2533-6F18-4F83-8EAD-D1A02A7FEE7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60490" y="3062906"/>
                  <a:ext cx="169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E73269FB-B311-484F-B884-D9A8ECBA1D01}"/>
                    </a:ext>
                  </a:extLst>
                </p14:cNvPr>
                <p14:cNvContentPartPr/>
                <p14:nvPr/>
              </p14:nvContentPartPr>
              <p14:xfrm>
                <a:off x="4598530" y="2967146"/>
                <a:ext cx="157680" cy="3780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E73269FB-B311-484F-B884-D9A8ECBA1D0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80890" y="2949506"/>
                  <a:ext cx="193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1A46D700-2BCE-4AE3-9306-015B55E4C1CF}"/>
                    </a:ext>
                  </a:extLst>
                </p14:cNvPr>
                <p14:cNvContentPartPr/>
                <p14:nvPr/>
              </p14:nvContentPartPr>
              <p14:xfrm>
                <a:off x="4812010" y="2881826"/>
                <a:ext cx="200520" cy="23364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1A46D700-2BCE-4AE3-9306-015B55E4C1C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94010" y="2864186"/>
                  <a:ext cx="236160" cy="26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upo 131">
            <a:extLst>
              <a:ext uri="{FF2B5EF4-FFF2-40B4-BE49-F238E27FC236}">
                <a16:creationId xmlns:a16="http://schemas.microsoft.com/office/drawing/2014/main" id="{F1773727-2639-44D1-9D48-9B10CD9A5A7F}"/>
              </a:ext>
            </a:extLst>
          </p:cNvPr>
          <p:cNvGrpSpPr/>
          <p:nvPr/>
        </p:nvGrpSpPr>
        <p:grpSpPr>
          <a:xfrm>
            <a:off x="5902810" y="2770226"/>
            <a:ext cx="969480" cy="317520"/>
            <a:chOff x="5902810" y="2770226"/>
            <a:chExt cx="969480" cy="3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32A69C37-280C-4559-8CE7-14D5115924B4}"/>
                    </a:ext>
                  </a:extLst>
                </p14:cNvPr>
                <p14:cNvContentPartPr/>
                <p14:nvPr/>
              </p14:nvContentPartPr>
              <p14:xfrm>
                <a:off x="5902810" y="2770226"/>
                <a:ext cx="226800" cy="31752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32A69C37-280C-4559-8CE7-14D5115924B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884810" y="2752226"/>
                  <a:ext cx="2624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A6155700-882B-46B5-9DAC-E9068F3DDF67}"/>
                    </a:ext>
                  </a:extLst>
                </p14:cNvPr>
                <p14:cNvContentPartPr/>
                <p14:nvPr/>
              </p14:nvContentPartPr>
              <p14:xfrm>
                <a:off x="6267130" y="2895506"/>
                <a:ext cx="146880" cy="1116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A6155700-882B-46B5-9DAC-E9068F3DDF6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249130" y="2877866"/>
                  <a:ext cx="182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E480455F-0544-4189-9DA1-E7522468A8D9}"/>
                    </a:ext>
                  </a:extLst>
                </p14:cNvPr>
                <p14:cNvContentPartPr/>
                <p14:nvPr/>
              </p14:nvContentPartPr>
              <p14:xfrm>
                <a:off x="6300250" y="2987666"/>
                <a:ext cx="188640" cy="2376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E480455F-0544-4189-9DA1-E7522468A8D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82610" y="2969666"/>
                  <a:ext cx="2242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D45C0FA2-776D-483E-A724-F0515C65DFD7}"/>
                    </a:ext>
                  </a:extLst>
                </p14:cNvPr>
                <p14:cNvContentPartPr/>
                <p14:nvPr/>
              </p14:nvContentPartPr>
              <p14:xfrm>
                <a:off x="6650530" y="2805146"/>
                <a:ext cx="221760" cy="20772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D45C0FA2-776D-483E-A724-F0515C65DFD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632890" y="2787506"/>
                  <a:ext cx="257400" cy="2433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35" name="Conector recto 134">
            <a:extLst>
              <a:ext uri="{FF2B5EF4-FFF2-40B4-BE49-F238E27FC236}">
                <a16:creationId xmlns:a16="http://schemas.microsoft.com/office/drawing/2014/main" id="{0F5A1A08-1E22-41CD-9155-A312A121CB27}"/>
              </a:ext>
            </a:extLst>
          </p:cNvPr>
          <p:cNvCxnSpPr/>
          <p:nvPr/>
        </p:nvCxnSpPr>
        <p:spPr>
          <a:xfrm>
            <a:off x="1803850" y="3735746"/>
            <a:ext cx="0" cy="2903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6BDAE1A7-7705-4A86-AB8D-D5EBDFD9A621}"/>
                  </a:ext>
                </a:extLst>
              </p14:cNvPr>
              <p14:cNvContentPartPr/>
              <p14:nvPr/>
            </p14:nvContentPartPr>
            <p14:xfrm>
              <a:off x="1885930" y="4409306"/>
              <a:ext cx="360" cy="36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6BDAE1A7-7705-4A86-AB8D-D5EBDFD9A621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867930" y="439130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74" name="Entrada de lápiz 173">
                <a:extLst>
                  <a:ext uri="{FF2B5EF4-FFF2-40B4-BE49-F238E27FC236}">
                    <a16:creationId xmlns:a16="http://schemas.microsoft.com/office/drawing/2014/main" id="{CCA1B326-2BCC-4208-9E61-DC917A28E162}"/>
                  </a:ext>
                </a:extLst>
              </p14:cNvPr>
              <p14:cNvContentPartPr/>
              <p14:nvPr/>
            </p14:nvContentPartPr>
            <p14:xfrm>
              <a:off x="976210" y="5581106"/>
              <a:ext cx="3960" cy="360"/>
            </p14:xfrm>
          </p:contentPart>
        </mc:Choice>
        <mc:Fallback>
          <p:pic>
            <p:nvPicPr>
              <p:cNvPr id="174" name="Entrada de lápiz 173">
                <a:extLst>
                  <a:ext uri="{FF2B5EF4-FFF2-40B4-BE49-F238E27FC236}">
                    <a16:creationId xmlns:a16="http://schemas.microsoft.com/office/drawing/2014/main" id="{CCA1B326-2BCC-4208-9E61-DC917A28E16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58210" y="5563106"/>
                <a:ext cx="39600" cy="3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1A078898-82E0-4EEB-BFC9-13BF11D402C1}"/>
              </a:ext>
            </a:extLst>
          </p:cNvPr>
          <p:cNvCxnSpPr/>
          <p:nvPr/>
        </p:nvCxnSpPr>
        <p:spPr>
          <a:xfrm>
            <a:off x="1299130" y="5581106"/>
            <a:ext cx="4796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77" name="Entrada de lápiz 176">
                <a:extLst>
                  <a:ext uri="{FF2B5EF4-FFF2-40B4-BE49-F238E27FC236}">
                    <a16:creationId xmlns:a16="http://schemas.microsoft.com/office/drawing/2014/main" id="{73A35D05-72E1-4096-B1C7-D7BE7FB58984}"/>
                  </a:ext>
                </a:extLst>
              </p14:cNvPr>
              <p14:cNvContentPartPr/>
              <p14:nvPr/>
            </p14:nvContentPartPr>
            <p14:xfrm>
              <a:off x="1734010" y="4290146"/>
              <a:ext cx="84600" cy="81720"/>
            </p14:xfrm>
          </p:contentPart>
        </mc:Choice>
        <mc:Fallback>
          <p:pic>
            <p:nvPicPr>
              <p:cNvPr id="177" name="Entrada de lápiz 176">
                <a:extLst>
                  <a:ext uri="{FF2B5EF4-FFF2-40B4-BE49-F238E27FC236}">
                    <a16:creationId xmlns:a16="http://schemas.microsoft.com/office/drawing/2014/main" id="{73A35D05-72E1-4096-B1C7-D7BE7FB5898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716370" y="4272506"/>
                <a:ext cx="12024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78" name="Entrada de lápiz 177">
                <a:extLst>
                  <a:ext uri="{FF2B5EF4-FFF2-40B4-BE49-F238E27FC236}">
                    <a16:creationId xmlns:a16="http://schemas.microsoft.com/office/drawing/2014/main" id="{9C967619-C3D0-4031-8F53-F9AF996841F2}"/>
                  </a:ext>
                </a:extLst>
              </p14:cNvPr>
              <p14:cNvContentPartPr/>
              <p14:nvPr/>
            </p14:nvContentPartPr>
            <p14:xfrm>
              <a:off x="1360690" y="4118786"/>
              <a:ext cx="169560" cy="219240"/>
            </p14:xfrm>
          </p:contentPart>
        </mc:Choice>
        <mc:Fallback>
          <p:pic>
            <p:nvPicPr>
              <p:cNvPr id="178" name="Entrada de lápiz 177">
                <a:extLst>
                  <a:ext uri="{FF2B5EF4-FFF2-40B4-BE49-F238E27FC236}">
                    <a16:creationId xmlns:a16="http://schemas.microsoft.com/office/drawing/2014/main" id="{9C967619-C3D0-4031-8F53-F9AF996841F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342690" y="4101146"/>
                <a:ext cx="205200" cy="25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upo 185">
            <a:extLst>
              <a:ext uri="{FF2B5EF4-FFF2-40B4-BE49-F238E27FC236}">
                <a16:creationId xmlns:a16="http://schemas.microsoft.com/office/drawing/2014/main" id="{B2845377-85CF-4BF3-BC13-A0C2CF9B72AE}"/>
              </a:ext>
            </a:extLst>
          </p:cNvPr>
          <p:cNvGrpSpPr/>
          <p:nvPr/>
        </p:nvGrpSpPr>
        <p:grpSpPr>
          <a:xfrm>
            <a:off x="776050" y="4143626"/>
            <a:ext cx="351360" cy="289440"/>
            <a:chOff x="776050" y="4143626"/>
            <a:chExt cx="351360" cy="2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7D03A498-312A-4D7C-AE24-A767353ACA3B}"/>
                    </a:ext>
                  </a:extLst>
                </p14:cNvPr>
                <p14:cNvContentPartPr/>
                <p14:nvPr/>
              </p14:nvContentPartPr>
              <p14:xfrm>
                <a:off x="776050" y="4143626"/>
                <a:ext cx="104040" cy="26496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7D03A498-312A-4D7C-AE24-A767353ACA3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58050" y="4125626"/>
                  <a:ext cx="1396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0558CA04-B881-4981-BF91-646B3D324065}"/>
                    </a:ext>
                  </a:extLst>
                </p14:cNvPr>
                <p14:cNvContentPartPr/>
                <p14:nvPr/>
              </p14:nvContentPartPr>
              <p14:xfrm>
                <a:off x="912850" y="4207706"/>
                <a:ext cx="115200" cy="11592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0558CA04-B881-4981-BF91-646B3D32406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95210" y="4190066"/>
                  <a:ext cx="150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54C6DB24-DCD6-4CCE-953C-F81FBE8EBF72}"/>
                    </a:ext>
                  </a:extLst>
                </p14:cNvPr>
                <p14:cNvContentPartPr/>
                <p14:nvPr/>
              </p14:nvContentPartPr>
              <p14:xfrm>
                <a:off x="1098610" y="4330826"/>
                <a:ext cx="28800" cy="10224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54C6DB24-DCD6-4CCE-953C-F81FBE8EBF7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0970" y="4313186"/>
                  <a:ext cx="6444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upo 216">
            <a:extLst>
              <a:ext uri="{FF2B5EF4-FFF2-40B4-BE49-F238E27FC236}">
                <a16:creationId xmlns:a16="http://schemas.microsoft.com/office/drawing/2014/main" id="{2851187D-4A22-45D0-B5B2-C3765B11BFC3}"/>
              </a:ext>
            </a:extLst>
          </p:cNvPr>
          <p:cNvGrpSpPr/>
          <p:nvPr/>
        </p:nvGrpSpPr>
        <p:grpSpPr>
          <a:xfrm>
            <a:off x="1532050" y="3998906"/>
            <a:ext cx="2211840" cy="1571760"/>
            <a:chOff x="1532050" y="3998906"/>
            <a:chExt cx="2211840" cy="157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B5E693BD-2453-4038-A2DE-8527D66591BC}"/>
                    </a:ext>
                  </a:extLst>
                </p14:cNvPr>
                <p14:cNvContentPartPr/>
                <p14:nvPr/>
              </p14:nvContentPartPr>
              <p14:xfrm>
                <a:off x="1790530" y="4330826"/>
                <a:ext cx="9720" cy="792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B5E693BD-2453-4038-A2DE-8527D66591B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772890" y="4313186"/>
                  <a:ext cx="45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7DABB07A-B977-45B5-8155-CC77E696201D}"/>
                    </a:ext>
                  </a:extLst>
                </p14:cNvPr>
                <p14:cNvContentPartPr/>
                <p14:nvPr/>
              </p14:nvContentPartPr>
              <p14:xfrm>
                <a:off x="2756410" y="5517746"/>
                <a:ext cx="21960" cy="1980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7DABB07A-B977-45B5-8155-CC77E696201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738410" y="5500106"/>
                  <a:ext cx="57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92E441B1-93E9-4E51-A0AF-6059CF9F1070}"/>
                    </a:ext>
                  </a:extLst>
                </p14:cNvPr>
                <p14:cNvContentPartPr/>
                <p14:nvPr/>
              </p14:nvContentPartPr>
              <p14:xfrm>
                <a:off x="2734810" y="5459066"/>
                <a:ext cx="113040" cy="10440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92E441B1-93E9-4E51-A0AF-6059CF9F107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717170" y="5441066"/>
                  <a:ext cx="1486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E27D58F5-0096-4E35-B4A2-56D75BEEF1CD}"/>
                    </a:ext>
                  </a:extLst>
                </p14:cNvPr>
                <p14:cNvContentPartPr/>
                <p14:nvPr/>
              </p14:nvContentPartPr>
              <p14:xfrm>
                <a:off x="1532050" y="3998906"/>
                <a:ext cx="88560" cy="34524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E27D58F5-0096-4E35-B4A2-56D75BEEF1C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14410" y="3980906"/>
                  <a:ext cx="1242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3AF99959-B75C-49C4-8131-20A42C935EE2}"/>
                    </a:ext>
                  </a:extLst>
                </p14:cNvPr>
                <p14:cNvContentPartPr/>
                <p14:nvPr/>
              </p14:nvContentPartPr>
              <p14:xfrm>
                <a:off x="2763970" y="5481386"/>
                <a:ext cx="52200" cy="7488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3AF99959-B75C-49C4-8131-20A42C935EE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46330" y="5463386"/>
                  <a:ext cx="878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2ED44C20-78AD-4C5C-8086-31EE1FD75C10}"/>
                    </a:ext>
                  </a:extLst>
                </p14:cNvPr>
                <p14:cNvContentPartPr/>
                <p14:nvPr/>
              </p14:nvContentPartPr>
              <p14:xfrm>
                <a:off x="2981410" y="5311106"/>
                <a:ext cx="130320" cy="16524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2ED44C20-78AD-4C5C-8086-31EE1FD75C1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963770" y="5293466"/>
                  <a:ext cx="1659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2C521311-5BA1-42C5-8669-B3C798D0AD32}"/>
                    </a:ext>
                  </a:extLst>
                </p14:cNvPr>
                <p14:cNvContentPartPr/>
                <p14:nvPr/>
              </p14:nvContentPartPr>
              <p14:xfrm>
                <a:off x="3158890" y="5243426"/>
                <a:ext cx="111240" cy="16236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2C521311-5BA1-42C5-8669-B3C798D0AD3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141250" y="5225426"/>
                  <a:ext cx="1468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E3BC44AB-2954-43B2-8993-46B2F318ABB3}"/>
                    </a:ext>
                  </a:extLst>
                </p14:cNvPr>
                <p14:cNvContentPartPr/>
                <p14:nvPr/>
              </p14:nvContentPartPr>
              <p14:xfrm>
                <a:off x="3335290" y="5372306"/>
                <a:ext cx="18360" cy="5184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E3BC44AB-2954-43B2-8993-46B2F318ABB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317290" y="5354306"/>
                  <a:ext cx="54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5358F50F-BE5C-48D7-8785-C0C7B4F984BD}"/>
                    </a:ext>
                  </a:extLst>
                </p14:cNvPr>
                <p14:cNvContentPartPr/>
                <p14:nvPr/>
              </p14:nvContentPartPr>
              <p14:xfrm>
                <a:off x="3439330" y="5248826"/>
                <a:ext cx="91440" cy="12060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5358F50F-BE5C-48D7-8785-C0C7B4F984B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421690" y="5231186"/>
                  <a:ext cx="1270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FF67AFBA-FAAA-46CD-A95C-8F0F64A1BB92}"/>
                    </a:ext>
                  </a:extLst>
                </p14:cNvPr>
                <p14:cNvContentPartPr/>
                <p14:nvPr/>
              </p14:nvContentPartPr>
              <p14:xfrm>
                <a:off x="3719770" y="5133266"/>
                <a:ext cx="24120" cy="26604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FF67AFBA-FAAA-46CD-A95C-8F0F64A1BB9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702130" y="5115626"/>
                  <a:ext cx="597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81029D60-FB69-4A23-A268-4197CED5237D}"/>
                    </a:ext>
                  </a:extLst>
                </p14:cNvPr>
                <p14:cNvContentPartPr/>
                <p14:nvPr/>
              </p14:nvContentPartPr>
              <p14:xfrm>
                <a:off x="1788370" y="4324346"/>
                <a:ext cx="960120" cy="115344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81029D60-FB69-4A23-A268-4197CED5237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770730" y="4306706"/>
                  <a:ext cx="995760" cy="11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0BB8E2CF-2ED0-4BAA-9DDC-BEF3CCC8DD95}"/>
                    </a:ext>
                  </a:extLst>
                </p14:cNvPr>
                <p14:cNvContentPartPr/>
                <p14:nvPr/>
              </p14:nvContentPartPr>
              <p14:xfrm>
                <a:off x="1784770" y="4619186"/>
                <a:ext cx="192960" cy="16596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0BB8E2CF-2ED0-4BAA-9DDC-BEF3CCC8DD9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767130" y="4601186"/>
                  <a:ext cx="2286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0731F6CA-EB9C-4A27-A9FB-E071172CC92B}"/>
                    </a:ext>
                  </a:extLst>
                </p14:cNvPr>
                <p14:cNvContentPartPr/>
                <p14:nvPr/>
              </p14:nvContentPartPr>
              <p14:xfrm>
                <a:off x="1803850" y="4692986"/>
                <a:ext cx="192240" cy="22752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0731F6CA-EB9C-4A27-A9FB-E071172CC92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785850" y="4675346"/>
                  <a:ext cx="2278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ECC0C77D-68AE-49BE-9798-E8CF5D6DF227}"/>
                    </a:ext>
                  </a:extLst>
                </p14:cNvPr>
                <p14:cNvContentPartPr/>
                <p14:nvPr/>
              </p14:nvContentPartPr>
              <p14:xfrm>
                <a:off x="1869010" y="4794866"/>
                <a:ext cx="188640" cy="28728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ECC0C77D-68AE-49BE-9798-E8CF5D6DF22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851370" y="4776866"/>
                  <a:ext cx="2242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AAA684D9-8EA8-4E03-B455-35AEC9BF98F3}"/>
                    </a:ext>
                  </a:extLst>
                </p14:cNvPr>
                <p14:cNvContentPartPr/>
                <p14:nvPr/>
              </p14:nvContentPartPr>
              <p14:xfrm>
                <a:off x="1870450" y="4986386"/>
                <a:ext cx="317160" cy="30996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AAA684D9-8EA8-4E03-B455-35AEC9BF98F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852450" y="4968746"/>
                  <a:ext cx="3528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BA1D2932-B491-4490-861D-AA99012B8209}"/>
                    </a:ext>
                  </a:extLst>
                </p14:cNvPr>
                <p14:cNvContentPartPr/>
                <p14:nvPr/>
              </p14:nvContentPartPr>
              <p14:xfrm>
                <a:off x="1882330" y="5120306"/>
                <a:ext cx="433800" cy="30024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BA1D2932-B491-4490-861D-AA99012B820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864330" y="5102666"/>
                  <a:ext cx="4694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0064FD0A-F263-4FCD-8922-C472DB513DFA}"/>
                    </a:ext>
                  </a:extLst>
                </p14:cNvPr>
                <p14:cNvContentPartPr/>
                <p14:nvPr/>
              </p14:nvContentPartPr>
              <p14:xfrm>
                <a:off x="2095450" y="5232986"/>
                <a:ext cx="249120" cy="20592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0064FD0A-F263-4FCD-8922-C472DB513DF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077810" y="5214986"/>
                  <a:ext cx="284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2BAE08C0-04CE-4FD5-83B2-C559BF31E010}"/>
                    </a:ext>
                  </a:extLst>
                </p14:cNvPr>
                <p14:cNvContentPartPr/>
                <p14:nvPr/>
              </p14:nvContentPartPr>
              <p14:xfrm>
                <a:off x="2139370" y="5301386"/>
                <a:ext cx="481320" cy="24228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2BAE08C0-04CE-4FD5-83B2-C559BF31E01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121730" y="5283746"/>
                  <a:ext cx="5169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9AF507E6-6CE7-4108-BDB7-E5331082E55A}"/>
                    </a:ext>
                  </a:extLst>
                </p14:cNvPr>
                <p14:cNvContentPartPr/>
                <p14:nvPr/>
              </p14:nvContentPartPr>
              <p14:xfrm>
                <a:off x="2238370" y="5299226"/>
                <a:ext cx="269640" cy="11700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9AF507E6-6CE7-4108-BDB7-E5331082E55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220370" y="5281586"/>
                  <a:ext cx="3052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C688F9DE-C2A0-4837-83CC-220C8AA06607}"/>
                    </a:ext>
                  </a:extLst>
                </p14:cNvPr>
                <p14:cNvContentPartPr/>
                <p14:nvPr/>
              </p14:nvContentPartPr>
              <p14:xfrm>
                <a:off x="1866850" y="5055146"/>
                <a:ext cx="366120" cy="21024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C688F9DE-C2A0-4837-83CC-220C8AA0660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848850" y="5037146"/>
                  <a:ext cx="4017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831A6FFB-F38F-4454-8F3A-FD628ADCFA96}"/>
                    </a:ext>
                  </a:extLst>
                </p14:cNvPr>
                <p14:cNvContentPartPr/>
                <p14:nvPr/>
              </p14:nvContentPartPr>
              <p14:xfrm>
                <a:off x="1813210" y="4771106"/>
                <a:ext cx="269640" cy="33552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831A6FFB-F38F-4454-8F3A-FD628ADCFA9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795570" y="4753466"/>
                  <a:ext cx="3052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F30576CA-E1DE-4861-BF39-15F17FCB4D16}"/>
                    </a:ext>
                  </a:extLst>
                </p14:cNvPr>
                <p14:cNvContentPartPr/>
                <p14:nvPr/>
              </p14:nvContentPartPr>
              <p14:xfrm>
                <a:off x="1814290" y="4556906"/>
                <a:ext cx="168120" cy="56592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F30576CA-E1DE-4861-BF39-15F17FCB4D1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796650" y="4539266"/>
                  <a:ext cx="20376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A3B4698A-A01A-46EC-8398-78893F47C13F}"/>
                    </a:ext>
                  </a:extLst>
                </p14:cNvPr>
                <p14:cNvContentPartPr/>
                <p14:nvPr/>
              </p14:nvContentPartPr>
              <p14:xfrm>
                <a:off x="1813210" y="4941386"/>
                <a:ext cx="125280" cy="44388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A3B4698A-A01A-46EC-8398-78893F47C13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795570" y="4923746"/>
                  <a:ext cx="16092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B34847CA-27F1-4CE8-A0F6-19B0C794D18C}"/>
                    </a:ext>
                  </a:extLst>
                </p14:cNvPr>
                <p14:cNvContentPartPr/>
                <p14:nvPr/>
              </p14:nvContentPartPr>
              <p14:xfrm>
                <a:off x="1986010" y="5058386"/>
                <a:ext cx="183600" cy="27144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B34847CA-27F1-4CE8-A0F6-19B0C794D18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968010" y="5040386"/>
                  <a:ext cx="2192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62FF7283-857C-4343-9954-015108FC9E06}"/>
                    </a:ext>
                  </a:extLst>
                </p14:cNvPr>
                <p14:cNvContentPartPr/>
                <p14:nvPr/>
              </p14:nvContentPartPr>
              <p14:xfrm>
                <a:off x="2416930" y="5340986"/>
                <a:ext cx="83880" cy="2088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62FF7283-857C-4343-9954-015108FC9E0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399290" y="5323346"/>
                  <a:ext cx="119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46017ECB-7BB6-4A59-AD76-8B8691304E40}"/>
                    </a:ext>
                  </a:extLst>
                </p14:cNvPr>
                <p14:cNvContentPartPr/>
                <p14:nvPr/>
              </p14:nvContentPartPr>
              <p14:xfrm>
                <a:off x="1879810" y="4708106"/>
                <a:ext cx="238680" cy="34308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46017ECB-7BB6-4A59-AD76-8B8691304E4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862170" y="4690106"/>
                  <a:ext cx="2743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010D43B6-14D7-4C78-A43D-DEEEFF88A9DD}"/>
                    </a:ext>
                  </a:extLst>
                </p14:cNvPr>
                <p14:cNvContentPartPr/>
                <p14:nvPr/>
              </p14:nvContentPartPr>
              <p14:xfrm>
                <a:off x="1874050" y="4745546"/>
                <a:ext cx="87120" cy="38916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010D43B6-14D7-4C78-A43D-DEEEFF88A9D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856050" y="4727546"/>
                  <a:ext cx="12276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87EA52D4-2404-451F-A873-FD0D735712AF}"/>
                    </a:ext>
                  </a:extLst>
                </p14:cNvPr>
                <p14:cNvContentPartPr/>
                <p14:nvPr/>
              </p14:nvContentPartPr>
              <p14:xfrm>
                <a:off x="1883410" y="4915826"/>
                <a:ext cx="243360" cy="51012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87EA52D4-2404-451F-A873-FD0D735712A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865770" y="4898186"/>
                  <a:ext cx="27900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491B9C38-4229-4416-A703-7C98FC7FAFE5}"/>
                    </a:ext>
                  </a:extLst>
                </p14:cNvPr>
                <p14:cNvContentPartPr/>
                <p14:nvPr/>
              </p14:nvContentPartPr>
              <p14:xfrm>
                <a:off x="2015530" y="5103386"/>
                <a:ext cx="355320" cy="31104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491B9C38-4229-4416-A703-7C98FC7FAFE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997890" y="5085386"/>
                  <a:ext cx="3909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15A95671-7957-436A-9092-25B2E0129148}"/>
                    </a:ext>
                  </a:extLst>
                </p14:cNvPr>
                <p14:cNvContentPartPr/>
                <p14:nvPr/>
              </p14:nvContentPartPr>
              <p14:xfrm>
                <a:off x="2178970" y="5211386"/>
                <a:ext cx="340920" cy="31644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15A95671-7957-436A-9092-25B2E012914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160970" y="5193746"/>
                  <a:ext cx="3765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224C7B65-580F-4951-8884-5CB2F896AEB8}"/>
                    </a:ext>
                  </a:extLst>
                </p14:cNvPr>
                <p14:cNvContentPartPr/>
                <p14:nvPr/>
              </p14:nvContentPartPr>
              <p14:xfrm>
                <a:off x="2420530" y="5402186"/>
                <a:ext cx="233640" cy="16848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224C7B65-580F-4951-8884-5CB2F896AEB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402890" y="5384186"/>
                  <a:ext cx="26928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upo 219">
            <a:extLst>
              <a:ext uri="{FF2B5EF4-FFF2-40B4-BE49-F238E27FC236}">
                <a16:creationId xmlns:a16="http://schemas.microsoft.com/office/drawing/2014/main" id="{024168D1-D6D1-4705-9893-FD66D0C74AB9}"/>
              </a:ext>
            </a:extLst>
          </p:cNvPr>
          <p:cNvGrpSpPr/>
          <p:nvPr/>
        </p:nvGrpSpPr>
        <p:grpSpPr>
          <a:xfrm>
            <a:off x="6243370" y="5383826"/>
            <a:ext cx="180360" cy="275760"/>
            <a:chOff x="6243370" y="5383826"/>
            <a:chExt cx="18036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115BD34C-893E-4C44-94D8-946B246D627B}"/>
                    </a:ext>
                  </a:extLst>
                </p14:cNvPr>
                <p14:cNvContentPartPr/>
                <p14:nvPr/>
              </p14:nvContentPartPr>
              <p14:xfrm>
                <a:off x="6248050" y="5418386"/>
                <a:ext cx="158760" cy="16884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115BD34C-893E-4C44-94D8-946B246D627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230050" y="5400386"/>
                  <a:ext cx="1944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A6AF7E92-9129-4CA0-B37A-D963DF686A60}"/>
                    </a:ext>
                  </a:extLst>
                </p14:cNvPr>
                <p14:cNvContentPartPr/>
                <p14:nvPr/>
              </p14:nvContentPartPr>
              <p14:xfrm>
                <a:off x="6243370" y="5383826"/>
                <a:ext cx="180360" cy="27576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A6AF7E92-9129-4CA0-B37A-D963DF686A6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225370" y="5366186"/>
                  <a:ext cx="21600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upo 222">
            <a:extLst>
              <a:ext uri="{FF2B5EF4-FFF2-40B4-BE49-F238E27FC236}">
                <a16:creationId xmlns:a16="http://schemas.microsoft.com/office/drawing/2014/main" id="{6F322E28-25EA-4994-A988-6D04CC9B1C7E}"/>
              </a:ext>
            </a:extLst>
          </p:cNvPr>
          <p:cNvGrpSpPr/>
          <p:nvPr/>
        </p:nvGrpSpPr>
        <p:grpSpPr>
          <a:xfrm>
            <a:off x="1712050" y="3444146"/>
            <a:ext cx="281160" cy="324720"/>
            <a:chOff x="1712050" y="3444146"/>
            <a:chExt cx="28116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9DFF9113-FAC4-4860-9713-E83857B935CC}"/>
                    </a:ext>
                  </a:extLst>
                </p14:cNvPr>
                <p14:cNvContentPartPr/>
                <p14:nvPr/>
              </p14:nvContentPartPr>
              <p14:xfrm>
                <a:off x="1712050" y="3678506"/>
                <a:ext cx="125280" cy="9036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9DFF9113-FAC4-4860-9713-E83857B935C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694050" y="3660866"/>
                  <a:ext cx="160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04658562-057F-400A-A6B8-36F46DA13DF7}"/>
                    </a:ext>
                  </a:extLst>
                </p14:cNvPr>
                <p14:cNvContentPartPr/>
                <p14:nvPr/>
              </p14:nvContentPartPr>
              <p14:xfrm>
                <a:off x="1875130" y="3444146"/>
                <a:ext cx="118080" cy="29916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04658562-057F-400A-A6B8-36F46DA13DF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857490" y="3426146"/>
                  <a:ext cx="153720" cy="33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3606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33BCA343-7DA9-43FF-AF45-2DD69185F67D}"/>
              </a:ext>
            </a:extLst>
          </p:cNvPr>
          <p:cNvGrpSpPr/>
          <p:nvPr/>
        </p:nvGrpSpPr>
        <p:grpSpPr>
          <a:xfrm>
            <a:off x="657970" y="179306"/>
            <a:ext cx="3629160" cy="1087560"/>
            <a:chOff x="657970" y="179306"/>
            <a:chExt cx="3629160" cy="10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9F5A5614-5A06-4915-A764-8F5BF79CB100}"/>
                    </a:ext>
                  </a:extLst>
                </p14:cNvPr>
                <p14:cNvContentPartPr/>
                <p14:nvPr/>
              </p14:nvContentPartPr>
              <p14:xfrm>
                <a:off x="685330" y="497186"/>
                <a:ext cx="177120" cy="5940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9F5A5614-5A06-4915-A764-8F5BF79CB10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7690" y="479186"/>
                  <a:ext cx="212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38CF61BC-6767-4B11-AFD7-57692AAC8931}"/>
                    </a:ext>
                  </a:extLst>
                </p14:cNvPr>
                <p14:cNvContentPartPr/>
                <p14:nvPr/>
              </p14:nvContentPartPr>
              <p14:xfrm>
                <a:off x="659410" y="537866"/>
                <a:ext cx="130320" cy="30276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38CF61BC-6767-4B11-AFD7-57692AAC893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1410" y="519866"/>
                  <a:ext cx="1659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5C2119B2-BC3B-47E8-89AD-92890DA17934}"/>
                    </a:ext>
                  </a:extLst>
                </p14:cNvPr>
                <p14:cNvContentPartPr/>
                <p14:nvPr/>
              </p14:nvContentPartPr>
              <p14:xfrm>
                <a:off x="657970" y="656666"/>
                <a:ext cx="150480" cy="9036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5C2119B2-BC3B-47E8-89AD-92890DA1793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0330" y="638666"/>
                  <a:ext cx="186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403A38DE-3824-410B-BAC2-FFA7C4F351B5}"/>
                    </a:ext>
                  </a:extLst>
                </p14:cNvPr>
                <p14:cNvContentPartPr/>
                <p14:nvPr/>
              </p14:nvContentPartPr>
              <p14:xfrm>
                <a:off x="951010" y="493946"/>
                <a:ext cx="373320" cy="29772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403A38DE-3824-410B-BAC2-FFA7C4F351B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3010" y="475946"/>
                  <a:ext cx="4089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8AF26B08-77A9-43CD-B5E0-CFB3C0D476F1}"/>
                    </a:ext>
                  </a:extLst>
                </p14:cNvPr>
                <p14:cNvContentPartPr/>
                <p14:nvPr/>
              </p14:nvContentPartPr>
              <p14:xfrm>
                <a:off x="1140370" y="561266"/>
                <a:ext cx="185040" cy="23940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8AF26B08-77A9-43CD-B5E0-CFB3C0D476F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2730" y="543626"/>
                  <a:ext cx="2206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58A04901-C44F-4541-934D-6ECB61C427C8}"/>
                    </a:ext>
                  </a:extLst>
                </p14:cNvPr>
                <p14:cNvContentPartPr/>
                <p14:nvPr/>
              </p14:nvContentPartPr>
              <p14:xfrm>
                <a:off x="1408210" y="465866"/>
                <a:ext cx="52920" cy="32832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58A04901-C44F-4541-934D-6ECB61C427C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90570" y="448226"/>
                  <a:ext cx="885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1006E1D5-7C40-4297-8A5C-425784ABDA2B}"/>
                    </a:ext>
                  </a:extLst>
                </p14:cNvPr>
                <p14:cNvContentPartPr/>
                <p14:nvPr/>
              </p14:nvContentPartPr>
              <p14:xfrm>
                <a:off x="1613050" y="580706"/>
                <a:ext cx="164880" cy="1170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1006E1D5-7C40-4297-8A5C-425784ABDA2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95410" y="562706"/>
                  <a:ext cx="200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3EF18B4B-1EAD-4018-83AD-A590AD219F92}"/>
                    </a:ext>
                  </a:extLst>
                </p14:cNvPr>
                <p14:cNvContentPartPr/>
                <p14:nvPr/>
              </p14:nvContentPartPr>
              <p14:xfrm>
                <a:off x="2067010" y="412586"/>
                <a:ext cx="114840" cy="6199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3EF18B4B-1EAD-4018-83AD-A590AD219F9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49010" y="394586"/>
                  <a:ext cx="15048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61E9071D-E6EF-4570-906B-DDF3FB21FFE3}"/>
                    </a:ext>
                  </a:extLst>
                </p14:cNvPr>
                <p14:cNvContentPartPr/>
                <p14:nvPr/>
              </p14:nvContentPartPr>
              <p14:xfrm>
                <a:off x="1863250" y="1212506"/>
                <a:ext cx="167040" cy="3672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61E9071D-E6EF-4570-906B-DDF3FB21FFE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45250" y="1194866"/>
                  <a:ext cx="2026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7B1C0E8C-D3B3-41B1-BBEE-6589C2ECB2F7}"/>
                    </a:ext>
                  </a:extLst>
                </p14:cNvPr>
                <p14:cNvContentPartPr/>
                <p14:nvPr/>
              </p14:nvContentPartPr>
              <p14:xfrm>
                <a:off x="2118130" y="1068146"/>
                <a:ext cx="245520" cy="1987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7B1C0E8C-D3B3-41B1-BBEE-6589C2ECB2F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00130" y="1050146"/>
                  <a:ext cx="281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53896D6D-8430-4A2B-B8E7-18718173CB1A}"/>
                    </a:ext>
                  </a:extLst>
                </p14:cNvPr>
                <p14:cNvContentPartPr/>
                <p14:nvPr/>
              </p14:nvContentPartPr>
              <p14:xfrm>
                <a:off x="2099050" y="233306"/>
                <a:ext cx="162360" cy="1011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53896D6D-8430-4A2B-B8E7-18718173CB1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81050" y="215306"/>
                  <a:ext cx="198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81AD0A85-A6F9-43FF-B010-E61E14E5462A}"/>
                    </a:ext>
                  </a:extLst>
                </p14:cNvPr>
                <p14:cNvContentPartPr/>
                <p14:nvPr/>
              </p14:nvContentPartPr>
              <p14:xfrm>
                <a:off x="2286610" y="179306"/>
                <a:ext cx="113400" cy="11484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81AD0A85-A6F9-43FF-B010-E61E14E5462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68610" y="161666"/>
                  <a:ext cx="1490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309BEE67-370E-4684-83A2-24E698578DE1}"/>
                    </a:ext>
                  </a:extLst>
                </p14:cNvPr>
                <p14:cNvContentPartPr/>
                <p14:nvPr/>
              </p14:nvContentPartPr>
              <p14:xfrm>
                <a:off x="2512330" y="495026"/>
                <a:ext cx="130320" cy="23148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309BEE67-370E-4684-83A2-24E698578D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94330" y="477026"/>
                  <a:ext cx="1659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54CCD62E-0EF4-4544-AFFB-26108B98AB94}"/>
                    </a:ext>
                  </a:extLst>
                </p14:cNvPr>
                <p14:cNvContentPartPr/>
                <p14:nvPr/>
              </p14:nvContentPartPr>
              <p14:xfrm>
                <a:off x="2648050" y="469106"/>
                <a:ext cx="140760" cy="1976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54CCD62E-0EF4-4544-AFFB-26108B98AB9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30050" y="451466"/>
                  <a:ext cx="1764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BD54B13B-7642-4C17-BCF2-AF263A41DBB5}"/>
                    </a:ext>
                  </a:extLst>
                </p14:cNvPr>
                <p14:cNvContentPartPr/>
                <p14:nvPr/>
              </p14:nvContentPartPr>
              <p14:xfrm>
                <a:off x="2959810" y="414746"/>
                <a:ext cx="60120" cy="3607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BD54B13B-7642-4C17-BCF2-AF263A41DBB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42170" y="396746"/>
                  <a:ext cx="9576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0DB973DE-E588-449E-B07B-278D7A7914AC}"/>
                    </a:ext>
                  </a:extLst>
                </p14:cNvPr>
                <p14:cNvContentPartPr/>
                <p14:nvPr/>
              </p14:nvContentPartPr>
              <p14:xfrm>
                <a:off x="2869450" y="475586"/>
                <a:ext cx="436320" cy="27792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0DB973DE-E588-449E-B07B-278D7A7914A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51810" y="457946"/>
                  <a:ext cx="4719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6C77704E-CC22-44A3-B568-2F908A8014D6}"/>
                    </a:ext>
                  </a:extLst>
                </p14:cNvPr>
                <p14:cNvContentPartPr/>
                <p14:nvPr/>
              </p14:nvContentPartPr>
              <p14:xfrm>
                <a:off x="3294250" y="540026"/>
                <a:ext cx="123120" cy="24120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6C77704E-CC22-44A3-B568-2F908A8014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76610" y="522026"/>
                  <a:ext cx="158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106B7638-D51D-4747-9C7D-EB6B4D93118F}"/>
                    </a:ext>
                  </a:extLst>
                </p14:cNvPr>
                <p14:cNvContentPartPr/>
                <p14:nvPr/>
              </p14:nvContentPartPr>
              <p14:xfrm>
                <a:off x="3418450" y="441386"/>
                <a:ext cx="239760" cy="35712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106B7638-D51D-4747-9C7D-EB6B4D93118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00810" y="423386"/>
                  <a:ext cx="2754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693B1B82-E55F-4E80-AAFD-1E0AB4FF65B4}"/>
                    </a:ext>
                  </a:extLst>
                </p14:cNvPr>
                <p14:cNvContentPartPr/>
                <p14:nvPr/>
              </p14:nvContentPartPr>
              <p14:xfrm>
                <a:off x="3796090" y="361106"/>
                <a:ext cx="214920" cy="34452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693B1B82-E55F-4E80-AAFD-1E0AB4FF65B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78090" y="343106"/>
                  <a:ext cx="2505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38AA70E4-8C66-4C43-B333-2D5C337085F9}"/>
                    </a:ext>
                  </a:extLst>
                </p14:cNvPr>
                <p14:cNvContentPartPr/>
                <p14:nvPr/>
              </p14:nvContentPartPr>
              <p14:xfrm>
                <a:off x="4085530" y="447866"/>
                <a:ext cx="360" cy="36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38AA70E4-8C66-4C43-B333-2D5C337085F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67530" y="42986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B4B58B41-8C36-43EF-8E75-1309AE59D3B7}"/>
                    </a:ext>
                  </a:extLst>
                </p14:cNvPr>
                <p14:cNvContentPartPr/>
                <p14:nvPr/>
              </p14:nvContentPartPr>
              <p14:xfrm>
                <a:off x="4077250" y="447866"/>
                <a:ext cx="209880" cy="19152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B4B58B41-8C36-43EF-8E75-1309AE59D3B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59610" y="429866"/>
                  <a:ext cx="2455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6B646B73-833C-41D1-B76D-FBB98DFC4887}"/>
                    </a:ext>
                  </a:extLst>
                </p14:cNvPr>
                <p14:cNvContentPartPr/>
                <p14:nvPr/>
              </p14:nvContentPartPr>
              <p14:xfrm>
                <a:off x="4014970" y="387746"/>
                <a:ext cx="235080" cy="29160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6B646B73-833C-41D1-B76D-FBB98DFC488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97330" y="370106"/>
                  <a:ext cx="270720" cy="32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E4A26644-4925-4548-88D9-B79C725019C8}"/>
              </a:ext>
            </a:extLst>
          </p:cNvPr>
          <p:cNvGrpSpPr/>
          <p:nvPr/>
        </p:nvGrpSpPr>
        <p:grpSpPr>
          <a:xfrm>
            <a:off x="4647490" y="475586"/>
            <a:ext cx="274320" cy="119520"/>
            <a:chOff x="4647490" y="475586"/>
            <a:chExt cx="274320" cy="11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D14815C8-BE0F-4E6A-807C-8098AE9F0E5B}"/>
                    </a:ext>
                  </a:extLst>
                </p14:cNvPr>
                <p14:cNvContentPartPr/>
                <p14:nvPr/>
              </p14:nvContentPartPr>
              <p14:xfrm>
                <a:off x="4647490" y="475586"/>
                <a:ext cx="189720" cy="3564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D14815C8-BE0F-4E6A-807C-8098AE9F0E5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29850" y="457946"/>
                  <a:ext cx="225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26110031-C672-496A-8082-9094320F19F1}"/>
                    </a:ext>
                  </a:extLst>
                </p14:cNvPr>
                <p14:cNvContentPartPr/>
                <p14:nvPr/>
              </p14:nvContentPartPr>
              <p14:xfrm>
                <a:off x="4728490" y="585026"/>
                <a:ext cx="193320" cy="1008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26110031-C672-496A-8082-9094320F19F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10490" y="567026"/>
                  <a:ext cx="22896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F88E85D7-4C70-4348-A19C-E1D8D93CF712}"/>
                  </a:ext>
                </a:extLst>
              </p14:cNvPr>
              <p14:cNvContentPartPr/>
              <p14:nvPr/>
            </p14:nvContentPartPr>
            <p14:xfrm>
              <a:off x="5184610" y="1249226"/>
              <a:ext cx="142200" cy="13824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F88E85D7-4C70-4348-A19C-E1D8D93CF71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166610" y="1231226"/>
                <a:ext cx="177840" cy="17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upo 39">
            <a:extLst>
              <a:ext uri="{FF2B5EF4-FFF2-40B4-BE49-F238E27FC236}">
                <a16:creationId xmlns:a16="http://schemas.microsoft.com/office/drawing/2014/main" id="{AA251E25-DD77-478C-A0C3-3A7679E941D7}"/>
              </a:ext>
            </a:extLst>
          </p:cNvPr>
          <p:cNvGrpSpPr/>
          <p:nvPr/>
        </p:nvGrpSpPr>
        <p:grpSpPr>
          <a:xfrm>
            <a:off x="5192890" y="173546"/>
            <a:ext cx="810000" cy="879480"/>
            <a:chOff x="5192890" y="173546"/>
            <a:chExt cx="810000" cy="87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E7B775A3-F644-4347-8A7D-7CB99852C25D}"/>
                    </a:ext>
                  </a:extLst>
                </p14:cNvPr>
                <p14:cNvContentPartPr/>
                <p14:nvPr/>
              </p14:nvContentPartPr>
              <p14:xfrm>
                <a:off x="5192890" y="406826"/>
                <a:ext cx="198720" cy="6462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E7B775A3-F644-4347-8A7D-7CB99852C2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75250" y="389186"/>
                  <a:ext cx="23436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0EC02E95-2189-4E1B-8468-DC2E71C7F7ED}"/>
                    </a:ext>
                  </a:extLst>
                </p14:cNvPr>
                <p14:cNvContentPartPr/>
                <p14:nvPr/>
              </p14:nvContentPartPr>
              <p14:xfrm>
                <a:off x="5323930" y="173546"/>
                <a:ext cx="25560" cy="11916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0EC02E95-2189-4E1B-8468-DC2E71C7F7E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5930" y="155546"/>
                  <a:ext cx="612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AC5E2C88-45BB-40C1-BCFF-3B4D66FD7D62}"/>
                    </a:ext>
                  </a:extLst>
                </p14:cNvPr>
                <p14:cNvContentPartPr/>
                <p14:nvPr/>
              </p14:nvContentPartPr>
              <p14:xfrm>
                <a:off x="5278570" y="278666"/>
                <a:ext cx="150480" cy="144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AC5E2C88-45BB-40C1-BCFF-3B4D66FD7D6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60930" y="260666"/>
                  <a:ext cx="186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1C2EC330-2A73-4F74-8C53-7DE3D69C33F1}"/>
                    </a:ext>
                  </a:extLst>
                </p14:cNvPr>
                <p14:cNvContentPartPr/>
                <p14:nvPr/>
              </p14:nvContentPartPr>
              <p14:xfrm>
                <a:off x="5531290" y="650906"/>
                <a:ext cx="117360" cy="18504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1C2EC330-2A73-4F74-8C53-7DE3D69C33F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513290" y="632906"/>
                  <a:ext cx="1530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AA7E45F7-95FB-4051-8CBD-3ED491A4749A}"/>
                    </a:ext>
                  </a:extLst>
                </p14:cNvPr>
                <p14:cNvContentPartPr/>
                <p14:nvPr/>
              </p14:nvContentPartPr>
              <p14:xfrm>
                <a:off x="5621650" y="610586"/>
                <a:ext cx="138600" cy="18000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AA7E45F7-95FB-4051-8CBD-3ED491A4749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03650" y="592946"/>
                  <a:ext cx="1742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A51F8058-8B41-452B-8B8F-3419B09F5E51}"/>
                    </a:ext>
                  </a:extLst>
                </p14:cNvPr>
                <p14:cNvContentPartPr/>
                <p14:nvPr/>
              </p14:nvContentPartPr>
              <p14:xfrm>
                <a:off x="5927650" y="567746"/>
                <a:ext cx="75240" cy="27684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A51F8058-8B41-452B-8B8F-3419B09F5E5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10010" y="550106"/>
                  <a:ext cx="11088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A4BA40CD-115A-4157-A0D1-264CD095311F}"/>
              </a:ext>
            </a:extLst>
          </p:cNvPr>
          <p:cNvGrpSpPr/>
          <p:nvPr/>
        </p:nvGrpSpPr>
        <p:grpSpPr>
          <a:xfrm>
            <a:off x="6195130" y="466586"/>
            <a:ext cx="1567800" cy="384480"/>
            <a:chOff x="6195130" y="466586"/>
            <a:chExt cx="156780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5A46326C-550C-4032-966E-D0D305FA261F}"/>
                    </a:ext>
                  </a:extLst>
                </p14:cNvPr>
                <p14:cNvContentPartPr/>
                <p14:nvPr/>
              </p14:nvContentPartPr>
              <p14:xfrm>
                <a:off x="6195130" y="581426"/>
                <a:ext cx="160200" cy="26964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5A46326C-550C-4032-966E-D0D305FA261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77490" y="563426"/>
                  <a:ext cx="1958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D56F7079-7A50-40AA-BA7C-EFC8B25CE889}"/>
                    </a:ext>
                  </a:extLst>
                </p14:cNvPr>
                <p14:cNvContentPartPr/>
                <p14:nvPr/>
              </p14:nvContentPartPr>
              <p14:xfrm>
                <a:off x="6425530" y="694106"/>
                <a:ext cx="161280" cy="3132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D56F7079-7A50-40AA-BA7C-EFC8B25CE88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07530" y="676466"/>
                  <a:ext cx="196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449657A3-F2BE-4B4D-BC1D-16509F690C05}"/>
                    </a:ext>
                  </a:extLst>
                </p14:cNvPr>
                <p14:cNvContentPartPr/>
                <p14:nvPr/>
              </p14:nvContentPartPr>
              <p14:xfrm>
                <a:off x="6700570" y="625706"/>
                <a:ext cx="170640" cy="19440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449657A3-F2BE-4B4D-BC1D-16509F690C0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82570" y="607706"/>
                  <a:ext cx="206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BF0E479E-94D3-4249-9BAD-67CF283BE95D}"/>
                    </a:ext>
                  </a:extLst>
                </p14:cNvPr>
                <p14:cNvContentPartPr/>
                <p14:nvPr/>
              </p14:nvContentPartPr>
              <p14:xfrm>
                <a:off x="6948250" y="633266"/>
                <a:ext cx="154080" cy="15552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BF0E479E-94D3-4249-9BAD-67CF283BE9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30610" y="615266"/>
                  <a:ext cx="1897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B380FE20-9DA1-43F0-964A-D28E8DC5B529}"/>
                    </a:ext>
                  </a:extLst>
                </p14:cNvPr>
                <p14:cNvContentPartPr/>
                <p14:nvPr/>
              </p14:nvContentPartPr>
              <p14:xfrm>
                <a:off x="6962650" y="639386"/>
                <a:ext cx="150480" cy="16524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B380FE20-9DA1-43F0-964A-D28E8DC5B52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44650" y="621746"/>
                  <a:ext cx="186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19027734-A6D2-452C-B509-725E512A9D04}"/>
                    </a:ext>
                  </a:extLst>
                </p14:cNvPr>
                <p14:cNvContentPartPr/>
                <p14:nvPr/>
              </p14:nvContentPartPr>
              <p14:xfrm>
                <a:off x="7163890" y="531386"/>
                <a:ext cx="61200" cy="25416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19027734-A6D2-452C-B509-725E512A9D0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45890" y="513386"/>
                  <a:ext cx="968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1E9D13BA-FE4E-4465-B98B-833D911E9BF9}"/>
                    </a:ext>
                  </a:extLst>
                </p14:cNvPr>
                <p14:cNvContentPartPr/>
                <p14:nvPr/>
              </p14:nvContentPartPr>
              <p14:xfrm>
                <a:off x="7384210" y="466586"/>
                <a:ext cx="170640" cy="31896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1E9D13BA-FE4E-4465-B98B-833D911E9B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366210" y="448586"/>
                  <a:ext cx="2062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CADBA048-C265-4EA2-899C-AD2B35294A3E}"/>
                    </a:ext>
                  </a:extLst>
                </p14:cNvPr>
                <p14:cNvContentPartPr/>
                <p14:nvPr/>
              </p14:nvContentPartPr>
              <p14:xfrm>
                <a:off x="7594810" y="608426"/>
                <a:ext cx="168120" cy="18684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CADBA048-C265-4EA2-899C-AD2B35294A3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77170" y="590786"/>
                  <a:ext cx="20376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701C387E-3746-4652-9618-4DCA2A2F7959}"/>
              </a:ext>
            </a:extLst>
          </p:cNvPr>
          <p:cNvGrpSpPr/>
          <p:nvPr/>
        </p:nvGrpSpPr>
        <p:grpSpPr>
          <a:xfrm>
            <a:off x="7971370" y="599786"/>
            <a:ext cx="240840" cy="113040"/>
            <a:chOff x="7971370" y="599786"/>
            <a:chExt cx="240840" cy="1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882F8C36-3F18-448A-8EE1-4122F4470298}"/>
                    </a:ext>
                  </a:extLst>
                </p14:cNvPr>
                <p14:cNvContentPartPr/>
                <p14:nvPr/>
              </p14:nvContentPartPr>
              <p14:xfrm>
                <a:off x="7971370" y="599786"/>
                <a:ext cx="182520" cy="3132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882F8C36-3F18-448A-8EE1-4122F447029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53370" y="582146"/>
                  <a:ext cx="218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F645D643-8F8B-40D7-80C2-3696E691BA9A}"/>
                    </a:ext>
                  </a:extLst>
                </p14:cNvPr>
                <p14:cNvContentPartPr/>
                <p14:nvPr/>
              </p14:nvContentPartPr>
              <p14:xfrm>
                <a:off x="8065330" y="696266"/>
                <a:ext cx="146880" cy="1656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F645D643-8F8B-40D7-80C2-3696E691BA9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047330" y="678626"/>
                  <a:ext cx="18252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BD88C511-C255-4ACE-8209-BEA956297C26}"/>
              </a:ext>
            </a:extLst>
          </p:cNvPr>
          <p:cNvGrpSpPr/>
          <p:nvPr/>
        </p:nvGrpSpPr>
        <p:grpSpPr>
          <a:xfrm>
            <a:off x="8516050" y="2186"/>
            <a:ext cx="2305440" cy="1391760"/>
            <a:chOff x="8516050" y="2186"/>
            <a:chExt cx="2305440" cy="139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A1268D7A-2EB0-4CB9-9752-82A083DD6D2F}"/>
                    </a:ext>
                  </a:extLst>
                </p14:cNvPr>
                <p14:cNvContentPartPr/>
                <p14:nvPr/>
              </p14:nvContentPartPr>
              <p14:xfrm>
                <a:off x="8530810" y="365066"/>
                <a:ext cx="145800" cy="69408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A1268D7A-2EB0-4CB9-9752-82A083DD6D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13170" y="347066"/>
                  <a:ext cx="18144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F3C68778-F641-4786-A057-888DA77612B7}"/>
                    </a:ext>
                  </a:extLst>
                </p14:cNvPr>
                <p14:cNvContentPartPr/>
                <p14:nvPr/>
              </p14:nvContentPartPr>
              <p14:xfrm>
                <a:off x="8516050" y="1145186"/>
                <a:ext cx="163440" cy="24876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F3C68778-F641-4786-A057-888DA77612B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98410" y="1127186"/>
                  <a:ext cx="1990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71B3FCC9-8A9E-4560-B745-D95102EA9B5D}"/>
                    </a:ext>
                  </a:extLst>
                </p14:cNvPr>
                <p14:cNvContentPartPr/>
                <p14:nvPr/>
              </p14:nvContentPartPr>
              <p14:xfrm>
                <a:off x="8615410" y="2186"/>
                <a:ext cx="131400" cy="23292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71B3FCC9-8A9E-4560-B745-D95102EA9B5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97770" y="-15814"/>
                  <a:ext cx="1670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F51CBFC7-3C8E-4377-AEA2-A5A21AD59D82}"/>
                    </a:ext>
                  </a:extLst>
                </p14:cNvPr>
                <p14:cNvContentPartPr/>
                <p14:nvPr/>
              </p14:nvContentPartPr>
              <p14:xfrm>
                <a:off x="8927530" y="555934"/>
                <a:ext cx="177840" cy="23040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F51CBFC7-3C8E-4377-AEA2-A5A21AD59D8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09530" y="538294"/>
                  <a:ext cx="2134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20AB7EEE-6965-429A-B0F6-89D9EFF2BB28}"/>
                    </a:ext>
                  </a:extLst>
                </p14:cNvPr>
                <p14:cNvContentPartPr/>
                <p14:nvPr/>
              </p14:nvContentPartPr>
              <p14:xfrm>
                <a:off x="9135970" y="581134"/>
                <a:ext cx="158760" cy="1760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20AB7EEE-6965-429A-B0F6-89D9EFF2BB2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17970" y="563494"/>
                  <a:ext cx="1944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46A4ED4B-24B5-430A-AECB-394E7CCF9C43}"/>
                    </a:ext>
                  </a:extLst>
                </p14:cNvPr>
                <p14:cNvContentPartPr/>
                <p14:nvPr/>
              </p14:nvContentPartPr>
              <p14:xfrm>
                <a:off x="9159730" y="552334"/>
                <a:ext cx="157680" cy="19836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46A4ED4B-24B5-430A-AECB-394E7CCF9C4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41730" y="534694"/>
                  <a:ext cx="1933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EF97CD84-A193-4016-A5FC-4AE7A5B2CE5E}"/>
                    </a:ext>
                  </a:extLst>
                </p14:cNvPr>
                <p14:cNvContentPartPr/>
                <p14:nvPr/>
              </p14:nvContentPartPr>
              <p14:xfrm>
                <a:off x="9469330" y="614614"/>
                <a:ext cx="106560" cy="291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EF97CD84-A193-4016-A5FC-4AE7A5B2CE5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51690" y="596614"/>
                  <a:ext cx="1422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6E1D2556-C890-4B91-A7C6-FD9C0BAB6AFC}"/>
                    </a:ext>
                  </a:extLst>
                </p14:cNvPr>
                <p14:cNvContentPartPr/>
                <p14:nvPr/>
              </p14:nvContentPartPr>
              <p14:xfrm>
                <a:off x="9713410" y="474214"/>
                <a:ext cx="169560" cy="2361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6E1D2556-C890-4B91-A7C6-FD9C0BAB6AF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95770" y="456214"/>
                  <a:ext cx="2052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BEBF5B27-C71B-4F16-B06D-77638CF6FF25}"/>
                    </a:ext>
                  </a:extLst>
                </p14:cNvPr>
                <p14:cNvContentPartPr/>
                <p14:nvPr/>
              </p14:nvContentPartPr>
              <p14:xfrm>
                <a:off x="9975490" y="526774"/>
                <a:ext cx="152640" cy="11916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BEBF5B27-C71B-4F16-B06D-77638CF6FF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957490" y="508774"/>
                  <a:ext cx="188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72D810D9-C7B1-4BC6-B053-0D9833F70D74}"/>
                    </a:ext>
                  </a:extLst>
                </p14:cNvPr>
                <p14:cNvContentPartPr/>
                <p14:nvPr/>
              </p14:nvContentPartPr>
              <p14:xfrm>
                <a:off x="9982690" y="479614"/>
                <a:ext cx="158760" cy="20916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72D810D9-C7B1-4BC6-B053-0D9833F70D7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64690" y="461614"/>
                  <a:ext cx="1944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8E5A319A-BFDD-4A8E-BD68-0109469A8129}"/>
                    </a:ext>
                  </a:extLst>
                </p14:cNvPr>
                <p14:cNvContentPartPr/>
                <p14:nvPr/>
              </p14:nvContentPartPr>
              <p14:xfrm>
                <a:off x="10216690" y="391414"/>
                <a:ext cx="75960" cy="12312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8E5A319A-BFDD-4A8E-BD68-0109469A812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99050" y="373414"/>
                  <a:ext cx="111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22FFDC22-9ECA-4538-8A1A-1446E5647B8F}"/>
                    </a:ext>
                  </a:extLst>
                </p14:cNvPr>
                <p14:cNvContentPartPr/>
                <p14:nvPr/>
              </p14:nvContentPartPr>
              <p14:xfrm>
                <a:off x="10466890" y="370174"/>
                <a:ext cx="150840" cy="30528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22FFDC22-9ECA-4538-8A1A-1446E5647B8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449250" y="352534"/>
                  <a:ext cx="1864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BAA93E43-F3AB-4FEA-B953-EE1765A151F0}"/>
                    </a:ext>
                  </a:extLst>
                </p14:cNvPr>
                <p14:cNvContentPartPr/>
                <p14:nvPr/>
              </p14:nvContentPartPr>
              <p14:xfrm>
                <a:off x="10688650" y="531094"/>
                <a:ext cx="108720" cy="11808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BAA93E43-F3AB-4FEA-B953-EE1765A151F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671010" y="513094"/>
                  <a:ext cx="1443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33AEF5E6-9B73-4CCE-8B2A-9225234A21F3}"/>
                    </a:ext>
                  </a:extLst>
                </p14:cNvPr>
                <p14:cNvContentPartPr/>
                <p14:nvPr/>
              </p14:nvContentPartPr>
              <p14:xfrm>
                <a:off x="10629250" y="510574"/>
                <a:ext cx="192240" cy="2156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33AEF5E6-9B73-4CCE-8B2A-9225234A21F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611610" y="492934"/>
                  <a:ext cx="2278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DAC20EC0-7113-4C6A-8734-2643A7BF186B}"/>
                    </a:ext>
                  </a:extLst>
                </p14:cNvPr>
                <p14:cNvContentPartPr/>
                <p14:nvPr/>
              </p14:nvContentPartPr>
              <p14:xfrm>
                <a:off x="8809450" y="424894"/>
                <a:ext cx="142200" cy="43200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DAC20EC0-7113-4C6A-8734-2643A7BF186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91810" y="406894"/>
                  <a:ext cx="17784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DDB8601B-869C-42FE-9D46-E34A774DAD64}"/>
                    </a:ext>
                  </a:extLst>
                </p14:cNvPr>
                <p14:cNvContentPartPr/>
                <p14:nvPr/>
              </p14:nvContentPartPr>
              <p14:xfrm>
                <a:off x="10235050" y="318694"/>
                <a:ext cx="132480" cy="45036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DDB8601B-869C-42FE-9D46-E34A774DAD6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217410" y="301054"/>
                  <a:ext cx="168120" cy="48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E5C65EBD-BABD-4BBC-A1ED-76BBE152E40C}"/>
              </a:ext>
            </a:extLst>
          </p:cNvPr>
          <p:cNvGrpSpPr/>
          <p:nvPr/>
        </p:nvGrpSpPr>
        <p:grpSpPr>
          <a:xfrm>
            <a:off x="538810" y="1777774"/>
            <a:ext cx="2065320" cy="1071720"/>
            <a:chOff x="538810" y="1777774"/>
            <a:chExt cx="2065320" cy="107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46709CB8-841B-4095-9064-E9921D6A6C57}"/>
                    </a:ext>
                  </a:extLst>
                </p14:cNvPr>
                <p14:cNvContentPartPr/>
                <p14:nvPr/>
              </p14:nvContentPartPr>
              <p14:xfrm>
                <a:off x="538810" y="2151814"/>
                <a:ext cx="123120" cy="468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46709CB8-841B-4095-9064-E9921D6A6C5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1170" y="2133814"/>
                  <a:ext cx="158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84149086-B39B-420D-B85B-330167CD16D9}"/>
                    </a:ext>
                  </a:extLst>
                </p14:cNvPr>
                <p14:cNvContentPartPr/>
                <p14:nvPr/>
              </p14:nvContentPartPr>
              <p14:xfrm>
                <a:off x="556810" y="2250094"/>
                <a:ext cx="158760" cy="1548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84149086-B39B-420D-B85B-330167CD16D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9170" y="2232454"/>
                  <a:ext cx="194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B2178B1D-1DF3-48FB-B6D6-2D32D01DBD6B}"/>
                    </a:ext>
                  </a:extLst>
                </p14:cNvPr>
                <p14:cNvContentPartPr/>
                <p14:nvPr/>
              </p14:nvContentPartPr>
              <p14:xfrm>
                <a:off x="1023730" y="2057494"/>
                <a:ext cx="193320" cy="22068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B2178B1D-1DF3-48FB-B6D6-2D32D01DBD6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05730" y="2039854"/>
                  <a:ext cx="2289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48AD6E7C-5BE6-437F-A917-B232F5EE08B9}"/>
                    </a:ext>
                  </a:extLst>
                </p14:cNvPr>
                <p14:cNvContentPartPr/>
                <p14:nvPr/>
              </p14:nvContentPartPr>
              <p14:xfrm>
                <a:off x="1065490" y="2016814"/>
                <a:ext cx="163440" cy="25416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48AD6E7C-5BE6-437F-A917-B232F5EE08B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47490" y="1998814"/>
                  <a:ext cx="1990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57CF92A8-3CF9-43A7-B8A5-530F48B94638}"/>
                    </a:ext>
                  </a:extLst>
                </p14:cNvPr>
                <p14:cNvContentPartPr/>
                <p14:nvPr/>
              </p14:nvContentPartPr>
              <p14:xfrm>
                <a:off x="1270330" y="1886854"/>
                <a:ext cx="244440" cy="17424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57CF92A8-3CF9-43A7-B8A5-530F48B9463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52330" y="1868854"/>
                  <a:ext cx="2800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A38D399D-2B73-45BF-B5A8-95CBFEE32EEC}"/>
                    </a:ext>
                  </a:extLst>
                </p14:cNvPr>
                <p14:cNvContentPartPr/>
                <p14:nvPr/>
              </p14:nvContentPartPr>
              <p14:xfrm>
                <a:off x="1523770" y="2124814"/>
                <a:ext cx="173160" cy="1584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A38D399D-2B73-45BF-B5A8-95CBFEE32EE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506130" y="2107174"/>
                  <a:ext cx="208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DA6848DC-B627-466F-8829-1653269E8296}"/>
                    </a:ext>
                  </a:extLst>
                </p14:cNvPr>
                <p14:cNvContentPartPr/>
                <p14:nvPr/>
              </p14:nvContentPartPr>
              <p14:xfrm>
                <a:off x="1884490" y="2382934"/>
                <a:ext cx="123480" cy="22104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DA6848DC-B627-466F-8829-1653269E829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866850" y="2364934"/>
                  <a:ext cx="1591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C49098DC-8B36-42D9-B257-8DD5A9B136BB}"/>
                    </a:ext>
                  </a:extLst>
                </p14:cNvPr>
                <p14:cNvContentPartPr/>
                <p14:nvPr/>
              </p14:nvContentPartPr>
              <p14:xfrm>
                <a:off x="1902490" y="1982254"/>
                <a:ext cx="109800" cy="17532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C49098DC-8B36-42D9-B257-8DD5A9B136B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84850" y="1964614"/>
                  <a:ext cx="145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F01F3013-F66D-4320-9646-F48DE4B84AC3}"/>
                    </a:ext>
                  </a:extLst>
                </p14:cNvPr>
                <p14:cNvContentPartPr/>
                <p14:nvPr/>
              </p14:nvContentPartPr>
              <p14:xfrm>
                <a:off x="1850290" y="2225614"/>
                <a:ext cx="232560" cy="3780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F01F3013-F66D-4320-9646-F48DE4B84AC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832290" y="2207614"/>
                  <a:ext cx="268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79F781D8-3CF4-4AAC-8F7C-C1523E5C8DFD}"/>
                    </a:ext>
                  </a:extLst>
                </p14:cNvPr>
                <p14:cNvContentPartPr/>
                <p14:nvPr/>
              </p14:nvContentPartPr>
              <p14:xfrm>
                <a:off x="2261050" y="1976134"/>
                <a:ext cx="149040" cy="20772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79F781D8-3CF4-4AAC-8F7C-C1523E5C8DF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243050" y="1958134"/>
                  <a:ext cx="1846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4694D2F0-EA64-49A8-89F0-87A2740B2FCF}"/>
                    </a:ext>
                  </a:extLst>
                </p14:cNvPr>
                <p14:cNvContentPartPr/>
                <p14:nvPr/>
              </p14:nvContentPartPr>
              <p14:xfrm>
                <a:off x="2235850" y="1985494"/>
                <a:ext cx="176760" cy="22968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4694D2F0-EA64-49A8-89F0-87A2740B2FC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218210" y="1967854"/>
                  <a:ext cx="2124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FE94B381-1265-4882-AB91-6AAF3086F9AD}"/>
                    </a:ext>
                  </a:extLst>
                </p14:cNvPr>
                <p14:cNvContentPartPr/>
                <p14:nvPr/>
              </p14:nvContentPartPr>
              <p14:xfrm>
                <a:off x="2432410" y="1777774"/>
                <a:ext cx="171720" cy="19728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FE94B381-1265-4882-AB91-6AAF3086F9A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14770" y="1760134"/>
                  <a:ext cx="207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6B10633E-6DA4-4B8A-AD45-2893E0D22A40}"/>
                    </a:ext>
                  </a:extLst>
                </p14:cNvPr>
                <p14:cNvContentPartPr/>
                <p14:nvPr/>
              </p14:nvContentPartPr>
              <p14:xfrm>
                <a:off x="825010" y="1843294"/>
                <a:ext cx="227520" cy="100620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6B10633E-6DA4-4B8A-AD45-2893E0D22A4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07370" y="1825294"/>
                  <a:ext cx="263160" cy="10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F60BD163-8DEF-45EB-97F0-87DF91EE169A}"/>
              </a:ext>
            </a:extLst>
          </p:cNvPr>
          <p:cNvGrpSpPr/>
          <p:nvPr/>
        </p:nvGrpSpPr>
        <p:grpSpPr>
          <a:xfrm>
            <a:off x="2805370" y="1803694"/>
            <a:ext cx="367200" cy="787320"/>
            <a:chOff x="2805370" y="1803694"/>
            <a:chExt cx="367200" cy="78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A365E5D4-50FE-4BE3-8887-1BF64136DF53}"/>
                    </a:ext>
                  </a:extLst>
                </p14:cNvPr>
                <p14:cNvContentPartPr/>
                <p14:nvPr/>
              </p14:nvContentPartPr>
              <p14:xfrm>
                <a:off x="2805370" y="1803694"/>
                <a:ext cx="72720" cy="66564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A365E5D4-50FE-4BE3-8887-1BF64136DF5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87370" y="1785694"/>
                  <a:ext cx="10836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2C728382-7A21-47BD-9955-541487F28BE7}"/>
                    </a:ext>
                  </a:extLst>
                </p14:cNvPr>
                <p14:cNvContentPartPr/>
                <p14:nvPr/>
              </p14:nvContentPartPr>
              <p14:xfrm>
                <a:off x="3010210" y="1835734"/>
                <a:ext cx="162360" cy="75528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2C728382-7A21-47BD-9955-541487F28BE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92210" y="1818094"/>
                  <a:ext cx="198000" cy="79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3967FCD9-6FD0-4715-BD5F-0C5459B653A6}"/>
                  </a:ext>
                </a:extLst>
              </p14:cNvPr>
              <p14:cNvContentPartPr/>
              <p14:nvPr/>
            </p14:nvContentPartPr>
            <p14:xfrm>
              <a:off x="3180850" y="2723134"/>
              <a:ext cx="142920" cy="12600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3967FCD9-6FD0-4715-BD5F-0C5459B653A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162850" y="2705134"/>
                <a:ext cx="17856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upo 99">
            <a:extLst>
              <a:ext uri="{FF2B5EF4-FFF2-40B4-BE49-F238E27FC236}">
                <a16:creationId xmlns:a16="http://schemas.microsoft.com/office/drawing/2014/main" id="{10925FD4-6B14-4044-9C39-D2C46874B9D7}"/>
              </a:ext>
            </a:extLst>
          </p:cNvPr>
          <p:cNvGrpSpPr/>
          <p:nvPr/>
        </p:nvGrpSpPr>
        <p:grpSpPr>
          <a:xfrm>
            <a:off x="3100570" y="1480414"/>
            <a:ext cx="173160" cy="199440"/>
            <a:chOff x="3100570" y="1480414"/>
            <a:chExt cx="17316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2CEADDA6-7CFE-4C66-A933-9827CA855C25}"/>
                    </a:ext>
                  </a:extLst>
                </p14:cNvPr>
                <p14:cNvContentPartPr/>
                <p14:nvPr/>
              </p14:nvContentPartPr>
              <p14:xfrm>
                <a:off x="3140890" y="1480414"/>
                <a:ext cx="36720" cy="18324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2CEADDA6-7CFE-4C66-A933-9827CA855C2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123250" y="1462414"/>
                  <a:ext cx="72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0D5C186C-4696-4B0B-A6FC-25E302E4826C}"/>
                    </a:ext>
                  </a:extLst>
                </p14:cNvPr>
                <p14:cNvContentPartPr/>
                <p14:nvPr/>
              </p14:nvContentPartPr>
              <p14:xfrm>
                <a:off x="3100570" y="1671934"/>
                <a:ext cx="173160" cy="792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0D5C186C-4696-4B0B-A6FC-25E302E4826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082570" y="1653934"/>
                  <a:ext cx="20880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D44583FA-F231-4231-BDB1-FA95A8D0C068}"/>
              </a:ext>
            </a:extLst>
          </p:cNvPr>
          <p:cNvGrpSpPr/>
          <p:nvPr/>
        </p:nvGrpSpPr>
        <p:grpSpPr>
          <a:xfrm>
            <a:off x="3599530" y="2119414"/>
            <a:ext cx="156240" cy="132480"/>
            <a:chOff x="3599530" y="2119414"/>
            <a:chExt cx="156240" cy="13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236D407A-577F-420E-992C-81B5ADCF0259}"/>
                    </a:ext>
                  </a:extLst>
                </p14:cNvPr>
                <p14:cNvContentPartPr/>
                <p14:nvPr/>
              </p14:nvContentPartPr>
              <p14:xfrm>
                <a:off x="3599530" y="2119414"/>
                <a:ext cx="119520" cy="1872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236D407A-577F-420E-992C-81B5ADCF025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581530" y="2101774"/>
                  <a:ext cx="155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8415995E-1D90-4F80-9BB1-680D8C479AE3}"/>
                    </a:ext>
                  </a:extLst>
                </p14:cNvPr>
                <p14:cNvContentPartPr/>
                <p14:nvPr/>
              </p14:nvContentPartPr>
              <p14:xfrm>
                <a:off x="3639850" y="2242894"/>
                <a:ext cx="115920" cy="900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8415995E-1D90-4F80-9BB1-680D8C479AE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22210" y="2224894"/>
                  <a:ext cx="1515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B2C4879C-9FFF-4B66-9264-C894D08559AC}"/>
              </a:ext>
            </a:extLst>
          </p:cNvPr>
          <p:cNvGrpSpPr/>
          <p:nvPr/>
        </p:nvGrpSpPr>
        <p:grpSpPr>
          <a:xfrm>
            <a:off x="4230610" y="1900894"/>
            <a:ext cx="121680" cy="262800"/>
            <a:chOff x="4230610" y="1900894"/>
            <a:chExt cx="12168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6B08266E-5696-46C3-B325-89026ABE7E58}"/>
                    </a:ext>
                  </a:extLst>
                </p14:cNvPr>
                <p14:cNvContentPartPr/>
                <p14:nvPr/>
              </p14:nvContentPartPr>
              <p14:xfrm>
                <a:off x="4238890" y="1900894"/>
                <a:ext cx="49320" cy="26280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6B08266E-5696-46C3-B325-89026ABE7E5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221250" y="1882894"/>
                  <a:ext cx="849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FE84DE6C-49E1-433B-B842-97F01E3FFBF9}"/>
                    </a:ext>
                  </a:extLst>
                </p14:cNvPr>
                <p14:cNvContentPartPr/>
                <p14:nvPr/>
              </p14:nvContentPartPr>
              <p14:xfrm>
                <a:off x="4230610" y="2153974"/>
                <a:ext cx="121680" cy="36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FE84DE6C-49E1-433B-B842-97F01E3FFBF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212970" y="2135974"/>
                  <a:ext cx="15732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60657DEB-0493-4F1D-B0E5-0028E41C0748}"/>
                  </a:ext>
                </a:extLst>
              </p14:cNvPr>
              <p14:cNvContentPartPr/>
              <p14:nvPr/>
            </p14:nvContentPartPr>
            <p14:xfrm>
              <a:off x="4590970" y="2052094"/>
              <a:ext cx="130680" cy="2088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60657DEB-0493-4F1D-B0E5-0028E41C0748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572970" y="2034454"/>
                <a:ext cx="16632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upo 109">
            <a:extLst>
              <a:ext uri="{FF2B5EF4-FFF2-40B4-BE49-F238E27FC236}">
                <a16:creationId xmlns:a16="http://schemas.microsoft.com/office/drawing/2014/main" id="{9BB11A27-A585-454A-A789-C25C4FE03087}"/>
              </a:ext>
            </a:extLst>
          </p:cNvPr>
          <p:cNvGrpSpPr/>
          <p:nvPr/>
        </p:nvGrpSpPr>
        <p:grpSpPr>
          <a:xfrm>
            <a:off x="4947730" y="1904494"/>
            <a:ext cx="208440" cy="558000"/>
            <a:chOff x="4947730" y="1904494"/>
            <a:chExt cx="208440" cy="55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B4230F8B-266F-4645-AEBB-0F0B67D4DE9C}"/>
                    </a:ext>
                  </a:extLst>
                </p14:cNvPr>
                <p14:cNvContentPartPr/>
                <p14:nvPr/>
              </p14:nvContentPartPr>
              <p14:xfrm>
                <a:off x="4947730" y="1904494"/>
                <a:ext cx="170640" cy="14904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B4230F8B-266F-4645-AEBB-0F0B67D4DE9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29730" y="1886494"/>
                  <a:ext cx="2062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D73EEDBA-E6C8-4AFE-909A-CD405CA22A90}"/>
                    </a:ext>
                  </a:extLst>
                </p14:cNvPr>
                <p14:cNvContentPartPr/>
                <p14:nvPr/>
              </p14:nvContentPartPr>
              <p14:xfrm>
                <a:off x="4959610" y="2155054"/>
                <a:ext cx="174240" cy="1764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D73EEDBA-E6C8-4AFE-909A-CD405CA22A9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41610" y="2137054"/>
                  <a:ext cx="209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64465556-8981-4F3B-8A45-8E069FBEDC99}"/>
                    </a:ext>
                  </a:extLst>
                </p14:cNvPr>
                <p14:cNvContentPartPr/>
                <p14:nvPr/>
              </p14:nvContentPartPr>
              <p14:xfrm>
                <a:off x="4965370" y="2236054"/>
                <a:ext cx="190800" cy="22644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64465556-8981-4F3B-8A45-8E069FBEDC9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947730" y="2218054"/>
                  <a:ext cx="22644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upo 112">
            <a:extLst>
              <a:ext uri="{FF2B5EF4-FFF2-40B4-BE49-F238E27FC236}">
                <a16:creationId xmlns:a16="http://schemas.microsoft.com/office/drawing/2014/main" id="{A938EE8C-8C6D-4875-B130-A9F836C7D143}"/>
              </a:ext>
            </a:extLst>
          </p:cNvPr>
          <p:cNvGrpSpPr/>
          <p:nvPr/>
        </p:nvGrpSpPr>
        <p:grpSpPr>
          <a:xfrm>
            <a:off x="5603650" y="2009254"/>
            <a:ext cx="164880" cy="102240"/>
            <a:chOff x="5603650" y="2009254"/>
            <a:chExt cx="164880" cy="1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11B433C6-F2BF-496C-9C8D-8544805B9A29}"/>
                    </a:ext>
                  </a:extLst>
                </p14:cNvPr>
                <p14:cNvContentPartPr/>
                <p14:nvPr/>
              </p14:nvContentPartPr>
              <p14:xfrm>
                <a:off x="5603650" y="2009254"/>
                <a:ext cx="142200" cy="1116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11B433C6-F2BF-496C-9C8D-8544805B9A2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86010" y="1991254"/>
                  <a:ext cx="177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16743A11-E6C1-4D48-982F-F62C52DF0E83}"/>
                    </a:ext>
                  </a:extLst>
                </p14:cNvPr>
                <p14:cNvContentPartPr/>
                <p14:nvPr/>
              </p14:nvContentPartPr>
              <p14:xfrm>
                <a:off x="5618050" y="2111134"/>
                <a:ext cx="150480" cy="36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16743A11-E6C1-4D48-982F-F62C52DF0E8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600410" y="2093134"/>
                  <a:ext cx="18612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upo 116">
            <a:extLst>
              <a:ext uri="{FF2B5EF4-FFF2-40B4-BE49-F238E27FC236}">
                <a16:creationId xmlns:a16="http://schemas.microsoft.com/office/drawing/2014/main" id="{966F5414-8822-417A-835B-6EA1C2E65DA1}"/>
              </a:ext>
            </a:extLst>
          </p:cNvPr>
          <p:cNvGrpSpPr/>
          <p:nvPr/>
        </p:nvGrpSpPr>
        <p:grpSpPr>
          <a:xfrm>
            <a:off x="6127810" y="1803334"/>
            <a:ext cx="224280" cy="577800"/>
            <a:chOff x="6127810" y="1803334"/>
            <a:chExt cx="224280" cy="57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8BF46674-6194-4607-B96C-22D43D854DA1}"/>
                    </a:ext>
                  </a:extLst>
                </p14:cNvPr>
                <p14:cNvContentPartPr/>
                <p14:nvPr/>
              </p14:nvContentPartPr>
              <p14:xfrm>
                <a:off x="6261010" y="1803334"/>
                <a:ext cx="9720" cy="20268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8BF46674-6194-4607-B96C-22D43D854D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243370" y="1785334"/>
                  <a:ext cx="453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66D50A94-B608-4272-963E-1CCC3585BBAB}"/>
                    </a:ext>
                  </a:extLst>
                </p14:cNvPr>
                <p14:cNvContentPartPr/>
                <p14:nvPr/>
              </p14:nvContentPartPr>
              <p14:xfrm>
                <a:off x="6138610" y="2018974"/>
                <a:ext cx="213480" cy="1872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66D50A94-B608-4272-963E-1CCC3585BBA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120610" y="2000974"/>
                  <a:ext cx="249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FF2D6001-2994-4054-AAD3-E8F6ED2D0DAE}"/>
                    </a:ext>
                  </a:extLst>
                </p14:cNvPr>
                <p14:cNvContentPartPr/>
                <p14:nvPr/>
              </p14:nvContentPartPr>
              <p14:xfrm>
                <a:off x="6127810" y="2142094"/>
                <a:ext cx="200520" cy="23904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FF2D6001-2994-4054-AAD3-E8F6ED2D0DA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109810" y="2124454"/>
                  <a:ext cx="236160" cy="2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C602088A-87C0-4A12-AA3B-89A187353D54}"/>
                  </a:ext>
                </a:extLst>
              </p14:cNvPr>
              <p14:cNvContentPartPr/>
              <p14:nvPr/>
            </p14:nvContentPartPr>
            <p14:xfrm>
              <a:off x="6673570" y="2073334"/>
              <a:ext cx="62640" cy="7092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C602088A-87C0-4A12-AA3B-89A187353D54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655930" y="2055694"/>
                <a:ext cx="98280" cy="10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upo 127">
            <a:extLst>
              <a:ext uri="{FF2B5EF4-FFF2-40B4-BE49-F238E27FC236}">
                <a16:creationId xmlns:a16="http://schemas.microsoft.com/office/drawing/2014/main" id="{09F1F32E-5C35-413C-A772-33CDE4B32B38}"/>
              </a:ext>
            </a:extLst>
          </p:cNvPr>
          <p:cNvGrpSpPr/>
          <p:nvPr/>
        </p:nvGrpSpPr>
        <p:grpSpPr>
          <a:xfrm>
            <a:off x="620530" y="3480574"/>
            <a:ext cx="1743480" cy="304920"/>
            <a:chOff x="620530" y="3480574"/>
            <a:chExt cx="174348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C0258DEA-E38C-4123-A47D-B4E3F54BBB1B}"/>
                    </a:ext>
                  </a:extLst>
                </p14:cNvPr>
                <p14:cNvContentPartPr/>
                <p14:nvPr/>
              </p14:nvContentPartPr>
              <p14:xfrm>
                <a:off x="625930" y="3619174"/>
                <a:ext cx="360" cy="36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C0258DEA-E38C-4123-A47D-B4E3F54BBB1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7930" y="360153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D56A81C2-843E-4A70-841D-41F040D0DF42}"/>
                    </a:ext>
                  </a:extLst>
                </p14:cNvPr>
                <p14:cNvContentPartPr/>
                <p14:nvPr/>
              </p14:nvContentPartPr>
              <p14:xfrm>
                <a:off x="620530" y="3480574"/>
                <a:ext cx="192960" cy="23832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D56A81C2-843E-4A70-841D-41F040D0DF4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02530" y="3462574"/>
                  <a:ext cx="228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09B81829-D834-4DF3-BD9A-0A42EF2DCCC6}"/>
                    </a:ext>
                  </a:extLst>
                </p14:cNvPr>
                <p14:cNvContentPartPr/>
                <p14:nvPr/>
              </p14:nvContentPartPr>
              <p14:xfrm>
                <a:off x="917530" y="3498214"/>
                <a:ext cx="183600" cy="26604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09B81829-D834-4DF3-BD9A-0A42EF2DCCC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99890" y="3480214"/>
                  <a:ext cx="2192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4FB1C4DF-8527-4F45-A5EC-5C96FD65D171}"/>
                    </a:ext>
                  </a:extLst>
                </p14:cNvPr>
                <p14:cNvContentPartPr/>
                <p14:nvPr/>
              </p14:nvContentPartPr>
              <p14:xfrm>
                <a:off x="993850" y="3625654"/>
                <a:ext cx="200520" cy="8604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4FB1C4DF-8527-4F45-A5EC-5C96FD65D17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76210" y="3608014"/>
                  <a:ext cx="2361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25ECE87E-8C67-4D04-A70F-6261358B1DC9}"/>
                    </a:ext>
                  </a:extLst>
                </p14:cNvPr>
                <p14:cNvContentPartPr/>
                <p14:nvPr/>
              </p14:nvContentPartPr>
              <p14:xfrm>
                <a:off x="1341250" y="3512254"/>
                <a:ext cx="196200" cy="22392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25ECE87E-8C67-4D04-A70F-6261358B1DC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323250" y="3494254"/>
                  <a:ext cx="2318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C31EE01E-C314-4980-8D46-F92262A1CB64}"/>
                    </a:ext>
                  </a:extLst>
                </p14:cNvPr>
                <p14:cNvContentPartPr/>
                <p14:nvPr/>
              </p14:nvContentPartPr>
              <p14:xfrm>
                <a:off x="1622770" y="3531334"/>
                <a:ext cx="78840" cy="22860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C31EE01E-C314-4980-8D46-F92262A1CB6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604770" y="3513694"/>
                  <a:ext cx="1144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8A16814C-6F5B-4339-B350-AA1AB61F93EF}"/>
                    </a:ext>
                  </a:extLst>
                </p14:cNvPr>
                <p14:cNvContentPartPr/>
                <p14:nvPr/>
              </p14:nvContentPartPr>
              <p14:xfrm>
                <a:off x="1798810" y="3566614"/>
                <a:ext cx="170640" cy="18252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8A16814C-6F5B-4339-B350-AA1AB61F93E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781170" y="3548974"/>
                  <a:ext cx="2062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F65A814D-60E9-4F83-A843-3A9294E46B78}"/>
                    </a:ext>
                  </a:extLst>
                </p14:cNvPr>
                <p14:cNvContentPartPr/>
                <p14:nvPr/>
              </p14:nvContentPartPr>
              <p14:xfrm>
                <a:off x="2051530" y="3485254"/>
                <a:ext cx="63360" cy="30024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F65A814D-60E9-4F83-A843-3A9294E46B7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033530" y="3467614"/>
                  <a:ext cx="990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C697EF83-7B55-41D6-8CA8-972008726E7E}"/>
                    </a:ext>
                  </a:extLst>
                </p14:cNvPr>
                <p14:cNvContentPartPr/>
                <p14:nvPr/>
              </p14:nvContentPartPr>
              <p14:xfrm>
                <a:off x="2237290" y="3596854"/>
                <a:ext cx="126720" cy="13860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C697EF83-7B55-41D6-8CA8-972008726E7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219290" y="3578854"/>
                  <a:ext cx="16236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upo 160">
            <a:extLst>
              <a:ext uri="{FF2B5EF4-FFF2-40B4-BE49-F238E27FC236}">
                <a16:creationId xmlns:a16="http://schemas.microsoft.com/office/drawing/2014/main" id="{F6EC3B73-AB1F-4BF9-97A9-F3CA54B338B0}"/>
              </a:ext>
            </a:extLst>
          </p:cNvPr>
          <p:cNvGrpSpPr/>
          <p:nvPr/>
        </p:nvGrpSpPr>
        <p:grpSpPr>
          <a:xfrm>
            <a:off x="550690" y="4096894"/>
            <a:ext cx="1277280" cy="416160"/>
            <a:chOff x="550690" y="4096894"/>
            <a:chExt cx="127728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35D71874-2971-4BF4-A9F8-D68D1D83B84F}"/>
                    </a:ext>
                  </a:extLst>
                </p14:cNvPr>
                <p14:cNvContentPartPr/>
                <p14:nvPr/>
              </p14:nvContentPartPr>
              <p14:xfrm>
                <a:off x="609370" y="4096894"/>
                <a:ext cx="215280" cy="4320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35D71874-2971-4BF4-A9F8-D68D1D83B84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91370" y="4079254"/>
                  <a:ext cx="2509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DB9823BE-9A3E-41E3-B332-1B87F5BC23B9}"/>
                    </a:ext>
                  </a:extLst>
                </p14:cNvPr>
                <p14:cNvContentPartPr/>
                <p14:nvPr/>
              </p14:nvContentPartPr>
              <p14:xfrm>
                <a:off x="550690" y="4140814"/>
                <a:ext cx="208800" cy="32904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DB9823BE-9A3E-41E3-B332-1B87F5BC23B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33050" y="4123174"/>
                  <a:ext cx="2444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9DA54ECB-0BBB-4A2D-9108-5BD30B470E10}"/>
                    </a:ext>
                  </a:extLst>
                </p14:cNvPr>
                <p14:cNvContentPartPr/>
                <p14:nvPr/>
              </p14:nvContentPartPr>
              <p14:xfrm>
                <a:off x="573370" y="4333774"/>
                <a:ext cx="176760" cy="6876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9DA54ECB-0BBB-4A2D-9108-5BD30B470E1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55730" y="4315774"/>
                  <a:ext cx="2124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BC56667A-AB77-40EC-A3FC-508D1AB88943}"/>
                    </a:ext>
                  </a:extLst>
                </p14:cNvPr>
                <p14:cNvContentPartPr/>
                <p14:nvPr/>
              </p14:nvContentPartPr>
              <p14:xfrm>
                <a:off x="872530" y="4205254"/>
                <a:ext cx="353880" cy="24768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BC56667A-AB77-40EC-A3FC-508D1AB8894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54530" y="4187254"/>
                  <a:ext cx="3895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64968BF6-CCB9-4C35-AE8A-D3DE51EF0DD0}"/>
                    </a:ext>
                  </a:extLst>
                </p14:cNvPr>
                <p14:cNvContentPartPr/>
                <p14:nvPr/>
              </p14:nvContentPartPr>
              <p14:xfrm>
                <a:off x="1032010" y="4251334"/>
                <a:ext cx="171720" cy="21564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64968BF6-CCB9-4C35-AE8A-D3DE51EF0DD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14010" y="4233334"/>
                  <a:ext cx="2073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D1930A50-4655-49AA-AC8B-49E42D11F684}"/>
                    </a:ext>
                  </a:extLst>
                </p14:cNvPr>
                <p14:cNvContentPartPr/>
                <p14:nvPr/>
              </p14:nvContentPartPr>
              <p14:xfrm>
                <a:off x="1260610" y="4172494"/>
                <a:ext cx="83880" cy="12852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D1930A50-4655-49AA-AC8B-49E42D11F68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242970" y="4154854"/>
                  <a:ext cx="119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5D9AE2BA-76A6-4498-B4B0-56BC5D459E57}"/>
                    </a:ext>
                  </a:extLst>
                </p14:cNvPr>
                <p14:cNvContentPartPr/>
                <p14:nvPr/>
              </p14:nvContentPartPr>
              <p14:xfrm>
                <a:off x="1425850" y="4117414"/>
                <a:ext cx="71280" cy="39564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5D9AE2BA-76A6-4498-B4B0-56BC5D459E5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407850" y="4099414"/>
                  <a:ext cx="1069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12207986-2684-4F59-A52F-4913FD259DEA}"/>
                    </a:ext>
                  </a:extLst>
                </p14:cNvPr>
                <p14:cNvContentPartPr/>
                <p14:nvPr/>
              </p14:nvContentPartPr>
              <p14:xfrm>
                <a:off x="1609450" y="4297414"/>
                <a:ext cx="186120" cy="3564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12207986-2684-4F59-A52F-4913FD259DE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591810" y="4279414"/>
                  <a:ext cx="221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21BE27D0-B8BD-408F-885A-B7D595562409}"/>
                    </a:ext>
                  </a:extLst>
                </p14:cNvPr>
                <p14:cNvContentPartPr/>
                <p14:nvPr/>
              </p14:nvContentPartPr>
              <p14:xfrm>
                <a:off x="1657330" y="4442854"/>
                <a:ext cx="170640" cy="1224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21BE27D0-B8BD-408F-885A-B7D59556240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639330" y="4425214"/>
                  <a:ext cx="20628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upo 164">
            <a:extLst>
              <a:ext uri="{FF2B5EF4-FFF2-40B4-BE49-F238E27FC236}">
                <a16:creationId xmlns:a16="http://schemas.microsoft.com/office/drawing/2014/main" id="{A1F67872-81E2-45BA-892C-F93368BBD948}"/>
              </a:ext>
            </a:extLst>
          </p:cNvPr>
          <p:cNvGrpSpPr/>
          <p:nvPr/>
        </p:nvGrpSpPr>
        <p:grpSpPr>
          <a:xfrm>
            <a:off x="2231170" y="3993214"/>
            <a:ext cx="227880" cy="1058400"/>
            <a:chOff x="2231170" y="3993214"/>
            <a:chExt cx="227880" cy="105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3F801F9D-B02F-45D3-BD0F-F8C002A9D0CD}"/>
                    </a:ext>
                  </a:extLst>
                </p14:cNvPr>
                <p14:cNvContentPartPr/>
                <p14:nvPr/>
              </p14:nvContentPartPr>
              <p14:xfrm>
                <a:off x="2231170" y="4255294"/>
                <a:ext cx="185040" cy="51912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3F801F9D-B02F-45D3-BD0F-F8C002A9D0C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213530" y="4237654"/>
                  <a:ext cx="22068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F3960627-182A-4DEE-9C95-3E4EF6CD5D01}"/>
                    </a:ext>
                  </a:extLst>
                </p14:cNvPr>
                <p14:cNvContentPartPr/>
                <p14:nvPr/>
              </p14:nvContentPartPr>
              <p14:xfrm>
                <a:off x="2231890" y="4835254"/>
                <a:ext cx="111600" cy="21636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F3960627-182A-4DEE-9C95-3E4EF6CD5D0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214250" y="4817254"/>
                  <a:ext cx="147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5F1439D9-B1E6-4AD8-9BA8-4D0E839DE81C}"/>
                    </a:ext>
                  </a:extLst>
                </p14:cNvPr>
                <p14:cNvContentPartPr/>
                <p14:nvPr/>
              </p14:nvContentPartPr>
              <p14:xfrm>
                <a:off x="2444290" y="3993214"/>
                <a:ext cx="14760" cy="15768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5F1439D9-B1E6-4AD8-9BA8-4D0E839DE81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426650" y="3975574"/>
                  <a:ext cx="5040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upo 206">
            <a:extLst>
              <a:ext uri="{FF2B5EF4-FFF2-40B4-BE49-F238E27FC236}">
                <a16:creationId xmlns:a16="http://schemas.microsoft.com/office/drawing/2014/main" id="{4445F43B-57B1-4555-B549-B486F91720BB}"/>
              </a:ext>
            </a:extLst>
          </p:cNvPr>
          <p:cNvGrpSpPr/>
          <p:nvPr/>
        </p:nvGrpSpPr>
        <p:grpSpPr>
          <a:xfrm>
            <a:off x="2654530" y="3218854"/>
            <a:ext cx="4255200" cy="1815840"/>
            <a:chOff x="2654530" y="3218854"/>
            <a:chExt cx="4255200" cy="181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B09F1B60-D1AA-4863-88AE-95F4440E26D1}"/>
                    </a:ext>
                  </a:extLst>
                </p14:cNvPr>
                <p14:cNvContentPartPr/>
                <p14:nvPr/>
              </p14:nvContentPartPr>
              <p14:xfrm>
                <a:off x="2869450" y="3503254"/>
                <a:ext cx="160560" cy="3276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B09F1B60-D1AA-4863-88AE-95F4440E26D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851810" y="3485614"/>
                  <a:ext cx="1962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39DB1DFC-243A-4123-9534-1BF45FE485BF}"/>
                    </a:ext>
                  </a:extLst>
                </p14:cNvPr>
                <p14:cNvContentPartPr/>
                <p14:nvPr/>
              </p14:nvContentPartPr>
              <p14:xfrm>
                <a:off x="2848930" y="3534574"/>
                <a:ext cx="157680" cy="23328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39DB1DFC-243A-4123-9534-1BF45FE485B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830930" y="3516934"/>
                  <a:ext cx="1933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FE886EA4-5506-49E6-9AAA-0CCFA1CDD7E1}"/>
                    </a:ext>
                  </a:extLst>
                </p14:cNvPr>
                <p14:cNvContentPartPr/>
                <p14:nvPr/>
              </p14:nvContentPartPr>
              <p14:xfrm>
                <a:off x="2867290" y="3652294"/>
                <a:ext cx="152640" cy="2916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FE886EA4-5506-49E6-9AAA-0CCFA1CDD7E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849290" y="3634654"/>
                  <a:ext cx="188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877C2466-88A5-4F35-859D-BAC8D82E6C58}"/>
                    </a:ext>
                  </a:extLst>
                </p14:cNvPr>
                <p14:cNvContentPartPr/>
                <p14:nvPr/>
              </p14:nvContentPartPr>
              <p14:xfrm>
                <a:off x="3228010" y="3466894"/>
                <a:ext cx="61200" cy="33480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877C2466-88A5-4F35-859D-BAC8D82E6C58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210010" y="3448894"/>
                  <a:ext cx="9684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3EBDECB4-BE82-46FC-BA01-B2419A15BD00}"/>
                    </a:ext>
                  </a:extLst>
                </p14:cNvPr>
                <p14:cNvContentPartPr/>
                <p14:nvPr/>
              </p14:nvContentPartPr>
              <p14:xfrm>
                <a:off x="3410170" y="3514054"/>
                <a:ext cx="134640" cy="19944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3EBDECB4-BE82-46FC-BA01-B2419A15BD0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392530" y="3496414"/>
                  <a:ext cx="170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28A22F57-AB3C-4F8C-AB79-3B41646F5029}"/>
                    </a:ext>
                  </a:extLst>
                </p14:cNvPr>
                <p14:cNvContentPartPr/>
                <p14:nvPr/>
              </p14:nvContentPartPr>
              <p14:xfrm>
                <a:off x="3367330" y="3471574"/>
                <a:ext cx="209880" cy="22068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28A22F57-AB3C-4F8C-AB79-3B41646F502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349690" y="3453574"/>
                  <a:ext cx="245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2614FAC5-AD3E-48F0-871F-D65A72D8D9E1}"/>
                    </a:ext>
                  </a:extLst>
                </p14:cNvPr>
                <p14:cNvContentPartPr/>
                <p14:nvPr/>
              </p14:nvContentPartPr>
              <p14:xfrm>
                <a:off x="3635170" y="3414694"/>
                <a:ext cx="105120" cy="14580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2614FAC5-AD3E-48F0-871F-D65A72D8D9E1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617530" y="3396694"/>
                  <a:ext cx="140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FBA91984-407C-4AC6-8F44-6A275FB53DB6}"/>
                    </a:ext>
                  </a:extLst>
                </p14:cNvPr>
                <p14:cNvContentPartPr/>
                <p14:nvPr/>
              </p14:nvContentPartPr>
              <p14:xfrm>
                <a:off x="3843610" y="3428734"/>
                <a:ext cx="70920" cy="41436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FBA91984-407C-4AC6-8F44-6A275FB53DB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825970" y="3410734"/>
                  <a:ext cx="10656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9EBBF293-59C2-43C7-9438-015FC0C6932F}"/>
                    </a:ext>
                  </a:extLst>
                </p14:cNvPr>
                <p14:cNvContentPartPr/>
                <p14:nvPr/>
              </p14:nvContentPartPr>
              <p14:xfrm>
                <a:off x="4080490" y="3627814"/>
                <a:ext cx="228960" cy="3024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9EBBF293-59C2-43C7-9438-015FC0C6932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062850" y="3610174"/>
                  <a:ext cx="264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3BE3A4AC-7182-4D79-9FBF-2155717B54E2}"/>
                    </a:ext>
                  </a:extLst>
                </p14:cNvPr>
                <p14:cNvContentPartPr/>
                <p14:nvPr/>
              </p14:nvContentPartPr>
              <p14:xfrm>
                <a:off x="2654530" y="4434214"/>
                <a:ext cx="130320" cy="20484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3BE3A4AC-7182-4D79-9FBF-2155717B54E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636530" y="4416214"/>
                  <a:ext cx="1659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EB0A8D14-2D07-4376-870B-8FFAE4226E12}"/>
                    </a:ext>
                  </a:extLst>
                </p14:cNvPr>
                <p14:cNvContentPartPr/>
                <p14:nvPr/>
              </p14:nvContentPartPr>
              <p14:xfrm>
                <a:off x="2761090" y="4361494"/>
                <a:ext cx="147960" cy="22788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EB0A8D14-2D07-4376-870B-8FFAE4226E1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743450" y="4343854"/>
                  <a:ext cx="183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6FB4141D-3FF2-414B-966A-E566A42366F3}"/>
                    </a:ext>
                  </a:extLst>
                </p14:cNvPr>
                <p14:cNvContentPartPr/>
                <p14:nvPr/>
              </p14:nvContentPartPr>
              <p14:xfrm>
                <a:off x="2937490" y="4285174"/>
                <a:ext cx="127800" cy="15048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6FB4141D-3FF2-414B-966A-E566A42366F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919490" y="4267534"/>
                  <a:ext cx="1634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45474DEF-0D53-4FCB-A2C0-4628CFB4EECE}"/>
                    </a:ext>
                  </a:extLst>
                </p14:cNvPr>
                <p14:cNvContentPartPr/>
                <p14:nvPr/>
              </p14:nvContentPartPr>
              <p14:xfrm>
                <a:off x="3126850" y="4357174"/>
                <a:ext cx="100080" cy="25272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45474DEF-0D53-4FCB-A2C0-4628CFB4EEC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109210" y="4339534"/>
                  <a:ext cx="135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EFF8C4C4-416D-41DF-B0B0-49C8FEE06D1B}"/>
                    </a:ext>
                  </a:extLst>
                </p14:cNvPr>
                <p14:cNvContentPartPr/>
                <p14:nvPr/>
              </p14:nvContentPartPr>
              <p14:xfrm>
                <a:off x="3329530" y="4377694"/>
                <a:ext cx="138240" cy="19764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EFF8C4C4-416D-41DF-B0B0-49C8FEE06D1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311530" y="4359694"/>
                  <a:ext cx="173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B3AA17DF-EB83-4D86-9C97-9A3AC742F517}"/>
                    </a:ext>
                  </a:extLst>
                </p14:cNvPr>
                <p14:cNvContentPartPr/>
                <p14:nvPr/>
              </p14:nvContentPartPr>
              <p14:xfrm>
                <a:off x="3557770" y="4476334"/>
                <a:ext cx="164880" cy="792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B3AA17DF-EB83-4D86-9C97-9A3AC742F51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540130" y="4458334"/>
                  <a:ext cx="200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1406F816-6A19-40AB-A8F2-80F103FB4985}"/>
                    </a:ext>
                  </a:extLst>
                </p14:cNvPr>
                <p14:cNvContentPartPr/>
                <p14:nvPr/>
              </p14:nvContentPartPr>
              <p14:xfrm>
                <a:off x="3779170" y="4383454"/>
                <a:ext cx="132840" cy="18540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1406F816-6A19-40AB-A8F2-80F103FB498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761170" y="4365814"/>
                  <a:ext cx="168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E6E9EC67-F465-4EF3-BDC5-83C042F8933F}"/>
                    </a:ext>
                  </a:extLst>
                </p14:cNvPr>
                <p14:cNvContentPartPr/>
                <p14:nvPr/>
              </p14:nvContentPartPr>
              <p14:xfrm>
                <a:off x="3987610" y="4383094"/>
                <a:ext cx="138600" cy="15336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E6E9EC67-F465-4EF3-BDC5-83C042F8933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969970" y="4365094"/>
                  <a:ext cx="174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70135B88-58FC-424A-8A04-A7C2D75BE45E}"/>
                    </a:ext>
                  </a:extLst>
                </p14:cNvPr>
                <p14:cNvContentPartPr/>
                <p14:nvPr/>
              </p14:nvContentPartPr>
              <p14:xfrm>
                <a:off x="4012810" y="4369054"/>
                <a:ext cx="137160" cy="17604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70135B88-58FC-424A-8A04-A7C2D75BE45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994810" y="4351414"/>
                  <a:ext cx="1728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852D9282-F136-4B21-A22A-BD1A465E8A14}"/>
                    </a:ext>
                  </a:extLst>
                </p14:cNvPr>
                <p14:cNvContentPartPr/>
                <p14:nvPr/>
              </p14:nvContentPartPr>
              <p14:xfrm>
                <a:off x="4245010" y="4322974"/>
                <a:ext cx="62280" cy="27756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852D9282-F136-4B21-A22A-BD1A465E8A1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227010" y="4305334"/>
                  <a:ext cx="979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FB33C3D8-F91C-4673-B007-83506D583607}"/>
                    </a:ext>
                  </a:extLst>
                </p14:cNvPr>
                <p14:cNvContentPartPr/>
                <p14:nvPr/>
              </p14:nvContentPartPr>
              <p14:xfrm>
                <a:off x="4414930" y="4228654"/>
                <a:ext cx="145440" cy="31896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FB33C3D8-F91C-4673-B007-83506D58360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397290" y="4211014"/>
                  <a:ext cx="1810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044BA7AB-0247-46E9-9C69-F72C0083B2F3}"/>
                    </a:ext>
                  </a:extLst>
                </p14:cNvPr>
                <p14:cNvContentPartPr/>
                <p14:nvPr/>
              </p14:nvContentPartPr>
              <p14:xfrm>
                <a:off x="3575770" y="4550134"/>
                <a:ext cx="360" cy="36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044BA7AB-0247-46E9-9C69-F72C0083B2F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57770" y="453249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6C909840-04A6-4519-833E-601D9D7D11E1}"/>
                    </a:ext>
                  </a:extLst>
                </p14:cNvPr>
                <p14:cNvContentPartPr/>
                <p14:nvPr/>
              </p14:nvContentPartPr>
              <p14:xfrm>
                <a:off x="4722370" y="4364734"/>
                <a:ext cx="156240" cy="16056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6C909840-04A6-4519-833E-601D9D7D11E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704730" y="4347094"/>
                  <a:ext cx="1918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E61049FB-E87E-48D6-A662-60B59C945ED7}"/>
                    </a:ext>
                  </a:extLst>
                </p14:cNvPr>
                <p14:cNvContentPartPr/>
                <p14:nvPr/>
              </p14:nvContentPartPr>
              <p14:xfrm>
                <a:off x="4684570" y="4343494"/>
                <a:ext cx="221760" cy="24552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E61049FB-E87E-48D6-A662-60B59C945ED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666570" y="4325494"/>
                  <a:ext cx="2574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E7E0B566-CC3F-4A73-8AF7-AECD2EF73192}"/>
                    </a:ext>
                  </a:extLst>
                </p14:cNvPr>
                <p14:cNvContentPartPr/>
                <p14:nvPr/>
              </p14:nvContentPartPr>
              <p14:xfrm>
                <a:off x="5164450" y="4351054"/>
                <a:ext cx="122040" cy="1548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E7E0B566-CC3F-4A73-8AF7-AECD2EF7319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146450" y="4333054"/>
                  <a:ext cx="1576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A061AAA9-74EB-4BA0-AEF5-B6EAD9DD0BD0}"/>
                    </a:ext>
                  </a:extLst>
                </p14:cNvPr>
                <p14:cNvContentPartPr/>
                <p14:nvPr/>
              </p14:nvContentPartPr>
              <p14:xfrm>
                <a:off x="5150050" y="4437814"/>
                <a:ext cx="152640" cy="576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A061AAA9-74EB-4BA0-AEF5-B6EAD9DD0BD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132050" y="4419814"/>
                  <a:ext cx="1882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83F01652-E407-478F-ADEE-CC9536B95D5D}"/>
                    </a:ext>
                  </a:extLst>
                </p14:cNvPr>
                <p14:cNvContentPartPr/>
                <p14:nvPr/>
              </p14:nvContentPartPr>
              <p14:xfrm>
                <a:off x="5519050" y="4159174"/>
                <a:ext cx="159840" cy="53244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83F01652-E407-478F-ADEE-CC9536B95D5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501410" y="4141174"/>
                  <a:ext cx="19548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7857E983-0E14-483A-9DDE-897100A9AE50}"/>
                    </a:ext>
                  </a:extLst>
                </p14:cNvPr>
                <p14:cNvContentPartPr/>
                <p14:nvPr/>
              </p14:nvContentPartPr>
              <p14:xfrm>
                <a:off x="5451010" y="4771894"/>
                <a:ext cx="123480" cy="26280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7857E983-0E14-483A-9DDE-897100A9AE5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433010" y="4754254"/>
                  <a:ext cx="1591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66899A58-EFE4-4983-8617-B7D7958A8953}"/>
                    </a:ext>
                  </a:extLst>
                </p14:cNvPr>
                <p14:cNvContentPartPr/>
                <p14:nvPr/>
              </p14:nvContentPartPr>
              <p14:xfrm>
                <a:off x="4783210" y="3491734"/>
                <a:ext cx="181440" cy="3456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66899A58-EFE4-4983-8617-B7D7958A895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765570" y="3474094"/>
                  <a:ext cx="217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52BA5A58-67B9-42CA-9144-F8ED495A0836}"/>
                    </a:ext>
                  </a:extLst>
                </p14:cNvPr>
                <p14:cNvContentPartPr/>
                <p14:nvPr/>
              </p14:nvContentPartPr>
              <p14:xfrm>
                <a:off x="4751890" y="3490654"/>
                <a:ext cx="199440" cy="26712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52BA5A58-67B9-42CA-9144-F8ED495A083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734250" y="3473014"/>
                  <a:ext cx="2350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CB20EB9A-CDE7-4AC5-A0ED-3FF32AD29A61}"/>
                    </a:ext>
                  </a:extLst>
                </p14:cNvPr>
                <p14:cNvContentPartPr/>
                <p14:nvPr/>
              </p14:nvContentPartPr>
              <p14:xfrm>
                <a:off x="4765570" y="3609454"/>
                <a:ext cx="178920" cy="2916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CB20EB9A-CDE7-4AC5-A0ED-3FF32AD29A6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747570" y="3591814"/>
                  <a:ext cx="214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F802CD05-21E9-447A-A52D-95E29DA9746E}"/>
                    </a:ext>
                  </a:extLst>
                </p14:cNvPr>
                <p14:cNvContentPartPr/>
                <p14:nvPr/>
              </p14:nvContentPartPr>
              <p14:xfrm>
                <a:off x="5117290" y="3494974"/>
                <a:ext cx="127080" cy="27468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F802CD05-21E9-447A-A52D-95E29DA9746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099650" y="3477334"/>
                  <a:ext cx="1627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4DDD0A83-B481-4D61-ADDE-2C162DC437D6}"/>
                    </a:ext>
                  </a:extLst>
                </p14:cNvPr>
                <p14:cNvContentPartPr/>
                <p14:nvPr/>
              </p14:nvContentPartPr>
              <p14:xfrm>
                <a:off x="5346610" y="3521614"/>
                <a:ext cx="104040" cy="23292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4DDD0A83-B481-4D61-ADDE-2C162DC437D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328610" y="3503974"/>
                  <a:ext cx="1396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07AAA621-450E-437E-850E-412C945238FC}"/>
                    </a:ext>
                  </a:extLst>
                </p14:cNvPr>
                <p14:cNvContentPartPr/>
                <p14:nvPr/>
              </p14:nvContentPartPr>
              <p14:xfrm>
                <a:off x="5308450" y="3492814"/>
                <a:ext cx="189720" cy="18900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07AAA621-450E-437E-850E-412C945238F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290450" y="3475174"/>
                  <a:ext cx="2253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F63B227C-83A1-4139-B6E8-D6A9B207530E}"/>
                    </a:ext>
                  </a:extLst>
                </p14:cNvPr>
                <p14:cNvContentPartPr/>
                <p14:nvPr/>
              </p14:nvContentPartPr>
              <p14:xfrm>
                <a:off x="5498890" y="3384814"/>
                <a:ext cx="155520" cy="39024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F63B227C-83A1-4139-B6E8-D6A9B207530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481250" y="3366814"/>
                  <a:ext cx="19116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49C607A4-61EA-4263-8701-BEF3C9128776}"/>
                    </a:ext>
                  </a:extLst>
                </p14:cNvPr>
                <p14:cNvContentPartPr/>
                <p14:nvPr/>
              </p14:nvContentPartPr>
              <p14:xfrm>
                <a:off x="4511050" y="3333334"/>
                <a:ext cx="137880" cy="54900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49C607A4-61EA-4263-8701-BEF3C912877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493410" y="3315334"/>
                  <a:ext cx="17352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BE96A697-7A8C-42A0-BF6B-BFB50A688698}"/>
                    </a:ext>
                  </a:extLst>
                </p14:cNvPr>
                <p14:cNvContentPartPr/>
                <p14:nvPr/>
              </p14:nvContentPartPr>
              <p14:xfrm>
                <a:off x="5806330" y="3383734"/>
                <a:ext cx="111600" cy="40212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BE96A697-7A8C-42A0-BF6B-BFB50A68869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788330" y="3365734"/>
                  <a:ext cx="14724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B9D59945-1730-4C63-A9F6-20753FA16455}"/>
                    </a:ext>
                  </a:extLst>
                </p14:cNvPr>
                <p14:cNvContentPartPr/>
                <p14:nvPr/>
              </p14:nvContentPartPr>
              <p14:xfrm>
                <a:off x="6020530" y="3218854"/>
                <a:ext cx="137160" cy="23364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B9D59945-1730-4C63-A9F6-20753FA1645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002890" y="3201214"/>
                  <a:ext cx="1728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DD7F68F3-1B46-45A1-B239-BA18F1D69E45}"/>
                    </a:ext>
                  </a:extLst>
                </p14:cNvPr>
                <p14:cNvContentPartPr/>
                <p14:nvPr/>
              </p14:nvContentPartPr>
              <p14:xfrm>
                <a:off x="5769250" y="3863614"/>
                <a:ext cx="5040" cy="13320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DD7F68F3-1B46-45A1-B239-BA18F1D69E4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751610" y="3845614"/>
                  <a:ext cx="40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6A6793CB-B444-4A86-BAD0-4544AF75D1F9}"/>
                    </a:ext>
                  </a:extLst>
                </p14:cNvPr>
                <p14:cNvContentPartPr/>
                <p14:nvPr/>
              </p14:nvContentPartPr>
              <p14:xfrm>
                <a:off x="5977330" y="4256734"/>
                <a:ext cx="182880" cy="21528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6A6793CB-B444-4A86-BAD0-4544AF75D1F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959330" y="4239094"/>
                  <a:ext cx="218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CEDCD652-A3D8-4186-A05B-0753DA851560}"/>
                    </a:ext>
                  </a:extLst>
                </p14:cNvPr>
                <p14:cNvContentPartPr/>
                <p14:nvPr/>
              </p14:nvContentPartPr>
              <p14:xfrm>
                <a:off x="6269290" y="4267174"/>
                <a:ext cx="136080" cy="19764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CEDCD652-A3D8-4186-A05B-0753DA85156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251650" y="4249534"/>
                  <a:ext cx="1717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8A2AEF4D-029D-4D48-8ED9-43F95664D71E}"/>
                    </a:ext>
                  </a:extLst>
                </p14:cNvPr>
                <p14:cNvContentPartPr/>
                <p14:nvPr/>
              </p14:nvContentPartPr>
              <p14:xfrm>
                <a:off x="6237250" y="4253494"/>
                <a:ext cx="164880" cy="20052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8A2AEF4D-029D-4D48-8ED9-43F95664D71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219610" y="4235494"/>
                  <a:ext cx="2005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C27AEAB8-560F-4EF8-80F8-B7C4B38D7071}"/>
                    </a:ext>
                  </a:extLst>
                </p14:cNvPr>
                <p14:cNvContentPartPr/>
                <p14:nvPr/>
              </p14:nvContentPartPr>
              <p14:xfrm>
                <a:off x="6519490" y="4141894"/>
                <a:ext cx="130320" cy="18468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C27AEAB8-560F-4EF8-80F8-B7C4B38D707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501850" y="4123894"/>
                  <a:ext cx="1659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F0BFFC68-3EC5-4725-A687-26B6735EA9D8}"/>
                    </a:ext>
                  </a:extLst>
                </p14:cNvPr>
                <p14:cNvContentPartPr/>
                <p14:nvPr/>
              </p14:nvContentPartPr>
              <p14:xfrm>
                <a:off x="6786250" y="4382014"/>
                <a:ext cx="123480" cy="3348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F0BFFC68-3EC5-4725-A687-26B6735EA9D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768610" y="4364014"/>
                  <a:ext cx="159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F56FE238-10CB-4F73-B09C-723673ACC5BB}"/>
                    </a:ext>
                  </a:extLst>
                </p14:cNvPr>
                <p14:cNvContentPartPr/>
                <p14:nvPr/>
              </p14:nvContentPartPr>
              <p14:xfrm>
                <a:off x="5832610" y="4085374"/>
                <a:ext cx="36000" cy="43524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F56FE238-10CB-4F73-B09C-723673ACC5B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814970" y="4067374"/>
                  <a:ext cx="71640" cy="47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upo 205">
            <a:extLst>
              <a:ext uri="{FF2B5EF4-FFF2-40B4-BE49-F238E27FC236}">
                <a16:creationId xmlns:a16="http://schemas.microsoft.com/office/drawing/2014/main" id="{92C68493-AF21-49DF-A09D-942CDBC4E24A}"/>
              </a:ext>
            </a:extLst>
          </p:cNvPr>
          <p:cNvGrpSpPr/>
          <p:nvPr/>
        </p:nvGrpSpPr>
        <p:grpSpPr>
          <a:xfrm>
            <a:off x="7111690" y="3938494"/>
            <a:ext cx="997200" cy="489960"/>
            <a:chOff x="7111690" y="3938494"/>
            <a:chExt cx="997200" cy="48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67D17F0A-C798-4F71-B91A-D8518A76A241}"/>
                    </a:ext>
                  </a:extLst>
                </p14:cNvPr>
                <p14:cNvContentPartPr/>
                <p14:nvPr/>
              </p14:nvContentPartPr>
              <p14:xfrm>
                <a:off x="7111690" y="4208134"/>
                <a:ext cx="196920" cy="22032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67D17F0A-C798-4F71-B91A-D8518A76A24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093690" y="4190494"/>
                  <a:ext cx="232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22D7DD8E-0377-4D41-84E2-BE786C5DB1F2}"/>
                    </a:ext>
                  </a:extLst>
                </p14:cNvPr>
                <p14:cNvContentPartPr/>
                <p14:nvPr/>
              </p14:nvContentPartPr>
              <p14:xfrm>
                <a:off x="7441450" y="4198774"/>
                <a:ext cx="165960" cy="17748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22D7DD8E-0377-4D41-84E2-BE786C5DB1F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423450" y="4180774"/>
                  <a:ext cx="2016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BA2AB22D-C253-4777-8805-B76F480BE035}"/>
                    </a:ext>
                  </a:extLst>
                </p14:cNvPr>
                <p14:cNvContentPartPr/>
                <p14:nvPr/>
              </p14:nvContentPartPr>
              <p14:xfrm>
                <a:off x="7443970" y="4190134"/>
                <a:ext cx="185760" cy="19836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BA2AB22D-C253-4777-8805-B76F480BE03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425970" y="4172494"/>
                  <a:ext cx="2214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B68530D6-1FB6-4A22-8E15-75C7380821E7}"/>
                    </a:ext>
                  </a:extLst>
                </p14:cNvPr>
                <p14:cNvContentPartPr/>
                <p14:nvPr/>
              </p14:nvContentPartPr>
              <p14:xfrm>
                <a:off x="7736650" y="3938494"/>
                <a:ext cx="112320" cy="23616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B68530D6-1FB6-4A22-8E15-75C7380821E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718650" y="3920494"/>
                  <a:ext cx="1479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76D9B470-D9DA-480B-9883-BD71D84ED2D9}"/>
                    </a:ext>
                  </a:extLst>
                </p14:cNvPr>
                <p14:cNvContentPartPr/>
                <p14:nvPr/>
              </p14:nvContentPartPr>
              <p14:xfrm>
                <a:off x="7946170" y="4118494"/>
                <a:ext cx="162720" cy="27468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76D9B470-D9DA-480B-9883-BD71D84ED2D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928530" y="4100494"/>
                  <a:ext cx="19836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upo 204">
            <a:extLst>
              <a:ext uri="{FF2B5EF4-FFF2-40B4-BE49-F238E27FC236}">
                <a16:creationId xmlns:a16="http://schemas.microsoft.com/office/drawing/2014/main" id="{BAFF0CC5-8A8D-41BD-A8BF-671159E50A8D}"/>
              </a:ext>
            </a:extLst>
          </p:cNvPr>
          <p:cNvGrpSpPr/>
          <p:nvPr/>
        </p:nvGrpSpPr>
        <p:grpSpPr>
          <a:xfrm>
            <a:off x="8314450" y="4021654"/>
            <a:ext cx="523080" cy="362880"/>
            <a:chOff x="8314450" y="4021654"/>
            <a:chExt cx="523080" cy="3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C88F83FF-E8BC-4E67-8DCA-F095AFF31CCE}"/>
                    </a:ext>
                  </a:extLst>
                </p14:cNvPr>
                <p14:cNvContentPartPr/>
                <p14:nvPr/>
              </p14:nvContentPartPr>
              <p14:xfrm>
                <a:off x="8314450" y="4021654"/>
                <a:ext cx="190800" cy="33444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C88F83FF-E8BC-4E67-8DCA-F095AFF31CC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296450" y="4003654"/>
                  <a:ext cx="2264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9C395240-C543-4B08-9693-65F2F4D84BA8}"/>
                    </a:ext>
                  </a:extLst>
                </p14:cNvPr>
                <p14:cNvContentPartPr/>
                <p14:nvPr/>
              </p14:nvContentPartPr>
              <p14:xfrm>
                <a:off x="8585890" y="4171414"/>
                <a:ext cx="251640" cy="15912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9C395240-C543-4B08-9693-65F2F4D84BA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567890" y="4153774"/>
                  <a:ext cx="287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C98614F5-52BA-4E28-B765-4A339D641822}"/>
                    </a:ext>
                  </a:extLst>
                </p14:cNvPr>
                <p14:cNvContentPartPr/>
                <p14:nvPr/>
              </p14:nvContentPartPr>
              <p14:xfrm>
                <a:off x="8568970" y="4147294"/>
                <a:ext cx="243360" cy="23724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C98614F5-52BA-4E28-B765-4A339D64182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551330" y="4129654"/>
                  <a:ext cx="27900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upo 216">
            <a:extLst>
              <a:ext uri="{FF2B5EF4-FFF2-40B4-BE49-F238E27FC236}">
                <a16:creationId xmlns:a16="http://schemas.microsoft.com/office/drawing/2014/main" id="{73826A11-618B-42AA-AA10-29A5F2729660}"/>
              </a:ext>
            </a:extLst>
          </p:cNvPr>
          <p:cNvGrpSpPr/>
          <p:nvPr/>
        </p:nvGrpSpPr>
        <p:grpSpPr>
          <a:xfrm>
            <a:off x="1207330" y="5407294"/>
            <a:ext cx="410040" cy="420480"/>
            <a:chOff x="1207330" y="5407294"/>
            <a:chExt cx="410040" cy="42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0516F89E-63ED-4F44-A04F-B240FF90EA8D}"/>
                    </a:ext>
                  </a:extLst>
                </p14:cNvPr>
                <p14:cNvContentPartPr/>
                <p14:nvPr/>
              </p14:nvContentPartPr>
              <p14:xfrm>
                <a:off x="1216690" y="5605294"/>
                <a:ext cx="145800" cy="22248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0516F89E-63ED-4F44-A04F-B240FF90EA8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98690" y="5587654"/>
                  <a:ext cx="181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1B422E9F-97F1-4B92-A573-660E5FA2193E}"/>
                    </a:ext>
                  </a:extLst>
                </p14:cNvPr>
                <p14:cNvContentPartPr/>
                <p14:nvPr/>
              </p14:nvContentPartPr>
              <p14:xfrm>
                <a:off x="1207330" y="5576494"/>
                <a:ext cx="159480" cy="21996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1B422E9F-97F1-4B92-A573-660E5FA2193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89690" y="5558494"/>
                  <a:ext cx="1951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F17D99CA-125F-4292-AE1C-79B395B7F047}"/>
                    </a:ext>
                  </a:extLst>
                </p14:cNvPr>
                <p14:cNvContentPartPr/>
                <p14:nvPr/>
              </p14:nvContentPartPr>
              <p14:xfrm>
                <a:off x="1495330" y="5407294"/>
                <a:ext cx="122040" cy="21240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F17D99CA-125F-4292-AE1C-79B395B7F04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477330" y="5389654"/>
                  <a:ext cx="157680" cy="24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19" name="Entrada de lápiz 218">
                <a:extLst>
                  <a:ext uri="{FF2B5EF4-FFF2-40B4-BE49-F238E27FC236}">
                    <a16:creationId xmlns:a16="http://schemas.microsoft.com/office/drawing/2014/main" id="{42AFCA7E-F250-483B-9FBF-C347827F12E9}"/>
                  </a:ext>
                </a:extLst>
              </p14:cNvPr>
              <p14:cNvContentPartPr/>
              <p14:nvPr/>
            </p14:nvContentPartPr>
            <p14:xfrm>
              <a:off x="1883410" y="5679094"/>
              <a:ext cx="155160" cy="35640"/>
            </p14:xfrm>
          </p:contentPart>
        </mc:Choice>
        <mc:Fallback>
          <p:pic>
            <p:nvPicPr>
              <p:cNvPr id="219" name="Entrada de lápiz 218">
                <a:extLst>
                  <a:ext uri="{FF2B5EF4-FFF2-40B4-BE49-F238E27FC236}">
                    <a16:creationId xmlns:a16="http://schemas.microsoft.com/office/drawing/2014/main" id="{42AFCA7E-F250-483B-9FBF-C347827F12E9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865770" y="5661454"/>
                <a:ext cx="19080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20" name="Entrada de lápiz 219">
                <a:extLst>
                  <a:ext uri="{FF2B5EF4-FFF2-40B4-BE49-F238E27FC236}">
                    <a16:creationId xmlns:a16="http://schemas.microsoft.com/office/drawing/2014/main" id="{0912336E-3CAC-4EE7-8875-6E9AEFC5B6CE}"/>
                  </a:ext>
                </a:extLst>
              </p14:cNvPr>
              <p14:cNvContentPartPr/>
              <p14:nvPr/>
            </p14:nvContentPartPr>
            <p14:xfrm>
              <a:off x="2358610" y="5500174"/>
              <a:ext cx="21960" cy="203760"/>
            </p14:xfrm>
          </p:contentPart>
        </mc:Choice>
        <mc:Fallback>
          <p:pic>
            <p:nvPicPr>
              <p:cNvPr id="220" name="Entrada de lápiz 219">
                <a:extLst>
                  <a:ext uri="{FF2B5EF4-FFF2-40B4-BE49-F238E27FC236}">
                    <a16:creationId xmlns:a16="http://schemas.microsoft.com/office/drawing/2014/main" id="{0912336E-3CAC-4EE7-8875-6E9AEFC5B6CE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2340970" y="5482534"/>
                <a:ext cx="576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221" name="Entrada de lápiz 220">
                <a:extLst>
                  <a:ext uri="{FF2B5EF4-FFF2-40B4-BE49-F238E27FC236}">
                    <a16:creationId xmlns:a16="http://schemas.microsoft.com/office/drawing/2014/main" id="{70D0E18F-85A9-4DBE-8112-11D84BB78B04}"/>
                  </a:ext>
                </a:extLst>
              </p14:cNvPr>
              <p14:cNvContentPartPr/>
              <p14:nvPr/>
            </p14:nvContentPartPr>
            <p14:xfrm>
              <a:off x="2294170" y="5726254"/>
              <a:ext cx="161280" cy="43200"/>
            </p14:xfrm>
          </p:contentPart>
        </mc:Choice>
        <mc:Fallback>
          <p:pic>
            <p:nvPicPr>
              <p:cNvPr id="221" name="Entrada de lápiz 220">
                <a:extLst>
                  <a:ext uri="{FF2B5EF4-FFF2-40B4-BE49-F238E27FC236}">
                    <a16:creationId xmlns:a16="http://schemas.microsoft.com/office/drawing/2014/main" id="{70D0E18F-85A9-4DBE-8112-11D84BB78B04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2276530" y="5708614"/>
                <a:ext cx="1969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222" name="Entrada de lápiz 221">
                <a:extLst>
                  <a:ext uri="{FF2B5EF4-FFF2-40B4-BE49-F238E27FC236}">
                    <a16:creationId xmlns:a16="http://schemas.microsoft.com/office/drawing/2014/main" id="{27A362B5-A1AF-4C9A-8E65-ECFE3332B4EA}"/>
                  </a:ext>
                </a:extLst>
              </p14:cNvPr>
              <p14:cNvContentPartPr/>
              <p14:nvPr/>
            </p14:nvContentPartPr>
            <p14:xfrm>
              <a:off x="2285170" y="5857654"/>
              <a:ext cx="151200" cy="140400"/>
            </p14:xfrm>
          </p:contentPart>
        </mc:Choice>
        <mc:Fallback>
          <p:pic>
            <p:nvPicPr>
              <p:cNvPr id="222" name="Entrada de lápiz 221">
                <a:extLst>
                  <a:ext uri="{FF2B5EF4-FFF2-40B4-BE49-F238E27FC236}">
                    <a16:creationId xmlns:a16="http://schemas.microsoft.com/office/drawing/2014/main" id="{27A362B5-A1AF-4C9A-8E65-ECFE3332B4EA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2267530" y="5839654"/>
                <a:ext cx="186840" cy="17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upo 229">
            <a:extLst>
              <a:ext uri="{FF2B5EF4-FFF2-40B4-BE49-F238E27FC236}">
                <a16:creationId xmlns:a16="http://schemas.microsoft.com/office/drawing/2014/main" id="{37057ED3-2612-435B-9664-66BDE89088C7}"/>
              </a:ext>
            </a:extLst>
          </p:cNvPr>
          <p:cNvGrpSpPr/>
          <p:nvPr/>
        </p:nvGrpSpPr>
        <p:grpSpPr>
          <a:xfrm>
            <a:off x="2701690" y="5420974"/>
            <a:ext cx="377640" cy="354240"/>
            <a:chOff x="2701690" y="5420974"/>
            <a:chExt cx="377640" cy="35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9EA22C75-E82B-4004-9793-FDF74DAE4AE1}"/>
                    </a:ext>
                  </a:extLst>
                </p14:cNvPr>
                <p14:cNvContentPartPr/>
                <p14:nvPr/>
              </p14:nvContentPartPr>
              <p14:xfrm>
                <a:off x="2739850" y="5577574"/>
                <a:ext cx="130320" cy="19764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9EA22C75-E82B-4004-9793-FDF74DAE4AE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721850" y="5559574"/>
                  <a:ext cx="1659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F9B05F72-39EE-4C8E-B0BB-7DA889FF9681}"/>
                    </a:ext>
                  </a:extLst>
                </p14:cNvPr>
                <p14:cNvContentPartPr/>
                <p14:nvPr/>
              </p14:nvContentPartPr>
              <p14:xfrm>
                <a:off x="2701690" y="5554894"/>
                <a:ext cx="176760" cy="21240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F9B05F72-39EE-4C8E-B0BB-7DA889FF968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683690" y="5537254"/>
                  <a:ext cx="2124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01A52407-20CC-40BB-B931-EE4559F043D8}"/>
                    </a:ext>
                  </a:extLst>
                </p14:cNvPr>
                <p14:cNvContentPartPr/>
                <p14:nvPr/>
              </p14:nvContentPartPr>
              <p14:xfrm>
                <a:off x="2954050" y="5436094"/>
                <a:ext cx="119520" cy="10764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01A52407-20CC-40BB-B931-EE4559F043D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936410" y="5418094"/>
                  <a:ext cx="1551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30FCE501-C0A1-4462-A29F-7E061C60E955}"/>
                    </a:ext>
                  </a:extLst>
                </p14:cNvPr>
                <p14:cNvContentPartPr/>
                <p14:nvPr/>
              </p14:nvContentPartPr>
              <p14:xfrm>
                <a:off x="3050530" y="5420974"/>
                <a:ext cx="28800" cy="18684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30FCE501-C0A1-4462-A29F-7E061C60E95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032890" y="5403334"/>
                  <a:ext cx="6444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upo 231">
            <a:extLst>
              <a:ext uri="{FF2B5EF4-FFF2-40B4-BE49-F238E27FC236}">
                <a16:creationId xmlns:a16="http://schemas.microsoft.com/office/drawing/2014/main" id="{B4DB94AD-5E87-4229-9DF9-D8DE5398B0C1}"/>
              </a:ext>
            </a:extLst>
          </p:cNvPr>
          <p:cNvGrpSpPr/>
          <p:nvPr/>
        </p:nvGrpSpPr>
        <p:grpSpPr>
          <a:xfrm>
            <a:off x="286450" y="5264374"/>
            <a:ext cx="712800" cy="1006560"/>
            <a:chOff x="286450" y="5264374"/>
            <a:chExt cx="712800" cy="100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F69D5748-0474-496A-9A03-C84349DCE173}"/>
                    </a:ext>
                  </a:extLst>
                </p14:cNvPr>
                <p14:cNvContentPartPr/>
                <p14:nvPr/>
              </p14:nvContentPartPr>
              <p14:xfrm>
                <a:off x="286450" y="5512054"/>
                <a:ext cx="188640" cy="1008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F69D5748-0474-496A-9A03-C84349DCE17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68810" y="5494414"/>
                  <a:ext cx="224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B43696E4-6FC7-4AD8-A709-DF152A204E11}"/>
                    </a:ext>
                  </a:extLst>
                </p14:cNvPr>
                <p14:cNvContentPartPr/>
                <p14:nvPr/>
              </p14:nvContentPartPr>
              <p14:xfrm>
                <a:off x="304450" y="5568934"/>
                <a:ext cx="188640" cy="5832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B43696E4-6FC7-4AD8-A709-DF152A204E1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86450" y="5550934"/>
                  <a:ext cx="224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96B638C8-3B26-45B3-AAD8-A47B436213F5}"/>
                    </a:ext>
                  </a:extLst>
                </p14:cNvPr>
                <p14:cNvContentPartPr/>
                <p14:nvPr/>
              </p14:nvContentPartPr>
              <p14:xfrm>
                <a:off x="719890" y="5338894"/>
                <a:ext cx="194400" cy="21672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96B638C8-3B26-45B3-AAD8-A47B436213F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02250" y="5320894"/>
                  <a:ext cx="2300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6B0F1137-A4CD-473B-8D4D-8E2F7ADAC963}"/>
                    </a:ext>
                  </a:extLst>
                </p14:cNvPr>
                <p14:cNvContentPartPr/>
                <p14:nvPr/>
              </p14:nvContentPartPr>
              <p14:xfrm>
                <a:off x="729610" y="5644894"/>
                <a:ext cx="269640" cy="3132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6B0F1137-A4CD-473B-8D4D-8E2F7ADAC96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11610" y="5627254"/>
                  <a:ext cx="3052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A05BBEAC-DB92-461C-866E-4DA12B957A20}"/>
                    </a:ext>
                  </a:extLst>
                </p14:cNvPr>
                <p14:cNvContentPartPr/>
                <p14:nvPr/>
              </p14:nvContentPartPr>
              <p14:xfrm>
                <a:off x="765250" y="5767654"/>
                <a:ext cx="134640" cy="26640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A05BBEAC-DB92-461C-866E-4DA12B957A2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47610" y="5749654"/>
                  <a:ext cx="1702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CA19E275-D414-4B64-A781-ED4018AAB9A8}"/>
                    </a:ext>
                  </a:extLst>
                </p14:cNvPr>
                <p14:cNvContentPartPr/>
                <p14:nvPr/>
              </p14:nvContentPartPr>
              <p14:xfrm>
                <a:off x="514690" y="5264374"/>
                <a:ext cx="162000" cy="100656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CA19E275-D414-4B64-A781-ED4018AAB9A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97050" y="5246374"/>
                  <a:ext cx="197640" cy="10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33" name="Entrada de lápiz 232">
                <a:extLst>
                  <a:ext uri="{FF2B5EF4-FFF2-40B4-BE49-F238E27FC236}">
                    <a16:creationId xmlns:a16="http://schemas.microsoft.com/office/drawing/2014/main" id="{7C2ACAAE-E87C-4501-B2D5-850364AB362D}"/>
                  </a:ext>
                </a:extLst>
              </p14:cNvPr>
              <p14:cNvContentPartPr/>
              <p14:nvPr/>
            </p14:nvContentPartPr>
            <p14:xfrm>
              <a:off x="3124330" y="5366254"/>
              <a:ext cx="200520" cy="786240"/>
            </p14:xfrm>
          </p:contentPart>
        </mc:Choice>
        <mc:Fallback>
          <p:pic>
            <p:nvPicPr>
              <p:cNvPr id="233" name="Entrada de lápiz 232">
                <a:extLst>
                  <a:ext uri="{FF2B5EF4-FFF2-40B4-BE49-F238E27FC236}">
                    <a16:creationId xmlns:a16="http://schemas.microsoft.com/office/drawing/2014/main" id="{7C2ACAAE-E87C-4501-B2D5-850364AB362D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3106690" y="5348614"/>
                <a:ext cx="236160" cy="82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upo 242">
            <a:extLst>
              <a:ext uri="{FF2B5EF4-FFF2-40B4-BE49-F238E27FC236}">
                <a16:creationId xmlns:a16="http://schemas.microsoft.com/office/drawing/2014/main" id="{F456E443-8C4D-465B-BFD9-65F99F42AED7}"/>
              </a:ext>
            </a:extLst>
          </p:cNvPr>
          <p:cNvGrpSpPr/>
          <p:nvPr/>
        </p:nvGrpSpPr>
        <p:grpSpPr>
          <a:xfrm>
            <a:off x="3517450" y="5179054"/>
            <a:ext cx="705240" cy="1070280"/>
            <a:chOff x="3517450" y="5179054"/>
            <a:chExt cx="705240" cy="10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BE871615-7A59-42C0-A98B-175A56A7A2DB}"/>
                    </a:ext>
                  </a:extLst>
                </p14:cNvPr>
                <p14:cNvContentPartPr/>
                <p14:nvPr/>
              </p14:nvContentPartPr>
              <p14:xfrm>
                <a:off x="3517450" y="5441494"/>
                <a:ext cx="24120" cy="62172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BE871615-7A59-42C0-A98B-175A56A7A2D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499450" y="5423494"/>
                  <a:ext cx="5976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BEE28040-8A57-4FA5-BFFD-60D583DD859D}"/>
                    </a:ext>
                  </a:extLst>
                </p14:cNvPr>
                <p14:cNvContentPartPr/>
                <p14:nvPr/>
              </p14:nvContentPartPr>
              <p14:xfrm>
                <a:off x="3707890" y="6081934"/>
                <a:ext cx="84960" cy="13860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BEE28040-8A57-4FA5-BFFD-60D583DD859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690250" y="6064294"/>
                  <a:ext cx="120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D04A7DEE-6AE5-4382-BEF8-A422F6041420}"/>
                    </a:ext>
                  </a:extLst>
                </p14:cNvPr>
                <p14:cNvContentPartPr/>
                <p14:nvPr/>
              </p14:nvContentPartPr>
              <p14:xfrm>
                <a:off x="3667570" y="6091654"/>
                <a:ext cx="144360" cy="15768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D04A7DEE-6AE5-4382-BEF8-A422F604142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649570" y="6073654"/>
                  <a:ext cx="180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D2EAB8B0-D2F9-4802-AD46-960F0E21A92D}"/>
                    </a:ext>
                  </a:extLst>
                </p14:cNvPr>
                <p14:cNvContentPartPr/>
                <p14:nvPr/>
              </p14:nvContentPartPr>
              <p14:xfrm>
                <a:off x="3890050" y="6118294"/>
                <a:ext cx="171720" cy="9360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D2EAB8B0-D2F9-4802-AD46-960F0E21A92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872410" y="6100654"/>
                  <a:ext cx="2073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B16E7FE5-B559-4188-ADA9-435F98E5F9F7}"/>
                    </a:ext>
                  </a:extLst>
                </p14:cNvPr>
                <p14:cNvContentPartPr/>
                <p14:nvPr/>
              </p14:nvContentPartPr>
              <p14:xfrm>
                <a:off x="4111450" y="6079774"/>
                <a:ext cx="108720" cy="8136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B16E7FE5-B559-4188-ADA9-435F98E5F9F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093810" y="6062134"/>
                  <a:ext cx="144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5086C5CA-A312-4605-8029-3A9E64D1AFE5}"/>
                    </a:ext>
                  </a:extLst>
                </p14:cNvPr>
                <p14:cNvContentPartPr/>
                <p14:nvPr/>
              </p14:nvContentPartPr>
              <p14:xfrm>
                <a:off x="3621130" y="5257174"/>
                <a:ext cx="108720" cy="11484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5086C5CA-A312-4605-8029-3A9E64D1AFE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603130" y="5239174"/>
                  <a:ext cx="144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0BA518D9-4523-4CA0-AB9D-5E718518C0F6}"/>
                    </a:ext>
                  </a:extLst>
                </p14:cNvPr>
                <p14:cNvContentPartPr/>
                <p14:nvPr/>
              </p14:nvContentPartPr>
              <p14:xfrm>
                <a:off x="3660370" y="5262574"/>
                <a:ext cx="89640" cy="14292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0BA518D9-4523-4CA0-AB9D-5E718518C0F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642370" y="5244574"/>
                  <a:ext cx="1252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73D38A7C-CC63-4508-A5EF-49B0FD0EF586}"/>
                    </a:ext>
                  </a:extLst>
                </p14:cNvPr>
                <p14:cNvContentPartPr/>
                <p14:nvPr/>
              </p14:nvContentPartPr>
              <p14:xfrm>
                <a:off x="3863770" y="5253934"/>
                <a:ext cx="193320" cy="9252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73D38A7C-CC63-4508-A5EF-49B0FD0EF58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846130" y="5236294"/>
                  <a:ext cx="228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916D09F0-980B-4EEB-AC5E-AA0A1C6C6BFA}"/>
                    </a:ext>
                  </a:extLst>
                </p14:cNvPr>
                <p14:cNvContentPartPr/>
                <p14:nvPr/>
              </p14:nvContentPartPr>
              <p14:xfrm>
                <a:off x="4204330" y="5179054"/>
                <a:ext cx="18360" cy="21888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916D09F0-980B-4EEB-AC5E-AA0A1C6C6BFA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186690" y="5161054"/>
                  <a:ext cx="54000" cy="25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244" name="Entrada de lápiz 243">
                <a:extLst>
                  <a:ext uri="{FF2B5EF4-FFF2-40B4-BE49-F238E27FC236}">
                    <a16:creationId xmlns:a16="http://schemas.microsoft.com/office/drawing/2014/main" id="{86C945C7-9726-4863-A067-19C55AA5E2B8}"/>
                  </a:ext>
                </a:extLst>
              </p14:cNvPr>
              <p14:cNvContentPartPr/>
              <p14:nvPr/>
            </p14:nvContentPartPr>
            <p14:xfrm>
              <a:off x="4616530" y="5551654"/>
              <a:ext cx="185040" cy="15480"/>
            </p14:xfrm>
          </p:contentPart>
        </mc:Choice>
        <mc:Fallback>
          <p:pic>
            <p:nvPicPr>
              <p:cNvPr id="244" name="Entrada de lápiz 243">
                <a:extLst>
                  <a:ext uri="{FF2B5EF4-FFF2-40B4-BE49-F238E27FC236}">
                    <a16:creationId xmlns:a16="http://schemas.microsoft.com/office/drawing/2014/main" id="{86C945C7-9726-4863-A067-19C55AA5E2B8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4598890" y="5534014"/>
                <a:ext cx="22068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245" name="Entrada de lápiz 244">
                <a:extLst>
                  <a:ext uri="{FF2B5EF4-FFF2-40B4-BE49-F238E27FC236}">
                    <a16:creationId xmlns:a16="http://schemas.microsoft.com/office/drawing/2014/main" id="{4D7A460E-3500-4EE8-A957-261AD5EC5EC6}"/>
                  </a:ext>
                </a:extLst>
              </p14:cNvPr>
              <p14:cNvContentPartPr/>
              <p14:nvPr/>
            </p14:nvContentPartPr>
            <p14:xfrm>
              <a:off x="4647490" y="5674774"/>
              <a:ext cx="142200" cy="7920"/>
            </p14:xfrm>
          </p:contentPart>
        </mc:Choice>
        <mc:Fallback>
          <p:pic>
            <p:nvPicPr>
              <p:cNvPr id="245" name="Entrada de lápiz 244">
                <a:extLst>
                  <a:ext uri="{FF2B5EF4-FFF2-40B4-BE49-F238E27FC236}">
                    <a16:creationId xmlns:a16="http://schemas.microsoft.com/office/drawing/2014/main" id="{4D7A460E-3500-4EE8-A957-261AD5EC5EC6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4629850" y="5657134"/>
                <a:ext cx="17784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upo 249">
            <a:extLst>
              <a:ext uri="{FF2B5EF4-FFF2-40B4-BE49-F238E27FC236}">
                <a16:creationId xmlns:a16="http://schemas.microsoft.com/office/drawing/2014/main" id="{5E9AF04F-A02B-4F28-8F71-4D8EDB40D9F1}"/>
              </a:ext>
            </a:extLst>
          </p:cNvPr>
          <p:cNvGrpSpPr/>
          <p:nvPr/>
        </p:nvGrpSpPr>
        <p:grpSpPr>
          <a:xfrm>
            <a:off x="5257330" y="5397214"/>
            <a:ext cx="264600" cy="645120"/>
            <a:chOff x="5257330" y="5397214"/>
            <a:chExt cx="264600" cy="64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722E508E-03D6-4527-A888-8E3881DCE093}"/>
                    </a:ext>
                  </a:extLst>
                </p14:cNvPr>
                <p14:cNvContentPartPr/>
                <p14:nvPr/>
              </p14:nvContentPartPr>
              <p14:xfrm>
                <a:off x="5346250" y="5397214"/>
                <a:ext cx="138240" cy="23292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722E508E-03D6-4527-A888-8E3881DCE093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328610" y="5379574"/>
                  <a:ext cx="1738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5C2EB0C1-026A-46E9-B48D-279A42BE635C}"/>
                    </a:ext>
                  </a:extLst>
                </p14:cNvPr>
                <p14:cNvContentPartPr/>
                <p14:nvPr/>
              </p14:nvContentPartPr>
              <p14:xfrm>
                <a:off x="5257330" y="5693134"/>
                <a:ext cx="264600" cy="6480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5C2EB0C1-026A-46E9-B48D-279A42BE635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239330" y="5675494"/>
                  <a:ext cx="3002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D31BE7C9-C4EE-4202-A1FD-9C8FA596C1FC}"/>
                    </a:ext>
                  </a:extLst>
                </p14:cNvPr>
                <p14:cNvContentPartPr/>
                <p14:nvPr/>
              </p14:nvContentPartPr>
              <p14:xfrm>
                <a:off x="5288290" y="5789974"/>
                <a:ext cx="190800" cy="25236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D31BE7C9-C4EE-4202-A1FD-9C8FA596C1F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270650" y="5772334"/>
                  <a:ext cx="226440" cy="28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249" name="Entrada de lápiz 248">
                <a:extLst>
                  <a:ext uri="{FF2B5EF4-FFF2-40B4-BE49-F238E27FC236}">
                    <a16:creationId xmlns:a16="http://schemas.microsoft.com/office/drawing/2014/main" id="{B1F61151-F83A-4AA0-AD86-DE9215EDB2B3}"/>
                  </a:ext>
                </a:extLst>
              </p14:cNvPr>
              <p14:cNvContentPartPr/>
              <p14:nvPr/>
            </p14:nvContentPartPr>
            <p14:xfrm>
              <a:off x="5835850" y="5676934"/>
              <a:ext cx="164880" cy="39960"/>
            </p14:xfrm>
          </p:contentPart>
        </mc:Choice>
        <mc:Fallback>
          <p:pic>
            <p:nvPicPr>
              <p:cNvPr id="249" name="Entrada de lápiz 248">
                <a:extLst>
                  <a:ext uri="{FF2B5EF4-FFF2-40B4-BE49-F238E27FC236}">
                    <a16:creationId xmlns:a16="http://schemas.microsoft.com/office/drawing/2014/main" id="{B1F61151-F83A-4AA0-AD86-DE9215EDB2B3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5817850" y="5659294"/>
                <a:ext cx="200520" cy="7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upo 256">
            <a:extLst>
              <a:ext uri="{FF2B5EF4-FFF2-40B4-BE49-F238E27FC236}">
                <a16:creationId xmlns:a16="http://schemas.microsoft.com/office/drawing/2014/main" id="{4BF3B363-CFA8-4B89-A22E-A170EEFC877E}"/>
              </a:ext>
            </a:extLst>
          </p:cNvPr>
          <p:cNvGrpSpPr/>
          <p:nvPr/>
        </p:nvGrpSpPr>
        <p:grpSpPr>
          <a:xfrm>
            <a:off x="6210970" y="5425654"/>
            <a:ext cx="236160" cy="546480"/>
            <a:chOff x="6210970" y="5425654"/>
            <a:chExt cx="236160" cy="54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0C7274AB-2E69-416B-93DC-A1EC3F00DA58}"/>
                    </a:ext>
                  </a:extLst>
                </p14:cNvPr>
                <p14:cNvContentPartPr/>
                <p14:nvPr/>
              </p14:nvContentPartPr>
              <p14:xfrm>
                <a:off x="6274330" y="5425654"/>
                <a:ext cx="62280" cy="21096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0C7274AB-2E69-416B-93DC-A1EC3F00DA5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256330" y="5408014"/>
                  <a:ext cx="979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A8CED609-595B-4EB9-9CAA-78328561286C}"/>
                    </a:ext>
                  </a:extLst>
                </p14:cNvPr>
                <p14:cNvContentPartPr/>
                <p14:nvPr/>
              </p14:nvContentPartPr>
              <p14:xfrm>
                <a:off x="6245530" y="5634094"/>
                <a:ext cx="181440" cy="3996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A8CED609-595B-4EB9-9CAA-78328561286C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227890" y="5616454"/>
                  <a:ext cx="2170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852B494B-DBDE-450D-B24D-9714D1F2D4F9}"/>
                    </a:ext>
                  </a:extLst>
                </p14:cNvPr>
                <p14:cNvContentPartPr/>
                <p14:nvPr/>
              </p14:nvContentPartPr>
              <p14:xfrm>
                <a:off x="6210970" y="5776654"/>
                <a:ext cx="236160" cy="19548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852B494B-DBDE-450D-B24D-9714D1F2D4F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192970" y="5759014"/>
                  <a:ext cx="271800" cy="23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upo 255">
            <a:extLst>
              <a:ext uri="{FF2B5EF4-FFF2-40B4-BE49-F238E27FC236}">
                <a16:creationId xmlns:a16="http://schemas.microsoft.com/office/drawing/2014/main" id="{2D38792E-70EF-43B8-BD29-8E062CE084E1}"/>
              </a:ext>
            </a:extLst>
          </p:cNvPr>
          <p:cNvGrpSpPr/>
          <p:nvPr/>
        </p:nvGrpSpPr>
        <p:grpSpPr>
          <a:xfrm>
            <a:off x="6806410" y="5539054"/>
            <a:ext cx="161280" cy="123480"/>
            <a:chOff x="6806410" y="5539054"/>
            <a:chExt cx="161280" cy="12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94315C3E-C2A7-4D83-B1A2-CC9911078073}"/>
                    </a:ext>
                  </a:extLst>
                </p14:cNvPr>
                <p14:cNvContentPartPr/>
                <p14:nvPr/>
              </p14:nvContentPartPr>
              <p14:xfrm>
                <a:off x="6806410" y="5539054"/>
                <a:ext cx="130320" cy="1764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94315C3E-C2A7-4D83-B1A2-CC991107807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788770" y="5521054"/>
                  <a:ext cx="165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94CFF66A-4923-46D6-978B-8C349DE7AB1F}"/>
                    </a:ext>
                  </a:extLst>
                </p14:cNvPr>
                <p14:cNvContentPartPr/>
                <p14:nvPr/>
              </p14:nvContentPartPr>
              <p14:xfrm>
                <a:off x="6819730" y="5652454"/>
                <a:ext cx="147960" cy="1008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94CFF66A-4923-46D6-978B-8C349DE7AB1F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801730" y="5634454"/>
                  <a:ext cx="1836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upo 259">
            <a:extLst>
              <a:ext uri="{FF2B5EF4-FFF2-40B4-BE49-F238E27FC236}">
                <a16:creationId xmlns:a16="http://schemas.microsoft.com/office/drawing/2014/main" id="{D134BCBC-101E-4F8A-9E35-5448F0EE40F1}"/>
              </a:ext>
            </a:extLst>
          </p:cNvPr>
          <p:cNvGrpSpPr/>
          <p:nvPr/>
        </p:nvGrpSpPr>
        <p:grpSpPr>
          <a:xfrm>
            <a:off x="7341370" y="5688814"/>
            <a:ext cx="1167840" cy="364320"/>
            <a:chOff x="7341370" y="5688814"/>
            <a:chExt cx="116784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ACC70927-74E4-46D2-AEF0-C6545E87ACF2}"/>
                    </a:ext>
                  </a:extLst>
                </p14:cNvPr>
                <p14:cNvContentPartPr/>
                <p14:nvPr/>
              </p14:nvContentPartPr>
              <p14:xfrm>
                <a:off x="7341370" y="5688814"/>
                <a:ext cx="1167840" cy="7200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ACC70927-74E4-46D2-AEF0-C6545E87ACF2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323370" y="5671174"/>
                  <a:ext cx="1203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513103BE-F3C6-429B-9770-05898B0C0B0A}"/>
                    </a:ext>
                  </a:extLst>
                </p14:cNvPr>
                <p14:cNvContentPartPr/>
                <p14:nvPr/>
              </p14:nvContentPartPr>
              <p14:xfrm>
                <a:off x="7690930" y="5841094"/>
                <a:ext cx="119880" cy="21204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513103BE-F3C6-429B-9770-05898B0C0B0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673290" y="5823094"/>
                  <a:ext cx="15552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1381B6F7-0313-43F9-B9F7-5B2B12D4E4C9}"/>
              </a:ext>
            </a:extLst>
          </p:cNvPr>
          <p:cNvGrpSpPr/>
          <p:nvPr/>
        </p:nvGrpSpPr>
        <p:grpSpPr>
          <a:xfrm>
            <a:off x="7575010" y="5274094"/>
            <a:ext cx="336960" cy="243360"/>
            <a:chOff x="7575010" y="5274094"/>
            <a:chExt cx="33696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D00BB4A7-A3B4-4A6C-A710-8192F99A3139}"/>
                    </a:ext>
                  </a:extLst>
                </p14:cNvPr>
                <p14:cNvContentPartPr/>
                <p14:nvPr/>
              </p14:nvContentPartPr>
              <p14:xfrm>
                <a:off x="7617490" y="5451214"/>
                <a:ext cx="360" cy="36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D00BB4A7-A3B4-4A6C-A710-8192F99A313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99850" y="543321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4CA10728-96AC-4D46-A8AE-3F7A60D397D0}"/>
                    </a:ext>
                  </a:extLst>
                </p14:cNvPr>
                <p14:cNvContentPartPr/>
                <p14:nvPr/>
              </p14:nvContentPartPr>
              <p14:xfrm>
                <a:off x="7648450" y="5296054"/>
                <a:ext cx="26640" cy="22140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4CA10728-96AC-4D46-A8AE-3F7A60D397D0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630810" y="5278414"/>
                  <a:ext cx="622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B526E8FA-8583-4A8A-BF8E-4A30B9F9CF49}"/>
                    </a:ext>
                  </a:extLst>
                </p14:cNvPr>
                <p14:cNvContentPartPr/>
                <p14:nvPr/>
              </p14:nvContentPartPr>
              <p14:xfrm>
                <a:off x="7575010" y="5274094"/>
                <a:ext cx="152280" cy="15300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B526E8FA-8583-4A8A-BF8E-4A30B9F9CF49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557370" y="5256094"/>
                  <a:ext cx="187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30B23FF7-F512-43BE-AED1-07EA61EEC71F}"/>
                    </a:ext>
                  </a:extLst>
                </p14:cNvPr>
                <p14:cNvContentPartPr/>
                <p14:nvPr/>
              </p14:nvContentPartPr>
              <p14:xfrm>
                <a:off x="7807930" y="5438254"/>
                <a:ext cx="104040" cy="3348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30B23FF7-F512-43BE-AED1-07EA61EEC71F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790290" y="5420254"/>
                  <a:ext cx="13968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1">
            <p14:nvContentPartPr>
              <p14:cNvPr id="265" name="Entrada de lápiz 264">
                <a:extLst>
                  <a:ext uri="{FF2B5EF4-FFF2-40B4-BE49-F238E27FC236}">
                    <a16:creationId xmlns:a16="http://schemas.microsoft.com/office/drawing/2014/main" id="{BF9A431E-4295-47BC-B13F-ABD569D66593}"/>
                  </a:ext>
                </a:extLst>
              </p14:cNvPr>
              <p14:cNvContentPartPr/>
              <p14:nvPr/>
            </p14:nvContentPartPr>
            <p14:xfrm>
              <a:off x="8143810" y="5334214"/>
              <a:ext cx="128520" cy="221400"/>
            </p14:xfrm>
          </p:contentPart>
        </mc:Choice>
        <mc:Fallback>
          <p:pic>
            <p:nvPicPr>
              <p:cNvPr id="265" name="Entrada de lápiz 264">
                <a:extLst>
                  <a:ext uri="{FF2B5EF4-FFF2-40B4-BE49-F238E27FC236}">
                    <a16:creationId xmlns:a16="http://schemas.microsoft.com/office/drawing/2014/main" id="{BF9A431E-4295-47BC-B13F-ABD569D66593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8126170" y="5316574"/>
                <a:ext cx="1641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3">
            <p14:nvContentPartPr>
              <p14:cNvPr id="266" name="Entrada de lápiz 265">
                <a:extLst>
                  <a:ext uri="{FF2B5EF4-FFF2-40B4-BE49-F238E27FC236}">
                    <a16:creationId xmlns:a16="http://schemas.microsoft.com/office/drawing/2014/main" id="{DE6F680C-8751-4C80-A3C4-47F4DA62BB25}"/>
                  </a:ext>
                </a:extLst>
              </p14:cNvPr>
              <p14:cNvContentPartPr/>
              <p14:nvPr/>
            </p14:nvContentPartPr>
            <p14:xfrm>
              <a:off x="8748970" y="5505574"/>
              <a:ext cx="114840" cy="14400"/>
            </p14:xfrm>
          </p:contentPart>
        </mc:Choice>
        <mc:Fallback>
          <p:pic>
            <p:nvPicPr>
              <p:cNvPr id="266" name="Entrada de lápiz 265">
                <a:extLst>
                  <a:ext uri="{FF2B5EF4-FFF2-40B4-BE49-F238E27FC236}">
                    <a16:creationId xmlns:a16="http://schemas.microsoft.com/office/drawing/2014/main" id="{DE6F680C-8751-4C80-A3C4-47F4DA62BB25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8730970" y="5487934"/>
                <a:ext cx="1504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267" name="Entrada de lápiz 266">
                <a:extLst>
                  <a:ext uri="{FF2B5EF4-FFF2-40B4-BE49-F238E27FC236}">
                    <a16:creationId xmlns:a16="http://schemas.microsoft.com/office/drawing/2014/main" id="{2B4593F1-7597-45A2-8E99-D3AF4AEF1866}"/>
                  </a:ext>
                </a:extLst>
              </p14:cNvPr>
              <p14:cNvContentPartPr/>
              <p14:nvPr/>
            </p14:nvContentPartPr>
            <p14:xfrm>
              <a:off x="8722690" y="5631934"/>
              <a:ext cx="177840" cy="16560"/>
            </p14:xfrm>
          </p:contentPart>
        </mc:Choice>
        <mc:Fallback>
          <p:pic>
            <p:nvPicPr>
              <p:cNvPr id="267" name="Entrada de lápiz 266">
                <a:extLst>
                  <a:ext uri="{FF2B5EF4-FFF2-40B4-BE49-F238E27FC236}">
                    <a16:creationId xmlns:a16="http://schemas.microsoft.com/office/drawing/2014/main" id="{2B4593F1-7597-45A2-8E99-D3AF4AEF1866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8704690" y="5614294"/>
                <a:ext cx="21348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upo 270">
            <a:extLst>
              <a:ext uri="{FF2B5EF4-FFF2-40B4-BE49-F238E27FC236}">
                <a16:creationId xmlns:a16="http://schemas.microsoft.com/office/drawing/2014/main" id="{2B9BB80B-A820-4E31-924E-2BE62EBA31F2}"/>
              </a:ext>
            </a:extLst>
          </p:cNvPr>
          <p:cNvGrpSpPr/>
          <p:nvPr/>
        </p:nvGrpSpPr>
        <p:grpSpPr>
          <a:xfrm>
            <a:off x="9259810" y="5306494"/>
            <a:ext cx="349200" cy="294840"/>
            <a:chOff x="9259810" y="5306494"/>
            <a:chExt cx="349200" cy="2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CF814D22-2FEE-4A3B-9603-D2E637AD5FEA}"/>
                    </a:ext>
                  </a:extLst>
                </p14:cNvPr>
                <p14:cNvContentPartPr/>
                <p14:nvPr/>
              </p14:nvContentPartPr>
              <p14:xfrm>
                <a:off x="9368170" y="5306494"/>
                <a:ext cx="48600" cy="26820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CF814D22-2FEE-4A3B-9603-D2E637AD5FE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9350170" y="5288494"/>
                  <a:ext cx="842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7EBE7177-43A6-43D9-BE60-4B527B31FD1E}"/>
                    </a:ext>
                  </a:extLst>
                </p14:cNvPr>
                <p14:cNvContentPartPr/>
                <p14:nvPr/>
              </p14:nvContentPartPr>
              <p14:xfrm>
                <a:off x="9259810" y="5588014"/>
                <a:ext cx="349200" cy="1332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7EBE7177-43A6-43D9-BE60-4B527B31FD1E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241810" y="5570374"/>
                  <a:ext cx="38484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270" name="Entrada de lápiz 269">
                <a:extLst>
                  <a:ext uri="{FF2B5EF4-FFF2-40B4-BE49-F238E27FC236}">
                    <a16:creationId xmlns:a16="http://schemas.microsoft.com/office/drawing/2014/main" id="{46A2F62C-825D-414B-991F-4A442A8AABEA}"/>
                  </a:ext>
                </a:extLst>
              </p14:cNvPr>
              <p14:cNvContentPartPr/>
              <p14:nvPr/>
            </p14:nvContentPartPr>
            <p14:xfrm>
              <a:off x="9196810" y="5764774"/>
              <a:ext cx="207720" cy="250920"/>
            </p14:xfrm>
          </p:contentPart>
        </mc:Choice>
        <mc:Fallback>
          <p:pic>
            <p:nvPicPr>
              <p:cNvPr id="270" name="Entrada de lápiz 269">
                <a:extLst>
                  <a:ext uri="{FF2B5EF4-FFF2-40B4-BE49-F238E27FC236}">
                    <a16:creationId xmlns:a16="http://schemas.microsoft.com/office/drawing/2014/main" id="{46A2F62C-825D-414B-991F-4A442A8AABEA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9178810" y="5747134"/>
                <a:ext cx="243360" cy="28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5" name="Grupo 274">
            <a:extLst>
              <a:ext uri="{FF2B5EF4-FFF2-40B4-BE49-F238E27FC236}">
                <a16:creationId xmlns:a16="http://schemas.microsoft.com/office/drawing/2014/main" id="{9A1F0D3E-46D1-4C80-BA11-63A954FE7DA1}"/>
              </a:ext>
            </a:extLst>
          </p:cNvPr>
          <p:cNvGrpSpPr/>
          <p:nvPr/>
        </p:nvGrpSpPr>
        <p:grpSpPr>
          <a:xfrm>
            <a:off x="6452890" y="3532414"/>
            <a:ext cx="169560" cy="150480"/>
            <a:chOff x="6452890" y="3532414"/>
            <a:chExt cx="169560" cy="15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614296F5-0261-409D-BFEF-EFD13A94FB86}"/>
                    </a:ext>
                  </a:extLst>
                </p14:cNvPr>
                <p14:cNvContentPartPr/>
                <p14:nvPr/>
              </p14:nvContentPartPr>
              <p14:xfrm>
                <a:off x="6452890" y="3532414"/>
                <a:ext cx="151560" cy="42120"/>
              </p14:xfrm>
            </p:contentPart>
          </mc:Choice>
          <mc:Fallback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614296F5-0261-409D-BFEF-EFD13A94FB86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434890" y="3514774"/>
                  <a:ext cx="1872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277017AB-1BCB-4339-BDBB-283B773B1284}"/>
                    </a:ext>
                  </a:extLst>
                </p14:cNvPr>
                <p14:cNvContentPartPr/>
                <p14:nvPr/>
              </p14:nvContentPartPr>
              <p14:xfrm>
                <a:off x="6457570" y="3663094"/>
                <a:ext cx="164880" cy="1980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277017AB-1BCB-4339-BDBB-283B773B1284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439930" y="3645454"/>
                  <a:ext cx="20052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upo 279">
            <a:extLst>
              <a:ext uri="{FF2B5EF4-FFF2-40B4-BE49-F238E27FC236}">
                <a16:creationId xmlns:a16="http://schemas.microsoft.com/office/drawing/2014/main" id="{1CD58A35-D75A-42CE-8D98-8D598C8BEF44}"/>
              </a:ext>
            </a:extLst>
          </p:cNvPr>
          <p:cNvGrpSpPr/>
          <p:nvPr/>
        </p:nvGrpSpPr>
        <p:grpSpPr>
          <a:xfrm>
            <a:off x="6999370" y="3096094"/>
            <a:ext cx="219600" cy="231120"/>
            <a:chOff x="6999370" y="3096094"/>
            <a:chExt cx="21960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B9C6235E-B760-4AA3-8C10-0DA5347A77D5}"/>
                    </a:ext>
                  </a:extLst>
                </p14:cNvPr>
                <p14:cNvContentPartPr/>
                <p14:nvPr/>
              </p14:nvContentPartPr>
              <p14:xfrm>
                <a:off x="7087570" y="3096094"/>
                <a:ext cx="39960" cy="187200"/>
              </p14:xfrm>
            </p:contentPart>
          </mc:Choice>
          <mc:Fallback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B9C6235E-B760-4AA3-8C10-0DA5347A77D5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069930" y="3078454"/>
                  <a:ext cx="756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C70AE0A7-AB40-4641-8210-7CB66BF9DE44}"/>
                    </a:ext>
                  </a:extLst>
                </p14:cNvPr>
                <p14:cNvContentPartPr/>
                <p14:nvPr/>
              </p14:nvContentPartPr>
              <p14:xfrm>
                <a:off x="6999370" y="3309574"/>
                <a:ext cx="219600" cy="1764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C70AE0A7-AB40-4641-8210-7CB66BF9DE44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981730" y="3291934"/>
                  <a:ext cx="25524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278" name="Entrada de lápiz 277">
                <a:extLst>
                  <a:ext uri="{FF2B5EF4-FFF2-40B4-BE49-F238E27FC236}">
                    <a16:creationId xmlns:a16="http://schemas.microsoft.com/office/drawing/2014/main" id="{733D192E-958A-4033-8722-4B3EA52842B7}"/>
                  </a:ext>
                </a:extLst>
              </p14:cNvPr>
              <p14:cNvContentPartPr/>
              <p14:nvPr/>
            </p14:nvContentPartPr>
            <p14:xfrm>
              <a:off x="7010890" y="3458614"/>
              <a:ext cx="140040" cy="236160"/>
            </p14:xfrm>
          </p:contentPart>
        </mc:Choice>
        <mc:Fallback>
          <p:pic>
            <p:nvPicPr>
              <p:cNvPr id="278" name="Entrada de lápiz 277">
                <a:extLst>
                  <a:ext uri="{FF2B5EF4-FFF2-40B4-BE49-F238E27FC236}">
                    <a16:creationId xmlns:a16="http://schemas.microsoft.com/office/drawing/2014/main" id="{733D192E-958A-4033-8722-4B3EA52842B7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6993250" y="3440614"/>
                <a:ext cx="17568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3">
            <p14:nvContentPartPr>
              <p14:cNvPr id="279" name="Entrada de lápiz 278">
                <a:extLst>
                  <a:ext uri="{FF2B5EF4-FFF2-40B4-BE49-F238E27FC236}">
                    <a16:creationId xmlns:a16="http://schemas.microsoft.com/office/drawing/2014/main" id="{17E88D0A-A495-4472-B619-A2EB2360B65D}"/>
                  </a:ext>
                </a:extLst>
              </p14:cNvPr>
              <p14:cNvContentPartPr/>
              <p14:nvPr/>
            </p14:nvContentPartPr>
            <p14:xfrm>
              <a:off x="7606330" y="3352414"/>
              <a:ext cx="231840" cy="19800"/>
            </p14:xfrm>
          </p:contentPart>
        </mc:Choice>
        <mc:Fallback>
          <p:pic>
            <p:nvPicPr>
              <p:cNvPr id="279" name="Entrada de lápiz 278">
                <a:extLst>
                  <a:ext uri="{FF2B5EF4-FFF2-40B4-BE49-F238E27FC236}">
                    <a16:creationId xmlns:a16="http://schemas.microsoft.com/office/drawing/2014/main" id="{17E88D0A-A495-4472-B619-A2EB2360B65D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7588330" y="3334774"/>
                <a:ext cx="26748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upo 283">
            <a:extLst>
              <a:ext uri="{FF2B5EF4-FFF2-40B4-BE49-F238E27FC236}">
                <a16:creationId xmlns:a16="http://schemas.microsoft.com/office/drawing/2014/main" id="{189CA3E4-FEEF-4B87-9FDF-87B860B121DA}"/>
              </a:ext>
            </a:extLst>
          </p:cNvPr>
          <p:cNvGrpSpPr/>
          <p:nvPr/>
        </p:nvGrpSpPr>
        <p:grpSpPr>
          <a:xfrm>
            <a:off x="8236690" y="3081334"/>
            <a:ext cx="270720" cy="258480"/>
            <a:chOff x="8236690" y="3081334"/>
            <a:chExt cx="27072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C61F238E-0C6E-402C-B630-49F93B974708}"/>
                    </a:ext>
                  </a:extLst>
                </p14:cNvPr>
                <p14:cNvContentPartPr/>
                <p14:nvPr/>
              </p14:nvContentPartPr>
              <p14:xfrm>
                <a:off x="8332090" y="3081334"/>
                <a:ext cx="40680" cy="20844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C61F238E-0C6E-402C-B630-49F93B974708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314090" y="3063334"/>
                  <a:ext cx="763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BEEF7C1B-44AF-4903-AA0F-9382405C2446}"/>
                    </a:ext>
                  </a:extLst>
                </p14:cNvPr>
                <p14:cNvContentPartPr/>
                <p14:nvPr/>
              </p14:nvContentPartPr>
              <p14:xfrm>
                <a:off x="8236690" y="3302014"/>
                <a:ext cx="270720" cy="3780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BEEF7C1B-44AF-4903-AA0F-9382405C2446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219050" y="3284374"/>
                  <a:ext cx="30636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9">
            <p14:nvContentPartPr>
              <p14:cNvPr id="283" name="Entrada de lápiz 282">
                <a:extLst>
                  <a:ext uri="{FF2B5EF4-FFF2-40B4-BE49-F238E27FC236}">
                    <a16:creationId xmlns:a16="http://schemas.microsoft.com/office/drawing/2014/main" id="{9A165E4D-99F2-47AB-8612-46B973769CB8}"/>
                  </a:ext>
                </a:extLst>
              </p14:cNvPr>
              <p14:cNvContentPartPr/>
              <p14:nvPr/>
            </p14:nvContentPartPr>
            <p14:xfrm>
              <a:off x="8273410" y="3486334"/>
              <a:ext cx="177120" cy="267120"/>
            </p14:xfrm>
          </p:contentPart>
        </mc:Choice>
        <mc:Fallback>
          <p:pic>
            <p:nvPicPr>
              <p:cNvPr id="283" name="Entrada de lápiz 282">
                <a:extLst>
                  <a:ext uri="{FF2B5EF4-FFF2-40B4-BE49-F238E27FC236}">
                    <a16:creationId xmlns:a16="http://schemas.microsoft.com/office/drawing/2014/main" id="{9A165E4D-99F2-47AB-8612-46B973769CB8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8255410" y="3468694"/>
                <a:ext cx="21276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1">
            <p14:nvContentPartPr>
              <p14:cNvPr id="285" name="Entrada de lápiz 284">
                <a:extLst>
                  <a:ext uri="{FF2B5EF4-FFF2-40B4-BE49-F238E27FC236}">
                    <a16:creationId xmlns:a16="http://schemas.microsoft.com/office/drawing/2014/main" id="{F9FA8D61-BB2E-4A20-ACE8-C8D68A4E39CC}"/>
                  </a:ext>
                </a:extLst>
              </p14:cNvPr>
              <p14:cNvContentPartPr/>
              <p14:nvPr/>
            </p14:nvContentPartPr>
            <p14:xfrm>
              <a:off x="8981170" y="3136414"/>
              <a:ext cx="142200" cy="9720"/>
            </p14:xfrm>
          </p:contentPart>
        </mc:Choice>
        <mc:Fallback>
          <p:pic>
            <p:nvPicPr>
              <p:cNvPr id="285" name="Entrada de lápiz 284">
                <a:extLst>
                  <a:ext uri="{FF2B5EF4-FFF2-40B4-BE49-F238E27FC236}">
                    <a16:creationId xmlns:a16="http://schemas.microsoft.com/office/drawing/2014/main" id="{F9FA8D61-BB2E-4A20-ACE8-C8D68A4E39CC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8963170" y="3118774"/>
                <a:ext cx="17784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3">
            <p14:nvContentPartPr>
              <p14:cNvPr id="286" name="Entrada de lápiz 285">
                <a:extLst>
                  <a:ext uri="{FF2B5EF4-FFF2-40B4-BE49-F238E27FC236}">
                    <a16:creationId xmlns:a16="http://schemas.microsoft.com/office/drawing/2014/main" id="{3D3B8320-26A6-45E9-B0F8-A1573FC67254}"/>
                  </a:ext>
                </a:extLst>
              </p14:cNvPr>
              <p14:cNvContentPartPr/>
              <p14:nvPr/>
            </p14:nvContentPartPr>
            <p14:xfrm>
              <a:off x="8997730" y="3272134"/>
              <a:ext cx="159840" cy="13320"/>
            </p14:xfrm>
          </p:contentPart>
        </mc:Choice>
        <mc:Fallback>
          <p:pic>
            <p:nvPicPr>
              <p:cNvPr id="286" name="Entrada de lápiz 285">
                <a:extLst>
                  <a:ext uri="{FF2B5EF4-FFF2-40B4-BE49-F238E27FC236}">
                    <a16:creationId xmlns:a16="http://schemas.microsoft.com/office/drawing/2014/main" id="{3D3B8320-26A6-45E9-B0F8-A1573FC67254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8980090" y="3254494"/>
                <a:ext cx="1954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292" name="Entrada de lápiz 291">
                <a:extLst>
                  <a:ext uri="{FF2B5EF4-FFF2-40B4-BE49-F238E27FC236}">
                    <a16:creationId xmlns:a16="http://schemas.microsoft.com/office/drawing/2014/main" id="{C51F1697-77D6-45BF-8A6D-072171E3B80E}"/>
                  </a:ext>
                </a:extLst>
              </p14:cNvPr>
              <p14:cNvContentPartPr/>
              <p14:nvPr/>
            </p14:nvContentPartPr>
            <p14:xfrm>
              <a:off x="10200490" y="3158734"/>
              <a:ext cx="114840" cy="1440"/>
            </p14:xfrm>
          </p:contentPart>
        </mc:Choice>
        <mc:Fallback>
          <p:pic>
            <p:nvPicPr>
              <p:cNvPr id="292" name="Entrada de lápiz 291">
                <a:extLst>
                  <a:ext uri="{FF2B5EF4-FFF2-40B4-BE49-F238E27FC236}">
                    <a16:creationId xmlns:a16="http://schemas.microsoft.com/office/drawing/2014/main" id="{C51F1697-77D6-45BF-8A6D-072171E3B80E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10182850" y="3140734"/>
                <a:ext cx="1504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293" name="Entrada de lápiz 292">
                <a:extLst>
                  <a:ext uri="{FF2B5EF4-FFF2-40B4-BE49-F238E27FC236}">
                    <a16:creationId xmlns:a16="http://schemas.microsoft.com/office/drawing/2014/main" id="{EA74BAB6-AA40-4E71-8026-94D8B1480806}"/>
                  </a:ext>
                </a:extLst>
              </p14:cNvPr>
              <p14:cNvContentPartPr/>
              <p14:nvPr/>
            </p14:nvContentPartPr>
            <p14:xfrm>
              <a:off x="10179250" y="3269974"/>
              <a:ext cx="200520" cy="24840"/>
            </p14:xfrm>
          </p:contentPart>
        </mc:Choice>
        <mc:Fallback>
          <p:pic>
            <p:nvPicPr>
              <p:cNvPr id="293" name="Entrada de lápiz 292">
                <a:extLst>
                  <a:ext uri="{FF2B5EF4-FFF2-40B4-BE49-F238E27FC236}">
                    <a16:creationId xmlns:a16="http://schemas.microsoft.com/office/drawing/2014/main" id="{EA74BAB6-AA40-4E71-8026-94D8B1480806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10161250" y="3252334"/>
                <a:ext cx="23616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8" name="Grupo 297">
            <a:extLst>
              <a:ext uri="{FF2B5EF4-FFF2-40B4-BE49-F238E27FC236}">
                <a16:creationId xmlns:a16="http://schemas.microsoft.com/office/drawing/2014/main" id="{5A0A92B2-8EE7-4723-B7C0-E2465E9E81F7}"/>
              </a:ext>
            </a:extLst>
          </p:cNvPr>
          <p:cNvGrpSpPr/>
          <p:nvPr/>
        </p:nvGrpSpPr>
        <p:grpSpPr>
          <a:xfrm>
            <a:off x="10618450" y="2943454"/>
            <a:ext cx="432720" cy="322920"/>
            <a:chOff x="10618450" y="2943454"/>
            <a:chExt cx="43272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8B19E239-B6D9-46C0-9E09-5AC6A2B7B8CA}"/>
                    </a:ext>
                  </a:extLst>
                </p14:cNvPr>
                <p14:cNvContentPartPr/>
                <p14:nvPr/>
              </p14:nvContentPartPr>
              <p14:xfrm>
                <a:off x="10753090" y="2943454"/>
                <a:ext cx="30240" cy="24984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8B19E239-B6D9-46C0-9E09-5AC6A2B7B8CA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735450" y="2925454"/>
                  <a:ext cx="658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B17527DD-F12B-4AD4-948C-842145EC7D3B}"/>
                    </a:ext>
                  </a:extLst>
                </p14:cNvPr>
                <p14:cNvContentPartPr/>
                <p14:nvPr/>
              </p14:nvContentPartPr>
              <p14:xfrm>
                <a:off x="10618450" y="3249814"/>
                <a:ext cx="432720" cy="1656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B17527DD-F12B-4AD4-948C-842145EC7D3B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600810" y="3231814"/>
                  <a:ext cx="4683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upo 296">
            <a:extLst>
              <a:ext uri="{FF2B5EF4-FFF2-40B4-BE49-F238E27FC236}">
                <a16:creationId xmlns:a16="http://schemas.microsoft.com/office/drawing/2014/main" id="{DD3CE9F3-4D2A-41E2-9A3B-6010065F132D}"/>
              </a:ext>
            </a:extLst>
          </p:cNvPr>
          <p:cNvGrpSpPr/>
          <p:nvPr/>
        </p:nvGrpSpPr>
        <p:grpSpPr>
          <a:xfrm>
            <a:off x="9407770" y="2987374"/>
            <a:ext cx="460440" cy="698400"/>
            <a:chOff x="9407770" y="2987374"/>
            <a:chExt cx="460440" cy="69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591E0218-40E8-4ED3-BA06-AC23B4220438}"/>
                    </a:ext>
                  </a:extLst>
                </p14:cNvPr>
                <p14:cNvContentPartPr/>
                <p14:nvPr/>
              </p14:nvContentPartPr>
              <p14:xfrm>
                <a:off x="9544210" y="2987374"/>
                <a:ext cx="149400" cy="19980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591E0218-40E8-4ED3-BA06-AC23B4220438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9526570" y="2969374"/>
                  <a:ext cx="1850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BD09490F-685A-405B-8086-5C13638E986C}"/>
                    </a:ext>
                  </a:extLst>
                </p14:cNvPr>
                <p14:cNvContentPartPr/>
                <p14:nvPr/>
              </p14:nvContentPartPr>
              <p14:xfrm>
                <a:off x="9425410" y="3264574"/>
                <a:ext cx="442800" cy="1548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BD09490F-685A-405B-8086-5C13638E986C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9407410" y="3246934"/>
                  <a:ext cx="478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22535CDD-9996-4060-9C4D-2044A25071A5}"/>
                    </a:ext>
                  </a:extLst>
                </p14:cNvPr>
                <p14:cNvContentPartPr/>
                <p14:nvPr/>
              </p14:nvContentPartPr>
              <p14:xfrm>
                <a:off x="9407770" y="3458254"/>
                <a:ext cx="170280" cy="19044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22535CDD-9996-4060-9C4D-2044A25071A5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9389770" y="3440254"/>
                  <a:ext cx="205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EE67D7D3-56FA-4243-8735-9A6FEAE57AAD}"/>
                    </a:ext>
                  </a:extLst>
                </p14:cNvPr>
                <p14:cNvContentPartPr/>
                <p14:nvPr/>
              </p14:nvContentPartPr>
              <p14:xfrm>
                <a:off x="9692170" y="3437014"/>
                <a:ext cx="140760" cy="248760"/>
              </p14:xfrm>
            </p:contentPart>
          </mc:Choice>
          <mc:Fallback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EE67D7D3-56FA-4243-8735-9A6FEAE57AAD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9674170" y="3419374"/>
                  <a:ext cx="1764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34D60E12-BF89-4127-BDD2-D78A06C9E556}"/>
                    </a:ext>
                  </a:extLst>
                </p14:cNvPr>
                <p14:cNvContentPartPr/>
                <p14:nvPr/>
              </p14:nvContentPartPr>
              <p14:xfrm>
                <a:off x="9694330" y="3298054"/>
                <a:ext cx="34920" cy="10548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34D60E12-BF89-4127-BDD2-D78A06C9E556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9676690" y="3280054"/>
                  <a:ext cx="7056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upo 303">
            <a:extLst>
              <a:ext uri="{FF2B5EF4-FFF2-40B4-BE49-F238E27FC236}">
                <a16:creationId xmlns:a16="http://schemas.microsoft.com/office/drawing/2014/main" id="{3B27DE1D-9636-4488-945E-1B5E29E02BAD}"/>
              </a:ext>
            </a:extLst>
          </p:cNvPr>
          <p:cNvGrpSpPr/>
          <p:nvPr/>
        </p:nvGrpSpPr>
        <p:grpSpPr>
          <a:xfrm>
            <a:off x="10534570" y="3406054"/>
            <a:ext cx="401040" cy="231840"/>
            <a:chOff x="10534570" y="3406054"/>
            <a:chExt cx="40104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5761344E-4577-42BC-A4CB-A21319CA0558}"/>
                    </a:ext>
                  </a:extLst>
                </p14:cNvPr>
                <p14:cNvContentPartPr/>
                <p14:nvPr/>
              </p14:nvContentPartPr>
              <p14:xfrm>
                <a:off x="10534570" y="3420094"/>
                <a:ext cx="171000" cy="21780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5761344E-4577-42BC-A4CB-A21319CA0558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0516930" y="3402094"/>
                  <a:ext cx="2066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74DB1903-C95E-4D4C-997F-D40836009162}"/>
                    </a:ext>
                  </a:extLst>
                </p14:cNvPr>
                <p14:cNvContentPartPr/>
                <p14:nvPr/>
              </p14:nvContentPartPr>
              <p14:xfrm>
                <a:off x="10810690" y="3406054"/>
                <a:ext cx="121320" cy="9144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74DB1903-C95E-4D4C-997F-D40836009162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792690" y="3388414"/>
                  <a:ext cx="1569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55C704AC-87D7-4DF3-BD6B-7E8DFCF9F0B4}"/>
                    </a:ext>
                  </a:extLst>
                </p14:cNvPr>
                <p14:cNvContentPartPr/>
                <p14:nvPr/>
              </p14:nvContentPartPr>
              <p14:xfrm>
                <a:off x="10805290" y="3521614"/>
                <a:ext cx="130320" cy="116280"/>
              </p14:xfrm>
            </p:contentPart>
          </mc:Choice>
          <mc:Fallback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55C704AC-87D7-4DF3-BD6B-7E8DFCF9F0B4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0787650" y="3503974"/>
                  <a:ext cx="1659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F65CAAB3-C780-4EFB-A24D-BB6F7A67BEC8}"/>
                    </a:ext>
                  </a:extLst>
                </p14:cNvPr>
                <p14:cNvContentPartPr/>
                <p14:nvPr/>
              </p14:nvContentPartPr>
              <p14:xfrm>
                <a:off x="10795930" y="3524854"/>
                <a:ext cx="45720" cy="29160"/>
              </p14:xfrm>
            </p:contentPart>
          </mc:Choice>
          <mc:Fallback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F65CAAB3-C780-4EFB-A24D-BB6F7A67BEC8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0778290" y="3507214"/>
                  <a:ext cx="81360" cy="6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30311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276C2E43-A54C-4E05-9209-A1FAE6A37EB8}"/>
              </a:ext>
            </a:extLst>
          </p:cNvPr>
          <p:cNvGrpSpPr/>
          <p:nvPr/>
        </p:nvGrpSpPr>
        <p:grpSpPr>
          <a:xfrm>
            <a:off x="800890" y="201986"/>
            <a:ext cx="3628080" cy="603360"/>
            <a:chOff x="800890" y="201986"/>
            <a:chExt cx="3628080" cy="60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B2409372-394F-4705-A393-8DDDE0EA711F}"/>
                    </a:ext>
                  </a:extLst>
                </p14:cNvPr>
                <p14:cNvContentPartPr/>
                <p14:nvPr/>
              </p14:nvContentPartPr>
              <p14:xfrm>
                <a:off x="800890" y="523826"/>
                <a:ext cx="14400" cy="2808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B2409372-394F-4705-A393-8DDDE0EA711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3250" y="506186"/>
                  <a:ext cx="50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DBC2B866-8EB4-4D1D-B5F0-2F9F7EB5D038}"/>
                    </a:ext>
                  </a:extLst>
                </p14:cNvPr>
                <p14:cNvContentPartPr/>
                <p14:nvPr/>
              </p14:nvContentPartPr>
              <p14:xfrm>
                <a:off x="843010" y="298826"/>
                <a:ext cx="562320" cy="46584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DBC2B866-8EB4-4D1D-B5F0-2F9F7EB5D03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5010" y="281186"/>
                  <a:ext cx="59796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19F07C4C-9114-4C3B-ADB0-44136CE7C0BA}"/>
                    </a:ext>
                  </a:extLst>
                </p14:cNvPr>
                <p14:cNvContentPartPr/>
                <p14:nvPr/>
              </p14:nvContentPartPr>
              <p14:xfrm>
                <a:off x="1344130" y="511946"/>
                <a:ext cx="155160" cy="24300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19F07C4C-9114-4C3B-ADB0-44136CE7C0B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26130" y="493946"/>
                  <a:ext cx="1908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637620F0-8270-4A9E-B103-0F79A4AF4E65}"/>
                    </a:ext>
                  </a:extLst>
                </p14:cNvPr>
                <p14:cNvContentPartPr/>
                <p14:nvPr/>
              </p14:nvContentPartPr>
              <p14:xfrm>
                <a:off x="1616650" y="512306"/>
                <a:ext cx="159840" cy="20592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637620F0-8270-4A9E-B103-0F79A4AF4E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99010" y="494306"/>
                  <a:ext cx="195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D0855D33-7E8B-4AF1-93A8-0417C31324D7}"/>
                    </a:ext>
                  </a:extLst>
                </p14:cNvPr>
                <p14:cNvContentPartPr/>
                <p14:nvPr/>
              </p14:nvContentPartPr>
              <p14:xfrm>
                <a:off x="1962250" y="532466"/>
                <a:ext cx="308880" cy="27288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D0855D33-7E8B-4AF1-93A8-0417C31324D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44250" y="514466"/>
                  <a:ext cx="3445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F261AD6F-4C77-4C1D-B6D2-DC6BEC11E460}"/>
                    </a:ext>
                  </a:extLst>
                </p14:cNvPr>
                <p14:cNvContentPartPr/>
                <p14:nvPr/>
              </p14:nvContentPartPr>
              <p14:xfrm>
                <a:off x="1994650" y="531386"/>
                <a:ext cx="236880" cy="2631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F261AD6F-4C77-4C1D-B6D2-DC6BEC11E46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76650" y="513386"/>
                  <a:ext cx="2725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F10F01B4-6679-4489-B607-C4D9919C5044}"/>
                    </a:ext>
                  </a:extLst>
                </p14:cNvPr>
                <p14:cNvContentPartPr/>
                <p14:nvPr/>
              </p14:nvContentPartPr>
              <p14:xfrm>
                <a:off x="2432410" y="566666"/>
                <a:ext cx="276480" cy="1375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F10F01B4-6679-4489-B607-C4D9919C504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14770" y="549026"/>
                  <a:ext cx="3121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47965056-431D-4FC6-8BDE-30C508FE7DA6}"/>
                    </a:ext>
                  </a:extLst>
                </p14:cNvPr>
                <p14:cNvContentPartPr/>
                <p14:nvPr/>
              </p14:nvContentPartPr>
              <p14:xfrm>
                <a:off x="2949370" y="201986"/>
                <a:ext cx="1479600" cy="53460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47965056-431D-4FC6-8BDE-30C508FE7DA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31370" y="183986"/>
                  <a:ext cx="151524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710CCD17-8725-4F24-9536-47B7E6920643}"/>
                    </a:ext>
                  </a:extLst>
                </p14:cNvPr>
                <p14:cNvContentPartPr/>
                <p14:nvPr/>
              </p14:nvContentPartPr>
              <p14:xfrm>
                <a:off x="3426730" y="317186"/>
                <a:ext cx="20520" cy="6660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710CCD17-8725-4F24-9536-47B7E69206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09090" y="299186"/>
                  <a:ext cx="561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38CBF1AF-43FC-4494-B98E-652C6B515E42}"/>
                    </a:ext>
                  </a:extLst>
                </p14:cNvPr>
                <p14:cNvContentPartPr/>
                <p14:nvPr/>
              </p14:nvContentPartPr>
              <p14:xfrm>
                <a:off x="3338170" y="339506"/>
                <a:ext cx="242640" cy="38952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38CBF1AF-43FC-4494-B98E-652C6B515E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20530" y="321866"/>
                  <a:ext cx="2782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6D998452-A666-4A46-BBBE-175B6D278DF5}"/>
                    </a:ext>
                  </a:extLst>
                </p14:cNvPr>
                <p14:cNvContentPartPr/>
                <p14:nvPr/>
              </p14:nvContentPartPr>
              <p14:xfrm>
                <a:off x="3629410" y="562346"/>
                <a:ext cx="25200" cy="18576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6D998452-A666-4A46-BBBE-175B6D278D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11410" y="544706"/>
                  <a:ext cx="60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E7BFEA94-A6F3-4B41-AE92-6871AE54A1A9}"/>
                    </a:ext>
                  </a:extLst>
                </p14:cNvPr>
                <p14:cNvContentPartPr/>
                <p14:nvPr/>
              </p14:nvContentPartPr>
              <p14:xfrm>
                <a:off x="3757570" y="441386"/>
                <a:ext cx="174600" cy="15048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E7BFEA94-A6F3-4B41-AE92-6871AE54A1A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39570" y="423746"/>
                  <a:ext cx="2102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9096100C-2113-46F1-8246-922F0289C813}"/>
                    </a:ext>
                  </a:extLst>
                </p14:cNvPr>
                <p14:cNvContentPartPr/>
                <p14:nvPr/>
              </p14:nvContentPartPr>
              <p14:xfrm>
                <a:off x="3786370" y="549386"/>
                <a:ext cx="130320" cy="21132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9096100C-2113-46F1-8246-922F0289C81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68370" y="531746"/>
                  <a:ext cx="165960" cy="24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3F9B1BF5-2D4B-411A-8FA0-1AA7E7EE5F60}"/>
                  </a:ext>
                </a:extLst>
              </p14:cNvPr>
              <p14:cNvContentPartPr/>
              <p14:nvPr/>
            </p14:nvContentPartPr>
            <p14:xfrm>
              <a:off x="272050" y="1378826"/>
              <a:ext cx="148320" cy="15660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3F9B1BF5-2D4B-411A-8FA0-1AA7E7EE5F6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4050" y="1360826"/>
                <a:ext cx="183960" cy="19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upo 25">
            <a:extLst>
              <a:ext uri="{FF2B5EF4-FFF2-40B4-BE49-F238E27FC236}">
                <a16:creationId xmlns:a16="http://schemas.microsoft.com/office/drawing/2014/main" id="{4DE2987A-FC0F-4424-88AB-D9566B567941}"/>
              </a:ext>
            </a:extLst>
          </p:cNvPr>
          <p:cNvGrpSpPr/>
          <p:nvPr/>
        </p:nvGrpSpPr>
        <p:grpSpPr>
          <a:xfrm>
            <a:off x="953530" y="1217906"/>
            <a:ext cx="2663640" cy="775800"/>
            <a:chOff x="953530" y="1217906"/>
            <a:chExt cx="2663640" cy="77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73B5AC6D-E653-470A-8D6E-3610B127E982}"/>
                    </a:ext>
                  </a:extLst>
                </p14:cNvPr>
                <p14:cNvContentPartPr/>
                <p14:nvPr/>
              </p14:nvContentPartPr>
              <p14:xfrm>
                <a:off x="967570" y="1429946"/>
                <a:ext cx="17280" cy="5637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73B5AC6D-E653-470A-8D6E-3610B127E98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49930" y="1412306"/>
                  <a:ext cx="5292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01A2A6BE-2892-45DE-94BF-38FF10E75835}"/>
                    </a:ext>
                  </a:extLst>
                </p14:cNvPr>
                <p14:cNvContentPartPr/>
                <p14:nvPr/>
              </p14:nvContentPartPr>
              <p14:xfrm>
                <a:off x="953530" y="1387826"/>
                <a:ext cx="236160" cy="28044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01A2A6BE-2892-45DE-94BF-38FF10E7583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5530" y="1369826"/>
                  <a:ext cx="2718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BCC02BA3-6F9C-43D6-8114-8A30580E573D}"/>
                    </a:ext>
                  </a:extLst>
                </p14:cNvPr>
                <p14:cNvContentPartPr/>
                <p14:nvPr/>
              </p14:nvContentPartPr>
              <p14:xfrm>
                <a:off x="1433410" y="1401146"/>
                <a:ext cx="159840" cy="34848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BCC02BA3-6F9C-43D6-8114-8A30580E573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15410" y="1383506"/>
                  <a:ext cx="19548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6BCEFB32-3271-484B-93C3-64B787AF9CCD}"/>
                    </a:ext>
                  </a:extLst>
                </p14:cNvPr>
                <p14:cNvContentPartPr/>
                <p14:nvPr/>
              </p14:nvContentPartPr>
              <p14:xfrm>
                <a:off x="1770370" y="1406546"/>
                <a:ext cx="257760" cy="30564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6BCEFB32-3271-484B-93C3-64B787AF9CC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52370" y="1388546"/>
                  <a:ext cx="2934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6C1FEB3B-A4B4-401A-9DE2-FB472C2DC722}"/>
                    </a:ext>
                  </a:extLst>
                </p14:cNvPr>
                <p14:cNvContentPartPr/>
                <p14:nvPr/>
              </p14:nvContentPartPr>
              <p14:xfrm>
                <a:off x="2200210" y="1458026"/>
                <a:ext cx="290880" cy="20124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6C1FEB3B-A4B4-401A-9DE2-FB472C2DC72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82570" y="1440026"/>
                  <a:ext cx="326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E35FD427-40DE-490E-902B-0AC734C6B721}"/>
                    </a:ext>
                  </a:extLst>
                </p14:cNvPr>
                <p14:cNvContentPartPr/>
                <p14:nvPr/>
              </p14:nvContentPartPr>
              <p14:xfrm>
                <a:off x="2585050" y="1431746"/>
                <a:ext cx="190440" cy="2196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E35FD427-40DE-490E-902B-0AC734C6B72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67050" y="1414106"/>
                  <a:ext cx="2260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2A98233D-4C0F-430F-B4CC-03C6BE5092C8}"/>
                    </a:ext>
                  </a:extLst>
                </p14:cNvPr>
                <p14:cNvContentPartPr/>
                <p14:nvPr/>
              </p14:nvContentPartPr>
              <p14:xfrm>
                <a:off x="2886370" y="1574666"/>
                <a:ext cx="67680" cy="8388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2A98233D-4C0F-430F-B4CC-03C6BE5092C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868370" y="1557026"/>
                  <a:ext cx="1033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B080B8D4-1DFA-41E1-B3F1-2DFB9146BBBF}"/>
                    </a:ext>
                  </a:extLst>
                </p14:cNvPr>
                <p14:cNvContentPartPr/>
                <p14:nvPr/>
              </p14:nvContentPartPr>
              <p14:xfrm>
                <a:off x="3096970" y="1334906"/>
                <a:ext cx="169560" cy="26820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B080B8D4-1DFA-41E1-B3F1-2DFB9146BBB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78970" y="1317266"/>
                  <a:ext cx="2052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AA8CF42D-EF1E-493A-8196-715DDD6A9064}"/>
                    </a:ext>
                  </a:extLst>
                </p14:cNvPr>
                <p14:cNvContentPartPr/>
                <p14:nvPr/>
              </p14:nvContentPartPr>
              <p14:xfrm>
                <a:off x="3444730" y="1217906"/>
                <a:ext cx="172440" cy="44748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AA8CF42D-EF1E-493A-8196-715DDD6A90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26730" y="1200266"/>
                  <a:ext cx="208080" cy="48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AF29023E-3819-4013-BD40-AAC11E923DB6}"/>
              </a:ext>
            </a:extLst>
          </p:cNvPr>
          <p:cNvGrpSpPr/>
          <p:nvPr/>
        </p:nvGrpSpPr>
        <p:grpSpPr>
          <a:xfrm>
            <a:off x="3897250" y="1377746"/>
            <a:ext cx="216000" cy="96480"/>
            <a:chOff x="3897250" y="1377746"/>
            <a:chExt cx="216000" cy="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30D49C85-9E86-4537-B76B-B8650859922D}"/>
                    </a:ext>
                  </a:extLst>
                </p14:cNvPr>
                <p14:cNvContentPartPr/>
                <p14:nvPr/>
              </p14:nvContentPartPr>
              <p14:xfrm>
                <a:off x="3958090" y="1377746"/>
                <a:ext cx="142200" cy="2268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30D49C85-9E86-4537-B76B-B8650859922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40090" y="1359746"/>
                  <a:ext cx="1778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60168E2D-5EF4-4192-B267-9A6F7DEC668C}"/>
                    </a:ext>
                  </a:extLst>
                </p14:cNvPr>
                <p14:cNvContentPartPr/>
                <p14:nvPr/>
              </p14:nvContentPartPr>
              <p14:xfrm>
                <a:off x="3897250" y="1470626"/>
                <a:ext cx="216000" cy="36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60168E2D-5EF4-4192-B267-9A6F7DEC668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79250" y="1452986"/>
                  <a:ext cx="2516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7B68F6ED-2EDC-4D9D-A52D-FD1F253604CF}"/>
              </a:ext>
            </a:extLst>
          </p:cNvPr>
          <p:cNvGrpSpPr/>
          <p:nvPr/>
        </p:nvGrpSpPr>
        <p:grpSpPr>
          <a:xfrm>
            <a:off x="4419970" y="1207106"/>
            <a:ext cx="2489400" cy="499680"/>
            <a:chOff x="4419970" y="1207106"/>
            <a:chExt cx="2489400" cy="49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221C192D-6BBC-4E87-AAD3-69BF4BEE18F5}"/>
                    </a:ext>
                  </a:extLst>
                </p14:cNvPr>
                <p14:cNvContentPartPr/>
                <p14:nvPr/>
              </p14:nvContentPartPr>
              <p14:xfrm>
                <a:off x="4419970" y="1276946"/>
                <a:ext cx="233280" cy="42984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221C192D-6BBC-4E87-AAD3-69BF4BEE18F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02330" y="1259306"/>
                  <a:ext cx="26892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6DFD3B4B-CB95-44F5-B282-0A8D39C6E9EE}"/>
                    </a:ext>
                  </a:extLst>
                </p14:cNvPr>
                <p14:cNvContentPartPr/>
                <p14:nvPr/>
              </p14:nvContentPartPr>
              <p14:xfrm>
                <a:off x="4851250" y="1275866"/>
                <a:ext cx="167040" cy="32832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6DFD3B4B-CB95-44F5-B282-0A8D39C6E9E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33250" y="1257866"/>
                  <a:ext cx="2026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279747DD-922A-4C16-AB2A-66DF1CFF6816}"/>
                    </a:ext>
                  </a:extLst>
                </p14:cNvPr>
                <p14:cNvContentPartPr/>
                <p14:nvPr/>
              </p14:nvContentPartPr>
              <p14:xfrm>
                <a:off x="5183530" y="1335986"/>
                <a:ext cx="171720" cy="26172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279747DD-922A-4C16-AB2A-66DF1CFF681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65530" y="1317986"/>
                  <a:ext cx="2073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1148B2AD-AB71-4C27-A7C1-0B795E6BA70D}"/>
                    </a:ext>
                  </a:extLst>
                </p14:cNvPr>
                <p14:cNvContentPartPr/>
                <p14:nvPr/>
              </p14:nvContentPartPr>
              <p14:xfrm>
                <a:off x="5104690" y="1327346"/>
                <a:ext cx="248040" cy="25164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1148B2AD-AB71-4C27-A7C1-0B795E6BA70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87050" y="1309346"/>
                  <a:ext cx="2836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ADEA92F3-CEE8-4441-A6BC-160C067E370A}"/>
                    </a:ext>
                  </a:extLst>
                </p14:cNvPr>
                <p14:cNvContentPartPr/>
                <p14:nvPr/>
              </p14:nvContentPartPr>
              <p14:xfrm>
                <a:off x="5565490" y="1329506"/>
                <a:ext cx="242280" cy="26820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ADEA92F3-CEE8-4441-A6BC-160C067E370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47850" y="1311506"/>
                  <a:ext cx="2779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54443654-AB18-4C55-8660-5B3B1930C124}"/>
                    </a:ext>
                  </a:extLst>
                </p14:cNvPr>
                <p14:cNvContentPartPr/>
                <p14:nvPr/>
              </p14:nvContentPartPr>
              <p14:xfrm>
                <a:off x="5943850" y="1366946"/>
                <a:ext cx="189360" cy="2048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54443654-AB18-4C55-8660-5B3B1930C12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26210" y="1348946"/>
                  <a:ext cx="2250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0C6437BE-189E-4842-951E-D6F5C04FDDA4}"/>
                    </a:ext>
                  </a:extLst>
                </p14:cNvPr>
                <p14:cNvContentPartPr/>
                <p14:nvPr/>
              </p14:nvContentPartPr>
              <p14:xfrm>
                <a:off x="6213130" y="1496546"/>
                <a:ext cx="93240" cy="10008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0C6437BE-189E-4842-951E-D6F5C04FDDA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95490" y="1478546"/>
                  <a:ext cx="1288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B4E266C0-46C1-4DE1-A16E-DCC8B611EC1D}"/>
                    </a:ext>
                  </a:extLst>
                </p14:cNvPr>
                <p14:cNvContentPartPr/>
                <p14:nvPr/>
              </p14:nvContentPartPr>
              <p14:xfrm>
                <a:off x="6502930" y="1304666"/>
                <a:ext cx="151560" cy="1008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B4E266C0-46C1-4DE1-A16E-DCC8B611EC1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84930" y="1287026"/>
                  <a:ext cx="187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3446FFBF-8EE2-4546-8094-4D61122B3073}"/>
                    </a:ext>
                  </a:extLst>
                </p14:cNvPr>
                <p14:cNvContentPartPr/>
                <p14:nvPr/>
              </p14:nvContentPartPr>
              <p14:xfrm>
                <a:off x="6435610" y="1293866"/>
                <a:ext cx="177480" cy="23508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3446FFBF-8EE2-4546-8094-4D61122B307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17610" y="1276226"/>
                  <a:ext cx="2131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C95A00F7-F1B1-4037-89CE-E1D3310F5341}"/>
                    </a:ext>
                  </a:extLst>
                </p14:cNvPr>
                <p14:cNvContentPartPr/>
                <p14:nvPr/>
              </p14:nvContentPartPr>
              <p14:xfrm>
                <a:off x="6744490" y="1207106"/>
                <a:ext cx="164880" cy="38268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C95A00F7-F1B1-4037-89CE-E1D3310F534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26850" y="1189466"/>
                  <a:ext cx="200520" cy="41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418A1F80-76A0-4A0C-9E05-B309503B5D0F}"/>
              </a:ext>
            </a:extLst>
          </p:cNvPr>
          <p:cNvGrpSpPr/>
          <p:nvPr/>
        </p:nvGrpSpPr>
        <p:grpSpPr>
          <a:xfrm>
            <a:off x="7129330" y="1286306"/>
            <a:ext cx="189720" cy="95040"/>
            <a:chOff x="7129330" y="1286306"/>
            <a:chExt cx="18972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5CDAA64F-BF31-4B45-9DA8-56405B531BCA}"/>
                    </a:ext>
                  </a:extLst>
                </p14:cNvPr>
                <p14:cNvContentPartPr/>
                <p14:nvPr/>
              </p14:nvContentPartPr>
              <p14:xfrm>
                <a:off x="7168570" y="1286306"/>
                <a:ext cx="133560" cy="3276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5CDAA64F-BF31-4B45-9DA8-56405B531BC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50930" y="1268666"/>
                  <a:ext cx="1692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4A92727F-8D0F-485F-9374-C77003DADDC4}"/>
                    </a:ext>
                  </a:extLst>
                </p14:cNvPr>
                <p14:cNvContentPartPr/>
                <p14:nvPr/>
              </p14:nvContentPartPr>
              <p14:xfrm>
                <a:off x="7129330" y="1290986"/>
                <a:ext cx="189720" cy="9036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4A92727F-8D0F-485F-9374-C77003DADDC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11330" y="1272986"/>
                  <a:ext cx="22536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D9B974AD-708A-42AC-8B09-436230DCFEEA}"/>
              </a:ext>
            </a:extLst>
          </p:cNvPr>
          <p:cNvGrpSpPr/>
          <p:nvPr/>
        </p:nvGrpSpPr>
        <p:grpSpPr>
          <a:xfrm>
            <a:off x="7708210" y="1181546"/>
            <a:ext cx="501480" cy="346320"/>
            <a:chOff x="7708210" y="1181546"/>
            <a:chExt cx="50148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3450BAE6-6639-4E33-AF19-31FEAF4C6C02}"/>
                    </a:ext>
                  </a:extLst>
                </p14:cNvPr>
                <p14:cNvContentPartPr/>
                <p14:nvPr/>
              </p14:nvContentPartPr>
              <p14:xfrm>
                <a:off x="7746010" y="1244906"/>
                <a:ext cx="20520" cy="26172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3450BAE6-6639-4E33-AF19-31FEAF4C6C0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28370" y="1226906"/>
                  <a:ext cx="561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524BE8B1-90F0-4E18-99B5-D0E9146E30A0}"/>
                    </a:ext>
                  </a:extLst>
                </p14:cNvPr>
                <p14:cNvContentPartPr/>
                <p14:nvPr/>
              </p14:nvContentPartPr>
              <p14:xfrm>
                <a:off x="7708210" y="1181546"/>
                <a:ext cx="186120" cy="15264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524BE8B1-90F0-4E18-99B5-D0E9146E30A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90210" y="1163906"/>
                  <a:ext cx="221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CF522440-21C8-407D-A84E-42C8972FF960}"/>
                    </a:ext>
                  </a:extLst>
                </p14:cNvPr>
                <p14:cNvContentPartPr/>
                <p14:nvPr/>
              </p14:nvContentPartPr>
              <p14:xfrm>
                <a:off x="8093770" y="1190186"/>
                <a:ext cx="115920" cy="33768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CF522440-21C8-407D-A84E-42C8972FF96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76130" y="1172186"/>
                  <a:ext cx="151560" cy="37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B2C6EB20-CF5F-411A-BFE0-4D3A55B58A88}"/>
              </a:ext>
            </a:extLst>
          </p:cNvPr>
          <p:cNvGrpSpPr/>
          <p:nvPr/>
        </p:nvGrpSpPr>
        <p:grpSpPr>
          <a:xfrm>
            <a:off x="8352250" y="1189106"/>
            <a:ext cx="523800" cy="345240"/>
            <a:chOff x="8352250" y="1189106"/>
            <a:chExt cx="52380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9CA9E7E9-4ABC-47D2-BBC8-DDA8353B097A}"/>
                    </a:ext>
                  </a:extLst>
                </p14:cNvPr>
                <p14:cNvContentPartPr/>
                <p14:nvPr/>
              </p14:nvContentPartPr>
              <p14:xfrm>
                <a:off x="8352250" y="1229786"/>
                <a:ext cx="160560" cy="19836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9CA9E7E9-4ABC-47D2-BBC8-DDA8353B097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34610" y="1211786"/>
                  <a:ext cx="1962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67F5EFD5-0132-4B31-B43E-67A0BED24D51}"/>
                    </a:ext>
                  </a:extLst>
                </p14:cNvPr>
                <p14:cNvContentPartPr/>
                <p14:nvPr/>
              </p14:nvContentPartPr>
              <p14:xfrm>
                <a:off x="8538010" y="1370186"/>
                <a:ext cx="43200" cy="16416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67F5EFD5-0132-4B31-B43E-67A0BED24D5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20370" y="1352186"/>
                  <a:ext cx="788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3531F513-0F3A-4E05-9326-791F392F12BF}"/>
                    </a:ext>
                  </a:extLst>
                </p14:cNvPr>
                <p14:cNvContentPartPr/>
                <p14:nvPr/>
              </p14:nvContentPartPr>
              <p14:xfrm>
                <a:off x="8710090" y="1189106"/>
                <a:ext cx="165960" cy="23148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3531F513-0F3A-4E05-9326-791F392F12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92450" y="1171106"/>
                  <a:ext cx="201600" cy="26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D885202E-804F-4B64-8564-D266BC8F5FCE}"/>
                  </a:ext>
                </a:extLst>
              </p14:cNvPr>
              <p14:cNvContentPartPr/>
              <p14:nvPr/>
            </p14:nvContentPartPr>
            <p14:xfrm>
              <a:off x="9066850" y="1053026"/>
              <a:ext cx="118080" cy="40752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D885202E-804F-4B64-8564-D266BC8F5FC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048850" y="1035026"/>
                <a:ext cx="153720" cy="44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upo 85">
            <a:extLst>
              <a:ext uri="{FF2B5EF4-FFF2-40B4-BE49-F238E27FC236}">
                <a16:creationId xmlns:a16="http://schemas.microsoft.com/office/drawing/2014/main" id="{40836CCC-58C3-4943-8634-1CEAEF292990}"/>
              </a:ext>
            </a:extLst>
          </p:cNvPr>
          <p:cNvGrpSpPr/>
          <p:nvPr/>
        </p:nvGrpSpPr>
        <p:grpSpPr>
          <a:xfrm>
            <a:off x="778210" y="2243186"/>
            <a:ext cx="1890720" cy="423360"/>
            <a:chOff x="778210" y="2243186"/>
            <a:chExt cx="1890720" cy="42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4DAB0A76-30E7-4234-8A8B-5B94BE4C054B}"/>
                    </a:ext>
                  </a:extLst>
                </p14:cNvPr>
                <p14:cNvContentPartPr/>
                <p14:nvPr/>
              </p14:nvContentPartPr>
              <p14:xfrm>
                <a:off x="778210" y="2276306"/>
                <a:ext cx="56880" cy="39024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4DAB0A76-30E7-4234-8A8B-5B94BE4C054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0570" y="2258666"/>
                  <a:ext cx="925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8C64C4BA-056C-4FB1-B1E7-7636A369D937}"/>
                    </a:ext>
                  </a:extLst>
                </p14:cNvPr>
                <p14:cNvContentPartPr/>
                <p14:nvPr/>
              </p14:nvContentPartPr>
              <p14:xfrm>
                <a:off x="819970" y="2265506"/>
                <a:ext cx="203040" cy="2844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8C64C4BA-056C-4FB1-B1E7-7636A369D93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2330" y="2247506"/>
                  <a:ext cx="2386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940820A1-9572-480C-8488-A03F86C69FFE}"/>
                    </a:ext>
                  </a:extLst>
                </p14:cNvPr>
                <p14:cNvContentPartPr/>
                <p14:nvPr/>
              </p14:nvContentPartPr>
              <p14:xfrm>
                <a:off x="817810" y="2454146"/>
                <a:ext cx="205200" cy="1656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940820A1-9572-480C-8488-A03F86C69FF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99810" y="2436506"/>
                  <a:ext cx="2408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3E0CD7D6-0387-47FB-8B9E-823DE30568CA}"/>
                    </a:ext>
                  </a:extLst>
                </p14:cNvPr>
                <p14:cNvContentPartPr/>
                <p14:nvPr/>
              </p14:nvContentPartPr>
              <p14:xfrm>
                <a:off x="1145410" y="2259386"/>
                <a:ext cx="152640" cy="3999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3E0CD7D6-0387-47FB-8B9E-823DE30568C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27410" y="2241386"/>
                  <a:ext cx="18828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240A8950-2392-48B7-B5BD-11742814016F}"/>
                    </a:ext>
                  </a:extLst>
                </p14:cNvPr>
                <p14:cNvContentPartPr/>
                <p14:nvPr/>
              </p14:nvContentPartPr>
              <p14:xfrm>
                <a:off x="1353490" y="2421026"/>
                <a:ext cx="213840" cy="17568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240A8950-2392-48B7-B5BD-11742814016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335850" y="2403026"/>
                  <a:ext cx="2494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F7E7FB7F-A7B0-4146-AE8F-683E35472060}"/>
                    </a:ext>
                  </a:extLst>
                </p14:cNvPr>
                <p14:cNvContentPartPr/>
                <p14:nvPr/>
              </p14:nvContentPartPr>
              <p14:xfrm>
                <a:off x="1664530" y="2586986"/>
                <a:ext cx="11160" cy="684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F7E7FB7F-A7B0-4146-AE8F-683E3547206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646530" y="2569346"/>
                  <a:ext cx="46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5B892249-5B03-4654-9F59-5A081B0F18C5}"/>
                    </a:ext>
                  </a:extLst>
                </p14:cNvPr>
                <p14:cNvContentPartPr/>
                <p14:nvPr/>
              </p14:nvContentPartPr>
              <p14:xfrm>
                <a:off x="1817530" y="2359466"/>
                <a:ext cx="184680" cy="26244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5B892249-5B03-4654-9F59-5A081B0F18C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99530" y="2341466"/>
                  <a:ext cx="2203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93FAC0F5-95C4-44D9-B996-18B3E6807685}"/>
                    </a:ext>
                  </a:extLst>
                </p14:cNvPr>
                <p14:cNvContentPartPr/>
                <p14:nvPr/>
              </p14:nvContentPartPr>
              <p14:xfrm>
                <a:off x="2118850" y="2243186"/>
                <a:ext cx="127080" cy="41184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93FAC0F5-95C4-44D9-B996-18B3E680768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01210" y="2225186"/>
                  <a:ext cx="1627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17F5E2E0-9877-4F41-BB26-0E2EE6FD9CDC}"/>
                    </a:ext>
                  </a:extLst>
                </p14:cNvPr>
                <p14:cNvContentPartPr/>
                <p14:nvPr/>
              </p14:nvContentPartPr>
              <p14:xfrm>
                <a:off x="2470570" y="2437946"/>
                <a:ext cx="150480" cy="900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17F5E2E0-9877-4F41-BB26-0E2EE6FD9CD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52930" y="2420306"/>
                  <a:ext cx="1861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A502799A-647D-4FEA-A6C2-DAF1FC46960D}"/>
                    </a:ext>
                  </a:extLst>
                </p14:cNvPr>
                <p14:cNvContentPartPr/>
                <p14:nvPr/>
              </p14:nvContentPartPr>
              <p14:xfrm>
                <a:off x="2445730" y="2538746"/>
                <a:ext cx="223200" cy="36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A502799A-647D-4FEA-A6C2-DAF1FC46960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27730" y="2521106"/>
                  <a:ext cx="25884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A5872703-25FC-4E01-9CAF-403067DB7C90}"/>
                  </a:ext>
                </a:extLst>
              </p14:cNvPr>
              <p14:cNvContentPartPr/>
              <p14:nvPr/>
            </p14:nvContentPartPr>
            <p14:xfrm>
              <a:off x="3226930" y="2335346"/>
              <a:ext cx="185040" cy="185040"/>
            </p14:xfrm>
          </p:contentPart>
        </mc:Choice>
        <mc:Fallback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A5872703-25FC-4E01-9CAF-403067DB7C9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208930" y="2317346"/>
                <a:ext cx="22068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40647931-52AC-4590-8776-E02036E17ED1}"/>
                  </a:ext>
                </a:extLst>
              </p14:cNvPr>
              <p14:cNvContentPartPr/>
              <p14:nvPr/>
            </p14:nvContentPartPr>
            <p14:xfrm>
              <a:off x="3462730" y="2556026"/>
              <a:ext cx="360" cy="36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40647931-52AC-4590-8776-E02036E17ED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444730" y="253802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55688334-2845-45E2-B9B3-9D249DA4E9ED}"/>
                  </a:ext>
                </a:extLst>
              </p14:cNvPr>
              <p14:cNvContentPartPr/>
              <p14:nvPr/>
            </p14:nvContentPartPr>
            <p14:xfrm>
              <a:off x="3616810" y="2355506"/>
              <a:ext cx="114480" cy="199800"/>
            </p14:xfrm>
          </p:contentPart>
        </mc:Choice>
        <mc:Fallback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55688334-2845-45E2-B9B3-9D249DA4E9E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599170" y="2337866"/>
                <a:ext cx="1501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0" name="Entrada de lápiz 79">
                <a:extLst>
                  <a:ext uri="{FF2B5EF4-FFF2-40B4-BE49-F238E27FC236}">
                    <a16:creationId xmlns:a16="http://schemas.microsoft.com/office/drawing/2014/main" id="{79DDD159-40AB-4ED1-BF8D-7AFF402074FF}"/>
                  </a:ext>
                </a:extLst>
              </p14:cNvPr>
              <p14:cNvContentPartPr/>
              <p14:nvPr/>
            </p14:nvContentPartPr>
            <p14:xfrm>
              <a:off x="6608770" y="2147786"/>
              <a:ext cx="131400" cy="441720"/>
            </p14:xfrm>
          </p:contentPart>
        </mc:Choice>
        <mc:Fallback>
          <p:pic>
            <p:nvPicPr>
              <p:cNvPr id="80" name="Entrada de lápiz 79">
                <a:extLst>
                  <a:ext uri="{FF2B5EF4-FFF2-40B4-BE49-F238E27FC236}">
                    <a16:creationId xmlns:a16="http://schemas.microsoft.com/office/drawing/2014/main" id="{79DDD159-40AB-4ED1-BF8D-7AFF402074F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591130" y="2130146"/>
                <a:ext cx="16704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3DDE105D-8963-4266-AD42-C3716F2E00E2}"/>
                  </a:ext>
                </a:extLst>
              </p14:cNvPr>
              <p14:cNvContentPartPr/>
              <p14:nvPr/>
            </p14:nvContentPartPr>
            <p14:xfrm>
              <a:off x="6968410" y="2284946"/>
              <a:ext cx="133560" cy="3888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3DDE105D-8963-4266-AD42-C3716F2E00E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950770" y="2266946"/>
                <a:ext cx="16920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BC22BE02-DA8F-4A8B-B13E-6D5331AABEEF}"/>
                  </a:ext>
                </a:extLst>
              </p14:cNvPr>
              <p14:cNvContentPartPr/>
              <p14:nvPr/>
            </p14:nvContentPartPr>
            <p14:xfrm>
              <a:off x="6935290" y="2448746"/>
              <a:ext cx="168120" cy="1764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BC22BE02-DA8F-4A8B-B13E-6D5331AABEEF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917290" y="2431106"/>
                <a:ext cx="20376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upo 98">
            <a:extLst>
              <a:ext uri="{FF2B5EF4-FFF2-40B4-BE49-F238E27FC236}">
                <a16:creationId xmlns:a16="http://schemas.microsoft.com/office/drawing/2014/main" id="{04F50BB0-BEF5-477B-BCA2-0237249D5FB6}"/>
              </a:ext>
            </a:extLst>
          </p:cNvPr>
          <p:cNvGrpSpPr/>
          <p:nvPr/>
        </p:nvGrpSpPr>
        <p:grpSpPr>
          <a:xfrm>
            <a:off x="3447610" y="1851146"/>
            <a:ext cx="253440" cy="202680"/>
            <a:chOff x="3447610" y="1851146"/>
            <a:chExt cx="253440" cy="20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26CDCCC3-8A8B-41F4-83C7-4CFD64B819A0}"/>
                    </a:ext>
                  </a:extLst>
                </p14:cNvPr>
                <p14:cNvContentPartPr/>
                <p14:nvPr/>
              </p14:nvContentPartPr>
              <p14:xfrm>
                <a:off x="3546970" y="1869146"/>
                <a:ext cx="118440" cy="18468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26CDCCC3-8A8B-41F4-83C7-4CFD64B819A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29330" y="1851506"/>
                  <a:ext cx="154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57D776EB-05E4-429B-9295-DFC6BA90FFCB}"/>
                    </a:ext>
                  </a:extLst>
                </p14:cNvPr>
                <p14:cNvContentPartPr/>
                <p14:nvPr/>
              </p14:nvContentPartPr>
              <p14:xfrm>
                <a:off x="3447610" y="1851146"/>
                <a:ext cx="253440" cy="19152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57D776EB-05E4-429B-9295-DFC6BA90FFC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429610" y="1833146"/>
                  <a:ext cx="28908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19A35EDF-FE82-4B3E-B2CB-8D28424E47CD}"/>
              </a:ext>
            </a:extLst>
          </p:cNvPr>
          <p:cNvGrpSpPr/>
          <p:nvPr/>
        </p:nvGrpSpPr>
        <p:grpSpPr>
          <a:xfrm>
            <a:off x="4094890" y="1883186"/>
            <a:ext cx="1886760" cy="764280"/>
            <a:chOff x="4094890" y="1883186"/>
            <a:chExt cx="1886760" cy="76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76AC948D-678B-4B5A-BAF9-9AF7FCEAE8FC}"/>
                    </a:ext>
                  </a:extLst>
                </p14:cNvPr>
                <p14:cNvContentPartPr/>
                <p14:nvPr/>
              </p14:nvContentPartPr>
              <p14:xfrm>
                <a:off x="4094890" y="2288186"/>
                <a:ext cx="104040" cy="35928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76AC948D-678B-4B5A-BAF9-9AF7FCEAE8F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077250" y="2270186"/>
                  <a:ext cx="13968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C873E657-DDA1-4A9B-BD48-765F2047BC77}"/>
                    </a:ext>
                  </a:extLst>
                </p14:cNvPr>
                <p14:cNvContentPartPr/>
                <p14:nvPr/>
              </p14:nvContentPartPr>
              <p14:xfrm>
                <a:off x="4423570" y="2265506"/>
                <a:ext cx="259920" cy="30744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C873E657-DDA1-4A9B-BD48-765F2047BC7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05930" y="2247866"/>
                  <a:ext cx="2955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7F94B0DC-7DB8-4083-9561-79F045DFEAB6}"/>
                    </a:ext>
                  </a:extLst>
                </p14:cNvPr>
                <p14:cNvContentPartPr/>
                <p14:nvPr/>
              </p14:nvContentPartPr>
              <p14:xfrm>
                <a:off x="4828570" y="2446586"/>
                <a:ext cx="196920" cy="1656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7F94B0DC-7DB8-4083-9561-79F045DFEAB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10570" y="2428946"/>
                  <a:ext cx="232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CEB6E76D-814D-4FA2-A441-9E2BEDCA3A10}"/>
                    </a:ext>
                  </a:extLst>
                </p14:cNvPr>
                <p14:cNvContentPartPr/>
                <p14:nvPr/>
              </p14:nvContentPartPr>
              <p14:xfrm>
                <a:off x="5356690" y="2312666"/>
                <a:ext cx="149400" cy="15588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CEB6E76D-814D-4FA2-A441-9E2BEDCA3A1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339050" y="2295026"/>
                  <a:ext cx="185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810112F8-7B79-4C3E-8D2F-6800AAD6B18A}"/>
                    </a:ext>
                  </a:extLst>
                </p14:cNvPr>
                <p14:cNvContentPartPr/>
                <p14:nvPr/>
              </p14:nvContentPartPr>
              <p14:xfrm>
                <a:off x="5559730" y="2493746"/>
                <a:ext cx="73080" cy="13104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810112F8-7B79-4C3E-8D2F-6800AAD6B18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541730" y="2476106"/>
                  <a:ext cx="1087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FCFC3A40-BE65-4C8F-A935-54758AD50367}"/>
                    </a:ext>
                  </a:extLst>
                </p14:cNvPr>
                <p14:cNvContentPartPr/>
                <p14:nvPr/>
              </p14:nvContentPartPr>
              <p14:xfrm>
                <a:off x="5841970" y="2228066"/>
                <a:ext cx="139680" cy="26172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FCFC3A40-BE65-4C8F-A935-54758AD5036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823970" y="2210426"/>
                  <a:ext cx="1753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4EB52298-1D43-4C6D-B17D-D2D5C27794B6}"/>
                    </a:ext>
                  </a:extLst>
                </p14:cNvPr>
                <p14:cNvContentPartPr/>
                <p14:nvPr/>
              </p14:nvContentPartPr>
              <p14:xfrm>
                <a:off x="4217290" y="1883186"/>
                <a:ext cx="145080" cy="19836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4EB52298-1D43-4C6D-B17D-D2D5C27794B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99290" y="1865546"/>
                  <a:ext cx="180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40612AAC-793A-4074-8F84-2FD3A51E54B7}"/>
                    </a:ext>
                  </a:extLst>
                </p14:cNvPr>
                <p14:cNvContentPartPr/>
                <p14:nvPr/>
              </p14:nvContentPartPr>
              <p14:xfrm>
                <a:off x="4439050" y="1922786"/>
                <a:ext cx="275400" cy="19584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40612AAC-793A-4074-8F84-2FD3A51E54B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421410" y="1905146"/>
                  <a:ext cx="311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A71DB660-B9CA-49EE-BD4E-AF2DCCF796C7}"/>
                    </a:ext>
                  </a:extLst>
                </p14:cNvPr>
                <p14:cNvContentPartPr/>
                <p14:nvPr/>
              </p14:nvContentPartPr>
              <p14:xfrm>
                <a:off x="4927210" y="2027906"/>
                <a:ext cx="258840" cy="1656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A71DB660-B9CA-49EE-BD4E-AF2DCCF796C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909570" y="2009906"/>
                  <a:ext cx="294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D2E4A6D8-64FF-4AC2-AC45-F5256F96EB96}"/>
                    </a:ext>
                  </a:extLst>
                </p14:cNvPr>
                <p14:cNvContentPartPr/>
                <p14:nvPr/>
              </p14:nvContentPartPr>
              <p14:xfrm>
                <a:off x="5258410" y="1971026"/>
                <a:ext cx="271800" cy="12672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D2E4A6D8-64FF-4AC2-AC45-F5256F96EB9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240770" y="1953386"/>
                  <a:ext cx="307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6533B755-2BDA-4E31-9829-594BA6D74E22}"/>
                    </a:ext>
                  </a:extLst>
                </p14:cNvPr>
                <p14:cNvContentPartPr/>
                <p14:nvPr/>
              </p14:nvContentPartPr>
              <p14:xfrm>
                <a:off x="5513290" y="1913066"/>
                <a:ext cx="193320" cy="31860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6533B755-2BDA-4E31-9829-594BA6D74E2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95290" y="1895426"/>
                  <a:ext cx="228960" cy="35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229736D6-E00F-444D-9D80-ECA208941781}"/>
              </a:ext>
            </a:extLst>
          </p:cNvPr>
          <p:cNvGrpSpPr/>
          <p:nvPr/>
        </p:nvGrpSpPr>
        <p:grpSpPr>
          <a:xfrm>
            <a:off x="7488970" y="2231666"/>
            <a:ext cx="889920" cy="378000"/>
            <a:chOff x="7488970" y="2231666"/>
            <a:chExt cx="88992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12329250-0189-47A1-8F2E-583CE41C74EB}"/>
                    </a:ext>
                  </a:extLst>
                </p14:cNvPr>
                <p14:cNvContentPartPr/>
                <p14:nvPr/>
              </p14:nvContentPartPr>
              <p14:xfrm>
                <a:off x="7488970" y="2287826"/>
                <a:ext cx="199080" cy="21492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12329250-0189-47A1-8F2E-583CE41C74E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470970" y="2270186"/>
                  <a:ext cx="2347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D1DBF96E-2453-4D87-8B67-C9E3E4019131}"/>
                    </a:ext>
                  </a:extLst>
                </p14:cNvPr>
                <p14:cNvContentPartPr/>
                <p14:nvPr/>
              </p14:nvContentPartPr>
              <p14:xfrm>
                <a:off x="7687690" y="2481866"/>
                <a:ext cx="82440" cy="12780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D1DBF96E-2453-4D87-8B67-C9E3E401913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670050" y="2464226"/>
                  <a:ext cx="1180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1C8E60E7-1C76-4051-A403-4B7C9F0A86F5}"/>
                    </a:ext>
                  </a:extLst>
                </p14:cNvPr>
                <p14:cNvContentPartPr/>
                <p14:nvPr/>
              </p14:nvContentPartPr>
              <p14:xfrm>
                <a:off x="7917730" y="2267306"/>
                <a:ext cx="160560" cy="26388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1C8E60E7-1C76-4051-A403-4B7C9F0A86F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899730" y="2249666"/>
                  <a:ext cx="1962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8C41350D-C094-4AEC-A53B-212546598C3E}"/>
                    </a:ext>
                  </a:extLst>
                </p14:cNvPr>
                <p14:cNvContentPartPr/>
                <p14:nvPr/>
              </p14:nvContentPartPr>
              <p14:xfrm>
                <a:off x="7960570" y="2300066"/>
                <a:ext cx="200520" cy="7524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8C41350D-C094-4AEC-A53B-212546598C3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42570" y="2282066"/>
                  <a:ext cx="2361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1213A2FE-69C9-4D71-BD91-22EE85EE808F}"/>
                    </a:ext>
                  </a:extLst>
                </p14:cNvPr>
                <p14:cNvContentPartPr/>
                <p14:nvPr/>
              </p14:nvContentPartPr>
              <p14:xfrm>
                <a:off x="8062810" y="2231666"/>
                <a:ext cx="316080" cy="24012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1213A2FE-69C9-4D71-BD91-22EE85EE808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45170" y="2213666"/>
                  <a:ext cx="35172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E78B3845-6E78-491F-90DD-8AF00B463B47}"/>
              </a:ext>
            </a:extLst>
          </p:cNvPr>
          <p:cNvGrpSpPr/>
          <p:nvPr/>
        </p:nvGrpSpPr>
        <p:grpSpPr>
          <a:xfrm>
            <a:off x="8689210" y="2128706"/>
            <a:ext cx="617400" cy="337680"/>
            <a:chOff x="8689210" y="2128706"/>
            <a:chExt cx="61740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856F22E1-1EFD-4D12-857A-6B791C6FB8D1}"/>
                    </a:ext>
                  </a:extLst>
                </p14:cNvPr>
                <p14:cNvContentPartPr/>
                <p14:nvPr/>
              </p14:nvContentPartPr>
              <p14:xfrm>
                <a:off x="8695330" y="2248586"/>
                <a:ext cx="132480" cy="1008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856F22E1-1EFD-4D12-857A-6B791C6FB8D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677330" y="2230586"/>
                  <a:ext cx="168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798F8B7B-C611-4F7B-9450-B02490B1A725}"/>
                    </a:ext>
                  </a:extLst>
                </p14:cNvPr>
                <p14:cNvContentPartPr/>
                <p14:nvPr/>
              </p14:nvContentPartPr>
              <p14:xfrm>
                <a:off x="8689210" y="2335346"/>
                <a:ext cx="146880" cy="3672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798F8B7B-C611-4F7B-9450-B02490B1A72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71570" y="2317346"/>
                  <a:ext cx="182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46893EC1-6AE8-4833-8847-C54C3B69EAAD}"/>
                    </a:ext>
                  </a:extLst>
                </p14:cNvPr>
                <p14:cNvContentPartPr/>
                <p14:nvPr/>
              </p14:nvContentPartPr>
              <p14:xfrm>
                <a:off x="9038410" y="2128706"/>
                <a:ext cx="174960" cy="24084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46893EC1-6AE8-4833-8847-C54C3B69EAA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020410" y="2110706"/>
                  <a:ext cx="2106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FD29364A-6FED-4C22-BA3D-982EF3979D02}"/>
                    </a:ext>
                  </a:extLst>
                </p14:cNvPr>
                <p14:cNvContentPartPr/>
                <p14:nvPr/>
              </p14:nvContentPartPr>
              <p14:xfrm>
                <a:off x="8962090" y="2463866"/>
                <a:ext cx="344520" cy="252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FD29364A-6FED-4C22-BA3D-982EF3979D0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944090" y="2445866"/>
                  <a:ext cx="38016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B098D007-D447-445D-BFAA-F6A5F68FFD53}"/>
                  </a:ext>
                </a:extLst>
              </p14:cNvPr>
              <p14:cNvContentPartPr/>
              <p14:nvPr/>
            </p14:nvContentPartPr>
            <p14:xfrm>
              <a:off x="9029050" y="2598866"/>
              <a:ext cx="185760" cy="24048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B098D007-D447-445D-BFAA-F6A5F68FFD5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011410" y="2580866"/>
                <a:ext cx="22140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C42474A9-1436-4BF6-98B8-ADBC357DD0EC}"/>
                  </a:ext>
                </a:extLst>
              </p14:cNvPr>
              <p14:cNvContentPartPr/>
              <p14:nvPr/>
            </p14:nvContentPartPr>
            <p14:xfrm>
              <a:off x="843730" y="3223826"/>
              <a:ext cx="237240" cy="55116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C42474A9-1436-4BF6-98B8-ADBC357DD0EC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26090" y="3206186"/>
                <a:ext cx="272880" cy="58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upo 138">
            <a:extLst>
              <a:ext uri="{FF2B5EF4-FFF2-40B4-BE49-F238E27FC236}">
                <a16:creationId xmlns:a16="http://schemas.microsoft.com/office/drawing/2014/main" id="{ECE7395F-373D-4331-9116-16183E799AB7}"/>
              </a:ext>
            </a:extLst>
          </p:cNvPr>
          <p:cNvGrpSpPr/>
          <p:nvPr/>
        </p:nvGrpSpPr>
        <p:grpSpPr>
          <a:xfrm>
            <a:off x="598570" y="3926906"/>
            <a:ext cx="459000" cy="163080"/>
            <a:chOff x="598570" y="3926906"/>
            <a:chExt cx="459000" cy="1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6BB83143-915C-462F-829E-A82D98EBC954}"/>
                    </a:ext>
                  </a:extLst>
                </p14:cNvPr>
                <p14:cNvContentPartPr/>
                <p14:nvPr/>
              </p14:nvContentPartPr>
              <p14:xfrm>
                <a:off x="598570" y="4004306"/>
                <a:ext cx="140760" cy="3132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6BB83143-915C-462F-829E-A82D98EBC95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0570" y="3986306"/>
                  <a:ext cx="176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F065D13F-F8E2-40EF-88DF-5AF8AFCDFAB6}"/>
                    </a:ext>
                  </a:extLst>
                </p14:cNvPr>
                <p14:cNvContentPartPr/>
                <p14:nvPr/>
              </p14:nvContentPartPr>
              <p14:xfrm>
                <a:off x="816370" y="3963986"/>
                <a:ext cx="98280" cy="12600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F065D13F-F8E2-40EF-88DF-5AF8AFCDFAB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98370" y="3945986"/>
                  <a:ext cx="1339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CF3AEBCA-A314-4CC4-9974-12E0BF1C0F34}"/>
                    </a:ext>
                  </a:extLst>
                </p14:cNvPr>
                <p14:cNvContentPartPr/>
                <p14:nvPr/>
              </p14:nvContentPartPr>
              <p14:xfrm>
                <a:off x="947770" y="3926906"/>
                <a:ext cx="109800" cy="15372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CF3AEBCA-A314-4CC4-9974-12E0BF1C0F3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30130" y="3908906"/>
                  <a:ext cx="14544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BA6529AA-9A03-47AF-9C69-1385427BC424}"/>
              </a:ext>
            </a:extLst>
          </p:cNvPr>
          <p:cNvGrpSpPr/>
          <p:nvPr/>
        </p:nvGrpSpPr>
        <p:grpSpPr>
          <a:xfrm>
            <a:off x="899890" y="2880746"/>
            <a:ext cx="312480" cy="157680"/>
            <a:chOff x="899890" y="2880746"/>
            <a:chExt cx="312480" cy="15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6FEF5AC6-7287-40BD-B5CA-8D5A90C486BB}"/>
                    </a:ext>
                  </a:extLst>
                </p14:cNvPr>
                <p14:cNvContentPartPr/>
                <p14:nvPr/>
              </p14:nvContentPartPr>
              <p14:xfrm>
                <a:off x="899890" y="2880746"/>
                <a:ext cx="101520" cy="10692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6FEF5AC6-7287-40BD-B5CA-8D5A90C486B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82250" y="2863106"/>
                  <a:ext cx="137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C17E50B9-D98B-46BC-949F-5F84FD0DA380}"/>
                    </a:ext>
                  </a:extLst>
                </p14:cNvPr>
                <p14:cNvContentPartPr/>
                <p14:nvPr/>
              </p14:nvContentPartPr>
              <p14:xfrm>
                <a:off x="1055770" y="2977946"/>
                <a:ext cx="23040" cy="1224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C17E50B9-D98B-46BC-949F-5F84FD0DA38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38130" y="2960306"/>
                  <a:ext cx="58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E7B248C9-00F5-40F6-81CF-BB76D79A2639}"/>
                    </a:ext>
                  </a:extLst>
                </p14:cNvPr>
                <p14:cNvContentPartPr/>
                <p14:nvPr/>
              </p14:nvContentPartPr>
              <p14:xfrm>
                <a:off x="1146490" y="2883986"/>
                <a:ext cx="65880" cy="15444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E7B248C9-00F5-40F6-81CF-BB76D79A263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28490" y="2865986"/>
                  <a:ext cx="10152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upo 149">
            <a:extLst>
              <a:ext uri="{FF2B5EF4-FFF2-40B4-BE49-F238E27FC236}">
                <a16:creationId xmlns:a16="http://schemas.microsoft.com/office/drawing/2014/main" id="{AA0D6D14-EFF5-4EBB-A5FD-46F524646694}"/>
              </a:ext>
            </a:extLst>
          </p:cNvPr>
          <p:cNvGrpSpPr/>
          <p:nvPr/>
        </p:nvGrpSpPr>
        <p:grpSpPr>
          <a:xfrm>
            <a:off x="1217770" y="3321746"/>
            <a:ext cx="1198440" cy="333720"/>
            <a:chOff x="1217770" y="3321746"/>
            <a:chExt cx="119844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63F139C6-C95D-4282-9B63-FDDD4FA031DC}"/>
                    </a:ext>
                  </a:extLst>
                </p14:cNvPr>
                <p14:cNvContentPartPr/>
                <p14:nvPr/>
              </p14:nvContentPartPr>
              <p14:xfrm>
                <a:off x="1268890" y="3321746"/>
                <a:ext cx="119160" cy="30852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63F139C6-C95D-4282-9B63-FDDD4FA031D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251250" y="3304106"/>
                  <a:ext cx="1548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EE97263C-F343-4087-A0E7-CA0E5CB5F374}"/>
                    </a:ext>
                  </a:extLst>
                </p14:cNvPr>
                <p14:cNvContentPartPr/>
                <p14:nvPr/>
              </p14:nvContentPartPr>
              <p14:xfrm>
                <a:off x="1217770" y="3416066"/>
                <a:ext cx="327960" cy="14292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EE97263C-F343-4087-A0E7-CA0E5CB5F37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00130" y="3398426"/>
                  <a:ext cx="363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6CA0AA48-504B-4374-9618-80823901A698}"/>
                    </a:ext>
                  </a:extLst>
                </p14:cNvPr>
                <p14:cNvContentPartPr/>
                <p14:nvPr/>
              </p14:nvContentPartPr>
              <p14:xfrm>
                <a:off x="1477330" y="3416066"/>
                <a:ext cx="108720" cy="23940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6CA0AA48-504B-4374-9618-80823901A69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459690" y="3398426"/>
                  <a:ext cx="1443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F7AE5EF6-6A97-46BD-BA46-E1B9DBA4A7A7}"/>
                    </a:ext>
                  </a:extLst>
                </p14:cNvPr>
                <p14:cNvContentPartPr/>
                <p14:nvPr/>
              </p14:nvContentPartPr>
              <p14:xfrm>
                <a:off x="1624570" y="3462866"/>
                <a:ext cx="114480" cy="15192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F7AE5EF6-6A97-46BD-BA46-E1B9DBA4A7A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606570" y="3445226"/>
                  <a:ext cx="150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41FE7BFD-9F96-487D-A1E6-59A64D097473}"/>
                    </a:ext>
                  </a:extLst>
                </p14:cNvPr>
                <p14:cNvContentPartPr/>
                <p14:nvPr/>
              </p14:nvContentPartPr>
              <p14:xfrm>
                <a:off x="1743010" y="3363506"/>
                <a:ext cx="199080" cy="26388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41FE7BFD-9F96-487D-A1E6-59A64D09747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725010" y="3345866"/>
                  <a:ext cx="2347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201E1D45-220C-4183-B0FA-31AD43E1E9A2}"/>
                    </a:ext>
                  </a:extLst>
                </p14:cNvPr>
                <p14:cNvContentPartPr/>
                <p14:nvPr/>
              </p14:nvContentPartPr>
              <p14:xfrm>
                <a:off x="2003290" y="3340826"/>
                <a:ext cx="153360" cy="28548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201E1D45-220C-4183-B0FA-31AD43E1E9A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985290" y="3323186"/>
                  <a:ext cx="1890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28E15460-E2F9-4DD6-95F8-29386119CF7B}"/>
                    </a:ext>
                  </a:extLst>
                </p14:cNvPr>
                <p14:cNvContentPartPr/>
                <p14:nvPr/>
              </p14:nvContentPartPr>
              <p14:xfrm>
                <a:off x="2262130" y="3440906"/>
                <a:ext cx="154080" cy="20808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28E15460-E2F9-4DD6-95F8-29386119CF7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244490" y="3422906"/>
                  <a:ext cx="18972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upo 159">
            <a:extLst>
              <a:ext uri="{FF2B5EF4-FFF2-40B4-BE49-F238E27FC236}">
                <a16:creationId xmlns:a16="http://schemas.microsoft.com/office/drawing/2014/main" id="{7AC4FCA1-0A6A-4611-BF77-65534F5C6BB2}"/>
              </a:ext>
            </a:extLst>
          </p:cNvPr>
          <p:cNvGrpSpPr/>
          <p:nvPr/>
        </p:nvGrpSpPr>
        <p:grpSpPr>
          <a:xfrm>
            <a:off x="3006610" y="3503906"/>
            <a:ext cx="202680" cy="85320"/>
            <a:chOff x="3006610" y="3503906"/>
            <a:chExt cx="202680" cy="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C4834CD4-52F3-4DCD-95B4-881AC5A6FBC0}"/>
                    </a:ext>
                  </a:extLst>
                </p14:cNvPr>
                <p14:cNvContentPartPr/>
                <p14:nvPr/>
              </p14:nvContentPartPr>
              <p14:xfrm>
                <a:off x="3006610" y="3503906"/>
                <a:ext cx="132480" cy="576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C4834CD4-52F3-4DCD-95B4-881AC5A6FBC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988610" y="3486266"/>
                  <a:ext cx="168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DD249EF1-0274-44D0-9506-FD5C21CC7323}"/>
                    </a:ext>
                  </a:extLst>
                </p14:cNvPr>
                <p14:cNvContentPartPr/>
                <p14:nvPr/>
              </p14:nvContentPartPr>
              <p14:xfrm>
                <a:off x="3039730" y="3568346"/>
                <a:ext cx="169560" cy="2088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DD249EF1-0274-44D0-9506-FD5C21CC732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022090" y="3550346"/>
                  <a:ext cx="20520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54" name="Entrada de lápiz 153">
                <a:extLst>
                  <a:ext uri="{FF2B5EF4-FFF2-40B4-BE49-F238E27FC236}">
                    <a16:creationId xmlns:a16="http://schemas.microsoft.com/office/drawing/2014/main" id="{D941B5A2-7914-420B-A031-5C1EA68AACD7}"/>
                  </a:ext>
                </a:extLst>
              </p14:cNvPr>
              <p14:cNvContentPartPr/>
              <p14:nvPr/>
            </p14:nvContentPartPr>
            <p14:xfrm>
              <a:off x="3497290" y="3333626"/>
              <a:ext cx="196560" cy="619560"/>
            </p14:xfrm>
          </p:contentPart>
        </mc:Choice>
        <mc:Fallback>
          <p:pic>
            <p:nvPicPr>
              <p:cNvPr id="154" name="Entrada de lápiz 153">
                <a:extLst>
                  <a:ext uri="{FF2B5EF4-FFF2-40B4-BE49-F238E27FC236}">
                    <a16:creationId xmlns:a16="http://schemas.microsoft.com/office/drawing/2014/main" id="{D941B5A2-7914-420B-A031-5C1EA68AACD7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479650" y="3315986"/>
                <a:ext cx="232200" cy="65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5B8446C2-09CE-40C8-9812-16B5FFDD4149}"/>
                  </a:ext>
                </a:extLst>
              </p14:cNvPr>
              <p14:cNvContentPartPr/>
              <p14:nvPr/>
            </p14:nvContentPartPr>
            <p14:xfrm>
              <a:off x="3421330" y="4116266"/>
              <a:ext cx="148320" cy="11988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5B8446C2-09CE-40C8-9812-16B5FFDD4149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403330" y="4098266"/>
                <a:ext cx="183960" cy="15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upo 158">
            <a:extLst>
              <a:ext uri="{FF2B5EF4-FFF2-40B4-BE49-F238E27FC236}">
                <a16:creationId xmlns:a16="http://schemas.microsoft.com/office/drawing/2014/main" id="{0C52B619-C7AE-43B3-B285-FFFA28460B27}"/>
              </a:ext>
            </a:extLst>
          </p:cNvPr>
          <p:cNvGrpSpPr/>
          <p:nvPr/>
        </p:nvGrpSpPr>
        <p:grpSpPr>
          <a:xfrm>
            <a:off x="3554530" y="3007826"/>
            <a:ext cx="427320" cy="170280"/>
            <a:chOff x="3554530" y="3007826"/>
            <a:chExt cx="427320" cy="1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BD94E952-C1D8-4696-817E-FA7AC7DA8570}"/>
                    </a:ext>
                  </a:extLst>
                </p14:cNvPr>
                <p14:cNvContentPartPr/>
                <p14:nvPr/>
              </p14:nvContentPartPr>
              <p14:xfrm>
                <a:off x="3554530" y="3054986"/>
                <a:ext cx="120240" cy="12312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BD94E952-C1D8-4696-817E-FA7AC7DA857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536530" y="3037346"/>
                  <a:ext cx="155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670C150F-FAB6-4FFA-9697-B763B14FFC14}"/>
                    </a:ext>
                  </a:extLst>
                </p14:cNvPr>
                <p14:cNvContentPartPr/>
                <p14:nvPr/>
              </p14:nvContentPartPr>
              <p14:xfrm>
                <a:off x="3762610" y="3161186"/>
                <a:ext cx="360" cy="36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670C150F-FAB6-4FFA-9697-B763B14FFC1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44970" y="314318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FBBE48A2-9438-44F4-8B1D-ECB8A4292F7F}"/>
                    </a:ext>
                  </a:extLst>
                </p14:cNvPr>
                <p14:cNvContentPartPr/>
                <p14:nvPr/>
              </p14:nvContentPartPr>
              <p14:xfrm>
                <a:off x="3867370" y="3007826"/>
                <a:ext cx="114480" cy="16632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FBBE48A2-9438-44F4-8B1D-ECB8A4292F7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849730" y="2990186"/>
                  <a:ext cx="150120" cy="20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61" name="Entrada de lápiz 160">
                <a:extLst>
                  <a:ext uri="{FF2B5EF4-FFF2-40B4-BE49-F238E27FC236}">
                    <a16:creationId xmlns:a16="http://schemas.microsoft.com/office/drawing/2014/main" id="{0AC918F8-2CEA-4694-B041-E100712BCF01}"/>
                  </a:ext>
                </a:extLst>
              </p14:cNvPr>
              <p14:cNvContentPartPr/>
              <p14:nvPr/>
            </p14:nvContentPartPr>
            <p14:xfrm>
              <a:off x="9057130" y="2672306"/>
              <a:ext cx="143640" cy="321120"/>
            </p14:xfrm>
          </p:contentPart>
        </mc:Choice>
        <mc:Fallback>
          <p:pic>
            <p:nvPicPr>
              <p:cNvPr id="161" name="Entrada de lápiz 160">
                <a:extLst>
                  <a:ext uri="{FF2B5EF4-FFF2-40B4-BE49-F238E27FC236}">
                    <a16:creationId xmlns:a16="http://schemas.microsoft.com/office/drawing/2014/main" id="{0AC918F8-2CEA-4694-B041-E100712BCF01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9039130" y="2654306"/>
                <a:ext cx="179280" cy="35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upo 167">
            <a:extLst>
              <a:ext uri="{FF2B5EF4-FFF2-40B4-BE49-F238E27FC236}">
                <a16:creationId xmlns:a16="http://schemas.microsoft.com/office/drawing/2014/main" id="{FB92559B-C587-4186-841E-5F05DEEEA52F}"/>
              </a:ext>
            </a:extLst>
          </p:cNvPr>
          <p:cNvGrpSpPr/>
          <p:nvPr/>
        </p:nvGrpSpPr>
        <p:grpSpPr>
          <a:xfrm>
            <a:off x="3419530" y="4068386"/>
            <a:ext cx="145800" cy="94680"/>
            <a:chOff x="3419530" y="4068386"/>
            <a:chExt cx="145800" cy="9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9C977F5C-6DB3-4B83-B2B5-2470E9B537B1}"/>
                    </a:ext>
                  </a:extLst>
                </p14:cNvPr>
                <p14:cNvContentPartPr/>
                <p14:nvPr/>
              </p14:nvContentPartPr>
              <p14:xfrm>
                <a:off x="3419530" y="4095386"/>
                <a:ext cx="360" cy="36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9C977F5C-6DB3-4B83-B2B5-2470E9B537B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01890" y="407738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51C3C3E2-44A9-469E-A2DD-01CDE3CA86CE}"/>
                    </a:ext>
                  </a:extLst>
                </p14:cNvPr>
                <p14:cNvContentPartPr/>
                <p14:nvPr/>
              </p14:nvContentPartPr>
              <p14:xfrm>
                <a:off x="3419530" y="4077026"/>
                <a:ext cx="145800" cy="2376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51C3C3E2-44A9-469E-A2DD-01CDE3CA86C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401890" y="4059386"/>
                  <a:ext cx="181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FA231424-FA05-4818-984A-30CE09F82A76}"/>
                    </a:ext>
                  </a:extLst>
                </p14:cNvPr>
                <p14:cNvContentPartPr/>
                <p14:nvPr/>
              </p14:nvContentPartPr>
              <p14:xfrm>
                <a:off x="3419530" y="4091426"/>
                <a:ext cx="105120" cy="7164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FA231424-FA05-4818-984A-30CE09F82A7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401890" y="4073426"/>
                  <a:ext cx="140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9AC0E031-5696-4F4D-9481-E10D89A93A1F}"/>
                    </a:ext>
                  </a:extLst>
                </p14:cNvPr>
                <p14:cNvContentPartPr/>
                <p14:nvPr/>
              </p14:nvContentPartPr>
              <p14:xfrm>
                <a:off x="3444730" y="4068386"/>
                <a:ext cx="100440" cy="4536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9AC0E031-5696-4F4D-9481-E10D89A93A1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426730" y="4050746"/>
                  <a:ext cx="13608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CF6B3F53-001D-43FC-B7CD-0E5A9B89AE87}"/>
                  </a:ext>
                </a:extLst>
              </p14:cNvPr>
              <p14:cNvContentPartPr/>
              <p14:nvPr/>
            </p14:nvContentPartPr>
            <p14:xfrm>
              <a:off x="4034410" y="3474746"/>
              <a:ext cx="217800" cy="22500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CF6B3F53-001D-43FC-B7CD-0E5A9B89AE87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016770" y="3457106"/>
                <a:ext cx="25344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76" name="Entrada de lápiz 175">
                <a:extLst>
                  <a:ext uri="{FF2B5EF4-FFF2-40B4-BE49-F238E27FC236}">
                    <a16:creationId xmlns:a16="http://schemas.microsoft.com/office/drawing/2014/main" id="{5457C945-DB04-4D98-8BEB-EFF0B38C60F9}"/>
                  </a:ext>
                </a:extLst>
              </p14:cNvPr>
              <p14:cNvContentPartPr/>
              <p14:nvPr/>
            </p14:nvContentPartPr>
            <p14:xfrm>
              <a:off x="3805450" y="3431186"/>
              <a:ext cx="178920" cy="410760"/>
            </p14:xfrm>
          </p:contentPart>
        </mc:Choice>
        <mc:Fallback>
          <p:pic>
            <p:nvPicPr>
              <p:cNvPr id="176" name="Entrada de lápiz 175">
                <a:extLst>
                  <a:ext uri="{FF2B5EF4-FFF2-40B4-BE49-F238E27FC236}">
                    <a16:creationId xmlns:a16="http://schemas.microsoft.com/office/drawing/2014/main" id="{5457C945-DB04-4D98-8BEB-EFF0B38C60F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787810" y="3413186"/>
                <a:ext cx="214560" cy="44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upo 209">
            <a:extLst>
              <a:ext uri="{FF2B5EF4-FFF2-40B4-BE49-F238E27FC236}">
                <a16:creationId xmlns:a16="http://schemas.microsoft.com/office/drawing/2014/main" id="{7E3D205B-D21F-4E86-9EC8-4D21A03B3B1D}"/>
              </a:ext>
            </a:extLst>
          </p:cNvPr>
          <p:cNvGrpSpPr/>
          <p:nvPr/>
        </p:nvGrpSpPr>
        <p:grpSpPr>
          <a:xfrm>
            <a:off x="4518250" y="3436586"/>
            <a:ext cx="1827720" cy="354960"/>
            <a:chOff x="4518250" y="3436586"/>
            <a:chExt cx="182772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E0B22A8C-837F-4475-A9C6-7ACB44C1BB8B}"/>
                    </a:ext>
                  </a:extLst>
                </p14:cNvPr>
                <p14:cNvContentPartPr/>
                <p14:nvPr/>
              </p14:nvContentPartPr>
              <p14:xfrm>
                <a:off x="4518250" y="3596066"/>
                <a:ext cx="122760" cy="684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E0B22A8C-837F-4475-A9C6-7ACB44C1BB8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500250" y="3578426"/>
                  <a:ext cx="158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8D61AF95-D679-4A80-AB50-7E4938494524}"/>
                    </a:ext>
                  </a:extLst>
                </p14:cNvPr>
                <p14:cNvContentPartPr/>
                <p14:nvPr/>
              </p14:nvContentPartPr>
              <p14:xfrm>
                <a:off x="4722370" y="3524786"/>
                <a:ext cx="154080" cy="24084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8D61AF95-D679-4A80-AB50-7E493849452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704370" y="3507146"/>
                  <a:ext cx="1897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1739CC05-A435-4EE7-9FB2-3ED0CB4F0D28}"/>
                    </a:ext>
                  </a:extLst>
                </p14:cNvPr>
                <p14:cNvContentPartPr/>
                <p14:nvPr/>
              </p14:nvContentPartPr>
              <p14:xfrm>
                <a:off x="4994170" y="3589586"/>
                <a:ext cx="231480" cy="19440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1739CC05-A435-4EE7-9FB2-3ED0CB4F0D2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976170" y="3571946"/>
                  <a:ext cx="267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EF16D09B-81DE-40ED-B791-18962E66EDED}"/>
                    </a:ext>
                  </a:extLst>
                </p14:cNvPr>
                <p14:cNvContentPartPr/>
                <p14:nvPr/>
              </p14:nvContentPartPr>
              <p14:xfrm>
                <a:off x="5067970" y="3576986"/>
                <a:ext cx="123120" cy="16632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EF16D09B-81DE-40ED-B791-18962E66EDE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049970" y="3558986"/>
                  <a:ext cx="158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18B77D95-057E-4A40-A85D-362FC8928F99}"/>
                    </a:ext>
                  </a:extLst>
                </p14:cNvPr>
                <p14:cNvContentPartPr/>
                <p14:nvPr/>
              </p14:nvContentPartPr>
              <p14:xfrm>
                <a:off x="5334730" y="3472946"/>
                <a:ext cx="66960" cy="31860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18B77D95-057E-4A40-A85D-362FC8928F9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316730" y="3454946"/>
                  <a:ext cx="102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41685703-F2D4-4B47-B58A-3320394C38F4}"/>
                    </a:ext>
                  </a:extLst>
                </p14:cNvPr>
                <p14:cNvContentPartPr/>
                <p14:nvPr/>
              </p14:nvContentPartPr>
              <p14:xfrm>
                <a:off x="5525170" y="3436586"/>
                <a:ext cx="261360" cy="34380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41685703-F2D4-4B47-B58A-3320394C38F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507170" y="3418586"/>
                  <a:ext cx="2970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0858EDB2-C416-4551-81DE-C9E94B3FE076}"/>
                    </a:ext>
                  </a:extLst>
                </p14:cNvPr>
                <p14:cNvContentPartPr/>
                <p14:nvPr/>
              </p14:nvContentPartPr>
              <p14:xfrm>
                <a:off x="5837290" y="3525506"/>
                <a:ext cx="202680" cy="21996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0858EDB2-C416-4551-81DE-C9E94B3FE07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19290" y="3507506"/>
                  <a:ext cx="2383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EA2BAA03-0ADE-4F43-A859-2B0729402779}"/>
                    </a:ext>
                  </a:extLst>
                </p14:cNvPr>
                <p14:cNvContentPartPr/>
                <p14:nvPr/>
              </p14:nvContentPartPr>
              <p14:xfrm>
                <a:off x="6170650" y="3580946"/>
                <a:ext cx="175320" cy="9684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EA2BAA03-0ADE-4F43-A859-2B072940277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152650" y="3563306"/>
                  <a:ext cx="21096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upo 208">
            <a:extLst>
              <a:ext uri="{FF2B5EF4-FFF2-40B4-BE49-F238E27FC236}">
                <a16:creationId xmlns:a16="http://schemas.microsoft.com/office/drawing/2014/main" id="{E811C53B-A2A9-477D-A317-BE14397E8096}"/>
              </a:ext>
            </a:extLst>
          </p:cNvPr>
          <p:cNvGrpSpPr/>
          <p:nvPr/>
        </p:nvGrpSpPr>
        <p:grpSpPr>
          <a:xfrm>
            <a:off x="4777450" y="2879306"/>
            <a:ext cx="713880" cy="396720"/>
            <a:chOff x="4777450" y="2879306"/>
            <a:chExt cx="713880" cy="39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09A37BC3-CC08-4871-BD51-0538D0B2CC18}"/>
                    </a:ext>
                  </a:extLst>
                </p14:cNvPr>
                <p14:cNvContentPartPr/>
                <p14:nvPr/>
              </p14:nvContentPartPr>
              <p14:xfrm>
                <a:off x="4833250" y="2879306"/>
                <a:ext cx="26640" cy="23940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09A37BC3-CC08-4871-BD51-0538D0B2CC1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815610" y="2861666"/>
                  <a:ext cx="622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4E16BB63-7428-4A21-B36F-A143008D4695}"/>
                    </a:ext>
                  </a:extLst>
                </p14:cNvPr>
                <p14:cNvContentPartPr/>
                <p14:nvPr/>
              </p14:nvContentPartPr>
              <p14:xfrm>
                <a:off x="4777450" y="3061466"/>
                <a:ext cx="176760" cy="16380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4E16BB63-7428-4A21-B36F-A143008D469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759450" y="3043826"/>
                  <a:ext cx="212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D884308B-A44E-4C33-A9ED-6704695D577C}"/>
                    </a:ext>
                  </a:extLst>
                </p14:cNvPr>
                <p14:cNvContentPartPr/>
                <p14:nvPr/>
              </p14:nvContentPartPr>
              <p14:xfrm>
                <a:off x="5130970" y="3008906"/>
                <a:ext cx="90000" cy="26712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D884308B-A44E-4C33-A9ED-6704695D577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113330" y="2991266"/>
                  <a:ext cx="1256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D3C998FE-AE4A-44A3-92D0-0FA2E708C334}"/>
                    </a:ext>
                  </a:extLst>
                </p14:cNvPr>
                <p14:cNvContentPartPr/>
                <p14:nvPr/>
              </p14:nvContentPartPr>
              <p14:xfrm>
                <a:off x="5092810" y="3167666"/>
                <a:ext cx="176760" cy="1764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D3C998FE-AE4A-44A3-92D0-0FA2E708C33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075170" y="3149666"/>
                  <a:ext cx="2124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74A637F5-4FDA-492B-9C03-007B46669F40}"/>
                    </a:ext>
                  </a:extLst>
                </p14:cNvPr>
                <p14:cNvContentPartPr/>
                <p14:nvPr/>
              </p14:nvContentPartPr>
              <p14:xfrm>
                <a:off x="5341930" y="2948426"/>
                <a:ext cx="149400" cy="30420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74A637F5-4FDA-492B-9C03-007B46669F4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23930" y="2930786"/>
                  <a:ext cx="18504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upo 218">
            <a:extLst>
              <a:ext uri="{FF2B5EF4-FFF2-40B4-BE49-F238E27FC236}">
                <a16:creationId xmlns:a16="http://schemas.microsoft.com/office/drawing/2014/main" id="{3E5C239A-67F1-4370-9DC2-D89A8F0C72A7}"/>
              </a:ext>
            </a:extLst>
          </p:cNvPr>
          <p:cNvGrpSpPr/>
          <p:nvPr/>
        </p:nvGrpSpPr>
        <p:grpSpPr>
          <a:xfrm>
            <a:off x="5896690" y="1808306"/>
            <a:ext cx="336240" cy="142200"/>
            <a:chOff x="5896690" y="1808306"/>
            <a:chExt cx="336240" cy="14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8D019A5E-BBB8-47D2-B6AC-D64B9D8C67FD}"/>
                    </a:ext>
                  </a:extLst>
                </p14:cNvPr>
                <p14:cNvContentPartPr/>
                <p14:nvPr/>
              </p14:nvContentPartPr>
              <p14:xfrm>
                <a:off x="5920450" y="1872386"/>
                <a:ext cx="312480" cy="3312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8D019A5E-BBB8-47D2-B6AC-D64B9D8C67F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902810" y="1854386"/>
                  <a:ext cx="3481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1081FB38-661C-42E4-AD27-6F3C2F515DA0}"/>
                    </a:ext>
                  </a:extLst>
                </p14:cNvPr>
                <p14:cNvContentPartPr/>
                <p14:nvPr/>
              </p14:nvContentPartPr>
              <p14:xfrm>
                <a:off x="5896690" y="1808306"/>
                <a:ext cx="206280" cy="14220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1081FB38-661C-42E4-AD27-6F3C2F515DA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879050" y="1790306"/>
                  <a:ext cx="24192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upo 217">
            <a:extLst>
              <a:ext uri="{FF2B5EF4-FFF2-40B4-BE49-F238E27FC236}">
                <a16:creationId xmlns:a16="http://schemas.microsoft.com/office/drawing/2014/main" id="{196A94EF-12A8-4C25-A058-76237D506FB7}"/>
              </a:ext>
            </a:extLst>
          </p:cNvPr>
          <p:cNvGrpSpPr/>
          <p:nvPr/>
        </p:nvGrpSpPr>
        <p:grpSpPr>
          <a:xfrm>
            <a:off x="6534970" y="1719386"/>
            <a:ext cx="763920" cy="311760"/>
            <a:chOff x="6534970" y="1719386"/>
            <a:chExt cx="76392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C1D599DF-FFD9-40BD-8ECF-9727F5D8698A}"/>
                    </a:ext>
                  </a:extLst>
                </p14:cNvPr>
                <p14:cNvContentPartPr/>
                <p14:nvPr/>
              </p14:nvContentPartPr>
              <p14:xfrm>
                <a:off x="6534970" y="1831706"/>
                <a:ext cx="18360" cy="19944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C1D599DF-FFD9-40BD-8ECF-9727F5D8698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517330" y="1814066"/>
                  <a:ext cx="54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6100657C-308A-4406-8BB6-53110A20FCC9}"/>
                    </a:ext>
                  </a:extLst>
                </p14:cNvPr>
                <p14:cNvContentPartPr/>
                <p14:nvPr/>
              </p14:nvContentPartPr>
              <p14:xfrm>
                <a:off x="6551530" y="1807226"/>
                <a:ext cx="217080" cy="9144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6100657C-308A-4406-8BB6-53110A20FCC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533890" y="1789226"/>
                  <a:ext cx="252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BDECD6FB-D1A5-453C-9F43-15D4448AA161}"/>
                    </a:ext>
                  </a:extLst>
                </p14:cNvPr>
                <p14:cNvContentPartPr/>
                <p14:nvPr/>
              </p14:nvContentPartPr>
              <p14:xfrm>
                <a:off x="6838810" y="1788866"/>
                <a:ext cx="105120" cy="16740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BDECD6FB-D1A5-453C-9F43-15D4448AA16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820810" y="1771226"/>
                  <a:ext cx="1407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C0CD9C8E-84D4-477D-8858-00115C9551AD}"/>
                    </a:ext>
                  </a:extLst>
                </p14:cNvPr>
                <p14:cNvContentPartPr/>
                <p14:nvPr/>
              </p14:nvContentPartPr>
              <p14:xfrm>
                <a:off x="6987490" y="1798586"/>
                <a:ext cx="181440" cy="12996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C0CD9C8E-84D4-477D-8858-00115C9551A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969850" y="1780586"/>
                  <a:ext cx="217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7A16E6ED-6654-408C-B068-09660CAB694A}"/>
                    </a:ext>
                  </a:extLst>
                </p14:cNvPr>
                <p14:cNvContentPartPr/>
                <p14:nvPr/>
              </p14:nvContentPartPr>
              <p14:xfrm>
                <a:off x="7143730" y="1719386"/>
                <a:ext cx="155160" cy="27900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7A16E6ED-6654-408C-B068-09660CAB694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125730" y="1701386"/>
                  <a:ext cx="190800" cy="3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upo 221">
            <a:extLst>
              <a:ext uri="{FF2B5EF4-FFF2-40B4-BE49-F238E27FC236}">
                <a16:creationId xmlns:a16="http://schemas.microsoft.com/office/drawing/2014/main" id="{2BFC5D43-B6FA-4C9C-A577-EEDE2EFB87F6}"/>
              </a:ext>
            </a:extLst>
          </p:cNvPr>
          <p:cNvGrpSpPr/>
          <p:nvPr/>
        </p:nvGrpSpPr>
        <p:grpSpPr>
          <a:xfrm>
            <a:off x="5550010" y="3029066"/>
            <a:ext cx="174240" cy="287640"/>
            <a:chOff x="5550010" y="3029066"/>
            <a:chExt cx="17424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57E47816-8998-480D-91F9-8C3F4C20A62B}"/>
                    </a:ext>
                  </a:extLst>
                </p14:cNvPr>
                <p14:cNvContentPartPr/>
                <p14:nvPr/>
              </p14:nvContentPartPr>
              <p14:xfrm>
                <a:off x="5550010" y="3074426"/>
                <a:ext cx="15840" cy="24228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57E47816-8998-480D-91F9-8C3F4C20A62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532370" y="3056426"/>
                  <a:ext cx="514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6F99C093-4CD8-4175-B862-D35484E6A45F}"/>
                    </a:ext>
                  </a:extLst>
                </p14:cNvPr>
                <p14:cNvContentPartPr/>
                <p14:nvPr/>
              </p14:nvContentPartPr>
              <p14:xfrm>
                <a:off x="5565490" y="3029066"/>
                <a:ext cx="158760" cy="14004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6F99C093-4CD8-4175-B862-D35484E6A45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547850" y="3011066"/>
                  <a:ext cx="19440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DB5A4006-E653-45DB-987A-FA8C2F4D4782}"/>
              </a:ext>
            </a:extLst>
          </p:cNvPr>
          <p:cNvGrpSpPr/>
          <p:nvPr/>
        </p:nvGrpSpPr>
        <p:grpSpPr>
          <a:xfrm>
            <a:off x="6899290" y="3445946"/>
            <a:ext cx="462600" cy="181800"/>
            <a:chOff x="6899290" y="3445946"/>
            <a:chExt cx="46260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96362DE6-D37B-48C0-98E1-ABFDA0A02BB0}"/>
                    </a:ext>
                  </a:extLst>
                </p14:cNvPr>
                <p14:cNvContentPartPr/>
                <p14:nvPr/>
              </p14:nvContentPartPr>
              <p14:xfrm>
                <a:off x="6899290" y="3445946"/>
                <a:ext cx="208800" cy="18180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96362DE6-D37B-48C0-98E1-ABFDA0A02BB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881650" y="3428306"/>
                  <a:ext cx="2444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995E8737-2F02-4F37-AED6-581744668DEC}"/>
                    </a:ext>
                  </a:extLst>
                </p14:cNvPr>
                <p14:cNvContentPartPr/>
                <p14:nvPr/>
              </p14:nvContentPartPr>
              <p14:xfrm>
                <a:off x="7195930" y="3476186"/>
                <a:ext cx="142200" cy="12996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995E8737-2F02-4F37-AED6-581744668DE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178290" y="3458186"/>
                  <a:ext cx="17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63867185-CE47-4F61-87EF-3D2D9B030B4D}"/>
                    </a:ext>
                  </a:extLst>
                </p14:cNvPr>
                <p14:cNvContentPartPr/>
                <p14:nvPr/>
              </p14:nvContentPartPr>
              <p14:xfrm>
                <a:off x="7213930" y="3458906"/>
                <a:ext cx="147960" cy="14724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63867185-CE47-4F61-87EF-3D2D9B030B4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195930" y="3441266"/>
                  <a:ext cx="183600" cy="18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226" name="Entrada de lápiz 225">
                <a:extLst>
                  <a:ext uri="{FF2B5EF4-FFF2-40B4-BE49-F238E27FC236}">
                    <a16:creationId xmlns:a16="http://schemas.microsoft.com/office/drawing/2014/main" id="{3BDA029C-ACAC-4D2F-8332-6434210261B5}"/>
                  </a:ext>
                </a:extLst>
              </p14:cNvPr>
              <p14:cNvContentPartPr/>
              <p14:nvPr/>
            </p14:nvContentPartPr>
            <p14:xfrm>
              <a:off x="7605610" y="3523346"/>
              <a:ext cx="123120" cy="4680"/>
            </p14:xfrm>
          </p:contentPart>
        </mc:Choice>
        <mc:Fallback>
          <p:pic>
            <p:nvPicPr>
              <p:cNvPr id="226" name="Entrada de lápiz 225">
                <a:extLst>
                  <a:ext uri="{FF2B5EF4-FFF2-40B4-BE49-F238E27FC236}">
                    <a16:creationId xmlns:a16="http://schemas.microsoft.com/office/drawing/2014/main" id="{3BDA029C-ACAC-4D2F-8332-6434210261B5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587970" y="3505346"/>
                <a:ext cx="15876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upo 234">
            <a:extLst>
              <a:ext uri="{FF2B5EF4-FFF2-40B4-BE49-F238E27FC236}">
                <a16:creationId xmlns:a16="http://schemas.microsoft.com/office/drawing/2014/main" id="{C928687D-90D2-45C8-99DD-971D395A638F}"/>
              </a:ext>
            </a:extLst>
          </p:cNvPr>
          <p:cNvGrpSpPr/>
          <p:nvPr/>
        </p:nvGrpSpPr>
        <p:grpSpPr>
          <a:xfrm>
            <a:off x="8134450" y="3282866"/>
            <a:ext cx="362520" cy="309240"/>
            <a:chOff x="8134450" y="3282866"/>
            <a:chExt cx="36252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47B52EE1-829B-485E-9F2D-B64A8DFC1311}"/>
                    </a:ext>
                  </a:extLst>
                </p14:cNvPr>
                <p14:cNvContentPartPr/>
                <p14:nvPr/>
              </p14:nvContentPartPr>
              <p14:xfrm>
                <a:off x="8180890" y="3433346"/>
                <a:ext cx="137160" cy="15876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47B52EE1-829B-485E-9F2D-B64A8DFC131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162890" y="3415346"/>
                  <a:ext cx="172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6779DE26-30DF-44DA-90AD-83E56DD56D27}"/>
                    </a:ext>
                  </a:extLst>
                </p14:cNvPr>
                <p14:cNvContentPartPr/>
                <p14:nvPr/>
              </p14:nvContentPartPr>
              <p14:xfrm>
                <a:off x="8134450" y="3418226"/>
                <a:ext cx="190800" cy="15048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6779DE26-30DF-44DA-90AD-83E56DD56D2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116450" y="3400586"/>
                  <a:ext cx="2264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B14EFBAB-4543-41F7-9A42-425D5DE58D49}"/>
                    </a:ext>
                  </a:extLst>
                </p14:cNvPr>
                <p14:cNvContentPartPr/>
                <p14:nvPr/>
              </p14:nvContentPartPr>
              <p14:xfrm>
                <a:off x="8412010" y="3305906"/>
                <a:ext cx="26640" cy="1224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B14EFBAB-4543-41F7-9A42-425D5DE58D4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394010" y="3287906"/>
                  <a:ext cx="62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AEBA710E-B57E-48D3-9C3E-72E49D2B871B}"/>
                    </a:ext>
                  </a:extLst>
                </p14:cNvPr>
                <p14:cNvContentPartPr/>
                <p14:nvPr/>
              </p14:nvContentPartPr>
              <p14:xfrm>
                <a:off x="8412010" y="3313466"/>
                <a:ext cx="3960" cy="1440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AEBA710E-B57E-48D3-9C3E-72E49D2B871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394010" y="3295466"/>
                  <a:ext cx="396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DF91869F-359F-4CC8-8B58-0B3A2A6BE798}"/>
                    </a:ext>
                  </a:extLst>
                </p14:cNvPr>
                <p14:cNvContentPartPr/>
                <p14:nvPr/>
              </p14:nvContentPartPr>
              <p14:xfrm>
                <a:off x="8387170" y="3282866"/>
                <a:ext cx="109800" cy="12816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DF91869F-359F-4CC8-8B58-0B3A2A6BE79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369170" y="3264866"/>
                  <a:ext cx="145440" cy="16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236" name="Entrada de lápiz 235">
                <a:extLst>
                  <a:ext uri="{FF2B5EF4-FFF2-40B4-BE49-F238E27FC236}">
                    <a16:creationId xmlns:a16="http://schemas.microsoft.com/office/drawing/2014/main" id="{2AB43833-265C-47C9-96F2-9BD1E1C39723}"/>
                  </a:ext>
                </a:extLst>
              </p14:cNvPr>
              <p14:cNvContentPartPr/>
              <p14:nvPr/>
            </p14:nvContentPartPr>
            <p14:xfrm>
              <a:off x="6676810" y="3139586"/>
              <a:ext cx="88560" cy="690120"/>
            </p14:xfrm>
          </p:contentPart>
        </mc:Choice>
        <mc:Fallback>
          <p:pic>
            <p:nvPicPr>
              <p:cNvPr id="236" name="Entrada de lápiz 235">
                <a:extLst>
                  <a:ext uri="{FF2B5EF4-FFF2-40B4-BE49-F238E27FC236}">
                    <a16:creationId xmlns:a16="http://schemas.microsoft.com/office/drawing/2014/main" id="{2AB43833-265C-47C9-96F2-9BD1E1C39723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658810" y="3121946"/>
                <a:ext cx="124200" cy="72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237" name="Entrada de lápiz 236">
                <a:extLst>
                  <a:ext uri="{FF2B5EF4-FFF2-40B4-BE49-F238E27FC236}">
                    <a16:creationId xmlns:a16="http://schemas.microsoft.com/office/drawing/2014/main" id="{D3CB3B11-0F10-4799-BB51-D40C5F9E6B1A}"/>
                  </a:ext>
                </a:extLst>
              </p14:cNvPr>
              <p14:cNvContentPartPr/>
              <p14:nvPr/>
            </p14:nvContentPartPr>
            <p14:xfrm>
              <a:off x="8923930" y="3108626"/>
              <a:ext cx="101160" cy="637560"/>
            </p14:xfrm>
          </p:contentPart>
        </mc:Choice>
        <mc:Fallback>
          <p:pic>
            <p:nvPicPr>
              <p:cNvPr id="237" name="Entrada de lápiz 236">
                <a:extLst>
                  <a:ext uri="{FF2B5EF4-FFF2-40B4-BE49-F238E27FC236}">
                    <a16:creationId xmlns:a16="http://schemas.microsoft.com/office/drawing/2014/main" id="{D3CB3B11-0F10-4799-BB51-D40C5F9E6B1A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905930" y="3090986"/>
                <a:ext cx="136800" cy="67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upo 248">
            <a:extLst>
              <a:ext uri="{FF2B5EF4-FFF2-40B4-BE49-F238E27FC236}">
                <a16:creationId xmlns:a16="http://schemas.microsoft.com/office/drawing/2014/main" id="{628516F7-41B3-4246-9597-C0D47C770998}"/>
              </a:ext>
            </a:extLst>
          </p:cNvPr>
          <p:cNvGrpSpPr/>
          <p:nvPr/>
        </p:nvGrpSpPr>
        <p:grpSpPr>
          <a:xfrm>
            <a:off x="9309490" y="3315266"/>
            <a:ext cx="720720" cy="800640"/>
            <a:chOff x="9309490" y="3315266"/>
            <a:chExt cx="720720" cy="80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6080C3A9-E7DD-42CC-A6C1-84D1400B1F40}"/>
                    </a:ext>
                  </a:extLst>
                </p14:cNvPr>
                <p14:cNvContentPartPr/>
                <p14:nvPr/>
              </p14:nvContentPartPr>
              <p14:xfrm>
                <a:off x="9309490" y="3315266"/>
                <a:ext cx="23400" cy="55944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6080C3A9-E7DD-42CC-A6C1-84D1400B1F4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291850" y="3297626"/>
                  <a:ext cx="5904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8D834622-EEFE-4107-8630-C6341D0C4F7C}"/>
                    </a:ext>
                  </a:extLst>
                </p14:cNvPr>
                <p14:cNvContentPartPr/>
                <p14:nvPr/>
              </p14:nvContentPartPr>
              <p14:xfrm>
                <a:off x="9365650" y="3889466"/>
                <a:ext cx="104040" cy="22644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8D834622-EEFE-4107-8630-C6341D0C4F7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348010" y="3871826"/>
                  <a:ext cx="1396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075F1F48-5CCD-421A-97AE-9A2D53431DC3}"/>
                    </a:ext>
                  </a:extLst>
                </p14:cNvPr>
                <p14:cNvContentPartPr/>
                <p14:nvPr/>
              </p14:nvContentPartPr>
              <p14:xfrm>
                <a:off x="9348010" y="3844466"/>
                <a:ext cx="171720" cy="22860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075F1F48-5CCD-421A-97AE-9A2D53431DC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330010" y="3826826"/>
                  <a:ext cx="2073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B056410A-5163-4928-8C29-4FEBF2E1FC9D}"/>
                    </a:ext>
                  </a:extLst>
                </p14:cNvPr>
                <p14:cNvContentPartPr/>
                <p14:nvPr/>
              </p14:nvContentPartPr>
              <p14:xfrm>
                <a:off x="9647890" y="3951746"/>
                <a:ext cx="169560" cy="9036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B056410A-5163-4928-8C29-4FEBF2E1FC9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630250" y="3933746"/>
                  <a:ext cx="205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882F3388-B311-415B-B25E-355AF6858E5D}"/>
                    </a:ext>
                  </a:extLst>
                </p14:cNvPr>
                <p14:cNvContentPartPr/>
                <p14:nvPr/>
              </p14:nvContentPartPr>
              <p14:xfrm>
                <a:off x="9852730" y="3966866"/>
                <a:ext cx="177480" cy="11088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882F3388-B311-415B-B25E-355AF6858E5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835090" y="3948866"/>
                  <a:ext cx="21312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upo 247">
            <a:extLst>
              <a:ext uri="{FF2B5EF4-FFF2-40B4-BE49-F238E27FC236}">
                <a16:creationId xmlns:a16="http://schemas.microsoft.com/office/drawing/2014/main" id="{D22024F7-C7FA-4D57-A245-2FD8A24DF685}"/>
              </a:ext>
            </a:extLst>
          </p:cNvPr>
          <p:cNvGrpSpPr/>
          <p:nvPr/>
        </p:nvGrpSpPr>
        <p:grpSpPr>
          <a:xfrm>
            <a:off x="9504970" y="2893346"/>
            <a:ext cx="937440" cy="269280"/>
            <a:chOff x="9504970" y="2893346"/>
            <a:chExt cx="937440" cy="2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7943F6F3-DAEB-4A9C-8672-13CE56A279DB}"/>
                    </a:ext>
                  </a:extLst>
                </p14:cNvPr>
                <p14:cNvContentPartPr/>
                <p14:nvPr/>
              </p14:nvContentPartPr>
              <p14:xfrm>
                <a:off x="9504970" y="3007826"/>
                <a:ext cx="135000" cy="13536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7943F6F3-DAEB-4A9C-8672-13CE56A279D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487330" y="2990186"/>
                  <a:ext cx="1706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D06DC306-DF61-4C5A-9E24-CB4B0BDFBC73}"/>
                    </a:ext>
                  </a:extLst>
                </p14:cNvPr>
                <p14:cNvContentPartPr/>
                <p14:nvPr/>
              </p14:nvContentPartPr>
              <p14:xfrm>
                <a:off x="9561130" y="2975786"/>
                <a:ext cx="137160" cy="18684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D06DC306-DF61-4C5A-9E24-CB4B0BDFBC7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543130" y="2958146"/>
                  <a:ext cx="1728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5948DA3E-E4E7-4952-A0C4-BD6A29150419}"/>
                    </a:ext>
                  </a:extLst>
                </p14:cNvPr>
                <p14:cNvContentPartPr/>
                <p14:nvPr/>
              </p14:nvContentPartPr>
              <p14:xfrm>
                <a:off x="9782530" y="3006746"/>
                <a:ext cx="181440" cy="9576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5948DA3E-E4E7-4952-A0C4-BD6A2915041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764890" y="2989106"/>
                  <a:ext cx="217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98B3FB0B-C6AA-428D-A4CF-A267C11163B5}"/>
                    </a:ext>
                  </a:extLst>
                </p14:cNvPr>
                <p14:cNvContentPartPr/>
                <p14:nvPr/>
              </p14:nvContentPartPr>
              <p14:xfrm>
                <a:off x="10053970" y="2972546"/>
                <a:ext cx="193320" cy="9792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98B3FB0B-C6AA-428D-A4CF-A267C11163B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036330" y="2954906"/>
                  <a:ext cx="228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BED11979-8B18-4E62-AFCD-9946768E580A}"/>
                    </a:ext>
                  </a:extLst>
                </p14:cNvPr>
                <p14:cNvContentPartPr/>
                <p14:nvPr/>
              </p14:nvContentPartPr>
              <p14:xfrm>
                <a:off x="10320730" y="2893346"/>
                <a:ext cx="121680" cy="17424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BED11979-8B18-4E62-AFCD-9946768E580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303090" y="2875706"/>
                  <a:ext cx="15732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5A12A1F1-DA3C-4A2C-A993-BC38F19AE198}"/>
              </a:ext>
            </a:extLst>
          </p:cNvPr>
          <p:cNvGrpSpPr/>
          <p:nvPr/>
        </p:nvGrpSpPr>
        <p:grpSpPr>
          <a:xfrm>
            <a:off x="2770810" y="4448186"/>
            <a:ext cx="1171080" cy="453240"/>
            <a:chOff x="2770810" y="4448186"/>
            <a:chExt cx="1171080" cy="45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8E1FA5AE-7D78-4638-822C-7D0FEFA5417E}"/>
                    </a:ext>
                  </a:extLst>
                </p14:cNvPr>
                <p14:cNvContentPartPr/>
                <p14:nvPr/>
              </p14:nvContentPartPr>
              <p14:xfrm>
                <a:off x="2770810" y="4587146"/>
                <a:ext cx="100440" cy="21456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8E1FA5AE-7D78-4638-822C-7D0FEFA5417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752810" y="4569146"/>
                  <a:ext cx="136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182AC1AA-EC3B-47FC-A0E2-246F1557F521}"/>
                    </a:ext>
                  </a:extLst>
                </p14:cNvPr>
                <p14:cNvContentPartPr/>
                <p14:nvPr/>
              </p14:nvContentPartPr>
              <p14:xfrm>
                <a:off x="2938210" y="4612706"/>
                <a:ext cx="137880" cy="13788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182AC1AA-EC3B-47FC-A0E2-246F1557F52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920570" y="4594706"/>
                  <a:ext cx="1735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3C66D8BC-DDDD-49E3-9FF6-9F9E8451AD04}"/>
                    </a:ext>
                  </a:extLst>
                </p14:cNvPr>
                <p14:cNvContentPartPr/>
                <p14:nvPr/>
              </p14:nvContentPartPr>
              <p14:xfrm>
                <a:off x="3176890" y="4749866"/>
                <a:ext cx="30240" cy="15156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3C66D8BC-DDDD-49E3-9FF6-9F9E8451AD0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158890" y="4731866"/>
                  <a:ext cx="658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17768FD9-8961-4820-8528-C277D6EF28D9}"/>
                    </a:ext>
                  </a:extLst>
                </p14:cNvPr>
                <p14:cNvContentPartPr/>
                <p14:nvPr/>
              </p14:nvContentPartPr>
              <p14:xfrm>
                <a:off x="3362290" y="4632506"/>
                <a:ext cx="140400" cy="17388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17768FD9-8961-4820-8528-C277D6EF28D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344650" y="4614506"/>
                  <a:ext cx="176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5A386553-0B59-4F0D-A0E8-C7C7110F7C22}"/>
                    </a:ext>
                  </a:extLst>
                </p14:cNvPr>
                <p14:cNvContentPartPr/>
                <p14:nvPr/>
              </p14:nvContentPartPr>
              <p14:xfrm>
                <a:off x="3685570" y="4548266"/>
                <a:ext cx="29160" cy="23724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5A386553-0B59-4F0D-A0E8-C7C7110F7C2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667930" y="4530626"/>
                  <a:ext cx="648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6C13933C-A8A5-4C58-B06E-FADB7ACA1BAF}"/>
                    </a:ext>
                  </a:extLst>
                </p14:cNvPr>
                <p14:cNvContentPartPr/>
                <p14:nvPr/>
              </p14:nvContentPartPr>
              <p14:xfrm>
                <a:off x="3818770" y="4448186"/>
                <a:ext cx="123120" cy="12636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6C13933C-A8A5-4C58-B06E-FADB7ACA1BA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800770" y="4430186"/>
                  <a:ext cx="15876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upo 269">
            <a:extLst>
              <a:ext uri="{FF2B5EF4-FFF2-40B4-BE49-F238E27FC236}">
                <a16:creationId xmlns:a16="http://schemas.microsoft.com/office/drawing/2014/main" id="{ECE7AA4D-6B3D-41E5-844E-2C449E8CECA2}"/>
              </a:ext>
            </a:extLst>
          </p:cNvPr>
          <p:cNvGrpSpPr/>
          <p:nvPr/>
        </p:nvGrpSpPr>
        <p:grpSpPr>
          <a:xfrm>
            <a:off x="4246090" y="4675706"/>
            <a:ext cx="206640" cy="99000"/>
            <a:chOff x="4246090" y="4675706"/>
            <a:chExt cx="206640" cy="9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4DF54591-137D-4F87-B720-395C313A5918}"/>
                    </a:ext>
                  </a:extLst>
                </p14:cNvPr>
                <p14:cNvContentPartPr/>
                <p14:nvPr/>
              </p14:nvContentPartPr>
              <p14:xfrm>
                <a:off x="4246090" y="4675706"/>
                <a:ext cx="169560" cy="1764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4DF54591-137D-4F87-B720-395C313A591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228450" y="4658066"/>
                  <a:ext cx="2052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4F886EA6-A4BA-4BE8-B924-C9C86331CAE4}"/>
                    </a:ext>
                  </a:extLst>
                </p14:cNvPr>
                <p14:cNvContentPartPr/>
                <p14:nvPr/>
              </p14:nvContentPartPr>
              <p14:xfrm>
                <a:off x="4264090" y="4763546"/>
                <a:ext cx="188640" cy="1116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4F886EA6-A4BA-4BE8-B924-C9C86331CAE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46090" y="4745906"/>
                  <a:ext cx="22428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291A15D9-6D33-4513-9426-874EC580848E}"/>
              </a:ext>
            </a:extLst>
          </p:cNvPr>
          <p:cNvGrpSpPr/>
          <p:nvPr/>
        </p:nvGrpSpPr>
        <p:grpSpPr>
          <a:xfrm>
            <a:off x="418570" y="4524866"/>
            <a:ext cx="2011680" cy="380880"/>
            <a:chOff x="418570" y="4524866"/>
            <a:chExt cx="2011680" cy="3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FB895361-AD23-46D2-8173-FF7BEBB58CDF}"/>
                    </a:ext>
                  </a:extLst>
                </p14:cNvPr>
                <p14:cNvContentPartPr/>
                <p14:nvPr/>
              </p14:nvContentPartPr>
              <p14:xfrm>
                <a:off x="418570" y="4708106"/>
                <a:ext cx="202680" cy="3024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FB895361-AD23-46D2-8173-FF7BEBB58CD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00930" y="4690106"/>
                  <a:ext cx="238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1E4890E0-794D-46B4-AA18-51A9F180AE59}"/>
                    </a:ext>
                  </a:extLst>
                </p14:cNvPr>
                <p14:cNvContentPartPr/>
                <p14:nvPr/>
              </p14:nvContentPartPr>
              <p14:xfrm>
                <a:off x="473650" y="4823666"/>
                <a:ext cx="145800" cy="360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1E4890E0-794D-46B4-AA18-51A9F180AE5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55650" y="4806026"/>
                  <a:ext cx="181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A7E67E94-7E42-45C0-BAE3-E7AF33A1763F}"/>
                    </a:ext>
                  </a:extLst>
                </p14:cNvPr>
                <p14:cNvContentPartPr/>
                <p14:nvPr/>
              </p14:nvContentPartPr>
              <p14:xfrm>
                <a:off x="843370" y="4645826"/>
                <a:ext cx="147600" cy="22248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A7E67E94-7E42-45C0-BAE3-E7AF33A1763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25370" y="4628186"/>
                  <a:ext cx="183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EFA9C916-27DD-4E70-9CE8-543C0C87A13B}"/>
                    </a:ext>
                  </a:extLst>
                </p14:cNvPr>
                <p14:cNvContentPartPr/>
                <p14:nvPr/>
              </p14:nvContentPartPr>
              <p14:xfrm>
                <a:off x="1134250" y="4590026"/>
                <a:ext cx="187200" cy="23832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EFA9C916-27DD-4E70-9CE8-543C0C87A13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16610" y="4572386"/>
                  <a:ext cx="2228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8E31AF66-67D3-4819-954A-7D29AE130AD6}"/>
                    </a:ext>
                  </a:extLst>
                </p14:cNvPr>
                <p14:cNvContentPartPr/>
                <p14:nvPr/>
              </p14:nvContentPartPr>
              <p14:xfrm>
                <a:off x="1390210" y="4622066"/>
                <a:ext cx="122040" cy="16488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8E31AF66-67D3-4819-954A-7D29AE130AD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372570" y="4604426"/>
                  <a:ext cx="157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C6BCB561-974B-4811-860B-3D66ABBACCF5}"/>
                    </a:ext>
                  </a:extLst>
                </p14:cNvPr>
                <p14:cNvContentPartPr/>
                <p14:nvPr/>
              </p14:nvContentPartPr>
              <p14:xfrm>
                <a:off x="1568050" y="4757426"/>
                <a:ext cx="46800" cy="14832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C6BCB561-974B-4811-860B-3D66ABBACCF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550050" y="4739426"/>
                  <a:ext cx="824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EA9A9047-903E-4F2C-8F6F-1073D6652997}"/>
                    </a:ext>
                  </a:extLst>
                </p14:cNvPr>
                <p14:cNvContentPartPr/>
                <p14:nvPr/>
              </p14:nvContentPartPr>
              <p14:xfrm>
                <a:off x="1712410" y="4608026"/>
                <a:ext cx="122040" cy="20628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EA9A9047-903E-4F2C-8F6F-1073D665299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694770" y="4590386"/>
                  <a:ext cx="1576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31EDC40D-AE23-47ED-AC5A-D7D5AC869142}"/>
                    </a:ext>
                  </a:extLst>
                </p14:cNvPr>
                <p14:cNvContentPartPr/>
                <p14:nvPr/>
              </p14:nvContentPartPr>
              <p14:xfrm>
                <a:off x="1977730" y="4524866"/>
                <a:ext cx="78120" cy="30240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31EDC40D-AE23-47ED-AC5A-D7D5AC86914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959730" y="4506866"/>
                  <a:ext cx="1137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8AA050D2-8D13-4848-822A-1E687595A81F}"/>
                    </a:ext>
                  </a:extLst>
                </p14:cNvPr>
                <p14:cNvContentPartPr/>
                <p14:nvPr/>
              </p14:nvContentPartPr>
              <p14:xfrm>
                <a:off x="2208490" y="4705946"/>
                <a:ext cx="221760" cy="1980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8AA050D2-8D13-4848-822A-1E687595A81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190850" y="4687946"/>
                  <a:ext cx="257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C721C782-28FE-4C2C-BE29-068816B24437}"/>
                    </a:ext>
                  </a:extLst>
                </p14:cNvPr>
                <p14:cNvContentPartPr/>
                <p14:nvPr/>
              </p14:nvContentPartPr>
              <p14:xfrm>
                <a:off x="785410" y="4627826"/>
                <a:ext cx="137160" cy="4104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C721C782-28FE-4C2C-BE29-068816B2443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67770" y="4609826"/>
                  <a:ext cx="17280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upo 280">
            <a:extLst>
              <a:ext uri="{FF2B5EF4-FFF2-40B4-BE49-F238E27FC236}">
                <a16:creationId xmlns:a16="http://schemas.microsoft.com/office/drawing/2014/main" id="{6DB33741-A135-411A-A500-4879C44853F8}"/>
              </a:ext>
            </a:extLst>
          </p:cNvPr>
          <p:cNvGrpSpPr/>
          <p:nvPr/>
        </p:nvGrpSpPr>
        <p:grpSpPr>
          <a:xfrm>
            <a:off x="4876090" y="4523426"/>
            <a:ext cx="612720" cy="324360"/>
            <a:chOff x="4876090" y="4523426"/>
            <a:chExt cx="612720" cy="32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0C178F66-9F77-4E78-8178-26B15CBE0366}"/>
                    </a:ext>
                  </a:extLst>
                </p14:cNvPr>
                <p14:cNvContentPartPr/>
                <p14:nvPr/>
              </p14:nvContentPartPr>
              <p14:xfrm>
                <a:off x="4876090" y="4523426"/>
                <a:ext cx="280440" cy="32436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0C178F66-9F77-4E78-8178-26B15CBE036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858090" y="4505426"/>
                  <a:ext cx="3160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E58DA6D9-CEF1-43B9-BE01-83C55F8C70CF}"/>
                    </a:ext>
                  </a:extLst>
                </p14:cNvPr>
                <p14:cNvContentPartPr/>
                <p14:nvPr/>
              </p14:nvContentPartPr>
              <p14:xfrm>
                <a:off x="5322130" y="4694066"/>
                <a:ext cx="166680" cy="468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E58DA6D9-CEF1-43B9-BE01-83C55F8C70C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304130" y="4676426"/>
                  <a:ext cx="20232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upo 293">
            <a:extLst>
              <a:ext uri="{FF2B5EF4-FFF2-40B4-BE49-F238E27FC236}">
                <a16:creationId xmlns:a16="http://schemas.microsoft.com/office/drawing/2014/main" id="{93EB7CDA-96B9-4EE8-96CB-A5A30D973D9E}"/>
              </a:ext>
            </a:extLst>
          </p:cNvPr>
          <p:cNvGrpSpPr/>
          <p:nvPr/>
        </p:nvGrpSpPr>
        <p:grpSpPr>
          <a:xfrm>
            <a:off x="5631730" y="4581026"/>
            <a:ext cx="979560" cy="294480"/>
            <a:chOff x="5631730" y="4581026"/>
            <a:chExt cx="97956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69E56BC7-0595-4E74-945F-6BEFCDC3C69C}"/>
                    </a:ext>
                  </a:extLst>
                </p14:cNvPr>
                <p14:cNvContentPartPr/>
                <p14:nvPr/>
              </p14:nvContentPartPr>
              <p14:xfrm>
                <a:off x="5631730" y="4625666"/>
                <a:ext cx="194040" cy="12816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69E56BC7-0595-4E74-945F-6BEFCDC3C69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613730" y="4607666"/>
                  <a:ext cx="2296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AF16E902-6B8F-4E59-A82D-317DE9FB18B9}"/>
                    </a:ext>
                  </a:extLst>
                </p14:cNvPr>
                <p14:cNvContentPartPr/>
                <p14:nvPr/>
              </p14:nvContentPartPr>
              <p14:xfrm>
                <a:off x="5925130" y="4715666"/>
                <a:ext cx="93240" cy="15984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AF16E902-6B8F-4E59-A82D-317DE9FB18B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907490" y="4697666"/>
                  <a:ext cx="1288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51050D6F-8398-4AC9-8A8E-4FAE478EF256}"/>
                    </a:ext>
                  </a:extLst>
                </p14:cNvPr>
                <p14:cNvContentPartPr/>
                <p14:nvPr/>
              </p14:nvContentPartPr>
              <p14:xfrm>
                <a:off x="6142210" y="4587866"/>
                <a:ext cx="204120" cy="20808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51050D6F-8398-4AC9-8A8E-4FAE478EF25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124210" y="4569866"/>
                  <a:ext cx="2397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07F399A2-CFC8-49AA-A835-363DA25885A9}"/>
                    </a:ext>
                  </a:extLst>
                </p14:cNvPr>
                <p14:cNvContentPartPr/>
                <p14:nvPr/>
              </p14:nvContentPartPr>
              <p14:xfrm>
                <a:off x="6454690" y="4581026"/>
                <a:ext cx="156600" cy="179640"/>
              </p14:xfrm>
            </p:contentPart>
          </mc:Choice>
          <mc:Fallback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07F399A2-CFC8-49AA-A835-363DA25885A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436690" y="4563026"/>
                  <a:ext cx="19224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upo 292">
            <a:extLst>
              <a:ext uri="{FF2B5EF4-FFF2-40B4-BE49-F238E27FC236}">
                <a16:creationId xmlns:a16="http://schemas.microsoft.com/office/drawing/2014/main" id="{33907E3C-D6DD-496C-A379-A363263FC076}"/>
              </a:ext>
            </a:extLst>
          </p:cNvPr>
          <p:cNvGrpSpPr/>
          <p:nvPr/>
        </p:nvGrpSpPr>
        <p:grpSpPr>
          <a:xfrm>
            <a:off x="6844570" y="4529186"/>
            <a:ext cx="1150200" cy="345240"/>
            <a:chOff x="6844570" y="4529186"/>
            <a:chExt cx="115020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80360694-303A-4B6F-B33C-1E3480911DA2}"/>
                    </a:ext>
                  </a:extLst>
                </p14:cNvPr>
                <p14:cNvContentPartPr/>
                <p14:nvPr/>
              </p14:nvContentPartPr>
              <p14:xfrm>
                <a:off x="6844570" y="4598666"/>
                <a:ext cx="235080" cy="7416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80360694-303A-4B6F-B33C-1E3480911DA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826930" y="4581026"/>
                  <a:ext cx="270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F9694EAE-AC1A-4840-9854-71622E8F9784}"/>
                    </a:ext>
                  </a:extLst>
                </p14:cNvPr>
                <p14:cNvContentPartPr/>
                <p14:nvPr/>
              </p14:nvContentPartPr>
              <p14:xfrm>
                <a:off x="7247050" y="4570946"/>
                <a:ext cx="124560" cy="11664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F9694EAE-AC1A-4840-9854-71622E8F978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229050" y="4552946"/>
                  <a:ext cx="160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CFAD12F9-EF7D-4E43-B506-DCF85C921A21}"/>
                    </a:ext>
                  </a:extLst>
                </p14:cNvPr>
                <p14:cNvContentPartPr/>
                <p14:nvPr/>
              </p14:nvContentPartPr>
              <p14:xfrm>
                <a:off x="7389970" y="4688666"/>
                <a:ext cx="81360" cy="18576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CFAD12F9-EF7D-4E43-B506-DCF85C921A2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372330" y="4671026"/>
                  <a:ext cx="117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385CE1F0-F679-4C4C-9D8F-B05CA652C2ED}"/>
                    </a:ext>
                  </a:extLst>
                </p14:cNvPr>
                <p14:cNvContentPartPr/>
                <p14:nvPr/>
              </p14:nvContentPartPr>
              <p14:xfrm>
                <a:off x="7686610" y="4529186"/>
                <a:ext cx="39600" cy="24408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385CE1F0-F679-4C4C-9D8F-B05CA652C2E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668610" y="4511186"/>
                  <a:ext cx="752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4E2DF739-4028-4522-94B4-9E8BE6B3B8B9}"/>
                    </a:ext>
                  </a:extLst>
                </p14:cNvPr>
                <p14:cNvContentPartPr/>
                <p14:nvPr/>
              </p14:nvContentPartPr>
              <p14:xfrm>
                <a:off x="7646290" y="4640426"/>
                <a:ext cx="142200" cy="4536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4E2DF739-4028-4522-94B4-9E8BE6B3B8B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628290" y="4622786"/>
                  <a:ext cx="177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3B939FF2-03F6-480F-A66D-53253F3B8666}"/>
                    </a:ext>
                  </a:extLst>
                </p14:cNvPr>
                <p14:cNvContentPartPr/>
                <p14:nvPr/>
              </p14:nvContentPartPr>
              <p14:xfrm>
                <a:off x="7823410" y="4529186"/>
                <a:ext cx="171360" cy="257400"/>
              </p14:xfrm>
            </p:contentPart>
          </mc:Choice>
          <mc:Fallback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3B939FF2-03F6-480F-A66D-53253F3B866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805770" y="4511546"/>
                  <a:ext cx="2070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6B1C012F-2334-4966-914E-459FD79F0950}"/>
                    </a:ext>
                  </a:extLst>
                </p14:cNvPr>
                <p14:cNvContentPartPr/>
                <p14:nvPr/>
              </p14:nvContentPartPr>
              <p14:xfrm>
                <a:off x="7566370" y="4548266"/>
                <a:ext cx="133560" cy="14400"/>
              </p14:xfrm>
            </p:contentPart>
          </mc:Choice>
          <mc:Fallback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6B1C012F-2334-4966-914E-459FD79F095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548370" y="4530626"/>
                  <a:ext cx="16920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upo 301">
            <a:extLst>
              <a:ext uri="{FF2B5EF4-FFF2-40B4-BE49-F238E27FC236}">
                <a16:creationId xmlns:a16="http://schemas.microsoft.com/office/drawing/2014/main" id="{8C481618-F225-440B-BF78-144BD56B9B72}"/>
              </a:ext>
            </a:extLst>
          </p:cNvPr>
          <p:cNvGrpSpPr/>
          <p:nvPr/>
        </p:nvGrpSpPr>
        <p:grpSpPr>
          <a:xfrm>
            <a:off x="8350090" y="4521266"/>
            <a:ext cx="734760" cy="278280"/>
            <a:chOff x="8350090" y="4521266"/>
            <a:chExt cx="73476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34AA4E50-D7B8-4EDC-9840-387C9FC01339}"/>
                    </a:ext>
                  </a:extLst>
                </p14:cNvPr>
                <p14:cNvContentPartPr/>
                <p14:nvPr/>
              </p14:nvContentPartPr>
              <p14:xfrm>
                <a:off x="8350090" y="4590026"/>
                <a:ext cx="193320" cy="1224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34AA4E50-D7B8-4EDC-9840-387C9FC0133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332090" y="4572386"/>
                  <a:ext cx="228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278F7107-3E32-4873-9159-097E66728A04}"/>
                    </a:ext>
                  </a:extLst>
                </p14:cNvPr>
                <p14:cNvContentPartPr/>
                <p14:nvPr/>
              </p14:nvContentPartPr>
              <p14:xfrm>
                <a:off x="8391490" y="4656626"/>
                <a:ext cx="251640" cy="3996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278F7107-3E32-4873-9159-097E66728A0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373850" y="4638626"/>
                  <a:ext cx="2872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0D14B3ED-F7E6-4A07-857A-3B696F0C3509}"/>
                    </a:ext>
                  </a:extLst>
                </p14:cNvPr>
                <p14:cNvContentPartPr/>
                <p14:nvPr/>
              </p14:nvContentPartPr>
              <p14:xfrm>
                <a:off x="8858050" y="4521266"/>
                <a:ext cx="153720" cy="17352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0D14B3ED-F7E6-4A07-857A-3B696F0C3509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840410" y="4503266"/>
                  <a:ext cx="1893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134A37C6-DD42-4269-9046-A4278DF1DC7E}"/>
                    </a:ext>
                  </a:extLst>
                </p14:cNvPr>
                <p14:cNvContentPartPr/>
                <p14:nvPr/>
              </p14:nvContentPartPr>
              <p14:xfrm>
                <a:off x="8758330" y="4786226"/>
                <a:ext cx="326520" cy="1332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134A37C6-DD42-4269-9046-A4278DF1DC7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740690" y="4768226"/>
                  <a:ext cx="36216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upo 300">
            <a:extLst>
              <a:ext uri="{FF2B5EF4-FFF2-40B4-BE49-F238E27FC236}">
                <a16:creationId xmlns:a16="http://schemas.microsoft.com/office/drawing/2014/main" id="{60508D87-913D-4E58-ADA9-916C442ADE5D}"/>
              </a:ext>
            </a:extLst>
          </p:cNvPr>
          <p:cNvGrpSpPr/>
          <p:nvPr/>
        </p:nvGrpSpPr>
        <p:grpSpPr>
          <a:xfrm>
            <a:off x="8797930" y="4939226"/>
            <a:ext cx="190440" cy="193320"/>
            <a:chOff x="8797930" y="4939226"/>
            <a:chExt cx="190440" cy="19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8894C8D6-2541-42F1-BD20-1A4FEFD419CB}"/>
                    </a:ext>
                  </a:extLst>
                </p14:cNvPr>
                <p14:cNvContentPartPr/>
                <p14:nvPr/>
              </p14:nvContentPartPr>
              <p14:xfrm>
                <a:off x="8797930" y="4947866"/>
                <a:ext cx="165600" cy="10980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8894C8D6-2541-42F1-BD20-1A4FEFD419C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780290" y="4930226"/>
                  <a:ext cx="2012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8A274FBF-A9FE-4085-BB14-2EB2EED60614}"/>
                    </a:ext>
                  </a:extLst>
                </p14:cNvPr>
                <p14:cNvContentPartPr/>
                <p14:nvPr/>
              </p14:nvContentPartPr>
              <p14:xfrm>
                <a:off x="8940490" y="4939226"/>
                <a:ext cx="47880" cy="19332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8A274FBF-A9FE-4085-BB14-2EB2EED6061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922850" y="4921586"/>
                  <a:ext cx="83520" cy="22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5991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C9E997CE-C9A3-4499-B606-715554934C91}"/>
                  </a:ext>
                </a:extLst>
              </p14:cNvPr>
              <p14:cNvContentPartPr/>
              <p14:nvPr/>
            </p14:nvContentPartPr>
            <p14:xfrm>
              <a:off x="536650" y="393146"/>
              <a:ext cx="68400" cy="1134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C9E997CE-C9A3-4499-B606-715554934C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8650" y="375146"/>
                <a:ext cx="104040" cy="14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upo 12">
            <a:extLst>
              <a:ext uri="{FF2B5EF4-FFF2-40B4-BE49-F238E27FC236}">
                <a16:creationId xmlns:a16="http://schemas.microsoft.com/office/drawing/2014/main" id="{4300BFA9-68ED-4F0E-990A-CC3CFFBDD18D}"/>
              </a:ext>
            </a:extLst>
          </p:cNvPr>
          <p:cNvGrpSpPr/>
          <p:nvPr/>
        </p:nvGrpSpPr>
        <p:grpSpPr>
          <a:xfrm>
            <a:off x="1307050" y="141506"/>
            <a:ext cx="2220120" cy="569160"/>
            <a:chOff x="1307050" y="141506"/>
            <a:chExt cx="2220120" cy="56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CE41B37C-AB0E-410C-A87B-3B1505757160}"/>
                    </a:ext>
                  </a:extLst>
                </p14:cNvPr>
                <p14:cNvContentPartPr/>
                <p14:nvPr/>
              </p14:nvContentPartPr>
              <p14:xfrm>
                <a:off x="1307050" y="188666"/>
                <a:ext cx="120600" cy="50760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CE41B37C-AB0E-410C-A87B-3B150575716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9410" y="170666"/>
                  <a:ext cx="15624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18659F66-3C45-45BE-B29E-B9DDA84F2AC4}"/>
                    </a:ext>
                  </a:extLst>
                </p14:cNvPr>
                <p14:cNvContentPartPr/>
                <p14:nvPr/>
              </p14:nvContentPartPr>
              <p14:xfrm>
                <a:off x="1310650" y="257066"/>
                <a:ext cx="223200" cy="25344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18659F66-3C45-45BE-B29E-B9DDA84F2AC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93010" y="239066"/>
                  <a:ext cx="258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7BEEA5B7-4B47-49B9-8A0B-4A592A2920D0}"/>
                    </a:ext>
                  </a:extLst>
                </p14:cNvPr>
                <p14:cNvContentPartPr/>
                <p14:nvPr/>
              </p14:nvContentPartPr>
              <p14:xfrm>
                <a:off x="1653730" y="322586"/>
                <a:ext cx="158760" cy="2883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7BEEA5B7-4B47-49B9-8A0B-4A592A2920D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35730" y="304586"/>
                  <a:ext cx="1944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17E295A3-C5E0-4830-9627-2D545AEC9478}"/>
                    </a:ext>
                  </a:extLst>
                </p14:cNvPr>
                <p14:cNvContentPartPr/>
                <p14:nvPr/>
              </p14:nvContentPartPr>
              <p14:xfrm>
                <a:off x="1869010" y="384506"/>
                <a:ext cx="208800" cy="2264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17E295A3-C5E0-4830-9627-2D545AEC94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51370" y="366866"/>
                  <a:ext cx="2444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E54713C8-9447-488B-A62F-0F0C6189A871}"/>
                    </a:ext>
                  </a:extLst>
                </p14:cNvPr>
                <p14:cNvContentPartPr/>
                <p14:nvPr/>
              </p14:nvContentPartPr>
              <p14:xfrm>
                <a:off x="2231890" y="352466"/>
                <a:ext cx="132120" cy="24984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E54713C8-9447-488B-A62F-0F0C6189A87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13890" y="334466"/>
                  <a:ext cx="1677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CD2046F-8B4B-4691-82A4-1F6DF4A013EF}"/>
                    </a:ext>
                  </a:extLst>
                </p14:cNvPr>
                <p14:cNvContentPartPr/>
                <p14:nvPr/>
              </p14:nvContentPartPr>
              <p14:xfrm>
                <a:off x="2495050" y="375866"/>
                <a:ext cx="177840" cy="1530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CD2046F-8B4B-4691-82A4-1F6DF4A013E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77410" y="357866"/>
                  <a:ext cx="213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0D8AEE55-DEAD-4805-803A-895110ADC077}"/>
                    </a:ext>
                  </a:extLst>
                </p14:cNvPr>
                <p14:cNvContentPartPr/>
                <p14:nvPr/>
              </p14:nvContentPartPr>
              <p14:xfrm>
                <a:off x="2697010" y="569906"/>
                <a:ext cx="51480" cy="14076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0D8AEE55-DEAD-4805-803A-895110ADC07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79010" y="551906"/>
                  <a:ext cx="871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F8415633-CD7B-490F-9083-20D09AABCE6C}"/>
                    </a:ext>
                  </a:extLst>
                </p14:cNvPr>
                <p14:cNvContentPartPr/>
                <p14:nvPr/>
              </p14:nvContentPartPr>
              <p14:xfrm>
                <a:off x="2830210" y="384506"/>
                <a:ext cx="218160" cy="18540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F8415633-CD7B-490F-9083-20D09AABCE6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12570" y="366506"/>
                  <a:ext cx="253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5339E7D4-924E-454B-B4DC-1A0604C8A0E5}"/>
                    </a:ext>
                  </a:extLst>
                </p14:cNvPr>
                <p14:cNvContentPartPr/>
                <p14:nvPr/>
              </p14:nvContentPartPr>
              <p14:xfrm>
                <a:off x="3148450" y="324386"/>
                <a:ext cx="165960" cy="2793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5339E7D4-924E-454B-B4DC-1A0604C8A0E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30810" y="306746"/>
                  <a:ext cx="2016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78B37BDF-CB99-48AF-B207-0A88871DDD6E}"/>
                    </a:ext>
                  </a:extLst>
                </p14:cNvPr>
                <p14:cNvContentPartPr/>
                <p14:nvPr/>
              </p14:nvContentPartPr>
              <p14:xfrm>
                <a:off x="3409090" y="141506"/>
                <a:ext cx="118080" cy="4964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78B37BDF-CB99-48AF-B207-0A88871DDD6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91090" y="123506"/>
                  <a:ext cx="153720" cy="53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25DB6282-AB64-418E-B026-AB629A68A4C0}"/>
              </a:ext>
            </a:extLst>
          </p:cNvPr>
          <p:cNvGrpSpPr/>
          <p:nvPr/>
        </p:nvGrpSpPr>
        <p:grpSpPr>
          <a:xfrm>
            <a:off x="3775930" y="397466"/>
            <a:ext cx="225000" cy="89280"/>
            <a:chOff x="3775930" y="397466"/>
            <a:chExt cx="225000" cy="8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D8DBAF37-98C4-420C-83E9-ADD6729AA05E}"/>
                    </a:ext>
                  </a:extLst>
                </p14:cNvPr>
                <p14:cNvContentPartPr/>
                <p14:nvPr/>
              </p14:nvContentPartPr>
              <p14:xfrm>
                <a:off x="3775930" y="397466"/>
                <a:ext cx="169560" cy="252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D8DBAF37-98C4-420C-83E9-ADD6729AA05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57930" y="379466"/>
                  <a:ext cx="205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EF2B5E0B-F86C-4007-93C7-01BE9DFA6CD2}"/>
                    </a:ext>
                  </a:extLst>
                </p14:cNvPr>
                <p14:cNvContentPartPr/>
                <p14:nvPr/>
              </p14:nvContentPartPr>
              <p14:xfrm>
                <a:off x="3829210" y="485306"/>
                <a:ext cx="171720" cy="14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EF2B5E0B-F86C-4007-93C7-01BE9DFA6CD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11570" y="467306"/>
                  <a:ext cx="20736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AA79FCDC-A344-4723-A6CB-E3261A5D92FC}"/>
              </a:ext>
            </a:extLst>
          </p:cNvPr>
          <p:cNvGrpSpPr/>
          <p:nvPr/>
        </p:nvGrpSpPr>
        <p:grpSpPr>
          <a:xfrm>
            <a:off x="4328170" y="282266"/>
            <a:ext cx="917280" cy="482400"/>
            <a:chOff x="4328170" y="282266"/>
            <a:chExt cx="917280" cy="48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A3FC34E6-0E34-4B12-B294-24892537E049}"/>
                    </a:ext>
                  </a:extLst>
                </p14:cNvPr>
                <p14:cNvContentPartPr/>
                <p14:nvPr/>
              </p14:nvContentPartPr>
              <p14:xfrm>
                <a:off x="4328170" y="282266"/>
                <a:ext cx="89640" cy="3931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A3FC34E6-0E34-4B12-B294-24892537E04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10530" y="264266"/>
                  <a:ext cx="1252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FBD53FD4-D38D-4436-86E1-E9D93C33BA70}"/>
                    </a:ext>
                  </a:extLst>
                </p14:cNvPr>
                <p14:cNvContentPartPr/>
                <p14:nvPr/>
              </p14:nvContentPartPr>
              <p14:xfrm>
                <a:off x="4570090" y="471266"/>
                <a:ext cx="244440" cy="1764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FBD53FD4-D38D-4436-86E1-E9D93C33BA7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52090" y="453626"/>
                  <a:ext cx="280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91EC3728-A212-4F39-A74A-C8B83935C031}"/>
                    </a:ext>
                  </a:extLst>
                </p14:cNvPr>
                <p14:cNvContentPartPr/>
                <p14:nvPr/>
              </p14:nvContentPartPr>
              <p14:xfrm>
                <a:off x="4990570" y="409346"/>
                <a:ext cx="83880" cy="3553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91EC3728-A212-4F39-A74A-C8B83935C03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72570" y="391346"/>
                  <a:ext cx="1195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A88DC150-1B44-410E-9914-A9241B46D736}"/>
                    </a:ext>
                  </a:extLst>
                </p14:cNvPr>
                <p14:cNvContentPartPr/>
                <p14:nvPr/>
              </p14:nvContentPartPr>
              <p14:xfrm>
                <a:off x="5023690" y="395306"/>
                <a:ext cx="221760" cy="17640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A88DC150-1B44-410E-9914-A9241B46D73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06050" y="377306"/>
                  <a:ext cx="25740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A06CF6C-3D15-4ECF-AC6B-8AF0DF82F1C4}"/>
              </a:ext>
            </a:extLst>
          </p:cNvPr>
          <p:cNvGrpSpPr/>
          <p:nvPr/>
        </p:nvGrpSpPr>
        <p:grpSpPr>
          <a:xfrm>
            <a:off x="5477650" y="371546"/>
            <a:ext cx="779040" cy="289800"/>
            <a:chOff x="5477650" y="371546"/>
            <a:chExt cx="77904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BDE6D8C5-0F40-4EC0-9FE1-04196BB466BC}"/>
                    </a:ext>
                  </a:extLst>
                </p14:cNvPr>
                <p14:cNvContentPartPr/>
                <p14:nvPr/>
              </p14:nvContentPartPr>
              <p14:xfrm>
                <a:off x="5477650" y="385586"/>
                <a:ext cx="424440" cy="2757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BDE6D8C5-0F40-4EC0-9FE1-04196BB466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59650" y="367946"/>
                  <a:ext cx="4600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95215AEA-9E02-4D62-96F7-272AAC9B1A91}"/>
                    </a:ext>
                  </a:extLst>
                </p14:cNvPr>
                <p14:cNvContentPartPr/>
                <p14:nvPr/>
              </p14:nvContentPartPr>
              <p14:xfrm>
                <a:off x="5695450" y="379106"/>
                <a:ext cx="221760" cy="2199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95215AEA-9E02-4D62-96F7-272AAC9B1A9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77810" y="361466"/>
                  <a:ext cx="2574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57EDB174-BFC6-46ED-9820-8BF6652C071B}"/>
                    </a:ext>
                  </a:extLst>
                </p14:cNvPr>
                <p14:cNvContentPartPr/>
                <p14:nvPr/>
              </p14:nvContentPartPr>
              <p14:xfrm>
                <a:off x="6092170" y="371546"/>
                <a:ext cx="160920" cy="14184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57EDB174-BFC6-46ED-9820-8BF6652C071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74530" y="353906"/>
                  <a:ext cx="196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B20A5839-85A0-4DA8-81D0-B70CEB19EC20}"/>
                    </a:ext>
                  </a:extLst>
                </p14:cNvPr>
                <p14:cNvContentPartPr/>
                <p14:nvPr/>
              </p14:nvContentPartPr>
              <p14:xfrm>
                <a:off x="6099010" y="609506"/>
                <a:ext cx="157680" cy="144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B20A5839-85A0-4DA8-81D0-B70CEB19EC2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81370" y="591866"/>
                  <a:ext cx="1933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5215EC45-1E11-4932-93B1-1BA0F51D9E32}"/>
              </a:ext>
            </a:extLst>
          </p:cNvPr>
          <p:cNvGrpSpPr/>
          <p:nvPr/>
        </p:nvGrpSpPr>
        <p:grpSpPr>
          <a:xfrm>
            <a:off x="6484210" y="200186"/>
            <a:ext cx="2796120" cy="822240"/>
            <a:chOff x="6484210" y="200186"/>
            <a:chExt cx="2796120" cy="82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C8A31296-0743-4F05-89C0-C6DFBC050097}"/>
                    </a:ext>
                  </a:extLst>
                </p14:cNvPr>
                <p14:cNvContentPartPr/>
                <p14:nvPr/>
              </p14:nvContentPartPr>
              <p14:xfrm>
                <a:off x="6484210" y="421946"/>
                <a:ext cx="218880" cy="29700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C8A31296-0743-4F05-89C0-C6DFBC05009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66570" y="404306"/>
                  <a:ext cx="2545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1A3EECC1-402C-415D-B401-AFD9BDD0979B}"/>
                    </a:ext>
                  </a:extLst>
                </p14:cNvPr>
                <p14:cNvContentPartPr/>
                <p14:nvPr/>
              </p14:nvContentPartPr>
              <p14:xfrm>
                <a:off x="6804250" y="399986"/>
                <a:ext cx="195840" cy="2012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1A3EECC1-402C-415D-B401-AFD9BDD0979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86250" y="381986"/>
                  <a:ext cx="2314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318DA211-F70A-458E-8419-FED4D0E0829E}"/>
                    </a:ext>
                  </a:extLst>
                </p14:cNvPr>
                <p14:cNvContentPartPr/>
                <p14:nvPr/>
              </p14:nvContentPartPr>
              <p14:xfrm>
                <a:off x="7146970" y="350306"/>
                <a:ext cx="110520" cy="23076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318DA211-F70A-458E-8419-FED4D0E0829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29330" y="332306"/>
                  <a:ext cx="1461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455C51E6-8AEB-416E-9DF7-E0B4F1AD5D9D}"/>
                    </a:ext>
                  </a:extLst>
                </p14:cNvPr>
                <p14:cNvContentPartPr/>
                <p14:nvPr/>
              </p14:nvContentPartPr>
              <p14:xfrm>
                <a:off x="7391410" y="200186"/>
                <a:ext cx="156240" cy="44496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455C51E6-8AEB-416E-9DF7-E0B4F1AD5D9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73410" y="182546"/>
                  <a:ext cx="19188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C45AB4B8-9FF7-4780-86B1-9C086283D3FD}"/>
                    </a:ext>
                  </a:extLst>
                </p14:cNvPr>
                <p14:cNvContentPartPr/>
                <p14:nvPr/>
              </p14:nvContentPartPr>
              <p14:xfrm>
                <a:off x="7074610" y="774746"/>
                <a:ext cx="480600" cy="2077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C45AB4B8-9FF7-4780-86B1-9C086283D3F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56610" y="757106"/>
                  <a:ext cx="516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43ED417C-BC8B-413B-BC03-692717A531C1}"/>
                    </a:ext>
                  </a:extLst>
                </p14:cNvPr>
                <p14:cNvContentPartPr/>
                <p14:nvPr/>
              </p14:nvContentPartPr>
              <p14:xfrm>
                <a:off x="7731970" y="753146"/>
                <a:ext cx="42120" cy="22968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43ED417C-BC8B-413B-BC03-692717A531C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13970" y="735146"/>
                  <a:ext cx="77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E3652E2C-145A-4E86-A71C-F2C15213529F}"/>
                    </a:ext>
                  </a:extLst>
                </p14:cNvPr>
                <p14:cNvContentPartPr/>
                <p14:nvPr/>
              </p14:nvContentPartPr>
              <p14:xfrm>
                <a:off x="7749610" y="720026"/>
                <a:ext cx="218160" cy="13212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E3652E2C-145A-4E86-A71C-F2C15213529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31970" y="702026"/>
                  <a:ext cx="2538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E474EE7C-1C69-45BF-BA95-AD70B50EF4FC}"/>
                    </a:ext>
                  </a:extLst>
                </p14:cNvPr>
                <p14:cNvContentPartPr/>
                <p14:nvPr/>
              </p14:nvContentPartPr>
              <p14:xfrm>
                <a:off x="8110690" y="727226"/>
                <a:ext cx="119520" cy="23940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E474EE7C-1C69-45BF-BA95-AD70B50EF4F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92690" y="709586"/>
                  <a:ext cx="1551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AD936F85-2044-4047-AC09-81A5EDA03770}"/>
                    </a:ext>
                  </a:extLst>
                </p14:cNvPr>
                <p14:cNvContentPartPr/>
                <p14:nvPr/>
              </p14:nvContentPartPr>
              <p14:xfrm>
                <a:off x="8314090" y="781946"/>
                <a:ext cx="151560" cy="24048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AD936F85-2044-4047-AC09-81A5EDA0377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96450" y="764306"/>
                  <a:ext cx="1872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1F9C8A30-798D-4932-A7FF-BE5B48FD07AB}"/>
                    </a:ext>
                  </a:extLst>
                </p14:cNvPr>
                <p14:cNvContentPartPr/>
                <p14:nvPr/>
              </p14:nvContentPartPr>
              <p14:xfrm>
                <a:off x="8614690" y="759626"/>
                <a:ext cx="147600" cy="14580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1F9C8A30-798D-4932-A7FF-BE5B48FD07A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97050" y="741626"/>
                  <a:ext cx="1832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8CA8A417-8D18-42A4-AAAB-5EAA619D3426}"/>
                    </a:ext>
                  </a:extLst>
                </p14:cNvPr>
                <p14:cNvContentPartPr/>
                <p14:nvPr/>
              </p14:nvContentPartPr>
              <p14:xfrm>
                <a:off x="8894050" y="709226"/>
                <a:ext cx="93600" cy="18432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8CA8A417-8D18-42A4-AAAB-5EAA619D342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76050" y="691226"/>
                  <a:ext cx="1292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8235B0CD-EA03-485C-B295-09120C2D5E36}"/>
                    </a:ext>
                  </a:extLst>
                </p14:cNvPr>
                <p14:cNvContentPartPr/>
                <p14:nvPr/>
              </p14:nvContentPartPr>
              <p14:xfrm>
                <a:off x="9135970" y="555866"/>
                <a:ext cx="144360" cy="42552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8235B0CD-EA03-485C-B295-09120C2D5E3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17970" y="538226"/>
                  <a:ext cx="180000" cy="46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B68C2B08-54F6-479F-8694-29AED1D972E2}"/>
                  </a:ext>
                </a:extLst>
              </p14:cNvPr>
              <p14:cNvContentPartPr/>
              <p14:nvPr/>
            </p14:nvContentPartPr>
            <p14:xfrm>
              <a:off x="3622210" y="1146266"/>
              <a:ext cx="226800" cy="792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B68C2B08-54F6-479F-8694-29AED1D972E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604210" y="1128266"/>
                <a:ext cx="26244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F42EC1BE-39C8-4CA2-832A-894AE1547F85}"/>
                  </a:ext>
                </a:extLst>
              </p14:cNvPr>
              <p14:cNvContentPartPr/>
              <p14:nvPr/>
            </p14:nvContentPartPr>
            <p14:xfrm>
              <a:off x="3675850" y="1260746"/>
              <a:ext cx="199080" cy="252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F42EC1BE-39C8-4CA2-832A-894AE1547F8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657850" y="1243106"/>
                <a:ext cx="2347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C17E5E1A-D2B9-4AC8-A4E4-7C91C998F73D}"/>
                  </a:ext>
                </a:extLst>
              </p14:cNvPr>
              <p14:cNvContentPartPr/>
              <p14:nvPr/>
            </p14:nvContentPartPr>
            <p14:xfrm>
              <a:off x="4237810" y="1081106"/>
              <a:ext cx="68400" cy="34344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C17E5E1A-D2B9-4AC8-A4E4-7C91C998F73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20170" y="1063466"/>
                <a:ext cx="10404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F5191ED9-FCC9-405F-BA63-5DC0A8240C38}"/>
                  </a:ext>
                </a:extLst>
              </p14:cNvPr>
              <p14:cNvContentPartPr/>
              <p14:nvPr/>
            </p14:nvContentPartPr>
            <p14:xfrm>
              <a:off x="4529770" y="1217906"/>
              <a:ext cx="227880" cy="1332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F5191ED9-FCC9-405F-BA63-5DC0A8240C3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511770" y="1200266"/>
                <a:ext cx="2635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FD727450-41E8-465A-B0B0-243603EB3FDD}"/>
                  </a:ext>
                </a:extLst>
              </p14:cNvPr>
              <p14:cNvContentPartPr/>
              <p14:nvPr/>
            </p14:nvContentPartPr>
            <p14:xfrm>
              <a:off x="5048890" y="1098026"/>
              <a:ext cx="8640" cy="35028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FD727450-41E8-465A-B0B0-243603EB3FD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030890" y="1080026"/>
                <a:ext cx="4428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03AE57A4-0E11-4154-AE83-B4872AFFBAAD}"/>
                  </a:ext>
                </a:extLst>
              </p14:cNvPr>
              <p14:cNvContentPartPr/>
              <p14:nvPr/>
            </p14:nvContentPartPr>
            <p14:xfrm>
              <a:off x="5011810" y="1113146"/>
              <a:ext cx="290880" cy="14508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03AE57A4-0E11-4154-AE83-B4872AFFBAA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994170" y="1095146"/>
                <a:ext cx="32652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D04FBB6F-2086-4FEB-8DED-32753F88406B}"/>
                  </a:ext>
                </a:extLst>
              </p14:cNvPr>
              <p14:cNvContentPartPr/>
              <p14:nvPr/>
            </p14:nvContentPartPr>
            <p14:xfrm>
              <a:off x="5415730" y="1120346"/>
              <a:ext cx="159840" cy="32292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D04FBB6F-2086-4FEB-8DED-32753F88406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397730" y="1102706"/>
                <a:ext cx="195480" cy="35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upo 69">
            <a:extLst>
              <a:ext uri="{FF2B5EF4-FFF2-40B4-BE49-F238E27FC236}">
                <a16:creationId xmlns:a16="http://schemas.microsoft.com/office/drawing/2014/main" id="{561A7D4C-413C-4F8D-99BB-0BBE8536DAF6}"/>
              </a:ext>
            </a:extLst>
          </p:cNvPr>
          <p:cNvGrpSpPr/>
          <p:nvPr/>
        </p:nvGrpSpPr>
        <p:grpSpPr>
          <a:xfrm>
            <a:off x="3647050" y="1910906"/>
            <a:ext cx="372960" cy="109800"/>
            <a:chOff x="3647050" y="1910906"/>
            <a:chExt cx="372960" cy="10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37D18D87-AB86-4415-9CDF-3DCAA370E076}"/>
                    </a:ext>
                  </a:extLst>
                </p14:cNvPr>
                <p14:cNvContentPartPr/>
                <p14:nvPr/>
              </p14:nvContentPartPr>
              <p14:xfrm>
                <a:off x="3647050" y="1910906"/>
                <a:ext cx="189720" cy="792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37D18D87-AB86-4415-9CDF-3DCAA370E07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29410" y="1893266"/>
                  <a:ext cx="225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D3690677-242A-440B-A81C-547FEAA25A98}"/>
                    </a:ext>
                  </a:extLst>
                </p14:cNvPr>
                <p14:cNvContentPartPr/>
                <p14:nvPr/>
              </p14:nvContentPartPr>
              <p14:xfrm>
                <a:off x="3759010" y="1990466"/>
                <a:ext cx="261000" cy="3024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D3690677-242A-440B-A81C-547FEAA25A9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41370" y="1972466"/>
                  <a:ext cx="29664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D1B6577C-0B56-46E8-90F2-E74E67802A05}"/>
                  </a:ext>
                </a:extLst>
              </p14:cNvPr>
              <p14:cNvContentPartPr/>
              <p14:nvPr/>
            </p14:nvContentPartPr>
            <p14:xfrm>
              <a:off x="4381450" y="1813706"/>
              <a:ext cx="34200" cy="36792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D1B6577C-0B56-46E8-90F2-E74E67802A0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363810" y="1795706"/>
                <a:ext cx="6984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52CDDC24-BEC9-4EFA-8F68-D8E2E06DE8CC}"/>
                  </a:ext>
                </a:extLst>
              </p14:cNvPr>
              <p14:cNvContentPartPr/>
              <p14:nvPr/>
            </p14:nvContentPartPr>
            <p14:xfrm>
              <a:off x="4647490" y="1996586"/>
              <a:ext cx="261000" cy="360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52CDDC24-BEC9-4EFA-8F68-D8E2E06DE8C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629850" y="1978946"/>
                <a:ext cx="29664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upo 68">
            <a:extLst>
              <a:ext uri="{FF2B5EF4-FFF2-40B4-BE49-F238E27FC236}">
                <a16:creationId xmlns:a16="http://schemas.microsoft.com/office/drawing/2014/main" id="{21360A5F-0CCE-4EFF-A66C-3330939C1DB5}"/>
              </a:ext>
            </a:extLst>
          </p:cNvPr>
          <p:cNvGrpSpPr/>
          <p:nvPr/>
        </p:nvGrpSpPr>
        <p:grpSpPr>
          <a:xfrm>
            <a:off x="5252650" y="1863026"/>
            <a:ext cx="1216080" cy="377280"/>
            <a:chOff x="5252650" y="1863026"/>
            <a:chExt cx="1216080" cy="3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9E31CAB2-EE44-4CA7-9320-CFF69582C467}"/>
                    </a:ext>
                  </a:extLst>
                </p14:cNvPr>
                <p14:cNvContentPartPr/>
                <p14:nvPr/>
              </p14:nvContentPartPr>
              <p14:xfrm>
                <a:off x="5252650" y="1950866"/>
                <a:ext cx="181080" cy="15660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9E31CAB2-EE44-4CA7-9320-CFF69582C46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35010" y="1933226"/>
                  <a:ext cx="2167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CFC4A172-7A5F-4CF7-8975-F3C38B276F3B}"/>
                    </a:ext>
                  </a:extLst>
                </p14:cNvPr>
                <p14:cNvContentPartPr/>
                <p14:nvPr/>
              </p14:nvContentPartPr>
              <p14:xfrm>
                <a:off x="5458570" y="2076146"/>
                <a:ext cx="52920" cy="16416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CFC4A172-7A5F-4CF7-8975-F3C38B276F3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40570" y="2058146"/>
                  <a:ext cx="885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C60381EB-B510-4B0C-BF78-08B60A6EEDA4}"/>
                    </a:ext>
                  </a:extLst>
                </p14:cNvPr>
                <p14:cNvContentPartPr/>
                <p14:nvPr/>
              </p14:nvContentPartPr>
              <p14:xfrm>
                <a:off x="5569810" y="1938986"/>
                <a:ext cx="204480" cy="19728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C60381EB-B510-4B0C-BF78-08B60A6EEDA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52170" y="1920986"/>
                  <a:ext cx="2401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C73174B7-06E3-4E12-B253-1230968D0BD1}"/>
                    </a:ext>
                  </a:extLst>
                </p14:cNvPr>
                <p14:cNvContentPartPr/>
                <p14:nvPr/>
              </p14:nvContentPartPr>
              <p14:xfrm>
                <a:off x="5817490" y="1914866"/>
                <a:ext cx="154440" cy="22032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C73174B7-06E3-4E12-B253-1230968D0BD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799490" y="1897226"/>
                  <a:ext cx="1900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2B12EB35-2A8B-4315-9F4B-7BFFD58F6E37}"/>
                    </a:ext>
                  </a:extLst>
                </p14:cNvPr>
                <p14:cNvContentPartPr/>
                <p14:nvPr/>
              </p14:nvContentPartPr>
              <p14:xfrm>
                <a:off x="6128890" y="1863026"/>
                <a:ext cx="105120" cy="31644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2B12EB35-2A8B-4315-9F4B-7BFFD58F6E3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11250" y="1845026"/>
                  <a:ext cx="1407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22A6C3E4-5EDE-4889-8964-A4D438D491C7}"/>
                    </a:ext>
                  </a:extLst>
                </p14:cNvPr>
                <p14:cNvContentPartPr/>
                <p14:nvPr/>
              </p14:nvContentPartPr>
              <p14:xfrm>
                <a:off x="6303850" y="1914506"/>
                <a:ext cx="164880" cy="19800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22A6C3E4-5EDE-4889-8964-A4D438D491C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86210" y="1896866"/>
                  <a:ext cx="200520" cy="23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2BE874A7-ED9A-4F04-B3EE-A6150F851F06}"/>
                  </a:ext>
                </a:extLst>
              </p14:cNvPr>
              <p14:cNvContentPartPr/>
              <p14:nvPr/>
            </p14:nvContentPartPr>
            <p14:xfrm>
              <a:off x="6676810" y="2012066"/>
              <a:ext cx="123840" cy="31320"/>
            </p14:xfrm>
          </p:contentPart>
        </mc:Choice>
        <mc:Fallback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2BE874A7-ED9A-4F04-B3EE-A6150F851F0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658810" y="1994066"/>
                <a:ext cx="15948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upo 78">
            <a:extLst>
              <a:ext uri="{FF2B5EF4-FFF2-40B4-BE49-F238E27FC236}">
                <a16:creationId xmlns:a16="http://schemas.microsoft.com/office/drawing/2014/main" id="{3047EF3F-F65C-4304-9998-65E07B2B904D}"/>
              </a:ext>
            </a:extLst>
          </p:cNvPr>
          <p:cNvGrpSpPr/>
          <p:nvPr/>
        </p:nvGrpSpPr>
        <p:grpSpPr>
          <a:xfrm>
            <a:off x="6997930" y="1791026"/>
            <a:ext cx="1073520" cy="399960"/>
            <a:chOff x="6997930" y="1791026"/>
            <a:chExt cx="107352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6EEE9081-8CE8-4D47-BB26-664A125C19AD}"/>
                    </a:ext>
                  </a:extLst>
                </p14:cNvPr>
                <p14:cNvContentPartPr/>
                <p14:nvPr/>
              </p14:nvContentPartPr>
              <p14:xfrm>
                <a:off x="6997930" y="1943306"/>
                <a:ext cx="194760" cy="14580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6EEE9081-8CE8-4D47-BB26-664A125C19A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80290" y="1925306"/>
                  <a:ext cx="2304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06FF76D8-06B8-4D06-A496-6C13FA77F362}"/>
                    </a:ext>
                  </a:extLst>
                </p14:cNvPr>
                <p14:cNvContentPartPr/>
                <p14:nvPr/>
              </p14:nvContentPartPr>
              <p14:xfrm>
                <a:off x="7243450" y="2111426"/>
                <a:ext cx="57600" cy="7956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06FF76D8-06B8-4D06-A496-6C13FA77F36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25810" y="2093426"/>
                  <a:ext cx="93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1745479A-984E-4A9E-A7C3-1401B204E9D5}"/>
                    </a:ext>
                  </a:extLst>
                </p14:cNvPr>
                <p14:cNvContentPartPr/>
                <p14:nvPr/>
              </p14:nvContentPartPr>
              <p14:xfrm>
                <a:off x="7415170" y="1908746"/>
                <a:ext cx="194400" cy="1706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1745479A-984E-4A9E-A7C3-1401B204E9D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97170" y="1891106"/>
                  <a:ext cx="2300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2F588D32-3703-4297-89AA-F1738C7A1956}"/>
                    </a:ext>
                  </a:extLst>
                </p14:cNvPr>
                <p14:cNvContentPartPr/>
                <p14:nvPr/>
              </p14:nvContentPartPr>
              <p14:xfrm>
                <a:off x="7706770" y="1883186"/>
                <a:ext cx="120960" cy="19872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2F588D32-3703-4297-89AA-F1738C7A195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689130" y="1865186"/>
                  <a:ext cx="1566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A0311C0A-9588-47D0-9474-897A712CE946}"/>
                    </a:ext>
                  </a:extLst>
                </p14:cNvPr>
                <p14:cNvContentPartPr/>
                <p14:nvPr/>
              </p14:nvContentPartPr>
              <p14:xfrm>
                <a:off x="7981810" y="1791026"/>
                <a:ext cx="89640" cy="35820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A0311C0A-9588-47D0-9474-897A712CE94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964170" y="1773386"/>
                  <a:ext cx="125280" cy="39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9649DF09-7BF4-4F71-9743-BA1783070FE6}"/>
              </a:ext>
            </a:extLst>
          </p:cNvPr>
          <p:cNvGrpSpPr/>
          <p:nvPr/>
        </p:nvGrpSpPr>
        <p:grpSpPr>
          <a:xfrm>
            <a:off x="8328490" y="1931426"/>
            <a:ext cx="212400" cy="104400"/>
            <a:chOff x="8328490" y="1931426"/>
            <a:chExt cx="212400" cy="10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0458710A-7AFC-4DDD-B193-7B0D5A11FE6B}"/>
                    </a:ext>
                  </a:extLst>
                </p14:cNvPr>
                <p14:cNvContentPartPr/>
                <p14:nvPr/>
              </p14:nvContentPartPr>
              <p14:xfrm>
                <a:off x="8328490" y="1931426"/>
                <a:ext cx="176760" cy="252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0458710A-7AFC-4DDD-B193-7B0D5A11FE6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310490" y="1913426"/>
                  <a:ext cx="212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9DF3699D-E0FC-4C6E-9A74-44BF89A659C1}"/>
                    </a:ext>
                  </a:extLst>
                </p14:cNvPr>
                <p14:cNvContentPartPr/>
                <p14:nvPr/>
              </p14:nvContentPartPr>
              <p14:xfrm>
                <a:off x="8350090" y="2023586"/>
                <a:ext cx="190800" cy="1224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9DF3699D-E0FC-4C6E-9A74-44BF89A659C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332090" y="2005586"/>
                  <a:ext cx="22644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DE20A986-AF7A-4E38-BB42-990486F45B4B}"/>
              </a:ext>
            </a:extLst>
          </p:cNvPr>
          <p:cNvGrpSpPr/>
          <p:nvPr/>
        </p:nvGrpSpPr>
        <p:grpSpPr>
          <a:xfrm>
            <a:off x="8921770" y="1810466"/>
            <a:ext cx="1501200" cy="379440"/>
            <a:chOff x="8921770" y="1810466"/>
            <a:chExt cx="150120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2CCAA696-15B1-411F-9278-A97CB75E9243}"/>
                    </a:ext>
                  </a:extLst>
                </p14:cNvPr>
                <p14:cNvContentPartPr/>
                <p14:nvPr/>
              </p14:nvContentPartPr>
              <p14:xfrm>
                <a:off x="8921770" y="1883186"/>
                <a:ext cx="195480" cy="19440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2CCAA696-15B1-411F-9278-A97CB75E924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904130" y="1865546"/>
                  <a:ext cx="231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4D04F3AE-7AC6-4E38-B450-884B395E38B6}"/>
                    </a:ext>
                  </a:extLst>
                </p14:cNvPr>
                <p14:cNvContentPartPr/>
                <p14:nvPr/>
              </p14:nvContentPartPr>
              <p14:xfrm>
                <a:off x="9162250" y="2009546"/>
                <a:ext cx="52920" cy="18036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4D04F3AE-7AC6-4E38-B450-884B395E38B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144250" y="1991906"/>
                  <a:ext cx="88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CF817B80-4EC0-4D71-8BCA-3C2A8B54EBCD}"/>
                    </a:ext>
                  </a:extLst>
                </p14:cNvPr>
                <p14:cNvContentPartPr/>
                <p14:nvPr/>
              </p14:nvContentPartPr>
              <p14:xfrm>
                <a:off x="9364930" y="1837106"/>
                <a:ext cx="146880" cy="23760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CF817B80-4EC0-4D71-8BCA-3C2A8B54EBC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47290" y="1819466"/>
                  <a:ext cx="1825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DA3FD394-A458-447E-B64B-C896B5BCA9CA}"/>
                    </a:ext>
                  </a:extLst>
                </p14:cNvPr>
                <p14:cNvContentPartPr/>
                <p14:nvPr/>
              </p14:nvContentPartPr>
              <p14:xfrm>
                <a:off x="9689650" y="1839266"/>
                <a:ext cx="104400" cy="21492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DA3FD394-A458-447E-B64B-C896B5BCA9C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671650" y="1821626"/>
                  <a:ext cx="1400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757A637C-8C23-4888-8BAD-6F254FFB8160}"/>
                    </a:ext>
                  </a:extLst>
                </p14:cNvPr>
                <p14:cNvContentPartPr/>
                <p14:nvPr/>
              </p14:nvContentPartPr>
              <p14:xfrm>
                <a:off x="9972970" y="1848626"/>
                <a:ext cx="186120" cy="20520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757A637C-8C23-4888-8BAD-6F254FFB816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955330" y="1830626"/>
                  <a:ext cx="221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C745EEA3-421E-497C-96DA-861BED081205}"/>
                    </a:ext>
                  </a:extLst>
                </p14:cNvPr>
                <p14:cNvContentPartPr/>
                <p14:nvPr/>
              </p14:nvContentPartPr>
              <p14:xfrm>
                <a:off x="10179250" y="1810466"/>
                <a:ext cx="243720" cy="24048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C745EEA3-421E-497C-96DA-861BED08120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161250" y="1792466"/>
                  <a:ext cx="27936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FD8FA54E-DF95-4238-9C9B-31CFE970B509}"/>
              </a:ext>
            </a:extLst>
          </p:cNvPr>
          <p:cNvGrpSpPr/>
          <p:nvPr/>
        </p:nvGrpSpPr>
        <p:grpSpPr>
          <a:xfrm>
            <a:off x="5559730" y="1032506"/>
            <a:ext cx="1578240" cy="733320"/>
            <a:chOff x="5559730" y="1032506"/>
            <a:chExt cx="1578240" cy="73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84D1B317-37DE-4C89-8B7C-B79CCE5F9502}"/>
                    </a:ext>
                  </a:extLst>
                </p14:cNvPr>
                <p14:cNvContentPartPr/>
                <p14:nvPr/>
              </p14:nvContentPartPr>
              <p14:xfrm>
                <a:off x="5621650" y="1189106"/>
                <a:ext cx="173880" cy="1814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84D1B317-37DE-4C89-8B7C-B79CCE5F950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603650" y="1171106"/>
                  <a:ext cx="2095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923EBD2B-797E-4D50-94CD-C752936BB7A0}"/>
                    </a:ext>
                  </a:extLst>
                </p14:cNvPr>
                <p14:cNvContentPartPr/>
                <p14:nvPr/>
              </p14:nvContentPartPr>
              <p14:xfrm>
                <a:off x="5833690" y="1319786"/>
                <a:ext cx="51480" cy="12672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923EBD2B-797E-4D50-94CD-C752936BB7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15690" y="1301786"/>
                  <a:ext cx="87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35030B9C-C80F-4F6C-9631-4D8688A67D36}"/>
                    </a:ext>
                  </a:extLst>
                </p14:cNvPr>
                <p14:cNvContentPartPr/>
                <p14:nvPr/>
              </p14:nvContentPartPr>
              <p14:xfrm>
                <a:off x="6032410" y="1175426"/>
                <a:ext cx="171720" cy="16092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35030B9C-C80F-4F6C-9631-4D8688A67D3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014770" y="1157426"/>
                  <a:ext cx="207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84D2A69E-50A7-4315-BA7A-147DC53AFE2A}"/>
                    </a:ext>
                  </a:extLst>
                </p14:cNvPr>
                <p14:cNvContentPartPr/>
                <p14:nvPr/>
              </p14:nvContentPartPr>
              <p14:xfrm>
                <a:off x="6322930" y="1127186"/>
                <a:ext cx="105480" cy="15552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84D2A69E-50A7-4315-BA7A-147DC53AFE2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05290" y="1109186"/>
                  <a:ext cx="1411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26047E73-E624-4995-87AD-B0F584D52B55}"/>
                    </a:ext>
                  </a:extLst>
                </p14:cNvPr>
                <p14:cNvContentPartPr/>
                <p14:nvPr/>
              </p14:nvContentPartPr>
              <p14:xfrm>
                <a:off x="6597970" y="1032506"/>
                <a:ext cx="81360" cy="31320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26047E73-E624-4995-87AD-B0F584D52B5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80330" y="1014866"/>
                  <a:ext cx="1170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CF66306A-296F-47F5-8D92-F3F962249C96}"/>
                    </a:ext>
                  </a:extLst>
                </p14:cNvPr>
                <p14:cNvContentPartPr/>
                <p14:nvPr/>
              </p14:nvContentPartPr>
              <p14:xfrm>
                <a:off x="5578810" y="1586546"/>
                <a:ext cx="230040" cy="17928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CF66306A-296F-47F5-8D92-F3F962249C9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560810" y="1568546"/>
                  <a:ext cx="2656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34288C08-6FD9-46DD-AE1F-082A9EAA27D2}"/>
                    </a:ext>
                  </a:extLst>
                </p14:cNvPr>
                <p14:cNvContentPartPr/>
                <p14:nvPr/>
              </p14:nvContentPartPr>
              <p14:xfrm>
                <a:off x="5559730" y="1544786"/>
                <a:ext cx="239760" cy="15048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34288C08-6FD9-46DD-AE1F-082A9EAA27D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41730" y="1526786"/>
                  <a:ext cx="2754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968FDF24-C017-4933-9EB7-43D1B2CA7B2C}"/>
                    </a:ext>
                  </a:extLst>
                </p14:cNvPr>
                <p14:cNvContentPartPr/>
                <p14:nvPr/>
              </p14:nvContentPartPr>
              <p14:xfrm>
                <a:off x="5966890" y="1465586"/>
                <a:ext cx="97920" cy="26712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968FDF24-C017-4933-9EB7-43D1B2CA7B2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49250" y="1447586"/>
                  <a:ext cx="1335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95764940-52EE-465E-A3BD-05EE842E4EED}"/>
                    </a:ext>
                  </a:extLst>
                </p14:cNvPr>
                <p14:cNvContentPartPr/>
                <p14:nvPr/>
              </p14:nvContentPartPr>
              <p14:xfrm>
                <a:off x="6203050" y="1510226"/>
                <a:ext cx="155880" cy="17712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95764940-52EE-465E-A3BD-05EE842E4EE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85410" y="1492586"/>
                  <a:ext cx="1915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5E4AB4F2-4EDC-4EC1-8E3D-9A6DDB215A69}"/>
                    </a:ext>
                  </a:extLst>
                </p14:cNvPr>
                <p14:cNvContentPartPr/>
                <p14:nvPr/>
              </p14:nvContentPartPr>
              <p14:xfrm>
                <a:off x="6508690" y="1594106"/>
                <a:ext cx="121680" cy="1332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5E4AB4F2-4EDC-4EC1-8E3D-9A6DDB215A6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91050" y="1576106"/>
                  <a:ext cx="1573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EB67FFBD-A022-456A-BF90-AE533C076223}"/>
                    </a:ext>
                  </a:extLst>
                </p14:cNvPr>
                <p14:cNvContentPartPr/>
                <p14:nvPr/>
              </p14:nvContentPartPr>
              <p14:xfrm>
                <a:off x="6748090" y="1505906"/>
                <a:ext cx="216000" cy="13140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EB67FFBD-A022-456A-BF90-AE533C07622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30450" y="1487906"/>
                  <a:ext cx="2516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5A2A870C-FB4E-4B66-831F-3479A8AE479D}"/>
                    </a:ext>
                  </a:extLst>
                </p14:cNvPr>
                <p14:cNvContentPartPr/>
                <p14:nvPr/>
              </p14:nvContentPartPr>
              <p14:xfrm>
                <a:off x="6759970" y="1472786"/>
                <a:ext cx="167040" cy="16956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5A2A870C-FB4E-4B66-831F-3479A8AE479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42330" y="1455146"/>
                  <a:ext cx="2026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6B08CD7F-92F3-4486-A32D-DEF36344204C}"/>
                    </a:ext>
                  </a:extLst>
                </p14:cNvPr>
                <p14:cNvContentPartPr/>
                <p14:nvPr/>
              </p14:nvContentPartPr>
              <p14:xfrm>
                <a:off x="7057690" y="1374506"/>
                <a:ext cx="80280" cy="33228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6B08CD7F-92F3-4486-A32D-DEF36344204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40050" y="1356506"/>
                  <a:ext cx="115920" cy="36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4B7FF7CE-06C6-4B59-817F-91C860F2AB47}"/>
              </a:ext>
            </a:extLst>
          </p:cNvPr>
          <p:cNvGrpSpPr/>
          <p:nvPr/>
        </p:nvGrpSpPr>
        <p:grpSpPr>
          <a:xfrm>
            <a:off x="7563850" y="1343186"/>
            <a:ext cx="823320" cy="322560"/>
            <a:chOff x="7563850" y="1343186"/>
            <a:chExt cx="82332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0CA1E080-D7EF-431B-982B-46D2ECC47E68}"/>
                    </a:ext>
                  </a:extLst>
                </p14:cNvPr>
                <p14:cNvContentPartPr/>
                <p14:nvPr/>
              </p14:nvContentPartPr>
              <p14:xfrm>
                <a:off x="7563850" y="1400066"/>
                <a:ext cx="3960" cy="26568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0CA1E080-D7EF-431B-982B-46D2ECC47E6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46210" y="1382426"/>
                  <a:ext cx="396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B5B7D69A-AF82-4A19-9CD5-0AAC89D6B47B}"/>
                    </a:ext>
                  </a:extLst>
                </p14:cNvPr>
                <p14:cNvContentPartPr/>
                <p14:nvPr/>
              </p14:nvContentPartPr>
              <p14:xfrm>
                <a:off x="7567450" y="1402226"/>
                <a:ext cx="187200" cy="1656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B5B7D69A-AF82-4A19-9CD5-0AAC89D6B47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49810" y="1384586"/>
                  <a:ext cx="2228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1691C1B1-033F-43CD-B198-F099CF23CF4F}"/>
                    </a:ext>
                  </a:extLst>
                </p14:cNvPr>
                <p14:cNvContentPartPr/>
                <p14:nvPr/>
              </p14:nvContentPartPr>
              <p14:xfrm>
                <a:off x="7620010" y="1525346"/>
                <a:ext cx="171720" cy="144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1691C1B1-033F-43CD-B198-F099CF23CF4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02010" y="1507706"/>
                  <a:ext cx="207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468DFFC1-1A6F-4751-AD94-6E930A928A36}"/>
                    </a:ext>
                  </a:extLst>
                </p14:cNvPr>
                <p14:cNvContentPartPr/>
                <p14:nvPr/>
              </p14:nvContentPartPr>
              <p14:xfrm>
                <a:off x="7875970" y="1413026"/>
                <a:ext cx="99360" cy="23076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468DFFC1-1A6F-4751-AD94-6E930A928A3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857970" y="1395026"/>
                  <a:ext cx="1350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9247C507-AF80-4621-ABCD-231F4492B302}"/>
                    </a:ext>
                  </a:extLst>
                </p14:cNvPr>
                <p14:cNvContentPartPr/>
                <p14:nvPr/>
              </p14:nvContentPartPr>
              <p14:xfrm>
                <a:off x="8024650" y="1423826"/>
                <a:ext cx="175320" cy="18792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9247C507-AF80-4621-ABCD-231F4492B30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007010" y="1405826"/>
                  <a:ext cx="2109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D2E0CF39-2BB9-456E-8262-F11C919BFA66}"/>
                    </a:ext>
                  </a:extLst>
                </p14:cNvPr>
                <p14:cNvContentPartPr/>
                <p14:nvPr/>
              </p14:nvContentPartPr>
              <p14:xfrm>
                <a:off x="8261890" y="1343186"/>
                <a:ext cx="125280" cy="29808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D2E0CF39-2BB9-456E-8262-F11C919BFA6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243890" y="1325546"/>
                  <a:ext cx="1609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1C48A97A-663F-4871-A3C4-CC417B0FD048}"/>
              </a:ext>
            </a:extLst>
          </p:cNvPr>
          <p:cNvGrpSpPr/>
          <p:nvPr/>
        </p:nvGrpSpPr>
        <p:grpSpPr>
          <a:xfrm>
            <a:off x="7225810" y="1483586"/>
            <a:ext cx="94680" cy="99000"/>
            <a:chOff x="7225810" y="1483586"/>
            <a:chExt cx="94680" cy="9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5A62AC27-E678-4908-A03D-BBC556A06705}"/>
                    </a:ext>
                  </a:extLst>
                </p14:cNvPr>
                <p14:cNvContentPartPr/>
                <p14:nvPr/>
              </p14:nvContentPartPr>
              <p14:xfrm>
                <a:off x="7260730" y="1483586"/>
                <a:ext cx="59760" cy="1980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5A62AC27-E678-4908-A03D-BBC556A0670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242730" y="1465946"/>
                  <a:ext cx="95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04644EC9-1C2A-4A75-8690-8C597536584F}"/>
                    </a:ext>
                  </a:extLst>
                </p14:cNvPr>
                <p14:cNvContentPartPr/>
                <p14:nvPr/>
              </p14:nvContentPartPr>
              <p14:xfrm>
                <a:off x="7225810" y="1561706"/>
                <a:ext cx="90720" cy="2088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04644EC9-1C2A-4A75-8690-8C597536584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207810" y="1544066"/>
                  <a:ext cx="12636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07" name="Entrada de lápiz 106">
                <a:extLst>
                  <a:ext uri="{FF2B5EF4-FFF2-40B4-BE49-F238E27FC236}">
                    <a16:creationId xmlns:a16="http://schemas.microsoft.com/office/drawing/2014/main" id="{8626D493-2FD4-48FF-8728-378D93386A49}"/>
                  </a:ext>
                </a:extLst>
              </p14:cNvPr>
              <p14:cNvContentPartPr/>
              <p14:nvPr/>
            </p14:nvContentPartPr>
            <p14:xfrm>
              <a:off x="500650" y="3083426"/>
              <a:ext cx="121320" cy="175680"/>
            </p14:xfrm>
          </p:contentPart>
        </mc:Choice>
        <mc:Fallback>
          <p:pic>
            <p:nvPicPr>
              <p:cNvPr id="107" name="Entrada de lápiz 106">
                <a:extLst>
                  <a:ext uri="{FF2B5EF4-FFF2-40B4-BE49-F238E27FC236}">
                    <a16:creationId xmlns:a16="http://schemas.microsoft.com/office/drawing/2014/main" id="{8626D493-2FD4-48FF-8728-378D93386A49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482650" y="3065786"/>
                <a:ext cx="156960" cy="21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upo 113">
            <a:extLst>
              <a:ext uri="{FF2B5EF4-FFF2-40B4-BE49-F238E27FC236}">
                <a16:creationId xmlns:a16="http://schemas.microsoft.com/office/drawing/2014/main" id="{B98B69AB-22BD-4FB4-A114-8C6791EF96CF}"/>
              </a:ext>
            </a:extLst>
          </p:cNvPr>
          <p:cNvGrpSpPr/>
          <p:nvPr/>
        </p:nvGrpSpPr>
        <p:grpSpPr>
          <a:xfrm>
            <a:off x="941290" y="2936186"/>
            <a:ext cx="575280" cy="1095120"/>
            <a:chOff x="941290" y="2936186"/>
            <a:chExt cx="575280" cy="10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43ABC737-AD46-4D96-BB04-ADD0662B2442}"/>
                    </a:ext>
                  </a:extLst>
                </p14:cNvPr>
                <p14:cNvContentPartPr/>
                <p14:nvPr/>
              </p14:nvContentPartPr>
              <p14:xfrm>
                <a:off x="978370" y="2936186"/>
                <a:ext cx="277920" cy="73440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43ABC737-AD46-4D96-BB04-ADD0662B244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60730" y="2918186"/>
                  <a:ext cx="31356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221A8629-4791-400E-B2C0-166D280B4F1B}"/>
                    </a:ext>
                  </a:extLst>
                </p14:cNvPr>
                <p14:cNvContentPartPr/>
                <p14:nvPr/>
              </p14:nvContentPartPr>
              <p14:xfrm>
                <a:off x="941290" y="3705506"/>
                <a:ext cx="126000" cy="21888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221A8629-4791-400E-B2C0-166D280B4F1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23650" y="3687506"/>
                  <a:ext cx="161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8AF097C1-E1D7-4FC3-9427-83DD64FF36E9}"/>
                    </a:ext>
                  </a:extLst>
                </p14:cNvPr>
                <p14:cNvContentPartPr/>
                <p14:nvPr/>
              </p14:nvContentPartPr>
              <p14:xfrm>
                <a:off x="1136770" y="3912146"/>
                <a:ext cx="47880" cy="11916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8AF097C1-E1D7-4FC3-9427-83DD64FF36E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19130" y="3894146"/>
                  <a:ext cx="835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13D84DB4-0459-4983-ACFA-461B34C2E585}"/>
                    </a:ext>
                  </a:extLst>
                </p14:cNvPr>
                <p14:cNvContentPartPr/>
                <p14:nvPr/>
              </p14:nvContentPartPr>
              <p14:xfrm>
                <a:off x="1258090" y="3778226"/>
                <a:ext cx="140760" cy="16560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13D84DB4-0459-4983-ACFA-461B34C2E58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240450" y="3760226"/>
                  <a:ext cx="176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E2C88F9C-2B03-4585-A3DB-1AB99B1E2DC9}"/>
                    </a:ext>
                  </a:extLst>
                </p14:cNvPr>
                <p14:cNvContentPartPr/>
                <p14:nvPr/>
              </p14:nvContentPartPr>
              <p14:xfrm>
                <a:off x="1424770" y="3781466"/>
                <a:ext cx="91800" cy="21132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E2C88F9C-2B03-4585-A3DB-1AB99B1E2DC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407130" y="3763466"/>
                  <a:ext cx="127440" cy="24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B81AA0D9-3B19-47FC-B806-9F8985C905DF}"/>
                  </a:ext>
                </a:extLst>
              </p14:cNvPr>
              <p14:cNvContentPartPr/>
              <p14:nvPr/>
            </p14:nvContentPartPr>
            <p14:xfrm>
              <a:off x="1226770" y="2545586"/>
              <a:ext cx="198720" cy="183600"/>
            </p14:xfrm>
          </p:contentPart>
        </mc:Choice>
        <mc:Fallback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B81AA0D9-3B19-47FC-B806-9F8985C905DF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208770" y="2527586"/>
                <a:ext cx="23436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BFFB3540-9DE9-47D2-8450-12F4634BB9FA}"/>
                  </a:ext>
                </a:extLst>
              </p14:cNvPr>
              <p14:cNvContentPartPr/>
              <p14:nvPr/>
            </p14:nvContentPartPr>
            <p14:xfrm>
              <a:off x="1449970" y="3081266"/>
              <a:ext cx="233640" cy="242280"/>
            </p14:xfrm>
          </p:contentPart>
        </mc:Choice>
        <mc:Fallback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BFFB3540-9DE9-47D2-8450-12F4634BB9FA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1432330" y="3063626"/>
                <a:ext cx="26928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16" name="Entrada de lápiz 115">
                <a:extLst>
                  <a:ext uri="{FF2B5EF4-FFF2-40B4-BE49-F238E27FC236}">
                    <a16:creationId xmlns:a16="http://schemas.microsoft.com/office/drawing/2014/main" id="{E18C116E-B504-4F00-A65C-8B926C5D2E17}"/>
                  </a:ext>
                </a:extLst>
              </p14:cNvPr>
              <p14:cNvContentPartPr/>
              <p14:nvPr/>
            </p14:nvContentPartPr>
            <p14:xfrm>
              <a:off x="1760650" y="3206186"/>
              <a:ext cx="162360" cy="3600"/>
            </p14:xfrm>
          </p:contentPart>
        </mc:Choice>
        <mc:Fallback>
          <p:pic>
            <p:nvPicPr>
              <p:cNvPr id="116" name="Entrada de lápiz 115">
                <a:extLst>
                  <a:ext uri="{FF2B5EF4-FFF2-40B4-BE49-F238E27FC236}">
                    <a16:creationId xmlns:a16="http://schemas.microsoft.com/office/drawing/2014/main" id="{E18C116E-B504-4F00-A65C-8B926C5D2E17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1743010" y="3188186"/>
                <a:ext cx="1980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5DC81786-4959-4B39-9BE6-6D6ACC0FA214}"/>
                  </a:ext>
                </a:extLst>
              </p14:cNvPr>
              <p14:cNvContentPartPr/>
              <p14:nvPr/>
            </p14:nvContentPartPr>
            <p14:xfrm>
              <a:off x="1318930" y="3034826"/>
              <a:ext cx="186120" cy="384840"/>
            </p14:xfrm>
          </p:contentPart>
        </mc:Choice>
        <mc:Fallback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5DC81786-4959-4B39-9BE6-6D6ACC0FA214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1301290" y="3016826"/>
                <a:ext cx="221760" cy="42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upo 129">
            <a:extLst>
              <a:ext uri="{FF2B5EF4-FFF2-40B4-BE49-F238E27FC236}">
                <a16:creationId xmlns:a16="http://schemas.microsoft.com/office/drawing/2014/main" id="{0217670B-7BED-4928-9CDC-370638FEB3B5}"/>
              </a:ext>
            </a:extLst>
          </p:cNvPr>
          <p:cNvGrpSpPr/>
          <p:nvPr/>
        </p:nvGrpSpPr>
        <p:grpSpPr>
          <a:xfrm>
            <a:off x="2095450" y="2995586"/>
            <a:ext cx="1673640" cy="347040"/>
            <a:chOff x="2095450" y="2995586"/>
            <a:chExt cx="167364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4386EC82-687E-4657-AEA7-13D47C470E29}"/>
                    </a:ext>
                  </a:extLst>
                </p14:cNvPr>
                <p14:cNvContentPartPr/>
                <p14:nvPr/>
              </p14:nvContentPartPr>
              <p14:xfrm>
                <a:off x="2095450" y="3096386"/>
                <a:ext cx="198000" cy="24624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4386EC82-687E-4657-AEA7-13D47C470E2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077810" y="3078386"/>
                  <a:ext cx="2336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18831623-C568-4EB8-8075-82656C6E90A0}"/>
                    </a:ext>
                  </a:extLst>
                </p14:cNvPr>
                <p14:cNvContentPartPr/>
                <p14:nvPr/>
              </p14:nvContentPartPr>
              <p14:xfrm>
                <a:off x="2359690" y="3173066"/>
                <a:ext cx="125280" cy="10332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18831623-C568-4EB8-8075-82656C6E90A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342050" y="3155066"/>
                  <a:ext cx="1609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BEC8E46C-21F3-440D-85D8-F1809A68EC69}"/>
                    </a:ext>
                  </a:extLst>
                </p14:cNvPr>
                <p14:cNvContentPartPr/>
                <p14:nvPr/>
              </p14:nvContentPartPr>
              <p14:xfrm>
                <a:off x="2332330" y="3136706"/>
                <a:ext cx="185040" cy="19440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BEC8E46C-21F3-440D-85D8-F1809A68EC6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314690" y="3118706"/>
                  <a:ext cx="2206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3CE44F1B-29D0-4F36-AC9B-D812555AD2EA}"/>
                    </a:ext>
                  </a:extLst>
                </p14:cNvPr>
                <p14:cNvContentPartPr/>
                <p14:nvPr/>
              </p14:nvContentPartPr>
              <p14:xfrm>
                <a:off x="2701690" y="3057146"/>
                <a:ext cx="77760" cy="27900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3CE44F1B-29D0-4F36-AC9B-D812555AD2E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683690" y="3039506"/>
                  <a:ext cx="1134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56EB063C-E5C9-4056-92FD-D79174289065}"/>
                    </a:ext>
                  </a:extLst>
                </p14:cNvPr>
                <p14:cNvContentPartPr/>
                <p14:nvPr/>
              </p14:nvContentPartPr>
              <p14:xfrm>
                <a:off x="2843170" y="2995586"/>
                <a:ext cx="207720" cy="32436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56EB063C-E5C9-4056-92FD-D7917428906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825170" y="2977586"/>
                  <a:ext cx="2433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3D8DC8DE-4518-4607-A08F-22B05C3D2ECF}"/>
                    </a:ext>
                  </a:extLst>
                </p14:cNvPr>
                <p14:cNvContentPartPr/>
                <p14:nvPr/>
              </p14:nvContentPartPr>
              <p14:xfrm>
                <a:off x="3147010" y="3150386"/>
                <a:ext cx="145800" cy="17928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3D8DC8DE-4518-4607-A08F-22B05C3D2EC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129010" y="3132746"/>
                  <a:ext cx="1814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7E0B0299-C951-45E5-89FA-EE92811819FD}"/>
                    </a:ext>
                  </a:extLst>
                </p14:cNvPr>
                <p14:cNvContentPartPr/>
                <p14:nvPr/>
              </p14:nvContentPartPr>
              <p14:xfrm>
                <a:off x="3194530" y="3139586"/>
                <a:ext cx="545760" cy="17388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7E0B0299-C951-45E5-89FA-EE92811819F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176890" y="3121946"/>
                  <a:ext cx="581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B912C9CD-F55D-4983-A19B-AB440AA9CD81}"/>
                    </a:ext>
                  </a:extLst>
                </p14:cNvPr>
                <p14:cNvContentPartPr/>
                <p14:nvPr/>
              </p14:nvContentPartPr>
              <p14:xfrm>
                <a:off x="3594850" y="3247946"/>
                <a:ext cx="174240" cy="2376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B912C9CD-F55D-4983-A19B-AB440AA9CD8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576850" y="3229946"/>
                  <a:ext cx="20988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upo 148">
            <a:extLst>
              <a:ext uri="{FF2B5EF4-FFF2-40B4-BE49-F238E27FC236}">
                <a16:creationId xmlns:a16="http://schemas.microsoft.com/office/drawing/2014/main" id="{4FFA527A-7B74-48BE-82F9-2E45408C3A97}"/>
              </a:ext>
            </a:extLst>
          </p:cNvPr>
          <p:cNvGrpSpPr/>
          <p:nvPr/>
        </p:nvGrpSpPr>
        <p:grpSpPr>
          <a:xfrm>
            <a:off x="3996250" y="2681666"/>
            <a:ext cx="2718720" cy="1038960"/>
            <a:chOff x="3996250" y="2681666"/>
            <a:chExt cx="2718720" cy="10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958EDC36-31CE-4073-A011-065C8DCB9BDF}"/>
                    </a:ext>
                  </a:extLst>
                </p14:cNvPr>
                <p14:cNvContentPartPr/>
                <p14:nvPr/>
              </p14:nvContentPartPr>
              <p14:xfrm>
                <a:off x="4167610" y="3057146"/>
                <a:ext cx="183600" cy="21348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958EDC36-31CE-4073-A011-065C8DCB9BD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149610" y="3039506"/>
                  <a:ext cx="2192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86911093-1CCC-404A-89CE-798BD9BE8579}"/>
                    </a:ext>
                  </a:extLst>
                </p14:cNvPr>
                <p14:cNvContentPartPr/>
                <p14:nvPr/>
              </p14:nvContentPartPr>
              <p14:xfrm>
                <a:off x="4431850" y="3138506"/>
                <a:ext cx="182520" cy="15264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86911093-1CCC-404A-89CE-798BD9BE857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414210" y="3120866"/>
                  <a:ext cx="2181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AB2A438E-2576-4CE0-89AD-F62B73450FD6}"/>
                    </a:ext>
                  </a:extLst>
                </p14:cNvPr>
                <p14:cNvContentPartPr/>
                <p14:nvPr/>
              </p14:nvContentPartPr>
              <p14:xfrm>
                <a:off x="4430770" y="3099986"/>
                <a:ext cx="173160" cy="18684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AB2A438E-2576-4CE0-89AD-F62B73450FD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412770" y="3082346"/>
                  <a:ext cx="2088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76F61447-086A-4888-B8CE-19160B7F9B1F}"/>
                    </a:ext>
                  </a:extLst>
                </p14:cNvPr>
                <p14:cNvContentPartPr/>
                <p14:nvPr/>
              </p14:nvContentPartPr>
              <p14:xfrm>
                <a:off x="4795090" y="3169826"/>
                <a:ext cx="150480" cy="3024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76F61447-086A-4888-B8CE-19160B7F9B1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777450" y="3151826"/>
                  <a:ext cx="1861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F1607577-8A9E-477F-AF76-237FB3F941FF}"/>
                    </a:ext>
                  </a:extLst>
                </p14:cNvPr>
                <p14:cNvContentPartPr/>
                <p14:nvPr/>
              </p14:nvContentPartPr>
              <p14:xfrm>
                <a:off x="5085610" y="3090626"/>
                <a:ext cx="154080" cy="16416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F1607577-8A9E-477F-AF76-237FB3F941F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067970" y="3072626"/>
                  <a:ext cx="1897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44375BF1-231C-4AF2-ADD3-B3F7AF842B22}"/>
                    </a:ext>
                  </a:extLst>
                </p14:cNvPr>
                <p14:cNvContentPartPr/>
                <p14:nvPr/>
              </p14:nvContentPartPr>
              <p14:xfrm>
                <a:off x="5058250" y="3077666"/>
                <a:ext cx="177840" cy="19008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44375BF1-231C-4AF2-ADD3-B3F7AF842B2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040610" y="3059666"/>
                  <a:ext cx="213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6AF9D155-6343-4E31-9892-F1B32C429732}"/>
                    </a:ext>
                  </a:extLst>
                </p14:cNvPr>
                <p14:cNvContentPartPr/>
                <p14:nvPr/>
              </p14:nvContentPartPr>
              <p14:xfrm>
                <a:off x="5316370" y="2980106"/>
                <a:ext cx="75600" cy="15660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6AF9D155-6343-4E31-9892-F1B32C42973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298730" y="2962466"/>
                  <a:ext cx="1112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9605075E-A95E-4FD8-8179-DA0487376CE4}"/>
                    </a:ext>
                  </a:extLst>
                </p14:cNvPr>
                <p14:cNvContentPartPr/>
                <p14:nvPr/>
              </p14:nvContentPartPr>
              <p14:xfrm>
                <a:off x="3996250" y="2906306"/>
                <a:ext cx="212040" cy="49860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9605075E-A95E-4FD8-8179-DA0487376CE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978610" y="2888306"/>
                  <a:ext cx="24768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1E2EE728-6F74-4A24-93F6-D818B723B228}"/>
                    </a:ext>
                  </a:extLst>
                </p14:cNvPr>
                <p14:cNvContentPartPr/>
                <p14:nvPr/>
              </p14:nvContentPartPr>
              <p14:xfrm>
                <a:off x="5578810" y="2896586"/>
                <a:ext cx="94320" cy="46836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1E2EE728-6F74-4A24-93F6-D818B723B22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560810" y="2878586"/>
                  <a:ext cx="12996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DA9582FC-E6DD-4493-B181-6DCF45E84F28}"/>
                    </a:ext>
                  </a:extLst>
                </p14:cNvPr>
                <p14:cNvContentPartPr/>
                <p14:nvPr/>
              </p14:nvContentPartPr>
              <p14:xfrm>
                <a:off x="5816770" y="2896586"/>
                <a:ext cx="99720" cy="66348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DA9582FC-E6DD-4493-B181-6DCF45E84F2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799130" y="2878586"/>
                  <a:ext cx="135360" cy="69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88EDF5EB-9547-49E1-92B6-269195D00D36}"/>
                    </a:ext>
                  </a:extLst>
                </p14:cNvPr>
                <p14:cNvContentPartPr/>
                <p14:nvPr/>
              </p14:nvContentPartPr>
              <p14:xfrm>
                <a:off x="6078850" y="2681666"/>
                <a:ext cx="84960" cy="24120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88EDF5EB-9547-49E1-92B6-269195D00D3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061210" y="2663666"/>
                  <a:ext cx="1206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CC9B4B71-D46B-47F4-83C8-0D86BE78C91C}"/>
                    </a:ext>
                  </a:extLst>
                </p14:cNvPr>
                <p14:cNvContentPartPr/>
                <p14:nvPr/>
              </p14:nvContentPartPr>
              <p14:xfrm>
                <a:off x="6043570" y="3472226"/>
                <a:ext cx="104760" cy="13140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CC9B4B71-D46B-47F4-83C8-0D86BE78C91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025570" y="3454586"/>
                  <a:ext cx="140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75FF5675-097C-451E-B997-701792C04757}"/>
                    </a:ext>
                  </a:extLst>
                </p14:cNvPr>
                <p14:cNvContentPartPr/>
                <p14:nvPr/>
              </p14:nvContentPartPr>
              <p14:xfrm>
                <a:off x="6139690" y="3597146"/>
                <a:ext cx="62280" cy="12348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75FF5675-097C-451E-B997-701792C0475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121690" y="3579506"/>
                  <a:ext cx="97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CB303BDE-C023-4468-98F6-86F362C49A92}"/>
                    </a:ext>
                  </a:extLst>
                </p14:cNvPr>
                <p14:cNvContentPartPr/>
                <p14:nvPr/>
              </p14:nvContentPartPr>
              <p14:xfrm>
                <a:off x="6340930" y="3512546"/>
                <a:ext cx="113400" cy="12564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CB303BDE-C023-4468-98F6-86F362C49A9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322930" y="3494546"/>
                  <a:ext cx="1490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9BFA9EC4-393B-4703-B294-28E2D56987C5}"/>
                    </a:ext>
                  </a:extLst>
                </p14:cNvPr>
                <p14:cNvContentPartPr/>
                <p14:nvPr/>
              </p14:nvContentPartPr>
              <p14:xfrm>
                <a:off x="6588250" y="3456746"/>
                <a:ext cx="126720" cy="18036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9BFA9EC4-393B-4703-B294-28E2D56987C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570610" y="3439106"/>
                  <a:ext cx="16236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upo 147">
            <a:extLst>
              <a:ext uri="{FF2B5EF4-FFF2-40B4-BE49-F238E27FC236}">
                <a16:creationId xmlns:a16="http://schemas.microsoft.com/office/drawing/2014/main" id="{A588226B-6F90-444E-A60D-BA736820A9C1}"/>
              </a:ext>
            </a:extLst>
          </p:cNvPr>
          <p:cNvGrpSpPr/>
          <p:nvPr/>
        </p:nvGrpSpPr>
        <p:grpSpPr>
          <a:xfrm>
            <a:off x="6929170" y="3106466"/>
            <a:ext cx="136080" cy="111600"/>
            <a:chOff x="6929170" y="3106466"/>
            <a:chExt cx="136080" cy="11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2E76C8AF-ADFA-4E3C-8CCE-C5DED05D99E7}"/>
                    </a:ext>
                  </a:extLst>
                </p14:cNvPr>
                <p14:cNvContentPartPr/>
                <p14:nvPr/>
              </p14:nvContentPartPr>
              <p14:xfrm>
                <a:off x="6929170" y="3106466"/>
                <a:ext cx="117000" cy="1440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2E76C8AF-ADFA-4E3C-8CCE-C5DED05D99E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911530" y="3088826"/>
                  <a:ext cx="1526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550E18EC-4183-4A7F-A30B-DBBF1EF07085}"/>
                    </a:ext>
                  </a:extLst>
                </p14:cNvPr>
                <p14:cNvContentPartPr/>
                <p14:nvPr/>
              </p14:nvContentPartPr>
              <p14:xfrm>
                <a:off x="6942130" y="3189986"/>
                <a:ext cx="123120" cy="2808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550E18EC-4183-4A7F-A30B-DBBF1EF0708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924490" y="3172346"/>
                  <a:ext cx="15876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upo 158">
            <a:extLst>
              <a:ext uri="{FF2B5EF4-FFF2-40B4-BE49-F238E27FC236}">
                <a16:creationId xmlns:a16="http://schemas.microsoft.com/office/drawing/2014/main" id="{285312E8-C900-4EAE-8FA7-FF50736065E0}"/>
              </a:ext>
            </a:extLst>
          </p:cNvPr>
          <p:cNvGrpSpPr/>
          <p:nvPr/>
        </p:nvGrpSpPr>
        <p:grpSpPr>
          <a:xfrm>
            <a:off x="7482850" y="2914946"/>
            <a:ext cx="1008000" cy="505080"/>
            <a:chOff x="7482850" y="2914946"/>
            <a:chExt cx="1008000" cy="50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0E6BE8BE-7242-4CE1-A3B9-462906E535DB}"/>
                    </a:ext>
                  </a:extLst>
                </p14:cNvPr>
                <p14:cNvContentPartPr/>
                <p14:nvPr/>
              </p14:nvContentPartPr>
              <p14:xfrm>
                <a:off x="7662850" y="3027266"/>
                <a:ext cx="259920" cy="21600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0E6BE8BE-7242-4CE1-A3B9-462906E535D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644850" y="3009266"/>
                  <a:ext cx="2955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093B52C2-7F9F-44E5-9CE8-8B6690ADB2F3}"/>
                    </a:ext>
                  </a:extLst>
                </p14:cNvPr>
                <p14:cNvContentPartPr/>
                <p14:nvPr/>
              </p14:nvContentPartPr>
              <p14:xfrm>
                <a:off x="8097370" y="3132386"/>
                <a:ext cx="105480" cy="1512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093B52C2-7F9F-44E5-9CE8-8B6690ADB2F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079370" y="3114386"/>
                  <a:ext cx="1411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B160FBD5-47AF-4AE9-96C7-711586A926D8}"/>
                    </a:ext>
                  </a:extLst>
                </p14:cNvPr>
                <p14:cNvContentPartPr/>
                <p14:nvPr/>
              </p14:nvContentPartPr>
              <p14:xfrm>
                <a:off x="8361970" y="2989106"/>
                <a:ext cx="128880" cy="22932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B160FBD5-47AF-4AE9-96C7-711586A926D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343970" y="2971106"/>
                  <a:ext cx="1645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90F38BCB-B060-45D0-84E8-0B0745228B12}"/>
                    </a:ext>
                  </a:extLst>
                </p14:cNvPr>
                <p14:cNvContentPartPr/>
                <p14:nvPr/>
              </p14:nvContentPartPr>
              <p14:xfrm>
                <a:off x="7482850" y="2914946"/>
                <a:ext cx="243360" cy="50508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90F38BCB-B060-45D0-84E8-0B0745228B1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465210" y="2896946"/>
                  <a:ext cx="279000" cy="54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FA3F44DC-0EAD-4328-9109-689E90502560}"/>
                  </a:ext>
                </a:extLst>
              </p14:cNvPr>
              <p14:cNvContentPartPr/>
              <p14:nvPr/>
            </p14:nvContentPartPr>
            <p14:xfrm>
              <a:off x="8685610" y="2881466"/>
              <a:ext cx="58680" cy="44064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FA3F44DC-0EAD-4328-9109-689E90502560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8667970" y="2863826"/>
                <a:ext cx="94320" cy="47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upo 175">
            <a:extLst>
              <a:ext uri="{FF2B5EF4-FFF2-40B4-BE49-F238E27FC236}">
                <a16:creationId xmlns:a16="http://schemas.microsoft.com/office/drawing/2014/main" id="{6F81688D-9D82-49B2-87B7-71F9798024A6}"/>
              </a:ext>
            </a:extLst>
          </p:cNvPr>
          <p:cNvGrpSpPr/>
          <p:nvPr/>
        </p:nvGrpSpPr>
        <p:grpSpPr>
          <a:xfrm>
            <a:off x="11215330" y="2823866"/>
            <a:ext cx="934560" cy="483480"/>
            <a:chOff x="11215330" y="2823866"/>
            <a:chExt cx="934560" cy="48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A93B2393-F94C-496E-9CD6-22BB618963EC}"/>
                    </a:ext>
                  </a:extLst>
                </p14:cNvPr>
                <p14:cNvContentPartPr/>
                <p14:nvPr/>
              </p14:nvContentPartPr>
              <p14:xfrm>
                <a:off x="11215330" y="3115106"/>
                <a:ext cx="137880" cy="11088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A93B2393-F94C-496E-9CD6-22BB618963E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197330" y="3097466"/>
                  <a:ext cx="173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ABF82D63-AEA5-4329-9F41-41079F1E6D82}"/>
                    </a:ext>
                  </a:extLst>
                </p14:cNvPr>
                <p14:cNvContentPartPr/>
                <p14:nvPr/>
              </p14:nvContentPartPr>
              <p14:xfrm>
                <a:off x="11353210" y="3210506"/>
                <a:ext cx="52920" cy="9684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ABF82D63-AEA5-4329-9F41-41079F1E6D8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335570" y="3192506"/>
                  <a:ext cx="885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A2890CF6-9736-4B6C-98F8-7CAF943708A5}"/>
                    </a:ext>
                  </a:extLst>
                </p14:cNvPr>
                <p14:cNvContentPartPr/>
                <p14:nvPr/>
              </p14:nvContentPartPr>
              <p14:xfrm>
                <a:off x="11537890" y="3090626"/>
                <a:ext cx="109800" cy="12060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A2890CF6-9736-4B6C-98F8-7CAF943708A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519890" y="3072626"/>
                  <a:ext cx="1454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350FADE3-E8CC-4EC9-BCC9-EE36E3B180A9}"/>
                    </a:ext>
                  </a:extLst>
                </p14:cNvPr>
                <p14:cNvContentPartPr/>
                <p14:nvPr/>
              </p14:nvContentPartPr>
              <p14:xfrm>
                <a:off x="11708530" y="3051746"/>
                <a:ext cx="105120" cy="18036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350FADE3-E8CC-4EC9-BCC9-EE36E3B180A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690530" y="3034106"/>
                  <a:ext cx="1407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96FF0C9D-3094-405F-9738-1CB4B62B6A99}"/>
                    </a:ext>
                  </a:extLst>
                </p14:cNvPr>
                <p14:cNvContentPartPr/>
                <p14:nvPr/>
              </p14:nvContentPartPr>
              <p14:xfrm>
                <a:off x="11898970" y="2950226"/>
                <a:ext cx="108360" cy="10512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96FF0C9D-3094-405F-9738-1CB4B62B6A9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881330" y="2932586"/>
                  <a:ext cx="1440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9708457B-70D7-44E8-99FC-38D77117248A}"/>
                    </a:ext>
                  </a:extLst>
                </p14:cNvPr>
                <p14:cNvContentPartPr/>
                <p14:nvPr/>
              </p14:nvContentPartPr>
              <p14:xfrm>
                <a:off x="12052330" y="2823866"/>
                <a:ext cx="97560" cy="45036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9708457B-70D7-44E8-99FC-38D77117248A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2034690" y="2805866"/>
                  <a:ext cx="133200" cy="48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upo 181">
            <a:extLst>
              <a:ext uri="{FF2B5EF4-FFF2-40B4-BE49-F238E27FC236}">
                <a16:creationId xmlns:a16="http://schemas.microsoft.com/office/drawing/2014/main" id="{FA253B76-105C-4034-9568-E3CB7A72CE30}"/>
              </a:ext>
            </a:extLst>
          </p:cNvPr>
          <p:cNvGrpSpPr/>
          <p:nvPr/>
        </p:nvGrpSpPr>
        <p:grpSpPr>
          <a:xfrm>
            <a:off x="7082890" y="3944186"/>
            <a:ext cx="385920" cy="129960"/>
            <a:chOff x="7082890" y="3944186"/>
            <a:chExt cx="385920" cy="12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495905F3-6714-4A16-999A-6627F8E7EA50}"/>
                    </a:ext>
                  </a:extLst>
                </p14:cNvPr>
                <p14:cNvContentPartPr/>
                <p14:nvPr/>
              </p14:nvContentPartPr>
              <p14:xfrm>
                <a:off x="7082890" y="3944186"/>
                <a:ext cx="230040" cy="360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495905F3-6714-4A16-999A-6627F8E7EA5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064890" y="3926546"/>
                  <a:ext cx="2656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D8546588-AF46-4D92-971C-A2B0AF79CE15}"/>
                    </a:ext>
                  </a:extLst>
                </p14:cNvPr>
                <p14:cNvContentPartPr/>
                <p14:nvPr/>
              </p14:nvContentPartPr>
              <p14:xfrm>
                <a:off x="7181530" y="4040666"/>
                <a:ext cx="287280" cy="3348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D8546588-AF46-4D92-971C-A2B0AF79CE1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163890" y="4022666"/>
                  <a:ext cx="32292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upo 180">
            <a:extLst>
              <a:ext uri="{FF2B5EF4-FFF2-40B4-BE49-F238E27FC236}">
                <a16:creationId xmlns:a16="http://schemas.microsoft.com/office/drawing/2014/main" id="{9774CC70-3C1B-4F09-9F07-436A309BB45D}"/>
              </a:ext>
            </a:extLst>
          </p:cNvPr>
          <p:cNvGrpSpPr/>
          <p:nvPr/>
        </p:nvGrpSpPr>
        <p:grpSpPr>
          <a:xfrm>
            <a:off x="7662130" y="3803786"/>
            <a:ext cx="572400" cy="318600"/>
            <a:chOff x="7662130" y="3803786"/>
            <a:chExt cx="572400" cy="3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7D82A26A-3B52-4445-B85B-CE973B3C7357}"/>
                    </a:ext>
                  </a:extLst>
                </p14:cNvPr>
                <p14:cNvContentPartPr/>
                <p14:nvPr/>
              </p14:nvContentPartPr>
              <p14:xfrm>
                <a:off x="7662130" y="3803786"/>
                <a:ext cx="223920" cy="31860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7D82A26A-3B52-4445-B85B-CE973B3C735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644130" y="3786146"/>
                  <a:ext cx="2595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3F032051-3F90-442A-8525-4D1FC44C3AAB}"/>
                    </a:ext>
                  </a:extLst>
                </p14:cNvPr>
                <p14:cNvContentPartPr/>
                <p14:nvPr/>
              </p14:nvContentPartPr>
              <p14:xfrm>
                <a:off x="8074690" y="3979466"/>
                <a:ext cx="159840" cy="1980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3F032051-3F90-442A-8525-4D1FC44C3AA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057050" y="3961466"/>
                  <a:ext cx="19548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upo 186">
            <a:extLst>
              <a:ext uri="{FF2B5EF4-FFF2-40B4-BE49-F238E27FC236}">
                <a16:creationId xmlns:a16="http://schemas.microsoft.com/office/drawing/2014/main" id="{E85F9164-8E06-4D69-B5AB-9F8DBF48F3E0}"/>
              </a:ext>
            </a:extLst>
          </p:cNvPr>
          <p:cNvGrpSpPr/>
          <p:nvPr/>
        </p:nvGrpSpPr>
        <p:grpSpPr>
          <a:xfrm>
            <a:off x="8461690" y="3839426"/>
            <a:ext cx="457920" cy="374400"/>
            <a:chOff x="8461690" y="3839426"/>
            <a:chExt cx="457920" cy="3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DB385B1B-922A-48F6-B4D3-774766C8701D}"/>
                    </a:ext>
                  </a:extLst>
                </p14:cNvPr>
                <p14:cNvContentPartPr/>
                <p14:nvPr/>
              </p14:nvContentPartPr>
              <p14:xfrm>
                <a:off x="8461690" y="3859586"/>
                <a:ext cx="199440" cy="16704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DB385B1B-922A-48F6-B4D3-774766C8701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444050" y="3841946"/>
                  <a:ext cx="235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B4702020-D4BB-43D7-B526-7C5D6B0DD51D}"/>
                    </a:ext>
                  </a:extLst>
                </p14:cNvPr>
                <p14:cNvContentPartPr/>
                <p14:nvPr/>
              </p14:nvContentPartPr>
              <p14:xfrm>
                <a:off x="8728450" y="3839426"/>
                <a:ext cx="162360" cy="14652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B4702020-D4BB-43D7-B526-7C5D6B0DD51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710810" y="3821426"/>
                  <a:ext cx="198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44191E3D-069C-4AD7-9295-BDF6E9FEC0F2}"/>
                    </a:ext>
                  </a:extLst>
                </p14:cNvPr>
                <p14:cNvContentPartPr/>
                <p14:nvPr/>
              </p14:nvContentPartPr>
              <p14:xfrm>
                <a:off x="8878570" y="3864266"/>
                <a:ext cx="41040" cy="25272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44191E3D-069C-4AD7-9295-BDF6E9FEC0F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860930" y="3846266"/>
                  <a:ext cx="766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0C9DAEBB-18D1-4537-A7BC-B4B93946159F}"/>
                    </a:ext>
                  </a:extLst>
                </p14:cNvPr>
                <p14:cNvContentPartPr/>
                <p14:nvPr/>
              </p14:nvContentPartPr>
              <p14:xfrm>
                <a:off x="8572570" y="4102946"/>
                <a:ext cx="129600" cy="11088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0C9DAEBB-18D1-4537-A7BC-B4B93946159F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554930" y="4084946"/>
                  <a:ext cx="165240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188" name="Entrada de lápiz 187">
                <a:extLst>
                  <a:ext uri="{FF2B5EF4-FFF2-40B4-BE49-F238E27FC236}">
                    <a16:creationId xmlns:a16="http://schemas.microsoft.com/office/drawing/2014/main" id="{4D3366CB-7122-422E-9C61-B939C712D383}"/>
                  </a:ext>
                </a:extLst>
              </p14:cNvPr>
              <p14:cNvContentPartPr/>
              <p14:nvPr/>
            </p14:nvContentPartPr>
            <p14:xfrm>
              <a:off x="9123730" y="3818186"/>
              <a:ext cx="139680" cy="186480"/>
            </p14:xfrm>
          </p:contentPart>
        </mc:Choice>
        <mc:Fallback>
          <p:pic>
            <p:nvPicPr>
              <p:cNvPr id="188" name="Entrada de lápiz 187">
                <a:extLst>
                  <a:ext uri="{FF2B5EF4-FFF2-40B4-BE49-F238E27FC236}">
                    <a16:creationId xmlns:a16="http://schemas.microsoft.com/office/drawing/2014/main" id="{4D3366CB-7122-422E-9C61-B939C712D383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9106090" y="3800546"/>
                <a:ext cx="175320" cy="22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upo 194">
            <a:extLst>
              <a:ext uri="{FF2B5EF4-FFF2-40B4-BE49-F238E27FC236}">
                <a16:creationId xmlns:a16="http://schemas.microsoft.com/office/drawing/2014/main" id="{B9EDA9A2-4DFC-46E0-8430-7D5DE446B7EE}"/>
              </a:ext>
            </a:extLst>
          </p:cNvPr>
          <p:cNvGrpSpPr/>
          <p:nvPr/>
        </p:nvGrpSpPr>
        <p:grpSpPr>
          <a:xfrm>
            <a:off x="9469330" y="3787226"/>
            <a:ext cx="418320" cy="314640"/>
            <a:chOff x="9469330" y="3787226"/>
            <a:chExt cx="41832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1565BB04-AA9F-4FF1-9206-C9A12792450C}"/>
                    </a:ext>
                  </a:extLst>
                </p14:cNvPr>
                <p14:cNvContentPartPr/>
                <p14:nvPr/>
              </p14:nvContentPartPr>
              <p14:xfrm>
                <a:off x="9469330" y="3808106"/>
                <a:ext cx="100800" cy="25092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1565BB04-AA9F-4FF1-9206-C9A12792450C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451690" y="3790466"/>
                  <a:ext cx="1364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6244571B-196E-429F-B143-457B23CB9448}"/>
                    </a:ext>
                  </a:extLst>
                </p14:cNvPr>
                <p14:cNvContentPartPr/>
                <p14:nvPr/>
              </p14:nvContentPartPr>
              <p14:xfrm>
                <a:off x="9481210" y="3889466"/>
                <a:ext cx="173160" cy="2268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6244571B-196E-429F-B143-457B23CB944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463570" y="3871826"/>
                  <a:ext cx="2088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BD84A2BF-23FB-49D5-9DF1-0ABE27E1DA26}"/>
                    </a:ext>
                  </a:extLst>
                </p14:cNvPr>
                <p14:cNvContentPartPr/>
                <p14:nvPr/>
              </p14:nvContentPartPr>
              <p14:xfrm>
                <a:off x="9643210" y="3787226"/>
                <a:ext cx="244440" cy="31464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BD84A2BF-23FB-49D5-9DF1-0ABE27E1DA26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625210" y="3769586"/>
                  <a:ext cx="28008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upo 193">
            <a:extLst>
              <a:ext uri="{FF2B5EF4-FFF2-40B4-BE49-F238E27FC236}">
                <a16:creationId xmlns:a16="http://schemas.microsoft.com/office/drawing/2014/main" id="{5178FD72-E51F-4F3B-BB1D-329702DE99D9}"/>
              </a:ext>
            </a:extLst>
          </p:cNvPr>
          <p:cNvGrpSpPr/>
          <p:nvPr/>
        </p:nvGrpSpPr>
        <p:grpSpPr>
          <a:xfrm>
            <a:off x="7263970" y="4412186"/>
            <a:ext cx="269280" cy="111960"/>
            <a:chOff x="7263970" y="4412186"/>
            <a:chExt cx="269280" cy="11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C08EE0CE-AD5A-44AC-A471-66869C3A6A77}"/>
                    </a:ext>
                  </a:extLst>
                </p14:cNvPr>
                <p14:cNvContentPartPr/>
                <p14:nvPr/>
              </p14:nvContentPartPr>
              <p14:xfrm>
                <a:off x="7263970" y="4412186"/>
                <a:ext cx="228960" cy="900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C08EE0CE-AD5A-44AC-A471-66869C3A6A7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245970" y="4394546"/>
                  <a:ext cx="264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411160C9-D9B5-425E-8711-29928AA86791}"/>
                    </a:ext>
                  </a:extLst>
                </p14:cNvPr>
                <p14:cNvContentPartPr/>
                <p14:nvPr/>
              </p14:nvContentPartPr>
              <p14:xfrm>
                <a:off x="7315090" y="4516226"/>
                <a:ext cx="218160" cy="792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411160C9-D9B5-425E-8711-29928AA8679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297090" y="4498586"/>
                  <a:ext cx="25380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FC730D06-3208-429E-8D15-B7731A9FA48F}"/>
              </a:ext>
            </a:extLst>
          </p:cNvPr>
          <p:cNvGrpSpPr/>
          <p:nvPr/>
        </p:nvGrpSpPr>
        <p:grpSpPr>
          <a:xfrm>
            <a:off x="7847170" y="4375466"/>
            <a:ext cx="1377360" cy="349200"/>
            <a:chOff x="7847170" y="4375466"/>
            <a:chExt cx="137736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8CEC1077-8FF5-4B3B-903B-AB41BE8AB1CA}"/>
                    </a:ext>
                  </a:extLst>
                </p14:cNvPr>
                <p14:cNvContentPartPr/>
                <p14:nvPr/>
              </p14:nvContentPartPr>
              <p14:xfrm>
                <a:off x="7847170" y="4463306"/>
                <a:ext cx="170640" cy="14364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8CEC1077-8FF5-4B3B-903B-AB41BE8AB1C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829530" y="4445666"/>
                  <a:ext cx="206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160ACCBD-53D7-480F-B871-5CD15D9E93DD}"/>
                    </a:ext>
                  </a:extLst>
                </p14:cNvPr>
                <p14:cNvContentPartPr/>
                <p14:nvPr/>
              </p14:nvContentPartPr>
              <p14:xfrm>
                <a:off x="8072530" y="4578506"/>
                <a:ext cx="34920" cy="14616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160ACCBD-53D7-480F-B871-5CD15D9E93D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054530" y="4560506"/>
                  <a:ext cx="705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7CA3B6B4-2CE6-432F-A3D6-8FD9EECCF6DF}"/>
                    </a:ext>
                  </a:extLst>
                </p14:cNvPr>
                <p14:cNvContentPartPr/>
                <p14:nvPr/>
              </p14:nvContentPartPr>
              <p14:xfrm>
                <a:off x="8273410" y="4390586"/>
                <a:ext cx="149760" cy="17748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7CA3B6B4-2CE6-432F-A3D6-8FD9EECCF6DF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255410" y="4372586"/>
                  <a:ext cx="1854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4E951D4E-26D0-4266-B047-C0913006FAF8}"/>
                    </a:ext>
                  </a:extLst>
                </p14:cNvPr>
                <p14:cNvContentPartPr/>
                <p14:nvPr/>
              </p14:nvContentPartPr>
              <p14:xfrm>
                <a:off x="8553490" y="4395266"/>
                <a:ext cx="117000" cy="19440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4E951D4E-26D0-4266-B047-C0913006FAF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535850" y="4377266"/>
                  <a:ext cx="1526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97D57300-1178-4B21-92FD-ACCE0A3221CE}"/>
                    </a:ext>
                  </a:extLst>
                </p14:cNvPr>
                <p14:cNvContentPartPr/>
                <p14:nvPr/>
              </p14:nvContentPartPr>
              <p14:xfrm>
                <a:off x="8791450" y="4388066"/>
                <a:ext cx="122040" cy="17568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97D57300-1178-4B21-92FD-ACCE0A3221C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773810" y="4370066"/>
                  <a:ext cx="1576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E8C60D31-D316-4276-95E6-6E6BA3764113}"/>
                    </a:ext>
                  </a:extLst>
                </p14:cNvPr>
                <p14:cNvContentPartPr/>
                <p14:nvPr/>
              </p14:nvContentPartPr>
              <p14:xfrm>
                <a:off x="9051370" y="4375466"/>
                <a:ext cx="173160" cy="22248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E8C60D31-D316-4276-95E6-6E6BA3764113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033370" y="4357826"/>
                  <a:ext cx="20880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upo 208">
            <a:extLst>
              <a:ext uri="{FF2B5EF4-FFF2-40B4-BE49-F238E27FC236}">
                <a16:creationId xmlns:a16="http://schemas.microsoft.com/office/drawing/2014/main" id="{04AE007D-2938-43FB-9C0C-D2887395383E}"/>
              </a:ext>
            </a:extLst>
          </p:cNvPr>
          <p:cNvGrpSpPr/>
          <p:nvPr/>
        </p:nvGrpSpPr>
        <p:grpSpPr>
          <a:xfrm>
            <a:off x="9024010" y="2950226"/>
            <a:ext cx="1881720" cy="465120"/>
            <a:chOff x="9024010" y="2950226"/>
            <a:chExt cx="1881720" cy="46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37ACA89B-22C7-42D0-A2C8-CFE42B61ED76}"/>
                    </a:ext>
                  </a:extLst>
                </p14:cNvPr>
                <p14:cNvContentPartPr/>
                <p14:nvPr/>
              </p14:nvContentPartPr>
              <p14:xfrm>
                <a:off x="9024010" y="3147146"/>
                <a:ext cx="250560" cy="1548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37ACA89B-22C7-42D0-A2C8-CFE42B61ED7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006010" y="3129506"/>
                  <a:ext cx="2862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CF1F639B-302F-4B83-A9A0-8149AFB4A09A}"/>
                    </a:ext>
                  </a:extLst>
                </p14:cNvPr>
                <p14:cNvContentPartPr/>
                <p14:nvPr/>
              </p14:nvContentPartPr>
              <p14:xfrm>
                <a:off x="9346570" y="3058226"/>
                <a:ext cx="109800" cy="35172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CF1F639B-302F-4B83-A9A0-8149AFB4A09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328930" y="3040586"/>
                  <a:ext cx="1454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5D54C286-F381-48FD-B14B-7CD15A4A3D56}"/>
                    </a:ext>
                  </a:extLst>
                </p14:cNvPr>
                <p14:cNvContentPartPr/>
                <p14:nvPr/>
              </p14:nvContentPartPr>
              <p14:xfrm>
                <a:off x="9563290" y="3089906"/>
                <a:ext cx="178920" cy="19368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5D54C286-F381-48FD-B14B-7CD15A4A3D5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545650" y="3072266"/>
                  <a:ext cx="2145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962144A7-3E79-40F9-BF29-9086439EB948}"/>
                    </a:ext>
                  </a:extLst>
                </p14:cNvPr>
                <p14:cNvContentPartPr/>
                <p14:nvPr/>
              </p14:nvContentPartPr>
              <p14:xfrm>
                <a:off x="9831490" y="3117266"/>
                <a:ext cx="104040" cy="6156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962144A7-3E79-40F9-BF29-9086439EB94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813490" y="3099266"/>
                  <a:ext cx="139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9EBAA9A9-FCF1-4EB7-833D-6A9C17399DD2}"/>
                    </a:ext>
                  </a:extLst>
                </p14:cNvPr>
                <p14:cNvContentPartPr/>
                <p14:nvPr/>
              </p14:nvContentPartPr>
              <p14:xfrm>
                <a:off x="9838690" y="3119426"/>
                <a:ext cx="84960" cy="10872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9EBAA9A9-FCF1-4EB7-833D-6A9C17399DD2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820690" y="3101426"/>
                  <a:ext cx="1206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6143D331-18CD-4B32-9D55-0DF4231DCEF6}"/>
                    </a:ext>
                  </a:extLst>
                </p14:cNvPr>
                <p14:cNvContentPartPr/>
                <p14:nvPr/>
              </p14:nvContentPartPr>
              <p14:xfrm>
                <a:off x="10034530" y="3105386"/>
                <a:ext cx="122760" cy="10188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6143D331-18CD-4B32-9D55-0DF4231DCEF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016890" y="3087746"/>
                  <a:ext cx="1584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E378E0E4-4022-406F-84DF-211C623DF9EC}"/>
                    </a:ext>
                  </a:extLst>
                </p14:cNvPr>
                <p14:cNvContentPartPr/>
                <p14:nvPr/>
              </p14:nvContentPartPr>
              <p14:xfrm>
                <a:off x="10139650" y="3173066"/>
                <a:ext cx="64800" cy="14832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E378E0E4-4022-406F-84DF-211C623DF9E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122010" y="3155066"/>
                  <a:ext cx="1004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847F8F39-CCEA-4936-AB80-5BC3923A3F26}"/>
                    </a:ext>
                  </a:extLst>
                </p14:cNvPr>
                <p14:cNvContentPartPr/>
                <p14:nvPr/>
              </p14:nvContentPartPr>
              <p14:xfrm>
                <a:off x="10375450" y="3103226"/>
                <a:ext cx="111240" cy="16056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847F8F39-CCEA-4936-AB80-5BC3923A3F2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357810" y="3085586"/>
                  <a:ext cx="1468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A0ABF287-E2E9-4C6D-94C1-B96ED089DE61}"/>
                    </a:ext>
                  </a:extLst>
                </p14:cNvPr>
                <p14:cNvContentPartPr/>
                <p14:nvPr/>
              </p14:nvContentPartPr>
              <p14:xfrm>
                <a:off x="10554370" y="3060746"/>
                <a:ext cx="128520" cy="21996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A0ABF287-E2E9-4C6D-94C1-B96ED089DE61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536370" y="3043106"/>
                  <a:ext cx="1641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449ADF8A-9DA5-4C13-A425-EAAA2B68DB48}"/>
                    </a:ext>
                  </a:extLst>
                </p14:cNvPr>
                <p14:cNvContentPartPr/>
                <p14:nvPr/>
              </p14:nvContentPartPr>
              <p14:xfrm>
                <a:off x="10783690" y="3178466"/>
                <a:ext cx="122040" cy="2700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449ADF8A-9DA5-4C13-A425-EAAA2B68DB48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766050" y="3160466"/>
                  <a:ext cx="1576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106B10ED-1AF2-44D9-811A-06756820DA7C}"/>
                    </a:ext>
                  </a:extLst>
                </p14:cNvPr>
                <p14:cNvContentPartPr/>
                <p14:nvPr/>
              </p14:nvContentPartPr>
              <p14:xfrm>
                <a:off x="9308410" y="2950226"/>
                <a:ext cx="188640" cy="29916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106B10ED-1AF2-44D9-811A-06756820DA7C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290770" y="2932226"/>
                  <a:ext cx="2242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63F98D82-3861-483E-8DFE-BAAE74F71A66}"/>
                    </a:ext>
                  </a:extLst>
                </p14:cNvPr>
                <p14:cNvContentPartPr/>
                <p14:nvPr/>
              </p14:nvContentPartPr>
              <p14:xfrm>
                <a:off x="9322450" y="3066866"/>
                <a:ext cx="93960" cy="34848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63F98D82-3861-483E-8DFE-BAAE74F71A6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304450" y="3049226"/>
                  <a:ext cx="12960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DBB7058B-5F39-4B8A-974C-A2719609C055}"/>
                    </a:ext>
                  </a:extLst>
                </p14:cNvPr>
                <p14:cNvContentPartPr/>
                <p14:nvPr/>
              </p14:nvContentPartPr>
              <p14:xfrm>
                <a:off x="9351610" y="3265226"/>
                <a:ext cx="96840" cy="13536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DBB7058B-5F39-4B8A-974C-A2719609C055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333610" y="3247226"/>
                  <a:ext cx="1324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1D180391-7EBE-455C-A007-DECFD0FC91DA}"/>
                    </a:ext>
                  </a:extLst>
                </p14:cNvPr>
                <p14:cNvContentPartPr/>
                <p14:nvPr/>
              </p14:nvContentPartPr>
              <p14:xfrm>
                <a:off x="9750490" y="3133466"/>
                <a:ext cx="139680" cy="8064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1D180391-7EBE-455C-A007-DECFD0FC91D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732490" y="3115466"/>
                  <a:ext cx="175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03E1170B-3EC2-42DC-A71A-6B5760C96E41}"/>
                    </a:ext>
                  </a:extLst>
                </p14:cNvPr>
                <p14:cNvContentPartPr/>
                <p14:nvPr/>
              </p14:nvContentPartPr>
              <p14:xfrm>
                <a:off x="9810970" y="3085946"/>
                <a:ext cx="19440" cy="7884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03E1170B-3EC2-42DC-A71A-6B5760C96E4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793330" y="3068306"/>
                  <a:ext cx="55080" cy="11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10" name="Entrada de lápiz 209">
                <a:extLst>
                  <a:ext uri="{FF2B5EF4-FFF2-40B4-BE49-F238E27FC236}">
                    <a16:creationId xmlns:a16="http://schemas.microsoft.com/office/drawing/2014/main" id="{C38873CB-8734-49AD-B201-2554175F6BF6}"/>
                  </a:ext>
                </a:extLst>
              </p14:cNvPr>
              <p14:cNvContentPartPr/>
              <p14:nvPr/>
            </p14:nvContentPartPr>
            <p14:xfrm>
              <a:off x="10880530" y="3173066"/>
              <a:ext cx="119520" cy="47520"/>
            </p14:xfrm>
          </p:contentPart>
        </mc:Choice>
        <mc:Fallback>
          <p:pic>
            <p:nvPicPr>
              <p:cNvPr id="210" name="Entrada de lápiz 209">
                <a:extLst>
                  <a:ext uri="{FF2B5EF4-FFF2-40B4-BE49-F238E27FC236}">
                    <a16:creationId xmlns:a16="http://schemas.microsoft.com/office/drawing/2014/main" id="{C38873CB-8734-49AD-B201-2554175F6BF6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10862530" y="3155066"/>
                <a:ext cx="155160" cy="8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5019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BF8EEF36-019C-4852-AA13-3ABDBCA706F8}"/>
                  </a:ext>
                </a:extLst>
              </p14:cNvPr>
              <p14:cNvContentPartPr/>
              <p14:nvPr/>
            </p14:nvContentPartPr>
            <p14:xfrm>
              <a:off x="930490" y="622466"/>
              <a:ext cx="120960" cy="12492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BF8EEF36-019C-4852-AA13-3ABDBCA706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2490" y="604466"/>
                <a:ext cx="156600" cy="16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upo 18">
            <a:extLst>
              <a:ext uri="{FF2B5EF4-FFF2-40B4-BE49-F238E27FC236}">
                <a16:creationId xmlns:a16="http://schemas.microsoft.com/office/drawing/2014/main" id="{6055D137-AFC9-4E5B-BA9A-94172B5ABDDB}"/>
              </a:ext>
            </a:extLst>
          </p:cNvPr>
          <p:cNvGrpSpPr/>
          <p:nvPr/>
        </p:nvGrpSpPr>
        <p:grpSpPr>
          <a:xfrm>
            <a:off x="1334410" y="394226"/>
            <a:ext cx="259200" cy="600840"/>
            <a:chOff x="1334410" y="394226"/>
            <a:chExt cx="259200" cy="60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AA92D30A-1CF7-4B1D-8D35-6A55C5487ECE}"/>
                    </a:ext>
                  </a:extLst>
                </p14:cNvPr>
                <p14:cNvContentPartPr/>
                <p14:nvPr/>
              </p14:nvContentPartPr>
              <p14:xfrm>
                <a:off x="1334410" y="443546"/>
                <a:ext cx="70560" cy="55152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AA92D30A-1CF7-4B1D-8D35-6A55C5487E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16770" y="425546"/>
                  <a:ext cx="10620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5E449670-47D3-43E4-9AA5-55E361A0DC15}"/>
                    </a:ext>
                  </a:extLst>
                </p14:cNvPr>
                <p14:cNvContentPartPr/>
                <p14:nvPr/>
              </p14:nvContentPartPr>
              <p14:xfrm>
                <a:off x="1385170" y="394226"/>
                <a:ext cx="208440" cy="2739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5E449670-47D3-43E4-9AA5-55E361A0DC1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7530" y="376226"/>
                  <a:ext cx="244080" cy="30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E7BCC389-64AB-4B77-BAB4-92B4625DADB0}"/>
                  </a:ext>
                </a:extLst>
              </p14:cNvPr>
              <p14:cNvContentPartPr/>
              <p14:nvPr/>
            </p14:nvContentPartPr>
            <p14:xfrm>
              <a:off x="1882330" y="323666"/>
              <a:ext cx="187200" cy="54972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E7BCC389-64AB-4B77-BAB4-92B4625DAD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64330" y="305666"/>
                <a:ext cx="222840" cy="58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upo 17">
            <a:extLst>
              <a:ext uri="{FF2B5EF4-FFF2-40B4-BE49-F238E27FC236}">
                <a16:creationId xmlns:a16="http://schemas.microsoft.com/office/drawing/2014/main" id="{36890402-67B5-437D-8804-CC254728EDDC}"/>
              </a:ext>
            </a:extLst>
          </p:cNvPr>
          <p:cNvGrpSpPr/>
          <p:nvPr/>
        </p:nvGrpSpPr>
        <p:grpSpPr>
          <a:xfrm>
            <a:off x="3325570" y="322586"/>
            <a:ext cx="662400" cy="416880"/>
            <a:chOff x="3325570" y="322586"/>
            <a:chExt cx="66240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9291E3A7-53BE-426B-B019-C6C4458DD244}"/>
                    </a:ext>
                  </a:extLst>
                </p14:cNvPr>
                <p14:cNvContentPartPr/>
                <p14:nvPr/>
              </p14:nvContentPartPr>
              <p14:xfrm>
                <a:off x="3794650" y="488546"/>
                <a:ext cx="193320" cy="2509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9291E3A7-53BE-426B-B019-C6C4458DD24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77010" y="470546"/>
                  <a:ext cx="2289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C992953B-CD2C-48C2-8870-B3E5CED8B6A9}"/>
                    </a:ext>
                  </a:extLst>
                </p14:cNvPr>
                <p14:cNvContentPartPr/>
                <p14:nvPr/>
              </p14:nvContentPartPr>
              <p14:xfrm>
                <a:off x="3706810" y="501506"/>
                <a:ext cx="270720" cy="2113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C992953B-CD2C-48C2-8870-B3E5CED8B6A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88810" y="483506"/>
                  <a:ext cx="3063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64B37B58-AAA0-45B1-B50B-2B3DA6154F46}"/>
                    </a:ext>
                  </a:extLst>
                </p14:cNvPr>
                <p14:cNvContentPartPr/>
                <p14:nvPr/>
              </p14:nvContentPartPr>
              <p14:xfrm>
                <a:off x="3459490" y="322586"/>
                <a:ext cx="150120" cy="2091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64B37B58-AAA0-45B1-B50B-2B3DA6154F4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41490" y="304586"/>
                  <a:ext cx="1857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7CD290CF-5D00-492B-BD85-00E1E7E986E5}"/>
                    </a:ext>
                  </a:extLst>
                </p14:cNvPr>
                <p14:cNvContentPartPr/>
                <p14:nvPr/>
              </p14:nvContentPartPr>
              <p14:xfrm>
                <a:off x="3325570" y="621386"/>
                <a:ext cx="209880" cy="572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7CD290CF-5D00-492B-BD85-00E1E7E986E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07930" y="603386"/>
                  <a:ext cx="24552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1984D297-54B3-49A2-9FE5-36EDBEB4703B}"/>
              </a:ext>
            </a:extLst>
          </p:cNvPr>
          <p:cNvGrpSpPr/>
          <p:nvPr/>
        </p:nvGrpSpPr>
        <p:grpSpPr>
          <a:xfrm>
            <a:off x="2351770" y="370466"/>
            <a:ext cx="763200" cy="359640"/>
            <a:chOff x="2351770" y="370466"/>
            <a:chExt cx="763200" cy="35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A6FF6B86-7D44-49F3-8CA8-28D28DF30500}"/>
                    </a:ext>
                  </a:extLst>
                </p14:cNvPr>
                <p14:cNvContentPartPr/>
                <p14:nvPr/>
              </p14:nvContentPartPr>
              <p14:xfrm>
                <a:off x="2351770" y="401786"/>
                <a:ext cx="183240" cy="1674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A6FF6B86-7D44-49F3-8CA8-28D28DF3050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33770" y="383786"/>
                  <a:ext cx="2188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C154D1BD-B939-43C2-A6B6-D39AD6827491}"/>
                    </a:ext>
                  </a:extLst>
                </p14:cNvPr>
                <p14:cNvContentPartPr/>
                <p14:nvPr/>
              </p14:nvContentPartPr>
              <p14:xfrm>
                <a:off x="2626450" y="587186"/>
                <a:ext cx="49320" cy="14292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C154D1BD-B939-43C2-A6B6-D39AD68274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08810" y="569186"/>
                  <a:ext cx="849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AE4C17AF-C041-4763-94E3-E05B780B6C39}"/>
                    </a:ext>
                  </a:extLst>
                </p14:cNvPr>
                <p14:cNvContentPartPr/>
                <p14:nvPr/>
              </p14:nvContentPartPr>
              <p14:xfrm>
                <a:off x="2783770" y="401786"/>
                <a:ext cx="138600" cy="19188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AE4C17AF-C041-4763-94E3-E05B780B6C3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66130" y="384146"/>
                  <a:ext cx="1742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B5E32818-B687-46BB-99DE-3D82B29D5FD7}"/>
                    </a:ext>
                  </a:extLst>
                </p14:cNvPr>
                <p14:cNvContentPartPr/>
                <p14:nvPr/>
              </p14:nvContentPartPr>
              <p14:xfrm>
                <a:off x="2982490" y="370466"/>
                <a:ext cx="132480" cy="2156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B5E32818-B687-46BB-99DE-3D82B29D5FD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64850" y="352826"/>
                  <a:ext cx="16812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479A5470-FEA9-43B4-8194-CF21CCB05544}"/>
              </a:ext>
            </a:extLst>
          </p:cNvPr>
          <p:cNvGrpSpPr/>
          <p:nvPr/>
        </p:nvGrpSpPr>
        <p:grpSpPr>
          <a:xfrm>
            <a:off x="4462810" y="434906"/>
            <a:ext cx="220680" cy="311040"/>
            <a:chOff x="4462810" y="434906"/>
            <a:chExt cx="22068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98E54809-6F1C-45BD-A462-873FA8B0D5A6}"/>
                    </a:ext>
                  </a:extLst>
                </p14:cNvPr>
                <p14:cNvContentPartPr/>
                <p14:nvPr/>
              </p14:nvContentPartPr>
              <p14:xfrm>
                <a:off x="4465690" y="434906"/>
                <a:ext cx="165240" cy="2415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98E54809-6F1C-45BD-A462-873FA8B0D5A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48050" y="417266"/>
                  <a:ext cx="2008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DD15DEEC-0506-4590-A515-8CE445AFE34A}"/>
                    </a:ext>
                  </a:extLst>
                </p14:cNvPr>
                <p14:cNvContentPartPr/>
                <p14:nvPr/>
              </p14:nvContentPartPr>
              <p14:xfrm>
                <a:off x="4462810" y="708146"/>
                <a:ext cx="220680" cy="3780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DD15DEEC-0506-4590-A515-8CE445AFE3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45170" y="690146"/>
                  <a:ext cx="25632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A7238E12-EC20-4273-A389-C610401EAD8D}"/>
              </a:ext>
            </a:extLst>
          </p:cNvPr>
          <p:cNvGrpSpPr/>
          <p:nvPr/>
        </p:nvGrpSpPr>
        <p:grpSpPr>
          <a:xfrm>
            <a:off x="4957810" y="295586"/>
            <a:ext cx="1053720" cy="613080"/>
            <a:chOff x="4957810" y="295586"/>
            <a:chExt cx="1053720" cy="61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99A4FC07-D408-43CF-8109-07DDF1ED532C}"/>
                    </a:ext>
                  </a:extLst>
                </p14:cNvPr>
                <p14:cNvContentPartPr/>
                <p14:nvPr/>
              </p14:nvContentPartPr>
              <p14:xfrm>
                <a:off x="4957810" y="465866"/>
                <a:ext cx="180360" cy="17064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99A4FC07-D408-43CF-8109-07DDF1ED532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40170" y="448226"/>
                  <a:ext cx="2160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064080A5-67AF-4FBC-8679-5BF2ADDC675D}"/>
                    </a:ext>
                  </a:extLst>
                </p14:cNvPr>
                <p14:cNvContentPartPr/>
                <p14:nvPr/>
              </p14:nvContentPartPr>
              <p14:xfrm>
                <a:off x="5224930" y="636146"/>
                <a:ext cx="31320" cy="14184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064080A5-67AF-4FBC-8679-5BF2ADDC675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07290" y="618506"/>
                  <a:ext cx="669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AE85F623-0CA9-4D94-8CC6-503D1CC2055B}"/>
                    </a:ext>
                  </a:extLst>
                </p14:cNvPr>
                <p14:cNvContentPartPr/>
                <p14:nvPr/>
              </p14:nvContentPartPr>
              <p14:xfrm>
                <a:off x="5381890" y="442466"/>
                <a:ext cx="148680" cy="22176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AE85F623-0CA9-4D94-8CC6-503D1CC2055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63890" y="424466"/>
                  <a:ext cx="1843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7C4E9A4C-3C59-4E69-BBE3-C200EBF41A4D}"/>
                    </a:ext>
                  </a:extLst>
                </p14:cNvPr>
                <p14:cNvContentPartPr/>
                <p14:nvPr/>
              </p14:nvContentPartPr>
              <p14:xfrm>
                <a:off x="5633890" y="475226"/>
                <a:ext cx="142920" cy="15120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7C4E9A4C-3C59-4E69-BBE3-C200EBF41A4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15890" y="457586"/>
                  <a:ext cx="1785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C7CB0F5A-896A-4756-B733-7384B9AE37CC}"/>
                    </a:ext>
                  </a:extLst>
                </p14:cNvPr>
                <p14:cNvContentPartPr/>
                <p14:nvPr/>
              </p14:nvContentPartPr>
              <p14:xfrm>
                <a:off x="5748010" y="295586"/>
                <a:ext cx="263520" cy="6130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C7CB0F5A-896A-4756-B733-7384B9AE37C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30010" y="277946"/>
                  <a:ext cx="299160" cy="64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602A6894-59CE-4BB9-892E-272E0D027BF3}"/>
              </a:ext>
            </a:extLst>
          </p:cNvPr>
          <p:cNvGrpSpPr/>
          <p:nvPr/>
        </p:nvGrpSpPr>
        <p:grpSpPr>
          <a:xfrm>
            <a:off x="523330" y="1827386"/>
            <a:ext cx="242280" cy="129960"/>
            <a:chOff x="523330" y="1827386"/>
            <a:chExt cx="242280" cy="12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E4D06650-F2BE-4406-BAB0-0CDED9BF1851}"/>
                    </a:ext>
                  </a:extLst>
                </p14:cNvPr>
                <p14:cNvContentPartPr/>
                <p14:nvPr/>
              </p14:nvContentPartPr>
              <p14:xfrm>
                <a:off x="523330" y="1827386"/>
                <a:ext cx="176760" cy="576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E4D06650-F2BE-4406-BAB0-0CDED9BF185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5690" y="1809746"/>
                  <a:ext cx="212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BCA68C2E-B5D2-42C8-8F5C-75F9910A2A48}"/>
                    </a:ext>
                  </a:extLst>
                </p14:cNvPr>
                <p14:cNvContentPartPr/>
                <p14:nvPr/>
              </p14:nvContentPartPr>
              <p14:xfrm>
                <a:off x="546010" y="1953746"/>
                <a:ext cx="219600" cy="36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BCA68C2E-B5D2-42C8-8F5C-75F9910A2A4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8370" y="1936106"/>
                  <a:ext cx="25524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AF97A176-D849-4903-BEA6-6E8672109B2C}"/>
                  </a:ext>
                </a:extLst>
              </p14:cNvPr>
              <p14:cNvContentPartPr/>
              <p14:nvPr/>
            </p14:nvContentPartPr>
            <p14:xfrm>
              <a:off x="1282210" y="1676186"/>
              <a:ext cx="195840" cy="63684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AF97A176-D849-4903-BEA6-6E8672109B2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264210" y="1658186"/>
                <a:ext cx="231480" cy="67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upo 36">
            <a:extLst>
              <a:ext uri="{FF2B5EF4-FFF2-40B4-BE49-F238E27FC236}">
                <a16:creationId xmlns:a16="http://schemas.microsoft.com/office/drawing/2014/main" id="{0095DCCF-1FB7-43D7-AB0B-BF59B1B48FEF}"/>
              </a:ext>
            </a:extLst>
          </p:cNvPr>
          <p:cNvGrpSpPr/>
          <p:nvPr/>
        </p:nvGrpSpPr>
        <p:grpSpPr>
          <a:xfrm>
            <a:off x="1133170" y="2546306"/>
            <a:ext cx="580680" cy="276840"/>
            <a:chOff x="1133170" y="2546306"/>
            <a:chExt cx="580680" cy="2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61A0939C-D081-490F-A6AB-3FB16C53B501}"/>
                    </a:ext>
                  </a:extLst>
                </p14:cNvPr>
                <p14:cNvContentPartPr/>
                <p14:nvPr/>
              </p14:nvContentPartPr>
              <p14:xfrm>
                <a:off x="1133170" y="2574026"/>
                <a:ext cx="77040" cy="12384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61A0939C-D081-490F-A6AB-3FB16C53B50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15530" y="2556026"/>
                  <a:ext cx="1126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78B1FDD2-3026-425E-969E-72B34617861C}"/>
                    </a:ext>
                  </a:extLst>
                </p14:cNvPr>
                <p14:cNvContentPartPr/>
                <p14:nvPr/>
              </p14:nvContentPartPr>
              <p14:xfrm>
                <a:off x="1220290" y="2723066"/>
                <a:ext cx="68400" cy="10008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78B1FDD2-3026-425E-969E-72B34617861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202290" y="2705066"/>
                  <a:ext cx="104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3C0744D8-C4F8-4703-BA8B-258330D1A919}"/>
                    </a:ext>
                  </a:extLst>
                </p14:cNvPr>
                <p14:cNvContentPartPr/>
                <p14:nvPr/>
              </p14:nvContentPartPr>
              <p14:xfrm>
                <a:off x="1384090" y="2586986"/>
                <a:ext cx="115200" cy="16452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3C0744D8-C4F8-4703-BA8B-258330D1A91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366090" y="2569346"/>
                  <a:ext cx="150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2D465596-A70B-4B0D-A4C1-3CAA0D32704F}"/>
                    </a:ext>
                  </a:extLst>
                </p14:cNvPr>
                <p14:cNvContentPartPr/>
                <p14:nvPr/>
              </p14:nvContentPartPr>
              <p14:xfrm>
                <a:off x="1599010" y="2546306"/>
                <a:ext cx="114840" cy="18828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2D465596-A70B-4B0D-A4C1-3CAA0D32704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81010" y="2528306"/>
                  <a:ext cx="15048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0AB7EFA9-9614-4E44-BC77-FC38B52DB9DC}"/>
                  </a:ext>
                </a:extLst>
              </p14:cNvPr>
              <p14:cNvContentPartPr/>
              <p14:nvPr/>
            </p14:nvContentPartPr>
            <p14:xfrm>
              <a:off x="1197250" y="1381706"/>
              <a:ext cx="86760" cy="10584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0AB7EFA9-9614-4E44-BC77-FC38B52DB9D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79250" y="1364066"/>
                <a:ext cx="12240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93A166DD-D47D-4C91-BA40-EB5368FCC715}"/>
                  </a:ext>
                </a:extLst>
              </p14:cNvPr>
              <p14:cNvContentPartPr/>
              <p14:nvPr/>
            </p14:nvContentPartPr>
            <p14:xfrm>
              <a:off x="1273930" y="1479266"/>
              <a:ext cx="54000" cy="10872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93A166DD-D47D-4C91-BA40-EB5368FCC71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255930" y="1461626"/>
                <a:ext cx="896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74F89273-2EB7-4CF6-B321-5A3264A0F346}"/>
                  </a:ext>
                </a:extLst>
              </p14:cNvPr>
              <p14:cNvContentPartPr/>
              <p14:nvPr/>
            </p14:nvContentPartPr>
            <p14:xfrm>
              <a:off x="1427290" y="1327346"/>
              <a:ext cx="82800" cy="16848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74F89273-2EB7-4CF6-B321-5A3264A0F34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409650" y="1309706"/>
                <a:ext cx="11844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807E7E2C-9586-47A8-857E-DBE6947D5DB3}"/>
                  </a:ext>
                </a:extLst>
              </p14:cNvPr>
              <p14:cNvContentPartPr/>
              <p14:nvPr/>
            </p14:nvContentPartPr>
            <p14:xfrm>
              <a:off x="1563010" y="1334906"/>
              <a:ext cx="123480" cy="10908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807E7E2C-9586-47A8-857E-DBE6947D5DB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545370" y="1316906"/>
                <a:ext cx="159120" cy="14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upo 52">
            <a:extLst>
              <a:ext uri="{FF2B5EF4-FFF2-40B4-BE49-F238E27FC236}">
                <a16:creationId xmlns:a16="http://schemas.microsoft.com/office/drawing/2014/main" id="{5CC8E67D-524E-4A30-B9B3-A1E03C934F38}"/>
              </a:ext>
            </a:extLst>
          </p:cNvPr>
          <p:cNvGrpSpPr/>
          <p:nvPr/>
        </p:nvGrpSpPr>
        <p:grpSpPr>
          <a:xfrm>
            <a:off x="2227570" y="1694546"/>
            <a:ext cx="1269000" cy="304560"/>
            <a:chOff x="2227570" y="1694546"/>
            <a:chExt cx="126900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4C2F4E41-66A1-4AF9-B9FC-EB132B13E518}"/>
                    </a:ext>
                  </a:extLst>
                </p14:cNvPr>
                <p14:cNvContentPartPr/>
                <p14:nvPr/>
              </p14:nvContentPartPr>
              <p14:xfrm>
                <a:off x="2227570" y="1760066"/>
                <a:ext cx="77760" cy="22320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4C2F4E41-66A1-4AF9-B9FC-EB132B13E51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09930" y="1742066"/>
                  <a:ext cx="1134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61F1E1C3-CB74-412F-AF87-9880C9231CBA}"/>
                    </a:ext>
                  </a:extLst>
                </p14:cNvPr>
                <p14:cNvContentPartPr/>
                <p14:nvPr/>
              </p14:nvContentPartPr>
              <p14:xfrm>
                <a:off x="2376250" y="1784906"/>
                <a:ext cx="182520" cy="20628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61F1E1C3-CB74-412F-AF87-9880C9231CB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58610" y="1767266"/>
                  <a:ext cx="2181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B9F76A0D-5327-4B9F-AD84-547B94384561}"/>
                    </a:ext>
                  </a:extLst>
                </p14:cNvPr>
                <p14:cNvContentPartPr/>
                <p14:nvPr/>
              </p14:nvContentPartPr>
              <p14:xfrm>
                <a:off x="2625370" y="1865906"/>
                <a:ext cx="130320" cy="360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B9F76A0D-5327-4B9F-AD84-547B9438456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07730" y="1848266"/>
                  <a:ext cx="165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EC3D84AC-672A-44CE-86F5-9047C0884CCF}"/>
                    </a:ext>
                  </a:extLst>
                </p14:cNvPr>
                <p14:cNvContentPartPr/>
                <p14:nvPr/>
              </p14:nvContentPartPr>
              <p14:xfrm>
                <a:off x="2874850" y="1780586"/>
                <a:ext cx="160560" cy="19116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EC3D84AC-672A-44CE-86F5-9047C0884CC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57210" y="1762586"/>
                  <a:ext cx="1962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02A1F097-DF8F-4A5E-9881-7A65281D07E5}"/>
                    </a:ext>
                  </a:extLst>
                </p14:cNvPr>
                <p14:cNvContentPartPr/>
                <p14:nvPr/>
              </p14:nvContentPartPr>
              <p14:xfrm>
                <a:off x="3099490" y="1775186"/>
                <a:ext cx="221760" cy="18036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02A1F097-DF8F-4A5E-9881-7A65281D07E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81490" y="1757186"/>
                  <a:ext cx="2574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915F6D0A-DAD0-408E-8CC5-F0FFECB158CE}"/>
                    </a:ext>
                  </a:extLst>
                </p14:cNvPr>
                <p14:cNvContentPartPr/>
                <p14:nvPr/>
              </p14:nvContentPartPr>
              <p14:xfrm>
                <a:off x="3331690" y="1694546"/>
                <a:ext cx="164880" cy="30456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915F6D0A-DAD0-408E-8CC5-F0FFECB158C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313690" y="1676906"/>
                  <a:ext cx="200520" cy="34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BB4B3913-5BFF-4059-BD5A-FAAA43E4F66F}"/>
              </a:ext>
            </a:extLst>
          </p:cNvPr>
          <p:cNvGrpSpPr/>
          <p:nvPr/>
        </p:nvGrpSpPr>
        <p:grpSpPr>
          <a:xfrm>
            <a:off x="3724810" y="1647386"/>
            <a:ext cx="494280" cy="282240"/>
            <a:chOff x="3724810" y="1647386"/>
            <a:chExt cx="49428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D81685DB-57FB-479B-8AA8-CADB3BACF9F7}"/>
                    </a:ext>
                  </a:extLst>
                </p14:cNvPr>
                <p14:cNvContentPartPr/>
                <p14:nvPr/>
              </p14:nvContentPartPr>
              <p14:xfrm>
                <a:off x="3724810" y="1647386"/>
                <a:ext cx="263520" cy="28224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D81685DB-57FB-479B-8AA8-CADB3BACF9F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06810" y="1629746"/>
                  <a:ext cx="2991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59B8CAFB-3B00-4380-8558-F847CEE4474A}"/>
                    </a:ext>
                  </a:extLst>
                </p14:cNvPr>
                <p14:cNvContentPartPr/>
                <p14:nvPr/>
              </p14:nvContentPartPr>
              <p14:xfrm>
                <a:off x="4073650" y="1739546"/>
                <a:ext cx="107640" cy="18144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59B8CAFB-3B00-4380-8558-F847CEE4474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55650" y="1721906"/>
                  <a:ext cx="1432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DE569D27-EE99-440D-98DC-0DDBC8082E91}"/>
                    </a:ext>
                  </a:extLst>
                </p14:cNvPr>
                <p14:cNvContentPartPr/>
                <p14:nvPr/>
              </p14:nvContentPartPr>
              <p14:xfrm>
                <a:off x="4140250" y="1760066"/>
                <a:ext cx="78840" cy="14832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DE569D27-EE99-440D-98DC-0DDBC8082E9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22250" y="1742066"/>
                  <a:ext cx="11448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21A36028-8200-4F2B-9BC3-86E7B16F66DF}"/>
              </a:ext>
            </a:extLst>
          </p:cNvPr>
          <p:cNvGrpSpPr/>
          <p:nvPr/>
        </p:nvGrpSpPr>
        <p:grpSpPr>
          <a:xfrm>
            <a:off x="6623170" y="590426"/>
            <a:ext cx="234000" cy="139680"/>
            <a:chOff x="6623170" y="590426"/>
            <a:chExt cx="234000" cy="13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7363F283-66B0-4361-98C4-F7C7B87A2244}"/>
                    </a:ext>
                  </a:extLst>
                </p14:cNvPr>
                <p14:cNvContentPartPr/>
                <p14:nvPr/>
              </p14:nvContentPartPr>
              <p14:xfrm>
                <a:off x="6623170" y="590426"/>
                <a:ext cx="133560" cy="2484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7363F283-66B0-4361-98C4-F7C7B87A224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605170" y="572426"/>
                  <a:ext cx="169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7B596CFC-717E-4FB2-8D27-7E95404BB496}"/>
                    </a:ext>
                  </a:extLst>
                </p14:cNvPr>
                <p14:cNvContentPartPr/>
                <p14:nvPr/>
              </p14:nvContentPartPr>
              <p14:xfrm>
                <a:off x="6661330" y="710306"/>
                <a:ext cx="195840" cy="1980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7B596CFC-717E-4FB2-8D27-7E95404BB49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643330" y="692306"/>
                  <a:ext cx="23148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1B4A2C7F-FA5B-49CA-841A-1F2518CDD7A6}"/>
              </a:ext>
            </a:extLst>
          </p:cNvPr>
          <p:cNvGrpSpPr/>
          <p:nvPr/>
        </p:nvGrpSpPr>
        <p:grpSpPr>
          <a:xfrm>
            <a:off x="7255330" y="382346"/>
            <a:ext cx="242280" cy="339840"/>
            <a:chOff x="7255330" y="382346"/>
            <a:chExt cx="24228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EED59862-811C-443E-A82E-09A3BE3CC33D}"/>
                    </a:ext>
                  </a:extLst>
                </p14:cNvPr>
                <p14:cNvContentPartPr/>
                <p14:nvPr/>
              </p14:nvContentPartPr>
              <p14:xfrm>
                <a:off x="7255330" y="390986"/>
                <a:ext cx="32400" cy="33120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EED59862-811C-443E-A82E-09A3BE3CC33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37690" y="373346"/>
                  <a:ext cx="680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2D5E2FD8-0ABA-4323-82EF-5E6BB3F7F97D}"/>
                    </a:ext>
                  </a:extLst>
                </p14:cNvPr>
                <p14:cNvContentPartPr/>
                <p14:nvPr/>
              </p14:nvContentPartPr>
              <p14:xfrm>
                <a:off x="7261450" y="382346"/>
                <a:ext cx="236160" cy="15876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2D5E2FD8-0ABA-4323-82EF-5E6BB3F7F97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43810" y="364706"/>
                  <a:ext cx="27180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id="{A3AD1503-E45A-41FA-B16D-774AFA1D7850}"/>
              </a:ext>
            </a:extLst>
          </p:cNvPr>
          <p:cNvGrpSpPr/>
          <p:nvPr/>
        </p:nvGrpSpPr>
        <p:grpSpPr>
          <a:xfrm>
            <a:off x="7680490" y="347066"/>
            <a:ext cx="1344960" cy="379440"/>
            <a:chOff x="7680490" y="347066"/>
            <a:chExt cx="134496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2CE1C00F-6DEA-4D0D-8AB1-E94BD632005D}"/>
                    </a:ext>
                  </a:extLst>
                </p14:cNvPr>
                <p14:cNvContentPartPr/>
                <p14:nvPr/>
              </p14:nvContentPartPr>
              <p14:xfrm>
                <a:off x="7680490" y="408266"/>
                <a:ext cx="76680" cy="28008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2CE1C00F-6DEA-4D0D-8AB1-E94BD632005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662850" y="390266"/>
                  <a:ext cx="1123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DF1F6F8B-31AD-4AFF-94A5-CD6CED1BBA9F}"/>
                    </a:ext>
                  </a:extLst>
                </p14:cNvPr>
                <p14:cNvContentPartPr/>
                <p14:nvPr/>
              </p14:nvContentPartPr>
              <p14:xfrm>
                <a:off x="7872370" y="442466"/>
                <a:ext cx="137160" cy="1731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DF1F6F8B-31AD-4AFF-94A5-CD6CED1BBA9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854730" y="424466"/>
                  <a:ext cx="172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B0B9D48E-E575-4626-AD05-E8C0C8C6A487}"/>
                    </a:ext>
                  </a:extLst>
                </p14:cNvPr>
                <p14:cNvContentPartPr/>
                <p14:nvPr/>
              </p14:nvContentPartPr>
              <p14:xfrm>
                <a:off x="8091610" y="606266"/>
                <a:ext cx="54000" cy="1202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B0B9D48E-E575-4626-AD05-E8C0C8C6A48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73610" y="588626"/>
                  <a:ext cx="896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2EBC6613-BD39-4FFD-8C79-3643C04B7FCA}"/>
                    </a:ext>
                  </a:extLst>
                </p14:cNvPr>
                <p14:cNvContentPartPr/>
                <p14:nvPr/>
              </p14:nvContentPartPr>
              <p14:xfrm>
                <a:off x="8232010" y="411506"/>
                <a:ext cx="120240" cy="20808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2EBC6613-BD39-4FFD-8C79-3643C04B7FC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14370" y="393506"/>
                  <a:ext cx="1558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6A02D918-C348-445A-BA8A-BD6917BE5E62}"/>
                    </a:ext>
                  </a:extLst>
                </p14:cNvPr>
                <p14:cNvContentPartPr/>
                <p14:nvPr/>
              </p14:nvContentPartPr>
              <p14:xfrm>
                <a:off x="8468890" y="488546"/>
                <a:ext cx="136800" cy="9936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6A02D918-C348-445A-BA8A-BD6917BE5E6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51250" y="470546"/>
                  <a:ext cx="172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9F138255-2D03-46EE-81D5-32DB77178E73}"/>
                    </a:ext>
                  </a:extLst>
                </p14:cNvPr>
                <p14:cNvContentPartPr/>
                <p14:nvPr/>
              </p14:nvContentPartPr>
              <p14:xfrm>
                <a:off x="8667970" y="347066"/>
                <a:ext cx="73080" cy="31860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9F138255-2D03-46EE-81D5-32DB77178E7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649970" y="329426"/>
                  <a:ext cx="1087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22EACC29-DD67-436D-B669-FD21F62390A6}"/>
                    </a:ext>
                  </a:extLst>
                </p14:cNvPr>
                <p14:cNvContentPartPr/>
                <p14:nvPr/>
              </p14:nvContentPartPr>
              <p14:xfrm>
                <a:off x="8851210" y="501506"/>
                <a:ext cx="174240" cy="900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22EACC29-DD67-436D-B669-FD21F62390A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833570" y="483506"/>
                  <a:ext cx="2098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id="{F228BE6B-6D5D-4C3D-8D45-53BC1CDC131E}"/>
              </a:ext>
            </a:extLst>
          </p:cNvPr>
          <p:cNvGrpSpPr/>
          <p:nvPr/>
        </p:nvGrpSpPr>
        <p:grpSpPr>
          <a:xfrm>
            <a:off x="9220570" y="325826"/>
            <a:ext cx="1658880" cy="432000"/>
            <a:chOff x="9220570" y="325826"/>
            <a:chExt cx="165888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C1D4F062-E85C-4C2F-9093-D08A6DD13A1B}"/>
                    </a:ext>
                  </a:extLst>
                </p14:cNvPr>
                <p14:cNvContentPartPr/>
                <p14:nvPr/>
              </p14:nvContentPartPr>
              <p14:xfrm>
                <a:off x="9220570" y="397466"/>
                <a:ext cx="251640" cy="28008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C1D4F062-E85C-4C2F-9093-D08A6DD13A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02570" y="379466"/>
                  <a:ext cx="287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DB66B9AF-B49E-4322-9CDA-FBBD49B07C11}"/>
                    </a:ext>
                  </a:extLst>
                </p14:cNvPr>
                <p14:cNvContentPartPr/>
                <p14:nvPr/>
              </p14:nvContentPartPr>
              <p14:xfrm>
                <a:off x="9289690" y="401786"/>
                <a:ext cx="514800" cy="29160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DB66B9AF-B49E-4322-9CDA-FBBD49B07C1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271690" y="383786"/>
                  <a:ext cx="5504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CC0CA2C2-FAFF-4E8D-A530-11843E539FC8}"/>
                    </a:ext>
                  </a:extLst>
                </p14:cNvPr>
                <p14:cNvContentPartPr/>
                <p14:nvPr/>
              </p14:nvContentPartPr>
              <p14:xfrm>
                <a:off x="9906730" y="452906"/>
                <a:ext cx="140760" cy="14868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CC0CA2C2-FAFF-4E8D-A530-11843E539FC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88730" y="435266"/>
                  <a:ext cx="176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23C30AD2-63C8-40B6-A5F4-74F2619A7073}"/>
                    </a:ext>
                  </a:extLst>
                </p14:cNvPr>
                <p14:cNvContentPartPr/>
                <p14:nvPr/>
              </p14:nvContentPartPr>
              <p14:xfrm>
                <a:off x="10045690" y="579626"/>
                <a:ext cx="46800" cy="17820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23C30AD2-63C8-40B6-A5F4-74F2619A707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028050" y="561626"/>
                  <a:ext cx="82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C67157FC-6440-4DB7-AAC4-A2EFED923B1F}"/>
                    </a:ext>
                  </a:extLst>
                </p14:cNvPr>
                <p14:cNvContentPartPr/>
                <p14:nvPr/>
              </p14:nvContentPartPr>
              <p14:xfrm>
                <a:off x="10226770" y="444626"/>
                <a:ext cx="142200" cy="17352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C67157FC-6440-4DB7-AAC4-A2EFED923B1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208770" y="426626"/>
                  <a:ext cx="177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DC74E1BB-9D5C-4A76-B60F-F28D857CF22D}"/>
                    </a:ext>
                  </a:extLst>
                </p14:cNvPr>
                <p14:cNvContentPartPr/>
                <p14:nvPr/>
              </p14:nvContentPartPr>
              <p14:xfrm>
                <a:off x="10463650" y="429506"/>
                <a:ext cx="152280" cy="20916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DC74E1BB-9D5C-4A76-B60F-F28D857CF22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45650" y="411506"/>
                  <a:ext cx="187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23E7D2F7-396E-415C-B61C-C5CF8CD02879}"/>
                    </a:ext>
                  </a:extLst>
                </p14:cNvPr>
                <p14:cNvContentPartPr/>
                <p14:nvPr/>
              </p14:nvContentPartPr>
              <p14:xfrm>
                <a:off x="10707730" y="325826"/>
                <a:ext cx="171720" cy="37404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23E7D2F7-396E-415C-B61C-C5CF8CD0287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690090" y="307826"/>
                  <a:ext cx="207360" cy="40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2D1D9D7E-D1A9-436D-B053-2E08FB4069E8}"/>
                  </a:ext>
                </a:extLst>
              </p14:cNvPr>
              <p14:cNvContentPartPr/>
              <p14:nvPr/>
            </p14:nvContentPartPr>
            <p14:xfrm>
              <a:off x="2492170" y="3549986"/>
              <a:ext cx="19440" cy="360"/>
            </p14:xfrm>
          </p:contentPart>
        </mc:Choice>
        <mc:Fallback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2D1D9D7E-D1A9-436D-B053-2E08FB4069E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474170" y="3532346"/>
                <a:ext cx="5508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4298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822248A-15BA-46D2-A2B0-507B6AC08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54" y="612707"/>
            <a:ext cx="11312594" cy="232413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4E3D696-61CD-43F2-A0A1-27A59ED8C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46" y="3429000"/>
            <a:ext cx="4554239" cy="2064588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7B8D0C47-9657-448F-93C1-068344E86850}"/>
              </a:ext>
            </a:extLst>
          </p:cNvPr>
          <p:cNvGrpSpPr/>
          <p:nvPr/>
        </p:nvGrpSpPr>
        <p:grpSpPr>
          <a:xfrm>
            <a:off x="6078134" y="2610233"/>
            <a:ext cx="1381320" cy="979920"/>
            <a:chOff x="6078134" y="2610233"/>
            <a:chExt cx="1381320" cy="97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2A7AD03B-7A0E-42AA-89A5-F95E5E48E851}"/>
                    </a:ext>
                  </a:extLst>
                </p14:cNvPr>
                <p14:cNvContentPartPr/>
                <p14:nvPr/>
              </p14:nvContentPartPr>
              <p14:xfrm>
                <a:off x="6115574" y="2884913"/>
                <a:ext cx="111600" cy="46908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2A7AD03B-7A0E-42AA-89A5-F95E5E48E85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06574" y="2876273"/>
                  <a:ext cx="12924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E3F52179-92A4-4929-87AA-755BE7DF5194}"/>
                    </a:ext>
                  </a:extLst>
                </p14:cNvPr>
                <p14:cNvContentPartPr/>
                <p14:nvPr/>
              </p14:nvContentPartPr>
              <p14:xfrm>
                <a:off x="6127814" y="3437153"/>
                <a:ext cx="120960" cy="15300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E3F52179-92A4-4929-87AA-755BE7DF51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18814" y="3428513"/>
                  <a:ext cx="1386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25360D9A-8891-4C19-B951-BE8A62F81D9D}"/>
                    </a:ext>
                  </a:extLst>
                </p14:cNvPr>
                <p14:cNvContentPartPr/>
                <p14:nvPr/>
              </p14:nvContentPartPr>
              <p14:xfrm>
                <a:off x="6078134" y="2650193"/>
                <a:ext cx="91080" cy="1177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25360D9A-8891-4C19-B951-BE8A62F81D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69134" y="2641193"/>
                  <a:ext cx="1087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4A6F2CD4-081C-438F-BA50-CE71CFEA600A}"/>
                    </a:ext>
                  </a:extLst>
                </p14:cNvPr>
                <p14:cNvContentPartPr/>
                <p14:nvPr/>
              </p14:nvContentPartPr>
              <p14:xfrm>
                <a:off x="6172814" y="2618873"/>
                <a:ext cx="109080" cy="11952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4A6F2CD4-081C-438F-BA50-CE71CFEA60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63814" y="2610233"/>
                  <a:ext cx="126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09C8750E-97CD-4B96-A2BE-6610A6F3991B}"/>
                    </a:ext>
                  </a:extLst>
                </p14:cNvPr>
                <p14:cNvContentPartPr/>
                <p14:nvPr/>
              </p14:nvContentPartPr>
              <p14:xfrm>
                <a:off x="6419414" y="2960153"/>
                <a:ext cx="283320" cy="2350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09C8750E-97CD-4B96-A2BE-6610A6F399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410774" y="2951153"/>
                  <a:ext cx="3009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2101096D-1E8A-4D98-8E63-42E44DDF6B7C}"/>
                    </a:ext>
                  </a:extLst>
                </p14:cNvPr>
                <p14:cNvContentPartPr/>
                <p14:nvPr/>
              </p14:nvContentPartPr>
              <p14:xfrm>
                <a:off x="6575654" y="2757113"/>
                <a:ext cx="116280" cy="309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2101096D-1E8A-4D98-8E63-42E44DDF6B7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67014" y="2748473"/>
                  <a:ext cx="1339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A8E465C5-5839-4B86-A904-F4D382A80F3E}"/>
                    </a:ext>
                  </a:extLst>
                </p14:cNvPr>
                <p14:cNvContentPartPr/>
                <p14:nvPr/>
              </p14:nvContentPartPr>
              <p14:xfrm>
                <a:off x="6772934" y="2660633"/>
                <a:ext cx="160920" cy="13932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A8E465C5-5839-4B86-A904-F4D382A80F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64294" y="2651993"/>
                  <a:ext cx="1785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5DFBB6DD-F969-4FD6-B6E8-CD7EE359DD51}"/>
                    </a:ext>
                  </a:extLst>
                </p14:cNvPr>
                <p14:cNvContentPartPr/>
                <p14:nvPr/>
              </p14:nvContentPartPr>
              <p14:xfrm>
                <a:off x="6973094" y="2641553"/>
                <a:ext cx="124200" cy="986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5DFBB6DD-F969-4FD6-B6E8-CD7EE359DD5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64454" y="2632913"/>
                  <a:ext cx="141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34D11DA1-0CBC-4DD2-BC9F-E578920662FB}"/>
                    </a:ext>
                  </a:extLst>
                </p14:cNvPr>
                <p14:cNvContentPartPr/>
                <p14:nvPr/>
              </p14:nvContentPartPr>
              <p14:xfrm>
                <a:off x="6986774" y="2610233"/>
                <a:ext cx="93240" cy="16632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34D11DA1-0CBC-4DD2-BC9F-E578920662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77774" y="2601593"/>
                  <a:ext cx="110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B67B721D-92F4-4B7F-ACA7-B153D6F55273}"/>
                    </a:ext>
                  </a:extLst>
                </p14:cNvPr>
                <p14:cNvContentPartPr/>
                <p14:nvPr/>
              </p14:nvContentPartPr>
              <p14:xfrm>
                <a:off x="7119614" y="2833793"/>
                <a:ext cx="166320" cy="23040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B67B721D-92F4-4B7F-ACA7-B153D6F5527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10614" y="2824793"/>
                  <a:ext cx="1839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AAEFF92F-4FDA-4847-AAB9-3FDDED899481}"/>
                    </a:ext>
                  </a:extLst>
                </p14:cNvPr>
                <p14:cNvContentPartPr/>
                <p14:nvPr/>
              </p14:nvContentPartPr>
              <p14:xfrm>
                <a:off x="7339574" y="2906873"/>
                <a:ext cx="115560" cy="12744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AAEFF92F-4FDA-4847-AAB9-3FDDED89948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30574" y="2897873"/>
                  <a:ext cx="1332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3AF745E2-D2D7-4091-9B7F-DEFA0471A31E}"/>
                    </a:ext>
                  </a:extLst>
                </p14:cNvPr>
                <p14:cNvContentPartPr/>
                <p14:nvPr/>
              </p14:nvContentPartPr>
              <p14:xfrm>
                <a:off x="7316174" y="2893913"/>
                <a:ext cx="143280" cy="18720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3AF745E2-D2D7-4091-9B7F-DEFA0471A31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07534" y="2884913"/>
                  <a:ext cx="16092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455FFCA6-43D1-4375-AFC4-345D2F98DA21}"/>
              </a:ext>
            </a:extLst>
          </p:cNvPr>
          <p:cNvGrpSpPr/>
          <p:nvPr/>
        </p:nvGrpSpPr>
        <p:grpSpPr>
          <a:xfrm>
            <a:off x="5647934" y="3605633"/>
            <a:ext cx="2568600" cy="1008360"/>
            <a:chOff x="5647934" y="3605633"/>
            <a:chExt cx="2568600" cy="10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935C3DA7-9DFE-4B6B-B7E1-2E1404E0350A}"/>
                    </a:ext>
                  </a:extLst>
                </p14:cNvPr>
                <p14:cNvContentPartPr/>
                <p14:nvPr/>
              </p14:nvContentPartPr>
              <p14:xfrm>
                <a:off x="5647934" y="4008473"/>
                <a:ext cx="105840" cy="468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935C3DA7-9DFE-4B6B-B7E1-2E1404E0350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38934" y="3999833"/>
                  <a:ext cx="123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7E393BCA-0050-4832-93A6-961C0847DE3C}"/>
                    </a:ext>
                  </a:extLst>
                </p14:cNvPr>
                <p14:cNvContentPartPr/>
                <p14:nvPr/>
              </p14:nvContentPartPr>
              <p14:xfrm>
                <a:off x="5715614" y="4085153"/>
                <a:ext cx="74880" cy="2736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7E393BCA-0050-4832-93A6-961C0847DE3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06614" y="4076153"/>
                  <a:ext cx="92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86C582F6-5D1E-4423-B98B-24C9CC1E9BB1}"/>
                    </a:ext>
                  </a:extLst>
                </p14:cNvPr>
                <p14:cNvContentPartPr/>
                <p14:nvPr/>
              </p14:nvContentPartPr>
              <p14:xfrm>
                <a:off x="5936654" y="3859793"/>
                <a:ext cx="264240" cy="22032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86C582F6-5D1E-4423-B98B-24C9CC1E9B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28014" y="3851153"/>
                  <a:ext cx="2818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1698ABF7-194B-4589-9765-EE94415A03C3}"/>
                    </a:ext>
                  </a:extLst>
                </p14:cNvPr>
                <p14:cNvContentPartPr/>
                <p14:nvPr/>
              </p14:nvContentPartPr>
              <p14:xfrm>
                <a:off x="6249854" y="3950153"/>
                <a:ext cx="164880" cy="1544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1698ABF7-194B-4589-9765-EE94415A03C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41214" y="3941513"/>
                  <a:ext cx="1825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E551169E-57DC-4E7E-AB8F-ACEC46AEA2C2}"/>
                    </a:ext>
                  </a:extLst>
                </p14:cNvPr>
                <p14:cNvContentPartPr/>
                <p14:nvPr/>
              </p14:nvContentPartPr>
              <p14:xfrm>
                <a:off x="6004694" y="4326713"/>
                <a:ext cx="141120" cy="13860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E551169E-57DC-4E7E-AB8F-ACEC46AEA2C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96054" y="4318073"/>
                  <a:ext cx="158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2831FC68-2A47-4FDA-9F8F-9CF9EDABBBE6}"/>
                    </a:ext>
                  </a:extLst>
                </p14:cNvPr>
                <p14:cNvContentPartPr/>
                <p14:nvPr/>
              </p14:nvContentPartPr>
              <p14:xfrm>
                <a:off x="6185414" y="4359833"/>
                <a:ext cx="144360" cy="2196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2831FC68-2A47-4FDA-9F8F-9CF9EDABBBE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76414" y="4351193"/>
                  <a:ext cx="162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727C8C9C-C53E-4418-BD14-07DF7E2FC61C}"/>
                    </a:ext>
                  </a:extLst>
                </p14:cNvPr>
                <p14:cNvContentPartPr/>
                <p14:nvPr/>
              </p14:nvContentPartPr>
              <p14:xfrm>
                <a:off x="6246974" y="4312673"/>
                <a:ext cx="115920" cy="14148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727C8C9C-C53E-4418-BD14-07DF7E2FC61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38334" y="4303673"/>
                  <a:ext cx="1335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B471AD22-3357-4F84-9D8D-7B03B64CBE16}"/>
                    </a:ext>
                  </a:extLst>
                </p14:cNvPr>
                <p14:cNvContentPartPr/>
                <p14:nvPr/>
              </p14:nvContentPartPr>
              <p14:xfrm>
                <a:off x="6451814" y="4283513"/>
                <a:ext cx="217080" cy="1188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B471AD22-3357-4F84-9D8D-7B03B64CBE1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43174" y="4274513"/>
                  <a:ext cx="234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AC3B86A0-571F-4082-9142-03630E3FB959}"/>
                    </a:ext>
                  </a:extLst>
                </p14:cNvPr>
                <p14:cNvContentPartPr/>
                <p14:nvPr/>
              </p14:nvContentPartPr>
              <p14:xfrm>
                <a:off x="6834494" y="3871313"/>
                <a:ext cx="90720" cy="49932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AC3B86A0-571F-4082-9142-03630E3FB95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25494" y="3862313"/>
                  <a:ext cx="10836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07F60CEB-A12E-44AF-9ED5-5E262F746259}"/>
                    </a:ext>
                  </a:extLst>
                </p14:cNvPr>
                <p14:cNvContentPartPr/>
                <p14:nvPr/>
              </p14:nvContentPartPr>
              <p14:xfrm>
                <a:off x="6872294" y="4523993"/>
                <a:ext cx="90360" cy="9000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07F60CEB-A12E-44AF-9ED5-5E262F74625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63654" y="4514993"/>
                  <a:ext cx="108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0F057D54-6B52-41CF-9B92-3A89CD461CD6}"/>
                    </a:ext>
                  </a:extLst>
                </p14:cNvPr>
                <p14:cNvContentPartPr/>
                <p14:nvPr/>
              </p14:nvContentPartPr>
              <p14:xfrm>
                <a:off x="6775814" y="3605633"/>
                <a:ext cx="142560" cy="11016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0F057D54-6B52-41CF-9B92-3A89CD461CD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67174" y="3596993"/>
                  <a:ext cx="1602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664FE84D-0101-47AA-A8CD-1F6FF7A124EB}"/>
                    </a:ext>
                  </a:extLst>
                </p14:cNvPr>
                <p14:cNvContentPartPr/>
                <p14:nvPr/>
              </p14:nvContentPartPr>
              <p14:xfrm>
                <a:off x="7098734" y="3917753"/>
                <a:ext cx="233280" cy="1782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664FE84D-0101-47AA-A8CD-1F6FF7A124E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90094" y="3908753"/>
                  <a:ext cx="250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5249B793-4D77-4D32-BB72-E5330AD97F22}"/>
                    </a:ext>
                  </a:extLst>
                </p14:cNvPr>
                <p14:cNvContentPartPr/>
                <p14:nvPr/>
              </p14:nvContentPartPr>
              <p14:xfrm>
                <a:off x="7225454" y="3719753"/>
                <a:ext cx="103680" cy="4464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5249B793-4D77-4D32-BB72-E5330AD97F2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16454" y="3711113"/>
                  <a:ext cx="121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C22AC39D-C34B-4997-9BFF-C2E23579BA59}"/>
                    </a:ext>
                  </a:extLst>
                </p14:cNvPr>
                <p14:cNvContentPartPr/>
                <p14:nvPr/>
              </p14:nvContentPartPr>
              <p14:xfrm>
                <a:off x="7406174" y="3630473"/>
                <a:ext cx="139680" cy="16776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C22AC39D-C34B-4997-9BFF-C2E23579BA5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97534" y="3621473"/>
                  <a:ext cx="157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F6CF257C-5F0E-4B0F-A4BC-FC65FE846102}"/>
                    </a:ext>
                  </a:extLst>
                </p14:cNvPr>
                <p14:cNvContentPartPr/>
                <p14:nvPr/>
              </p14:nvContentPartPr>
              <p14:xfrm>
                <a:off x="7629374" y="3641633"/>
                <a:ext cx="106560" cy="8640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F6CF257C-5F0E-4B0F-A4BC-FC65FE84610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20734" y="3632633"/>
                  <a:ext cx="124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F4800243-DFAD-4ECF-BBCB-7C5C1F61AD56}"/>
                    </a:ext>
                  </a:extLst>
                </p14:cNvPr>
                <p14:cNvContentPartPr/>
                <p14:nvPr/>
              </p14:nvContentPartPr>
              <p14:xfrm>
                <a:off x="7649894" y="3605993"/>
                <a:ext cx="81720" cy="18396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F4800243-DFAD-4ECF-BBCB-7C5C1F61AD5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40894" y="3596993"/>
                  <a:ext cx="99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76B85D2C-B14A-4603-9173-CC9CC32B3239}"/>
                    </a:ext>
                  </a:extLst>
                </p14:cNvPr>
                <p14:cNvContentPartPr/>
                <p14:nvPr/>
              </p14:nvContentPartPr>
              <p14:xfrm>
                <a:off x="7819094" y="3783473"/>
                <a:ext cx="155880" cy="24444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76B85D2C-B14A-4603-9173-CC9CC32B323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10094" y="3774473"/>
                  <a:ext cx="1735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66773809-2923-4761-ACA1-D586E51C2DA4}"/>
                    </a:ext>
                  </a:extLst>
                </p14:cNvPr>
                <p14:cNvContentPartPr/>
                <p14:nvPr/>
              </p14:nvContentPartPr>
              <p14:xfrm>
                <a:off x="8104214" y="3819833"/>
                <a:ext cx="108720" cy="15804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66773809-2923-4761-ACA1-D586E51C2DA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95214" y="3811193"/>
                  <a:ext cx="126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B57E1627-5A34-4462-99EE-43531B7D9C94}"/>
                    </a:ext>
                  </a:extLst>
                </p14:cNvPr>
                <p14:cNvContentPartPr/>
                <p14:nvPr/>
              </p14:nvContentPartPr>
              <p14:xfrm>
                <a:off x="8094494" y="3822353"/>
                <a:ext cx="122040" cy="17244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B57E1627-5A34-4462-99EE-43531B7D9C9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85854" y="3813713"/>
                  <a:ext cx="13968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65241B26-92A3-4332-AB2F-594AA1B3D254}"/>
              </a:ext>
            </a:extLst>
          </p:cNvPr>
          <p:cNvGrpSpPr/>
          <p:nvPr/>
        </p:nvGrpSpPr>
        <p:grpSpPr>
          <a:xfrm>
            <a:off x="8481134" y="3875633"/>
            <a:ext cx="113760" cy="116640"/>
            <a:chOff x="8481134" y="3875633"/>
            <a:chExt cx="113760" cy="11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4453AC09-46F5-4B56-BD00-9C3E2CE24206}"/>
                    </a:ext>
                  </a:extLst>
                </p14:cNvPr>
                <p14:cNvContentPartPr/>
                <p14:nvPr/>
              </p14:nvContentPartPr>
              <p14:xfrm>
                <a:off x="8493734" y="3875633"/>
                <a:ext cx="101160" cy="2304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4453AC09-46F5-4B56-BD00-9C3E2CE2420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85094" y="3866633"/>
                  <a:ext cx="118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B427059A-DE50-4F9D-9A6A-B1B05B0A7147}"/>
                    </a:ext>
                  </a:extLst>
                </p14:cNvPr>
                <p14:cNvContentPartPr/>
                <p14:nvPr/>
              </p14:nvContentPartPr>
              <p14:xfrm>
                <a:off x="8481134" y="3987593"/>
                <a:ext cx="104760" cy="468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B427059A-DE50-4F9D-9A6A-B1B05B0A714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72494" y="3978953"/>
                  <a:ext cx="12240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90875E8E-FF7B-4413-9961-9EF53BCFEB23}"/>
              </a:ext>
            </a:extLst>
          </p:cNvPr>
          <p:cNvGrpSpPr/>
          <p:nvPr/>
        </p:nvGrpSpPr>
        <p:grpSpPr>
          <a:xfrm>
            <a:off x="8795414" y="3701753"/>
            <a:ext cx="432360" cy="226800"/>
            <a:chOff x="8795414" y="3701753"/>
            <a:chExt cx="43236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32942071-B49D-4B6A-91EA-EB36AF6ADC6F}"/>
                    </a:ext>
                  </a:extLst>
                </p14:cNvPr>
                <p14:cNvContentPartPr/>
                <p14:nvPr/>
              </p14:nvContentPartPr>
              <p14:xfrm>
                <a:off x="8795414" y="3701753"/>
                <a:ext cx="166680" cy="22680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32942071-B49D-4B6A-91EA-EB36AF6ADC6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786414" y="3692753"/>
                  <a:ext cx="1843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4A9D9FD8-DA2F-4E48-AFA1-A86BC74E78A4}"/>
                    </a:ext>
                  </a:extLst>
                </p14:cNvPr>
                <p14:cNvContentPartPr/>
                <p14:nvPr/>
              </p14:nvContentPartPr>
              <p14:xfrm>
                <a:off x="8967494" y="3783473"/>
                <a:ext cx="52560" cy="9432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4A9D9FD8-DA2F-4E48-AFA1-A86BC74E78A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58494" y="3774473"/>
                  <a:ext cx="702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4EF5B933-2FAB-4A5B-B4E2-0545AFCF799D}"/>
                    </a:ext>
                  </a:extLst>
                </p14:cNvPr>
                <p14:cNvContentPartPr/>
                <p14:nvPr/>
              </p14:nvContentPartPr>
              <p14:xfrm>
                <a:off x="9065774" y="3756113"/>
                <a:ext cx="162000" cy="13572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4EF5B933-2FAB-4A5B-B4E2-0545AFCF799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56774" y="3747113"/>
                  <a:ext cx="17964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22529A4F-C8D9-4AB2-9E71-522516B3D1DA}"/>
              </a:ext>
            </a:extLst>
          </p:cNvPr>
          <p:cNvGrpSpPr/>
          <p:nvPr/>
        </p:nvGrpSpPr>
        <p:grpSpPr>
          <a:xfrm>
            <a:off x="8847974" y="4103153"/>
            <a:ext cx="688680" cy="197280"/>
            <a:chOff x="8847974" y="4103153"/>
            <a:chExt cx="688680" cy="1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F80A6CB4-E677-46F2-9F27-3DFACFC806B2}"/>
                    </a:ext>
                  </a:extLst>
                </p14:cNvPr>
                <p14:cNvContentPartPr/>
                <p14:nvPr/>
              </p14:nvContentPartPr>
              <p14:xfrm>
                <a:off x="8847974" y="4170113"/>
                <a:ext cx="182880" cy="13032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F80A6CB4-E677-46F2-9F27-3DFACFC806B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838974" y="4161113"/>
                  <a:ext cx="200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E3D737DD-28B0-41CC-95B2-B4B554110C76}"/>
                    </a:ext>
                  </a:extLst>
                </p14:cNvPr>
                <p14:cNvContentPartPr/>
                <p14:nvPr/>
              </p14:nvContentPartPr>
              <p14:xfrm>
                <a:off x="9057494" y="4173713"/>
                <a:ext cx="163800" cy="2376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E3D737DD-28B0-41CC-95B2-B4B554110C7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48494" y="4165073"/>
                  <a:ext cx="181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BC10756B-DA69-4055-B988-2ABC30AA0253}"/>
                    </a:ext>
                  </a:extLst>
                </p14:cNvPr>
                <p14:cNvContentPartPr/>
                <p14:nvPr/>
              </p14:nvContentPartPr>
              <p14:xfrm>
                <a:off x="9152894" y="4129433"/>
                <a:ext cx="124200" cy="10656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BC10756B-DA69-4055-B988-2ABC30AA025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144254" y="4120793"/>
                  <a:ext cx="141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2DD652E8-3E71-4AF7-8D27-DEA3F6137D74}"/>
                    </a:ext>
                  </a:extLst>
                </p14:cNvPr>
                <p14:cNvContentPartPr/>
                <p14:nvPr/>
              </p14:nvContentPartPr>
              <p14:xfrm>
                <a:off x="9313454" y="4103153"/>
                <a:ext cx="223200" cy="12060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2DD652E8-3E71-4AF7-8D27-DEA3F6137D7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04814" y="4094153"/>
                  <a:ext cx="24084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CBDEAF14-9403-4044-9439-E27D9B8C1A51}"/>
              </a:ext>
            </a:extLst>
          </p:cNvPr>
          <p:cNvGrpSpPr/>
          <p:nvPr/>
        </p:nvGrpSpPr>
        <p:grpSpPr>
          <a:xfrm>
            <a:off x="9703334" y="3102353"/>
            <a:ext cx="2158920" cy="1259640"/>
            <a:chOff x="9703334" y="3102353"/>
            <a:chExt cx="2158920" cy="125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CCB4D735-6ED1-46C8-A955-3843C461FCCC}"/>
                    </a:ext>
                  </a:extLst>
                </p14:cNvPr>
                <p14:cNvContentPartPr/>
                <p14:nvPr/>
              </p14:nvContentPartPr>
              <p14:xfrm>
                <a:off x="9850934" y="3667553"/>
                <a:ext cx="127800" cy="5328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CCB4D735-6ED1-46C8-A955-3843C461FCC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842294" y="3658913"/>
                  <a:ext cx="1454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D91E99BA-7F5A-4C1D-B268-9C4356452846}"/>
                    </a:ext>
                  </a:extLst>
                </p14:cNvPr>
                <p14:cNvContentPartPr/>
                <p14:nvPr/>
              </p14:nvContentPartPr>
              <p14:xfrm>
                <a:off x="10201934" y="3544793"/>
                <a:ext cx="12240" cy="17640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D91E99BA-7F5A-4C1D-B268-9C435645284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93294" y="3535793"/>
                  <a:ext cx="29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DD8FFF9E-C1C2-406F-8F46-E5540248CD25}"/>
                    </a:ext>
                  </a:extLst>
                </p14:cNvPr>
                <p14:cNvContentPartPr/>
                <p14:nvPr/>
              </p14:nvContentPartPr>
              <p14:xfrm>
                <a:off x="10136054" y="3760793"/>
                <a:ext cx="138600" cy="3420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DD8FFF9E-C1C2-406F-8F46-E5540248CD2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127414" y="3751793"/>
                  <a:ext cx="156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BD660DDD-1338-4272-BB83-ED72571CFEC4}"/>
                    </a:ext>
                  </a:extLst>
                </p14:cNvPr>
                <p14:cNvContentPartPr/>
                <p14:nvPr/>
              </p14:nvContentPartPr>
              <p14:xfrm>
                <a:off x="10135694" y="3873473"/>
                <a:ext cx="182880" cy="19728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BD660DDD-1338-4272-BB83-ED72571CFEC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126694" y="3864833"/>
                  <a:ext cx="2005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30330F3D-2DC4-4781-98FC-92C7A81E13CD}"/>
                    </a:ext>
                  </a:extLst>
                </p14:cNvPr>
                <p14:cNvContentPartPr/>
                <p14:nvPr/>
              </p14:nvContentPartPr>
              <p14:xfrm>
                <a:off x="10444574" y="3589793"/>
                <a:ext cx="192600" cy="20376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30330F3D-2DC4-4781-98FC-92C7A81E13C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435934" y="3580793"/>
                  <a:ext cx="210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CED912C2-C46C-4F6F-A491-7467E0406BB7}"/>
                    </a:ext>
                  </a:extLst>
                </p14:cNvPr>
                <p14:cNvContentPartPr/>
                <p14:nvPr/>
              </p14:nvContentPartPr>
              <p14:xfrm>
                <a:off x="10815734" y="3312953"/>
                <a:ext cx="119160" cy="17676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CED912C2-C46C-4F6F-A491-7467E0406BB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807094" y="3303953"/>
                  <a:ext cx="136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4230ACB6-67F9-4655-A0DB-2F169F7B4DFD}"/>
                    </a:ext>
                  </a:extLst>
                </p14:cNvPr>
                <p14:cNvContentPartPr/>
                <p14:nvPr/>
              </p14:nvContentPartPr>
              <p14:xfrm>
                <a:off x="9703334" y="3486113"/>
                <a:ext cx="253440" cy="71352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4230ACB6-67F9-4655-A0DB-2F169F7B4DF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694334" y="3477113"/>
                  <a:ext cx="271080" cy="73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49BE2976-60D2-4C36-B67F-D8938C5AD54A}"/>
                    </a:ext>
                  </a:extLst>
                </p14:cNvPr>
                <p14:cNvContentPartPr/>
                <p14:nvPr/>
              </p14:nvContentPartPr>
              <p14:xfrm>
                <a:off x="11072054" y="3234473"/>
                <a:ext cx="174960" cy="83160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49BE2976-60D2-4C36-B67F-D8938C5AD54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063054" y="3225833"/>
                  <a:ext cx="19260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FBEE4689-5664-47AC-B3B7-032B7B0C2C20}"/>
                    </a:ext>
                  </a:extLst>
                </p14:cNvPr>
                <p14:cNvContentPartPr/>
                <p14:nvPr/>
              </p14:nvContentPartPr>
              <p14:xfrm>
                <a:off x="11410454" y="3343913"/>
                <a:ext cx="78120" cy="68184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FBEE4689-5664-47AC-B3B7-032B7B0C2C2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401454" y="3334913"/>
                  <a:ext cx="95760" cy="69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D1C7D2E4-3FDE-4F74-90D8-9EF2BDA7A5C1}"/>
                    </a:ext>
                  </a:extLst>
                </p14:cNvPr>
                <p14:cNvContentPartPr/>
                <p14:nvPr/>
              </p14:nvContentPartPr>
              <p14:xfrm>
                <a:off x="11367254" y="4217993"/>
                <a:ext cx="97560" cy="14076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D1C7D2E4-3FDE-4F74-90D8-9EF2BDA7A5C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358254" y="4209353"/>
                  <a:ext cx="115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864091CE-7C77-4FD1-A56D-7AB29AA909B5}"/>
                    </a:ext>
                  </a:extLst>
                </p14:cNvPr>
                <p14:cNvContentPartPr/>
                <p14:nvPr/>
              </p14:nvContentPartPr>
              <p14:xfrm>
                <a:off x="11367614" y="4206833"/>
                <a:ext cx="140400" cy="15516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864091CE-7C77-4FD1-A56D-7AB29AA909B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358974" y="4197833"/>
                  <a:ext cx="1580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485126D2-F263-4187-AF5F-40A00284FA81}"/>
                    </a:ext>
                  </a:extLst>
                </p14:cNvPr>
                <p14:cNvContentPartPr/>
                <p14:nvPr/>
              </p14:nvContentPartPr>
              <p14:xfrm>
                <a:off x="11584334" y="4240673"/>
                <a:ext cx="117360" cy="5760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485126D2-F263-4187-AF5F-40A00284FA8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575334" y="4232033"/>
                  <a:ext cx="1350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1F1BF4AF-6D39-4CFD-A96D-46BCD6CD55DF}"/>
                    </a:ext>
                  </a:extLst>
                </p14:cNvPr>
                <p14:cNvContentPartPr/>
                <p14:nvPr/>
              </p14:nvContentPartPr>
              <p14:xfrm>
                <a:off x="11765054" y="4205033"/>
                <a:ext cx="82800" cy="7632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1F1BF4AF-6D39-4CFD-A96D-46BCD6CD55D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756414" y="4196033"/>
                  <a:ext cx="1004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4DC1C99D-B681-407E-BF4D-A9D3774D4266}"/>
                    </a:ext>
                  </a:extLst>
                </p14:cNvPr>
                <p14:cNvContentPartPr/>
                <p14:nvPr/>
              </p14:nvContentPartPr>
              <p14:xfrm>
                <a:off x="11329094" y="3102353"/>
                <a:ext cx="91080" cy="13752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4DC1C99D-B681-407E-BF4D-A9D3774D426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320454" y="3093713"/>
                  <a:ext cx="1087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F1B9B664-2A25-446F-9BED-1F153BF98CC7}"/>
                    </a:ext>
                  </a:extLst>
                </p14:cNvPr>
                <p14:cNvContentPartPr/>
                <p14:nvPr/>
              </p14:nvContentPartPr>
              <p14:xfrm>
                <a:off x="11341694" y="3124313"/>
                <a:ext cx="110520" cy="8640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F1B9B664-2A25-446F-9BED-1F153BF98CC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332694" y="3115313"/>
                  <a:ext cx="1281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9D085142-A8CD-40C1-AC47-AD755359C149}"/>
                    </a:ext>
                  </a:extLst>
                </p14:cNvPr>
                <p14:cNvContentPartPr/>
                <p14:nvPr/>
              </p14:nvContentPartPr>
              <p14:xfrm>
                <a:off x="11513774" y="3145913"/>
                <a:ext cx="156960" cy="4896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9D085142-A8CD-40C1-AC47-AD755359C14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504774" y="3137273"/>
                  <a:ext cx="1746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97BBA729-220F-48E2-B4B0-661FC95280E7}"/>
                    </a:ext>
                  </a:extLst>
                </p14:cNvPr>
                <p14:cNvContentPartPr/>
                <p14:nvPr/>
              </p14:nvContentPartPr>
              <p14:xfrm>
                <a:off x="11701334" y="3103433"/>
                <a:ext cx="84960" cy="10296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97BBA729-220F-48E2-B4B0-661FC95280E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692334" y="3094433"/>
                  <a:ext cx="102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8950C5D1-8E27-45E5-853E-8DB06A0CCB22}"/>
                    </a:ext>
                  </a:extLst>
                </p14:cNvPr>
                <p14:cNvContentPartPr/>
                <p14:nvPr/>
              </p14:nvContentPartPr>
              <p14:xfrm>
                <a:off x="11770094" y="3103433"/>
                <a:ext cx="92160" cy="10836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8950C5D1-8E27-45E5-853E-8DB06A0CCB2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761094" y="3094433"/>
                  <a:ext cx="1098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ACDAAB99-944C-4924-A714-46970D0474D1}"/>
                    </a:ext>
                  </a:extLst>
                </p14:cNvPr>
                <p14:cNvContentPartPr/>
                <p14:nvPr/>
              </p14:nvContentPartPr>
              <p14:xfrm>
                <a:off x="10494974" y="3422393"/>
                <a:ext cx="86400" cy="2628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ACDAAB99-944C-4924-A714-46970D0474D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485974" y="3413753"/>
                  <a:ext cx="104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D0DA9C7E-6859-4A14-BF24-830C111ECCB2}"/>
                    </a:ext>
                  </a:extLst>
                </p14:cNvPr>
                <p14:cNvContentPartPr/>
                <p14:nvPr/>
              </p14:nvContentPartPr>
              <p14:xfrm>
                <a:off x="10632134" y="3345713"/>
                <a:ext cx="118440" cy="13968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D0DA9C7E-6859-4A14-BF24-830C111ECCB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623134" y="3337073"/>
                  <a:ext cx="13608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DEE8222D-43AD-4938-BA2A-43293AC0861A}"/>
              </a:ext>
            </a:extLst>
          </p:cNvPr>
          <p:cNvGrpSpPr/>
          <p:nvPr/>
        </p:nvGrpSpPr>
        <p:grpSpPr>
          <a:xfrm>
            <a:off x="5469014" y="4946993"/>
            <a:ext cx="1015200" cy="532440"/>
            <a:chOff x="5469014" y="4946993"/>
            <a:chExt cx="1015200" cy="53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4DEDD59A-32D0-45FF-8754-BBC9494C39F6}"/>
                    </a:ext>
                  </a:extLst>
                </p14:cNvPr>
                <p14:cNvContentPartPr/>
                <p14:nvPr/>
              </p14:nvContentPartPr>
              <p14:xfrm>
                <a:off x="5469014" y="5148593"/>
                <a:ext cx="92160" cy="828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4DEDD59A-32D0-45FF-8754-BBC9494C39F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460014" y="5139593"/>
                  <a:ext cx="1098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93193D36-2272-4C6F-8807-6C4BB8566AD0}"/>
                    </a:ext>
                  </a:extLst>
                </p14:cNvPr>
                <p14:cNvContentPartPr/>
                <p14:nvPr/>
              </p14:nvContentPartPr>
              <p14:xfrm>
                <a:off x="5525174" y="4946993"/>
                <a:ext cx="756720" cy="31068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93193D36-2272-4C6F-8807-6C4BB8566AD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16174" y="4937993"/>
                  <a:ext cx="7743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5A50C148-0600-4612-A481-B7E82481924D}"/>
                    </a:ext>
                  </a:extLst>
                </p14:cNvPr>
                <p14:cNvContentPartPr/>
                <p14:nvPr/>
              </p14:nvContentPartPr>
              <p14:xfrm>
                <a:off x="5777534" y="5369633"/>
                <a:ext cx="197640" cy="10980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5A50C148-0600-4612-A481-B7E82481924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768534" y="5360633"/>
                  <a:ext cx="215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76A7D2CD-F678-4F90-A4D7-548BB11B1E8D}"/>
                    </a:ext>
                  </a:extLst>
                </p14:cNvPr>
                <p14:cNvContentPartPr/>
                <p14:nvPr/>
              </p14:nvContentPartPr>
              <p14:xfrm>
                <a:off x="6004334" y="5366033"/>
                <a:ext cx="124200" cy="2916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76A7D2CD-F678-4F90-A4D7-548BB11B1E8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995694" y="5357033"/>
                  <a:ext cx="141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8FB9972C-B00D-49BD-ABF4-5E04437C570E}"/>
                    </a:ext>
                  </a:extLst>
                </p14:cNvPr>
                <p14:cNvContentPartPr/>
                <p14:nvPr/>
              </p14:nvContentPartPr>
              <p14:xfrm>
                <a:off x="6078854" y="5314193"/>
                <a:ext cx="76320" cy="9792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8FB9972C-B00D-49BD-ABF4-5E04437C570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70214" y="5305553"/>
                  <a:ext cx="939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8F2A2C91-11FA-4155-967A-B928A44373AB}"/>
                    </a:ext>
                  </a:extLst>
                </p14:cNvPr>
                <p14:cNvContentPartPr/>
                <p14:nvPr/>
              </p14:nvContentPartPr>
              <p14:xfrm>
                <a:off x="6270374" y="5291873"/>
                <a:ext cx="213840" cy="12384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8F2A2C91-11FA-4155-967A-B928A44373A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61734" y="5282873"/>
                  <a:ext cx="23148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FF33E223-12BC-4CBE-9942-4EC391F82BC9}"/>
              </a:ext>
            </a:extLst>
          </p:cNvPr>
          <p:cNvGrpSpPr/>
          <p:nvPr/>
        </p:nvGrpSpPr>
        <p:grpSpPr>
          <a:xfrm>
            <a:off x="6662774" y="4823513"/>
            <a:ext cx="734040" cy="597240"/>
            <a:chOff x="6662774" y="4823513"/>
            <a:chExt cx="734040" cy="59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D8E6722F-C609-455E-A6BB-5D6C5DB34263}"/>
                    </a:ext>
                  </a:extLst>
                </p14:cNvPr>
                <p14:cNvContentPartPr/>
                <p14:nvPr/>
              </p14:nvContentPartPr>
              <p14:xfrm>
                <a:off x="6662774" y="4827833"/>
                <a:ext cx="151200" cy="59292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D8E6722F-C609-455E-A6BB-5D6C5DB342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654134" y="4819193"/>
                  <a:ext cx="168840" cy="61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DE860F98-3B2F-4D44-988A-11C480C8F34C}"/>
                    </a:ext>
                  </a:extLst>
                </p14:cNvPr>
                <p14:cNvContentPartPr/>
                <p14:nvPr/>
              </p14:nvContentPartPr>
              <p14:xfrm>
                <a:off x="6959774" y="4957433"/>
                <a:ext cx="93240" cy="540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DE860F98-3B2F-4D44-988A-11C480C8F34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50774" y="4948433"/>
                  <a:ext cx="110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015062A0-A070-4C87-9CC7-062367DD4A2D}"/>
                    </a:ext>
                  </a:extLst>
                </p14:cNvPr>
                <p14:cNvContentPartPr/>
                <p14:nvPr/>
              </p14:nvContentPartPr>
              <p14:xfrm>
                <a:off x="7219694" y="4823513"/>
                <a:ext cx="17640" cy="14724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015062A0-A070-4C87-9CC7-062367DD4A2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210694" y="4814513"/>
                  <a:ext cx="35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352443F1-FDBD-4C5F-91E5-0BC0DB4B044C}"/>
                    </a:ext>
                  </a:extLst>
                </p14:cNvPr>
                <p14:cNvContentPartPr/>
                <p14:nvPr/>
              </p14:nvContentPartPr>
              <p14:xfrm>
                <a:off x="7177214" y="4990193"/>
                <a:ext cx="194760" cy="5436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352443F1-FDBD-4C5F-91E5-0BC0DB4B044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68214" y="4981553"/>
                  <a:ext cx="212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B4912560-2DD2-4780-9873-F3A94BB662C0}"/>
                    </a:ext>
                  </a:extLst>
                </p14:cNvPr>
                <p14:cNvContentPartPr/>
                <p14:nvPr/>
              </p14:nvContentPartPr>
              <p14:xfrm>
                <a:off x="7213934" y="5077673"/>
                <a:ext cx="182880" cy="16020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B4912560-2DD2-4780-9873-F3A94BB662C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205294" y="5069033"/>
                  <a:ext cx="200520" cy="17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1346409F-FC3A-4004-9B0A-DC2664D15BA4}"/>
                  </a:ext>
                </a:extLst>
              </p14:cNvPr>
              <p14:cNvContentPartPr/>
              <p14:nvPr/>
            </p14:nvContentPartPr>
            <p14:xfrm>
              <a:off x="7582574" y="4842233"/>
              <a:ext cx="226080" cy="179280"/>
            </p14:xfrm>
          </p:contentPart>
        </mc:Choice>
        <mc:Fallback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1346409F-FC3A-4004-9B0A-DC2664D15BA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573934" y="4833233"/>
                <a:ext cx="24372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upo 101">
            <a:extLst>
              <a:ext uri="{FF2B5EF4-FFF2-40B4-BE49-F238E27FC236}">
                <a16:creationId xmlns:a16="http://schemas.microsoft.com/office/drawing/2014/main" id="{4F887D27-DFC8-4F68-A938-7C85EEDA5792}"/>
              </a:ext>
            </a:extLst>
          </p:cNvPr>
          <p:cNvGrpSpPr/>
          <p:nvPr/>
        </p:nvGrpSpPr>
        <p:grpSpPr>
          <a:xfrm>
            <a:off x="7659254" y="4570433"/>
            <a:ext cx="522720" cy="126360"/>
            <a:chOff x="7659254" y="4570433"/>
            <a:chExt cx="52272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5B57229F-1B2F-42FC-BCBC-C2181EEC68A7}"/>
                    </a:ext>
                  </a:extLst>
                </p14:cNvPr>
                <p14:cNvContentPartPr/>
                <p14:nvPr/>
              </p14:nvContentPartPr>
              <p14:xfrm>
                <a:off x="7659254" y="4656473"/>
                <a:ext cx="140760" cy="2736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5B57229F-1B2F-42FC-BCBC-C2181EEC68A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650614" y="4647473"/>
                  <a:ext cx="158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97FF92C6-50E7-4A37-8BFA-7C0251FB0254}"/>
                    </a:ext>
                  </a:extLst>
                </p14:cNvPr>
                <p14:cNvContentPartPr/>
                <p14:nvPr/>
              </p14:nvContentPartPr>
              <p14:xfrm>
                <a:off x="7866254" y="4579433"/>
                <a:ext cx="105840" cy="11736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97FF92C6-50E7-4A37-8BFA-7C0251FB025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857614" y="4570793"/>
                  <a:ext cx="123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DAA61AF0-FD3E-4482-937D-322A1EDA6C5A}"/>
                    </a:ext>
                  </a:extLst>
                </p14:cNvPr>
                <p14:cNvContentPartPr/>
                <p14:nvPr/>
              </p14:nvContentPartPr>
              <p14:xfrm>
                <a:off x="8016014" y="4570433"/>
                <a:ext cx="165960" cy="10728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DAA61AF0-FD3E-4482-937D-322A1EDA6C5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007014" y="4561793"/>
                  <a:ext cx="18360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060E27AF-560D-4E96-8E60-DDADAB32A201}"/>
              </a:ext>
            </a:extLst>
          </p:cNvPr>
          <p:cNvGrpSpPr/>
          <p:nvPr/>
        </p:nvGrpSpPr>
        <p:grpSpPr>
          <a:xfrm>
            <a:off x="8193134" y="4841153"/>
            <a:ext cx="224640" cy="178200"/>
            <a:chOff x="8193134" y="4841153"/>
            <a:chExt cx="224640" cy="17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6A03C1C4-0856-455A-9A2D-E5016F7B7A74}"/>
                    </a:ext>
                  </a:extLst>
                </p14:cNvPr>
                <p14:cNvContentPartPr/>
                <p14:nvPr/>
              </p14:nvContentPartPr>
              <p14:xfrm>
                <a:off x="8291414" y="4841153"/>
                <a:ext cx="16200" cy="17820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6A03C1C4-0856-455A-9A2D-E5016F7B7A7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282414" y="4832513"/>
                  <a:ext cx="338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95FADF21-1502-4B87-89C2-A30B937558FE}"/>
                    </a:ext>
                  </a:extLst>
                </p14:cNvPr>
                <p14:cNvContentPartPr/>
                <p14:nvPr/>
              </p14:nvContentPartPr>
              <p14:xfrm>
                <a:off x="8193134" y="4923233"/>
                <a:ext cx="224640" cy="5436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95FADF21-1502-4B87-89C2-A30B937558F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184134" y="4914593"/>
                  <a:ext cx="24228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7454EFD3-0928-494D-A7FC-97A8C148B7A9}"/>
              </a:ext>
            </a:extLst>
          </p:cNvPr>
          <p:cNvGrpSpPr/>
          <p:nvPr/>
        </p:nvGrpSpPr>
        <p:grpSpPr>
          <a:xfrm>
            <a:off x="8648534" y="4782113"/>
            <a:ext cx="589320" cy="455400"/>
            <a:chOff x="8648534" y="4782113"/>
            <a:chExt cx="58932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9A320F28-C978-4489-8966-E8C58FCBCD36}"/>
                    </a:ext>
                  </a:extLst>
                </p14:cNvPr>
                <p14:cNvContentPartPr/>
                <p14:nvPr/>
              </p14:nvContentPartPr>
              <p14:xfrm>
                <a:off x="8677334" y="4782113"/>
                <a:ext cx="31320" cy="17568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9A320F28-C978-4489-8966-E8C58FCBCD3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668694" y="4773113"/>
                  <a:ext cx="48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93B2F93D-0054-4497-A26F-B78B4661842A}"/>
                    </a:ext>
                  </a:extLst>
                </p14:cNvPr>
                <p14:cNvContentPartPr/>
                <p14:nvPr/>
              </p14:nvContentPartPr>
              <p14:xfrm>
                <a:off x="8648534" y="4993793"/>
                <a:ext cx="123120" cy="1944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93B2F93D-0054-4497-A26F-B78B4661842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39534" y="4985153"/>
                  <a:ext cx="140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2B59766A-AB7A-4C0D-B02B-28F6957EF17B}"/>
                    </a:ext>
                  </a:extLst>
                </p14:cNvPr>
                <p14:cNvContentPartPr/>
                <p14:nvPr/>
              </p14:nvContentPartPr>
              <p14:xfrm>
                <a:off x="8681294" y="5094953"/>
                <a:ext cx="163440" cy="14256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2B59766A-AB7A-4C0D-B02B-28F6957EF17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72654" y="5085953"/>
                  <a:ext cx="181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CE122A36-1235-4962-955F-23A76B20C002}"/>
                    </a:ext>
                  </a:extLst>
                </p14:cNvPr>
                <p14:cNvContentPartPr/>
                <p14:nvPr/>
              </p14:nvContentPartPr>
              <p14:xfrm>
                <a:off x="9014294" y="4807673"/>
                <a:ext cx="223560" cy="23184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CE122A36-1235-4962-955F-23A76B20C00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05294" y="4799033"/>
                  <a:ext cx="24120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0E68006D-4D1E-4864-BB03-8E033F24DC90}"/>
              </a:ext>
            </a:extLst>
          </p:cNvPr>
          <p:cNvGrpSpPr/>
          <p:nvPr/>
        </p:nvGrpSpPr>
        <p:grpSpPr>
          <a:xfrm>
            <a:off x="9195014" y="4602473"/>
            <a:ext cx="55800" cy="23040"/>
            <a:chOff x="9195014" y="4602473"/>
            <a:chExt cx="55800" cy="2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1F926F9F-1ADB-4004-AD69-68117CE735CC}"/>
                    </a:ext>
                  </a:extLst>
                </p14:cNvPr>
                <p14:cNvContentPartPr/>
                <p14:nvPr/>
              </p14:nvContentPartPr>
              <p14:xfrm>
                <a:off x="9224534" y="4607873"/>
                <a:ext cx="360" cy="36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1F926F9F-1ADB-4004-AD69-68117CE735C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215894" y="45988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4E6D81AA-7DC6-48B0-A637-6EEB14C84F35}"/>
                    </a:ext>
                  </a:extLst>
                </p14:cNvPr>
                <p14:cNvContentPartPr/>
                <p14:nvPr/>
              </p14:nvContentPartPr>
              <p14:xfrm>
                <a:off x="9195014" y="4602473"/>
                <a:ext cx="55800" cy="2304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4E6D81AA-7DC6-48B0-A637-6EEB14C84F3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186374" y="4593833"/>
                  <a:ext cx="7344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AE9BE682-6D87-404D-B9DA-56AA7C60F705}"/>
                  </a:ext>
                </a:extLst>
              </p14:cNvPr>
              <p14:cNvContentPartPr/>
              <p14:nvPr/>
            </p14:nvContentPartPr>
            <p14:xfrm>
              <a:off x="9334694" y="4548473"/>
              <a:ext cx="141480" cy="115560"/>
            </p14:xfrm>
          </p:contentPart>
        </mc:Choice>
        <mc:Fallback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AE9BE682-6D87-404D-B9DA-56AA7C60F705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325694" y="4539473"/>
                <a:ext cx="15912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6" name="Entrada de lápiz 115">
                <a:extLst>
                  <a:ext uri="{FF2B5EF4-FFF2-40B4-BE49-F238E27FC236}">
                    <a16:creationId xmlns:a16="http://schemas.microsoft.com/office/drawing/2014/main" id="{715FCB73-FCA7-4D0C-B645-E58018734355}"/>
                  </a:ext>
                </a:extLst>
              </p14:cNvPr>
              <p14:cNvContentPartPr/>
              <p14:nvPr/>
            </p14:nvContentPartPr>
            <p14:xfrm>
              <a:off x="9521534" y="4520753"/>
              <a:ext cx="58320" cy="107280"/>
            </p14:xfrm>
          </p:contentPart>
        </mc:Choice>
        <mc:Fallback>
          <p:pic>
            <p:nvPicPr>
              <p:cNvPr id="116" name="Entrada de lápiz 115">
                <a:extLst>
                  <a:ext uri="{FF2B5EF4-FFF2-40B4-BE49-F238E27FC236}">
                    <a16:creationId xmlns:a16="http://schemas.microsoft.com/office/drawing/2014/main" id="{715FCB73-FCA7-4D0C-B645-E58018734355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512534" y="4511753"/>
                <a:ext cx="7596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9D3BAB83-FF04-42A0-BB87-1A11D61655E0}"/>
                  </a:ext>
                </a:extLst>
              </p14:cNvPr>
              <p14:cNvContentPartPr/>
              <p14:nvPr/>
            </p14:nvContentPartPr>
            <p14:xfrm>
              <a:off x="9624494" y="4540913"/>
              <a:ext cx="69120" cy="78840"/>
            </p14:xfrm>
          </p:contentPart>
        </mc:Choice>
        <mc:Fallback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9D3BAB83-FF04-42A0-BB87-1A11D61655E0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615494" y="4531913"/>
                <a:ext cx="8676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7954EC08-15B0-4E76-BD8B-649678CBD210}"/>
                  </a:ext>
                </a:extLst>
              </p14:cNvPr>
              <p14:cNvContentPartPr/>
              <p14:nvPr/>
            </p14:nvContentPartPr>
            <p14:xfrm>
              <a:off x="9772814" y="4445873"/>
              <a:ext cx="10080" cy="13068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7954EC08-15B0-4E76-BD8B-649678CBD210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763814" y="4437233"/>
                <a:ext cx="277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D7FB618C-E6EC-42F7-97AF-8171674D56F9}"/>
                  </a:ext>
                </a:extLst>
              </p14:cNvPr>
              <p14:cNvContentPartPr/>
              <p14:nvPr/>
            </p14:nvContentPartPr>
            <p14:xfrm>
              <a:off x="9970094" y="4529393"/>
              <a:ext cx="151200" cy="631800"/>
            </p14:xfrm>
          </p:contentPart>
        </mc:Choice>
        <mc:Fallback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D7FB618C-E6EC-42F7-97AF-8171674D56F9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961094" y="4520753"/>
                <a:ext cx="168840" cy="64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2274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2D72CEEF-8119-4BBA-B500-338C4D06594D}"/>
                  </a:ext>
                </a:extLst>
              </p14:cNvPr>
              <p14:cNvContentPartPr/>
              <p14:nvPr/>
            </p14:nvContentPartPr>
            <p14:xfrm>
              <a:off x="508574" y="1149353"/>
              <a:ext cx="131040" cy="108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2D72CEEF-8119-4BBA-B500-338C4D0659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934" y="1140713"/>
                <a:ext cx="1486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830A16CD-1606-4F94-88D5-A9CFF3A9AE3A}"/>
                  </a:ext>
                </a:extLst>
              </p14:cNvPr>
              <p14:cNvContentPartPr/>
              <p14:nvPr/>
            </p14:nvContentPartPr>
            <p14:xfrm>
              <a:off x="564014" y="1240793"/>
              <a:ext cx="173520" cy="3600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830A16CD-1606-4F94-88D5-A9CFF3A9AE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5014" y="1231793"/>
                <a:ext cx="191160" cy="5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upo 10">
            <a:extLst>
              <a:ext uri="{FF2B5EF4-FFF2-40B4-BE49-F238E27FC236}">
                <a16:creationId xmlns:a16="http://schemas.microsoft.com/office/drawing/2014/main" id="{CDF23498-C6EA-4743-8BEC-2AD3DEB8496B}"/>
              </a:ext>
            </a:extLst>
          </p:cNvPr>
          <p:cNvGrpSpPr/>
          <p:nvPr/>
        </p:nvGrpSpPr>
        <p:grpSpPr>
          <a:xfrm>
            <a:off x="1212374" y="810593"/>
            <a:ext cx="540720" cy="294120"/>
            <a:chOff x="1212374" y="810593"/>
            <a:chExt cx="54072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1201C1A0-E16A-496C-A66F-6664F473A4B3}"/>
                    </a:ext>
                  </a:extLst>
                </p14:cNvPr>
                <p14:cNvContentPartPr/>
                <p14:nvPr/>
              </p14:nvContentPartPr>
              <p14:xfrm>
                <a:off x="1212374" y="810593"/>
                <a:ext cx="306720" cy="29412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1201C1A0-E16A-496C-A66F-6664F473A4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03734" y="801953"/>
                  <a:ext cx="3243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CD0BCBA6-4E98-4192-8038-24004727089A}"/>
                    </a:ext>
                  </a:extLst>
                </p14:cNvPr>
                <p14:cNvContentPartPr/>
                <p14:nvPr/>
              </p14:nvContentPartPr>
              <p14:xfrm>
                <a:off x="1554734" y="905993"/>
                <a:ext cx="198360" cy="17748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CD0BCBA6-4E98-4192-8038-2400472708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45734" y="897353"/>
                  <a:ext cx="21600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E1530190-46A9-4982-9939-0E98F1A86D82}"/>
              </a:ext>
            </a:extLst>
          </p:cNvPr>
          <p:cNvGrpSpPr/>
          <p:nvPr/>
        </p:nvGrpSpPr>
        <p:grpSpPr>
          <a:xfrm>
            <a:off x="1250174" y="1311713"/>
            <a:ext cx="645840" cy="155520"/>
            <a:chOff x="1250174" y="1311713"/>
            <a:chExt cx="645840" cy="15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3F7939D7-12D3-45F5-8A07-3265CD456A38}"/>
                    </a:ext>
                  </a:extLst>
                </p14:cNvPr>
                <p14:cNvContentPartPr/>
                <p14:nvPr/>
              </p14:nvContentPartPr>
              <p14:xfrm>
                <a:off x="1250174" y="1348433"/>
                <a:ext cx="198360" cy="11880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3F7939D7-12D3-45F5-8A07-3265CD456A3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41534" y="1339433"/>
                  <a:ext cx="2160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6302B7B7-9CB5-477F-A6CE-CFC27830D5B2}"/>
                    </a:ext>
                  </a:extLst>
                </p14:cNvPr>
                <p14:cNvContentPartPr/>
                <p14:nvPr/>
              </p14:nvContentPartPr>
              <p14:xfrm>
                <a:off x="1461134" y="1322513"/>
                <a:ext cx="196560" cy="11520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6302B7B7-9CB5-477F-A6CE-CFC27830D5B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52134" y="1313513"/>
                  <a:ext cx="214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9E155AC7-1B0A-4BE4-88A7-83FFB47E4CFF}"/>
                    </a:ext>
                  </a:extLst>
                </p14:cNvPr>
                <p14:cNvContentPartPr/>
                <p14:nvPr/>
              </p14:nvContentPartPr>
              <p14:xfrm>
                <a:off x="1690094" y="1333673"/>
                <a:ext cx="104040" cy="799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9E155AC7-1B0A-4BE4-88A7-83FFB47E4CF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81094" y="1325033"/>
                  <a:ext cx="1216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492CAAFA-69A6-4DCC-AD6D-6B770DDF1CFE}"/>
                    </a:ext>
                  </a:extLst>
                </p14:cNvPr>
                <p14:cNvContentPartPr/>
                <p14:nvPr/>
              </p14:nvContentPartPr>
              <p14:xfrm>
                <a:off x="1788374" y="1311713"/>
                <a:ext cx="107640" cy="1231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492CAAFA-69A6-4DCC-AD6D-6B770DDF1CF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9734" y="1302713"/>
                  <a:ext cx="12528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D91B3E2A-0619-446A-B66C-25A55C714C8B}"/>
              </a:ext>
            </a:extLst>
          </p:cNvPr>
          <p:cNvGrpSpPr/>
          <p:nvPr/>
        </p:nvGrpSpPr>
        <p:grpSpPr>
          <a:xfrm>
            <a:off x="2296334" y="791153"/>
            <a:ext cx="813240" cy="547200"/>
            <a:chOff x="2296334" y="791153"/>
            <a:chExt cx="813240" cy="54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380BB2B0-648F-4C43-960D-81B8F669D95E}"/>
                    </a:ext>
                  </a:extLst>
                </p14:cNvPr>
                <p14:cNvContentPartPr/>
                <p14:nvPr/>
              </p14:nvContentPartPr>
              <p14:xfrm>
                <a:off x="2296334" y="937313"/>
                <a:ext cx="155880" cy="28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380BB2B0-648F-4C43-960D-81B8F669D95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87334" y="928313"/>
                  <a:ext cx="173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F2DB569B-AFDD-4902-86F2-950C14BAC82A}"/>
                    </a:ext>
                  </a:extLst>
                </p14:cNvPr>
                <p14:cNvContentPartPr/>
                <p14:nvPr/>
              </p14:nvContentPartPr>
              <p14:xfrm>
                <a:off x="2590094" y="791153"/>
                <a:ext cx="49680" cy="14832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F2DB569B-AFDD-4902-86F2-950C14BAC82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81094" y="782153"/>
                  <a:ext cx="67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A542FFE2-AD50-4098-98C9-0280235E1577}"/>
                    </a:ext>
                  </a:extLst>
                </p14:cNvPr>
                <p14:cNvContentPartPr/>
                <p14:nvPr/>
              </p14:nvContentPartPr>
              <p14:xfrm>
                <a:off x="2578574" y="1025153"/>
                <a:ext cx="121320" cy="2484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A542FFE2-AD50-4098-98C9-0280235E157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69574" y="1016153"/>
                  <a:ext cx="138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2A52025A-B019-42A6-BF10-F466A3629C82}"/>
                    </a:ext>
                  </a:extLst>
                </p14:cNvPr>
                <p14:cNvContentPartPr/>
                <p14:nvPr/>
              </p14:nvContentPartPr>
              <p14:xfrm>
                <a:off x="2575334" y="1129193"/>
                <a:ext cx="187200" cy="20916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2A52025A-B019-42A6-BF10-F466A3629C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66334" y="1120193"/>
                  <a:ext cx="2048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D82E643A-2158-48BF-9B18-F7789909D634}"/>
                    </a:ext>
                  </a:extLst>
                </p14:cNvPr>
                <p14:cNvContentPartPr/>
                <p14:nvPr/>
              </p14:nvContentPartPr>
              <p14:xfrm>
                <a:off x="2898614" y="855953"/>
                <a:ext cx="210960" cy="22572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D82E643A-2158-48BF-9B18-F7789909D63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89614" y="847313"/>
                  <a:ext cx="22860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B28B5481-A46D-408F-BDC0-751F6826BE04}"/>
              </a:ext>
            </a:extLst>
          </p:cNvPr>
          <p:cNvGrpSpPr/>
          <p:nvPr/>
        </p:nvGrpSpPr>
        <p:grpSpPr>
          <a:xfrm>
            <a:off x="3106334" y="602153"/>
            <a:ext cx="560880" cy="150480"/>
            <a:chOff x="3106334" y="602153"/>
            <a:chExt cx="560880" cy="15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0E9759BB-9982-42BA-9A72-252067598D7A}"/>
                    </a:ext>
                  </a:extLst>
                </p14:cNvPr>
                <p14:cNvContentPartPr/>
                <p14:nvPr/>
              </p14:nvContentPartPr>
              <p14:xfrm>
                <a:off x="3106334" y="698993"/>
                <a:ext cx="131040" cy="1692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0E9759BB-9982-42BA-9A72-252067598D7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97334" y="689993"/>
                  <a:ext cx="148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28870A15-9AFD-4836-BD21-ABAE9D2249D5}"/>
                    </a:ext>
                  </a:extLst>
                </p14:cNvPr>
                <p14:cNvContentPartPr/>
                <p14:nvPr/>
              </p14:nvContentPartPr>
              <p14:xfrm>
                <a:off x="3330614" y="602153"/>
                <a:ext cx="156960" cy="15048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28870A15-9AFD-4836-BD21-ABAE9D2249D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21614" y="593153"/>
                  <a:ext cx="1746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FC453888-4D37-40C5-ADB9-E8E77A100E2E}"/>
                    </a:ext>
                  </a:extLst>
                </p14:cNvPr>
                <p14:cNvContentPartPr/>
                <p14:nvPr/>
              </p14:nvContentPartPr>
              <p14:xfrm>
                <a:off x="3569654" y="619793"/>
                <a:ext cx="97560" cy="11592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FC453888-4D37-40C5-ADB9-E8E77A100E2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61014" y="611153"/>
                  <a:ext cx="11520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AC541E6-5605-410A-8DE8-A6012431E52E}"/>
              </a:ext>
            </a:extLst>
          </p:cNvPr>
          <p:cNvGrpSpPr/>
          <p:nvPr/>
        </p:nvGrpSpPr>
        <p:grpSpPr>
          <a:xfrm>
            <a:off x="3963854" y="759833"/>
            <a:ext cx="192600" cy="201960"/>
            <a:chOff x="3963854" y="759833"/>
            <a:chExt cx="19260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AD7218AF-EDD8-4288-A3B1-A85BC9C85DFE}"/>
                    </a:ext>
                  </a:extLst>
                </p14:cNvPr>
                <p14:cNvContentPartPr/>
                <p14:nvPr/>
              </p14:nvContentPartPr>
              <p14:xfrm>
                <a:off x="4034414" y="759833"/>
                <a:ext cx="36000" cy="2019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AD7218AF-EDD8-4288-A3B1-A85BC9C85DF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25414" y="750833"/>
                  <a:ext cx="536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96B1BE34-EED9-494F-8A5A-0267DB7D0203}"/>
                    </a:ext>
                  </a:extLst>
                </p14:cNvPr>
                <p14:cNvContentPartPr/>
                <p14:nvPr/>
              </p14:nvContentPartPr>
              <p14:xfrm>
                <a:off x="3963854" y="834713"/>
                <a:ext cx="192600" cy="5004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96B1BE34-EED9-494F-8A5A-0267DB7D020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54854" y="825713"/>
                  <a:ext cx="21024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0FB745C4-219E-4D06-AEC7-BF0A26E9B2AE}"/>
              </a:ext>
            </a:extLst>
          </p:cNvPr>
          <p:cNvGrpSpPr/>
          <p:nvPr/>
        </p:nvGrpSpPr>
        <p:grpSpPr>
          <a:xfrm>
            <a:off x="4553534" y="685313"/>
            <a:ext cx="168480" cy="220320"/>
            <a:chOff x="4553534" y="685313"/>
            <a:chExt cx="168480" cy="22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D2E9E8B2-3C1D-4784-BAA3-2354FEF6588F}"/>
                    </a:ext>
                  </a:extLst>
                </p14:cNvPr>
                <p14:cNvContentPartPr/>
                <p14:nvPr/>
              </p14:nvContentPartPr>
              <p14:xfrm>
                <a:off x="4624454" y="685313"/>
                <a:ext cx="24120" cy="18792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D2E9E8B2-3C1D-4784-BAA3-2354FEF658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15454" y="676313"/>
                  <a:ext cx="41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62ED2EBC-9A42-4AC8-AEE8-2BC6CF214352}"/>
                    </a:ext>
                  </a:extLst>
                </p14:cNvPr>
                <p14:cNvContentPartPr/>
                <p14:nvPr/>
              </p14:nvContentPartPr>
              <p14:xfrm>
                <a:off x="4553534" y="882593"/>
                <a:ext cx="168480" cy="230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62ED2EBC-9A42-4AC8-AEE8-2BC6CF21435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44534" y="873593"/>
                  <a:ext cx="18612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96A109D1-C0C0-4BAF-A53A-3EEDE276C0E3}"/>
                  </a:ext>
                </a:extLst>
              </p14:cNvPr>
              <p14:cNvContentPartPr/>
              <p14:nvPr/>
            </p14:nvContentPartPr>
            <p14:xfrm>
              <a:off x="4557854" y="1044593"/>
              <a:ext cx="200520" cy="17064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96A109D1-C0C0-4BAF-A53A-3EEDE276C0E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549214" y="1035593"/>
                <a:ext cx="21816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7C1B0A6F-CB5E-4761-AFE9-06014D23B80A}"/>
                  </a:ext>
                </a:extLst>
              </p14:cNvPr>
              <p14:cNvContentPartPr/>
              <p14:nvPr/>
            </p14:nvContentPartPr>
            <p14:xfrm>
              <a:off x="5312414" y="790433"/>
              <a:ext cx="141480" cy="1008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7C1B0A6F-CB5E-4761-AFE9-06014D23B80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303414" y="781433"/>
                <a:ext cx="1591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1A31DA6E-FE8B-46F8-80B2-D4A16F1AB2F1}"/>
                  </a:ext>
                </a:extLst>
              </p14:cNvPr>
              <p14:cNvContentPartPr/>
              <p14:nvPr/>
            </p14:nvContentPartPr>
            <p14:xfrm>
              <a:off x="5353814" y="881513"/>
              <a:ext cx="187920" cy="1944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1A31DA6E-FE8B-46F8-80B2-D4A16F1AB2F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345174" y="872873"/>
                <a:ext cx="20556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upo 33">
            <a:extLst>
              <a:ext uri="{FF2B5EF4-FFF2-40B4-BE49-F238E27FC236}">
                <a16:creationId xmlns:a16="http://schemas.microsoft.com/office/drawing/2014/main" id="{D4A8F29A-123F-4B7E-9848-36B3B0133FA4}"/>
              </a:ext>
            </a:extLst>
          </p:cNvPr>
          <p:cNvGrpSpPr/>
          <p:nvPr/>
        </p:nvGrpSpPr>
        <p:grpSpPr>
          <a:xfrm>
            <a:off x="5913614" y="668033"/>
            <a:ext cx="139680" cy="220680"/>
            <a:chOff x="5913614" y="668033"/>
            <a:chExt cx="139680" cy="22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293E3303-D127-48BE-84BC-81AFE594DF20}"/>
                    </a:ext>
                  </a:extLst>
                </p14:cNvPr>
                <p14:cNvContentPartPr/>
                <p14:nvPr/>
              </p14:nvContentPartPr>
              <p14:xfrm>
                <a:off x="5972654" y="668033"/>
                <a:ext cx="16920" cy="19116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293E3303-D127-48BE-84BC-81AFE594DF2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63654" y="659393"/>
                  <a:ext cx="345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99BC18E9-9267-4C27-A03F-51D5E6F1E8B0}"/>
                    </a:ext>
                  </a:extLst>
                </p14:cNvPr>
                <p14:cNvContentPartPr/>
                <p14:nvPr/>
              </p14:nvContentPartPr>
              <p14:xfrm>
                <a:off x="5913614" y="877193"/>
                <a:ext cx="139680" cy="115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99BC18E9-9267-4C27-A03F-51D5E6F1E8B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04974" y="868553"/>
                  <a:ext cx="15732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FF666584-0D27-471D-833E-0E6C858C084E}"/>
                  </a:ext>
                </a:extLst>
              </p14:cNvPr>
              <p14:cNvContentPartPr/>
              <p14:nvPr/>
            </p14:nvContentPartPr>
            <p14:xfrm>
              <a:off x="5949974" y="999953"/>
              <a:ext cx="175680" cy="17100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FF666584-0D27-471D-833E-0E6C858C084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941334" y="990953"/>
                <a:ext cx="193320" cy="18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upo 40">
            <a:extLst>
              <a:ext uri="{FF2B5EF4-FFF2-40B4-BE49-F238E27FC236}">
                <a16:creationId xmlns:a16="http://schemas.microsoft.com/office/drawing/2014/main" id="{EEA29379-C135-45CD-B2DD-3BA0E3C3BB13}"/>
              </a:ext>
            </a:extLst>
          </p:cNvPr>
          <p:cNvGrpSpPr/>
          <p:nvPr/>
        </p:nvGrpSpPr>
        <p:grpSpPr>
          <a:xfrm>
            <a:off x="6534254" y="617993"/>
            <a:ext cx="244080" cy="349920"/>
            <a:chOff x="6534254" y="617993"/>
            <a:chExt cx="244080" cy="34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CF775132-D96D-433E-AD52-0FECDA299E24}"/>
                    </a:ext>
                  </a:extLst>
                </p14:cNvPr>
                <p14:cNvContentPartPr/>
                <p14:nvPr/>
              </p14:nvContentPartPr>
              <p14:xfrm>
                <a:off x="6550454" y="762353"/>
                <a:ext cx="222840" cy="273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CF775132-D96D-433E-AD52-0FECDA299E2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41814" y="753713"/>
                  <a:ext cx="240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9855B475-CF64-42B4-BE2A-533A21543B4C}"/>
                    </a:ext>
                  </a:extLst>
                </p14:cNvPr>
                <p14:cNvContentPartPr/>
                <p14:nvPr/>
              </p14:nvContentPartPr>
              <p14:xfrm>
                <a:off x="6534254" y="864953"/>
                <a:ext cx="244080" cy="212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9855B475-CF64-42B4-BE2A-533A21543B4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25254" y="856313"/>
                  <a:ext cx="261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461190D5-10B2-4AF0-893A-459501EC5A73}"/>
                    </a:ext>
                  </a:extLst>
                </p14:cNvPr>
                <p14:cNvContentPartPr/>
                <p14:nvPr/>
              </p14:nvContentPartPr>
              <p14:xfrm>
                <a:off x="6590774" y="617993"/>
                <a:ext cx="138240" cy="34992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461190D5-10B2-4AF0-893A-459501EC5A7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81774" y="609353"/>
                  <a:ext cx="15588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CBBFDF77-A3B9-49CF-B3BC-C660B2F19030}"/>
              </a:ext>
            </a:extLst>
          </p:cNvPr>
          <p:cNvGrpSpPr/>
          <p:nvPr/>
        </p:nvGrpSpPr>
        <p:grpSpPr>
          <a:xfrm>
            <a:off x="6943214" y="694313"/>
            <a:ext cx="144360" cy="241920"/>
            <a:chOff x="6943214" y="694313"/>
            <a:chExt cx="144360" cy="2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DEC57BF5-C4A6-4986-B216-9F095DD022C4}"/>
                    </a:ext>
                  </a:extLst>
                </p14:cNvPr>
                <p14:cNvContentPartPr/>
                <p14:nvPr/>
              </p14:nvContentPartPr>
              <p14:xfrm>
                <a:off x="6982814" y="694313"/>
                <a:ext cx="30240" cy="21888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DEC57BF5-C4A6-4986-B216-9F095DD022C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74174" y="685313"/>
                  <a:ext cx="478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5D9EE153-D6EE-4CAA-87DE-098B5A0393C0}"/>
                    </a:ext>
                  </a:extLst>
                </p14:cNvPr>
                <p14:cNvContentPartPr/>
                <p14:nvPr/>
              </p14:nvContentPartPr>
              <p14:xfrm>
                <a:off x="6943214" y="914633"/>
                <a:ext cx="144360" cy="2160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5D9EE153-D6EE-4CAA-87DE-098B5A0393C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34214" y="905633"/>
                  <a:ext cx="1620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5152CAA6-5B6C-4A1A-AEAB-2DB0B284677B}"/>
              </a:ext>
            </a:extLst>
          </p:cNvPr>
          <p:cNvGrpSpPr/>
          <p:nvPr/>
        </p:nvGrpSpPr>
        <p:grpSpPr>
          <a:xfrm>
            <a:off x="7582574" y="797633"/>
            <a:ext cx="375480" cy="228240"/>
            <a:chOff x="7582574" y="797633"/>
            <a:chExt cx="37548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9165CA0E-D159-4280-A3D8-A30AFCFB0855}"/>
                    </a:ext>
                  </a:extLst>
                </p14:cNvPr>
                <p14:cNvContentPartPr/>
                <p14:nvPr/>
              </p14:nvContentPartPr>
              <p14:xfrm>
                <a:off x="7582574" y="797633"/>
                <a:ext cx="195120" cy="22824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9165CA0E-D159-4280-A3D8-A30AFCFB085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73934" y="788993"/>
                  <a:ext cx="2127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ADAC14AB-2E8C-49F0-ACC2-77EC0DD267A0}"/>
                    </a:ext>
                  </a:extLst>
                </p14:cNvPr>
                <p14:cNvContentPartPr/>
                <p14:nvPr/>
              </p14:nvContentPartPr>
              <p14:xfrm>
                <a:off x="7834574" y="855593"/>
                <a:ext cx="123480" cy="13464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ADAC14AB-2E8C-49F0-ACC2-77EC0DD267A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25574" y="846953"/>
                  <a:ext cx="14112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8B2F6F6F-0F70-467D-8A85-CC784548B8C5}"/>
              </a:ext>
            </a:extLst>
          </p:cNvPr>
          <p:cNvGrpSpPr/>
          <p:nvPr/>
        </p:nvGrpSpPr>
        <p:grpSpPr>
          <a:xfrm>
            <a:off x="8300774" y="805913"/>
            <a:ext cx="267120" cy="183960"/>
            <a:chOff x="8300774" y="805913"/>
            <a:chExt cx="267120" cy="18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3E228C70-D01A-4679-A89F-30F4E22BB9EF}"/>
                    </a:ext>
                  </a:extLst>
                </p14:cNvPr>
                <p14:cNvContentPartPr/>
                <p14:nvPr/>
              </p14:nvContentPartPr>
              <p14:xfrm>
                <a:off x="8300774" y="822113"/>
                <a:ext cx="156600" cy="13896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3E228C70-D01A-4679-A89F-30F4E22BB9E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292134" y="813113"/>
                  <a:ext cx="1742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70E88FCB-E22A-4604-8FC2-D7CAD264FC52}"/>
                    </a:ext>
                  </a:extLst>
                </p14:cNvPr>
                <p14:cNvContentPartPr/>
                <p14:nvPr/>
              </p14:nvContentPartPr>
              <p14:xfrm>
                <a:off x="8397974" y="805913"/>
                <a:ext cx="169920" cy="18396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70E88FCB-E22A-4604-8FC2-D7CAD264FC5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89334" y="796913"/>
                  <a:ext cx="18756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B748E8A0-DCE4-4E9D-8D6D-F778B80F4656}"/>
              </a:ext>
            </a:extLst>
          </p:cNvPr>
          <p:cNvGrpSpPr/>
          <p:nvPr/>
        </p:nvGrpSpPr>
        <p:grpSpPr>
          <a:xfrm>
            <a:off x="8932574" y="653633"/>
            <a:ext cx="1043640" cy="322920"/>
            <a:chOff x="8932574" y="653633"/>
            <a:chExt cx="104364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73321AA9-0D72-4F61-9A11-1C58DCF4BEE2}"/>
                    </a:ext>
                  </a:extLst>
                </p14:cNvPr>
                <p14:cNvContentPartPr/>
                <p14:nvPr/>
              </p14:nvContentPartPr>
              <p14:xfrm>
                <a:off x="9007814" y="653633"/>
                <a:ext cx="50040" cy="30492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73321AA9-0D72-4F61-9A11-1C58DCF4BEE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99174" y="644993"/>
                  <a:ext cx="676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80D114DA-F12B-435E-AB3E-304726755E96}"/>
                    </a:ext>
                  </a:extLst>
                </p14:cNvPr>
                <p14:cNvContentPartPr/>
                <p14:nvPr/>
              </p14:nvContentPartPr>
              <p14:xfrm>
                <a:off x="8932574" y="842993"/>
                <a:ext cx="621000" cy="12168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80D114DA-F12B-435E-AB3E-304726755E9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23934" y="833993"/>
                  <a:ext cx="638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5ED3B294-18FC-4D36-8581-4ADCE2589EE8}"/>
                    </a:ext>
                  </a:extLst>
                </p14:cNvPr>
                <p14:cNvContentPartPr/>
                <p14:nvPr/>
              </p14:nvContentPartPr>
              <p14:xfrm>
                <a:off x="9552134" y="857033"/>
                <a:ext cx="243360" cy="11952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5ED3B294-18FC-4D36-8581-4ADCE2589EE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43134" y="848393"/>
                  <a:ext cx="2610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D1F6BCD3-9F24-4982-8D93-4827841C555C}"/>
                    </a:ext>
                  </a:extLst>
                </p14:cNvPr>
                <p14:cNvContentPartPr/>
                <p14:nvPr/>
              </p14:nvContentPartPr>
              <p14:xfrm>
                <a:off x="9782534" y="832553"/>
                <a:ext cx="193680" cy="13068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D1F6BCD3-9F24-4982-8D93-4827841C555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773534" y="823913"/>
                  <a:ext cx="2113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6A111B3A-B3A3-4818-9028-404EA83E1961}"/>
                    </a:ext>
                  </a:extLst>
                </p14:cNvPr>
                <p14:cNvContentPartPr/>
                <p14:nvPr/>
              </p14:nvContentPartPr>
              <p14:xfrm>
                <a:off x="9849134" y="713033"/>
                <a:ext cx="360" cy="10116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6A111B3A-B3A3-4818-9028-404EA83E196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840134" y="704033"/>
                  <a:ext cx="1800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1252C702-B758-4567-87A2-63CD10CE0BEB}"/>
                  </a:ext>
                </a:extLst>
              </p14:cNvPr>
              <p14:cNvContentPartPr/>
              <p14:nvPr/>
            </p14:nvContentPartPr>
            <p14:xfrm>
              <a:off x="10287614" y="722753"/>
              <a:ext cx="342720" cy="22608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1252C702-B758-4567-87A2-63CD10CE0BE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278974" y="713753"/>
                <a:ext cx="360360" cy="24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upo 57">
            <a:extLst>
              <a:ext uri="{FF2B5EF4-FFF2-40B4-BE49-F238E27FC236}">
                <a16:creationId xmlns:a16="http://schemas.microsoft.com/office/drawing/2014/main" id="{AF5A708C-6B57-415B-BEAB-7F664DB9E7B1}"/>
              </a:ext>
            </a:extLst>
          </p:cNvPr>
          <p:cNvGrpSpPr/>
          <p:nvPr/>
        </p:nvGrpSpPr>
        <p:grpSpPr>
          <a:xfrm>
            <a:off x="7899734" y="1125953"/>
            <a:ext cx="1352160" cy="351000"/>
            <a:chOff x="7899734" y="1125953"/>
            <a:chExt cx="1352160" cy="35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589B3A88-FD7E-490A-A6E1-77C778D16F7A}"/>
                    </a:ext>
                  </a:extLst>
                </p14:cNvPr>
                <p14:cNvContentPartPr/>
                <p14:nvPr/>
              </p14:nvContentPartPr>
              <p14:xfrm>
                <a:off x="7899734" y="1221353"/>
                <a:ext cx="492120" cy="25560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589B3A88-FD7E-490A-A6E1-77C778D16F7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90734" y="1212713"/>
                  <a:ext cx="5097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4A8A87E7-EA44-4A7C-9E39-F8ECCBBED0E2}"/>
                    </a:ext>
                  </a:extLst>
                </p14:cNvPr>
                <p14:cNvContentPartPr/>
                <p14:nvPr/>
              </p14:nvContentPartPr>
              <p14:xfrm>
                <a:off x="8416334" y="1271033"/>
                <a:ext cx="65520" cy="13140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4A8A87E7-EA44-4A7C-9E39-F8ECCBBED0E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07694" y="1262393"/>
                  <a:ext cx="83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63C76EF8-46A6-44FE-A29F-6549151102A5}"/>
                    </a:ext>
                  </a:extLst>
                </p14:cNvPr>
                <p14:cNvContentPartPr/>
                <p14:nvPr/>
              </p14:nvContentPartPr>
              <p14:xfrm>
                <a:off x="8566094" y="1337273"/>
                <a:ext cx="34200" cy="9324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63C76EF8-46A6-44FE-A29F-6549151102A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57454" y="1328273"/>
                  <a:ext cx="51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64493FA7-9436-4E86-B69E-62E990986847}"/>
                    </a:ext>
                  </a:extLst>
                </p14:cNvPr>
                <p14:cNvContentPartPr/>
                <p14:nvPr/>
              </p14:nvContentPartPr>
              <p14:xfrm>
                <a:off x="8653934" y="1179233"/>
                <a:ext cx="257760" cy="2307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64493FA7-9436-4E86-B69E-62E99098684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45294" y="1170593"/>
                  <a:ext cx="2754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4C63EBC2-9401-47D2-A34F-C1617BA77523}"/>
                    </a:ext>
                  </a:extLst>
                </p14:cNvPr>
                <p14:cNvContentPartPr/>
                <p14:nvPr/>
              </p14:nvContentPartPr>
              <p14:xfrm>
                <a:off x="8943734" y="1278233"/>
                <a:ext cx="155880" cy="9216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4C63EBC2-9401-47D2-A34F-C1617BA7752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34734" y="1269233"/>
                  <a:ext cx="173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229D757F-119B-4957-B355-A7D44C42D8DD}"/>
                    </a:ext>
                  </a:extLst>
                </p14:cNvPr>
                <p14:cNvContentPartPr/>
                <p14:nvPr/>
              </p14:nvContentPartPr>
              <p14:xfrm>
                <a:off x="9106814" y="1125953"/>
                <a:ext cx="145080" cy="26100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229D757F-119B-4957-B355-A7D44C42D8D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98174" y="1117313"/>
                  <a:ext cx="162720" cy="27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A69F8FEB-9839-41A0-96FC-4B0F34C976A6}"/>
                  </a:ext>
                </a:extLst>
              </p14:cNvPr>
              <p14:cNvContentPartPr/>
              <p14:nvPr/>
            </p14:nvContentPartPr>
            <p14:xfrm>
              <a:off x="277454" y="2221793"/>
              <a:ext cx="179280" cy="14904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A69F8FEB-9839-41A0-96FC-4B0F34C976A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68814" y="2212793"/>
                <a:ext cx="196920" cy="16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upo 77">
            <a:extLst>
              <a:ext uri="{FF2B5EF4-FFF2-40B4-BE49-F238E27FC236}">
                <a16:creationId xmlns:a16="http://schemas.microsoft.com/office/drawing/2014/main" id="{E173BC81-68AA-45F5-BFBF-D21DE393388F}"/>
              </a:ext>
            </a:extLst>
          </p:cNvPr>
          <p:cNvGrpSpPr/>
          <p:nvPr/>
        </p:nvGrpSpPr>
        <p:grpSpPr>
          <a:xfrm>
            <a:off x="612974" y="2801753"/>
            <a:ext cx="144720" cy="134640"/>
            <a:chOff x="612974" y="2801753"/>
            <a:chExt cx="144720" cy="13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8880FA57-EF22-4CAF-868A-150630653928}"/>
                    </a:ext>
                  </a:extLst>
                </p14:cNvPr>
                <p14:cNvContentPartPr/>
                <p14:nvPr/>
              </p14:nvContentPartPr>
              <p14:xfrm>
                <a:off x="618014" y="2813633"/>
                <a:ext cx="129960" cy="194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8880FA57-EF22-4CAF-868A-15063065392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9014" y="2804993"/>
                  <a:ext cx="147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CF098CD9-7F84-4BEB-BE91-E9B07A0AAAF9}"/>
                    </a:ext>
                  </a:extLst>
                </p14:cNvPr>
                <p14:cNvContentPartPr/>
                <p14:nvPr/>
              </p14:nvContentPartPr>
              <p14:xfrm>
                <a:off x="612974" y="2801753"/>
                <a:ext cx="144720" cy="13464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CF098CD9-7F84-4BEB-BE91-E9B07A0AAAF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3974" y="2793113"/>
                  <a:ext cx="16236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20CEFB86-AFC2-491B-957B-C2C844BD53EE}"/>
              </a:ext>
            </a:extLst>
          </p:cNvPr>
          <p:cNvGrpSpPr/>
          <p:nvPr/>
        </p:nvGrpSpPr>
        <p:grpSpPr>
          <a:xfrm>
            <a:off x="735374" y="1642553"/>
            <a:ext cx="1290600" cy="925560"/>
            <a:chOff x="735374" y="1642553"/>
            <a:chExt cx="1290600" cy="92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C975907D-26DF-480A-81BE-96C23F17808F}"/>
                    </a:ext>
                  </a:extLst>
                </p14:cNvPr>
                <p14:cNvContentPartPr/>
                <p14:nvPr/>
              </p14:nvContentPartPr>
              <p14:xfrm>
                <a:off x="1034534" y="2150153"/>
                <a:ext cx="51120" cy="22392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C975907D-26DF-480A-81BE-96C23F17808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25894" y="2141513"/>
                  <a:ext cx="68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C367D56C-2DBA-4BC6-9212-41C8B20D1724}"/>
                    </a:ext>
                  </a:extLst>
                </p14:cNvPr>
                <p14:cNvContentPartPr/>
                <p14:nvPr/>
              </p14:nvContentPartPr>
              <p14:xfrm>
                <a:off x="1077734" y="2128553"/>
                <a:ext cx="169920" cy="21600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C367D56C-2DBA-4BC6-9212-41C8B20D172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68734" y="2119553"/>
                  <a:ext cx="1875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BD210965-EF10-4B93-B50E-C4B893B6B1A3}"/>
                    </a:ext>
                  </a:extLst>
                </p14:cNvPr>
                <p14:cNvContentPartPr/>
                <p14:nvPr/>
              </p14:nvContentPartPr>
              <p14:xfrm>
                <a:off x="1388774" y="2128553"/>
                <a:ext cx="245520" cy="25632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BD210965-EF10-4B93-B50E-C4B893B6B1A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379774" y="2119913"/>
                  <a:ext cx="2631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E4B18A1C-9094-468C-9623-D4FD1473E963}"/>
                    </a:ext>
                  </a:extLst>
                </p14:cNvPr>
                <p14:cNvContentPartPr/>
                <p14:nvPr/>
              </p14:nvContentPartPr>
              <p14:xfrm>
                <a:off x="1540334" y="1970153"/>
                <a:ext cx="118440" cy="1008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E4B18A1C-9094-468C-9623-D4FD1473E96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531334" y="1961513"/>
                  <a:ext cx="136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9F39BA54-D594-4C62-90CD-87731A5D0882}"/>
                    </a:ext>
                  </a:extLst>
                </p14:cNvPr>
                <p14:cNvContentPartPr/>
                <p14:nvPr/>
              </p14:nvContentPartPr>
              <p14:xfrm>
                <a:off x="1717454" y="1847033"/>
                <a:ext cx="114120" cy="15552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9F39BA54-D594-4C62-90CD-87731A5D088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708814" y="1838393"/>
                  <a:ext cx="131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E7C92BEF-D911-4ED0-ADAE-BC5D7CE93BEB}"/>
                    </a:ext>
                  </a:extLst>
                </p14:cNvPr>
                <p14:cNvContentPartPr/>
                <p14:nvPr/>
              </p14:nvContentPartPr>
              <p14:xfrm>
                <a:off x="1862174" y="1845233"/>
                <a:ext cx="163800" cy="1256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E7C92BEF-D911-4ED0-ADAE-BC5D7CE93BE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853174" y="1836233"/>
                  <a:ext cx="181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1FB8B692-84FE-4D64-A9EF-C12B5EB73681}"/>
                    </a:ext>
                  </a:extLst>
                </p14:cNvPr>
                <p14:cNvContentPartPr/>
                <p14:nvPr/>
              </p14:nvContentPartPr>
              <p14:xfrm>
                <a:off x="1874774" y="1812113"/>
                <a:ext cx="110520" cy="16308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1FB8B692-84FE-4D64-A9EF-C12B5EB7368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865774" y="1803113"/>
                  <a:ext cx="128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C49F0A01-7D7A-451C-A86E-E49F97E1126D}"/>
                    </a:ext>
                  </a:extLst>
                </p14:cNvPr>
                <p14:cNvContentPartPr/>
                <p14:nvPr/>
              </p14:nvContentPartPr>
              <p14:xfrm>
                <a:off x="784334" y="1906433"/>
                <a:ext cx="131760" cy="66168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C49F0A01-7D7A-451C-A86E-E49F97E1126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75334" y="1897793"/>
                  <a:ext cx="14940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7D496850-0330-479F-AEBD-A5DA21C17278}"/>
                    </a:ext>
                  </a:extLst>
                </p14:cNvPr>
                <p14:cNvContentPartPr/>
                <p14:nvPr/>
              </p14:nvContentPartPr>
              <p14:xfrm>
                <a:off x="735374" y="1666673"/>
                <a:ext cx="107280" cy="13248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7D496850-0330-479F-AEBD-A5DA21C1727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6374" y="1658033"/>
                  <a:ext cx="124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0A54BAA6-BC6A-4FC2-8AA6-B85143FE9C57}"/>
                    </a:ext>
                  </a:extLst>
                </p14:cNvPr>
                <p14:cNvContentPartPr/>
                <p14:nvPr/>
              </p14:nvContentPartPr>
              <p14:xfrm>
                <a:off x="830774" y="1642553"/>
                <a:ext cx="143640" cy="8100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0A54BAA6-BC6A-4FC2-8AA6-B85143FE9C5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21774" y="1633553"/>
                  <a:ext cx="16128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31B95F4C-9DEC-404B-B996-E677024C4121}"/>
              </a:ext>
            </a:extLst>
          </p:cNvPr>
          <p:cNvGrpSpPr/>
          <p:nvPr/>
        </p:nvGrpSpPr>
        <p:grpSpPr>
          <a:xfrm>
            <a:off x="2322614" y="2082833"/>
            <a:ext cx="448560" cy="282960"/>
            <a:chOff x="2322614" y="2082833"/>
            <a:chExt cx="44856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6FC2C602-8A46-426D-8BED-7F0D9B5D585B}"/>
                    </a:ext>
                  </a:extLst>
                </p14:cNvPr>
                <p14:cNvContentPartPr/>
                <p14:nvPr/>
              </p14:nvContentPartPr>
              <p14:xfrm>
                <a:off x="2322614" y="2082833"/>
                <a:ext cx="215640" cy="28296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6FC2C602-8A46-426D-8BED-7F0D9B5D585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13974" y="2073833"/>
                  <a:ext cx="2332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A955A4F0-6CA2-47B4-9446-2812E15CDBEF}"/>
                    </a:ext>
                  </a:extLst>
                </p14:cNvPr>
                <p14:cNvContentPartPr/>
                <p14:nvPr/>
              </p14:nvContentPartPr>
              <p14:xfrm>
                <a:off x="2582174" y="2181473"/>
                <a:ext cx="189000" cy="1213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A955A4F0-6CA2-47B4-9446-2812E15CDBE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573534" y="2172833"/>
                  <a:ext cx="206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84A28541-CA0F-4829-ACAB-172C5A23C225}"/>
                    </a:ext>
                  </a:extLst>
                </p14:cNvPr>
                <p14:cNvContentPartPr/>
                <p14:nvPr/>
              </p14:nvContentPartPr>
              <p14:xfrm>
                <a:off x="2594774" y="2146913"/>
                <a:ext cx="159840" cy="2037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84A28541-CA0F-4829-ACAB-172C5A23C22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586134" y="2137913"/>
                  <a:ext cx="17748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538CA640-8944-4B6B-9865-F3AEB5F975E9}"/>
              </a:ext>
            </a:extLst>
          </p:cNvPr>
          <p:cNvGrpSpPr/>
          <p:nvPr/>
        </p:nvGrpSpPr>
        <p:grpSpPr>
          <a:xfrm>
            <a:off x="3175814" y="2082113"/>
            <a:ext cx="429480" cy="207000"/>
            <a:chOff x="3175814" y="2082113"/>
            <a:chExt cx="429480" cy="2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C4217AF8-F294-49FD-974E-12B00EFAE1C4}"/>
                    </a:ext>
                  </a:extLst>
                </p14:cNvPr>
                <p14:cNvContentPartPr/>
                <p14:nvPr/>
              </p14:nvContentPartPr>
              <p14:xfrm>
                <a:off x="3175814" y="2186873"/>
                <a:ext cx="91080" cy="720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C4217AF8-F294-49FD-974E-12B00EFAE1C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67174" y="2177873"/>
                  <a:ext cx="108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D6FDB542-BC96-4FE0-9148-D9EC303F9FA1}"/>
                    </a:ext>
                  </a:extLst>
                </p14:cNvPr>
                <p14:cNvContentPartPr/>
                <p14:nvPr/>
              </p14:nvContentPartPr>
              <p14:xfrm>
                <a:off x="3177974" y="2242313"/>
                <a:ext cx="170640" cy="4644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D6FDB542-BC96-4FE0-9148-D9EC303F9FA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168974" y="2233673"/>
                  <a:ext cx="188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BB0007F3-036B-4A22-B45C-FE02EBFFFA81}"/>
                    </a:ext>
                  </a:extLst>
                </p14:cNvPr>
                <p14:cNvContentPartPr/>
                <p14:nvPr/>
              </p14:nvContentPartPr>
              <p14:xfrm>
                <a:off x="3446534" y="2082113"/>
                <a:ext cx="158760" cy="20700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BB0007F3-036B-4A22-B45C-FE02EBFFFA8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437894" y="2073113"/>
                  <a:ext cx="17640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70183AFB-DCA8-4515-8644-B77C7D4DD0F1}"/>
              </a:ext>
            </a:extLst>
          </p:cNvPr>
          <p:cNvGrpSpPr/>
          <p:nvPr/>
        </p:nvGrpSpPr>
        <p:grpSpPr>
          <a:xfrm>
            <a:off x="394814" y="3154913"/>
            <a:ext cx="1120680" cy="1072440"/>
            <a:chOff x="394814" y="3154913"/>
            <a:chExt cx="1120680" cy="107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8516BB9A-4AC3-43F4-AFA1-87E564F006DF}"/>
                    </a:ext>
                  </a:extLst>
                </p14:cNvPr>
                <p14:cNvContentPartPr/>
                <p14:nvPr/>
              </p14:nvContentPartPr>
              <p14:xfrm>
                <a:off x="394814" y="3473873"/>
                <a:ext cx="38160" cy="22824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8516BB9A-4AC3-43F4-AFA1-87E564F006D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5814" y="3464873"/>
                  <a:ext cx="55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1F9D3CED-D37B-4A34-9210-E3224D8C882C}"/>
                    </a:ext>
                  </a:extLst>
                </p14:cNvPr>
                <p14:cNvContentPartPr/>
                <p14:nvPr/>
              </p14:nvContentPartPr>
              <p14:xfrm>
                <a:off x="419654" y="3487553"/>
                <a:ext cx="194760" cy="2444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1F9D3CED-D37B-4A34-9210-E3224D8C882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0654" y="3478913"/>
                  <a:ext cx="2124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6F0A8222-292E-4116-8817-563AE6A2CDED}"/>
                    </a:ext>
                  </a:extLst>
                </p14:cNvPr>
                <p14:cNvContentPartPr/>
                <p14:nvPr/>
              </p14:nvContentPartPr>
              <p14:xfrm>
                <a:off x="849854" y="3432833"/>
                <a:ext cx="86400" cy="49968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6F0A8222-292E-4116-8817-563AE6A2CDE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40854" y="3424193"/>
                  <a:ext cx="10404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9A3CCCB2-8E5D-4437-98F5-4698B6BECE32}"/>
                    </a:ext>
                  </a:extLst>
                </p14:cNvPr>
                <p14:cNvContentPartPr/>
                <p14:nvPr/>
              </p14:nvContentPartPr>
              <p14:xfrm>
                <a:off x="801254" y="4012793"/>
                <a:ext cx="104040" cy="21456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9A3CCCB2-8E5D-4437-98F5-4698B6BECE3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92614" y="4004153"/>
                  <a:ext cx="1216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16354587-BE3A-4F7B-9094-C019DF3FE195}"/>
                    </a:ext>
                  </a:extLst>
                </p14:cNvPr>
                <p14:cNvContentPartPr/>
                <p14:nvPr/>
              </p14:nvContentPartPr>
              <p14:xfrm>
                <a:off x="767774" y="3182273"/>
                <a:ext cx="132840" cy="10440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16354587-BE3A-4F7B-9094-C019DF3FE19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59134" y="3173633"/>
                  <a:ext cx="1504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907CB721-02F4-4772-833E-F1A9F28392E2}"/>
                    </a:ext>
                  </a:extLst>
                </p14:cNvPr>
                <p14:cNvContentPartPr/>
                <p14:nvPr/>
              </p14:nvContentPartPr>
              <p14:xfrm>
                <a:off x="891614" y="3154913"/>
                <a:ext cx="111600" cy="9396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907CB721-02F4-4772-833E-F1A9F28392E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82614" y="3145913"/>
                  <a:ext cx="1292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0E3C479E-2EE2-4D16-9AC1-45911C0833C9}"/>
                    </a:ext>
                  </a:extLst>
                </p14:cNvPr>
                <p14:cNvContentPartPr/>
                <p14:nvPr/>
              </p14:nvContentPartPr>
              <p14:xfrm>
                <a:off x="1133174" y="3480713"/>
                <a:ext cx="251640" cy="17640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0E3C479E-2EE2-4D16-9AC1-45911C0833C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24534" y="3471713"/>
                  <a:ext cx="269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B0AD9C9A-DB4F-4D0F-87B7-8B0F3D88CAA7}"/>
                    </a:ext>
                  </a:extLst>
                </p14:cNvPr>
                <p14:cNvContentPartPr/>
                <p14:nvPr/>
              </p14:nvContentPartPr>
              <p14:xfrm>
                <a:off x="1388414" y="3287753"/>
                <a:ext cx="127080" cy="4032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B0AD9C9A-DB4F-4D0F-87B7-8B0F3D88CAA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379774" y="3278753"/>
                  <a:ext cx="14472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166625BC-3CA5-404A-ACBD-02C03EABD3AB}"/>
              </a:ext>
            </a:extLst>
          </p:cNvPr>
          <p:cNvGrpSpPr/>
          <p:nvPr/>
        </p:nvGrpSpPr>
        <p:grpSpPr>
          <a:xfrm>
            <a:off x="2146214" y="3449393"/>
            <a:ext cx="179280" cy="95040"/>
            <a:chOff x="2146214" y="3449393"/>
            <a:chExt cx="17928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74472E3C-E191-4B2A-BB22-8546DF4A2E1F}"/>
                    </a:ext>
                  </a:extLst>
                </p14:cNvPr>
                <p14:cNvContentPartPr/>
                <p14:nvPr/>
              </p14:nvContentPartPr>
              <p14:xfrm>
                <a:off x="2146214" y="3449393"/>
                <a:ext cx="179280" cy="900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74472E3C-E191-4B2A-BB22-8546DF4A2E1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137574" y="3440753"/>
                  <a:ext cx="1969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0F075B0A-F461-4A06-9C07-D0AA766A783F}"/>
                    </a:ext>
                  </a:extLst>
                </p14:cNvPr>
                <p14:cNvContentPartPr/>
                <p14:nvPr/>
              </p14:nvContentPartPr>
              <p14:xfrm>
                <a:off x="2170694" y="3541553"/>
                <a:ext cx="145440" cy="288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0F075B0A-F461-4A06-9C07-D0AA766A783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61694" y="3532913"/>
                  <a:ext cx="16308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C51F7093-5CBE-4930-BDF2-2ACF5CF04D3A}"/>
              </a:ext>
            </a:extLst>
          </p:cNvPr>
          <p:cNvGrpSpPr/>
          <p:nvPr/>
        </p:nvGrpSpPr>
        <p:grpSpPr>
          <a:xfrm>
            <a:off x="2663534" y="3308633"/>
            <a:ext cx="267840" cy="217800"/>
            <a:chOff x="2663534" y="3308633"/>
            <a:chExt cx="26784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1FBDC97E-B81A-478D-A5A4-A1D768DF1D83}"/>
                    </a:ext>
                  </a:extLst>
                </p14:cNvPr>
                <p14:cNvContentPartPr/>
                <p14:nvPr/>
              </p14:nvContentPartPr>
              <p14:xfrm>
                <a:off x="2663534" y="3308633"/>
                <a:ext cx="56520" cy="21780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1FBDC97E-B81A-478D-A5A4-A1D768DF1D8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54894" y="3299633"/>
                  <a:ext cx="74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E5FD98A3-A049-4186-8D38-0B273963F758}"/>
                    </a:ext>
                  </a:extLst>
                </p14:cNvPr>
                <p14:cNvContentPartPr/>
                <p14:nvPr/>
              </p14:nvContentPartPr>
              <p14:xfrm>
                <a:off x="2735894" y="3317993"/>
                <a:ext cx="195480" cy="16920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E5FD98A3-A049-4186-8D38-0B273963F75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727254" y="3309353"/>
                  <a:ext cx="213120" cy="18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A090B867-438C-4FCD-9E1C-A153BB8F41BE}"/>
                  </a:ext>
                </a:extLst>
              </p14:cNvPr>
              <p14:cNvContentPartPr/>
              <p14:nvPr/>
            </p14:nvContentPartPr>
            <p14:xfrm>
              <a:off x="3145574" y="3397553"/>
              <a:ext cx="62640" cy="5652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A090B867-438C-4FCD-9E1C-A153BB8F41BE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136574" y="3388913"/>
                <a:ext cx="80280" cy="7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upo 115">
            <a:extLst>
              <a:ext uri="{FF2B5EF4-FFF2-40B4-BE49-F238E27FC236}">
                <a16:creationId xmlns:a16="http://schemas.microsoft.com/office/drawing/2014/main" id="{8E9A9F80-153C-427B-8192-D21DA7B756E1}"/>
              </a:ext>
            </a:extLst>
          </p:cNvPr>
          <p:cNvGrpSpPr/>
          <p:nvPr/>
        </p:nvGrpSpPr>
        <p:grpSpPr>
          <a:xfrm>
            <a:off x="3394334" y="3265073"/>
            <a:ext cx="162720" cy="205560"/>
            <a:chOff x="3394334" y="3265073"/>
            <a:chExt cx="162720" cy="2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829B17E4-13BD-4046-9531-E9010C12EF36}"/>
                    </a:ext>
                  </a:extLst>
                </p14:cNvPr>
                <p14:cNvContentPartPr/>
                <p14:nvPr/>
              </p14:nvContentPartPr>
              <p14:xfrm>
                <a:off x="3460934" y="3265073"/>
                <a:ext cx="15840" cy="15876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829B17E4-13BD-4046-9531-E9010C12EF3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451934" y="3256433"/>
                  <a:ext cx="334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48381070-E6B8-4C2D-A95E-94209C600EBB}"/>
                    </a:ext>
                  </a:extLst>
                </p14:cNvPr>
                <p14:cNvContentPartPr/>
                <p14:nvPr/>
              </p14:nvContentPartPr>
              <p14:xfrm>
                <a:off x="3394334" y="3463433"/>
                <a:ext cx="162720" cy="720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48381070-E6B8-4C2D-A95E-94209C600EB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385694" y="3454433"/>
                  <a:ext cx="18036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66D522C8-3E6E-497E-8DA1-D2B2B438A4AD}"/>
                  </a:ext>
                </a:extLst>
              </p14:cNvPr>
              <p14:cNvContentPartPr/>
              <p14:nvPr/>
            </p14:nvContentPartPr>
            <p14:xfrm>
              <a:off x="3395054" y="3582233"/>
              <a:ext cx="184320" cy="20124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66D522C8-3E6E-497E-8DA1-D2B2B438A4A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386414" y="3573233"/>
                <a:ext cx="201960" cy="21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upo 114">
            <a:extLst>
              <a:ext uri="{FF2B5EF4-FFF2-40B4-BE49-F238E27FC236}">
                <a16:creationId xmlns:a16="http://schemas.microsoft.com/office/drawing/2014/main" id="{8A5802F0-1561-44F0-BC17-44E83B44D0B3}"/>
              </a:ext>
            </a:extLst>
          </p:cNvPr>
          <p:cNvGrpSpPr/>
          <p:nvPr/>
        </p:nvGrpSpPr>
        <p:grpSpPr>
          <a:xfrm>
            <a:off x="3772334" y="3298193"/>
            <a:ext cx="271080" cy="295200"/>
            <a:chOff x="3772334" y="3298193"/>
            <a:chExt cx="271080" cy="29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F1AD37B7-048D-425F-93E4-E121B3ACE94E}"/>
                    </a:ext>
                  </a:extLst>
                </p14:cNvPr>
                <p14:cNvContentPartPr/>
                <p14:nvPr/>
              </p14:nvContentPartPr>
              <p14:xfrm>
                <a:off x="3772334" y="3373073"/>
                <a:ext cx="109440" cy="1584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F1AD37B7-048D-425F-93E4-E121B3ACE94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63694" y="3364073"/>
                  <a:ext cx="127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45646148-E758-427B-922B-3CA4FCB89D0C}"/>
                    </a:ext>
                  </a:extLst>
                </p14:cNvPr>
                <p14:cNvContentPartPr/>
                <p14:nvPr/>
              </p14:nvContentPartPr>
              <p14:xfrm>
                <a:off x="3807254" y="3460553"/>
                <a:ext cx="126000" cy="1332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45646148-E758-427B-922B-3CA4FCB89D0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798254" y="3451913"/>
                  <a:ext cx="1436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46582F85-AD28-43CD-8DC2-240FCBFDF86E}"/>
                    </a:ext>
                  </a:extLst>
                </p14:cNvPr>
                <p14:cNvContentPartPr/>
                <p14:nvPr/>
              </p14:nvContentPartPr>
              <p14:xfrm>
                <a:off x="3878534" y="3298193"/>
                <a:ext cx="164880" cy="29520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46582F85-AD28-43CD-8DC2-240FCBFDF86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869894" y="3289193"/>
                  <a:ext cx="182520" cy="31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ECC59DB9-BB5E-421E-94EE-E8F4DC5ECDB6}"/>
              </a:ext>
            </a:extLst>
          </p:cNvPr>
          <p:cNvGrpSpPr/>
          <p:nvPr/>
        </p:nvGrpSpPr>
        <p:grpSpPr>
          <a:xfrm>
            <a:off x="4562174" y="3152033"/>
            <a:ext cx="278280" cy="269640"/>
            <a:chOff x="4562174" y="3152033"/>
            <a:chExt cx="27828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B08CB0A2-3497-4AC0-8886-1915FBC5C956}"/>
                    </a:ext>
                  </a:extLst>
                </p14:cNvPr>
                <p14:cNvContentPartPr/>
                <p14:nvPr/>
              </p14:nvContentPartPr>
              <p14:xfrm>
                <a:off x="4562174" y="3179033"/>
                <a:ext cx="69840" cy="17748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B08CB0A2-3497-4AC0-8886-1915FBC5C95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553174" y="3170033"/>
                  <a:ext cx="87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44C36BC2-91BC-45E3-A975-7466FFCBCD62}"/>
                    </a:ext>
                  </a:extLst>
                </p14:cNvPr>
                <p14:cNvContentPartPr/>
                <p14:nvPr/>
              </p14:nvContentPartPr>
              <p14:xfrm>
                <a:off x="4619414" y="3152033"/>
                <a:ext cx="160560" cy="17712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44C36BC2-91BC-45E3-A975-7466FFCBCD6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610774" y="3143033"/>
                  <a:ext cx="178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706DAD0B-402E-4670-8425-FAD145521355}"/>
                    </a:ext>
                  </a:extLst>
                </p14:cNvPr>
                <p14:cNvContentPartPr/>
                <p14:nvPr/>
              </p14:nvContentPartPr>
              <p14:xfrm>
                <a:off x="4565054" y="3380633"/>
                <a:ext cx="275400" cy="4104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706DAD0B-402E-4670-8425-FAD14552135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56414" y="3371993"/>
                  <a:ext cx="293040" cy="5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2A0DBEC6-7A23-468C-9AE3-D472DF10E2EC}"/>
                  </a:ext>
                </a:extLst>
              </p14:cNvPr>
              <p14:cNvContentPartPr/>
              <p14:nvPr/>
            </p14:nvContentPartPr>
            <p14:xfrm>
              <a:off x="4630934" y="3501593"/>
              <a:ext cx="217800" cy="162000"/>
            </p14:xfrm>
          </p:contentPart>
        </mc:Choice>
        <mc:Fallback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2A0DBEC6-7A23-468C-9AE3-D472DF10E2E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621934" y="3492953"/>
                <a:ext cx="235440" cy="17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upo 123">
            <a:extLst>
              <a:ext uri="{FF2B5EF4-FFF2-40B4-BE49-F238E27FC236}">
                <a16:creationId xmlns:a16="http://schemas.microsoft.com/office/drawing/2014/main" id="{2C04A33F-B4EF-49D9-A028-F82581B8AADA}"/>
              </a:ext>
            </a:extLst>
          </p:cNvPr>
          <p:cNvGrpSpPr/>
          <p:nvPr/>
        </p:nvGrpSpPr>
        <p:grpSpPr>
          <a:xfrm>
            <a:off x="5085254" y="3204953"/>
            <a:ext cx="538560" cy="213840"/>
            <a:chOff x="5085254" y="3204953"/>
            <a:chExt cx="538560" cy="21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CFF58192-A4FB-4B66-A0B1-8D5DEA349F5C}"/>
                    </a:ext>
                  </a:extLst>
                </p14:cNvPr>
                <p14:cNvContentPartPr/>
                <p14:nvPr/>
              </p14:nvContentPartPr>
              <p14:xfrm>
                <a:off x="5085254" y="3311153"/>
                <a:ext cx="177120" cy="468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CFF58192-A4FB-4B66-A0B1-8D5DEA349F5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076254" y="3302513"/>
                  <a:ext cx="194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92251B1F-ED82-4FDB-A615-AFB9B61B39F1}"/>
                    </a:ext>
                  </a:extLst>
                </p14:cNvPr>
                <p14:cNvContentPartPr/>
                <p14:nvPr/>
              </p14:nvContentPartPr>
              <p14:xfrm>
                <a:off x="5150054" y="3361553"/>
                <a:ext cx="167760" cy="3960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92251B1F-ED82-4FDB-A615-AFB9B61B39F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141054" y="3352913"/>
                  <a:ext cx="1854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1A34E331-1533-4FB2-8476-5AF5989CD664}"/>
                    </a:ext>
                  </a:extLst>
                </p14:cNvPr>
                <p14:cNvContentPartPr/>
                <p14:nvPr/>
              </p14:nvContentPartPr>
              <p14:xfrm>
                <a:off x="5470094" y="3204953"/>
                <a:ext cx="153720" cy="21384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1A34E331-1533-4FB2-8476-5AF5989CD66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461454" y="3195953"/>
                  <a:ext cx="17136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34E7C10A-C7E2-4CA9-87F0-3978CA88A228}"/>
              </a:ext>
            </a:extLst>
          </p:cNvPr>
          <p:cNvGrpSpPr/>
          <p:nvPr/>
        </p:nvGrpSpPr>
        <p:grpSpPr>
          <a:xfrm>
            <a:off x="6053654" y="3149873"/>
            <a:ext cx="327600" cy="188640"/>
            <a:chOff x="6053654" y="3149873"/>
            <a:chExt cx="327600" cy="18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535D1A4B-EC26-4476-93F2-26BDB9C2BD35}"/>
                    </a:ext>
                  </a:extLst>
                </p14:cNvPr>
                <p14:cNvContentPartPr/>
                <p14:nvPr/>
              </p14:nvContentPartPr>
              <p14:xfrm>
                <a:off x="6053654" y="3253913"/>
                <a:ext cx="241200" cy="1260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535D1A4B-EC26-4476-93F2-26BDB9C2BD3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045014" y="3244913"/>
                  <a:ext cx="2588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860BBB8A-B511-4B97-83FA-F8E44AB43DFA}"/>
                    </a:ext>
                  </a:extLst>
                </p14:cNvPr>
                <p14:cNvContentPartPr/>
                <p14:nvPr/>
              </p14:nvContentPartPr>
              <p14:xfrm>
                <a:off x="6092534" y="3263273"/>
                <a:ext cx="252720" cy="5940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860BBB8A-B511-4B97-83FA-F8E44AB43DF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083534" y="3254633"/>
                  <a:ext cx="270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BAFC6067-E830-4BF8-9BEA-DD36004AE859}"/>
                    </a:ext>
                  </a:extLst>
                </p14:cNvPr>
                <p14:cNvContentPartPr/>
                <p14:nvPr/>
              </p14:nvContentPartPr>
              <p14:xfrm>
                <a:off x="6219254" y="3149873"/>
                <a:ext cx="162000" cy="18864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BAFC6067-E830-4BF8-9BEA-DD36004AE85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10254" y="3141233"/>
                  <a:ext cx="17964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784A6BAD-9EF4-4EF9-BF8D-4C83096B765F}"/>
              </a:ext>
            </a:extLst>
          </p:cNvPr>
          <p:cNvGrpSpPr/>
          <p:nvPr/>
        </p:nvGrpSpPr>
        <p:grpSpPr>
          <a:xfrm>
            <a:off x="6810734" y="3069593"/>
            <a:ext cx="986760" cy="211680"/>
            <a:chOff x="6810734" y="3069593"/>
            <a:chExt cx="986760" cy="2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0E7B3697-0543-4BED-98E3-D054B9ADCA0F}"/>
                    </a:ext>
                  </a:extLst>
                </p14:cNvPr>
                <p14:cNvContentPartPr/>
                <p14:nvPr/>
              </p14:nvContentPartPr>
              <p14:xfrm>
                <a:off x="6810734" y="3072113"/>
                <a:ext cx="69120" cy="20916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0E7B3697-0543-4BED-98E3-D054B9ADCA0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01734" y="3063113"/>
                  <a:ext cx="867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8CCD6A34-2CF7-4B8C-84A2-9509C42801F1}"/>
                    </a:ext>
                  </a:extLst>
                </p14:cNvPr>
                <p14:cNvContentPartPr/>
                <p14:nvPr/>
              </p14:nvContentPartPr>
              <p14:xfrm>
                <a:off x="6861854" y="3090113"/>
                <a:ext cx="202320" cy="16236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8CCD6A34-2CF7-4B8C-84A2-9509C42801F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853214" y="3081473"/>
                  <a:ext cx="219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9FA30F5F-C34C-46CC-A887-03AB29E4F079}"/>
                    </a:ext>
                  </a:extLst>
                </p14:cNvPr>
                <p14:cNvContentPartPr/>
                <p14:nvPr/>
              </p14:nvContentPartPr>
              <p14:xfrm>
                <a:off x="7196294" y="3143393"/>
                <a:ext cx="181080" cy="8388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9FA30F5F-C34C-46CC-A887-03AB29E4F07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187654" y="3134393"/>
                  <a:ext cx="198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91EB0C15-E7EE-45E7-A23D-FB0F2029AA00}"/>
                    </a:ext>
                  </a:extLst>
                </p14:cNvPr>
                <p14:cNvContentPartPr/>
                <p14:nvPr/>
              </p14:nvContentPartPr>
              <p14:xfrm>
                <a:off x="7518494" y="3069593"/>
                <a:ext cx="192600" cy="20952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91EB0C15-E7EE-45E7-A23D-FB0F2029AA0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509494" y="3060953"/>
                  <a:ext cx="2102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5044FF29-C72D-4857-8CD0-5542D2D70A00}"/>
                    </a:ext>
                  </a:extLst>
                </p14:cNvPr>
                <p14:cNvContentPartPr/>
                <p14:nvPr/>
              </p14:nvContentPartPr>
              <p14:xfrm>
                <a:off x="7715414" y="3216833"/>
                <a:ext cx="82080" cy="4680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5044FF29-C72D-4857-8CD0-5542D2D70A0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706774" y="3208193"/>
                  <a:ext cx="9972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DBCA1DEB-2EBA-4E13-A8C5-8DF49B133414}"/>
              </a:ext>
            </a:extLst>
          </p:cNvPr>
          <p:cNvGrpSpPr/>
          <p:nvPr/>
        </p:nvGrpSpPr>
        <p:grpSpPr>
          <a:xfrm>
            <a:off x="472934" y="4603913"/>
            <a:ext cx="810720" cy="383400"/>
            <a:chOff x="472934" y="4603913"/>
            <a:chExt cx="81072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98876B3C-FE13-4F5F-BE1B-555F1E083818}"/>
                    </a:ext>
                  </a:extLst>
                </p14:cNvPr>
                <p14:cNvContentPartPr/>
                <p14:nvPr/>
              </p14:nvContentPartPr>
              <p14:xfrm>
                <a:off x="561494" y="4603913"/>
                <a:ext cx="72720" cy="38340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98876B3C-FE13-4F5F-BE1B-555F1E08381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52854" y="4595273"/>
                  <a:ext cx="9036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0CCC07F0-A05A-4EAF-A787-ECC15549F291}"/>
                    </a:ext>
                  </a:extLst>
                </p14:cNvPr>
                <p14:cNvContentPartPr/>
                <p14:nvPr/>
              </p14:nvContentPartPr>
              <p14:xfrm>
                <a:off x="472934" y="4827833"/>
                <a:ext cx="263160" cy="9324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0CCC07F0-A05A-4EAF-A787-ECC15549F29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4294" y="4818833"/>
                  <a:ext cx="2808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B3276B3D-9A8C-459E-B574-E4B9E779D9C8}"/>
                    </a:ext>
                  </a:extLst>
                </p14:cNvPr>
                <p14:cNvContentPartPr/>
                <p14:nvPr/>
              </p14:nvContentPartPr>
              <p14:xfrm>
                <a:off x="816014" y="4733873"/>
                <a:ext cx="235440" cy="18468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B3276B3D-9A8C-459E-B574-E4B9E779D9C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07374" y="4724873"/>
                  <a:ext cx="253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C33BDAD6-B5B3-4527-949E-BFE7F178C81C}"/>
                    </a:ext>
                  </a:extLst>
                </p14:cNvPr>
                <p14:cNvContentPartPr/>
                <p14:nvPr/>
              </p14:nvContentPartPr>
              <p14:xfrm>
                <a:off x="966134" y="4759073"/>
                <a:ext cx="80640" cy="12888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C33BDAD6-B5B3-4527-949E-BFE7F178C81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57134" y="4750073"/>
                  <a:ext cx="98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B47163F3-D4AD-440A-8A88-D03E651126BE}"/>
                    </a:ext>
                  </a:extLst>
                </p14:cNvPr>
                <p14:cNvContentPartPr/>
                <p14:nvPr/>
              </p14:nvContentPartPr>
              <p14:xfrm>
                <a:off x="1220294" y="4642433"/>
                <a:ext cx="63360" cy="28728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B47163F3-D4AD-440A-8A88-D03E651126B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211294" y="4633793"/>
                  <a:ext cx="8100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515CDB8E-5617-45DF-B8CA-0BFB00B3CE3B}"/>
              </a:ext>
            </a:extLst>
          </p:cNvPr>
          <p:cNvGrpSpPr/>
          <p:nvPr/>
        </p:nvGrpSpPr>
        <p:grpSpPr>
          <a:xfrm>
            <a:off x="2317574" y="4271273"/>
            <a:ext cx="952560" cy="475920"/>
            <a:chOff x="2317574" y="4271273"/>
            <a:chExt cx="952560" cy="4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F2F68950-C952-4417-9CC9-83EBA008DFF9}"/>
                    </a:ext>
                  </a:extLst>
                </p14:cNvPr>
                <p14:cNvContentPartPr/>
                <p14:nvPr/>
              </p14:nvContentPartPr>
              <p14:xfrm>
                <a:off x="2317574" y="4530473"/>
                <a:ext cx="236160" cy="21672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F2F68950-C952-4417-9CC9-83EBA008DFF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308574" y="4521473"/>
                  <a:ext cx="2538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52F57AA1-9708-4F88-9954-B6B43055F96C}"/>
                    </a:ext>
                  </a:extLst>
                </p14:cNvPr>
                <p14:cNvContentPartPr/>
                <p14:nvPr/>
              </p14:nvContentPartPr>
              <p14:xfrm>
                <a:off x="2577854" y="4521833"/>
                <a:ext cx="211680" cy="20664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52F57AA1-9708-4F88-9954-B6B43055F96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569214" y="4513193"/>
                  <a:ext cx="2293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7855896A-B80C-42FC-A478-6F014B0B905D}"/>
                    </a:ext>
                  </a:extLst>
                </p14:cNvPr>
                <p14:cNvContentPartPr/>
                <p14:nvPr/>
              </p14:nvContentPartPr>
              <p14:xfrm>
                <a:off x="2720414" y="4405913"/>
                <a:ext cx="116280" cy="2304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7855896A-B80C-42FC-A478-6F014B0B905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11774" y="4397273"/>
                  <a:ext cx="1339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42B1AC2C-7EEF-491D-BD79-A14B9F5ACE26}"/>
                    </a:ext>
                  </a:extLst>
                </p14:cNvPr>
                <p14:cNvContentPartPr/>
                <p14:nvPr/>
              </p14:nvContentPartPr>
              <p14:xfrm>
                <a:off x="2965214" y="4315913"/>
                <a:ext cx="155880" cy="11376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42B1AC2C-7EEF-491D-BD79-A14B9F5ACE2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56214" y="4307273"/>
                  <a:ext cx="1735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A27DA98C-7503-4928-8E7A-5FDEC6B8A597}"/>
                    </a:ext>
                  </a:extLst>
                </p14:cNvPr>
                <p14:cNvContentPartPr/>
                <p14:nvPr/>
              </p14:nvContentPartPr>
              <p14:xfrm>
                <a:off x="3137294" y="4271273"/>
                <a:ext cx="132840" cy="18396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A27DA98C-7503-4928-8E7A-5FDEC6B8A59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128294" y="4262273"/>
                  <a:ext cx="15048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9CE85D29-2B1B-4959-8D00-1B32D470A181}"/>
                  </a:ext>
                </a:extLst>
              </p14:cNvPr>
              <p14:cNvContentPartPr/>
              <p14:nvPr/>
            </p14:nvContentPartPr>
            <p14:xfrm>
              <a:off x="1901774" y="4282073"/>
              <a:ext cx="134280" cy="97920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9CE85D29-2B1B-4959-8D00-1B32D470A181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893134" y="4273073"/>
                <a:ext cx="151920" cy="9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56" name="Entrada de lápiz 155">
                <a:extLst>
                  <a:ext uri="{FF2B5EF4-FFF2-40B4-BE49-F238E27FC236}">
                    <a16:creationId xmlns:a16="http://schemas.microsoft.com/office/drawing/2014/main" id="{D46BA212-454D-4AC5-82F2-66EC36C55781}"/>
                  </a:ext>
                </a:extLst>
              </p14:cNvPr>
              <p14:cNvContentPartPr/>
              <p14:nvPr/>
            </p14:nvContentPartPr>
            <p14:xfrm>
              <a:off x="2428454" y="5017553"/>
              <a:ext cx="139320" cy="157680"/>
            </p14:xfrm>
          </p:contentPart>
        </mc:Choice>
        <mc:Fallback>
          <p:pic>
            <p:nvPicPr>
              <p:cNvPr id="156" name="Entrada de lápiz 155">
                <a:extLst>
                  <a:ext uri="{FF2B5EF4-FFF2-40B4-BE49-F238E27FC236}">
                    <a16:creationId xmlns:a16="http://schemas.microsoft.com/office/drawing/2014/main" id="{D46BA212-454D-4AC5-82F2-66EC36C55781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419814" y="5008913"/>
                <a:ext cx="156960" cy="17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upo 159">
            <a:extLst>
              <a:ext uri="{FF2B5EF4-FFF2-40B4-BE49-F238E27FC236}">
                <a16:creationId xmlns:a16="http://schemas.microsoft.com/office/drawing/2014/main" id="{1519542B-00DA-4A79-870F-82D0F89321AE}"/>
              </a:ext>
            </a:extLst>
          </p:cNvPr>
          <p:cNvGrpSpPr/>
          <p:nvPr/>
        </p:nvGrpSpPr>
        <p:grpSpPr>
          <a:xfrm>
            <a:off x="5194334" y="4851953"/>
            <a:ext cx="543600" cy="169200"/>
            <a:chOff x="5194334" y="4851953"/>
            <a:chExt cx="543600" cy="16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3117E90A-2393-4571-8C1E-CC7311C685E3}"/>
                    </a:ext>
                  </a:extLst>
                </p14:cNvPr>
                <p14:cNvContentPartPr/>
                <p14:nvPr/>
              </p14:nvContentPartPr>
              <p14:xfrm>
                <a:off x="5194334" y="4851953"/>
                <a:ext cx="114480" cy="16920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3117E90A-2393-4571-8C1E-CC7311C685E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185694" y="4843313"/>
                  <a:ext cx="1321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6BB0BE0D-108D-4F74-98B2-835CFBC5664C}"/>
                    </a:ext>
                  </a:extLst>
                </p14:cNvPr>
                <p14:cNvContentPartPr/>
                <p14:nvPr/>
              </p14:nvContentPartPr>
              <p14:xfrm>
                <a:off x="5432654" y="4864193"/>
                <a:ext cx="122760" cy="10800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6BB0BE0D-108D-4F74-98B2-835CFBC5664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423654" y="4855193"/>
                  <a:ext cx="1404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86173359-3975-4F7B-9233-4EF81BB46E17}"/>
                    </a:ext>
                  </a:extLst>
                </p14:cNvPr>
                <p14:cNvContentPartPr/>
                <p14:nvPr/>
              </p14:nvContentPartPr>
              <p14:xfrm>
                <a:off x="5615894" y="4865993"/>
                <a:ext cx="122040" cy="12816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86173359-3975-4F7B-9233-4EF81BB46E1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06894" y="4856993"/>
                  <a:ext cx="1396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upo 162">
            <a:extLst>
              <a:ext uri="{FF2B5EF4-FFF2-40B4-BE49-F238E27FC236}">
                <a16:creationId xmlns:a16="http://schemas.microsoft.com/office/drawing/2014/main" id="{D8BEC6BB-F3F5-4440-B39D-51D77BD6EFAC}"/>
              </a:ext>
            </a:extLst>
          </p:cNvPr>
          <p:cNvGrpSpPr/>
          <p:nvPr/>
        </p:nvGrpSpPr>
        <p:grpSpPr>
          <a:xfrm>
            <a:off x="4999214" y="4397273"/>
            <a:ext cx="684720" cy="222120"/>
            <a:chOff x="4999214" y="4397273"/>
            <a:chExt cx="68472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94043B1C-AEA1-494D-8B7C-3F733AA39B09}"/>
                    </a:ext>
                  </a:extLst>
                </p14:cNvPr>
                <p14:cNvContentPartPr/>
                <p14:nvPr/>
              </p14:nvContentPartPr>
              <p14:xfrm>
                <a:off x="5037734" y="4464233"/>
                <a:ext cx="136800" cy="13104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94043B1C-AEA1-494D-8B7C-3F733AA39B0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029094" y="4455233"/>
                  <a:ext cx="154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39614892-31D9-409B-BC61-29BDAAB9EB94}"/>
                    </a:ext>
                  </a:extLst>
                </p14:cNvPr>
                <p14:cNvContentPartPr/>
                <p14:nvPr/>
              </p14:nvContentPartPr>
              <p14:xfrm>
                <a:off x="4999214" y="4435433"/>
                <a:ext cx="185040" cy="18396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39614892-31D9-409B-BC61-29BDAAB9EB9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990214" y="4426793"/>
                  <a:ext cx="2026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5B6331C4-45AC-4235-B866-9C349DA29FEE}"/>
                    </a:ext>
                  </a:extLst>
                </p14:cNvPr>
                <p14:cNvContentPartPr/>
                <p14:nvPr/>
              </p14:nvContentPartPr>
              <p14:xfrm>
                <a:off x="5248694" y="4560713"/>
                <a:ext cx="141480" cy="2556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5B6331C4-45AC-4235-B866-9C349DA29FE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239694" y="4552073"/>
                  <a:ext cx="1591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E5CFEF29-79FF-4070-9D55-0F10C619F80A}"/>
                    </a:ext>
                  </a:extLst>
                </p14:cNvPr>
                <p14:cNvContentPartPr/>
                <p14:nvPr/>
              </p14:nvContentPartPr>
              <p14:xfrm>
                <a:off x="5532374" y="4410233"/>
                <a:ext cx="151560" cy="13788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E5CFEF29-79FF-4070-9D55-0F10C619F80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523374" y="4401593"/>
                  <a:ext cx="169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5CCE1995-C01D-4DCE-A356-554AAC47BCE2}"/>
                    </a:ext>
                  </a:extLst>
                </p14:cNvPr>
                <p14:cNvContentPartPr/>
                <p14:nvPr/>
              </p14:nvContentPartPr>
              <p14:xfrm>
                <a:off x="5271734" y="4397273"/>
                <a:ext cx="99000" cy="15768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5CCE1995-C01D-4DCE-A356-554AAC47BCE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262734" y="4388273"/>
                  <a:ext cx="116640" cy="17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77" name="Entrada de lápiz 176">
                <a:extLst>
                  <a:ext uri="{FF2B5EF4-FFF2-40B4-BE49-F238E27FC236}">
                    <a16:creationId xmlns:a16="http://schemas.microsoft.com/office/drawing/2014/main" id="{1B1ACD31-B49B-4C89-B016-C6B303C35D3A}"/>
                  </a:ext>
                </a:extLst>
              </p14:cNvPr>
              <p14:cNvContentPartPr/>
              <p14:nvPr/>
            </p14:nvContentPartPr>
            <p14:xfrm>
              <a:off x="268814" y="4281946"/>
              <a:ext cx="1162800" cy="980280"/>
            </p14:xfrm>
          </p:contentPart>
        </mc:Choice>
        <mc:Fallback>
          <p:pic>
            <p:nvPicPr>
              <p:cNvPr id="177" name="Entrada de lápiz 176">
                <a:extLst>
                  <a:ext uri="{FF2B5EF4-FFF2-40B4-BE49-F238E27FC236}">
                    <a16:creationId xmlns:a16="http://schemas.microsoft.com/office/drawing/2014/main" id="{1B1ACD31-B49B-4C89-B016-C6B303C35D3A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50814" y="4263946"/>
                <a:ext cx="1198440" cy="101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upo 179">
            <a:extLst>
              <a:ext uri="{FF2B5EF4-FFF2-40B4-BE49-F238E27FC236}">
                <a16:creationId xmlns:a16="http://schemas.microsoft.com/office/drawing/2014/main" id="{B2EFAC3A-711E-4F6F-A843-B2EBB3821501}"/>
              </a:ext>
            </a:extLst>
          </p:cNvPr>
          <p:cNvGrpSpPr/>
          <p:nvPr/>
        </p:nvGrpSpPr>
        <p:grpSpPr>
          <a:xfrm>
            <a:off x="1563374" y="4713946"/>
            <a:ext cx="151200" cy="137520"/>
            <a:chOff x="1563374" y="4713946"/>
            <a:chExt cx="151200" cy="13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98324E74-7B5B-4DCA-A3CA-2E8D0A8DBA25}"/>
                    </a:ext>
                  </a:extLst>
                </p14:cNvPr>
                <p14:cNvContentPartPr/>
                <p14:nvPr/>
              </p14:nvContentPartPr>
              <p14:xfrm>
                <a:off x="1563374" y="4713946"/>
                <a:ext cx="124200" cy="2736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98324E74-7B5B-4DCA-A3CA-2E8D0A8DBA2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545734" y="4696306"/>
                  <a:ext cx="159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5100C361-285B-4BDE-90E5-6EF6C683B2A2}"/>
                    </a:ext>
                  </a:extLst>
                </p14:cNvPr>
                <p14:cNvContentPartPr/>
                <p14:nvPr/>
              </p14:nvContentPartPr>
              <p14:xfrm>
                <a:off x="1587494" y="4829506"/>
                <a:ext cx="127080" cy="2196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5100C361-285B-4BDE-90E5-6EF6C683B2A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569854" y="4811866"/>
                  <a:ext cx="162720" cy="5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66594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1810114-9C24-45DE-98F4-36B2BD9DD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99" y="1376979"/>
            <a:ext cx="9091345" cy="412141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3C57CAD9-4A31-44BB-893B-6E3DE75ADED1}"/>
                  </a:ext>
                </a:extLst>
              </p14:cNvPr>
              <p14:cNvContentPartPr/>
              <p14:nvPr/>
            </p14:nvContentPartPr>
            <p14:xfrm>
              <a:off x="4432574" y="846106"/>
              <a:ext cx="360" cy="36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3C57CAD9-4A31-44BB-893B-6E3DE75ADE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23934" y="83710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upo 8">
            <a:extLst>
              <a:ext uri="{FF2B5EF4-FFF2-40B4-BE49-F238E27FC236}">
                <a16:creationId xmlns:a16="http://schemas.microsoft.com/office/drawing/2014/main" id="{D6728FBD-707B-41DE-B72E-7FD11096BB83}"/>
              </a:ext>
            </a:extLst>
          </p:cNvPr>
          <p:cNvGrpSpPr/>
          <p:nvPr/>
        </p:nvGrpSpPr>
        <p:grpSpPr>
          <a:xfrm>
            <a:off x="1687214" y="1287106"/>
            <a:ext cx="662760" cy="563400"/>
            <a:chOff x="1687214" y="1287106"/>
            <a:chExt cx="662760" cy="56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2A87A698-A928-47BC-880F-319EFCD2171E}"/>
                    </a:ext>
                  </a:extLst>
                </p14:cNvPr>
                <p14:cNvContentPartPr/>
                <p14:nvPr/>
              </p14:nvContentPartPr>
              <p14:xfrm>
                <a:off x="1687214" y="1555666"/>
                <a:ext cx="195840" cy="29484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2A87A698-A928-47BC-880F-319EFCD2171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78214" y="1546666"/>
                  <a:ext cx="2134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9839C527-3356-4193-BB27-A2A724FDF5A9}"/>
                    </a:ext>
                  </a:extLst>
                </p14:cNvPr>
                <p14:cNvContentPartPr/>
                <p14:nvPr/>
              </p14:nvContentPartPr>
              <p14:xfrm>
                <a:off x="1835174" y="1396546"/>
                <a:ext cx="126000" cy="237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9839C527-3356-4193-BB27-A2A724FDF5A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26174" y="1387546"/>
                  <a:ext cx="143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EF9585EC-8264-4FE1-9001-4A9820A8EC3F}"/>
                    </a:ext>
                  </a:extLst>
                </p14:cNvPr>
                <p14:cNvContentPartPr/>
                <p14:nvPr/>
              </p14:nvContentPartPr>
              <p14:xfrm>
                <a:off x="2002214" y="1313026"/>
                <a:ext cx="134640" cy="17820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EF9585EC-8264-4FE1-9001-4A9820A8EC3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93574" y="1304386"/>
                  <a:ext cx="1522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FF70D2BC-B69D-4029-9B00-F5E17395A44B}"/>
                    </a:ext>
                  </a:extLst>
                </p14:cNvPr>
                <p14:cNvContentPartPr/>
                <p14:nvPr/>
              </p14:nvContentPartPr>
              <p14:xfrm>
                <a:off x="2173574" y="1311226"/>
                <a:ext cx="176400" cy="1263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FF70D2BC-B69D-4029-9B00-F5E17395A44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64574" y="1302586"/>
                  <a:ext cx="1940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17EC921E-E377-45FF-91E2-F98CEAC0A225}"/>
                    </a:ext>
                  </a:extLst>
                </p14:cNvPr>
                <p14:cNvContentPartPr/>
                <p14:nvPr/>
              </p14:nvContentPartPr>
              <p14:xfrm>
                <a:off x="2172494" y="1287106"/>
                <a:ext cx="106560" cy="1987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17EC921E-E377-45FF-91E2-F98CEAC0A22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63494" y="1278106"/>
                  <a:ext cx="124200" cy="21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04497393-DE67-4FD1-80FA-6009D1CA9C23}"/>
                  </a:ext>
                </a:extLst>
              </p14:cNvPr>
              <p14:cNvContentPartPr/>
              <p14:nvPr/>
            </p14:nvContentPartPr>
            <p14:xfrm>
              <a:off x="6654494" y="984346"/>
              <a:ext cx="357840" cy="42228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04497393-DE67-4FD1-80FA-6009D1CA9C2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5494" y="975346"/>
                <a:ext cx="37548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9E58730C-CA86-4422-9166-AF2DEAB8E8B1}"/>
                  </a:ext>
                </a:extLst>
              </p14:cNvPr>
              <p14:cNvContentPartPr/>
              <p14:nvPr/>
            </p14:nvContentPartPr>
            <p14:xfrm>
              <a:off x="6846374" y="741706"/>
              <a:ext cx="177120" cy="2304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9E58730C-CA86-4422-9166-AF2DEAB8E8B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837734" y="733066"/>
                <a:ext cx="19476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upo 28">
            <a:extLst>
              <a:ext uri="{FF2B5EF4-FFF2-40B4-BE49-F238E27FC236}">
                <a16:creationId xmlns:a16="http://schemas.microsoft.com/office/drawing/2014/main" id="{EC02849C-08B1-4DB5-9787-EBDBC8DDCAD5}"/>
              </a:ext>
            </a:extLst>
          </p:cNvPr>
          <p:cNvGrpSpPr/>
          <p:nvPr/>
        </p:nvGrpSpPr>
        <p:grpSpPr>
          <a:xfrm>
            <a:off x="5257334" y="860866"/>
            <a:ext cx="566280" cy="411840"/>
            <a:chOff x="5257334" y="860866"/>
            <a:chExt cx="566280" cy="41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569B5589-4279-4955-873C-1D9721479806}"/>
                    </a:ext>
                  </a:extLst>
                </p14:cNvPr>
                <p14:cNvContentPartPr/>
                <p14:nvPr/>
              </p14:nvContentPartPr>
              <p14:xfrm>
                <a:off x="5257334" y="860866"/>
                <a:ext cx="198360" cy="4118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569B5589-4279-4955-873C-1D972147980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48334" y="851866"/>
                  <a:ext cx="21600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2D27849E-62BD-4998-857F-8214FD2C51F9}"/>
                    </a:ext>
                  </a:extLst>
                </p14:cNvPr>
                <p14:cNvContentPartPr/>
                <p14:nvPr/>
              </p14:nvContentPartPr>
              <p14:xfrm>
                <a:off x="5474774" y="1050586"/>
                <a:ext cx="45720" cy="1656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2D27849E-62BD-4998-857F-8214FD2C51F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465774" y="1041586"/>
                  <a:ext cx="633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C612D432-40EE-4830-8969-E69C5DCE9ABD}"/>
                    </a:ext>
                  </a:extLst>
                </p14:cNvPr>
                <p14:cNvContentPartPr/>
                <p14:nvPr/>
              </p14:nvContentPartPr>
              <p14:xfrm>
                <a:off x="5607254" y="1014586"/>
                <a:ext cx="216360" cy="1908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C612D432-40EE-4830-8969-E69C5DCE9AB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598254" y="1005946"/>
                  <a:ext cx="23400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8E3FCF81-17E5-4DB1-BC51-447A1AD09D8F}"/>
              </a:ext>
            </a:extLst>
          </p:cNvPr>
          <p:cNvGrpSpPr/>
          <p:nvPr/>
        </p:nvGrpSpPr>
        <p:grpSpPr>
          <a:xfrm>
            <a:off x="5230334" y="1394746"/>
            <a:ext cx="783360" cy="291960"/>
            <a:chOff x="5230334" y="1394746"/>
            <a:chExt cx="78336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F08310B2-1EC2-4BA2-8DF2-0135DFE6FECB}"/>
                    </a:ext>
                  </a:extLst>
                </p14:cNvPr>
                <p14:cNvContentPartPr/>
                <p14:nvPr/>
              </p14:nvContentPartPr>
              <p14:xfrm>
                <a:off x="5350934" y="1471426"/>
                <a:ext cx="23400" cy="16488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F08310B2-1EC2-4BA2-8DF2-0135DFE6FEC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342294" y="1462426"/>
                  <a:ext cx="41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074644BC-7AA6-4B9E-8FFB-F16E8C8FF492}"/>
                    </a:ext>
                  </a:extLst>
                </p14:cNvPr>
                <p14:cNvContentPartPr/>
                <p14:nvPr/>
              </p14:nvContentPartPr>
              <p14:xfrm>
                <a:off x="5230334" y="1431826"/>
                <a:ext cx="128520" cy="2548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074644BC-7AA6-4B9E-8FFB-F16E8C8FF49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221334" y="1423186"/>
                  <a:ext cx="1461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50675E87-1D52-4400-9E5D-A4F48BCA43AD}"/>
                    </a:ext>
                  </a:extLst>
                </p14:cNvPr>
                <p14:cNvContentPartPr/>
                <p14:nvPr/>
              </p14:nvContentPartPr>
              <p14:xfrm>
                <a:off x="5388734" y="1452346"/>
                <a:ext cx="152280" cy="2253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50675E87-1D52-4400-9E5D-A4F48BCA43A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79734" y="1443346"/>
                  <a:ext cx="169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FCB7354D-FDBC-428D-A167-85AC54B04B9A}"/>
                    </a:ext>
                  </a:extLst>
                </p14:cNvPr>
                <p14:cNvContentPartPr/>
                <p14:nvPr/>
              </p14:nvContentPartPr>
              <p14:xfrm>
                <a:off x="5550014" y="1511386"/>
                <a:ext cx="198360" cy="219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FCB7354D-FDBC-428D-A167-85AC54B04B9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541374" y="1502386"/>
                  <a:ext cx="216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12425E2D-24F2-4C98-BC39-E0A5DC6A93E8}"/>
                    </a:ext>
                  </a:extLst>
                </p14:cNvPr>
                <p14:cNvContentPartPr/>
                <p14:nvPr/>
              </p14:nvContentPartPr>
              <p14:xfrm>
                <a:off x="5660174" y="1439746"/>
                <a:ext cx="103680" cy="1429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12425E2D-24F2-4C98-BC39-E0A5DC6A93E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651534" y="1430746"/>
                  <a:ext cx="1213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E2A26453-AD85-4A8F-9DF5-CDCDCF2C4E27}"/>
                    </a:ext>
                  </a:extLst>
                </p14:cNvPr>
                <p14:cNvContentPartPr/>
                <p14:nvPr/>
              </p14:nvContentPartPr>
              <p14:xfrm>
                <a:off x="5814254" y="1394746"/>
                <a:ext cx="199440" cy="1569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E2A26453-AD85-4A8F-9DF5-CDCDCF2C4E2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805614" y="1386106"/>
                  <a:ext cx="21708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14CFC33B-CFEE-4CC6-AB05-AC70D79BB0FA}"/>
              </a:ext>
            </a:extLst>
          </p:cNvPr>
          <p:cNvGrpSpPr/>
          <p:nvPr/>
        </p:nvGrpSpPr>
        <p:grpSpPr>
          <a:xfrm>
            <a:off x="7241654" y="518146"/>
            <a:ext cx="387360" cy="224640"/>
            <a:chOff x="7241654" y="518146"/>
            <a:chExt cx="38736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0E66FF43-09BB-464A-AD4D-1F8A1FA066E1}"/>
                    </a:ext>
                  </a:extLst>
                </p14:cNvPr>
                <p14:cNvContentPartPr/>
                <p14:nvPr/>
              </p14:nvContentPartPr>
              <p14:xfrm>
                <a:off x="7241654" y="570706"/>
                <a:ext cx="162000" cy="1720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0E66FF43-09BB-464A-AD4D-1F8A1FA066E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32654" y="562066"/>
                  <a:ext cx="1796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5058DE0A-4270-4124-9A77-BFE118B533C6}"/>
                    </a:ext>
                  </a:extLst>
                </p14:cNvPr>
                <p14:cNvContentPartPr/>
                <p14:nvPr/>
              </p14:nvContentPartPr>
              <p14:xfrm>
                <a:off x="7493294" y="565306"/>
                <a:ext cx="132840" cy="11772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5058DE0A-4270-4124-9A77-BFE118B533C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484294" y="556306"/>
                  <a:ext cx="150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692747D6-2DA7-4705-85A6-7563C530C919}"/>
                    </a:ext>
                  </a:extLst>
                </p14:cNvPr>
                <p14:cNvContentPartPr/>
                <p14:nvPr/>
              </p14:nvContentPartPr>
              <p14:xfrm>
                <a:off x="7536854" y="518146"/>
                <a:ext cx="92160" cy="17964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692747D6-2DA7-4705-85A6-7563C530C91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27854" y="509506"/>
                  <a:ext cx="10980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0DD07C0-3B64-42A8-9D84-526555B27995}"/>
              </a:ext>
            </a:extLst>
          </p:cNvPr>
          <p:cNvGrpSpPr/>
          <p:nvPr/>
        </p:nvGrpSpPr>
        <p:grpSpPr>
          <a:xfrm>
            <a:off x="7884614" y="967786"/>
            <a:ext cx="709200" cy="241200"/>
            <a:chOff x="7884614" y="967786"/>
            <a:chExt cx="70920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F3EC8FFE-2578-4AB9-BFA8-78B510114A5D}"/>
                    </a:ext>
                  </a:extLst>
                </p14:cNvPr>
                <p14:cNvContentPartPr/>
                <p14:nvPr/>
              </p14:nvContentPartPr>
              <p14:xfrm>
                <a:off x="7884614" y="1093066"/>
                <a:ext cx="323280" cy="1159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F3EC8FFE-2578-4AB9-BFA8-78B510114A5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875974" y="1084066"/>
                  <a:ext cx="340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1AA6DC85-06E5-4513-96B0-C13103BF9AA8}"/>
                    </a:ext>
                  </a:extLst>
                </p14:cNvPr>
                <p14:cNvContentPartPr/>
                <p14:nvPr/>
              </p14:nvContentPartPr>
              <p14:xfrm>
                <a:off x="8387174" y="967786"/>
                <a:ext cx="206640" cy="22392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1AA6DC85-06E5-4513-96B0-C13103BF9AA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378174" y="959146"/>
                  <a:ext cx="224280" cy="241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06903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F92FBF68-C588-4633-8C04-1B23C07D96E9}"/>
              </a:ext>
            </a:extLst>
          </p:cNvPr>
          <p:cNvGrpSpPr/>
          <p:nvPr/>
        </p:nvGrpSpPr>
        <p:grpSpPr>
          <a:xfrm>
            <a:off x="603614" y="365866"/>
            <a:ext cx="664560" cy="398160"/>
            <a:chOff x="603614" y="365866"/>
            <a:chExt cx="66456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C7164F1B-E701-466C-BBC4-9943EE535FE5}"/>
                    </a:ext>
                  </a:extLst>
                </p14:cNvPr>
                <p14:cNvContentPartPr/>
                <p14:nvPr/>
              </p14:nvContentPartPr>
              <p14:xfrm>
                <a:off x="603614" y="383506"/>
                <a:ext cx="204480" cy="37512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C7164F1B-E701-466C-BBC4-9943EE535FE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4614" y="374506"/>
                  <a:ext cx="22212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14C469D8-0BBC-4A56-93A1-ADB3666D8266}"/>
                    </a:ext>
                  </a:extLst>
                </p14:cNvPr>
                <p14:cNvContentPartPr/>
                <p14:nvPr/>
              </p14:nvContentPartPr>
              <p14:xfrm>
                <a:off x="781094" y="365866"/>
                <a:ext cx="239400" cy="25776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14C469D8-0BBC-4A56-93A1-ADB3666D826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2094" y="357226"/>
                  <a:ext cx="2570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FADA2896-F9A3-45F3-84D1-B98EBA73B1F4}"/>
                    </a:ext>
                  </a:extLst>
                </p14:cNvPr>
                <p14:cNvContentPartPr/>
                <p14:nvPr/>
              </p14:nvContentPartPr>
              <p14:xfrm>
                <a:off x="1131374" y="535786"/>
                <a:ext cx="136800" cy="22824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FADA2896-F9A3-45F3-84D1-B98EBA73B1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22374" y="526786"/>
                  <a:ext cx="1544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0C086F4D-2EB8-43F7-8420-2BCEFA969FE7}"/>
                    </a:ext>
                  </a:extLst>
                </p14:cNvPr>
                <p14:cNvContentPartPr/>
                <p14:nvPr/>
              </p14:nvContentPartPr>
              <p14:xfrm>
                <a:off x="1099334" y="617506"/>
                <a:ext cx="148320" cy="1299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0C086F4D-2EB8-43F7-8420-2BCEFA969F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0694" y="608506"/>
                  <a:ext cx="16596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5BBEB1C-0A1C-4C94-B412-BB2BBB7B5E1E}"/>
              </a:ext>
            </a:extLst>
          </p:cNvPr>
          <p:cNvGrpSpPr/>
          <p:nvPr/>
        </p:nvGrpSpPr>
        <p:grpSpPr>
          <a:xfrm>
            <a:off x="1457534" y="284146"/>
            <a:ext cx="810000" cy="410040"/>
            <a:chOff x="1457534" y="284146"/>
            <a:chExt cx="81000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BE677BE4-E2F3-4F5D-9EBC-431E249C6389}"/>
                    </a:ext>
                  </a:extLst>
                </p14:cNvPr>
                <p14:cNvContentPartPr/>
                <p14:nvPr/>
              </p14:nvContentPartPr>
              <p14:xfrm>
                <a:off x="1457534" y="323386"/>
                <a:ext cx="131400" cy="3542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BE677BE4-E2F3-4F5D-9EBC-431E249C638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48894" y="314746"/>
                  <a:ext cx="14904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468CD81A-4869-40A4-A15A-A45D8F6EE3BA}"/>
                    </a:ext>
                  </a:extLst>
                </p14:cNvPr>
                <p14:cNvContentPartPr/>
                <p14:nvPr/>
              </p14:nvContentPartPr>
              <p14:xfrm>
                <a:off x="1643654" y="332026"/>
                <a:ext cx="122400" cy="26712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468CD81A-4869-40A4-A15A-A45D8F6EE3B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34654" y="323386"/>
                  <a:ext cx="1400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5B104D8D-DBF9-41DD-BC2A-6D031C774E6D}"/>
                    </a:ext>
                  </a:extLst>
                </p14:cNvPr>
                <p14:cNvContentPartPr/>
                <p14:nvPr/>
              </p14:nvContentPartPr>
              <p14:xfrm>
                <a:off x="1605854" y="423466"/>
                <a:ext cx="179280" cy="666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5B104D8D-DBF9-41DD-BC2A-6D031C774E6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97214" y="414466"/>
                  <a:ext cx="1969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F7402559-EDCE-4799-8623-B46B07DF4B1C}"/>
                    </a:ext>
                  </a:extLst>
                </p14:cNvPr>
                <p14:cNvContentPartPr/>
                <p14:nvPr/>
              </p14:nvContentPartPr>
              <p14:xfrm>
                <a:off x="1862174" y="284146"/>
                <a:ext cx="76680" cy="4100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F7402559-EDCE-4799-8623-B46B07DF4B1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53174" y="275506"/>
                  <a:ext cx="9432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7FEDF957-2DEB-41D8-B675-DE07C491EF22}"/>
                    </a:ext>
                  </a:extLst>
                </p14:cNvPr>
                <p14:cNvContentPartPr/>
                <p14:nvPr/>
              </p14:nvContentPartPr>
              <p14:xfrm>
                <a:off x="2099054" y="436426"/>
                <a:ext cx="168480" cy="13428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7FEDF957-2DEB-41D8-B675-DE07C491EF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90054" y="427786"/>
                  <a:ext cx="1861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363C5A24-FC8C-4EE6-BC02-48899877CA4D}"/>
              </a:ext>
            </a:extLst>
          </p:cNvPr>
          <p:cNvGrpSpPr/>
          <p:nvPr/>
        </p:nvGrpSpPr>
        <p:grpSpPr>
          <a:xfrm>
            <a:off x="2665334" y="339946"/>
            <a:ext cx="605520" cy="376200"/>
            <a:chOff x="2665334" y="339946"/>
            <a:chExt cx="605520" cy="37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E2D16DB4-B43F-4C30-88B7-38358FD13CD2}"/>
                    </a:ext>
                  </a:extLst>
                </p14:cNvPr>
                <p14:cNvContentPartPr/>
                <p14:nvPr/>
              </p14:nvContentPartPr>
              <p14:xfrm>
                <a:off x="2683694" y="366946"/>
                <a:ext cx="198720" cy="57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E2D16DB4-B43F-4C30-88B7-38358FD13C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75054" y="357946"/>
                  <a:ext cx="216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991FC8BC-1230-4159-B92E-158EBFA77467}"/>
                    </a:ext>
                  </a:extLst>
                </p14:cNvPr>
                <p14:cNvContentPartPr/>
                <p14:nvPr/>
              </p14:nvContentPartPr>
              <p14:xfrm>
                <a:off x="2665334" y="370546"/>
                <a:ext cx="247680" cy="3456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991FC8BC-1230-4159-B92E-158EBFA7746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56334" y="361546"/>
                  <a:ext cx="2653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2F1256AF-1274-4266-AF84-301BF76088D8}"/>
                    </a:ext>
                  </a:extLst>
                </p14:cNvPr>
                <p14:cNvContentPartPr/>
                <p14:nvPr/>
              </p14:nvContentPartPr>
              <p14:xfrm>
                <a:off x="2673254" y="529666"/>
                <a:ext cx="174240" cy="4716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2F1256AF-1274-4266-AF84-301BF76088D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64254" y="520666"/>
                  <a:ext cx="1918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E8598A7D-47E2-46E6-8D13-51406FB488BF}"/>
                    </a:ext>
                  </a:extLst>
                </p14:cNvPr>
                <p14:cNvContentPartPr/>
                <p14:nvPr/>
              </p14:nvContentPartPr>
              <p14:xfrm>
                <a:off x="3046214" y="339946"/>
                <a:ext cx="224640" cy="3664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E8598A7D-47E2-46E6-8D13-51406FB488B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37574" y="331306"/>
                  <a:ext cx="242280" cy="38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38D75E3-FCE8-4C12-952E-D2A6B99B3DB1}"/>
              </a:ext>
            </a:extLst>
          </p:cNvPr>
          <p:cNvGrpSpPr/>
          <p:nvPr/>
        </p:nvGrpSpPr>
        <p:grpSpPr>
          <a:xfrm>
            <a:off x="3356174" y="66706"/>
            <a:ext cx="890280" cy="618840"/>
            <a:chOff x="3356174" y="66706"/>
            <a:chExt cx="890280" cy="61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C6D1471D-E366-4050-9764-54300431FE04}"/>
                    </a:ext>
                  </a:extLst>
                </p14:cNvPr>
                <p14:cNvContentPartPr/>
                <p14:nvPr/>
              </p14:nvContentPartPr>
              <p14:xfrm>
                <a:off x="3356174" y="360826"/>
                <a:ext cx="254160" cy="30132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C6D1471D-E366-4050-9764-54300431FE0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47174" y="351826"/>
                  <a:ext cx="2718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9F7543B8-9527-40DC-A49C-A9AFD0352F12}"/>
                    </a:ext>
                  </a:extLst>
                </p14:cNvPr>
                <p14:cNvContentPartPr/>
                <p14:nvPr/>
              </p14:nvContentPartPr>
              <p14:xfrm>
                <a:off x="3651374" y="66706"/>
                <a:ext cx="87480" cy="19800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9F7543B8-9527-40DC-A49C-A9AFD0352F1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42734" y="57706"/>
                  <a:ext cx="1051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EE117199-2627-4291-BE4E-E89A1CBA7491}"/>
                    </a:ext>
                  </a:extLst>
                </p14:cNvPr>
                <p14:cNvContentPartPr/>
                <p14:nvPr/>
              </p14:nvContentPartPr>
              <p14:xfrm>
                <a:off x="3618614" y="166066"/>
                <a:ext cx="121320" cy="255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EE117199-2627-4291-BE4E-E89A1CBA749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09974" y="157066"/>
                  <a:ext cx="138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C02FD61E-2CA9-4484-B309-4ED805AFD38D}"/>
                    </a:ext>
                  </a:extLst>
                </p14:cNvPr>
                <p14:cNvContentPartPr/>
                <p14:nvPr/>
              </p14:nvContentPartPr>
              <p14:xfrm>
                <a:off x="3854414" y="137266"/>
                <a:ext cx="124920" cy="11700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C02FD61E-2CA9-4484-B309-4ED805AFD38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45774" y="128626"/>
                  <a:ext cx="1425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DA374521-55C6-49BB-A8FA-F8141B9B951B}"/>
                    </a:ext>
                  </a:extLst>
                </p14:cNvPr>
                <p14:cNvContentPartPr/>
                <p14:nvPr/>
              </p14:nvContentPartPr>
              <p14:xfrm>
                <a:off x="3819854" y="119986"/>
                <a:ext cx="131040" cy="1422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DA374521-55C6-49BB-A8FA-F8141B9B951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10854" y="110986"/>
                  <a:ext cx="148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115037B0-AEA9-4024-A8CC-216AAB84CE9C}"/>
                    </a:ext>
                  </a:extLst>
                </p14:cNvPr>
                <p14:cNvContentPartPr/>
                <p14:nvPr/>
              </p14:nvContentPartPr>
              <p14:xfrm>
                <a:off x="4136654" y="175786"/>
                <a:ext cx="109800" cy="5097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115037B0-AEA9-4024-A8CC-216AAB84CE9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28014" y="166786"/>
                  <a:ext cx="127440" cy="52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9EDE5A52-2AC4-43C1-A653-FA592A337837}"/>
              </a:ext>
            </a:extLst>
          </p:cNvPr>
          <p:cNvGrpSpPr/>
          <p:nvPr/>
        </p:nvGrpSpPr>
        <p:grpSpPr>
          <a:xfrm>
            <a:off x="2146934" y="1323466"/>
            <a:ext cx="178560" cy="135360"/>
            <a:chOff x="2146934" y="1323466"/>
            <a:chExt cx="178560" cy="13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3A7A0DF1-4500-4FE3-A937-542FB5BC8EE9}"/>
                    </a:ext>
                  </a:extLst>
                </p14:cNvPr>
                <p14:cNvContentPartPr/>
                <p14:nvPr/>
              </p14:nvContentPartPr>
              <p14:xfrm>
                <a:off x="2146934" y="1323466"/>
                <a:ext cx="119880" cy="2268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3A7A0DF1-4500-4FE3-A937-542FB5BC8EE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37934" y="1314826"/>
                  <a:ext cx="137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DB472BB3-805D-4323-8E7F-C0CFC75993C4}"/>
                    </a:ext>
                  </a:extLst>
                </p14:cNvPr>
                <p14:cNvContentPartPr/>
                <p14:nvPr/>
              </p14:nvContentPartPr>
              <p14:xfrm>
                <a:off x="2169614" y="1431466"/>
                <a:ext cx="155880" cy="2736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DB472BB3-805D-4323-8E7F-C0CFC75993C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60614" y="1422466"/>
                  <a:ext cx="1735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CEC67698-ECCE-4DFD-AAF5-D4013A2F5497}"/>
              </a:ext>
            </a:extLst>
          </p:cNvPr>
          <p:cNvGrpSpPr/>
          <p:nvPr/>
        </p:nvGrpSpPr>
        <p:grpSpPr>
          <a:xfrm>
            <a:off x="2513054" y="1937626"/>
            <a:ext cx="370800" cy="153360"/>
            <a:chOff x="2513054" y="1937626"/>
            <a:chExt cx="370800" cy="15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F652B96C-B816-4B96-A090-3FCE85CBE8C8}"/>
                    </a:ext>
                  </a:extLst>
                </p14:cNvPr>
                <p14:cNvContentPartPr/>
                <p14:nvPr/>
              </p14:nvContentPartPr>
              <p14:xfrm>
                <a:off x="2513054" y="2030506"/>
                <a:ext cx="96840" cy="1008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F652B96C-B816-4B96-A090-3FCE85CBE8C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04414" y="2021506"/>
                  <a:ext cx="114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50A56D5C-1D29-4D70-B36C-3C313EFB2511}"/>
                    </a:ext>
                  </a:extLst>
                </p14:cNvPr>
                <p14:cNvContentPartPr/>
                <p14:nvPr/>
              </p14:nvContentPartPr>
              <p14:xfrm>
                <a:off x="2655614" y="1954546"/>
                <a:ext cx="112320" cy="13644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50A56D5C-1D29-4D70-B36C-3C313EFB251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46614" y="1945906"/>
                  <a:ext cx="1299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4AA1D50F-1E14-4E73-9169-DE2052726A11}"/>
                    </a:ext>
                  </a:extLst>
                </p14:cNvPr>
                <p14:cNvContentPartPr/>
                <p14:nvPr/>
              </p14:nvContentPartPr>
              <p14:xfrm>
                <a:off x="2742014" y="1937626"/>
                <a:ext cx="141840" cy="13356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4AA1D50F-1E14-4E73-9169-DE2052726A1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33014" y="1928626"/>
                  <a:ext cx="15948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1256D678-E303-4AA6-BE1E-57F59EF24C98}"/>
              </a:ext>
            </a:extLst>
          </p:cNvPr>
          <p:cNvGrpSpPr/>
          <p:nvPr/>
        </p:nvGrpSpPr>
        <p:grpSpPr>
          <a:xfrm>
            <a:off x="2652734" y="936466"/>
            <a:ext cx="205560" cy="793080"/>
            <a:chOff x="2652734" y="936466"/>
            <a:chExt cx="205560" cy="79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847F4EE5-75C8-4E76-A71E-B9ECEC62D171}"/>
                    </a:ext>
                  </a:extLst>
                </p14:cNvPr>
                <p14:cNvContentPartPr/>
                <p14:nvPr/>
              </p14:nvContentPartPr>
              <p14:xfrm>
                <a:off x="2696654" y="1157146"/>
                <a:ext cx="136800" cy="5724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847F4EE5-75C8-4E76-A71E-B9ECEC62D17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87654" y="1148506"/>
                  <a:ext cx="15444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612CA31F-A163-4261-BDA2-B015915E134D}"/>
                    </a:ext>
                  </a:extLst>
                </p14:cNvPr>
                <p14:cNvContentPartPr/>
                <p14:nvPr/>
              </p14:nvContentPartPr>
              <p14:xfrm>
                <a:off x="2652734" y="936466"/>
                <a:ext cx="100440" cy="11664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612CA31F-A163-4261-BDA2-B015915E134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43734" y="927826"/>
                  <a:ext cx="118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A3FA1864-9871-4D8B-940A-89A37F2428D3}"/>
                    </a:ext>
                  </a:extLst>
                </p14:cNvPr>
                <p14:cNvContentPartPr/>
                <p14:nvPr/>
              </p14:nvContentPartPr>
              <p14:xfrm>
                <a:off x="2669294" y="939706"/>
                <a:ext cx="189000" cy="8388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A3FA1864-9871-4D8B-940A-89A37F2428D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60654" y="930706"/>
                  <a:ext cx="20664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44FDB6E5-9EDB-4FCC-A959-58B01027AA83}"/>
              </a:ext>
            </a:extLst>
          </p:cNvPr>
          <p:cNvGrpSpPr/>
          <p:nvPr/>
        </p:nvGrpSpPr>
        <p:grpSpPr>
          <a:xfrm>
            <a:off x="3013094" y="1162546"/>
            <a:ext cx="656280" cy="372600"/>
            <a:chOff x="3013094" y="1162546"/>
            <a:chExt cx="65628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C96AF690-18C5-4E6E-AB0B-9F20C9734340}"/>
                    </a:ext>
                  </a:extLst>
                </p14:cNvPr>
                <p14:cNvContentPartPr/>
                <p14:nvPr/>
              </p14:nvContentPartPr>
              <p14:xfrm>
                <a:off x="3013094" y="1252906"/>
                <a:ext cx="171000" cy="2822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C96AF690-18C5-4E6E-AB0B-9F20C973434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004094" y="1244266"/>
                  <a:ext cx="1886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E86FD19D-7C21-452C-9D32-BEA66888FB42}"/>
                    </a:ext>
                  </a:extLst>
                </p14:cNvPr>
                <p14:cNvContentPartPr/>
                <p14:nvPr/>
              </p14:nvContentPartPr>
              <p14:xfrm>
                <a:off x="3266534" y="1223386"/>
                <a:ext cx="104040" cy="20484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E86FD19D-7C21-452C-9D32-BEA66888FB4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57534" y="1214746"/>
                  <a:ext cx="1216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DDE0C7F4-C6D9-4E4B-A2F9-D247C7D653EB}"/>
                    </a:ext>
                  </a:extLst>
                </p14:cNvPr>
                <p14:cNvContentPartPr/>
                <p14:nvPr/>
              </p14:nvContentPartPr>
              <p14:xfrm>
                <a:off x="3388574" y="1244266"/>
                <a:ext cx="147240" cy="13536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DDE0C7F4-C6D9-4E4B-A2F9-D247C7D653E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79574" y="1235626"/>
                  <a:ext cx="164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538487C8-B2D0-4C4E-89C0-7428EE28AE8D}"/>
                    </a:ext>
                  </a:extLst>
                </p14:cNvPr>
                <p14:cNvContentPartPr/>
                <p14:nvPr/>
              </p14:nvContentPartPr>
              <p14:xfrm>
                <a:off x="3431054" y="1216546"/>
                <a:ext cx="110520" cy="16632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538487C8-B2D0-4C4E-89C0-7428EE28AE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22414" y="1207546"/>
                  <a:ext cx="1281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0A50C1F0-2C91-4BCF-89DE-E274AE30D1ED}"/>
                    </a:ext>
                  </a:extLst>
                </p14:cNvPr>
                <p14:cNvContentPartPr/>
                <p14:nvPr/>
              </p14:nvContentPartPr>
              <p14:xfrm>
                <a:off x="3626534" y="1162546"/>
                <a:ext cx="42840" cy="24912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0A50C1F0-2C91-4BCF-89DE-E274AE30D1E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17534" y="1153906"/>
                  <a:ext cx="6048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80126615-34BB-4D21-8FD5-00111EB85720}"/>
              </a:ext>
            </a:extLst>
          </p:cNvPr>
          <p:cNvGrpSpPr/>
          <p:nvPr/>
        </p:nvGrpSpPr>
        <p:grpSpPr>
          <a:xfrm>
            <a:off x="5961134" y="318346"/>
            <a:ext cx="207360" cy="322920"/>
            <a:chOff x="5961134" y="318346"/>
            <a:chExt cx="20736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6E01CEAA-CC3F-4CAD-AB06-E82E5D4AC09B}"/>
                    </a:ext>
                  </a:extLst>
                </p14:cNvPr>
                <p14:cNvContentPartPr/>
                <p14:nvPr/>
              </p14:nvContentPartPr>
              <p14:xfrm>
                <a:off x="5979494" y="318346"/>
                <a:ext cx="155160" cy="1512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6E01CEAA-CC3F-4CAD-AB06-E82E5D4AC09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70494" y="309346"/>
                  <a:ext cx="1728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D522F385-FC33-425F-8906-0A1987F27731}"/>
                    </a:ext>
                  </a:extLst>
                </p14:cNvPr>
                <p14:cNvContentPartPr/>
                <p14:nvPr/>
              </p14:nvContentPartPr>
              <p14:xfrm>
                <a:off x="5968334" y="320146"/>
                <a:ext cx="200160" cy="32112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D522F385-FC33-425F-8906-0A1987F277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59694" y="311146"/>
                  <a:ext cx="2178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3F85CE1B-6A9C-4795-B315-BDFAEB981003}"/>
                    </a:ext>
                  </a:extLst>
                </p14:cNvPr>
                <p14:cNvContentPartPr/>
                <p14:nvPr/>
              </p14:nvContentPartPr>
              <p14:xfrm>
                <a:off x="5961134" y="492226"/>
                <a:ext cx="167760" cy="1440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3F85CE1B-6A9C-4795-B315-BDFAEB98100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952134" y="483226"/>
                  <a:ext cx="1854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5429A75B-C70D-4112-823F-549564CAFAEF}"/>
              </a:ext>
            </a:extLst>
          </p:cNvPr>
          <p:cNvGrpSpPr/>
          <p:nvPr/>
        </p:nvGrpSpPr>
        <p:grpSpPr>
          <a:xfrm>
            <a:off x="6336254" y="235546"/>
            <a:ext cx="960120" cy="470160"/>
            <a:chOff x="6336254" y="235546"/>
            <a:chExt cx="960120" cy="47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005C80E9-9A88-43AA-BFA6-4C102D95054A}"/>
                    </a:ext>
                  </a:extLst>
                </p14:cNvPr>
                <p14:cNvContentPartPr/>
                <p14:nvPr/>
              </p14:nvContentPartPr>
              <p14:xfrm>
                <a:off x="6336254" y="327706"/>
                <a:ext cx="103680" cy="28764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005C80E9-9A88-43AA-BFA6-4C102D95054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27254" y="319066"/>
                  <a:ext cx="1213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D76AD9F5-049A-412F-87B3-7F455DEC404E}"/>
                    </a:ext>
                  </a:extLst>
                </p14:cNvPr>
                <p14:cNvContentPartPr/>
                <p14:nvPr/>
              </p14:nvContentPartPr>
              <p14:xfrm>
                <a:off x="6556214" y="395746"/>
                <a:ext cx="133920" cy="30996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D76AD9F5-049A-412F-87B3-7F455DEC404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47214" y="386746"/>
                  <a:ext cx="1515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B398D6F5-AEB0-4DB6-8947-D88BDF1F90F8}"/>
                    </a:ext>
                  </a:extLst>
                </p14:cNvPr>
                <p14:cNvContentPartPr/>
                <p14:nvPr/>
              </p14:nvContentPartPr>
              <p14:xfrm>
                <a:off x="6816494" y="347866"/>
                <a:ext cx="88200" cy="20196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B398D6F5-AEB0-4DB6-8947-D88BDF1F90F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807854" y="338866"/>
                  <a:ext cx="1058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96929B64-32C2-46AB-B25A-BEE45000FFF7}"/>
                    </a:ext>
                  </a:extLst>
                </p14:cNvPr>
                <p14:cNvContentPartPr/>
                <p14:nvPr/>
              </p14:nvContentPartPr>
              <p14:xfrm>
                <a:off x="6908294" y="358306"/>
                <a:ext cx="158760" cy="18288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96929B64-32C2-46AB-B25A-BEE45000FFF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99654" y="349306"/>
                  <a:ext cx="1764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89D3D962-40D0-40C3-B7D7-79986BBD47A1}"/>
                    </a:ext>
                  </a:extLst>
                </p14:cNvPr>
                <p14:cNvContentPartPr/>
                <p14:nvPr/>
              </p14:nvContentPartPr>
              <p14:xfrm>
                <a:off x="7110254" y="295666"/>
                <a:ext cx="41040" cy="24372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89D3D962-40D0-40C3-B7D7-79986BBD47A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01614" y="286666"/>
                  <a:ext cx="586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3C6018D4-99EB-46D7-B413-E2AF9EB570AA}"/>
                    </a:ext>
                  </a:extLst>
                </p14:cNvPr>
                <p14:cNvContentPartPr/>
                <p14:nvPr/>
              </p14:nvContentPartPr>
              <p14:xfrm>
                <a:off x="7206014" y="235546"/>
                <a:ext cx="90360" cy="37764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3C6018D4-99EB-46D7-B413-E2AF9EB570A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97374" y="226906"/>
                  <a:ext cx="108000" cy="39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17BCE399-AD46-44DB-804E-84D81A7DD6BC}"/>
              </a:ext>
            </a:extLst>
          </p:cNvPr>
          <p:cNvGrpSpPr/>
          <p:nvPr/>
        </p:nvGrpSpPr>
        <p:grpSpPr>
          <a:xfrm>
            <a:off x="3814094" y="1089106"/>
            <a:ext cx="1155240" cy="410040"/>
            <a:chOff x="3814094" y="1089106"/>
            <a:chExt cx="115524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D6426E11-20E7-4454-995B-110C0357A217}"/>
                    </a:ext>
                  </a:extLst>
                </p14:cNvPr>
                <p14:cNvContentPartPr/>
                <p14:nvPr/>
              </p14:nvContentPartPr>
              <p14:xfrm>
                <a:off x="3846854" y="1094866"/>
                <a:ext cx="102240" cy="40428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D6426E11-20E7-4454-995B-110C0357A21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37854" y="1086226"/>
                  <a:ext cx="11988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47CAE1E0-480F-4A4D-8811-3CA3331E8513}"/>
                    </a:ext>
                  </a:extLst>
                </p14:cNvPr>
                <p14:cNvContentPartPr/>
                <p14:nvPr/>
              </p14:nvContentPartPr>
              <p14:xfrm>
                <a:off x="3814094" y="1342546"/>
                <a:ext cx="183240" cy="4140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47CAE1E0-480F-4A4D-8811-3CA3331E851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05094" y="1333906"/>
                  <a:ext cx="200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B9F94553-105F-4DD8-BBC0-89AEDE8AEADD}"/>
                    </a:ext>
                  </a:extLst>
                </p14:cNvPr>
                <p14:cNvContentPartPr/>
                <p14:nvPr/>
              </p14:nvContentPartPr>
              <p14:xfrm>
                <a:off x="4115414" y="1233106"/>
                <a:ext cx="260280" cy="2019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B9F94553-105F-4DD8-BBC0-89AEDE8AEAD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06774" y="1224106"/>
                  <a:ext cx="277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56F6F4D1-4B14-4DB2-B346-3813DBBCE5E0}"/>
                    </a:ext>
                  </a:extLst>
                </p14:cNvPr>
                <p14:cNvContentPartPr/>
                <p14:nvPr/>
              </p14:nvContentPartPr>
              <p14:xfrm>
                <a:off x="4195694" y="1221586"/>
                <a:ext cx="131040" cy="1796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56F6F4D1-4B14-4DB2-B346-3813DBBCE5E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87054" y="1212946"/>
                  <a:ext cx="1486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15B9B69D-2964-4D0B-B2D2-99DE11861EA9}"/>
                    </a:ext>
                  </a:extLst>
                </p14:cNvPr>
                <p14:cNvContentPartPr/>
                <p14:nvPr/>
              </p14:nvContentPartPr>
              <p14:xfrm>
                <a:off x="4416014" y="1095586"/>
                <a:ext cx="71280" cy="28656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15B9B69D-2964-4D0B-B2D2-99DE11861EA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07374" y="1086946"/>
                  <a:ext cx="889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0824E29B-510B-4F90-9500-9037A2BD34E1}"/>
                    </a:ext>
                  </a:extLst>
                </p14:cNvPr>
                <p14:cNvContentPartPr/>
                <p14:nvPr/>
              </p14:nvContentPartPr>
              <p14:xfrm>
                <a:off x="4552814" y="1089106"/>
                <a:ext cx="169920" cy="3009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0824E29B-510B-4F90-9500-9037A2BD34E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44174" y="1080106"/>
                  <a:ext cx="1875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EC6160B6-CBE0-41BF-B43A-344C93A27856}"/>
                    </a:ext>
                  </a:extLst>
                </p14:cNvPr>
                <p14:cNvContentPartPr/>
                <p14:nvPr/>
              </p14:nvContentPartPr>
              <p14:xfrm>
                <a:off x="4828934" y="1178386"/>
                <a:ext cx="140400" cy="17424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EC6160B6-CBE0-41BF-B43A-344C93A2785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820294" y="1169386"/>
                  <a:ext cx="158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AC210961-46E9-4AAC-AA6D-98F5081324A2}"/>
                    </a:ext>
                  </a:extLst>
                </p14:cNvPr>
                <p14:cNvContentPartPr/>
                <p14:nvPr/>
              </p14:nvContentPartPr>
              <p14:xfrm>
                <a:off x="4810574" y="1171186"/>
                <a:ext cx="158040" cy="26136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AC210961-46E9-4AAC-AA6D-98F5081324A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801934" y="1162546"/>
                  <a:ext cx="175680" cy="27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91B65B78-D936-4019-8C1B-02B41691F3CB}"/>
              </a:ext>
            </a:extLst>
          </p:cNvPr>
          <p:cNvGrpSpPr/>
          <p:nvPr/>
        </p:nvGrpSpPr>
        <p:grpSpPr>
          <a:xfrm>
            <a:off x="2225774" y="2788666"/>
            <a:ext cx="139680" cy="118800"/>
            <a:chOff x="2225774" y="2788666"/>
            <a:chExt cx="139680" cy="11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25AC16BB-297D-42B1-92B9-AFFCF6C6D8FE}"/>
                    </a:ext>
                  </a:extLst>
                </p14:cNvPr>
                <p14:cNvContentPartPr/>
                <p14:nvPr/>
              </p14:nvContentPartPr>
              <p14:xfrm>
                <a:off x="2225774" y="2788666"/>
                <a:ext cx="139680" cy="468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25AC16BB-297D-42B1-92B9-AFFCF6C6D8F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16774" y="2780026"/>
                  <a:ext cx="157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EA1E018A-61C3-4A35-981E-EE61C73A0E17}"/>
                    </a:ext>
                  </a:extLst>
                </p14:cNvPr>
                <p14:cNvContentPartPr/>
                <p14:nvPr/>
              </p14:nvContentPartPr>
              <p14:xfrm>
                <a:off x="2241974" y="2893066"/>
                <a:ext cx="102960" cy="1440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EA1E018A-61C3-4A35-981E-EE61C73A0E1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33334" y="2884066"/>
                  <a:ext cx="12060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E193AE0F-3690-467B-A8FA-13ADD3F7763E}"/>
                  </a:ext>
                </a:extLst>
              </p14:cNvPr>
              <p14:cNvContentPartPr/>
              <p14:nvPr/>
            </p14:nvContentPartPr>
            <p14:xfrm>
              <a:off x="2668934" y="2584546"/>
              <a:ext cx="223200" cy="609120"/>
            </p14:xfrm>
          </p:contentPart>
        </mc:Choice>
        <mc:Fallback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E193AE0F-3690-467B-A8FA-13ADD3F7763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659934" y="2575546"/>
                <a:ext cx="240840" cy="62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88FA6E7C-DAA7-4E4D-8FB8-8BFA4D7F823C}"/>
                  </a:ext>
                </a:extLst>
              </p14:cNvPr>
              <p14:cNvContentPartPr/>
              <p14:nvPr/>
            </p14:nvContentPartPr>
            <p14:xfrm>
              <a:off x="2675054" y="3353866"/>
              <a:ext cx="108000" cy="12348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88FA6E7C-DAA7-4E4D-8FB8-8BFA4D7F823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666414" y="3345226"/>
                <a:ext cx="125640" cy="14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upo 68">
            <a:extLst>
              <a:ext uri="{FF2B5EF4-FFF2-40B4-BE49-F238E27FC236}">
                <a16:creationId xmlns:a16="http://schemas.microsoft.com/office/drawing/2014/main" id="{6999B247-AC5E-4789-9EA7-4EB4A42DAA6A}"/>
              </a:ext>
            </a:extLst>
          </p:cNvPr>
          <p:cNvGrpSpPr/>
          <p:nvPr/>
        </p:nvGrpSpPr>
        <p:grpSpPr>
          <a:xfrm>
            <a:off x="2733014" y="2349466"/>
            <a:ext cx="201600" cy="126000"/>
            <a:chOff x="2733014" y="2349466"/>
            <a:chExt cx="201600" cy="12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8C7B039A-B77B-4923-BF1E-7FAB95A7AAF4}"/>
                    </a:ext>
                  </a:extLst>
                </p14:cNvPr>
                <p14:cNvContentPartPr/>
                <p14:nvPr/>
              </p14:nvContentPartPr>
              <p14:xfrm>
                <a:off x="2733014" y="2373946"/>
                <a:ext cx="96480" cy="10152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8C7B039A-B77B-4923-BF1E-7FAB95A7AAF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24374" y="2364946"/>
                  <a:ext cx="1141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6A9C3AC7-C50B-477A-8ED7-26E90892FFB8}"/>
                    </a:ext>
                  </a:extLst>
                </p14:cNvPr>
                <p14:cNvContentPartPr/>
                <p14:nvPr/>
              </p14:nvContentPartPr>
              <p14:xfrm>
                <a:off x="2844254" y="2349466"/>
                <a:ext cx="90360" cy="9180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6A9C3AC7-C50B-477A-8ED7-26E90892FFB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835254" y="2340826"/>
                  <a:ext cx="10800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2E48C37A-E0A2-41DE-B73F-00633BC5B2EF}"/>
                  </a:ext>
                </a:extLst>
              </p14:cNvPr>
              <p14:cNvContentPartPr/>
              <p14:nvPr/>
            </p14:nvContentPartPr>
            <p14:xfrm>
              <a:off x="2910854" y="1522906"/>
              <a:ext cx="749880" cy="15912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2E48C37A-E0A2-41DE-B73F-00633BC5B2E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893214" y="1505266"/>
                <a:ext cx="78552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64A84C77-4552-4C5C-98FD-DFE2D9532E2B}"/>
                  </a:ext>
                </a:extLst>
              </p14:cNvPr>
              <p14:cNvContentPartPr/>
              <p14:nvPr/>
            </p14:nvContentPartPr>
            <p14:xfrm>
              <a:off x="3233774" y="517426"/>
              <a:ext cx="859680" cy="25092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64A84C77-4552-4C5C-98FD-DFE2D9532E2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216134" y="499426"/>
                <a:ext cx="89532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351EF84C-005A-4949-9942-E5D739E9B0AD}"/>
                  </a:ext>
                </a:extLst>
              </p14:cNvPr>
              <p14:cNvContentPartPr/>
              <p14:nvPr/>
            </p14:nvContentPartPr>
            <p14:xfrm>
              <a:off x="6462614" y="652786"/>
              <a:ext cx="706320" cy="155160"/>
            </p14:xfrm>
          </p:contentPart>
        </mc:Choice>
        <mc:Fallback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351EF84C-005A-4949-9942-E5D739E9B0A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444974" y="634786"/>
                <a:ext cx="7419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0BD331B7-6505-4D43-A12A-E04F4B848572}"/>
                  </a:ext>
                </a:extLst>
              </p14:cNvPr>
              <p14:cNvContentPartPr/>
              <p14:nvPr/>
            </p14:nvContentPartPr>
            <p14:xfrm>
              <a:off x="3170054" y="2697226"/>
              <a:ext cx="263160" cy="241560"/>
            </p14:xfrm>
          </p:contentPart>
        </mc:Choice>
        <mc:Fallback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0BD331B7-6505-4D43-A12A-E04F4B84857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161414" y="2688586"/>
                <a:ext cx="280800" cy="25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upo 81">
            <a:extLst>
              <a:ext uri="{FF2B5EF4-FFF2-40B4-BE49-F238E27FC236}">
                <a16:creationId xmlns:a16="http://schemas.microsoft.com/office/drawing/2014/main" id="{FDD87968-9247-4208-9408-1AFF54BAE9FB}"/>
              </a:ext>
            </a:extLst>
          </p:cNvPr>
          <p:cNvGrpSpPr/>
          <p:nvPr/>
        </p:nvGrpSpPr>
        <p:grpSpPr>
          <a:xfrm>
            <a:off x="3416654" y="2299066"/>
            <a:ext cx="458640" cy="277200"/>
            <a:chOff x="3416654" y="2299066"/>
            <a:chExt cx="458640" cy="27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42469281-CAA0-4B08-B613-4982690EE42C}"/>
                    </a:ext>
                  </a:extLst>
                </p14:cNvPr>
                <p14:cNvContentPartPr/>
                <p14:nvPr/>
              </p14:nvContentPartPr>
              <p14:xfrm>
                <a:off x="3494774" y="2299066"/>
                <a:ext cx="120600" cy="24768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42469281-CAA0-4B08-B613-4982690EE42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486134" y="2290426"/>
                  <a:ext cx="1382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3E0E14BC-D7F5-4632-83F0-33FB4A490790}"/>
                    </a:ext>
                  </a:extLst>
                </p14:cNvPr>
                <p14:cNvContentPartPr/>
                <p14:nvPr/>
              </p14:nvContentPartPr>
              <p14:xfrm>
                <a:off x="3416654" y="2390506"/>
                <a:ext cx="168480" cy="4392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3E0E14BC-D7F5-4632-83F0-33FB4A49079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407654" y="2381506"/>
                  <a:ext cx="1861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9CB67637-EB01-4EB6-8BC5-B6A1E6A610D1}"/>
                    </a:ext>
                  </a:extLst>
                </p14:cNvPr>
                <p14:cNvContentPartPr/>
                <p14:nvPr/>
              </p14:nvContentPartPr>
              <p14:xfrm>
                <a:off x="3698894" y="2363506"/>
                <a:ext cx="176400" cy="15300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9CB67637-EB01-4EB6-8BC5-B6A1E6A610D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89894" y="2354506"/>
                  <a:ext cx="1940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127C546C-5CFB-4175-AB34-F3ADDE6BE983}"/>
                    </a:ext>
                  </a:extLst>
                </p14:cNvPr>
                <p14:cNvContentPartPr/>
                <p14:nvPr/>
              </p14:nvContentPartPr>
              <p14:xfrm>
                <a:off x="3724814" y="2350546"/>
                <a:ext cx="122040" cy="2257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127C546C-5CFB-4175-AB34-F3ADDE6BE98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16174" y="2341546"/>
                  <a:ext cx="139680" cy="24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3" name="Entrada de lápiz 82">
                <a:extLst>
                  <a:ext uri="{FF2B5EF4-FFF2-40B4-BE49-F238E27FC236}">
                    <a16:creationId xmlns:a16="http://schemas.microsoft.com/office/drawing/2014/main" id="{CE567EC4-BB54-4644-90FC-8FA89DCCA32B}"/>
                  </a:ext>
                </a:extLst>
              </p14:cNvPr>
              <p14:cNvContentPartPr/>
              <p14:nvPr/>
            </p14:nvContentPartPr>
            <p14:xfrm>
              <a:off x="4063214" y="2663386"/>
              <a:ext cx="77040" cy="61560"/>
            </p14:xfrm>
          </p:contentPart>
        </mc:Choice>
        <mc:Fallback>
          <p:pic>
            <p:nvPicPr>
              <p:cNvPr id="83" name="Entrada de lápiz 82">
                <a:extLst>
                  <a:ext uri="{FF2B5EF4-FFF2-40B4-BE49-F238E27FC236}">
                    <a16:creationId xmlns:a16="http://schemas.microsoft.com/office/drawing/2014/main" id="{CE567EC4-BB54-4644-90FC-8FA89DCCA32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054574" y="2654746"/>
                <a:ext cx="946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B0E8B18F-57ED-4A5D-A4E7-6D9C4C5A9C9D}"/>
                  </a:ext>
                </a:extLst>
              </p14:cNvPr>
              <p14:cNvContentPartPr/>
              <p14:nvPr/>
            </p14:nvContentPartPr>
            <p14:xfrm>
              <a:off x="4492694" y="2652946"/>
              <a:ext cx="31320" cy="396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B0E8B18F-57ED-4A5D-A4E7-6D9C4C5A9C9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483694" y="2644306"/>
                <a:ext cx="4896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upo 98">
            <a:extLst>
              <a:ext uri="{FF2B5EF4-FFF2-40B4-BE49-F238E27FC236}">
                <a16:creationId xmlns:a16="http://schemas.microsoft.com/office/drawing/2014/main" id="{7977C954-3A06-4E45-B484-2DC091D3A491}"/>
              </a:ext>
            </a:extLst>
          </p:cNvPr>
          <p:cNvGrpSpPr/>
          <p:nvPr/>
        </p:nvGrpSpPr>
        <p:grpSpPr>
          <a:xfrm>
            <a:off x="5250494" y="1129426"/>
            <a:ext cx="1578960" cy="320760"/>
            <a:chOff x="5250494" y="1129426"/>
            <a:chExt cx="1578960" cy="3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C3D5D54D-6745-4624-9677-FAB86189C46B}"/>
                    </a:ext>
                  </a:extLst>
                </p14:cNvPr>
                <p14:cNvContentPartPr/>
                <p14:nvPr/>
              </p14:nvContentPartPr>
              <p14:xfrm>
                <a:off x="5250494" y="1292146"/>
                <a:ext cx="513000" cy="4932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C3D5D54D-6745-4624-9677-FAB86189C46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41494" y="1283506"/>
                  <a:ext cx="5306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513832C2-87A5-4847-9C5E-A65B3340F073}"/>
                    </a:ext>
                  </a:extLst>
                </p14:cNvPr>
                <p14:cNvContentPartPr/>
                <p14:nvPr/>
              </p14:nvContentPartPr>
              <p14:xfrm>
                <a:off x="5597534" y="1199986"/>
                <a:ext cx="219960" cy="25020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513832C2-87A5-4847-9C5E-A65B3340F07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588534" y="1190986"/>
                  <a:ext cx="2376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4D48DF93-8C55-45B4-85B5-813A79A509CE}"/>
                    </a:ext>
                  </a:extLst>
                </p14:cNvPr>
                <p14:cNvContentPartPr/>
                <p14:nvPr/>
              </p14:nvContentPartPr>
              <p14:xfrm>
                <a:off x="5958254" y="1214386"/>
                <a:ext cx="227520" cy="21240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4D48DF93-8C55-45B4-85B5-813A79A509C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949254" y="1205386"/>
                  <a:ext cx="2451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EFF0BC60-A535-44EE-B0DD-C0A6ECDED98D}"/>
                    </a:ext>
                  </a:extLst>
                </p14:cNvPr>
                <p14:cNvContentPartPr/>
                <p14:nvPr/>
              </p14:nvContentPartPr>
              <p14:xfrm>
                <a:off x="6229694" y="1212226"/>
                <a:ext cx="189720" cy="20340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EFF0BC60-A535-44EE-B0DD-C0A6ECDED98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221054" y="1203226"/>
                  <a:ext cx="207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A2BF3903-61F0-4209-BBBC-F78142CBCB17}"/>
                    </a:ext>
                  </a:extLst>
                </p14:cNvPr>
                <p14:cNvContentPartPr/>
                <p14:nvPr/>
              </p14:nvContentPartPr>
              <p14:xfrm>
                <a:off x="6452894" y="1129426"/>
                <a:ext cx="102960" cy="23976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A2BF3903-61F0-4209-BBBC-F78142CBCB1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444254" y="1120786"/>
                  <a:ext cx="1206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B7394F1B-C58A-4651-B453-0F4C186D0DB0}"/>
                    </a:ext>
                  </a:extLst>
                </p14:cNvPr>
                <p14:cNvContentPartPr/>
                <p14:nvPr/>
              </p14:nvContentPartPr>
              <p14:xfrm>
                <a:off x="6549734" y="1185946"/>
                <a:ext cx="279720" cy="22248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B7394F1B-C58A-4651-B453-0F4C186D0DB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541094" y="1177306"/>
                  <a:ext cx="297360" cy="24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038FAA12-D3E2-4A46-8078-D48F48B17654}"/>
              </a:ext>
            </a:extLst>
          </p:cNvPr>
          <p:cNvGrpSpPr/>
          <p:nvPr/>
        </p:nvGrpSpPr>
        <p:grpSpPr>
          <a:xfrm>
            <a:off x="7139414" y="1054186"/>
            <a:ext cx="1569240" cy="380880"/>
            <a:chOff x="7139414" y="1054186"/>
            <a:chExt cx="1569240" cy="3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5A95351B-4DBC-4EE4-8117-220745646FA7}"/>
                    </a:ext>
                  </a:extLst>
                </p14:cNvPr>
                <p14:cNvContentPartPr/>
                <p14:nvPr/>
              </p14:nvContentPartPr>
              <p14:xfrm>
                <a:off x="7139414" y="1174426"/>
                <a:ext cx="225720" cy="13500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5A95351B-4DBC-4EE4-8117-220745646FA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130414" y="1165426"/>
                  <a:ext cx="2433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80C6F4FD-AAF7-48A2-B8F0-E7BF72D1C1CE}"/>
                    </a:ext>
                  </a:extLst>
                </p14:cNvPr>
                <p14:cNvContentPartPr/>
                <p14:nvPr/>
              </p14:nvContentPartPr>
              <p14:xfrm>
                <a:off x="7362974" y="1139866"/>
                <a:ext cx="89280" cy="21060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80C6F4FD-AAF7-48A2-B8F0-E7BF72D1C1C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353974" y="1131226"/>
                  <a:ext cx="1069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68D0DADA-3866-47D4-A497-67014CF7C5FA}"/>
                    </a:ext>
                  </a:extLst>
                </p14:cNvPr>
                <p14:cNvContentPartPr/>
                <p14:nvPr/>
              </p14:nvContentPartPr>
              <p14:xfrm>
                <a:off x="7607414" y="1171546"/>
                <a:ext cx="181080" cy="26352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68D0DADA-3866-47D4-A497-67014CF7C5F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598414" y="1162906"/>
                  <a:ext cx="1987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47BA54D7-EB6F-4951-B360-FE93915E7A00}"/>
                    </a:ext>
                  </a:extLst>
                </p14:cNvPr>
                <p14:cNvContentPartPr/>
                <p14:nvPr/>
              </p14:nvContentPartPr>
              <p14:xfrm>
                <a:off x="7838174" y="1161466"/>
                <a:ext cx="220680" cy="18684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47BA54D7-EB6F-4951-B360-FE93915E7A0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829534" y="1152466"/>
                  <a:ext cx="2383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84C0D741-3EB5-4ED2-9944-A4F0458739D0}"/>
                    </a:ext>
                  </a:extLst>
                </p14:cNvPr>
                <p14:cNvContentPartPr/>
                <p14:nvPr/>
              </p14:nvContentPartPr>
              <p14:xfrm>
                <a:off x="8042294" y="1160026"/>
                <a:ext cx="163800" cy="15588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84C0D741-3EB5-4ED2-9944-A4F0458739D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033654" y="1151026"/>
                  <a:ext cx="1814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1CFBE554-567C-4954-BB5B-8E7394986191}"/>
                    </a:ext>
                  </a:extLst>
                </p14:cNvPr>
                <p14:cNvContentPartPr/>
                <p14:nvPr/>
              </p14:nvContentPartPr>
              <p14:xfrm>
                <a:off x="8293214" y="1054186"/>
                <a:ext cx="203760" cy="22680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1CFBE554-567C-4954-BB5B-8E739498619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284574" y="1045546"/>
                  <a:ext cx="2214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C54808C7-6ABB-4E53-90FD-8641BA43BE8E}"/>
                    </a:ext>
                  </a:extLst>
                </p14:cNvPr>
                <p14:cNvContentPartPr/>
                <p14:nvPr/>
              </p14:nvContentPartPr>
              <p14:xfrm>
                <a:off x="8553854" y="1128706"/>
                <a:ext cx="154800" cy="14652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C54808C7-6ABB-4E53-90FD-8641BA43BE8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544854" y="1119706"/>
                  <a:ext cx="172440" cy="16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8F31D8CB-723A-4BCC-9AB9-0FD204D403C0}"/>
                  </a:ext>
                </a:extLst>
              </p14:cNvPr>
              <p14:cNvContentPartPr/>
              <p14:nvPr/>
            </p14:nvContentPartPr>
            <p14:xfrm>
              <a:off x="3770534" y="1448026"/>
              <a:ext cx="840600" cy="279000"/>
            </p14:xfrm>
          </p:contentPart>
        </mc:Choice>
        <mc:Fallback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8F31D8CB-723A-4BCC-9AB9-0FD204D403C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752534" y="1430026"/>
                <a:ext cx="87624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FDDD6CD9-A917-4302-AA40-F4048A202FE5}"/>
                  </a:ext>
                </a:extLst>
              </p14:cNvPr>
              <p14:cNvContentPartPr/>
              <p14:nvPr/>
            </p14:nvContentPartPr>
            <p14:xfrm>
              <a:off x="4516814" y="2559706"/>
              <a:ext cx="271080" cy="306720"/>
            </p14:xfrm>
          </p:contentPart>
        </mc:Choice>
        <mc:Fallback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FDDD6CD9-A917-4302-AA40-F4048A202FE5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507814" y="2550706"/>
                <a:ext cx="28872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9DDEAF15-AF68-4ABB-BDA2-6363C64499C3}"/>
                  </a:ext>
                </a:extLst>
              </p14:cNvPr>
              <p14:cNvContentPartPr/>
              <p14:nvPr/>
            </p14:nvContentPartPr>
            <p14:xfrm>
              <a:off x="4291094" y="2583466"/>
              <a:ext cx="175680" cy="30852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9DDEAF15-AF68-4ABB-BDA2-6363C64499C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282454" y="2574826"/>
                <a:ext cx="193320" cy="32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upo 106">
            <a:extLst>
              <a:ext uri="{FF2B5EF4-FFF2-40B4-BE49-F238E27FC236}">
                <a16:creationId xmlns:a16="http://schemas.microsoft.com/office/drawing/2014/main" id="{72911432-9AB0-443C-8F1B-19D9E7FD7E73}"/>
              </a:ext>
            </a:extLst>
          </p:cNvPr>
          <p:cNvGrpSpPr/>
          <p:nvPr/>
        </p:nvGrpSpPr>
        <p:grpSpPr>
          <a:xfrm>
            <a:off x="4703654" y="2187826"/>
            <a:ext cx="651600" cy="198720"/>
            <a:chOff x="4703654" y="2187826"/>
            <a:chExt cx="651600" cy="19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81253CFD-1CA7-41A8-B715-911AE38C4770}"/>
                    </a:ext>
                  </a:extLst>
                </p14:cNvPr>
                <p14:cNvContentPartPr/>
                <p14:nvPr/>
              </p14:nvContentPartPr>
              <p14:xfrm>
                <a:off x="4703654" y="2361346"/>
                <a:ext cx="142200" cy="2520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81253CFD-1CA7-41A8-B715-911AE38C477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694654" y="2352346"/>
                  <a:ext cx="159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0F99A300-8F7B-40C9-B83E-50AE48AE84C2}"/>
                    </a:ext>
                  </a:extLst>
                </p14:cNvPr>
                <p14:cNvContentPartPr/>
                <p14:nvPr/>
              </p14:nvContentPartPr>
              <p14:xfrm>
                <a:off x="4934414" y="2233906"/>
                <a:ext cx="176400" cy="15192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0F99A300-8F7B-40C9-B83E-50AE48AE84C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925414" y="2224906"/>
                  <a:ext cx="1940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D6E0FC4A-34DD-4CFD-83F7-129B576CC071}"/>
                    </a:ext>
                  </a:extLst>
                </p14:cNvPr>
                <p14:cNvContentPartPr/>
                <p14:nvPr/>
              </p14:nvContentPartPr>
              <p14:xfrm>
                <a:off x="5181014" y="2218066"/>
                <a:ext cx="174240" cy="12168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D6E0FC4A-34DD-4CFD-83F7-129B576CC07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172014" y="2209066"/>
                  <a:ext cx="191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DA744A90-DE74-4457-9F24-AE055F910FED}"/>
                    </a:ext>
                  </a:extLst>
                </p14:cNvPr>
                <p14:cNvContentPartPr/>
                <p14:nvPr/>
              </p14:nvContentPartPr>
              <p14:xfrm>
                <a:off x="5199374" y="2187826"/>
                <a:ext cx="133920" cy="16812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DA744A90-DE74-4457-9F24-AE055F910FE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190374" y="2179186"/>
                  <a:ext cx="15156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34542420-53EF-4A42-BEDA-6577DEADBB64}"/>
              </a:ext>
            </a:extLst>
          </p:cNvPr>
          <p:cNvGrpSpPr/>
          <p:nvPr/>
        </p:nvGrpSpPr>
        <p:grpSpPr>
          <a:xfrm>
            <a:off x="5613734" y="2474386"/>
            <a:ext cx="396000" cy="293400"/>
            <a:chOff x="5613734" y="2474386"/>
            <a:chExt cx="39600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B1CEB6BE-F99C-4A6C-8B8B-900CFF05FA7C}"/>
                    </a:ext>
                  </a:extLst>
                </p14:cNvPr>
                <p14:cNvContentPartPr/>
                <p14:nvPr/>
              </p14:nvContentPartPr>
              <p14:xfrm>
                <a:off x="5613734" y="2474386"/>
                <a:ext cx="191160" cy="29340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B1CEB6BE-F99C-4A6C-8B8B-900CFF05FA7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04734" y="2465386"/>
                  <a:ext cx="2088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C4E9EBB7-7C9D-4EE4-B9F0-344D08DCDB6E}"/>
                    </a:ext>
                  </a:extLst>
                </p14:cNvPr>
                <p14:cNvContentPartPr/>
                <p14:nvPr/>
              </p14:nvContentPartPr>
              <p14:xfrm>
                <a:off x="5862494" y="2588866"/>
                <a:ext cx="147240" cy="14472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C4E9EBB7-7C9D-4EE4-B9F0-344D08DCDB6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853494" y="2579866"/>
                  <a:ext cx="164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EE340CA7-14B8-409F-9998-CCDE9EE3A184}"/>
                    </a:ext>
                  </a:extLst>
                </p14:cNvPr>
                <p14:cNvContentPartPr/>
                <p14:nvPr/>
              </p14:nvContentPartPr>
              <p14:xfrm>
                <a:off x="5881574" y="2549626"/>
                <a:ext cx="113400" cy="19260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EE340CA7-14B8-409F-9998-CCDE9EE3A18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872934" y="2540626"/>
                  <a:ext cx="13104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EAB1F6C6-A826-4088-A91B-9B7EFE94FAD2}"/>
                  </a:ext>
                </a:extLst>
              </p14:cNvPr>
              <p14:cNvContentPartPr/>
              <p14:nvPr/>
            </p14:nvContentPartPr>
            <p14:xfrm>
              <a:off x="4200374" y="2850586"/>
              <a:ext cx="923040" cy="21528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EAB1F6C6-A826-4088-A91B-9B7EFE94FAD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182374" y="2832586"/>
                <a:ext cx="95868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upo 114">
            <a:extLst>
              <a:ext uri="{FF2B5EF4-FFF2-40B4-BE49-F238E27FC236}">
                <a16:creationId xmlns:a16="http://schemas.microsoft.com/office/drawing/2014/main" id="{E18E9EEE-37A2-4974-B698-7E9AD616C81F}"/>
              </a:ext>
            </a:extLst>
          </p:cNvPr>
          <p:cNvGrpSpPr/>
          <p:nvPr/>
        </p:nvGrpSpPr>
        <p:grpSpPr>
          <a:xfrm>
            <a:off x="3079694" y="2900266"/>
            <a:ext cx="692640" cy="200520"/>
            <a:chOff x="3079694" y="2900266"/>
            <a:chExt cx="692640" cy="20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F134CB80-33E2-42E9-9F2C-7CEFE0E50667}"/>
                    </a:ext>
                  </a:extLst>
                </p14:cNvPr>
                <p14:cNvContentPartPr/>
                <p14:nvPr/>
              </p14:nvContentPartPr>
              <p14:xfrm>
                <a:off x="3170054" y="3088546"/>
                <a:ext cx="7200" cy="1152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F134CB80-33E2-42E9-9F2C-7CEFE0E5066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152414" y="3070906"/>
                  <a:ext cx="42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C08BD6E8-8A7B-49D0-A51F-B8F5B25473EA}"/>
                    </a:ext>
                  </a:extLst>
                </p14:cNvPr>
                <p14:cNvContentPartPr/>
                <p14:nvPr/>
              </p14:nvContentPartPr>
              <p14:xfrm>
                <a:off x="3079694" y="2900266"/>
                <a:ext cx="692640" cy="20052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C08BD6E8-8A7B-49D0-A51F-B8F5B25473E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62054" y="2882626"/>
                  <a:ext cx="72828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4FA8DC82-8DD9-4A04-A7C7-D82B730AB1EA}"/>
              </a:ext>
            </a:extLst>
          </p:cNvPr>
          <p:cNvGrpSpPr/>
          <p:nvPr/>
        </p:nvGrpSpPr>
        <p:grpSpPr>
          <a:xfrm>
            <a:off x="304454" y="3997906"/>
            <a:ext cx="214200" cy="125280"/>
            <a:chOff x="304454" y="3997906"/>
            <a:chExt cx="214200" cy="1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04D0100A-5064-407C-86E5-797E929940AA}"/>
                    </a:ext>
                  </a:extLst>
                </p14:cNvPr>
                <p14:cNvContentPartPr/>
                <p14:nvPr/>
              </p14:nvContentPartPr>
              <p14:xfrm>
                <a:off x="304454" y="3997906"/>
                <a:ext cx="202320" cy="1188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04D0100A-5064-407C-86E5-797E929940A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95454" y="3989266"/>
                  <a:ext cx="2199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0C7D7145-94B7-479D-90DE-145076DCCF11}"/>
                    </a:ext>
                  </a:extLst>
                </p14:cNvPr>
                <p14:cNvContentPartPr/>
                <p14:nvPr/>
              </p14:nvContentPartPr>
              <p14:xfrm>
                <a:off x="340454" y="4083586"/>
                <a:ext cx="178200" cy="3960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0C7D7145-94B7-479D-90DE-145076DCCF1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1814" y="4074586"/>
                  <a:ext cx="19584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E7F10B58-BEA6-415F-BE88-7FA61EB2D554}"/>
              </a:ext>
            </a:extLst>
          </p:cNvPr>
          <p:cNvGrpSpPr/>
          <p:nvPr/>
        </p:nvGrpSpPr>
        <p:grpSpPr>
          <a:xfrm>
            <a:off x="829694" y="3751306"/>
            <a:ext cx="564840" cy="302760"/>
            <a:chOff x="829694" y="3751306"/>
            <a:chExt cx="564840" cy="30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A0D0C752-6507-48E2-99DC-24B0B86A3516}"/>
                    </a:ext>
                  </a:extLst>
                </p14:cNvPr>
                <p14:cNvContentPartPr/>
                <p14:nvPr/>
              </p14:nvContentPartPr>
              <p14:xfrm>
                <a:off x="829694" y="3751306"/>
                <a:ext cx="153000" cy="30276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A0D0C752-6507-48E2-99DC-24B0B86A351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20694" y="3742306"/>
                  <a:ext cx="1706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CC4BC0D8-3785-4456-9C1C-E438A6933275}"/>
                    </a:ext>
                  </a:extLst>
                </p14:cNvPr>
                <p14:cNvContentPartPr/>
                <p14:nvPr/>
              </p14:nvContentPartPr>
              <p14:xfrm>
                <a:off x="1044254" y="3934906"/>
                <a:ext cx="18720" cy="9180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CC4BC0D8-3785-4456-9C1C-E438A693327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35614" y="3925906"/>
                  <a:ext cx="36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6E41ED9C-C6F5-449B-933E-A8B5A0EB0075}"/>
                    </a:ext>
                  </a:extLst>
                </p14:cNvPr>
                <p14:cNvContentPartPr/>
                <p14:nvPr/>
              </p14:nvContentPartPr>
              <p14:xfrm>
                <a:off x="1140014" y="3917986"/>
                <a:ext cx="254520" cy="12060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6E41ED9C-C6F5-449B-933E-A8B5A0EB007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31014" y="3909346"/>
                  <a:ext cx="27216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EAC17ADF-F3B9-4108-8E01-29CFE3A27EF9}"/>
              </a:ext>
            </a:extLst>
          </p:cNvPr>
          <p:cNvGrpSpPr/>
          <p:nvPr/>
        </p:nvGrpSpPr>
        <p:grpSpPr>
          <a:xfrm>
            <a:off x="818174" y="4280866"/>
            <a:ext cx="793080" cy="156600"/>
            <a:chOff x="818174" y="4280866"/>
            <a:chExt cx="793080" cy="15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76B85CB8-24AE-4B46-B34B-92120F5D3139}"/>
                    </a:ext>
                  </a:extLst>
                </p14:cNvPr>
                <p14:cNvContentPartPr/>
                <p14:nvPr/>
              </p14:nvContentPartPr>
              <p14:xfrm>
                <a:off x="818174" y="4297786"/>
                <a:ext cx="146160" cy="12024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76B85CB8-24AE-4B46-B34B-92120F5D313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09534" y="4289146"/>
                  <a:ext cx="1638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189FBA0F-83BB-4933-A8CE-9BFBEA75040D}"/>
                    </a:ext>
                  </a:extLst>
                </p14:cNvPr>
                <p14:cNvContentPartPr/>
                <p14:nvPr/>
              </p14:nvContentPartPr>
              <p14:xfrm>
                <a:off x="1063694" y="4354666"/>
                <a:ext cx="235440" cy="828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189FBA0F-83BB-4933-A8CE-9BFBEA75040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54694" y="4346026"/>
                  <a:ext cx="253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5B963CE2-3802-4449-B9F3-9C5D9A6F1FA1}"/>
                    </a:ext>
                  </a:extLst>
                </p14:cNvPr>
                <p14:cNvContentPartPr/>
                <p14:nvPr/>
              </p14:nvContentPartPr>
              <p14:xfrm>
                <a:off x="1198334" y="4317946"/>
                <a:ext cx="124200" cy="11952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5B963CE2-3802-4449-B9F3-9C5D9A6F1FA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89694" y="4309306"/>
                  <a:ext cx="1418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E13B9646-6827-4511-9179-F7C8DA05B142}"/>
                    </a:ext>
                  </a:extLst>
                </p14:cNvPr>
                <p14:cNvContentPartPr/>
                <p14:nvPr/>
              </p14:nvContentPartPr>
              <p14:xfrm>
                <a:off x="1381934" y="4296706"/>
                <a:ext cx="79200" cy="9396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E13B9646-6827-4511-9179-F7C8DA05B14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372934" y="4287706"/>
                  <a:ext cx="96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1199A385-8137-4744-998D-711FA24D2EDF}"/>
                    </a:ext>
                  </a:extLst>
                </p14:cNvPr>
                <p14:cNvContentPartPr/>
                <p14:nvPr/>
              </p14:nvContentPartPr>
              <p14:xfrm>
                <a:off x="1481654" y="4280866"/>
                <a:ext cx="129600" cy="9864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1199A385-8137-4744-998D-711FA24D2ED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472654" y="4272226"/>
                  <a:ext cx="147240" cy="11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677201E2-A52A-446E-A437-E3F269091A02}"/>
                  </a:ext>
                </a:extLst>
              </p14:cNvPr>
              <p14:cNvContentPartPr/>
              <p14:nvPr/>
            </p14:nvContentPartPr>
            <p14:xfrm>
              <a:off x="2078534" y="3973066"/>
              <a:ext cx="186840" cy="22644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677201E2-A52A-446E-A437-E3F269091A02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069894" y="3964066"/>
                <a:ext cx="2044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C2B5C0B3-EF0A-44E0-A8F8-CB41CADCE292}"/>
                  </a:ext>
                </a:extLst>
              </p14:cNvPr>
              <p14:cNvContentPartPr/>
              <p14:nvPr/>
            </p14:nvContentPartPr>
            <p14:xfrm>
              <a:off x="2550134" y="3857146"/>
              <a:ext cx="123480" cy="60156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C2B5C0B3-EF0A-44E0-A8F8-CB41CADCE29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2541494" y="3848146"/>
                <a:ext cx="141120" cy="6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1" name="Entrada de lápiz 130">
                <a:extLst>
                  <a:ext uri="{FF2B5EF4-FFF2-40B4-BE49-F238E27FC236}">
                    <a16:creationId xmlns:a16="http://schemas.microsoft.com/office/drawing/2014/main" id="{8C6748F9-4D1D-425D-A76A-77C0BF68DFDC}"/>
                  </a:ext>
                </a:extLst>
              </p14:cNvPr>
              <p14:cNvContentPartPr/>
              <p14:nvPr/>
            </p14:nvContentPartPr>
            <p14:xfrm>
              <a:off x="2571014" y="4594066"/>
              <a:ext cx="102960" cy="153000"/>
            </p14:xfrm>
          </p:contentPart>
        </mc:Choice>
        <mc:Fallback>
          <p:pic>
            <p:nvPicPr>
              <p:cNvPr id="131" name="Entrada de lápiz 130">
                <a:extLst>
                  <a:ext uri="{FF2B5EF4-FFF2-40B4-BE49-F238E27FC236}">
                    <a16:creationId xmlns:a16="http://schemas.microsoft.com/office/drawing/2014/main" id="{8C6748F9-4D1D-425D-A76A-77C0BF68DFDC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562014" y="4585066"/>
                <a:ext cx="1206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2" name="Entrada de lápiz 131">
                <a:extLst>
                  <a:ext uri="{FF2B5EF4-FFF2-40B4-BE49-F238E27FC236}">
                    <a16:creationId xmlns:a16="http://schemas.microsoft.com/office/drawing/2014/main" id="{73FE0357-8A62-42A3-B685-1CEEBFEB9C47}"/>
                  </a:ext>
                </a:extLst>
              </p14:cNvPr>
              <p14:cNvContentPartPr/>
              <p14:nvPr/>
            </p14:nvContentPartPr>
            <p14:xfrm>
              <a:off x="2574614" y="3609466"/>
              <a:ext cx="204480" cy="117720"/>
            </p14:xfrm>
          </p:contentPart>
        </mc:Choice>
        <mc:Fallback>
          <p:pic>
            <p:nvPicPr>
              <p:cNvPr id="132" name="Entrada de lápiz 131">
                <a:extLst>
                  <a:ext uri="{FF2B5EF4-FFF2-40B4-BE49-F238E27FC236}">
                    <a16:creationId xmlns:a16="http://schemas.microsoft.com/office/drawing/2014/main" id="{73FE0357-8A62-42A3-B685-1CEEBFEB9C4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565614" y="3600826"/>
                <a:ext cx="2221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813A1932-2248-4580-850E-7DA352B6C6DF}"/>
                  </a:ext>
                </a:extLst>
              </p14:cNvPr>
              <p14:cNvContentPartPr/>
              <p14:nvPr/>
            </p14:nvContentPartPr>
            <p14:xfrm>
              <a:off x="3075014" y="3919786"/>
              <a:ext cx="279360" cy="31968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813A1932-2248-4580-850E-7DA352B6C6DF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066374" y="3911146"/>
                <a:ext cx="297000" cy="33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upo 173">
            <a:extLst>
              <a:ext uri="{FF2B5EF4-FFF2-40B4-BE49-F238E27FC236}">
                <a16:creationId xmlns:a16="http://schemas.microsoft.com/office/drawing/2014/main" id="{98F60CD5-8C83-48A8-9BD3-BB90A11B5A69}"/>
              </a:ext>
            </a:extLst>
          </p:cNvPr>
          <p:cNvGrpSpPr/>
          <p:nvPr/>
        </p:nvGrpSpPr>
        <p:grpSpPr>
          <a:xfrm>
            <a:off x="4555694" y="3789826"/>
            <a:ext cx="444600" cy="359280"/>
            <a:chOff x="4555694" y="3789826"/>
            <a:chExt cx="44460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8301E44B-3F95-4999-856D-55F67D49E501}"/>
                    </a:ext>
                  </a:extLst>
                </p14:cNvPr>
                <p14:cNvContentPartPr/>
                <p14:nvPr/>
              </p14:nvContentPartPr>
              <p14:xfrm>
                <a:off x="4555694" y="3789826"/>
                <a:ext cx="207720" cy="35928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8301E44B-3F95-4999-856D-55F67D49E50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547054" y="3780826"/>
                  <a:ext cx="2253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B04BD245-C2DE-45F7-A5B5-D1EECBE8E76C}"/>
                    </a:ext>
                  </a:extLst>
                </p14:cNvPr>
                <p14:cNvContentPartPr/>
                <p14:nvPr/>
              </p14:nvContentPartPr>
              <p14:xfrm>
                <a:off x="4845494" y="3926986"/>
                <a:ext cx="144360" cy="15156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B04BD245-C2DE-45F7-A5B5-D1EECBE8E76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836494" y="3918346"/>
                  <a:ext cx="162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E968DE19-304E-4673-B9F6-3889F6DD6EF5}"/>
                    </a:ext>
                  </a:extLst>
                </p14:cNvPr>
                <p14:cNvContentPartPr/>
                <p14:nvPr/>
              </p14:nvContentPartPr>
              <p14:xfrm>
                <a:off x="4820294" y="3881626"/>
                <a:ext cx="180000" cy="22716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E968DE19-304E-4673-B9F6-3889F6DD6EF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811294" y="3872986"/>
                  <a:ext cx="19764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upo 181">
            <a:extLst>
              <a:ext uri="{FF2B5EF4-FFF2-40B4-BE49-F238E27FC236}">
                <a16:creationId xmlns:a16="http://schemas.microsoft.com/office/drawing/2014/main" id="{5FE535CC-5BE5-4DDE-ABFC-79F041E4B6A9}"/>
              </a:ext>
            </a:extLst>
          </p:cNvPr>
          <p:cNvGrpSpPr/>
          <p:nvPr/>
        </p:nvGrpSpPr>
        <p:grpSpPr>
          <a:xfrm>
            <a:off x="8954174" y="1345066"/>
            <a:ext cx="3337200" cy="2351160"/>
            <a:chOff x="8954174" y="1345066"/>
            <a:chExt cx="3337200" cy="235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67B1C1F8-26AF-4DA2-80EF-039A2C25B78C}"/>
                    </a:ext>
                  </a:extLst>
                </p14:cNvPr>
                <p14:cNvContentPartPr/>
                <p14:nvPr/>
              </p14:nvContentPartPr>
              <p14:xfrm>
                <a:off x="9252974" y="1863826"/>
                <a:ext cx="261000" cy="25056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67B1C1F8-26AF-4DA2-80EF-039A2C25B78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243974" y="1855186"/>
                  <a:ext cx="2786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520A78EE-0285-4605-B854-08334FA2BE2B}"/>
                    </a:ext>
                  </a:extLst>
                </p14:cNvPr>
                <p14:cNvContentPartPr/>
                <p14:nvPr/>
              </p14:nvContentPartPr>
              <p14:xfrm>
                <a:off x="9524414" y="1727746"/>
                <a:ext cx="123120" cy="8676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520A78EE-0285-4605-B854-08334FA2BE2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515414" y="1718746"/>
                  <a:ext cx="1407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4ECFA8BB-FDFA-4E7D-B9AE-A41A345F0F52}"/>
                    </a:ext>
                  </a:extLst>
                </p14:cNvPr>
                <p14:cNvContentPartPr/>
                <p14:nvPr/>
              </p14:nvContentPartPr>
              <p14:xfrm>
                <a:off x="9704054" y="1976506"/>
                <a:ext cx="360" cy="36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4ECFA8BB-FDFA-4E7D-B9AE-A41A345F0F5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695414" y="19678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64C9C9C9-CBF7-4A2C-91DB-9137C280C962}"/>
                    </a:ext>
                  </a:extLst>
                </p14:cNvPr>
                <p14:cNvContentPartPr/>
                <p14:nvPr/>
              </p14:nvContentPartPr>
              <p14:xfrm>
                <a:off x="9867494" y="1814866"/>
                <a:ext cx="200520" cy="22932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64C9C9C9-CBF7-4A2C-91DB-9137C280C96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858854" y="1805866"/>
                  <a:ext cx="2181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F6729FFC-BCC4-4B27-B9E3-2C19EF073FF2}"/>
                    </a:ext>
                  </a:extLst>
                </p14:cNvPr>
                <p14:cNvContentPartPr/>
                <p14:nvPr/>
              </p14:nvContentPartPr>
              <p14:xfrm>
                <a:off x="10114094" y="1673386"/>
                <a:ext cx="194760" cy="13068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F6729FFC-BCC4-4B27-B9E3-2C19EF073FF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105094" y="1664386"/>
                  <a:ext cx="2124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B5D8AA23-0964-403C-BFA0-C6A396DF32CC}"/>
                    </a:ext>
                  </a:extLst>
                </p14:cNvPr>
                <p14:cNvContentPartPr/>
                <p14:nvPr/>
              </p14:nvContentPartPr>
              <p14:xfrm>
                <a:off x="10341974" y="1782466"/>
                <a:ext cx="120240" cy="13608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B5D8AA23-0964-403C-BFA0-C6A396DF32C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333334" y="1773826"/>
                  <a:ext cx="1378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3B2CC386-D066-4DFF-9FE4-044CA0E6182A}"/>
                    </a:ext>
                  </a:extLst>
                </p14:cNvPr>
                <p14:cNvContentPartPr/>
                <p14:nvPr/>
              </p14:nvContentPartPr>
              <p14:xfrm>
                <a:off x="10790894" y="1835386"/>
                <a:ext cx="268200" cy="21240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3B2CC386-D066-4DFF-9FE4-044CA0E6182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781894" y="1826746"/>
                  <a:ext cx="285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A6E6ECEA-419C-4C35-8344-9815054A98D4}"/>
                    </a:ext>
                  </a:extLst>
                </p14:cNvPr>
                <p14:cNvContentPartPr/>
                <p14:nvPr/>
              </p14:nvContentPartPr>
              <p14:xfrm>
                <a:off x="11086454" y="1740706"/>
                <a:ext cx="141480" cy="10836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A6E6ECEA-419C-4C35-8344-9815054A98D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077814" y="1732066"/>
                  <a:ext cx="159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F221292A-4AE7-4039-88AE-CF7CCF0C25C2}"/>
                    </a:ext>
                  </a:extLst>
                </p14:cNvPr>
                <p14:cNvContentPartPr/>
                <p14:nvPr/>
              </p14:nvContentPartPr>
              <p14:xfrm>
                <a:off x="11314694" y="1657546"/>
                <a:ext cx="33120" cy="16812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F221292A-4AE7-4039-88AE-CF7CCF0C25C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305694" y="1648546"/>
                  <a:ext cx="50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A96A6AE8-55B4-4B3B-B06D-9E7613D40594}"/>
                    </a:ext>
                  </a:extLst>
                </p14:cNvPr>
                <p14:cNvContentPartPr/>
                <p14:nvPr/>
              </p14:nvContentPartPr>
              <p14:xfrm>
                <a:off x="11262494" y="1723426"/>
                <a:ext cx="212040" cy="4392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A96A6AE8-55B4-4B3B-B06D-9E7613D4059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253494" y="1714786"/>
                  <a:ext cx="229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04C08BE1-812D-4A4B-B984-68B1CA3F934F}"/>
                    </a:ext>
                  </a:extLst>
                </p14:cNvPr>
                <p14:cNvContentPartPr/>
                <p14:nvPr/>
              </p14:nvContentPartPr>
              <p14:xfrm>
                <a:off x="11490734" y="1632346"/>
                <a:ext cx="147600" cy="12528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04C08BE1-812D-4A4B-B984-68B1CA3F934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481734" y="1623706"/>
                  <a:ext cx="165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4A6B89C3-FCCC-4CEB-A150-958C20A8C2D0}"/>
                    </a:ext>
                  </a:extLst>
                </p14:cNvPr>
                <p14:cNvContentPartPr/>
                <p14:nvPr/>
              </p14:nvContentPartPr>
              <p14:xfrm>
                <a:off x="9938054" y="2464306"/>
                <a:ext cx="137160" cy="34992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4A6B89C3-FCCC-4CEB-A150-958C20A8C2D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929414" y="2455666"/>
                  <a:ext cx="1548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2016759B-C2CF-49B4-B42E-92046A3EE65E}"/>
                    </a:ext>
                  </a:extLst>
                </p14:cNvPr>
                <p14:cNvContentPartPr/>
                <p14:nvPr/>
              </p14:nvContentPartPr>
              <p14:xfrm>
                <a:off x="9892694" y="2645386"/>
                <a:ext cx="142560" cy="3420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2016759B-C2CF-49B4-B42E-92046A3EE65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883694" y="2636386"/>
                  <a:ext cx="1602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3B5E49B7-B624-46BC-A878-E535A2A4E259}"/>
                    </a:ext>
                  </a:extLst>
                </p14:cNvPr>
                <p14:cNvContentPartPr/>
                <p14:nvPr/>
              </p14:nvContentPartPr>
              <p14:xfrm>
                <a:off x="10162334" y="2587066"/>
                <a:ext cx="166680" cy="17064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3B5E49B7-B624-46BC-A878-E535A2A4E25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153334" y="2578066"/>
                  <a:ext cx="1843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39DD5230-9FDC-46FA-B67C-650CBF879742}"/>
                    </a:ext>
                  </a:extLst>
                </p14:cNvPr>
                <p14:cNvContentPartPr/>
                <p14:nvPr/>
              </p14:nvContentPartPr>
              <p14:xfrm>
                <a:off x="10166294" y="2553946"/>
                <a:ext cx="195480" cy="21852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39DD5230-9FDC-46FA-B67C-650CBF87974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157294" y="2544946"/>
                  <a:ext cx="2131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5F99F946-89FC-40FA-B228-2A3652330B47}"/>
                    </a:ext>
                  </a:extLst>
                </p14:cNvPr>
                <p14:cNvContentPartPr/>
                <p14:nvPr/>
              </p14:nvContentPartPr>
              <p14:xfrm>
                <a:off x="10536374" y="2608666"/>
                <a:ext cx="139680" cy="720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5F99F946-89FC-40FA-B228-2A3652330B4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527734" y="2600026"/>
                  <a:ext cx="157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D5724381-3F7E-49FF-872B-E21F7B9AEF3A}"/>
                    </a:ext>
                  </a:extLst>
                </p14:cNvPr>
                <p14:cNvContentPartPr/>
                <p14:nvPr/>
              </p14:nvContentPartPr>
              <p14:xfrm>
                <a:off x="10740134" y="2486626"/>
                <a:ext cx="158400" cy="18252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D5724381-3F7E-49FF-872B-E21F7B9AEF3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731134" y="2477986"/>
                  <a:ext cx="176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EFF2E8C8-F093-422F-8160-60D971D7BE91}"/>
                    </a:ext>
                  </a:extLst>
                </p14:cNvPr>
                <p14:cNvContentPartPr/>
                <p14:nvPr/>
              </p14:nvContentPartPr>
              <p14:xfrm>
                <a:off x="10988894" y="2432986"/>
                <a:ext cx="190800" cy="21852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EFF2E8C8-F093-422F-8160-60D971D7BE9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979894" y="2424346"/>
                  <a:ext cx="2084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4BB01111-A8C7-4B38-B3F8-7DA953C5CA84}"/>
                    </a:ext>
                  </a:extLst>
                </p14:cNvPr>
                <p14:cNvContentPartPr/>
                <p14:nvPr/>
              </p14:nvContentPartPr>
              <p14:xfrm>
                <a:off x="9631694" y="3239386"/>
                <a:ext cx="209160" cy="18072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4BB01111-A8C7-4B38-B3F8-7DA953C5CA8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622694" y="3230746"/>
                  <a:ext cx="226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462E9ABB-EB90-4E39-8DCA-EA9B973E41AB}"/>
                    </a:ext>
                  </a:extLst>
                </p14:cNvPr>
                <p14:cNvContentPartPr/>
                <p14:nvPr/>
              </p14:nvContentPartPr>
              <p14:xfrm>
                <a:off x="9683894" y="3202666"/>
                <a:ext cx="142560" cy="22896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462E9ABB-EB90-4E39-8DCA-EA9B973E41A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674894" y="3193666"/>
                  <a:ext cx="160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D7062744-3746-44D2-A301-2113113ECBB7}"/>
                    </a:ext>
                  </a:extLst>
                </p14:cNvPr>
                <p14:cNvContentPartPr/>
                <p14:nvPr/>
              </p14:nvContentPartPr>
              <p14:xfrm>
                <a:off x="9996014" y="3133186"/>
                <a:ext cx="118440" cy="27000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D7062744-3746-44D2-A301-2113113ECBB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987374" y="3124186"/>
                  <a:ext cx="1360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B45A71BB-3F83-4CDC-B723-9D9DD3090D75}"/>
                    </a:ext>
                  </a:extLst>
                </p14:cNvPr>
                <p14:cNvContentPartPr/>
                <p14:nvPr/>
              </p14:nvContentPartPr>
              <p14:xfrm>
                <a:off x="10242614" y="3085306"/>
                <a:ext cx="159840" cy="27504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B45A71BB-3F83-4CDC-B723-9D9DD3090D7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233614" y="3076306"/>
                  <a:ext cx="1774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95E94A07-39F8-487E-AFF4-B0B55B986885}"/>
                    </a:ext>
                  </a:extLst>
                </p14:cNvPr>
                <p14:cNvContentPartPr/>
                <p14:nvPr/>
              </p14:nvContentPartPr>
              <p14:xfrm>
                <a:off x="10523054" y="3159106"/>
                <a:ext cx="137520" cy="1692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95E94A07-39F8-487E-AFF4-B0B55B98688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514054" y="3150466"/>
                  <a:ext cx="155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F62C6395-873B-4AAD-90F8-2BEB2510A115}"/>
                    </a:ext>
                  </a:extLst>
                </p14:cNvPr>
                <p14:cNvContentPartPr/>
                <p14:nvPr/>
              </p14:nvContentPartPr>
              <p14:xfrm>
                <a:off x="10705214" y="3098626"/>
                <a:ext cx="138240" cy="17136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F62C6395-873B-4AAD-90F8-2BEB2510A11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696214" y="3089986"/>
                  <a:ext cx="1558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8E0E6B08-6510-4224-93A8-A9867C1075F2}"/>
                    </a:ext>
                  </a:extLst>
                </p14:cNvPr>
                <p14:cNvContentPartPr/>
                <p14:nvPr/>
              </p14:nvContentPartPr>
              <p14:xfrm>
                <a:off x="10847774" y="2932306"/>
                <a:ext cx="81720" cy="41868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8E0E6B08-6510-4224-93A8-A9867C1075F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838774" y="2923306"/>
                  <a:ext cx="993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D72D1139-3055-4376-8AF9-439601341A7A}"/>
                    </a:ext>
                  </a:extLst>
                </p14:cNvPr>
                <p14:cNvContentPartPr/>
                <p14:nvPr/>
              </p14:nvContentPartPr>
              <p14:xfrm>
                <a:off x="9110414" y="1345066"/>
                <a:ext cx="2911680" cy="6048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D72D1139-3055-4376-8AF9-439601341A7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101774" y="1336426"/>
                  <a:ext cx="29293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BCF9DB60-FAF2-4004-8795-7E8A80F7F45B}"/>
                    </a:ext>
                  </a:extLst>
                </p14:cNvPr>
                <p14:cNvContentPartPr/>
                <p14:nvPr/>
              </p14:nvContentPartPr>
              <p14:xfrm>
                <a:off x="8954174" y="1386826"/>
                <a:ext cx="215640" cy="230940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BCF9DB60-FAF2-4004-8795-7E8A80F7F45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945174" y="1378186"/>
                  <a:ext cx="233280" cy="23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488216AC-B58D-4C48-B03F-4D35888E4C8A}"/>
                    </a:ext>
                  </a:extLst>
                </p14:cNvPr>
                <p14:cNvContentPartPr/>
                <p14:nvPr/>
              </p14:nvContentPartPr>
              <p14:xfrm>
                <a:off x="9147134" y="3494986"/>
                <a:ext cx="3144240" cy="16452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488216AC-B58D-4C48-B03F-4D35888E4C8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138494" y="3485986"/>
                  <a:ext cx="316188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upo 213">
            <a:extLst>
              <a:ext uri="{FF2B5EF4-FFF2-40B4-BE49-F238E27FC236}">
                <a16:creationId xmlns:a16="http://schemas.microsoft.com/office/drawing/2014/main" id="{9B423D11-B657-43D4-8798-BA8A938C32AF}"/>
              </a:ext>
            </a:extLst>
          </p:cNvPr>
          <p:cNvGrpSpPr/>
          <p:nvPr/>
        </p:nvGrpSpPr>
        <p:grpSpPr>
          <a:xfrm>
            <a:off x="3332414" y="2978386"/>
            <a:ext cx="932040" cy="735840"/>
            <a:chOff x="3332414" y="2978386"/>
            <a:chExt cx="932040" cy="73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92D83C10-71EA-4C52-BD09-93E444CD9E76}"/>
                    </a:ext>
                  </a:extLst>
                </p14:cNvPr>
                <p14:cNvContentPartPr/>
                <p14:nvPr/>
              </p14:nvContentPartPr>
              <p14:xfrm>
                <a:off x="3332414" y="3577066"/>
                <a:ext cx="151200" cy="12528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92D83C10-71EA-4C52-BD09-93E444CD9E7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323774" y="3568066"/>
                  <a:ext cx="1688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828FB260-F287-4A58-8A6E-A98D0F611E5B}"/>
                    </a:ext>
                  </a:extLst>
                </p14:cNvPr>
                <p14:cNvContentPartPr/>
                <p14:nvPr/>
              </p14:nvContentPartPr>
              <p14:xfrm>
                <a:off x="3390374" y="3525946"/>
                <a:ext cx="128880" cy="18828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828FB260-F287-4A58-8A6E-A98D0F611E5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381734" y="3517306"/>
                  <a:ext cx="1465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16418A74-8E6D-41B4-98E3-102262B20887}"/>
                    </a:ext>
                  </a:extLst>
                </p14:cNvPr>
                <p14:cNvContentPartPr/>
                <p14:nvPr/>
              </p14:nvContentPartPr>
              <p14:xfrm>
                <a:off x="3616814" y="3477346"/>
                <a:ext cx="109440" cy="20016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16418A74-8E6D-41B4-98E3-102262B2088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608174" y="3468706"/>
                  <a:ext cx="127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3C273F24-680A-4F5B-994C-4BBAABFDF19F}"/>
                    </a:ext>
                  </a:extLst>
                </p14:cNvPr>
                <p14:cNvContentPartPr/>
                <p14:nvPr/>
              </p14:nvContentPartPr>
              <p14:xfrm>
                <a:off x="3765494" y="3460066"/>
                <a:ext cx="95400" cy="16452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3C273F24-680A-4F5B-994C-4BBAABFDF19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756494" y="3451066"/>
                  <a:ext cx="1130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0E2068EE-4313-421B-B2C7-2E45671BEE8A}"/>
                    </a:ext>
                  </a:extLst>
                </p14:cNvPr>
                <p14:cNvContentPartPr/>
                <p14:nvPr/>
              </p14:nvContentPartPr>
              <p14:xfrm>
                <a:off x="3769454" y="3533866"/>
                <a:ext cx="124200" cy="2484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0E2068EE-4313-421B-B2C7-2E45671BEE8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760814" y="3525226"/>
                  <a:ext cx="1418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5C0889DA-F5D7-4AAC-8FDE-A8A15996E7C4}"/>
                    </a:ext>
                  </a:extLst>
                </p14:cNvPr>
                <p14:cNvContentPartPr/>
                <p14:nvPr/>
              </p14:nvContentPartPr>
              <p14:xfrm>
                <a:off x="3927854" y="3507946"/>
                <a:ext cx="96480" cy="2484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5C0889DA-F5D7-4AAC-8FDE-A8A15996E7C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919214" y="3498946"/>
                  <a:ext cx="114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2BEA6CA7-46B1-4247-A890-D10AAB9DB738}"/>
                    </a:ext>
                  </a:extLst>
                </p14:cNvPr>
                <p14:cNvContentPartPr/>
                <p14:nvPr/>
              </p14:nvContentPartPr>
              <p14:xfrm>
                <a:off x="4092374" y="3457906"/>
                <a:ext cx="108720" cy="9396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2BEA6CA7-46B1-4247-A890-D10AAB9DB73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083374" y="3449266"/>
                  <a:ext cx="126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342C8A6D-2916-4219-AD91-062FBABE8E64}"/>
                    </a:ext>
                  </a:extLst>
                </p14:cNvPr>
                <p14:cNvContentPartPr/>
                <p14:nvPr/>
              </p14:nvContentPartPr>
              <p14:xfrm>
                <a:off x="4188854" y="3375826"/>
                <a:ext cx="75600" cy="25164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342C8A6D-2916-4219-AD91-062FBABE8E6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180214" y="3366826"/>
                  <a:ext cx="932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8581B941-98B8-464E-A37B-855293E3C010}"/>
                    </a:ext>
                  </a:extLst>
                </p14:cNvPr>
                <p14:cNvContentPartPr/>
                <p14:nvPr/>
              </p14:nvContentPartPr>
              <p14:xfrm>
                <a:off x="3620054" y="3206626"/>
                <a:ext cx="514080" cy="18972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8581B941-98B8-464E-A37B-855293E3C01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611414" y="3197626"/>
                  <a:ext cx="531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DE18F384-675B-4145-A481-4A0B89C38E96}"/>
                    </a:ext>
                  </a:extLst>
                </p14:cNvPr>
                <p14:cNvContentPartPr/>
                <p14:nvPr/>
              </p14:nvContentPartPr>
              <p14:xfrm>
                <a:off x="3863054" y="3023386"/>
                <a:ext cx="64080" cy="9432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DE18F384-675B-4145-A481-4A0B89C38E9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854414" y="3014746"/>
                  <a:ext cx="817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436EF6B1-E5A6-4FEC-86BF-CD7DDBC371E6}"/>
                    </a:ext>
                  </a:extLst>
                </p14:cNvPr>
                <p14:cNvContentPartPr/>
                <p14:nvPr/>
              </p14:nvContentPartPr>
              <p14:xfrm>
                <a:off x="3930014" y="2978386"/>
                <a:ext cx="38880" cy="11700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436EF6B1-E5A6-4FEC-86BF-CD7DDBC371E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921014" y="2969386"/>
                  <a:ext cx="56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137C3861-38A9-4C7C-BA7D-406D72A13452}"/>
                    </a:ext>
                  </a:extLst>
                </p14:cNvPr>
                <p14:cNvContentPartPr/>
                <p14:nvPr/>
              </p14:nvContentPartPr>
              <p14:xfrm>
                <a:off x="3840014" y="2994946"/>
                <a:ext cx="172440" cy="10476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137C3861-38A9-4C7C-BA7D-406D72A1345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831374" y="2985946"/>
                  <a:ext cx="190080" cy="12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215" name="Entrada de lápiz 214">
                <a:extLst>
                  <a:ext uri="{FF2B5EF4-FFF2-40B4-BE49-F238E27FC236}">
                    <a16:creationId xmlns:a16="http://schemas.microsoft.com/office/drawing/2014/main" id="{DF311B96-B4A9-42B1-98FB-323845DCFFA9}"/>
                  </a:ext>
                </a:extLst>
              </p14:cNvPr>
              <p14:cNvContentPartPr/>
              <p14:nvPr/>
            </p14:nvContentPartPr>
            <p14:xfrm>
              <a:off x="9775694" y="3709186"/>
              <a:ext cx="2486880" cy="1535400"/>
            </p14:xfrm>
          </p:contentPart>
        </mc:Choice>
        <mc:Fallback>
          <p:pic>
            <p:nvPicPr>
              <p:cNvPr id="215" name="Entrada de lápiz 214">
                <a:extLst>
                  <a:ext uri="{FF2B5EF4-FFF2-40B4-BE49-F238E27FC236}">
                    <a16:creationId xmlns:a16="http://schemas.microsoft.com/office/drawing/2014/main" id="{DF311B96-B4A9-42B1-98FB-323845DCFFA9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766694" y="3700546"/>
                <a:ext cx="2504520" cy="155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upo 222">
            <a:extLst>
              <a:ext uri="{FF2B5EF4-FFF2-40B4-BE49-F238E27FC236}">
                <a16:creationId xmlns:a16="http://schemas.microsoft.com/office/drawing/2014/main" id="{3264C7A2-DEF5-4BC1-8C9C-FA3908933B00}"/>
              </a:ext>
            </a:extLst>
          </p:cNvPr>
          <p:cNvGrpSpPr/>
          <p:nvPr/>
        </p:nvGrpSpPr>
        <p:grpSpPr>
          <a:xfrm>
            <a:off x="10124534" y="3647986"/>
            <a:ext cx="1296720" cy="1318680"/>
            <a:chOff x="10124534" y="3647986"/>
            <a:chExt cx="1296720" cy="13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31C23A02-26B8-4805-9ADC-7FB9CE62BEB8}"/>
                    </a:ext>
                  </a:extLst>
                </p14:cNvPr>
                <p14:cNvContentPartPr/>
                <p14:nvPr/>
              </p14:nvContentPartPr>
              <p14:xfrm>
                <a:off x="10358534" y="4049746"/>
                <a:ext cx="238320" cy="24624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31C23A02-26B8-4805-9ADC-7FB9CE62BEB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349894" y="4041106"/>
                  <a:ext cx="2559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D885212C-6313-4B52-BB66-21284DB52B50}"/>
                    </a:ext>
                  </a:extLst>
                </p14:cNvPr>
                <p14:cNvContentPartPr/>
                <p14:nvPr/>
              </p14:nvContentPartPr>
              <p14:xfrm>
                <a:off x="10489574" y="3893506"/>
                <a:ext cx="120600" cy="2520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D885212C-6313-4B52-BB66-21284DB52B5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480934" y="3884506"/>
                  <a:ext cx="138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8F281874-2A69-44B2-84BD-F7A422B4E4D7}"/>
                    </a:ext>
                  </a:extLst>
                </p14:cNvPr>
                <p14:cNvContentPartPr/>
                <p14:nvPr/>
              </p14:nvContentPartPr>
              <p14:xfrm>
                <a:off x="10523054" y="3876586"/>
                <a:ext cx="129600" cy="13932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8F281874-2A69-44B2-84BD-F7A422B4E4D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514054" y="3867586"/>
                  <a:ext cx="1472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C104C3F2-D392-4305-8EDD-135CDEC5C0B1}"/>
                    </a:ext>
                  </a:extLst>
                </p14:cNvPr>
                <p14:cNvContentPartPr/>
                <p14:nvPr/>
              </p14:nvContentPartPr>
              <p14:xfrm>
                <a:off x="10725734" y="3822586"/>
                <a:ext cx="150120" cy="12816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C104C3F2-D392-4305-8EDD-135CDEC5C0B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717094" y="3813946"/>
                  <a:ext cx="1677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FF11FCEE-D485-49B1-BE13-F322CA80C035}"/>
                    </a:ext>
                  </a:extLst>
                </p14:cNvPr>
                <p14:cNvContentPartPr/>
                <p14:nvPr/>
              </p14:nvContentPartPr>
              <p14:xfrm>
                <a:off x="10721054" y="3868666"/>
                <a:ext cx="87480" cy="12816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FF11FCEE-D485-49B1-BE13-F322CA80C03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712414" y="3860026"/>
                  <a:ext cx="1051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A7F3FEAC-DAB9-4AD9-A2A5-BFE68232772D}"/>
                    </a:ext>
                  </a:extLst>
                </p14:cNvPr>
                <p14:cNvContentPartPr/>
                <p14:nvPr/>
              </p14:nvContentPartPr>
              <p14:xfrm>
                <a:off x="10124534" y="3904306"/>
                <a:ext cx="94320" cy="38196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A7F3FEAC-DAB9-4AD9-A2A5-BFE68232772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115534" y="3895666"/>
                  <a:ext cx="11196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4546FCBD-5930-4D78-8FA6-6029DA3CB6AB}"/>
                    </a:ext>
                  </a:extLst>
                </p14:cNvPr>
                <p14:cNvContentPartPr/>
                <p14:nvPr/>
              </p14:nvContentPartPr>
              <p14:xfrm>
                <a:off x="11032814" y="3984226"/>
                <a:ext cx="205920" cy="23112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4546FCBD-5930-4D78-8FA6-6029DA3CB6A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023814" y="3975586"/>
                  <a:ext cx="2235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22F19BA8-7C54-48CC-A3DD-F782239362A3}"/>
                    </a:ext>
                  </a:extLst>
                </p14:cNvPr>
                <p14:cNvContentPartPr/>
                <p14:nvPr/>
              </p14:nvContentPartPr>
              <p14:xfrm>
                <a:off x="11311814" y="4077466"/>
                <a:ext cx="109440" cy="11088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22F19BA8-7C54-48CC-A3DD-F782239362A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302814" y="4068466"/>
                  <a:ext cx="1270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0EC693F3-A9CE-4EC6-98C2-466633EDC283}"/>
                    </a:ext>
                  </a:extLst>
                </p14:cNvPr>
                <p14:cNvContentPartPr/>
                <p14:nvPr/>
              </p14:nvContentPartPr>
              <p14:xfrm>
                <a:off x="11309654" y="4047946"/>
                <a:ext cx="99000" cy="19692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0EC693F3-A9CE-4EC6-98C2-466633EDC28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301014" y="4038946"/>
                  <a:ext cx="116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E529046E-15B7-42ED-8C0D-91005FD74B08}"/>
                    </a:ext>
                  </a:extLst>
                </p14:cNvPr>
                <p14:cNvContentPartPr/>
                <p14:nvPr/>
              </p14:nvContentPartPr>
              <p14:xfrm>
                <a:off x="10475534" y="4521706"/>
                <a:ext cx="207000" cy="19800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E529046E-15B7-42ED-8C0D-91005FD74B0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466894" y="4512706"/>
                  <a:ext cx="2246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4105FF38-63B1-4B11-A594-48AF36D746E3}"/>
                    </a:ext>
                  </a:extLst>
                </p14:cNvPr>
                <p14:cNvContentPartPr/>
                <p14:nvPr/>
              </p14:nvContentPartPr>
              <p14:xfrm>
                <a:off x="10685414" y="4358626"/>
                <a:ext cx="91440" cy="12528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4105FF38-63B1-4B11-A594-48AF36D746E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676414" y="4349626"/>
                  <a:ext cx="1090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836550BF-3455-4BB4-A031-3B29DA5068CA}"/>
                    </a:ext>
                  </a:extLst>
                </p14:cNvPr>
                <p14:cNvContentPartPr/>
                <p14:nvPr/>
              </p14:nvContentPartPr>
              <p14:xfrm>
                <a:off x="10819694" y="4329466"/>
                <a:ext cx="131040" cy="10044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836550BF-3455-4BB4-A031-3B29DA5068C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810694" y="4320826"/>
                  <a:ext cx="1486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5BE286DC-02EB-4BB0-9945-5253B08755B6}"/>
                    </a:ext>
                  </a:extLst>
                </p14:cNvPr>
                <p14:cNvContentPartPr/>
                <p14:nvPr/>
              </p14:nvContentPartPr>
              <p14:xfrm>
                <a:off x="10835174" y="4357546"/>
                <a:ext cx="81720" cy="10116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5BE286DC-02EB-4BB0-9945-5253B08755B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826174" y="4348546"/>
                  <a:ext cx="99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85CAEE00-C383-4000-AE4A-94E2EE5F5C3F}"/>
                    </a:ext>
                  </a:extLst>
                </p14:cNvPr>
                <p14:cNvContentPartPr/>
                <p14:nvPr/>
              </p14:nvContentPartPr>
              <p14:xfrm>
                <a:off x="10424414" y="4740946"/>
                <a:ext cx="364680" cy="6048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85CAEE00-C383-4000-AE4A-94E2EE5F5C3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415414" y="4731946"/>
                  <a:ext cx="3823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D90913C3-7E9A-43A0-B9C0-E05403AF9307}"/>
                    </a:ext>
                  </a:extLst>
                </p14:cNvPr>
                <p14:cNvContentPartPr/>
                <p14:nvPr/>
              </p14:nvContentPartPr>
              <p14:xfrm>
                <a:off x="10511174" y="4843546"/>
                <a:ext cx="171360" cy="12312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D90913C3-7E9A-43A0-B9C0-E05403AF930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502534" y="4834546"/>
                  <a:ext cx="1890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579F3990-55E7-4DE4-96B5-2253A90EDA26}"/>
                    </a:ext>
                  </a:extLst>
                </p14:cNvPr>
                <p14:cNvContentPartPr/>
                <p14:nvPr/>
              </p14:nvContentPartPr>
              <p14:xfrm>
                <a:off x="10592534" y="4611346"/>
                <a:ext cx="360" cy="36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579F3990-55E7-4DE4-96B5-2253A90EDA2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583534" y="46027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F1B3BA95-F48A-47A6-B445-A68EC86446EE}"/>
                    </a:ext>
                  </a:extLst>
                </p14:cNvPr>
                <p14:cNvContentPartPr/>
                <p14:nvPr/>
              </p14:nvContentPartPr>
              <p14:xfrm>
                <a:off x="10705574" y="4379866"/>
                <a:ext cx="16920" cy="36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F1B3BA95-F48A-47A6-B445-A68EC86446EE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696934" y="4371226"/>
                  <a:ext cx="34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24DBAE60-271A-40D1-8396-F43D7293A7D2}"/>
                    </a:ext>
                  </a:extLst>
                </p14:cNvPr>
                <p14:cNvContentPartPr/>
                <p14:nvPr/>
              </p14:nvContentPartPr>
              <p14:xfrm>
                <a:off x="10466894" y="3647986"/>
                <a:ext cx="108720" cy="11880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24DBAE60-271A-40D1-8396-F43D7293A7D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457894" y="3638986"/>
                  <a:ext cx="126360" cy="13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37" name="Entrada de lápiz 236">
                <a:extLst>
                  <a:ext uri="{FF2B5EF4-FFF2-40B4-BE49-F238E27FC236}">
                    <a16:creationId xmlns:a16="http://schemas.microsoft.com/office/drawing/2014/main" id="{7D3AB426-6EF8-4A72-9881-EF87B7ED5AC4}"/>
                  </a:ext>
                </a:extLst>
              </p14:cNvPr>
              <p14:cNvContentPartPr/>
              <p14:nvPr/>
            </p14:nvContentPartPr>
            <p14:xfrm>
              <a:off x="7224374" y="3237586"/>
              <a:ext cx="172440" cy="104400"/>
            </p14:xfrm>
          </p:contentPart>
        </mc:Choice>
        <mc:Fallback>
          <p:pic>
            <p:nvPicPr>
              <p:cNvPr id="237" name="Entrada de lápiz 236">
                <a:extLst>
                  <a:ext uri="{FF2B5EF4-FFF2-40B4-BE49-F238E27FC236}">
                    <a16:creationId xmlns:a16="http://schemas.microsoft.com/office/drawing/2014/main" id="{7D3AB426-6EF8-4A72-9881-EF87B7ED5AC4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7215734" y="3228586"/>
                <a:ext cx="19008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38" name="Entrada de lápiz 237">
                <a:extLst>
                  <a:ext uri="{FF2B5EF4-FFF2-40B4-BE49-F238E27FC236}">
                    <a16:creationId xmlns:a16="http://schemas.microsoft.com/office/drawing/2014/main" id="{BEA914A2-A8B7-4DCE-BADB-67BE068521F4}"/>
                  </a:ext>
                </a:extLst>
              </p14:cNvPr>
              <p14:cNvContentPartPr/>
              <p14:nvPr/>
            </p14:nvContentPartPr>
            <p14:xfrm>
              <a:off x="7286294" y="3179266"/>
              <a:ext cx="124920" cy="154440"/>
            </p14:xfrm>
          </p:contentPart>
        </mc:Choice>
        <mc:Fallback>
          <p:pic>
            <p:nvPicPr>
              <p:cNvPr id="238" name="Entrada de lápiz 237">
                <a:extLst>
                  <a:ext uri="{FF2B5EF4-FFF2-40B4-BE49-F238E27FC236}">
                    <a16:creationId xmlns:a16="http://schemas.microsoft.com/office/drawing/2014/main" id="{BEA914A2-A8B7-4DCE-BADB-67BE068521F4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7277654" y="3170266"/>
                <a:ext cx="14256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39" name="Entrada de lápiz 238">
                <a:extLst>
                  <a:ext uri="{FF2B5EF4-FFF2-40B4-BE49-F238E27FC236}">
                    <a16:creationId xmlns:a16="http://schemas.microsoft.com/office/drawing/2014/main" id="{080D4A5C-579C-479A-8CFA-E5A7DB61320E}"/>
                  </a:ext>
                </a:extLst>
              </p14:cNvPr>
              <p14:cNvContentPartPr/>
              <p14:nvPr/>
            </p14:nvContentPartPr>
            <p14:xfrm>
              <a:off x="7479254" y="3143626"/>
              <a:ext cx="66600" cy="154800"/>
            </p14:xfrm>
          </p:contentPart>
        </mc:Choice>
        <mc:Fallback>
          <p:pic>
            <p:nvPicPr>
              <p:cNvPr id="239" name="Entrada de lápiz 238">
                <a:extLst>
                  <a:ext uri="{FF2B5EF4-FFF2-40B4-BE49-F238E27FC236}">
                    <a16:creationId xmlns:a16="http://schemas.microsoft.com/office/drawing/2014/main" id="{080D4A5C-579C-479A-8CFA-E5A7DB61320E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7470614" y="3134626"/>
                <a:ext cx="8424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40" name="Entrada de lápiz 239">
                <a:extLst>
                  <a:ext uri="{FF2B5EF4-FFF2-40B4-BE49-F238E27FC236}">
                    <a16:creationId xmlns:a16="http://schemas.microsoft.com/office/drawing/2014/main" id="{06DFD243-FE7E-431E-8E3B-AACABAA4335E}"/>
                  </a:ext>
                </a:extLst>
              </p14:cNvPr>
              <p14:cNvContentPartPr/>
              <p14:nvPr/>
            </p14:nvContentPartPr>
            <p14:xfrm>
              <a:off x="7574294" y="3110506"/>
              <a:ext cx="134640" cy="156240"/>
            </p14:xfrm>
          </p:contentPart>
        </mc:Choice>
        <mc:Fallback>
          <p:pic>
            <p:nvPicPr>
              <p:cNvPr id="240" name="Entrada de lápiz 239">
                <a:extLst>
                  <a:ext uri="{FF2B5EF4-FFF2-40B4-BE49-F238E27FC236}">
                    <a16:creationId xmlns:a16="http://schemas.microsoft.com/office/drawing/2014/main" id="{06DFD243-FE7E-431E-8E3B-AACABAA4335E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7565654" y="3101506"/>
                <a:ext cx="15228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41" name="Entrada de lápiz 240">
                <a:extLst>
                  <a:ext uri="{FF2B5EF4-FFF2-40B4-BE49-F238E27FC236}">
                    <a16:creationId xmlns:a16="http://schemas.microsoft.com/office/drawing/2014/main" id="{1B14148B-7CAC-45E8-9210-12DBB6E15811}"/>
                  </a:ext>
                </a:extLst>
              </p14:cNvPr>
              <p14:cNvContentPartPr/>
              <p14:nvPr/>
            </p14:nvContentPartPr>
            <p14:xfrm>
              <a:off x="7750334" y="3165226"/>
              <a:ext cx="80640" cy="8280"/>
            </p14:xfrm>
          </p:contentPart>
        </mc:Choice>
        <mc:Fallback>
          <p:pic>
            <p:nvPicPr>
              <p:cNvPr id="241" name="Entrada de lápiz 240">
                <a:extLst>
                  <a:ext uri="{FF2B5EF4-FFF2-40B4-BE49-F238E27FC236}">
                    <a16:creationId xmlns:a16="http://schemas.microsoft.com/office/drawing/2014/main" id="{1B14148B-7CAC-45E8-9210-12DBB6E15811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7741694" y="3156586"/>
                <a:ext cx="9828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42" name="Entrada de lápiz 241">
                <a:extLst>
                  <a:ext uri="{FF2B5EF4-FFF2-40B4-BE49-F238E27FC236}">
                    <a16:creationId xmlns:a16="http://schemas.microsoft.com/office/drawing/2014/main" id="{58242114-C1D8-4123-9AFF-DFD14F8C15DE}"/>
                  </a:ext>
                </a:extLst>
              </p14:cNvPr>
              <p14:cNvContentPartPr/>
              <p14:nvPr/>
            </p14:nvContentPartPr>
            <p14:xfrm>
              <a:off x="7884614" y="3139666"/>
              <a:ext cx="127800" cy="84600"/>
            </p14:xfrm>
          </p:contentPart>
        </mc:Choice>
        <mc:Fallback>
          <p:pic>
            <p:nvPicPr>
              <p:cNvPr id="242" name="Entrada de lápiz 241">
                <a:extLst>
                  <a:ext uri="{FF2B5EF4-FFF2-40B4-BE49-F238E27FC236}">
                    <a16:creationId xmlns:a16="http://schemas.microsoft.com/office/drawing/2014/main" id="{58242114-C1D8-4123-9AFF-DFD14F8C15DE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7875974" y="3131026"/>
                <a:ext cx="14544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43" name="Entrada de lápiz 242">
                <a:extLst>
                  <a:ext uri="{FF2B5EF4-FFF2-40B4-BE49-F238E27FC236}">
                    <a16:creationId xmlns:a16="http://schemas.microsoft.com/office/drawing/2014/main" id="{8794E462-492E-4CA1-ACBB-D037068EC518}"/>
                  </a:ext>
                </a:extLst>
              </p14:cNvPr>
              <p14:cNvContentPartPr/>
              <p14:nvPr/>
            </p14:nvContentPartPr>
            <p14:xfrm>
              <a:off x="7998734" y="3026986"/>
              <a:ext cx="64080" cy="222840"/>
            </p14:xfrm>
          </p:contentPart>
        </mc:Choice>
        <mc:Fallback>
          <p:pic>
            <p:nvPicPr>
              <p:cNvPr id="243" name="Entrada de lápiz 242">
                <a:extLst>
                  <a:ext uri="{FF2B5EF4-FFF2-40B4-BE49-F238E27FC236}">
                    <a16:creationId xmlns:a16="http://schemas.microsoft.com/office/drawing/2014/main" id="{8794E462-492E-4CA1-ACBB-D037068EC518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7990094" y="3017986"/>
                <a:ext cx="8172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51" name="Entrada de lápiz 250">
                <a:extLst>
                  <a:ext uri="{FF2B5EF4-FFF2-40B4-BE49-F238E27FC236}">
                    <a16:creationId xmlns:a16="http://schemas.microsoft.com/office/drawing/2014/main" id="{5AF60761-95FD-4B23-88D8-F407B2F68E58}"/>
                  </a:ext>
                </a:extLst>
              </p14:cNvPr>
              <p14:cNvContentPartPr/>
              <p14:nvPr/>
            </p14:nvContentPartPr>
            <p14:xfrm>
              <a:off x="8212574" y="3218146"/>
              <a:ext cx="172800" cy="734400"/>
            </p14:xfrm>
          </p:contentPart>
        </mc:Choice>
        <mc:Fallback>
          <p:pic>
            <p:nvPicPr>
              <p:cNvPr id="251" name="Entrada de lápiz 250">
                <a:extLst>
                  <a:ext uri="{FF2B5EF4-FFF2-40B4-BE49-F238E27FC236}">
                    <a16:creationId xmlns:a16="http://schemas.microsoft.com/office/drawing/2014/main" id="{5AF60761-95FD-4B23-88D8-F407B2F68E58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8203574" y="3209506"/>
                <a:ext cx="190440" cy="75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52" name="Entrada de lápiz 251">
                <a:extLst>
                  <a:ext uri="{FF2B5EF4-FFF2-40B4-BE49-F238E27FC236}">
                    <a16:creationId xmlns:a16="http://schemas.microsoft.com/office/drawing/2014/main" id="{11317890-BD64-4A0C-B9B6-CA9C71978141}"/>
                  </a:ext>
                </a:extLst>
              </p14:cNvPr>
              <p14:cNvContentPartPr/>
              <p14:nvPr/>
            </p14:nvContentPartPr>
            <p14:xfrm>
              <a:off x="8510294" y="3171346"/>
              <a:ext cx="151200" cy="879480"/>
            </p14:xfrm>
          </p:contentPart>
        </mc:Choice>
        <mc:Fallback>
          <p:pic>
            <p:nvPicPr>
              <p:cNvPr id="252" name="Entrada de lápiz 251">
                <a:extLst>
                  <a:ext uri="{FF2B5EF4-FFF2-40B4-BE49-F238E27FC236}">
                    <a16:creationId xmlns:a16="http://schemas.microsoft.com/office/drawing/2014/main" id="{11317890-BD64-4A0C-B9B6-CA9C71978141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8501294" y="3162346"/>
                <a:ext cx="168840" cy="89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54" name="Entrada de lápiz 253">
                <a:extLst>
                  <a:ext uri="{FF2B5EF4-FFF2-40B4-BE49-F238E27FC236}">
                    <a16:creationId xmlns:a16="http://schemas.microsoft.com/office/drawing/2014/main" id="{E2B15F90-C0BF-458C-8823-F17E49A51920}"/>
                  </a:ext>
                </a:extLst>
              </p14:cNvPr>
              <p14:cNvContentPartPr/>
              <p14:nvPr/>
            </p14:nvContentPartPr>
            <p14:xfrm>
              <a:off x="8559614" y="4107706"/>
              <a:ext cx="129960" cy="200520"/>
            </p14:xfrm>
          </p:contentPart>
        </mc:Choice>
        <mc:Fallback>
          <p:pic>
            <p:nvPicPr>
              <p:cNvPr id="254" name="Entrada de lápiz 253">
                <a:extLst>
                  <a:ext uri="{FF2B5EF4-FFF2-40B4-BE49-F238E27FC236}">
                    <a16:creationId xmlns:a16="http://schemas.microsoft.com/office/drawing/2014/main" id="{E2B15F90-C0BF-458C-8823-F17E49A51920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8550614" y="4099066"/>
                <a:ext cx="1476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255" name="Entrada de lápiz 254">
                <a:extLst>
                  <a:ext uri="{FF2B5EF4-FFF2-40B4-BE49-F238E27FC236}">
                    <a16:creationId xmlns:a16="http://schemas.microsoft.com/office/drawing/2014/main" id="{80BF2FD3-504D-4051-A3C7-169F799B9B80}"/>
                  </a:ext>
                </a:extLst>
              </p14:cNvPr>
              <p14:cNvContentPartPr/>
              <p14:nvPr/>
            </p14:nvContentPartPr>
            <p14:xfrm>
              <a:off x="8528654" y="4164226"/>
              <a:ext cx="122040" cy="180360"/>
            </p14:xfrm>
          </p:contentPart>
        </mc:Choice>
        <mc:Fallback>
          <p:pic>
            <p:nvPicPr>
              <p:cNvPr id="255" name="Entrada de lápiz 254">
                <a:extLst>
                  <a:ext uri="{FF2B5EF4-FFF2-40B4-BE49-F238E27FC236}">
                    <a16:creationId xmlns:a16="http://schemas.microsoft.com/office/drawing/2014/main" id="{80BF2FD3-504D-4051-A3C7-169F799B9B80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8519654" y="4155586"/>
                <a:ext cx="13968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257" name="Entrada de lápiz 256">
                <a:extLst>
                  <a:ext uri="{FF2B5EF4-FFF2-40B4-BE49-F238E27FC236}">
                    <a16:creationId xmlns:a16="http://schemas.microsoft.com/office/drawing/2014/main" id="{A185C7A2-31D1-4CE4-AC28-245CA1858408}"/>
                  </a:ext>
                </a:extLst>
              </p14:cNvPr>
              <p14:cNvContentPartPr/>
              <p14:nvPr/>
            </p14:nvContentPartPr>
            <p14:xfrm>
              <a:off x="8840774" y="4240906"/>
              <a:ext cx="79560" cy="3600"/>
            </p14:xfrm>
          </p:contentPart>
        </mc:Choice>
        <mc:Fallback>
          <p:pic>
            <p:nvPicPr>
              <p:cNvPr id="257" name="Entrada de lápiz 256">
                <a:extLst>
                  <a:ext uri="{FF2B5EF4-FFF2-40B4-BE49-F238E27FC236}">
                    <a16:creationId xmlns:a16="http://schemas.microsoft.com/office/drawing/2014/main" id="{A185C7A2-31D1-4CE4-AC28-245CA1858408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8832134" y="4232266"/>
                <a:ext cx="972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58" name="Entrada de lápiz 257">
                <a:extLst>
                  <a:ext uri="{FF2B5EF4-FFF2-40B4-BE49-F238E27FC236}">
                    <a16:creationId xmlns:a16="http://schemas.microsoft.com/office/drawing/2014/main" id="{607A494E-D55D-4829-AD23-F940BA2E4EA6}"/>
                  </a:ext>
                </a:extLst>
              </p14:cNvPr>
              <p14:cNvContentPartPr/>
              <p14:nvPr/>
            </p14:nvContentPartPr>
            <p14:xfrm>
              <a:off x="8835014" y="4308586"/>
              <a:ext cx="106560" cy="19440"/>
            </p14:xfrm>
          </p:contentPart>
        </mc:Choice>
        <mc:Fallback>
          <p:pic>
            <p:nvPicPr>
              <p:cNvPr id="258" name="Entrada de lápiz 257">
                <a:extLst>
                  <a:ext uri="{FF2B5EF4-FFF2-40B4-BE49-F238E27FC236}">
                    <a16:creationId xmlns:a16="http://schemas.microsoft.com/office/drawing/2014/main" id="{607A494E-D55D-4829-AD23-F940BA2E4EA6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8826014" y="4299946"/>
                <a:ext cx="1242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59" name="Entrada de lápiz 258">
                <a:extLst>
                  <a:ext uri="{FF2B5EF4-FFF2-40B4-BE49-F238E27FC236}">
                    <a16:creationId xmlns:a16="http://schemas.microsoft.com/office/drawing/2014/main" id="{70B97DD5-D101-411B-9993-CD3978192E97}"/>
                  </a:ext>
                </a:extLst>
              </p14:cNvPr>
              <p14:cNvContentPartPr/>
              <p14:nvPr/>
            </p14:nvContentPartPr>
            <p14:xfrm>
              <a:off x="8987654" y="4236226"/>
              <a:ext cx="89640" cy="82440"/>
            </p14:xfrm>
          </p:contentPart>
        </mc:Choice>
        <mc:Fallback>
          <p:pic>
            <p:nvPicPr>
              <p:cNvPr id="259" name="Entrada de lápiz 258">
                <a:extLst>
                  <a:ext uri="{FF2B5EF4-FFF2-40B4-BE49-F238E27FC236}">
                    <a16:creationId xmlns:a16="http://schemas.microsoft.com/office/drawing/2014/main" id="{70B97DD5-D101-411B-9993-CD3978192E97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8978654" y="4227586"/>
                <a:ext cx="107280" cy="10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8" name="Grupo 267">
            <a:extLst>
              <a:ext uri="{FF2B5EF4-FFF2-40B4-BE49-F238E27FC236}">
                <a16:creationId xmlns:a16="http://schemas.microsoft.com/office/drawing/2014/main" id="{699C50F3-7018-452A-BD46-773D14F049C4}"/>
              </a:ext>
            </a:extLst>
          </p:cNvPr>
          <p:cNvGrpSpPr/>
          <p:nvPr/>
        </p:nvGrpSpPr>
        <p:grpSpPr>
          <a:xfrm>
            <a:off x="8507414" y="2920066"/>
            <a:ext cx="399600" cy="135000"/>
            <a:chOff x="8507414" y="2920066"/>
            <a:chExt cx="399600" cy="13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88C691B5-2D4C-4B42-9DC6-9FC3DA54C05B}"/>
                    </a:ext>
                  </a:extLst>
                </p14:cNvPr>
                <p14:cNvContentPartPr/>
                <p14:nvPr/>
              </p14:nvContentPartPr>
              <p14:xfrm>
                <a:off x="8507414" y="2920066"/>
                <a:ext cx="118440" cy="13356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88C691B5-2D4C-4B42-9DC6-9FC3DA54C05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498414" y="2911066"/>
                  <a:ext cx="1360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7CEB3BB9-98DA-4545-9F26-108BCC8658C3}"/>
                    </a:ext>
                  </a:extLst>
                </p14:cNvPr>
                <p14:cNvContentPartPr/>
                <p14:nvPr/>
              </p14:nvContentPartPr>
              <p14:xfrm>
                <a:off x="8527574" y="2945986"/>
                <a:ext cx="83520" cy="10908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7CEB3BB9-98DA-4545-9F26-108BCC8658C3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518934" y="2937346"/>
                  <a:ext cx="101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8224E6D0-84B2-4BBC-9E97-F63B94B4F41A}"/>
                    </a:ext>
                  </a:extLst>
                </p14:cNvPr>
                <p14:cNvContentPartPr/>
                <p14:nvPr/>
              </p14:nvContentPartPr>
              <p14:xfrm>
                <a:off x="8661854" y="2966146"/>
                <a:ext cx="77760" cy="1656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8224E6D0-84B2-4BBC-9E97-F63B94B4F41A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653214" y="2957506"/>
                  <a:ext cx="95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A56AF9EC-A9C6-4F1A-8BCD-6E7878FAC917}"/>
                    </a:ext>
                  </a:extLst>
                </p14:cNvPr>
                <p14:cNvContentPartPr/>
                <p14:nvPr/>
              </p14:nvContentPartPr>
              <p14:xfrm>
                <a:off x="8667614" y="3044266"/>
                <a:ext cx="79560" cy="216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A56AF9EC-A9C6-4F1A-8BCD-6E7878FAC91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658974" y="3035626"/>
                  <a:ext cx="972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E317CA5D-BDCD-4D26-B0F5-1E65BCA65EED}"/>
                    </a:ext>
                  </a:extLst>
                </p14:cNvPr>
                <p14:cNvContentPartPr/>
                <p14:nvPr/>
              </p14:nvContentPartPr>
              <p14:xfrm>
                <a:off x="8785694" y="2949586"/>
                <a:ext cx="121320" cy="9720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E317CA5D-BDCD-4D26-B0F5-1E65BCA65EE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76694" y="2940586"/>
                  <a:ext cx="13896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upo 269">
            <a:extLst>
              <a:ext uri="{FF2B5EF4-FFF2-40B4-BE49-F238E27FC236}">
                <a16:creationId xmlns:a16="http://schemas.microsoft.com/office/drawing/2014/main" id="{E1A333BC-BAF7-495A-9558-1CBDF1D6682D}"/>
              </a:ext>
            </a:extLst>
          </p:cNvPr>
          <p:cNvGrpSpPr/>
          <p:nvPr/>
        </p:nvGrpSpPr>
        <p:grpSpPr>
          <a:xfrm>
            <a:off x="5317094" y="3456826"/>
            <a:ext cx="2643840" cy="766440"/>
            <a:chOff x="5317094" y="3456826"/>
            <a:chExt cx="2643840" cy="76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A99512DF-E1EF-4ACA-AAA2-66C35E06403D}"/>
                    </a:ext>
                  </a:extLst>
                </p14:cNvPr>
                <p14:cNvContentPartPr/>
                <p14:nvPr/>
              </p14:nvContentPartPr>
              <p14:xfrm>
                <a:off x="5317094" y="3893146"/>
                <a:ext cx="151200" cy="396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A99512DF-E1EF-4ACA-AAA2-66C35E06403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308454" y="3884146"/>
                  <a:ext cx="1688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3972C611-479D-45A4-908D-C67AFAB4192C}"/>
                    </a:ext>
                  </a:extLst>
                </p14:cNvPr>
                <p14:cNvContentPartPr/>
                <p14:nvPr/>
              </p14:nvContentPartPr>
              <p14:xfrm>
                <a:off x="5330774" y="3990346"/>
                <a:ext cx="122040" cy="1584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3972C611-479D-45A4-908D-C67AFAB4192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321774" y="3981706"/>
                  <a:ext cx="139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E4535196-42BD-4089-A17D-945903D87E25}"/>
                    </a:ext>
                  </a:extLst>
                </p14:cNvPr>
                <p14:cNvContentPartPr/>
                <p14:nvPr/>
              </p14:nvContentPartPr>
              <p14:xfrm>
                <a:off x="5565494" y="3650506"/>
                <a:ext cx="170640" cy="22644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E4535196-42BD-4089-A17D-945903D87E2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556854" y="3641506"/>
                  <a:ext cx="1882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95B783EF-EFFB-4524-AD64-F646C24745C3}"/>
                    </a:ext>
                  </a:extLst>
                </p14:cNvPr>
                <p14:cNvContentPartPr/>
                <p14:nvPr/>
              </p14:nvContentPartPr>
              <p14:xfrm>
                <a:off x="5741534" y="3750586"/>
                <a:ext cx="29520" cy="12744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95B783EF-EFFB-4524-AD64-F646C24745C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732894" y="3741586"/>
                  <a:ext cx="47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1E6B20A4-3E04-43EE-B99E-2FC6C0B1AF4B}"/>
                    </a:ext>
                  </a:extLst>
                </p14:cNvPr>
                <p14:cNvContentPartPr/>
                <p14:nvPr/>
              </p14:nvContentPartPr>
              <p14:xfrm>
                <a:off x="5823614" y="3740146"/>
                <a:ext cx="182160" cy="15156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1E6B20A4-3E04-43EE-B99E-2FC6C0B1AF4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814974" y="3731146"/>
                  <a:ext cx="199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3E132A4A-0D88-4BF5-8196-2693F4AD1EF1}"/>
                    </a:ext>
                  </a:extLst>
                </p14:cNvPr>
                <p14:cNvContentPartPr/>
                <p14:nvPr/>
              </p14:nvContentPartPr>
              <p14:xfrm>
                <a:off x="5667734" y="4112386"/>
                <a:ext cx="130320" cy="11088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3E132A4A-0D88-4BF5-8196-2693F4AD1EF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659094" y="4103386"/>
                  <a:ext cx="147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DEC7468B-8DC9-41E5-B002-B0DC54A29848}"/>
                    </a:ext>
                  </a:extLst>
                </p14:cNvPr>
                <p14:cNvContentPartPr/>
                <p14:nvPr/>
              </p14:nvContentPartPr>
              <p14:xfrm>
                <a:off x="5816054" y="4123546"/>
                <a:ext cx="142560" cy="1764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DEC7468B-8DC9-41E5-B002-B0DC54A2984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807054" y="4114546"/>
                  <a:ext cx="160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27659007-E724-4972-BA95-1E2BC31D956A}"/>
                    </a:ext>
                  </a:extLst>
                </p14:cNvPr>
                <p14:cNvContentPartPr/>
                <p14:nvPr/>
              </p14:nvContentPartPr>
              <p14:xfrm>
                <a:off x="5876894" y="4061626"/>
                <a:ext cx="100800" cy="12564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27659007-E724-4972-BA95-1E2BC31D956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867894" y="4052986"/>
                  <a:ext cx="118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468CCC30-9BF6-48CC-BBD5-26840EB56F92}"/>
                    </a:ext>
                  </a:extLst>
                </p14:cNvPr>
                <p14:cNvContentPartPr/>
                <p14:nvPr/>
              </p14:nvContentPartPr>
              <p14:xfrm>
                <a:off x="6046094" y="4054066"/>
                <a:ext cx="189360" cy="11124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468CCC30-9BF6-48CC-BBD5-26840EB56F92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037454" y="4045066"/>
                  <a:ext cx="2070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1470A599-24FE-470A-A397-1A2918036C08}"/>
                    </a:ext>
                  </a:extLst>
                </p14:cNvPr>
                <p14:cNvContentPartPr/>
                <p14:nvPr/>
              </p14:nvContentPartPr>
              <p14:xfrm>
                <a:off x="6387374" y="3646186"/>
                <a:ext cx="161640" cy="16560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1470A599-24FE-470A-A397-1A2918036C0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378734" y="3637186"/>
                  <a:ext cx="1792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018A5DF3-CC46-4E3B-848A-F6BD9D2E6FE4}"/>
                    </a:ext>
                  </a:extLst>
                </p14:cNvPr>
                <p14:cNvContentPartPr/>
                <p14:nvPr/>
              </p14:nvContentPartPr>
              <p14:xfrm>
                <a:off x="6757454" y="3456826"/>
                <a:ext cx="83160" cy="2880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018A5DF3-CC46-4E3B-848A-F6BD9D2E6FE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748814" y="3447826"/>
                  <a:ext cx="100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1BEC8C8A-CA7B-4384-A42F-98589AB8465A}"/>
                    </a:ext>
                  </a:extLst>
                </p14:cNvPr>
                <p14:cNvContentPartPr/>
                <p14:nvPr/>
              </p14:nvContentPartPr>
              <p14:xfrm>
                <a:off x="6699494" y="3485266"/>
                <a:ext cx="99000" cy="64476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1BEC8C8A-CA7B-4384-A42F-98589AB8465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690494" y="3476266"/>
                  <a:ext cx="116640" cy="6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17ED8350-9268-4614-B099-231337467941}"/>
                    </a:ext>
                  </a:extLst>
                </p14:cNvPr>
                <p14:cNvContentPartPr/>
                <p14:nvPr/>
              </p14:nvContentPartPr>
              <p14:xfrm>
                <a:off x="7095494" y="3471586"/>
                <a:ext cx="191160" cy="18684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17ED8350-9268-4614-B099-23133746794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086494" y="3462946"/>
                  <a:ext cx="208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B468A26D-25B0-42C9-A37A-9CBAFB26C451}"/>
                    </a:ext>
                  </a:extLst>
                </p14:cNvPr>
                <p14:cNvContentPartPr/>
                <p14:nvPr/>
              </p14:nvContentPartPr>
              <p14:xfrm>
                <a:off x="6940334" y="3681826"/>
                <a:ext cx="1020600" cy="12096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B468A26D-25B0-42C9-A37A-9CBAFB26C45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931334" y="3673186"/>
                  <a:ext cx="10382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8D5EB10A-B431-401F-B27C-9C9F3FCD46D5}"/>
                    </a:ext>
                  </a:extLst>
                </p14:cNvPr>
                <p14:cNvContentPartPr/>
                <p14:nvPr/>
              </p14:nvContentPartPr>
              <p14:xfrm>
                <a:off x="7087934" y="3895666"/>
                <a:ext cx="77040" cy="18972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8D5EB10A-B431-401F-B27C-9C9F3FCD46D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078934" y="3887026"/>
                  <a:ext cx="946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79923F49-A6E2-4025-A0E5-96E837C56E76}"/>
                    </a:ext>
                  </a:extLst>
                </p14:cNvPr>
                <p14:cNvContentPartPr/>
                <p14:nvPr/>
              </p14:nvContentPartPr>
              <p14:xfrm>
                <a:off x="7063094" y="3963346"/>
                <a:ext cx="177120" cy="5508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79923F49-A6E2-4025-A0E5-96E837C56E7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054094" y="3954706"/>
                  <a:ext cx="1947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FCD4DA8D-B051-4A47-957B-966DF1BD76D9}"/>
                    </a:ext>
                  </a:extLst>
                </p14:cNvPr>
                <p14:cNvContentPartPr/>
                <p14:nvPr/>
              </p14:nvContentPartPr>
              <p14:xfrm>
                <a:off x="7329854" y="3933106"/>
                <a:ext cx="138600" cy="2628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FCD4DA8D-B051-4A47-957B-966DF1BD76D9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320854" y="3924106"/>
                  <a:ext cx="156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328E90EA-3118-49E5-A5DD-D4356BD0E8FA}"/>
                    </a:ext>
                  </a:extLst>
                </p14:cNvPr>
                <p14:cNvContentPartPr/>
                <p14:nvPr/>
              </p14:nvContentPartPr>
              <p14:xfrm>
                <a:off x="7519214" y="3862546"/>
                <a:ext cx="153000" cy="13716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328E90EA-3118-49E5-A5DD-D4356BD0E8F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510574" y="3853546"/>
                  <a:ext cx="170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DF16D394-7397-48EE-A44C-C8E8418AD128}"/>
                    </a:ext>
                  </a:extLst>
                </p14:cNvPr>
                <p14:cNvContentPartPr/>
                <p14:nvPr/>
              </p14:nvContentPartPr>
              <p14:xfrm>
                <a:off x="7309694" y="3911506"/>
                <a:ext cx="360" cy="36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DF16D394-7397-48EE-A44C-C8E8418AD12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300694" y="39025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6714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DF846949-C8D5-41FE-B845-3024DD9D7E26}"/>
                  </a:ext>
                </a:extLst>
              </p14:cNvPr>
              <p14:cNvContentPartPr/>
              <p14:nvPr/>
            </p14:nvContentPartPr>
            <p14:xfrm>
              <a:off x="3469934" y="531826"/>
              <a:ext cx="266040" cy="3924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DF846949-C8D5-41FE-B845-3024DD9D7E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60934" y="522826"/>
                <a:ext cx="28368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upo 64">
            <a:extLst>
              <a:ext uri="{FF2B5EF4-FFF2-40B4-BE49-F238E27FC236}">
                <a16:creationId xmlns:a16="http://schemas.microsoft.com/office/drawing/2014/main" id="{9D32601F-CAC5-4755-B618-449B610AD049}"/>
              </a:ext>
            </a:extLst>
          </p:cNvPr>
          <p:cNvGrpSpPr/>
          <p:nvPr/>
        </p:nvGrpSpPr>
        <p:grpSpPr>
          <a:xfrm>
            <a:off x="8568254" y="11266"/>
            <a:ext cx="1227240" cy="501840"/>
            <a:chOff x="8568254" y="11266"/>
            <a:chExt cx="1227240" cy="50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A1442394-D412-47D8-ACAC-BF6C836769C5}"/>
                    </a:ext>
                  </a:extLst>
                </p14:cNvPr>
                <p14:cNvContentPartPr/>
                <p14:nvPr/>
              </p14:nvContentPartPr>
              <p14:xfrm>
                <a:off x="8568254" y="229426"/>
                <a:ext cx="292320" cy="28368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A1442394-D412-47D8-ACAC-BF6C836769C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59254" y="220786"/>
                  <a:ext cx="309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20F2998B-FCE3-46F2-9D04-FD752531FFB7}"/>
                    </a:ext>
                  </a:extLst>
                </p14:cNvPr>
                <p14:cNvContentPartPr/>
                <p14:nvPr/>
              </p14:nvContentPartPr>
              <p14:xfrm>
                <a:off x="8878574" y="63466"/>
                <a:ext cx="159840" cy="9000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20F2998B-FCE3-46F2-9D04-FD752531FF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69574" y="54466"/>
                  <a:ext cx="177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7CED7768-FC7E-4D6D-AD20-3EDA5DA10ECB}"/>
                    </a:ext>
                  </a:extLst>
                </p14:cNvPr>
                <p14:cNvContentPartPr/>
                <p14:nvPr/>
              </p14:nvContentPartPr>
              <p14:xfrm>
                <a:off x="9186014" y="32146"/>
                <a:ext cx="60120" cy="15084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7CED7768-FC7E-4D6D-AD20-3EDA5DA10EC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77014" y="23146"/>
                  <a:ext cx="777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D76B7804-EE95-4D71-97C5-803898B7AAE0}"/>
                    </a:ext>
                  </a:extLst>
                </p14:cNvPr>
                <p14:cNvContentPartPr/>
                <p14:nvPr/>
              </p14:nvContentPartPr>
              <p14:xfrm>
                <a:off x="9331814" y="34666"/>
                <a:ext cx="78840" cy="14148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D76B7804-EE95-4D71-97C5-803898B7AAE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23174" y="26026"/>
                  <a:ext cx="964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9B782963-C31F-4B4D-967D-9A7CC3F76774}"/>
                    </a:ext>
                  </a:extLst>
                </p14:cNvPr>
                <p14:cNvContentPartPr/>
                <p14:nvPr/>
              </p14:nvContentPartPr>
              <p14:xfrm>
                <a:off x="9318494" y="99106"/>
                <a:ext cx="236160" cy="2988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9B782963-C31F-4B4D-967D-9A7CC3F7677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09494" y="90106"/>
                  <a:ext cx="2538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37F8E75E-D6B0-4BC7-A562-86894A57C746}"/>
                    </a:ext>
                  </a:extLst>
                </p14:cNvPr>
                <p14:cNvContentPartPr/>
                <p14:nvPr/>
              </p14:nvContentPartPr>
              <p14:xfrm>
                <a:off x="9582374" y="88306"/>
                <a:ext cx="101880" cy="9000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37F8E75E-D6B0-4BC7-A562-86894A57C74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573374" y="79666"/>
                  <a:ext cx="1195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BA47059F-2386-40B0-8E95-D16F2FB750BD}"/>
                    </a:ext>
                  </a:extLst>
                </p14:cNvPr>
                <p14:cNvContentPartPr/>
                <p14:nvPr/>
              </p14:nvContentPartPr>
              <p14:xfrm>
                <a:off x="9757334" y="11266"/>
                <a:ext cx="38160" cy="17784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BA47059F-2386-40B0-8E95-D16F2FB750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48334" y="2626"/>
                  <a:ext cx="55800" cy="19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91CC3EAE-5999-485C-A4FC-A720A924F586}"/>
                  </a:ext>
                </a:extLst>
              </p14:cNvPr>
              <p14:cNvContentPartPr/>
              <p14:nvPr/>
            </p14:nvContentPartPr>
            <p14:xfrm>
              <a:off x="495614" y="268518"/>
              <a:ext cx="194040" cy="3182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91CC3EAE-5999-485C-A4FC-A720A924F58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6614" y="259518"/>
                <a:ext cx="2116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55A49645-E30C-4B13-8A24-4836E66CC55A}"/>
                  </a:ext>
                </a:extLst>
              </p14:cNvPr>
              <p14:cNvContentPartPr/>
              <p14:nvPr/>
            </p14:nvContentPartPr>
            <p14:xfrm>
              <a:off x="769214" y="454638"/>
              <a:ext cx="228600" cy="16632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55A49645-E30C-4B13-8A24-4836E66CC55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60574" y="445638"/>
                <a:ext cx="24624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7F3862EE-64F0-4CB3-ABA8-AD871D257EBE}"/>
                  </a:ext>
                </a:extLst>
              </p14:cNvPr>
              <p14:cNvContentPartPr/>
              <p14:nvPr/>
            </p14:nvContentPartPr>
            <p14:xfrm>
              <a:off x="530174" y="827598"/>
              <a:ext cx="180360" cy="1231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7F3862EE-64F0-4CB3-ABA8-AD871D257EB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21534" y="818958"/>
                <a:ext cx="19800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1A089827-85A5-43F8-808B-8283847B8360}"/>
                  </a:ext>
                </a:extLst>
              </p14:cNvPr>
              <p14:cNvContentPartPr/>
              <p14:nvPr/>
            </p14:nvContentPartPr>
            <p14:xfrm>
              <a:off x="704414" y="888438"/>
              <a:ext cx="164880" cy="90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1A089827-85A5-43F8-808B-8283847B836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5774" y="879798"/>
                <a:ext cx="1825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6AEEE3E7-2584-4D1F-8F88-B3FAC342319E}"/>
                  </a:ext>
                </a:extLst>
              </p14:cNvPr>
              <p14:cNvContentPartPr/>
              <p14:nvPr/>
            </p14:nvContentPartPr>
            <p14:xfrm>
              <a:off x="783614" y="830838"/>
              <a:ext cx="98640" cy="1213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6AEEE3E7-2584-4D1F-8F88-B3FAC342319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74974" y="821838"/>
                <a:ext cx="11628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541721ED-E35E-4F49-89EC-8F0C425235BF}"/>
                  </a:ext>
                </a:extLst>
              </p14:cNvPr>
              <p14:cNvContentPartPr/>
              <p14:nvPr/>
            </p14:nvContentPartPr>
            <p14:xfrm>
              <a:off x="992414" y="807798"/>
              <a:ext cx="179280" cy="11880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541721ED-E35E-4F49-89EC-8F0C425235B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83414" y="798798"/>
                <a:ext cx="1969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A51FBE3B-EA26-4B54-A9A2-F97014935B04}"/>
                  </a:ext>
                </a:extLst>
              </p14:cNvPr>
              <p14:cNvContentPartPr/>
              <p14:nvPr/>
            </p14:nvContentPartPr>
            <p14:xfrm>
              <a:off x="1513694" y="436278"/>
              <a:ext cx="126000" cy="19656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A51FBE3B-EA26-4B54-A9A2-F97014935B0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04694" y="427638"/>
                <a:ext cx="14364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119EE710-C1E7-4F41-8ACF-3843C10BABA1}"/>
                  </a:ext>
                </a:extLst>
              </p14:cNvPr>
              <p14:cNvContentPartPr/>
              <p14:nvPr/>
            </p14:nvContentPartPr>
            <p14:xfrm>
              <a:off x="1938854" y="242598"/>
              <a:ext cx="225720" cy="4464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119EE710-C1E7-4F41-8ACF-3843C10BABA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0214" y="233598"/>
                <a:ext cx="24336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DA16ABAD-CA3F-4DF1-99EC-9379E6AFD252}"/>
                  </a:ext>
                </a:extLst>
              </p14:cNvPr>
              <p14:cNvContentPartPr/>
              <p14:nvPr/>
            </p14:nvContentPartPr>
            <p14:xfrm>
              <a:off x="1915454" y="291918"/>
              <a:ext cx="224280" cy="78984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DA16ABAD-CA3F-4DF1-99EC-9379E6AFD25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06454" y="283278"/>
                <a:ext cx="241920" cy="80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A4B2D84E-35E4-45A1-B186-525CC314B624}"/>
                  </a:ext>
                </a:extLst>
              </p14:cNvPr>
              <p14:cNvContentPartPr/>
              <p14:nvPr/>
            </p14:nvContentPartPr>
            <p14:xfrm>
              <a:off x="2350334" y="482358"/>
              <a:ext cx="253440" cy="30492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A4B2D84E-35E4-45A1-B186-525CC314B62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341694" y="473358"/>
                <a:ext cx="27108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E24C09AF-BB38-4910-B9A2-77C0FC68EFCD}"/>
                  </a:ext>
                </a:extLst>
              </p14:cNvPr>
              <p14:cNvContentPartPr/>
              <p14:nvPr/>
            </p14:nvContentPartPr>
            <p14:xfrm>
              <a:off x="2536094" y="202278"/>
              <a:ext cx="150480" cy="14472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E24C09AF-BB38-4910-B9A2-77C0FC68EFC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527454" y="193638"/>
                <a:ext cx="1681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C893031E-BF80-458F-B46D-A94054CDC8D6}"/>
                  </a:ext>
                </a:extLst>
              </p14:cNvPr>
              <p14:cNvContentPartPr/>
              <p14:nvPr/>
            </p14:nvContentPartPr>
            <p14:xfrm>
              <a:off x="2790974" y="135318"/>
              <a:ext cx="75600" cy="22824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C893031E-BF80-458F-B46D-A94054CDC8D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781974" y="126678"/>
                <a:ext cx="932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8D29DCA9-B171-4B8B-89B5-325DEA9B0DA9}"/>
                  </a:ext>
                </a:extLst>
              </p14:cNvPr>
              <p14:cNvContentPartPr/>
              <p14:nvPr/>
            </p14:nvContentPartPr>
            <p14:xfrm>
              <a:off x="2905454" y="145758"/>
              <a:ext cx="99000" cy="17136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8D29DCA9-B171-4B8B-89B5-325DEA9B0DA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896814" y="137118"/>
                <a:ext cx="11664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CA07AC14-6E5D-4554-A265-2621956B11FE}"/>
                  </a:ext>
                </a:extLst>
              </p14:cNvPr>
              <p14:cNvContentPartPr/>
              <p14:nvPr/>
            </p14:nvContentPartPr>
            <p14:xfrm>
              <a:off x="2893934" y="241518"/>
              <a:ext cx="103680" cy="1872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CA07AC14-6E5D-4554-A265-2621956B11F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85294" y="232878"/>
                <a:ext cx="1213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F611E113-A944-4328-8957-1D99D1872739}"/>
                  </a:ext>
                </a:extLst>
              </p14:cNvPr>
              <p14:cNvContentPartPr/>
              <p14:nvPr/>
            </p14:nvContentPartPr>
            <p14:xfrm>
              <a:off x="3096254" y="213798"/>
              <a:ext cx="76680" cy="36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F611E113-A944-4328-8957-1D99D187273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087254" y="204798"/>
                <a:ext cx="943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A4C681C0-3B97-45CF-B8A0-B8B5BAA7B5A8}"/>
                  </a:ext>
                </a:extLst>
              </p14:cNvPr>
              <p14:cNvContentPartPr/>
              <p14:nvPr/>
            </p14:nvContentPartPr>
            <p14:xfrm>
              <a:off x="3261494" y="167718"/>
              <a:ext cx="104760" cy="11448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A4C681C0-3B97-45CF-B8A0-B8B5BAA7B5A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252494" y="158718"/>
                <a:ext cx="1224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5F022DF8-FA32-4F0B-A0E8-8C366D4A9F4E}"/>
                  </a:ext>
                </a:extLst>
              </p14:cNvPr>
              <p14:cNvContentPartPr/>
              <p14:nvPr/>
            </p14:nvContentPartPr>
            <p14:xfrm>
              <a:off x="3388934" y="85998"/>
              <a:ext cx="67320" cy="23616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5F022DF8-FA32-4F0B-A0E8-8C366D4A9F4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80294" y="76998"/>
                <a:ext cx="8496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C5DC6615-0B89-40EE-A814-4D1F28189EE6}"/>
                  </a:ext>
                </a:extLst>
              </p14:cNvPr>
              <p14:cNvContentPartPr/>
              <p14:nvPr/>
            </p14:nvContentPartPr>
            <p14:xfrm>
              <a:off x="1359974" y="761358"/>
              <a:ext cx="470880" cy="4680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C5DC6615-0B89-40EE-A814-4D1F28189EE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350974" y="752358"/>
                <a:ext cx="48852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9848E1F5-9D3B-4B5E-B643-7102A3326C6A}"/>
                  </a:ext>
                </a:extLst>
              </p14:cNvPr>
              <p14:cNvContentPartPr/>
              <p14:nvPr/>
            </p14:nvContentPartPr>
            <p14:xfrm>
              <a:off x="1413254" y="871878"/>
              <a:ext cx="73800" cy="22752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9848E1F5-9D3B-4B5E-B643-7102A3326C6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404254" y="863238"/>
                <a:ext cx="9144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96BA5763-4A16-4141-8711-37246AC9A12C}"/>
                  </a:ext>
                </a:extLst>
              </p14:cNvPr>
              <p14:cNvContentPartPr/>
              <p14:nvPr/>
            </p14:nvContentPartPr>
            <p14:xfrm>
              <a:off x="1398494" y="985998"/>
              <a:ext cx="66960" cy="36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96BA5763-4A16-4141-8711-37246AC9A12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389854" y="976998"/>
                <a:ext cx="846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00A5587F-8D8E-4794-B783-C35B54C1C262}"/>
                  </a:ext>
                </a:extLst>
              </p14:cNvPr>
              <p14:cNvContentPartPr/>
              <p14:nvPr/>
            </p14:nvContentPartPr>
            <p14:xfrm>
              <a:off x="1546454" y="964038"/>
              <a:ext cx="69840" cy="288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00A5587F-8D8E-4794-B783-C35B54C1C26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537814" y="955398"/>
                <a:ext cx="874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AF1CA846-CFC6-4594-919E-79F442F466A0}"/>
                  </a:ext>
                </a:extLst>
              </p14:cNvPr>
              <p14:cNvContentPartPr/>
              <p14:nvPr/>
            </p14:nvContentPartPr>
            <p14:xfrm>
              <a:off x="1647974" y="909318"/>
              <a:ext cx="128880" cy="13536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AF1CA846-CFC6-4594-919E-79F442F466A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639334" y="900678"/>
                <a:ext cx="14652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3207BAD2-AFC0-40F6-93E3-3FD136A09BCF}"/>
                  </a:ext>
                </a:extLst>
              </p14:cNvPr>
              <p14:cNvContentPartPr/>
              <p14:nvPr/>
            </p14:nvContentPartPr>
            <p14:xfrm>
              <a:off x="4135214" y="458598"/>
              <a:ext cx="236160" cy="21780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3207BAD2-AFC0-40F6-93E3-3FD136A09BC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126574" y="449598"/>
                <a:ext cx="25380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D79A32FD-083B-4695-82BB-A51EAD232574}"/>
                  </a:ext>
                </a:extLst>
              </p14:cNvPr>
              <p14:cNvContentPartPr/>
              <p14:nvPr/>
            </p14:nvContentPartPr>
            <p14:xfrm>
              <a:off x="4382534" y="273918"/>
              <a:ext cx="108720" cy="9252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D79A32FD-083B-4695-82BB-A51EAD23257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373534" y="264918"/>
                <a:ext cx="1263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8BF951C2-20F0-42F2-877D-6897F7FAC118}"/>
                  </a:ext>
                </a:extLst>
              </p14:cNvPr>
              <p14:cNvContentPartPr/>
              <p14:nvPr/>
            </p14:nvContentPartPr>
            <p14:xfrm>
              <a:off x="4687454" y="224238"/>
              <a:ext cx="143640" cy="59652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8BF951C2-20F0-42F2-877D-6897F7FAC11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678454" y="215238"/>
                <a:ext cx="161280" cy="6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809DED32-593D-4CA0-A2FE-B87DC48586AA}"/>
                  </a:ext>
                </a:extLst>
              </p14:cNvPr>
              <p14:cNvContentPartPr/>
              <p14:nvPr/>
            </p14:nvContentPartPr>
            <p14:xfrm>
              <a:off x="5171654" y="459678"/>
              <a:ext cx="141480" cy="3960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809DED32-593D-4CA0-A2FE-B87DC48586A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62654" y="451038"/>
                <a:ext cx="15912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BC555BB5-AFCF-4318-9278-707A5F9979AF}"/>
                  </a:ext>
                </a:extLst>
              </p14:cNvPr>
              <p14:cNvContentPartPr/>
              <p14:nvPr/>
            </p14:nvContentPartPr>
            <p14:xfrm>
              <a:off x="5245094" y="564078"/>
              <a:ext cx="120240" cy="1440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BC555BB5-AFCF-4318-9278-707A5F9979A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236454" y="555438"/>
                <a:ext cx="1378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C0EDB53B-7F91-41D3-BDEB-E4E7A768B05D}"/>
                  </a:ext>
                </a:extLst>
              </p14:cNvPr>
              <p14:cNvContentPartPr/>
              <p14:nvPr/>
            </p14:nvContentPartPr>
            <p14:xfrm>
              <a:off x="5658014" y="285798"/>
              <a:ext cx="306720" cy="25272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C0EDB53B-7F91-41D3-BDEB-E4E7A768B05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649014" y="277158"/>
                <a:ext cx="32436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CBEF4857-BF1A-4BA1-87DC-287D72957412}"/>
                  </a:ext>
                </a:extLst>
              </p14:cNvPr>
              <p14:cNvContentPartPr/>
              <p14:nvPr/>
            </p14:nvContentPartPr>
            <p14:xfrm>
              <a:off x="5999294" y="392718"/>
              <a:ext cx="163080" cy="14976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CBEF4857-BF1A-4BA1-87DC-287D7295741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990294" y="384078"/>
                <a:ext cx="18072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ADDC0B9F-21F1-4A41-B2DB-53A75D6828B4}"/>
                  </a:ext>
                </a:extLst>
              </p14:cNvPr>
              <p14:cNvContentPartPr/>
              <p14:nvPr/>
            </p14:nvContentPartPr>
            <p14:xfrm>
              <a:off x="5787974" y="772518"/>
              <a:ext cx="165960" cy="12996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ADDC0B9F-21F1-4A41-B2DB-53A75D6828B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779334" y="763518"/>
                <a:ext cx="1836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F644FD8E-AD3C-4818-82DD-D338A32CD9FF}"/>
                  </a:ext>
                </a:extLst>
              </p14:cNvPr>
              <p14:cNvContentPartPr/>
              <p14:nvPr/>
            </p14:nvContentPartPr>
            <p14:xfrm>
              <a:off x="5959334" y="821478"/>
              <a:ext cx="153000" cy="36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F644FD8E-AD3C-4818-82DD-D338A32CD9F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950694" y="812838"/>
                <a:ext cx="1706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87313EA6-690C-42D2-B839-7366AA13BB57}"/>
                  </a:ext>
                </a:extLst>
              </p14:cNvPr>
              <p14:cNvContentPartPr/>
              <p14:nvPr/>
            </p14:nvContentPartPr>
            <p14:xfrm>
              <a:off x="6059054" y="746598"/>
              <a:ext cx="87120" cy="13140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87313EA6-690C-42D2-B839-7366AA13BB5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050414" y="737958"/>
                <a:ext cx="10476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CC3113C9-F346-4261-9F65-51693A0B71A0}"/>
                  </a:ext>
                </a:extLst>
              </p14:cNvPr>
              <p14:cNvContentPartPr/>
              <p14:nvPr/>
            </p14:nvContentPartPr>
            <p14:xfrm>
              <a:off x="6216014" y="769278"/>
              <a:ext cx="222480" cy="9180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CC3113C9-F346-4261-9F65-51693A0B71A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207014" y="760638"/>
                <a:ext cx="2401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58A7EE93-F9AC-4F2B-8B01-EC5A595D50EA}"/>
                  </a:ext>
                </a:extLst>
              </p14:cNvPr>
              <p14:cNvContentPartPr/>
              <p14:nvPr/>
            </p14:nvContentPartPr>
            <p14:xfrm>
              <a:off x="7009814" y="229998"/>
              <a:ext cx="156600" cy="17820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58A7EE93-F9AC-4F2B-8B01-EC5A595D50E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000814" y="220998"/>
                <a:ext cx="1742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B8917B82-BBD2-426E-AD3E-2765291A2E55}"/>
                  </a:ext>
                </a:extLst>
              </p14:cNvPr>
              <p14:cNvContentPartPr/>
              <p14:nvPr/>
            </p14:nvContentPartPr>
            <p14:xfrm>
              <a:off x="6815054" y="477318"/>
              <a:ext cx="943920" cy="936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B8917B82-BBD2-426E-AD3E-2765291A2E5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806054" y="468318"/>
                <a:ext cx="9615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E30A3F4C-4F5B-4B1A-B13D-2954040A7DFB}"/>
                  </a:ext>
                </a:extLst>
              </p14:cNvPr>
              <p14:cNvContentPartPr/>
              <p14:nvPr/>
            </p14:nvContentPartPr>
            <p14:xfrm>
              <a:off x="7014134" y="581718"/>
              <a:ext cx="120240" cy="24012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E30A3F4C-4F5B-4B1A-B13D-2954040A7DF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005494" y="572718"/>
                <a:ext cx="1378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DB5EE1A8-97F8-4726-8348-3B7FB2F609BC}"/>
                  </a:ext>
                </a:extLst>
              </p14:cNvPr>
              <p14:cNvContentPartPr/>
              <p14:nvPr/>
            </p14:nvContentPartPr>
            <p14:xfrm>
              <a:off x="6985334" y="710238"/>
              <a:ext cx="361080" cy="3420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DB5EE1A8-97F8-4726-8348-3B7FB2F609B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976334" y="701598"/>
                <a:ext cx="3787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4D88579E-1F64-4A5E-8D14-817B8B3F3D1F}"/>
                  </a:ext>
                </a:extLst>
              </p14:cNvPr>
              <p14:cNvContentPartPr/>
              <p14:nvPr/>
            </p14:nvContentPartPr>
            <p14:xfrm>
              <a:off x="7435334" y="672438"/>
              <a:ext cx="159480" cy="14076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4D88579E-1F64-4A5E-8D14-817B8B3F3D1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426334" y="663798"/>
                <a:ext cx="17712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1031F959-D6BE-4271-82B8-1BDB83C51C43}"/>
                  </a:ext>
                </a:extLst>
              </p14:cNvPr>
              <p14:cNvContentPartPr/>
              <p14:nvPr/>
            </p14:nvContentPartPr>
            <p14:xfrm>
              <a:off x="8078654" y="191118"/>
              <a:ext cx="158760" cy="108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1031F959-D6BE-4271-82B8-1BDB83C51C4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069654" y="182118"/>
                <a:ext cx="1764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9E8BB807-A9E9-4452-869F-2166C845B7B5}"/>
                  </a:ext>
                </a:extLst>
              </p14:cNvPr>
              <p14:cNvContentPartPr/>
              <p14:nvPr/>
            </p14:nvContentPartPr>
            <p14:xfrm>
              <a:off x="8095214" y="205878"/>
              <a:ext cx="223560" cy="53172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9E8BB807-A9E9-4452-869F-2166C845B7B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086214" y="197238"/>
                <a:ext cx="241200" cy="54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BCC53773-826A-4C25-8A8C-160C77EF9AC5}"/>
                  </a:ext>
                </a:extLst>
              </p14:cNvPr>
              <p14:cNvContentPartPr/>
              <p14:nvPr/>
            </p14:nvContentPartPr>
            <p14:xfrm>
              <a:off x="368894" y="1834518"/>
              <a:ext cx="121320" cy="3960"/>
            </p14:xfrm>
          </p:contentPart>
        </mc:Choice>
        <mc:Fallback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BCC53773-826A-4C25-8A8C-160C77EF9AC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60254" y="1825878"/>
                <a:ext cx="13896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68D1397B-20F4-4413-9C26-E6EF6DAF609F}"/>
                  </a:ext>
                </a:extLst>
              </p14:cNvPr>
              <p14:cNvContentPartPr/>
              <p14:nvPr/>
            </p14:nvContentPartPr>
            <p14:xfrm>
              <a:off x="396254" y="1911918"/>
              <a:ext cx="185040" cy="32400"/>
            </p14:xfrm>
          </p:contentPart>
        </mc:Choice>
        <mc:Fallback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68D1397B-20F4-4413-9C26-E6EF6DAF609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87254" y="1903278"/>
                <a:ext cx="2026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947BA002-BC13-490A-8062-525114E2DB05}"/>
                  </a:ext>
                </a:extLst>
              </p14:cNvPr>
              <p14:cNvContentPartPr/>
              <p14:nvPr/>
            </p14:nvContentPartPr>
            <p14:xfrm>
              <a:off x="1105814" y="1722558"/>
              <a:ext cx="158040" cy="21168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947BA002-BC13-490A-8062-525114E2DB0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96814" y="1713918"/>
                <a:ext cx="1756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83" name="Entrada de lápiz 82">
                <a:extLst>
                  <a:ext uri="{FF2B5EF4-FFF2-40B4-BE49-F238E27FC236}">
                    <a16:creationId xmlns:a16="http://schemas.microsoft.com/office/drawing/2014/main" id="{D290E552-7661-4F98-B7BD-018218645D42}"/>
                  </a:ext>
                </a:extLst>
              </p14:cNvPr>
              <p14:cNvContentPartPr/>
              <p14:nvPr/>
            </p14:nvContentPartPr>
            <p14:xfrm>
              <a:off x="808814" y="2020638"/>
              <a:ext cx="1133280" cy="32040"/>
            </p14:xfrm>
          </p:contentPart>
        </mc:Choice>
        <mc:Fallback>
          <p:pic>
            <p:nvPicPr>
              <p:cNvPr id="83" name="Entrada de lápiz 82">
                <a:extLst>
                  <a:ext uri="{FF2B5EF4-FFF2-40B4-BE49-F238E27FC236}">
                    <a16:creationId xmlns:a16="http://schemas.microsoft.com/office/drawing/2014/main" id="{D290E552-7661-4F98-B7BD-018218645D4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00174" y="2011998"/>
                <a:ext cx="11509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43E25405-2006-4532-B72D-EEB1903E1533}"/>
                  </a:ext>
                </a:extLst>
              </p14:cNvPr>
              <p14:cNvContentPartPr/>
              <p14:nvPr/>
            </p14:nvContentPartPr>
            <p14:xfrm>
              <a:off x="1106534" y="2198118"/>
              <a:ext cx="161640" cy="300960"/>
            </p14:xfrm>
          </p:contentPart>
        </mc:Choice>
        <mc:Fallback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43E25405-2006-4532-B72D-EEB1903E153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97894" y="2189118"/>
                <a:ext cx="17928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6" name="Entrada de lápiz 85">
                <a:extLst>
                  <a:ext uri="{FF2B5EF4-FFF2-40B4-BE49-F238E27FC236}">
                    <a16:creationId xmlns:a16="http://schemas.microsoft.com/office/drawing/2014/main" id="{EE1DB9AA-1D84-4084-ABAA-DB585D882485}"/>
                  </a:ext>
                </a:extLst>
              </p14:cNvPr>
              <p14:cNvContentPartPr/>
              <p14:nvPr/>
            </p14:nvContentPartPr>
            <p14:xfrm>
              <a:off x="1093214" y="2363358"/>
              <a:ext cx="327240" cy="29160"/>
            </p14:xfrm>
          </p:contentPart>
        </mc:Choice>
        <mc:Fallback>
          <p:pic>
            <p:nvPicPr>
              <p:cNvPr id="86" name="Entrada de lápiz 85">
                <a:extLst>
                  <a:ext uri="{FF2B5EF4-FFF2-40B4-BE49-F238E27FC236}">
                    <a16:creationId xmlns:a16="http://schemas.microsoft.com/office/drawing/2014/main" id="{EE1DB9AA-1D84-4084-ABAA-DB585D88248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84214" y="2354358"/>
                <a:ext cx="34488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6D6D59A0-D456-46F7-89D9-C5F4B08450FE}"/>
                  </a:ext>
                </a:extLst>
              </p14:cNvPr>
              <p14:cNvContentPartPr/>
              <p14:nvPr/>
            </p14:nvContentPartPr>
            <p14:xfrm>
              <a:off x="1468334" y="2305758"/>
              <a:ext cx="158040" cy="131040"/>
            </p14:xfrm>
          </p:contentPart>
        </mc:Choice>
        <mc:Fallback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6D6D59A0-D456-46F7-89D9-C5F4B08450F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459334" y="2296758"/>
                <a:ext cx="1756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857E6FEF-32A7-495F-A547-A4F1448B6FC8}"/>
                  </a:ext>
                </a:extLst>
              </p14:cNvPr>
              <p14:cNvContentPartPr/>
              <p14:nvPr/>
            </p14:nvContentPartPr>
            <p14:xfrm>
              <a:off x="2245574" y="1715358"/>
              <a:ext cx="313560" cy="27288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857E6FEF-32A7-495F-A547-A4F1448B6FC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236574" y="1706718"/>
                <a:ext cx="33120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F3060395-6537-4CA0-B958-D51CFF226C93}"/>
                  </a:ext>
                </a:extLst>
              </p14:cNvPr>
              <p14:cNvContentPartPr/>
              <p14:nvPr/>
            </p14:nvContentPartPr>
            <p14:xfrm>
              <a:off x="2572094" y="1819758"/>
              <a:ext cx="219960" cy="15840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F3060395-6537-4CA0-B958-D51CFF226C9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563454" y="1811118"/>
                <a:ext cx="23760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B6F6FA3A-0E01-42BE-8690-9249CB2A64D8}"/>
                  </a:ext>
                </a:extLst>
              </p14:cNvPr>
              <p14:cNvContentPartPr/>
              <p14:nvPr/>
            </p14:nvContentPartPr>
            <p14:xfrm>
              <a:off x="2207774" y="2219358"/>
              <a:ext cx="178920" cy="11340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B6F6FA3A-0E01-42BE-8690-9249CB2A64D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199134" y="2210718"/>
                <a:ext cx="19656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0CF99C82-4633-4238-811F-9F704E1D069E}"/>
                  </a:ext>
                </a:extLst>
              </p14:cNvPr>
              <p14:cNvContentPartPr/>
              <p14:nvPr/>
            </p14:nvContentPartPr>
            <p14:xfrm>
              <a:off x="2427014" y="2244198"/>
              <a:ext cx="206280" cy="1080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0CF99C82-4633-4238-811F-9F704E1D069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418374" y="2235198"/>
                <a:ext cx="2239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34783B3A-4412-47F4-92AC-8A29D493D911}"/>
                  </a:ext>
                </a:extLst>
              </p14:cNvPr>
              <p14:cNvContentPartPr/>
              <p14:nvPr/>
            </p14:nvContentPartPr>
            <p14:xfrm>
              <a:off x="2540414" y="2172198"/>
              <a:ext cx="121680" cy="13500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34783B3A-4412-47F4-92AC-8A29D493D91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531414" y="2163198"/>
                <a:ext cx="1393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2D5B4E44-DAF5-4424-8954-847A9EE51499}"/>
                  </a:ext>
                </a:extLst>
              </p14:cNvPr>
              <p14:cNvContentPartPr/>
              <p14:nvPr/>
            </p14:nvContentPartPr>
            <p14:xfrm>
              <a:off x="2779814" y="2190198"/>
              <a:ext cx="240480" cy="10620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2D5B4E44-DAF5-4424-8954-847A9EE5149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770814" y="2181558"/>
                <a:ext cx="2581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7DAA114F-B711-4881-91C5-EFEDA681DB6B}"/>
                  </a:ext>
                </a:extLst>
              </p14:cNvPr>
              <p14:cNvContentPartPr/>
              <p14:nvPr/>
            </p14:nvContentPartPr>
            <p14:xfrm>
              <a:off x="4951334" y="1792758"/>
              <a:ext cx="181800" cy="1944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7DAA114F-B711-4881-91C5-EFEDA681DB6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942334" y="1784118"/>
                <a:ext cx="1994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661DD4E8-A95A-4997-AE00-B0D04C6E490C}"/>
                  </a:ext>
                </a:extLst>
              </p14:cNvPr>
              <p14:cNvContentPartPr/>
              <p14:nvPr/>
            </p14:nvContentPartPr>
            <p14:xfrm>
              <a:off x="5847734" y="1568478"/>
              <a:ext cx="172080" cy="193320"/>
            </p14:xfrm>
          </p:contentPart>
        </mc:Choice>
        <mc:Fallback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661DD4E8-A95A-4997-AE00-B0D04C6E490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839094" y="1559838"/>
                <a:ext cx="1897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07" name="Entrada de lápiz 106">
                <a:extLst>
                  <a:ext uri="{FF2B5EF4-FFF2-40B4-BE49-F238E27FC236}">
                    <a16:creationId xmlns:a16="http://schemas.microsoft.com/office/drawing/2014/main" id="{25796D40-2D14-429C-8CFD-22C7BB2DBA66}"/>
                  </a:ext>
                </a:extLst>
              </p14:cNvPr>
              <p14:cNvContentPartPr/>
              <p14:nvPr/>
            </p14:nvContentPartPr>
            <p14:xfrm>
              <a:off x="5630654" y="1846038"/>
              <a:ext cx="637560" cy="38160"/>
            </p14:xfrm>
          </p:contentPart>
        </mc:Choice>
        <mc:Fallback>
          <p:pic>
            <p:nvPicPr>
              <p:cNvPr id="107" name="Entrada de lápiz 106">
                <a:extLst>
                  <a:ext uri="{FF2B5EF4-FFF2-40B4-BE49-F238E27FC236}">
                    <a16:creationId xmlns:a16="http://schemas.microsoft.com/office/drawing/2014/main" id="{25796D40-2D14-429C-8CFD-22C7BB2DBA6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622014" y="1837038"/>
                <a:ext cx="6552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5A4F0A53-D0AB-4E9A-A1F1-9D9ABA437BAF}"/>
                  </a:ext>
                </a:extLst>
              </p14:cNvPr>
              <p14:cNvContentPartPr/>
              <p14:nvPr/>
            </p14:nvContentPartPr>
            <p14:xfrm>
              <a:off x="5780774" y="2019918"/>
              <a:ext cx="141480" cy="20700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5A4F0A53-D0AB-4E9A-A1F1-9D9ABA437BA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771774" y="2010918"/>
                <a:ext cx="1591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5B542223-1538-4BB2-94DE-6F26FD2E52E4}"/>
                  </a:ext>
                </a:extLst>
              </p14:cNvPr>
              <p14:cNvContentPartPr/>
              <p14:nvPr/>
            </p14:nvContentPartPr>
            <p14:xfrm>
              <a:off x="5791214" y="2067798"/>
              <a:ext cx="178200" cy="2556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5B542223-1538-4BB2-94DE-6F26FD2E52E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782574" y="2058798"/>
                <a:ext cx="1958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52EF949B-509E-4756-B39E-B31B15026C99}"/>
                  </a:ext>
                </a:extLst>
              </p14:cNvPr>
              <p14:cNvContentPartPr/>
              <p14:nvPr/>
            </p14:nvContentPartPr>
            <p14:xfrm>
              <a:off x="6009734" y="2054478"/>
              <a:ext cx="124200" cy="1332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52EF949B-509E-4756-B39E-B31B15026C99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001094" y="2045838"/>
                <a:ext cx="1418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184B6B8E-1A35-4995-A474-053F2138A836}"/>
                  </a:ext>
                </a:extLst>
              </p14:cNvPr>
              <p14:cNvContentPartPr/>
              <p14:nvPr/>
            </p14:nvContentPartPr>
            <p14:xfrm>
              <a:off x="6134654" y="2009478"/>
              <a:ext cx="140400" cy="15192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184B6B8E-1A35-4995-A474-053F2138A83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125654" y="2000838"/>
                <a:ext cx="15804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7166F02D-91A3-4746-8890-3718A3F70D43}"/>
                  </a:ext>
                </a:extLst>
              </p14:cNvPr>
              <p14:cNvContentPartPr/>
              <p14:nvPr/>
            </p14:nvContentPartPr>
            <p14:xfrm>
              <a:off x="6609134" y="1564878"/>
              <a:ext cx="198360" cy="21024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7166F02D-91A3-4746-8890-3718A3F70D43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600494" y="1556238"/>
                <a:ext cx="2160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65686A5D-22E8-4E70-9CAC-CCEAEF536C82}"/>
                  </a:ext>
                </a:extLst>
              </p14:cNvPr>
              <p14:cNvContentPartPr/>
              <p14:nvPr/>
            </p14:nvContentPartPr>
            <p14:xfrm>
              <a:off x="6816134" y="1672158"/>
              <a:ext cx="81720" cy="86400"/>
            </p14:xfrm>
          </p:contentPart>
        </mc:Choice>
        <mc:Fallback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65686A5D-22E8-4E70-9CAC-CCEAEF536C8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807134" y="1663158"/>
                <a:ext cx="9936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14" name="Entrada de lápiz 113">
                <a:extLst>
                  <a:ext uri="{FF2B5EF4-FFF2-40B4-BE49-F238E27FC236}">
                    <a16:creationId xmlns:a16="http://schemas.microsoft.com/office/drawing/2014/main" id="{CCCF7455-01DF-4948-8DDA-F2DB30251C70}"/>
                  </a:ext>
                </a:extLst>
              </p14:cNvPr>
              <p14:cNvContentPartPr/>
              <p14:nvPr/>
            </p14:nvContentPartPr>
            <p14:xfrm>
              <a:off x="6914774" y="1676478"/>
              <a:ext cx="214920" cy="111600"/>
            </p14:xfrm>
          </p:contentPart>
        </mc:Choice>
        <mc:Fallback>
          <p:pic>
            <p:nvPicPr>
              <p:cNvPr id="114" name="Entrada de lápiz 113">
                <a:extLst>
                  <a:ext uri="{FF2B5EF4-FFF2-40B4-BE49-F238E27FC236}">
                    <a16:creationId xmlns:a16="http://schemas.microsoft.com/office/drawing/2014/main" id="{CCCF7455-01DF-4948-8DDA-F2DB30251C7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905774" y="1667478"/>
                <a:ext cx="2325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31C8EDCE-1B15-4ACE-A879-83F8A01B940B}"/>
                  </a:ext>
                </a:extLst>
              </p14:cNvPr>
              <p14:cNvContentPartPr/>
              <p14:nvPr/>
            </p14:nvContentPartPr>
            <p14:xfrm>
              <a:off x="6686534" y="2092998"/>
              <a:ext cx="178200" cy="96840"/>
            </p14:xfrm>
          </p:contentPart>
        </mc:Choice>
        <mc:Fallback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31C8EDCE-1B15-4ACE-A879-83F8A01B940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677534" y="2083998"/>
                <a:ext cx="19584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16" name="Entrada de lápiz 115">
                <a:extLst>
                  <a:ext uri="{FF2B5EF4-FFF2-40B4-BE49-F238E27FC236}">
                    <a16:creationId xmlns:a16="http://schemas.microsoft.com/office/drawing/2014/main" id="{526A9152-9D62-4971-BBBE-D781D8A7ED56}"/>
                  </a:ext>
                </a:extLst>
              </p14:cNvPr>
              <p14:cNvContentPartPr/>
              <p14:nvPr/>
            </p14:nvContentPartPr>
            <p14:xfrm>
              <a:off x="6898214" y="2091918"/>
              <a:ext cx="180000" cy="23040"/>
            </p14:xfrm>
          </p:contentPart>
        </mc:Choice>
        <mc:Fallback>
          <p:pic>
            <p:nvPicPr>
              <p:cNvPr id="116" name="Entrada de lápiz 115">
                <a:extLst>
                  <a:ext uri="{FF2B5EF4-FFF2-40B4-BE49-F238E27FC236}">
                    <a16:creationId xmlns:a16="http://schemas.microsoft.com/office/drawing/2014/main" id="{526A9152-9D62-4971-BBBE-D781D8A7ED5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889214" y="2083278"/>
                <a:ext cx="1976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9E28DFA9-2225-419B-B3F4-879A6C286CBE}"/>
                  </a:ext>
                </a:extLst>
              </p14:cNvPr>
              <p14:cNvContentPartPr/>
              <p14:nvPr/>
            </p14:nvContentPartPr>
            <p14:xfrm>
              <a:off x="7005494" y="2059158"/>
              <a:ext cx="87120" cy="110160"/>
            </p14:xfrm>
          </p:contentPart>
        </mc:Choice>
        <mc:Fallback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9E28DFA9-2225-419B-B3F4-879A6C286CB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996494" y="2050158"/>
                <a:ext cx="10476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A671BAB4-B448-4F23-BF5A-B60B6F2A2A05}"/>
                  </a:ext>
                </a:extLst>
              </p14:cNvPr>
              <p14:cNvContentPartPr/>
              <p14:nvPr/>
            </p14:nvContentPartPr>
            <p14:xfrm>
              <a:off x="7139414" y="2067798"/>
              <a:ext cx="195120" cy="8892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A671BAB4-B448-4F23-BF5A-B60B6F2A2A05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130774" y="2058798"/>
                <a:ext cx="21276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334125D2-E295-478A-8223-D907C0C65DE4}"/>
                  </a:ext>
                </a:extLst>
              </p14:cNvPr>
              <p14:cNvContentPartPr/>
              <p14:nvPr/>
            </p14:nvContentPartPr>
            <p14:xfrm>
              <a:off x="7579694" y="1583238"/>
              <a:ext cx="46800" cy="191520"/>
            </p14:xfrm>
          </p:contentPart>
        </mc:Choice>
        <mc:Fallback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334125D2-E295-478A-8223-D907C0C65DE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571054" y="1574598"/>
                <a:ext cx="6444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048A3820-97B1-4E22-935A-D36E013892A7}"/>
                  </a:ext>
                </a:extLst>
              </p14:cNvPr>
              <p14:cNvContentPartPr/>
              <p14:nvPr/>
            </p14:nvContentPartPr>
            <p14:xfrm>
              <a:off x="7572854" y="1783398"/>
              <a:ext cx="124200" cy="15120"/>
            </p14:xfrm>
          </p:contentPart>
        </mc:Choice>
        <mc:Fallback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048A3820-97B1-4E22-935A-D36E013892A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564214" y="1774398"/>
                <a:ext cx="14184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47" name="Entrada de lápiz 146">
                <a:extLst>
                  <a:ext uri="{FF2B5EF4-FFF2-40B4-BE49-F238E27FC236}">
                    <a16:creationId xmlns:a16="http://schemas.microsoft.com/office/drawing/2014/main" id="{230BA171-77EE-4FF3-AF78-09298FEBBF28}"/>
                  </a:ext>
                </a:extLst>
              </p14:cNvPr>
              <p14:cNvContentPartPr/>
              <p14:nvPr/>
            </p14:nvContentPartPr>
            <p14:xfrm>
              <a:off x="4125494" y="1160598"/>
              <a:ext cx="158040" cy="110880"/>
            </p14:xfrm>
          </p:contentPart>
        </mc:Choice>
        <mc:Fallback>
          <p:pic>
            <p:nvPicPr>
              <p:cNvPr id="147" name="Entrada de lápiz 146">
                <a:extLst>
                  <a:ext uri="{FF2B5EF4-FFF2-40B4-BE49-F238E27FC236}">
                    <a16:creationId xmlns:a16="http://schemas.microsoft.com/office/drawing/2014/main" id="{230BA171-77EE-4FF3-AF78-09298FEBBF2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116854" y="1151958"/>
                <a:ext cx="17568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594F74DB-6B8F-45AD-8888-5C2881F36FD4}"/>
                  </a:ext>
                </a:extLst>
              </p14:cNvPr>
              <p14:cNvContentPartPr/>
              <p14:nvPr/>
            </p14:nvContentPartPr>
            <p14:xfrm>
              <a:off x="4329614" y="1123158"/>
              <a:ext cx="80640" cy="123480"/>
            </p14:xfrm>
          </p:contentPart>
        </mc:Choice>
        <mc:Fallback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594F74DB-6B8F-45AD-8888-5C2881F36FD4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320974" y="1114518"/>
                <a:ext cx="9828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88F5563A-14B6-4703-B7FF-10FD662BC8B5}"/>
                  </a:ext>
                </a:extLst>
              </p14:cNvPr>
              <p14:cNvContentPartPr/>
              <p14:nvPr/>
            </p14:nvContentPartPr>
            <p14:xfrm>
              <a:off x="1505054" y="1545798"/>
              <a:ext cx="1359720" cy="122832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88F5563A-14B6-4703-B7FF-10FD662BC8B5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496054" y="1537158"/>
                <a:ext cx="1377360" cy="12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56" name="Entrada de lápiz 155">
                <a:extLst>
                  <a:ext uri="{FF2B5EF4-FFF2-40B4-BE49-F238E27FC236}">
                    <a16:creationId xmlns:a16="http://schemas.microsoft.com/office/drawing/2014/main" id="{877B5B9A-DA69-40E9-B63C-1B3553270AEF}"/>
                  </a:ext>
                </a:extLst>
              </p14:cNvPr>
              <p14:cNvContentPartPr/>
              <p14:nvPr/>
            </p14:nvContentPartPr>
            <p14:xfrm>
              <a:off x="2733734" y="1517358"/>
              <a:ext cx="128880" cy="103680"/>
            </p14:xfrm>
          </p:contentPart>
        </mc:Choice>
        <mc:Fallback>
          <p:pic>
            <p:nvPicPr>
              <p:cNvPr id="156" name="Entrada de lápiz 155">
                <a:extLst>
                  <a:ext uri="{FF2B5EF4-FFF2-40B4-BE49-F238E27FC236}">
                    <a16:creationId xmlns:a16="http://schemas.microsoft.com/office/drawing/2014/main" id="{877B5B9A-DA69-40E9-B63C-1B3553270AE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724734" y="1508358"/>
                <a:ext cx="1465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57" name="Entrada de lápiz 156">
                <a:extLst>
                  <a:ext uri="{FF2B5EF4-FFF2-40B4-BE49-F238E27FC236}">
                    <a16:creationId xmlns:a16="http://schemas.microsoft.com/office/drawing/2014/main" id="{DB72A895-943E-4CFA-A97D-88922AB04A05}"/>
                  </a:ext>
                </a:extLst>
              </p14:cNvPr>
              <p14:cNvContentPartPr/>
              <p14:nvPr/>
            </p14:nvContentPartPr>
            <p14:xfrm>
              <a:off x="2918414" y="1309278"/>
              <a:ext cx="110880" cy="123840"/>
            </p14:xfrm>
          </p:contentPart>
        </mc:Choice>
        <mc:Fallback>
          <p:pic>
            <p:nvPicPr>
              <p:cNvPr id="157" name="Entrada de lápiz 156">
                <a:extLst>
                  <a:ext uri="{FF2B5EF4-FFF2-40B4-BE49-F238E27FC236}">
                    <a16:creationId xmlns:a16="http://schemas.microsoft.com/office/drawing/2014/main" id="{DB72A895-943E-4CFA-A97D-88922AB04A0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909414" y="1300638"/>
                <a:ext cx="128520" cy="14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upo 160">
            <a:extLst>
              <a:ext uri="{FF2B5EF4-FFF2-40B4-BE49-F238E27FC236}">
                <a16:creationId xmlns:a16="http://schemas.microsoft.com/office/drawing/2014/main" id="{3FC8A75C-1E6E-4A07-A995-68DDF556D73B}"/>
              </a:ext>
            </a:extLst>
          </p:cNvPr>
          <p:cNvGrpSpPr/>
          <p:nvPr/>
        </p:nvGrpSpPr>
        <p:grpSpPr>
          <a:xfrm>
            <a:off x="7989014" y="1687066"/>
            <a:ext cx="178200" cy="80280"/>
            <a:chOff x="7989014" y="1687066"/>
            <a:chExt cx="178200" cy="8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4A7B18DA-6E00-44C9-87FE-CA798A25FE38}"/>
                    </a:ext>
                  </a:extLst>
                </p14:cNvPr>
                <p14:cNvContentPartPr/>
                <p14:nvPr/>
              </p14:nvContentPartPr>
              <p14:xfrm>
                <a:off x="8014214" y="1687066"/>
                <a:ext cx="153000" cy="792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4A7B18DA-6E00-44C9-87FE-CA798A25FE3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005574" y="1678066"/>
                  <a:ext cx="170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EA3D212D-CE66-4C88-AC76-C82D6AD5E011}"/>
                    </a:ext>
                  </a:extLst>
                </p14:cNvPr>
                <p14:cNvContentPartPr/>
                <p14:nvPr/>
              </p14:nvContentPartPr>
              <p14:xfrm>
                <a:off x="7989014" y="1766986"/>
                <a:ext cx="114480" cy="36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EA3D212D-CE66-4C88-AC76-C82D6AD5E01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980374" y="1757986"/>
                  <a:ext cx="1321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upo 164">
            <a:extLst>
              <a:ext uri="{FF2B5EF4-FFF2-40B4-BE49-F238E27FC236}">
                <a16:creationId xmlns:a16="http://schemas.microsoft.com/office/drawing/2014/main" id="{50AA7181-E2D3-4DD2-91C5-CE3961E9DA6A}"/>
              </a:ext>
            </a:extLst>
          </p:cNvPr>
          <p:cNvGrpSpPr/>
          <p:nvPr/>
        </p:nvGrpSpPr>
        <p:grpSpPr>
          <a:xfrm>
            <a:off x="8736014" y="1396906"/>
            <a:ext cx="979560" cy="293760"/>
            <a:chOff x="8736014" y="1396906"/>
            <a:chExt cx="97956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7C67CFA3-2C9E-42F5-9DDC-172353490FD6}"/>
                    </a:ext>
                  </a:extLst>
                </p14:cNvPr>
                <p14:cNvContentPartPr/>
                <p14:nvPr/>
              </p14:nvContentPartPr>
              <p14:xfrm>
                <a:off x="8736014" y="1583386"/>
                <a:ext cx="103320" cy="1152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7C67CFA3-2C9E-42F5-9DDC-172353490FD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27014" y="1574746"/>
                  <a:ext cx="1209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573F02C9-72F7-4E65-A65A-E1E7A843FC09}"/>
                    </a:ext>
                  </a:extLst>
                </p14:cNvPr>
                <p14:cNvContentPartPr/>
                <p14:nvPr/>
              </p14:nvContentPartPr>
              <p14:xfrm>
                <a:off x="9088454" y="1396906"/>
                <a:ext cx="187920" cy="15156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573F02C9-72F7-4E65-A65A-E1E7A843FC0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079454" y="1387906"/>
                  <a:ext cx="2055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19EB5995-A23D-431F-9F26-F19023AD9B1B}"/>
                    </a:ext>
                  </a:extLst>
                </p14:cNvPr>
                <p14:cNvContentPartPr/>
                <p14:nvPr/>
              </p14:nvContentPartPr>
              <p14:xfrm>
                <a:off x="8826374" y="1673746"/>
                <a:ext cx="889200" cy="1692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19EB5995-A23D-431F-9F26-F19023AD9B1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817374" y="1665106"/>
                  <a:ext cx="90684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4D9DD949-8D8E-4716-92A1-37147BFD90E7}"/>
              </a:ext>
            </a:extLst>
          </p:cNvPr>
          <p:cNvGrpSpPr/>
          <p:nvPr/>
        </p:nvGrpSpPr>
        <p:grpSpPr>
          <a:xfrm>
            <a:off x="8967494" y="1802266"/>
            <a:ext cx="583200" cy="242280"/>
            <a:chOff x="8967494" y="1802266"/>
            <a:chExt cx="58320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1D278EB1-5456-482F-ACCD-2FA29C49B593}"/>
                    </a:ext>
                  </a:extLst>
                </p14:cNvPr>
                <p14:cNvContentPartPr/>
                <p14:nvPr/>
              </p14:nvContentPartPr>
              <p14:xfrm>
                <a:off x="8977214" y="1802266"/>
                <a:ext cx="135360" cy="24228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1D278EB1-5456-482F-ACCD-2FA29C49B59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968214" y="1793626"/>
                  <a:ext cx="1530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038E200C-DD6A-4D56-B120-90EA9B84F786}"/>
                    </a:ext>
                  </a:extLst>
                </p14:cNvPr>
                <p14:cNvContentPartPr/>
                <p14:nvPr/>
              </p14:nvContentPartPr>
              <p14:xfrm>
                <a:off x="8967494" y="1920706"/>
                <a:ext cx="124200" cy="2808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038E200C-DD6A-4D56-B120-90EA9B84F78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958494" y="1912066"/>
                  <a:ext cx="141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6C7260C9-DE65-4FD2-B71D-83D0B25AB272}"/>
                    </a:ext>
                  </a:extLst>
                </p14:cNvPr>
                <p14:cNvContentPartPr/>
                <p14:nvPr/>
              </p14:nvContentPartPr>
              <p14:xfrm>
                <a:off x="9175574" y="1891186"/>
                <a:ext cx="112320" cy="1944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6C7260C9-DE65-4FD2-B71D-83D0B25AB27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166574" y="1882546"/>
                  <a:ext cx="129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661C47D3-09ED-4724-8721-ED79C2AB2409}"/>
                    </a:ext>
                  </a:extLst>
                </p14:cNvPr>
                <p14:cNvContentPartPr/>
                <p14:nvPr/>
              </p14:nvContentPartPr>
              <p14:xfrm>
                <a:off x="9380414" y="1825666"/>
                <a:ext cx="170280" cy="15984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661C47D3-09ED-4724-8721-ED79C2AB240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71774" y="1816666"/>
                  <a:ext cx="187920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DE194F7E-8B07-4F2F-966D-A52EBC820434}"/>
                  </a:ext>
                </a:extLst>
              </p14:cNvPr>
              <p14:cNvContentPartPr/>
              <p14:nvPr/>
            </p14:nvContentPartPr>
            <p14:xfrm>
              <a:off x="10492634" y="2598406"/>
              <a:ext cx="1069560" cy="566280"/>
            </p14:xfrm>
          </p:contentPart>
        </mc:Choice>
        <mc:Fallback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DE194F7E-8B07-4F2F-966D-A52EBC82043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0483994" y="2589766"/>
                <a:ext cx="1087200" cy="58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73" name="Entrada de lápiz 172">
                <a:extLst>
                  <a:ext uri="{FF2B5EF4-FFF2-40B4-BE49-F238E27FC236}">
                    <a16:creationId xmlns:a16="http://schemas.microsoft.com/office/drawing/2014/main" id="{0725E2C2-1893-4F18-8ABB-05DEEE45330E}"/>
                  </a:ext>
                </a:extLst>
              </p14:cNvPr>
              <p14:cNvContentPartPr/>
              <p14:nvPr/>
            </p14:nvContentPartPr>
            <p14:xfrm>
              <a:off x="10584254" y="2592826"/>
              <a:ext cx="1032120" cy="539280"/>
            </p14:xfrm>
          </p:contentPart>
        </mc:Choice>
        <mc:Fallback>
          <p:pic>
            <p:nvPicPr>
              <p:cNvPr id="173" name="Entrada de lápiz 172">
                <a:extLst>
                  <a:ext uri="{FF2B5EF4-FFF2-40B4-BE49-F238E27FC236}">
                    <a16:creationId xmlns:a16="http://schemas.microsoft.com/office/drawing/2014/main" id="{0725E2C2-1893-4F18-8ABB-05DEEE45330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566254" y="2557186"/>
                <a:ext cx="1067760" cy="610920"/>
              </a:xfrm>
              <a:prstGeom prst="rect">
                <a:avLst/>
              </a:prstGeom>
            </p:spPr>
          </p:pic>
        </mc:Fallback>
      </mc:AlternateContent>
      <p:pic>
        <p:nvPicPr>
          <p:cNvPr id="176" name="Imagen 175">
            <a:extLst>
              <a:ext uri="{FF2B5EF4-FFF2-40B4-BE49-F238E27FC236}">
                <a16:creationId xmlns:a16="http://schemas.microsoft.com/office/drawing/2014/main" id="{53327D60-B898-4E36-8676-003B5DBE3905}"/>
              </a:ext>
            </a:extLst>
          </p:cNvPr>
          <p:cNvPicPr>
            <a:picLocks noChangeAspect="1"/>
          </p:cNvPicPr>
          <p:nvPr/>
        </p:nvPicPr>
        <p:blipFill>
          <a:blip r:embed="rId188"/>
          <a:stretch>
            <a:fillRect/>
          </a:stretch>
        </p:blipFill>
        <p:spPr>
          <a:xfrm>
            <a:off x="624632" y="2709297"/>
            <a:ext cx="4408730" cy="2355428"/>
          </a:xfrm>
          <a:prstGeom prst="rect">
            <a:avLst/>
          </a:prstGeom>
        </p:spPr>
      </p:pic>
      <p:pic>
        <p:nvPicPr>
          <p:cNvPr id="177" name="Imagen 176">
            <a:extLst>
              <a:ext uri="{FF2B5EF4-FFF2-40B4-BE49-F238E27FC236}">
                <a16:creationId xmlns:a16="http://schemas.microsoft.com/office/drawing/2014/main" id="{B0DD5AFD-1C84-4830-A36D-7B5C572D6DC0}"/>
              </a:ext>
            </a:extLst>
          </p:cNvPr>
          <p:cNvPicPr>
            <a:picLocks noChangeAspect="1"/>
          </p:cNvPicPr>
          <p:nvPr/>
        </p:nvPicPr>
        <p:blipFill>
          <a:blip r:embed="rId189"/>
          <a:stretch>
            <a:fillRect/>
          </a:stretch>
        </p:blipFill>
        <p:spPr>
          <a:xfrm>
            <a:off x="5993604" y="2790774"/>
            <a:ext cx="4494869" cy="2193924"/>
          </a:xfrm>
          <a:prstGeom prst="rect">
            <a:avLst/>
          </a:prstGeom>
        </p:spPr>
      </p:pic>
      <p:grpSp>
        <p:nvGrpSpPr>
          <p:cNvPr id="188" name="Grupo 187">
            <a:extLst>
              <a:ext uri="{FF2B5EF4-FFF2-40B4-BE49-F238E27FC236}">
                <a16:creationId xmlns:a16="http://schemas.microsoft.com/office/drawing/2014/main" id="{B3F2814E-507F-4839-9F38-B341B2673F44}"/>
              </a:ext>
            </a:extLst>
          </p:cNvPr>
          <p:cNvGrpSpPr/>
          <p:nvPr/>
        </p:nvGrpSpPr>
        <p:grpSpPr>
          <a:xfrm>
            <a:off x="3401174" y="2601826"/>
            <a:ext cx="414360" cy="329760"/>
            <a:chOff x="3401174" y="2601826"/>
            <a:chExt cx="41436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BE1450CF-9595-4508-A1E9-7940D62CF429}"/>
                    </a:ext>
                  </a:extLst>
                </p14:cNvPr>
                <p14:cNvContentPartPr/>
                <p14:nvPr/>
              </p14:nvContentPartPr>
              <p14:xfrm>
                <a:off x="3401174" y="2753746"/>
                <a:ext cx="205200" cy="17784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BE1450CF-9595-4508-A1E9-7940D62CF42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392174" y="2744746"/>
                  <a:ext cx="2228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BFF49F49-7513-411B-A86D-372587A1DC00}"/>
                    </a:ext>
                  </a:extLst>
                </p14:cNvPr>
                <p14:cNvContentPartPr/>
                <p14:nvPr/>
              </p14:nvContentPartPr>
              <p14:xfrm>
                <a:off x="3660374" y="2601826"/>
                <a:ext cx="150120" cy="16128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BFF49F49-7513-411B-A86D-372587A1DC0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651374" y="2592826"/>
                  <a:ext cx="1677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D10210DF-9EAA-43F0-918F-F091C283B094}"/>
                    </a:ext>
                  </a:extLst>
                </p14:cNvPr>
                <p14:cNvContentPartPr/>
                <p14:nvPr/>
              </p14:nvContentPartPr>
              <p14:xfrm>
                <a:off x="3669014" y="2614786"/>
                <a:ext cx="120240" cy="10224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D10210DF-9EAA-43F0-918F-F091C283B09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660014" y="2606146"/>
                  <a:ext cx="137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335AEC53-B78F-4300-A795-D84E1F7893F1}"/>
                    </a:ext>
                  </a:extLst>
                </p14:cNvPr>
                <p14:cNvContentPartPr/>
                <p14:nvPr/>
              </p14:nvContentPartPr>
              <p14:xfrm>
                <a:off x="3765854" y="2714146"/>
                <a:ext cx="49680" cy="4284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335AEC53-B78F-4300-A795-D84E1F7893F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756854" y="2705146"/>
                  <a:ext cx="6732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upo 190">
            <a:extLst>
              <a:ext uri="{FF2B5EF4-FFF2-40B4-BE49-F238E27FC236}">
                <a16:creationId xmlns:a16="http://schemas.microsoft.com/office/drawing/2014/main" id="{B5F0614D-94B9-47AA-90C1-FA0909FC6F69}"/>
              </a:ext>
            </a:extLst>
          </p:cNvPr>
          <p:cNvGrpSpPr/>
          <p:nvPr/>
        </p:nvGrpSpPr>
        <p:grpSpPr>
          <a:xfrm>
            <a:off x="6285494" y="2654026"/>
            <a:ext cx="576720" cy="367560"/>
            <a:chOff x="6285494" y="2654026"/>
            <a:chExt cx="576720" cy="36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D43CC9F0-7899-4D10-8609-46FCC06D9A83}"/>
                    </a:ext>
                  </a:extLst>
                </p14:cNvPr>
                <p14:cNvContentPartPr/>
                <p14:nvPr/>
              </p14:nvContentPartPr>
              <p14:xfrm>
                <a:off x="6285494" y="2872546"/>
                <a:ext cx="219960" cy="14904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D43CC9F0-7899-4D10-8609-46FCC06D9A8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276854" y="2863546"/>
                  <a:ext cx="2376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579824C3-6481-4EF5-AD02-0844EC27BA4B}"/>
                    </a:ext>
                  </a:extLst>
                </p14:cNvPr>
                <p14:cNvContentPartPr/>
                <p14:nvPr/>
              </p14:nvContentPartPr>
              <p14:xfrm>
                <a:off x="6502214" y="2785066"/>
                <a:ext cx="106560" cy="108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579824C3-6481-4EF5-AD02-0844EC27BA4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493574" y="2776426"/>
                  <a:ext cx="124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7A38F450-4D33-4309-9136-216F155FA666}"/>
                    </a:ext>
                  </a:extLst>
                </p14:cNvPr>
                <p14:cNvContentPartPr/>
                <p14:nvPr/>
              </p14:nvContentPartPr>
              <p14:xfrm>
                <a:off x="6665654" y="2709466"/>
                <a:ext cx="179280" cy="8640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7A38F450-4D33-4309-9136-216F155FA66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657014" y="2700466"/>
                  <a:ext cx="196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EBBA13B8-CF56-4248-A029-A9AD271EF50F}"/>
                    </a:ext>
                  </a:extLst>
                </p14:cNvPr>
                <p14:cNvContentPartPr/>
                <p14:nvPr/>
              </p14:nvContentPartPr>
              <p14:xfrm>
                <a:off x="6720734" y="2654026"/>
                <a:ext cx="141480" cy="14544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EBBA13B8-CF56-4248-A029-A9AD271EF50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712094" y="2645026"/>
                  <a:ext cx="159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96390E2D-9C56-4A4C-A421-E756DBC73A30}"/>
                    </a:ext>
                  </a:extLst>
                </p14:cNvPr>
                <p14:cNvContentPartPr/>
                <p14:nvPr/>
              </p14:nvContentPartPr>
              <p14:xfrm>
                <a:off x="6519854" y="2791186"/>
                <a:ext cx="53640" cy="648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96390E2D-9C56-4A4C-A421-E756DBC73A3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510854" y="2782546"/>
                  <a:ext cx="71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60087B18-D593-48F3-9F41-E7C1DE3AC0BD}"/>
                    </a:ext>
                  </a:extLst>
                </p14:cNvPr>
                <p14:cNvContentPartPr/>
                <p14:nvPr/>
              </p14:nvContentPartPr>
              <p14:xfrm>
                <a:off x="6433814" y="2731426"/>
                <a:ext cx="14760" cy="5616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60087B18-D593-48F3-9F41-E7C1DE3AC0B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424814" y="2722426"/>
                  <a:ext cx="3240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upo 192">
            <a:extLst>
              <a:ext uri="{FF2B5EF4-FFF2-40B4-BE49-F238E27FC236}">
                <a16:creationId xmlns:a16="http://schemas.microsoft.com/office/drawing/2014/main" id="{0A77F3AE-1851-435A-B7D5-1A13B938456A}"/>
              </a:ext>
            </a:extLst>
          </p:cNvPr>
          <p:cNvGrpSpPr/>
          <p:nvPr/>
        </p:nvGrpSpPr>
        <p:grpSpPr>
          <a:xfrm>
            <a:off x="3391094" y="1338078"/>
            <a:ext cx="1283760" cy="621000"/>
            <a:chOff x="3391094" y="1338078"/>
            <a:chExt cx="1283760" cy="62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45585C88-3022-41F5-BE03-CA5C64B7CF81}"/>
                    </a:ext>
                  </a:extLst>
                </p14:cNvPr>
                <p14:cNvContentPartPr/>
                <p14:nvPr/>
              </p14:nvContentPartPr>
              <p14:xfrm>
                <a:off x="3391094" y="1693758"/>
                <a:ext cx="296280" cy="26532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45585C88-3022-41F5-BE03-CA5C64B7CF8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82094" y="1684758"/>
                  <a:ext cx="3139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C69F1384-AE77-47D2-92BC-60D21DC8C89A}"/>
                    </a:ext>
                  </a:extLst>
                </p14:cNvPr>
                <p14:cNvContentPartPr/>
                <p14:nvPr/>
              </p14:nvContentPartPr>
              <p14:xfrm>
                <a:off x="3737054" y="1476678"/>
                <a:ext cx="188640" cy="15300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C69F1384-AE77-47D2-92BC-60D21DC8C89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728414" y="1467678"/>
                  <a:ext cx="2062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C4408B89-CD49-4B4C-815F-30992250253E}"/>
                    </a:ext>
                  </a:extLst>
                </p14:cNvPr>
                <p14:cNvContentPartPr/>
                <p14:nvPr/>
              </p14:nvContentPartPr>
              <p14:xfrm>
                <a:off x="4014614" y="1439958"/>
                <a:ext cx="76680" cy="17676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C4408B89-CD49-4B4C-815F-30992250253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005614" y="1430958"/>
                  <a:ext cx="94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9DE66DD0-FD2D-4ADD-B284-5313A43F3FFF}"/>
                    </a:ext>
                  </a:extLst>
                </p14:cNvPr>
                <p14:cNvContentPartPr/>
                <p14:nvPr/>
              </p14:nvContentPartPr>
              <p14:xfrm>
                <a:off x="4156454" y="1429518"/>
                <a:ext cx="105840" cy="18216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9DE66DD0-FD2D-4ADD-B284-5313A43F3FF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147814" y="1420518"/>
                  <a:ext cx="123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E4DAE6E3-E197-40DC-AF30-E175914EA301}"/>
                    </a:ext>
                  </a:extLst>
                </p14:cNvPr>
                <p14:cNvContentPartPr/>
                <p14:nvPr/>
              </p14:nvContentPartPr>
              <p14:xfrm>
                <a:off x="4295774" y="1492878"/>
                <a:ext cx="93960" cy="1764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E4DAE6E3-E197-40DC-AF30-E175914EA30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287134" y="1483878"/>
                  <a:ext cx="111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18AC37AB-E3D9-45A5-A141-C6C649A0617C}"/>
                    </a:ext>
                  </a:extLst>
                </p14:cNvPr>
                <p14:cNvContentPartPr/>
                <p14:nvPr/>
              </p14:nvContentPartPr>
              <p14:xfrm>
                <a:off x="4458134" y="1461558"/>
                <a:ext cx="117360" cy="10332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18AC37AB-E3D9-45A5-A141-C6C649A0617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49494" y="1452558"/>
                  <a:ext cx="135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8E2903EE-03CA-4738-82B6-1066AE6BCD3E}"/>
                    </a:ext>
                  </a:extLst>
                </p14:cNvPr>
                <p14:cNvContentPartPr/>
                <p14:nvPr/>
              </p14:nvContentPartPr>
              <p14:xfrm>
                <a:off x="4584854" y="1338078"/>
                <a:ext cx="51480" cy="25596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8E2903EE-03CA-4738-82B6-1066AE6BCD3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575854" y="1329438"/>
                  <a:ext cx="691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46605F25-EE3B-44F3-AE99-C4EAD3FCD8C8}"/>
                    </a:ext>
                  </a:extLst>
                </p14:cNvPr>
                <p14:cNvContentPartPr/>
                <p14:nvPr/>
              </p14:nvContentPartPr>
              <p14:xfrm>
                <a:off x="4010294" y="1608586"/>
                <a:ext cx="664560" cy="14076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46605F25-EE3B-44F3-AE99-C4EAD3FCD8C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01294" y="1599946"/>
                  <a:ext cx="682200" cy="15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96" name="Entrada de lápiz 195">
                <a:extLst>
                  <a:ext uri="{FF2B5EF4-FFF2-40B4-BE49-F238E27FC236}">
                    <a16:creationId xmlns:a16="http://schemas.microsoft.com/office/drawing/2014/main" id="{34CF11EA-122B-4753-8211-591A04A8E029}"/>
                  </a:ext>
                </a:extLst>
              </p14:cNvPr>
              <p14:cNvContentPartPr/>
              <p14:nvPr/>
            </p14:nvContentPartPr>
            <p14:xfrm>
              <a:off x="10879094" y="1833946"/>
              <a:ext cx="162360" cy="175320"/>
            </p14:xfrm>
          </p:contentPart>
        </mc:Choice>
        <mc:Fallback>
          <p:pic>
            <p:nvPicPr>
              <p:cNvPr id="196" name="Entrada de lápiz 195">
                <a:extLst>
                  <a:ext uri="{FF2B5EF4-FFF2-40B4-BE49-F238E27FC236}">
                    <a16:creationId xmlns:a16="http://schemas.microsoft.com/office/drawing/2014/main" id="{34CF11EA-122B-4753-8211-591A04A8E029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0870454" y="1824946"/>
                <a:ext cx="1800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97" name="Entrada de lápiz 196">
                <a:extLst>
                  <a:ext uri="{FF2B5EF4-FFF2-40B4-BE49-F238E27FC236}">
                    <a16:creationId xmlns:a16="http://schemas.microsoft.com/office/drawing/2014/main" id="{5117741E-68CE-4849-866F-279F51093D55}"/>
                  </a:ext>
                </a:extLst>
              </p14:cNvPr>
              <p14:cNvContentPartPr/>
              <p14:nvPr/>
            </p14:nvContentPartPr>
            <p14:xfrm>
              <a:off x="2880254" y="4609546"/>
              <a:ext cx="2160" cy="21240"/>
            </p14:xfrm>
          </p:contentPart>
        </mc:Choice>
        <mc:Fallback>
          <p:pic>
            <p:nvPicPr>
              <p:cNvPr id="197" name="Entrada de lápiz 196">
                <a:extLst>
                  <a:ext uri="{FF2B5EF4-FFF2-40B4-BE49-F238E27FC236}">
                    <a16:creationId xmlns:a16="http://schemas.microsoft.com/office/drawing/2014/main" id="{5117741E-68CE-4849-866F-279F51093D55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871254" y="4600906"/>
                <a:ext cx="198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98" name="Entrada de lápiz 197">
                <a:extLst>
                  <a:ext uri="{FF2B5EF4-FFF2-40B4-BE49-F238E27FC236}">
                    <a16:creationId xmlns:a16="http://schemas.microsoft.com/office/drawing/2014/main" id="{A9A653D6-1B27-41FC-8831-A42B47D4A710}"/>
                  </a:ext>
                </a:extLst>
              </p14:cNvPr>
              <p14:cNvContentPartPr/>
              <p14:nvPr/>
            </p14:nvContentPartPr>
            <p14:xfrm>
              <a:off x="2824094" y="2045266"/>
              <a:ext cx="69120" cy="26280"/>
            </p14:xfrm>
          </p:contentPart>
        </mc:Choice>
        <mc:Fallback>
          <p:pic>
            <p:nvPicPr>
              <p:cNvPr id="198" name="Entrada de lápiz 197">
                <a:extLst>
                  <a:ext uri="{FF2B5EF4-FFF2-40B4-BE49-F238E27FC236}">
                    <a16:creationId xmlns:a16="http://schemas.microsoft.com/office/drawing/2014/main" id="{A9A653D6-1B27-41FC-8831-A42B47D4A71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2815094" y="2036266"/>
                <a:ext cx="867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202" name="Entrada de lápiz 201">
                <a:extLst>
                  <a:ext uri="{FF2B5EF4-FFF2-40B4-BE49-F238E27FC236}">
                    <a16:creationId xmlns:a16="http://schemas.microsoft.com/office/drawing/2014/main" id="{E0543E85-E41F-44CE-8781-E5E6A2DB45BC}"/>
                  </a:ext>
                </a:extLst>
              </p14:cNvPr>
              <p14:cNvContentPartPr/>
              <p14:nvPr/>
            </p14:nvContentPartPr>
            <p14:xfrm>
              <a:off x="6417614" y="2516506"/>
              <a:ext cx="565560" cy="416160"/>
            </p14:xfrm>
          </p:contentPart>
        </mc:Choice>
        <mc:Fallback>
          <p:pic>
            <p:nvPicPr>
              <p:cNvPr id="202" name="Entrada de lápiz 201">
                <a:extLst>
                  <a:ext uri="{FF2B5EF4-FFF2-40B4-BE49-F238E27FC236}">
                    <a16:creationId xmlns:a16="http://schemas.microsoft.com/office/drawing/2014/main" id="{E0543E85-E41F-44CE-8781-E5E6A2DB45BC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6399974" y="2498506"/>
                <a:ext cx="601200" cy="45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upo 206">
            <a:extLst>
              <a:ext uri="{FF2B5EF4-FFF2-40B4-BE49-F238E27FC236}">
                <a16:creationId xmlns:a16="http://schemas.microsoft.com/office/drawing/2014/main" id="{646BCC2B-1DC4-47A4-92A8-741B655D4FE6}"/>
              </a:ext>
            </a:extLst>
          </p:cNvPr>
          <p:cNvGrpSpPr/>
          <p:nvPr/>
        </p:nvGrpSpPr>
        <p:grpSpPr>
          <a:xfrm>
            <a:off x="3548054" y="1287826"/>
            <a:ext cx="1255680" cy="462600"/>
            <a:chOff x="3548054" y="1287826"/>
            <a:chExt cx="1255680" cy="46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ABE1A4F7-25CB-4366-802C-1184C2F9DF26}"/>
                    </a:ext>
                  </a:extLst>
                </p14:cNvPr>
                <p14:cNvContentPartPr/>
                <p14:nvPr/>
              </p14:nvContentPartPr>
              <p14:xfrm>
                <a:off x="3575054" y="1287826"/>
                <a:ext cx="1198080" cy="8712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ABE1A4F7-25CB-4366-802C-1184C2F9DF2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57414" y="1269826"/>
                  <a:ext cx="1233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055772F7-57D1-4C54-9F5A-88AB80AA365D}"/>
                    </a:ext>
                  </a:extLst>
                </p14:cNvPr>
                <p14:cNvContentPartPr/>
                <p14:nvPr/>
              </p14:nvContentPartPr>
              <p14:xfrm>
                <a:off x="3548054" y="1313746"/>
                <a:ext cx="1255680" cy="43668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055772F7-57D1-4C54-9F5A-88AB80AA365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530414" y="1296106"/>
                  <a:ext cx="1291320" cy="47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208" name="Entrada de lápiz 207">
                <a:extLst>
                  <a:ext uri="{FF2B5EF4-FFF2-40B4-BE49-F238E27FC236}">
                    <a16:creationId xmlns:a16="http://schemas.microsoft.com/office/drawing/2014/main" id="{CCF6A067-EF62-459D-B7CC-72EB84DAB413}"/>
                  </a:ext>
                </a:extLst>
              </p14:cNvPr>
              <p14:cNvContentPartPr/>
              <p14:nvPr/>
            </p14:nvContentPartPr>
            <p14:xfrm>
              <a:off x="3005894" y="2203306"/>
              <a:ext cx="7920" cy="53280"/>
            </p14:xfrm>
          </p:contentPart>
        </mc:Choice>
        <mc:Fallback>
          <p:pic>
            <p:nvPicPr>
              <p:cNvPr id="208" name="Entrada de lápiz 207">
                <a:extLst>
                  <a:ext uri="{FF2B5EF4-FFF2-40B4-BE49-F238E27FC236}">
                    <a16:creationId xmlns:a16="http://schemas.microsoft.com/office/drawing/2014/main" id="{CCF6A067-EF62-459D-B7CC-72EB84DAB413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2987894" y="2185666"/>
                <a:ext cx="43560" cy="8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upo 225">
            <a:extLst>
              <a:ext uri="{FF2B5EF4-FFF2-40B4-BE49-F238E27FC236}">
                <a16:creationId xmlns:a16="http://schemas.microsoft.com/office/drawing/2014/main" id="{53D779E3-DE19-46D0-A3AA-F799910D27D8}"/>
              </a:ext>
            </a:extLst>
          </p:cNvPr>
          <p:cNvGrpSpPr/>
          <p:nvPr/>
        </p:nvGrpSpPr>
        <p:grpSpPr>
          <a:xfrm>
            <a:off x="3729854" y="1147786"/>
            <a:ext cx="127080" cy="118800"/>
            <a:chOff x="3729854" y="1147786"/>
            <a:chExt cx="127080" cy="11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6D8FC74C-99CA-42E2-BF48-C1DD80938167}"/>
                    </a:ext>
                  </a:extLst>
                </p14:cNvPr>
                <p14:cNvContentPartPr/>
                <p14:nvPr/>
              </p14:nvContentPartPr>
              <p14:xfrm>
                <a:off x="3776294" y="1147786"/>
                <a:ext cx="16560" cy="11880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6D8FC74C-99CA-42E2-BF48-C1DD8093816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67294" y="1139146"/>
                  <a:ext cx="342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5E7EB84B-EBC5-429E-BCCA-8D06EB9C1AA5}"/>
                    </a:ext>
                  </a:extLst>
                </p14:cNvPr>
                <p14:cNvContentPartPr/>
                <p14:nvPr/>
              </p14:nvContentPartPr>
              <p14:xfrm>
                <a:off x="3729854" y="1195666"/>
                <a:ext cx="127080" cy="3096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5E7EB84B-EBC5-429E-BCCA-8D06EB9C1AA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720854" y="1186666"/>
                  <a:ext cx="14472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227" name="Entrada de lápiz 226">
                <a:extLst>
                  <a:ext uri="{FF2B5EF4-FFF2-40B4-BE49-F238E27FC236}">
                    <a16:creationId xmlns:a16="http://schemas.microsoft.com/office/drawing/2014/main" id="{916BCE07-A30A-4527-A95F-1C844966B2E5}"/>
                  </a:ext>
                </a:extLst>
              </p14:cNvPr>
              <p14:cNvContentPartPr/>
              <p14:nvPr/>
            </p14:nvContentPartPr>
            <p14:xfrm>
              <a:off x="4189934" y="965266"/>
              <a:ext cx="138600" cy="20520"/>
            </p14:xfrm>
          </p:contentPart>
        </mc:Choice>
        <mc:Fallback>
          <p:pic>
            <p:nvPicPr>
              <p:cNvPr id="227" name="Entrada de lápiz 226">
                <a:extLst>
                  <a:ext uri="{FF2B5EF4-FFF2-40B4-BE49-F238E27FC236}">
                    <a16:creationId xmlns:a16="http://schemas.microsoft.com/office/drawing/2014/main" id="{916BCE07-A30A-4527-A95F-1C844966B2E5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4181294" y="956266"/>
                <a:ext cx="15624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upo 230">
            <a:extLst>
              <a:ext uri="{FF2B5EF4-FFF2-40B4-BE49-F238E27FC236}">
                <a16:creationId xmlns:a16="http://schemas.microsoft.com/office/drawing/2014/main" id="{6C82C66C-0FF3-4474-9119-5B72A3262764}"/>
              </a:ext>
            </a:extLst>
          </p:cNvPr>
          <p:cNvGrpSpPr/>
          <p:nvPr/>
        </p:nvGrpSpPr>
        <p:grpSpPr>
          <a:xfrm>
            <a:off x="10028774" y="1502746"/>
            <a:ext cx="2046960" cy="1802160"/>
            <a:chOff x="10028774" y="1502746"/>
            <a:chExt cx="2046960" cy="180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C01DA195-1449-4A02-A6C9-5BD10DE6A194}"/>
                    </a:ext>
                  </a:extLst>
                </p14:cNvPr>
                <p14:cNvContentPartPr/>
                <p14:nvPr/>
              </p14:nvContentPartPr>
              <p14:xfrm>
                <a:off x="10247294" y="1810546"/>
                <a:ext cx="124200" cy="31392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C01DA195-1449-4A02-A6C9-5BD10DE6A19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238654" y="1801546"/>
                  <a:ext cx="1418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67DE1DB8-92ED-4C8E-927F-4145581F9149}"/>
                    </a:ext>
                  </a:extLst>
                </p14:cNvPr>
                <p14:cNvContentPartPr/>
                <p14:nvPr/>
              </p14:nvContentPartPr>
              <p14:xfrm>
                <a:off x="10203734" y="2013946"/>
                <a:ext cx="152280" cy="1512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67DE1DB8-92ED-4C8E-927F-4145581F914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195094" y="2004946"/>
                  <a:ext cx="169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D8A59E09-2E4F-48FF-8729-323B38E59CB9}"/>
                    </a:ext>
                  </a:extLst>
                </p14:cNvPr>
                <p14:cNvContentPartPr/>
                <p14:nvPr/>
              </p14:nvContentPartPr>
              <p14:xfrm>
                <a:off x="10484174" y="1961026"/>
                <a:ext cx="91080" cy="1584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D8A59E09-2E4F-48FF-8729-323B38E59CB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475534" y="1952026"/>
                  <a:ext cx="1087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BDC9E158-6B89-41F4-8773-ED163B7227F1}"/>
                    </a:ext>
                  </a:extLst>
                </p14:cNvPr>
                <p14:cNvContentPartPr/>
                <p14:nvPr/>
              </p14:nvContentPartPr>
              <p14:xfrm>
                <a:off x="10669934" y="1876786"/>
                <a:ext cx="169560" cy="18000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BDC9E158-6B89-41F4-8773-ED163B7227F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660934" y="1868146"/>
                  <a:ext cx="1872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41729282-FF2A-4B39-945F-FDC3BCC3C607}"/>
                    </a:ext>
                  </a:extLst>
                </p14:cNvPr>
                <p14:cNvContentPartPr/>
                <p14:nvPr/>
              </p14:nvContentPartPr>
              <p14:xfrm>
                <a:off x="10829234" y="2686246"/>
                <a:ext cx="121320" cy="24624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41729282-FF2A-4B39-945F-FDC3BCC3C60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820234" y="2677606"/>
                  <a:ext cx="1389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C00EAB67-8846-468B-9811-5715843E9765}"/>
                    </a:ext>
                  </a:extLst>
                </p14:cNvPr>
                <p14:cNvContentPartPr/>
                <p14:nvPr/>
              </p14:nvContentPartPr>
              <p14:xfrm>
                <a:off x="10774154" y="2834926"/>
                <a:ext cx="159840" cy="216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C00EAB67-8846-468B-9811-5715843E976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765154" y="2826286"/>
                  <a:ext cx="1774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147D94F4-A744-4190-9C1A-96581BA32CC2}"/>
                    </a:ext>
                  </a:extLst>
                </p14:cNvPr>
                <p14:cNvContentPartPr/>
                <p14:nvPr/>
              </p14:nvContentPartPr>
              <p14:xfrm>
                <a:off x="11084114" y="2743846"/>
                <a:ext cx="162000" cy="15660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147D94F4-A744-4190-9C1A-96581BA32CC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075114" y="2734846"/>
                  <a:ext cx="179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CED340CF-B6E6-42C0-B9C6-3511A20A7AB9}"/>
                    </a:ext>
                  </a:extLst>
                </p14:cNvPr>
                <p14:cNvContentPartPr/>
                <p14:nvPr/>
              </p14:nvContentPartPr>
              <p14:xfrm>
                <a:off x="11323154" y="2734486"/>
                <a:ext cx="136800" cy="16524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CED340CF-B6E6-42C0-B9C6-3511A20A7AB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314154" y="2725486"/>
                  <a:ext cx="1544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AFF38A02-2AEF-48BA-B249-87C015EE831C}"/>
                    </a:ext>
                  </a:extLst>
                </p14:cNvPr>
                <p14:cNvContentPartPr/>
                <p14:nvPr/>
              </p14:nvContentPartPr>
              <p14:xfrm>
                <a:off x="11178614" y="1798306"/>
                <a:ext cx="120600" cy="15444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AFF38A02-2AEF-48BA-B249-87C015EE831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169974" y="1789306"/>
                  <a:ext cx="1382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2AA92189-BA90-4AF7-ADE2-BF320EFA81FD}"/>
                    </a:ext>
                  </a:extLst>
                </p14:cNvPr>
                <p14:cNvContentPartPr/>
                <p14:nvPr/>
              </p14:nvContentPartPr>
              <p14:xfrm>
                <a:off x="10046414" y="1502746"/>
                <a:ext cx="1670400" cy="17172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2AA92189-BA90-4AF7-ADE2-BF320EFA81F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037414" y="1493746"/>
                  <a:ext cx="16880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C8894011-CCA7-4499-A850-22B49B12F9F2}"/>
                    </a:ext>
                  </a:extLst>
                </p14:cNvPr>
                <p14:cNvContentPartPr/>
                <p14:nvPr/>
              </p14:nvContentPartPr>
              <p14:xfrm>
                <a:off x="10028774" y="1695706"/>
                <a:ext cx="173520" cy="160920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C8894011-CCA7-4499-A850-22B49B12F9F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020134" y="1686706"/>
                  <a:ext cx="191160" cy="16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CC7FB2D4-F428-4450-BB9F-DE22F373256E}"/>
                    </a:ext>
                  </a:extLst>
                </p14:cNvPr>
                <p14:cNvContentPartPr/>
                <p14:nvPr/>
              </p14:nvContentPartPr>
              <p14:xfrm>
                <a:off x="10115894" y="3177466"/>
                <a:ext cx="1959840" cy="7956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CC7FB2D4-F428-4450-BB9F-DE22F373256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107254" y="3168466"/>
                  <a:ext cx="1977480" cy="9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232" name="Entrada de lápiz 231">
                <a:extLst>
                  <a:ext uri="{FF2B5EF4-FFF2-40B4-BE49-F238E27FC236}">
                    <a16:creationId xmlns:a16="http://schemas.microsoft.com/office/drawing/2014/main" id="{2BD422EB-AE78-41CB-B73E-0F1DEEFB5940}"/>
                  </a:ext>
                </a:extLst>
              </p14:cNvPr>
              <p14:cNvContentPartPr/>
              <p14:nvPr/>
            </p14:nvContentPartPr>
            <p14:xfrm>
              <a:off x="6876614" y="2264506"/>
              <a:ext cx="45000" cy="47160"/>
            </p14:xfrm>
          </p:contentPart>
        </mc:Choice>
        <mc:Fallback>
          <p:pic>
            <p:nvPicPr>
              <p:cNvPr id="232" name="Entrada de lápiz 231">
                <a:extLst>
                  <a:ext uri="{FF2B5EF4-FFF2-40B4-BE49-F238E27FC236}">
                    <a16:creationId xmlns:a16="http://schemas.microsoft.com/office/drawing/2014/main" id="{2BD422EB-AE78-41CB-B73E-0F1DEEFB5940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6867614" y="2255506"/>
                <a:ext cx="626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233" name="Entrada de lápiz 232">
                <a:extLst>
                  <a:ext uri="{FF2B5EF4-FFF2-40B4-BE49-F238E27FC236}">
                    <a16:creationId xmlns:a16="http://schemas.microsoft.com/office/drawing/2014/main" id="{6168876B-6048-41A4-8A60-9349665B03E9}"/>
                  </a:ext>
                </a:extLst>
              </p14:cNvPr>
              <p14:cNvContentPartPr/>
              <p14:nvPr/>
            </p14:nvContentPartPr>
            <p14:xfrm>
              <a:off x="5650814" y="972106"/>
              <a:ext cx="11880" cy="10800"/>
            </p14:xfrm>
          </p:contentPart>
        </mc:Choice>
        <mc:Fallback>
          <p:pic>
            <p:nvPicPr>
              <p:cNvPr id="233" name="Entrada de lápiz 232">
                <a:extLst>
                  <a:ext uri="{FF2B5EF4-FFF2-40B4-BE49-F238E27FC236}">
                    <a16:creationId xmlns:a16="http://schemas.microsoft.com/office/drawing/2014/main" id="{6168876B-6048-41A4-8A60-9349665B03E9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5641814" y="963466"/>
                <a:ext cx="2952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9" name="Grupo 238">
            <a:extLst>
              <a:ext uri="{FF2B5EF4-FFF2-40B4-BE49-F238E27FC236}">
                <a16:creationId xmlns:a16="http://schemas.microsoft.com/office/drawing/2014/main" id="{2780BD2B-F13D-415D-84F6-3D1201A982E9}"/>
              </a:ext>
            </a:extLst>
          </p:cNvPr>
          <p:cNvGrpSpPr/>
          <p:nvPr/>
        </p:nvGrpSpPr>
        <p:grpSpPr>
          <a:xfrm>
            <a:off x="8846534" y="664306"/>
            <a:ext cx="61560" cy="8280"/>
            <a:chOff x="8846534" y="664306"/>
            <a:chExt cx="61560" cy="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5614F1FB-E6E4-4812-9A0D-08F92839041A}"/>
                    </a:ext>
                  </a:extLst>
                </p14:cNvPr>
                <p14:cNvContentPartPr/>
                <p14:nvPr/>
              </p14:nvContentPartPr>
              <p14:xfrm>
                <a:off x="8903774" y="664306"/>
                <a:ext cx="4320" cy="828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5614F1FB-E6E4-4812-9A0D-08F92839041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894774" y="655666"/>
                  <a:ext cx="219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1FA64B87-3199-49D5-AC8A-2EB4AD9F813E}"/>
                    </a:ext>
                  </a:extLst>
                </p14:cNvPr>
                <p14:cNvContentPartPr/>
                <p14:nvPr/>
              </p14:nvContentPartPr>
              <p14:xfrm>
                <a:off x="8907374" y="672226"/>
                <a:ext cx="360" cy="36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1FA64B87-3199-49D5-AC8A-2EB4AD9F813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898734" y="6632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E80599D8-7782-4B42-8B91-B74C5BBB6055}"/>
                    </a:ext>
                  </a:extLst>
                </p14:cNvPr>
                <p14:cNvContentPartPr/>
                <p14:nvPr/>
              </p14:nvContentPartPr>
              <p14:xfrm>
                <a:off x="8846534" y="668626"/>
                <a:ext cx="61200" cy="396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E80599D8-7782-4B42-8B91-B74C5BBB605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837894" y="659986"/>
                  <a:ext cx="7884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upo 237">
            <a:extLst>
              <a:ext uri="{FF2B5EF4-FFF2-40B4-BE49-F238E27FC236}">
                <a16:creationId xmlns:a16="http://schemas.microsoft.com/office/drawing/2014/main" id="{D0F712A0-D62F-4534-BFE5-6CD3D2646FF9}"/>
              </a:ext>
            </a:extLst>
          </p:cNvPr>
          <p:cNvGrpSpPr/>
          <p:nvPr/>
        </p:nvGrpSpPr>
        <p:grpSpPr>
          <a:xfrm>
            <a:off x="10100414" y="124306"/>
            <a:ext cx="743760" cy="543960"/>
            <a:chOff x="10100414" y="124306"/>
            <a:chExt cx="743760" cy="54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377A7A17-4396-4E81-807C-8DC88B920EEA}"/>
                    </a:ext>
                  </a:extLst>
                </p14:cNvPr>
                <p14:cNvContentPartPr/>
                <p14:nvPr/>
              </p14:nvContentPartPr>
              <p14:xfrm>
                <a:off x="10100414" y="392146"/>
                <a:ext cx="150120" cy="648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377A7A17-4396-4E81-807C-8DC88B920EE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091774" y="383506"/>
                  <a:ext cx="167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765AE9D4-2D68-42BD-9D4B-F6175990364A}"/>
                    </a:ext>
                  </a:extLst>
                </p14:cNvPr>
                <p14:cNvContentPartPr/>
                <p14:nvPr/>
              </p14:nvContentPartPr>
              <p14:xfrm>
                <a:off x="10431974" y="230866"/>
                <a:ext cx="43920" cy="28764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765AE9D4-2D68-42BD-9D4B-F6175990364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423334" y="222226"/>
                  <a:ext cx="615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95264753-0E3C-4C05-9C6F-25DC2FA13037}"/>
                    </a:ext>
                  </a:extLst>
                </p14:cNvPr>
                <p14:cNvContentPartPr/>
                <p14:nvPr/>
              </p14:nvContentPartPr>
              <p14:xfrm>
                <a:off x="10409654" y="505906"/>
                <a:ext cx="133920" cy="1332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95264753-0E3C-4C05-9C6F-25DC2FA1303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401014" y="497266"/>
                  <a:ext cx="1515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33E9899C-997E-48CC-8BBE-51755ACDFCD6}"/>
                    </a:ext>
                  </a:extLst>
                </p14:cNvPr>
                <p14:cNvContentPartPr/>
                <p14:nvPr/>
              </p14:nvContentPartPr>
              <p14:xfrm>
                <a:off x="10651574" y="124306"/>
                <a:ext cx="192600" cy="54396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33E9899C-997E-48CC-8BBE-51755ACDFCD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642574" y="115666"/>
                  <a:ext cx="21024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14574920-27CE-460C-AF64-5C2FFA9C6FF1}"/>
                    </a:ext>
                  </a:extLst>
                </p14:cNvPr>
                <p14:cNvContentPartPr/>
                <p14:nvPr/>
              </p14:nvContentPartPr>
              <p14:xfrm>
                <a:off x="10241534" y="447946"/>
                <a:ext cx="29520" cy="108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14574920-27CE-460C-AF64-5C2FFA9C6FF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232894" y="438946"/>
                  <a:ext cx="47160" cy="18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009902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0</Words>
  <Application>Microsoft Office PowerPoint</Application>
  <PresentationFormat>Panorámica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Jennyfer Homez</dc:creator>
  <cp:lastModifiedBy>Jennyfer Homez</cp:lastModifiedBy>
  <cp:revision>9</cp:revision>
  <dcterms:created xsi:type="dcterms:W3CDTF">2020-05-03T15:41:00Z</dcterms:created>
  <dcterms:modified xsi:type="dcterms:W3CDTF">2020-05-03T17:01:34Z</dcterms:modified>
</cp:coreProperties>
</file>